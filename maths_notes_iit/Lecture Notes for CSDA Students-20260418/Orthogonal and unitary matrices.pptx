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3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365 313 1772 0 0,'-6'-11'2822'0'0,"1"2"-1364"0"0,0 1 0 0 0,-1-1-1 0 0,1 1 1 0 0,-2 0 0 0 0,-8-9 0 0 0,13 16-1099 0 0,-13 0 269 0 0,13 1-564 0 0,-1 1 0 0 0,1 0 0 0 0,0-1 0 0 0,0 1 0 0 0,0 0 0 0 0,0 0 0 0 0,0 1 0 0 0,0-1 0 0 0,0 0 0 0 0,0 1 0 0 0,0-1 0 0 0,1 1 0 0 0,-1 0 0 0 0,1-1 0 0 0,-1 1 0 0 0,1 0 0 0 0,-2 3 0 0 0,-1 0 115 0 0,-17 22 392 0 0,2 1 1 0 0,0 1-1 0 0,-25 56 1 0 0,-31 99 409 0 0,57-131-833 0 0,1 0 1 0 0,3 1-1 0 0,3 1 0 0 0,-8 81 1 0 0,17-107-120 0 0,1 0 0 0 0,2-1 0 0 0,0 1 0 0 0,2 0 0 0 0,2 0 0 0 0,0-1 0 0 0,2 0 1 0 0,0 0-1 0 0,3-1 0 0 0,16 38 0 0 0,-21-57-19 0 0,-1 1 1 0 0,1-1 0 0 0,0 0-1 0 0,1-1 1 0 0,-1 1-1 0 0,2-1 1 0 0,-1 0 0 0 0,1-1-1 0 0,0 0 1 0 0,0 0-1 0 0,1 0 1 0 0,-1-1 0 0 0,1 0-1 0 0,1 0 1 0 0,-1-1-1 0 0,1 0 1 0 0,-1-1 0 0 0,1 0-1 0 0,0 0 1 0 0,0-1-1 0 0,0 0 1 0 0,1 0 0 0 0,-1-1-1 0 0,0-1 1 0 0,1 1-1 0 0,-1-2 1 0 0,1 1 0 0 0,-1-1-1 0 0,11-3 1 0 0,4-3-9 0 0,0-1 1 0 0,0-1-1 0 0,0-1 0 0 0,-2-1 1 0 0,1-1-1 0 0,-1-1 1 0 0,-1-1-1 0 0,0-1 1 0 0,-2-1-1 0 0,1-1 0 0 0,27-31 1 0 0,-11 6-7 0 0,-3-1 0 0 0,-1-1 1 0 0,-2-2-1 0 0,33-66 1 0 0,-38 61-15 0 0,-3-1 1 0 0,-1 0 0 0 0,-3-2-1 0 0,-3 0 1 0 0,10-57 0 0 0,-20 80 3 0 0,-2-1 1 0 0,0 1 0 0 0,-2-1-1 0 0,-2 1 1 0 0,0-1 0 0 0,-2 1-1 0 0,-2-1 1 0 0,-1 1 0 0 0,-1 1-1 0 0,-16-44 1 0 0,16 58 4 0 0,0 0 0 0 0,-1 1 0 0 0,0 0 0 0 0,-2 0 0 0 0,0 1 0 0 0,0 0 0 0 0,-1 1 0 0 0,-1 0 0 0 0,0 1 0 0 0,-16-13 0 0 0,20 19 0 0 0,0 1-1 0 0,0-1 0 0 0,-1 2 0 0 0,0-1 1 0 0,1 1-1 0 0,-1 0 0 0 0,-1 1 1 0 0,1 0-1 0 0,-1 1 0 0 0,1 0 1 0 0,-1 0-1 0 0,1 1 0 0 0,-1 0 0 0 0,0 1 1 0 0,0 0-1 0 0,1 1 0 0 0,-1-1 1 0 0,0 2-1 0 0,-13 3 0 0 0,10-1 12 0 0,0 1-1 0 0,0 0 1 0 0,1 1-1 0 0,0 1 1 0 0,0 0-1 0 0,1 0 1 0 0,0 1-1 0 0,0 1 0 0 0,1-1 1 0 0,0 2-1 0 0,0 0 1 0 0,-14 20-1 0 0,7-7-65 0 0,2 0 0 0 0,0 1 0 0 0,2 1 0 0 0,0 0-1 0 0,-10 32 1 0 0,17-38-88 0 0,0 1-1 0 0,1-1 1 0 0,1 1-1 0 0,0 0 1 0 0,2 0-1 0 0,0 0 1 0 0,2 0 0 0 0,0 0-1 0 0,3 24 1 0 0,0-30-144 0 0,-1 0-1 0 0,2 0 1 0 0,0 0 0 0 0,1-1 0 0 0,0 0 0 0 0,1 0 0 0 0,0 0-1 0 0,1-1 1 0 0,0 1 0 0 0,1-2 0 0 0,1 1 0 0 0,0-1 0 0 0,17 16 0 0 0,-10-12-929 0 0,1-2 0 0 0,0 0 0 0 0,1-1 0 0 0,0-1 0 0 0,26 11 0 0 0,-7-6-2758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3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35 192 556 0 0,'-6'-11'2762'0'0,"0"0"1"0"0,0 0-1 0 0,1-1 1 0 0,-5-16-1 0 0,10 28-2721 0 0,0 0 0 0 0,-1-1 0 0 0,1 1 0 0 0,0 0 0 0 0,0-1 0 0 0,0 1 0 0 0,0-1 0 0 0,0 1 1 0 0,0-1-1 0 0,0 1 0 0 0,0 0 0 0 0,0-1 0 0 0,0 1 0 0 0,0-1 0 0 0,0 1 0 0 0,0-1 0 0 0,0 1 0 0 0,0 0 0 0 0,0-1 0 0 0,0 1 0 0 0,0-1 0 0 0,0 1 0 0 0,1 0 0 0 0,-1-1 0 0 0,0 1 1 0 0,0-1-1 0 0,1 1 0 0 0,-1 0 0 0 0,0-1 0 0 0,0 1 0 0 0,1 0 0 0 0,-1 0 0 0 0,0-1 0 0 0,1 1 0 0 0,-1 0 0 0 0,1 0 0 0 0,-1-1 0 0 0,0 1 0 0 0,1 0 0 0 0,-1 0 0 0 0,1 0 0 0 0,-1 0 1 0 0,0 0-1 0 0,1-1 0 0 0,-1 1 0 0 0,1 0 0 0 0,-1 0 0 0 0,1 0 0 0 0,-1 0 0 0 0,0 0 0 0 0,1 0 0 0 0,-1 0 0 0 0,1 1 0 0 0,0-1 0 0 0,19 6 748 0 0,-12-2-644 0 0,0 1 0 0 0,-1 0-1 0 0,0 0 1 0 0,0 0 0 0 0,0 1 0 0 0,-1 0 0 0 0,0 1 0 0 0,0-1 0 0 0,-1 1-1 0 0,0 0 1 0 0,0 1 0 0 0,0-1 0 0 0,-1 1 0 0 0,6 14 0 0 0,-3-4-48 0 0,-1 1 0 0 0,-1 0 0 0 0,0 0 0 0 0,-2 0 0 0 0,3 30 1 0 0,-6-29 72 0 0,0 1 0 0 0,-1-1 0 0 0,-1 1 0 0 0,-2-1 1 0 0,-5 24-1 0 0,-21 47 3465 0 0,22-80-2615 0 0,-1-14-244 0 0,8 2-733 0 0,0 0 1 0 0,0-1 0 0 0,0 1-1 0 0,0-1 1 0 0,0 1-1 0 0,0-1 1 0 0,1 1-1 0 0,-1-1 1 0 0,0 0-1 0 0,0-2 1 0 0,0-5-8 0 0,0 1 0 0 0,1-1 0 0 0,0 1 0 0 0,1-1 0 0 0,0 1 0 0 0,0-1 0 0 0,0 1 0 0 0,1-1 0 0 0,5-11 0 0 0,3-8-20 0 0,19-34-1 0 0,-11 28-322 0 0,1 1-1 0 0,1 1 1 0 0,2 1-1 0 0,1 1 1 0 0,2 1-1 0 0,1 1 0 0 0,31-26 1 0 0,-31 33-2568 0 0,40-26 1 0 0,-40 31-2774 0 0,49-21 1 0 0,-54 29 62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87 556 0 0,'-16'-32'7250'0'0,"10"21"-3363"0"0,0-1 0 0 0,-7-20-1 0 0,4 41-3332 0 0,7-5-436 0 0,1 0 0 0 0,-1 0 0 0 0,1 0 0 0 0,1 1 0 0 0,-1-1 0 0 0,1 0 1 0 0,-1 1-1 0 0,1 6 0 0 0,0 4 196 0 0,-33 308 2427 0 0,-4 49-2271 0 0,33-290-3107 0 0,4-64-1478 0 0,0 0-3410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74 337 1384 0 0,'-47'-16'6580'0'0,"25"8"-2913"0"0,17 6-2179 0 0,9 2-374 0 0,29 4-934 0 0,1-2-1 0 0,0-2 0 0 0,50-5 1 0 0,-56 2-148 0 0,50-2-3 0 0,0-4 0 0 0,0-3 0 0 0,107-32 0 0 0,-163 36-51 0 0,-1 0 0 0 0,0 0-1 0 0,-1-2 1 0 0,0-1 0 0 0,25-17-1 0 0,-36 21 14 0 0,0 0 0 0 0,-1 0-1 0 0,0-1 1 0 0,0 0 0 0 0,-1 0-1 0 0,0-1 1 0 0,-1 0 0 0 0,1 0-1 0 0,-2-1 1 0 0,1 1 0 0 0,-1-1-1 0 0,6-19 1 0 0,-9 26 10 0 0,0 0 2 0 0,-3-18-2 0 0,1 21 0 0 0,0 0 0 0 0,0 0 0 0 0,0-1 0 0 0,0 1 0 0 0,0 0 0 0 0,0-1 0 0 0,0 1 0 0 0,0 0 0 0 0,0-1 0 0 0,0 1 0 0 0,0 0 0 0 0,0 0 0 0 0,0-1 0 0 0,0 1 0 0 0,0 0 0 0 0,0-1 0 0 0,0 1-1 0 0,-1 0 1 0 0,1 0 0 0 0,0-1 0 0 0,0 1 0 0 0,0 0 0 0 0,-1 0 0 0 0,1 0 0 0 0,0-1 0 0 0,0 1 0 0 0,0 0 0 0 0,-1 0 0 0 0,1 0 0 0 0,0-1 0 0 0,0 1 0 0 0,-1 0 0 0 0,1 0 0 0 0,0 0 0 0 0,-1 0 0 0 0,1 0 0 0 0,0 0 0 0 0,0 0-1 0 0,-1 0 1 0 0,1 0 0 0 0,0 0 0 0 0,-1 0 0 0 0,1 0 0 0 0,0 0 0 0 0,-1 0 0 0 0,-15 10 102 0 0,-11 21 108 0 0,-3 22 169 0 0,3 0 0 0 0,2 2 0 0 0,-25 77 0 0 0,-36 179 210 0 0,73-250-570 0 0,-8 27 2147 0 0,21-86-1592 0 0,11-36-34 0 0,2 7-506 0 0,0 2 0 0 0,2 0 0 0 0,1 0 0 0 0,1 2 0 0 0,0 0 0 0 0,2 1-1 0 0,1 0 1 0 0,1 2 0 0 0,25-20 0 0 0,-40 35-57 0 0,0 1-1 0 0,0 0 0 0 0,0 0 0 0 0,1 1 1 0 0,-1-1-1 0 0,1 1 0 0 0,0 1 0 0 0,-1-1 1 0 0,12-1-1 0 0,-16 4 17 0 0,1 0 0 0 0,-1 0 0 0 0,1 0 1 0 0,-1 0-1 0 0,1 0 0 0 0,-1 1 0 0 0,1-1 0 0 0,-1 1 0 0 0,1 0 0 0 0,-1 0 1 0 0,0 0-1 0 0,1 0 0 0 0,-1 0 0 0 0,0 0 0 0 0,0 1 0 0 0,0-1 1 0 0,0 1-1 0 0,0-1 0 0 0,0 1 0 0 0,0 0 0 0 0,-1-1 0 0 0,3 4 1 0 0,2 3 0 0 0,0 0 1 0 0,-1 1-1 0 0,8 16 1 0 0,-4-1 14 0 0,0 0 0 0 0,-2 1 1 0 0,-1 0-1 0 0,-1 1 0 0 0,3 32 0 0 0,8 41-4265 0 0,-5-68 1270 0 0,-2-14-2514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39 260 716 0 0,'1'-10'1377'0'0,"1"-10"1931"0"0,0 0-1 0 0,-2 0 0 0 0,-2-28 0 0 0,2 44-3238 0 0,-3-12 1868 0 0,3 15-1918 0 0,0 1-1 0 0,0 0 0 0 0,0 0 1 0 0,0 0-1 0 0,0-1 0 0 0,-1 1 1 0 0,1 0-1 0 0,0 0 0 0 0,0 0 1 0 0,0-1-1 0 0,-1 1 0 0 0,1 0 0 0 0,0 0 1 0 0,0 0-1 0 0,0 0 0 0 0,-1 0 1 0 0,1 0-1 0 0,0 0 0 0 0,0-1 1 0 0,-1 1-1 0 0,1 0 0 0 0,0 0 1 0 0,0 0-1 0 0,-1 0 0 0 0,1 0 1 0 0,0 0-1 0 0,0 0 0 0 0,-1 0 1 0 0,1 0-1 0 0,0 0 0 0 0,0 0 0 0 0,0 0 1 0 0,-1 1-1 0 0,1-1 0 0 0,0 0 1 0 0,0 0-1 0 0,-1 0 0 0 0,1 0 1 0 0,0 0-1 0 0,0 0 0 0 0,0 0 1 0 0,-1 1-1 0 0,1-1 0 0 0,0 0 1 0 0,0 0-1 0 0,0 0 0 0 0,0 1 0 0 0,-1-1 1 0 0,1 0-1 0 0,0 0 0 0 0,0 0 1 0 0,0 1-1 0 0,0-1 0 0 0,0 0 1 0 0,0 0-1 0 0,-1 1 0 0 0,-1 3 38 0 0,0 0-1 0 0,0 0 1 0 0,1 0 0 0 0,-1 0-1 0 0,1 0 1 0 0,0 0-1 0 0,0 1 1 0 0,0-1-1 0 0,0 9 1 0 0,-1 3 49 0 0,-2 7-5 0 0,0 0 1 0 0,2 0-1 0 0,1 26 0 0 0,1-39-42 0 0,1 1 0 0 0,0-1-1 0 0,0 0 1 0 0,1 0-1 0 0,1 0 1 0 0,-1 0 0 0 0,2 0-1 0 0,-1 0 1 0 0,8 13 0 0 0,-9-20-17 0 0,0 0 0 0 0,0 0 0 0 0,1 0 0 0 0,-1 0 0 0 0,1 0 0 0 0,0-1 0 0 0,0 1 0 0 0,0-1 0 0 0,0 0 0 0 0,0 0 0 0 0,0 0 0 0 0,0 0 0 0 0,1 0 0 0 0,-1-1 0 0 0,5 2 0 0 0,-2-1 1 0 0,-1-1 0 0 0,1 0 0 0 0,0 0 0 0 0,0-1 1 0 0,0 0-1 0 0,0 0 0 0 0,0 0 0 0 0,12-2 0 0 0,-7-1-6 0 0,1 0 0 0 0,-1-1 0 0 0,1 0 0 0 0,-1 0-1 0 0,0-1 1 0 0,-1-1 0 0 0,1 0 0 0 0,-1 0 0 0 0,10-9 0 0 0,-9 5 47 0 0,1-1 0 0 0,-2 0 0 0 0,1-1 0 0 0,-2 0 0 0 0,1-1 0 0 0,-2 0 0 0 0,0-1 0 0 0,0 1 0 0 0,-1-1 0 0 0,-1-1 0 0 0,6-19 0 0 0,-10 26-44 0 0,1-1 0 0 0,-1 0 1 0 0,-1 0-1 0 0,0 1 1 0 0,0-1-1 0 0,-1 0 1 0 0,0 0-1 0 0,0 0 1 0 0,-1 0-1 0 0,0 0 1 0 0,-1 0-1 0 0,0 1 1 0 0,0-1-1 0 0,-1 0 1 0 0,0 1-1 0 0,0 0 0 0 0,-1 0 1 0 0,0 0-1 0 0,-1 0 1 0 0,1 0-1 0 0,-8-7 1 0 0,9 11-53 0 0,-1 1 0 0 0,1-1 0 0 0,-1 1 1 0 0,0 0-1 0 0,1 0 0 0 0,-1 1 0 0 0,-1-1 0 0 0,1 1 0 0 0,0 0 1 0 0,-1 0-1 0 0,1 0 0 0 0,-1 0 0 0 0,0 1 0 0 0,1 0 1 0 0,-1 0-1 0 0,0 0 0 0 0,-5 0 0 0 0,2 1-126 0 0,1 1 0 0 0,-1-1 0 0 0,1 1 0 0 0,-1 1-1 0 0,1-1 1 0 0,0 1 0 0 0,-1 0 0 0 0,1 1 0 0 0,0 0 0 0 0,-10 6-1 0 0,9-4-232 0 0,0 0-1 0 0,0 0 0 0 0,0 1 0 0 0,1 0 1 0 0,0 0-1 0 0,0 1 0 0 0,1 0 0 0 0,-8 11 1 0 0,10-13-36 0 0,1 0 1 0 0,0 1 0 0 0,0-1-1 0 0,1 0 1 0 0,-1 1 0 0 0,1 0 0 0 0,0 0-1 0 0,1-1 1 0 0,0 1 0 0 0,0 0-1 0 0,0 0 1 0 0,0 0 0 0 0,1 7-1 0 0,8 14-4266 0 0,-7-25 4131 0 0,4 11-4286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660 207 1308 0 0,'7'-4'791'0'0,"-1"-1"1"0"0,0 0-1 0 0,0 0 1 0 0,0-1-1 0 0,0 0 0 0 0,-1 0 1 0 0,0 0-1 0 0,-1 0 0 0 0,1-1 1 0 0,3-8-1 0 0,-6 11-429 0 0,0-1-1 0 0,-1 1 1 0 0,0-1 0 0 0,0 0-1 0 0,0 0 1 0 0,0 1 0 0 0,-1-1-1 0 0,1 0 1 0 0,-1 0 0 0 0,0 0-1 0 0,-1 0 1 0 0,1 0 0 0 0,-1 1-1 0 0,0-1 1 0 0,0 0 0 0 0,-1 0-1 0 0,-3-7 1 0 0,4 9-279 0 0,0 0 1 0 0,0 1 0 0 0,0 0-1 0 0,-1-1 1 0 0,1 1 0 0 0,-1 0-1 0 0,1-1 1 0 0,-1 1 0 0 0,0 0-1 0 0,0 0 1 0 0,0 0 0 0 0,0 1-1 0 0,0-1 1 0 0,0 0 0 0 0,-1 1-1 0 0,1-1 1 0 0,-1 1-1 0 0,1 0 1 0 0,-4-1 0 0 0,2 1-50 0 0,0 0 0 0 0,1 1 0 0 0,-1 0 0 0 0,0 0 0 0 0,1 0 1 0 0,-1 0-1 0 0,1 1 0 0 0,-1-1 0 0 0,0 1 0 0 0,1 0 0 0 0,-1 0 0 0 0,-6 3 1 0 0,-2 2-25 0 0,0 1-1 0 0,1 0 1 0 0,-1 1 0 0 0,1 0 0 0 0,1 1 0 0 0,-16 15 0 0 0,9-6 7 0 0,2 1-1 0 0,0 0 1 0 0,0 1-1 0 0,-12 26 1 0 0,20-33-13 0 0,0 0 0 0 0,1 1 0 0 0,1 0 0 0 0,1 0 0 0 0,0 0 0 0 0,0 1 0 0 0,2-1 0 0 0,-2 17 0 0 0,4-25 3 0 0,0-1-1 0 0,0 1 0 0 0,1 0 1 0 0,-1-1-1 0 0,1 1 1 0 0,1-1-1 0 0,-1 1 0 0 0,3 5 1 0 0,-3-9-3 0 0,0 1 0 0 0,0-1 0 0 0,1 1 1 0 0,-1-1-1 0 0,1 0 0 0 0,0 1 0 0 0,-1-1 0 0 0,1 0 1 0 0,0 0-1 0 0,0 0 0 0 0,0 0 0 0 0,1 0 1 0 0,-1-1-1 0 0,0 1 0 0 0,1-1 0 0 0,-1 0 1 0 0,5 3-1 0 0,9-2-4 0 0,-12-2 0 0 0,1 0 0 0 0,-1-1-1 0 0,1 0 1 0 0,-1 0 0 0 0,1 0-1 0 0,-1 0 1 0 0,0 0 0 0 0,0-1-1 0 0,1 0 1 0 0,-1 0 0 0 0,6-5-1 0 0,-3 2 1 0 0,0 0 0 0 0,0-1 0 0 0,-1 0-1 0 0,0-1 1 0 0,9-11 0 0 0,1-6-7 0 0,-2-1 0 0 0,21-45 0 0 0,-30 60 3 0 0,55-133 1309 0 0,-59 142-1309 0 0,0 8 3 0 0,-1 1 0 0 0,0-1 0 0 0,0 1 0 0 0,0-1 0 0 0,-1 1 0 0 0,0-1 1 0 0,-3 10-1 0 0,0 9 7 0 0,-11 91 28 0 0,-45 388 571 0 0,51-406-283 0 0,-27 198 393 0 0,26-239-257 0 0,-2-1 1 0 0,-4 0 0 0 0,-22 57-1 0 0,30-94-96 0 0,-1 0 0 0 0,-1-1 1 0 0,0-1-1 0 0,-1 1 0 0 0,-1-2 0 0 0,-24 28 0 0 0,31-40-275 0 0,1 0 0 0 0,-1 0 0 0 0,-1-1 0 0 0,1 0 0 0 0,-1 0-1 0 0,0 0 1 0 0,0 0 0 0 0,0-1 0 0 0,0 0 0 0 0,0-1 0 0 0,-1 1 0 0 0,1-1 0 0 0,-1 0 0 0 0,0-1 0 0 0,0 0 0 0 0,0 0 0 0 0,1 0-1 0 0,-1-1 1 0 0,0 0 0 0 0,0 0 0 0 0,0-1 0 0 0,0 1 0 0 0,0-2 0 0 0,-8-2 0 0 0,3 1-45 0 0,0-1 1 0 0,1-1 0 0 0,0 0-1 0 0,0-1 1 0 0,0 0-1 0 0,1-1 1 0 0,0 0-1 0 0,0 0 1 0 0,1-1-1 0 0,-17-18 1 0 0,16 13-15 0 0,0 0 0 0 0,0-1 0 0 0,1 0 0 0 0,1-1 0 0 0,0 0 0 0 0,1 0 0 0 0,-7-23 0 0 0,7 12-8 0 0,1 0-1 0 0,1 0 1 0 0,1-1 0 0 0,1 0-1 0 0,1 1 1 0 0,2-1 0 0 0,0 0-1 0 0,2 0 1 0 0,10-50 0 0 0,-3 44-338 0 0,1 1 0 0 0,1 0 1 0 0,2 1-1 0 0,2 0 0 0 0,0 1 1 0 0,2 1-1 0 0,1 0 0 0 0,1 1 0 0 0,2 1 1 0 0,42-42-1 0 0,-13 21-2432 0 0,3 3 1 0 0,1 2-1 0 0,3 3 0 0 0,77-43 0 0 0,-68 46-2690 0 0,-35 18 1189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112 358 592 0 0,'4'-7'1074'0'0,"-1"-1"0"0"0,0 0-1 0 0,0 1 1 0 0,-1-1 0 0 0,0 0 0 0 0,0 0-1 0 0,-1-1 1 0 0,0 1 0 0 0,-1 0 0 0 0,1 0-1 0 0,-2-1 1 0 0,1 1 0 0 0,-4-15 0 0 0,4 22-849 0 0,0-2 60 0 0,0 0 0 0 0,-1 0-1 0 0,1 0 1 0 0,-1 0 0 0 0,0 0 0 0 0,0 0 0 0 0,0 1 0 0 0,0-1 0 0 0,0 0-1 0 0,0 1 1 0 0,-1-1 0 0 0,0 0 0 0 0,-1-2 0 0 0,1 6-258 0 0,0-1 0 0 0,1 1 0 0 0,-1-1 0 0 0,1 1-1 0 0,-1 0 1 0 0,1 0 0 0 0,-1 0 0 0 0,1 0 0 0 0,0 0 0 0 0,-1 0 0 0 0,1 0 0 0 0,0 0 0 0 0,-2 2 0 0 0,2-2 9 0 0,-7 7 9 0 0,0 2 1 0 0,0-1-1 0 0,1 1 1 0 0,0 0-1 0 0,0 0 1 0 0,1 1-1 0 0,1 0 1 0 0,0 0-1 0 0,0 0 1 0 0,-5 23-1 0 0,6-16-19 0 0,0 0-1 0 0,1 0 1 0 0,1 0-1 0 0,1 0 0 0 0,1 1 1 0 0,3 29-1 0 0,-3-43-11 0 0,1 1 0 0 0,0 0-1 0 0,0-1 1 0 0,1 0 0 0 0,0 1 0 0 0,0-1-1 0 0,0 0 1 0 0,0 0 0 0 0,1 0 0 0 0,0 0-1 0 0,0 0 1 0 0,0-1 0 0 0,1 0-1 0 0,0 1 1 0 0,-1-1 0 0 0,1 0 0 0 0,1-1-1 0 0,5 6 1 0 0,-4-6-1 0 0,-1-1 0 0 0,0 1 0 0 0,1-1 0 0 0,-1 0-1 0 0,1 0 1 0 0,-1-1 0 0 0,1 0 0 0 0,0 0 0 0 0,0 0 0 0 0,0 0-1 0 0,0-1 1 0 0,0 0 0 0 0,-1-1 0 0 0,1 1 0 0 0,0-1 0 0 0,0 0-1 0 0,8-3 1 0 0,0-1-10 0 0,1 0-1 0 0,-1-2 1 0 0,0 1-1 0 0,-1-2 1 0 0,0 0 0 0 0,0-1-1 0 0,-1 0 1 0 0,0-1-1 0 0,0 0 1 0 0,-1 0-1 0 0,0-2 1 0 0,-1 1-1 0 0,-1-1 1 0 0,0-1-1 0 0,0 0 1 0 0,7-16-1 0 0,-6 12 7 0 0,-2-1 0 0 0,0-1 0 0 0,-1 1 0 0 0,-1-1 0 0 0,0 0 0 0 0,-2 0 0 0 0,0-1 0 0 0,-1 0-1 0 0,-1 1 1 0 0,-1-1 0 0 0,-1 0 0 0 0,-3-23 0 0 0,2 32-10 0 0,-1 0 0 0 0,0 0 0 0 0,-1 0 0 0 0,-1 0 0 0 0,0 0 0 0 0,0 1 0 0 0,-1 0 0 0 0,-10-17 0 0 0,13 23-8 0 0,-1 1 0 0 0,1 0 0 0 0,0 0 0 0 0,-1 1 0 0 0,0-1-1 0 0,1 1 1 0 0,-1-1 0 0 0,0 1 0 0 0,0 0 0 0 0,-1 0 0 0 0,1 0 0 0 0,0 0 0 0 0,-1 1 0 0 0,1-1 0 0 0,-1 1 0 0 0,1 0 0 0 0,-1 0 0 0 0,0 0-1 0 0,1 1 1 0 0,-1-1 0 0 0,0 1 0 0 0,0 0 0 0 0,1 0 0 0 0,-1 0 0 0 0,0 0 0 0 0,0 1 0 0 0,1 0 0 0 0,-1-1 0 0 0,-4 3 0 0 0,-6 2-11 0 0,1 1 0 0 0,0 1 1 0 0,0 0-1 0 0,1 0 1 0 0,0 1-1 0 0,0 1 0 0 0,1 0 1 0 0,0 0-1 0 0,1 1 0 0 0,0 1 1 0 0,-13 17-1 0 0,9-9 13 0 0,1 1-1 0 0,0 0 1 0 0,1 1-1 0 0,2 0 1 0 0,0 1-1 0 0,-8 26 1 0 0,15-37 17 0 0,0-1 0 0 0,1 1 1 0 0,0 0-1 0 0,0 0 0 0 0,2 0 1 0 0,-1 0-1 0 0,1-1 0 0 0,3 22 1 0 0,-2-27-33 0 0,0-1 0 0 0,0 1 0 0 0,0-1 0 0 0,1 1 1 0 0,0-1-1 0 0,0 0 0 0 0,0 1 0 0 0,0-1 0 0 0,1 0 0 0 0,-1 0 0 0 0,1-1 1 0 0,0 1-1 0 0,0-1 0 0 0,1 1 0 0 0,-1-1 0 0 0,1 0 0 0 0,-1 0 0 0 0,1 0 1 0 0,0-1-1 0 0,0 1 0 0 0,0-1 0 0 0,9 3 0 0 0,-2-2-236 0 0,-1-1 0 0 0,1 0-1 0 0,-1 0 1 0 0,1-1 0 0 0,0-1-1 0 0,0 1 1 0 0,-1-2 0 0 0,1 0 0 0 0,0 0-1 0 0,-1-1 1 0 0,1 0 0 0 0,-1-1-1 0 0,0 0 1 0 0,17-8 0 0 0,-2 0-177 0 0,0-1 0 0 0,-1-2 0 0 0,-1 0 0 0 0,35-28 0 0 0,-34 19 506 0 0,-1 0 0 0 0,-1-2 0 0 0,0 0-1 0 0,32-53 1 0 0,-3 5 1340 0 0,-51 73-1410 0 0,1-1 0 0 0,-1 1 0 0 0,0-1 0 0 0,0 1 0 0 0,1-1 0 0 0,-1 1 0 0 0,0 0 0 0 0,1-1 0 0 0,-1 1 0 0 0,1 0 0 0 0,-1-1 0 0 0,0 1-1 0 0,1 0 1 0 0,-1 0 0 0 0,1-1 0 0 0,-1 1 0 0 0,1 0 0 0 0,-1 0 0 0 0,0 0 0 0 0,1-1 0 0 0,-1 1 0 0 0,1 0 0 0 0,-1 0 0 0 0,1 0 0 0 0,-1 0-1 0 0,1 0 1 0 0,-1 0 0 0 0,1 0 0 0 0,-1 0 0 0 0,1 0 0 0 0,0 1 0 0 0,0-1 1 0 0,0 1-1 0 0,0 0 1 0 0,0 0-1 0 0,0-1 1 0 0,0 1 0 0 0,-1 0-1 0 0,1 0 1 0 0,0 0-1 0 0,0 0 1 0 0,-1 0 0 0 0,1 0-1 0 0,0 2 1 0 0,10 33 64 0 0,-7 6-35 0 0,-1 0 0 0 0,-5 76-1 0 0,-4 4 1574 0 0,6-121-1028 0 0,5-23-304 0 0,3-2-273 0 0,1 1 1 0 0,2-1-1 0 0,0 2 1 0 0,1 0-1 0 0,1 0 1 0 0,1 1-1 0 0,1 1 1 0 0,1 0-1 0 0,1 1 1 0 0,0 1-1 0 0,1 0 1 0 0,26-18-1 0 0,-39 33-11 0 0,-1 0 0 0 0,1 0 0 0 0,0 0 0 0 0,0 1 0 0 0,1 0 1 0 0,-1 0-1 0 0,0 0 0 0 0,1 0 0 0 0,-1 1 0 0 0,1 0 0 0 0,0 0 0 0 0,-1 1 0 0 0,1 0 0 0 0,10 0 0 0 0,-12 1 8 0 0,0 0-1 0 0,0 0 1 0 0,0 0-1 0 0,0 0 1 0 0,-1 0 0 0 0,1 1-1 0 0,0 0 1 0 0,-1 0-1 0 0,1 0 1 0 0,-1 0-1 0 0,0 0 1 0 0,0 1-1 0 0,0-1 1 0 0,0 1 0 0 0,0 0-1 0 0,0 0 1 0 0,-1 0-1 0 0,1 0 1 0 0,-1 1-1 0 0,0-1 1 0 0,3 7-1 0 0,-1 0 28 0 0,-1-1-1 0 0,1 1 1 0 0,-2-1-1 0 0,1 1 1 0 0,-1 0-1 0 0,-1 0 1 0 0,0 0-1 0 0,-1 0 1 0 0,1 0-1 0 0,-3 16 1 0 0,-3 5-519 0 0,-1 1 1 0 0,-10 29-1 0 0,-1 6-4803 0 0,14-52 1350 0 0,2-4-1854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310 802 2300 0 0,'2'-7'1181'0'0,"0"-1"0"0"0,-1 0 0 0 0,0 1 0 0 0,-1-1 0 0 0,0 0-1 0 0,0 0 1 0 0,-1 1 0 0 0,1-1 0 0 0,-2 0 0 0 0,1 1 0 0 0,-1-1 0 0 0,-4-9 0 0 0,6 16-1123 0 0,-1 1 0 0 0,1-1 0 0 0,-1 0 0 0 0,0 0 0 0 0,1 1 0 0 0,-1-1 0 0 0,0 0 0 0 0,0 1 0 0 0,1-1 0 0 0,-1 1 0 0 0,0-1 0 0 0,0 1 0 0 0,0-1 0 0 0,0 1 0 0 0,0-1 0 0 0,0 1 0 0 0,0 0 0 0 0,0 0 0 0 0,0 0 0 0 0,0-1 0 0 0,0 1 0 0 0,-1 0 0 0 0,-22 2 303 0 0,16 1-304 0 0,0 0 0 0 0,0 0 0 0 0,1 1 0 0 0,0 0 0 0 0,-1 0-1 0 0,2 0 1 0 0,-1 1 0 0 0,0 1 0 0 0,-7 7 0 0 0,-2 4 10 0 0,0 0-1 0 0,-14 22 1 0 0,9-10-5 0 0,2 0 1 0 0,-24 51-1 0 0,37-67-45 0 0,0 0 0 0 0,1 1 0 0 0,1-1 0 0 0,0 1-1 0 0,1 1 1 0 0,0-1 0 0 0,1 0 0 0 0,1 1-1 0 0,1 14 1 0 0,-1-27-14 0 0,1 0-1 0 0,0 0 1 0 0,1 0 0 0 0,-1 0-1 0 0,0 0 1 0 0,0 0 0 0 0,1 0-1 0 0,-1 0 1 0 0,1 0-1 0 0,0-1 1 0 0,0 1 0 0 0,0 0-1 0 0,-1 0 1 0 0,2 0-1 0 0,-1-1 1 0 0,0 1 0 0 0,0-1-1 0 0,0 1 1 0 0,1-1 0 0 0,-1 1-1 0 0,1-1 1 0 0,-1 0-1 0 0,1 1 1 0 0,0-1 0 0 0,-1 0-1 0 0,1 0 1 0 0,0 0-1 0 0,0-1 1 0 0,0 1 0 0 0,-1 0-1 0 0,1-1 1 0 0,0 1 0 0 0,0-1-1 0 0,0 0 1 0 0,0 1-1 0 0,0-1 1 0 0,0 0 0 0 0,0 0-1 0 0,3-1 1 0 0,2 1-2 0 0,0-2-1 0 0,0 1 1 0 0,-1-1 0 0 0,1 0-1 0 0,0 0 1 0 0,-1-1 0 0 0,1 0-1 0 0,-1 0 1 0 0,12-8 0 0 0,1-4-20 0 0,0-1 1 0 0,-1-1 0 0 0,-1-1-1 0 0,0 0 1 0 0,-2-1 0 0 0,25-39 0 0 0,62-136 12 0 0,-79 144-149 0 0,-22 48 118 0 0,-2 4-33 0 0,-9 18 83 0 0,1 0 0 0 0,1 1 0 0 0,1 0-1 0 0,0 1 1 0 0,2 0 0 0 0,1 0 0 0 0,0 0 0 0 0,2 0-1 0 0,0 36 1 0 0,2-51 12 0 0,1 0-1 0 0,-1 1 1 0 0,1-1-1 0 0,1 0 1 0 0,-1 0 0 0 0,1 0-1 0 0,1 0 1 0 0,-1 0-1 0 0,7 11 1 0 0,-6-15-12 0 0,-1 1 0 0 0,0-2 0 0 0,1 1 0 0 0,0 0-1 0 0,0 0 1 0 0,0-1 0 0 0,0 1 0 0 0,0-1 0 0 0,0 0 0 0 0,0 0 0 0 0,1 0 0 0 0,-1-1 0 0 0,1 1 0 0 0,0-1-1 0 0,-1 0 1 0 0,1 0 0 0 0,0 0 0 0 0,0 0 0 0 0,-1-1 0 0 0,6 1 0 0 0,8-1 0 0 0,1-1 1 0 0,-1 0 0 0 0,1-1-1 0 0,-1-1 1 0 0,0-1-1 0 0,0 0 1 0 0,0-1-1 0 0,-1-1 1 0 0,1 0-1 0 0,-1-1 1 0 0,-1-1 0 0 0,1-1-1 0 0,18-14 1 0 0,5-5-14 0 0,-1-3 1 0 0,-1-1 0 0 0,50-57 0 0 0,-43 38-9 0 0,-2-1 1 0 0,-3-2 0 0 0,56-101 0 0 0,-73 113 27 0 0,-3-1 1 0 0,-1-1 0 0 0,-2 0-1 0 0,-2-1 1 0 0,-2-1 0 0 0,6-51 0 0 0,-18 97-20 0 0,6-69 242 0 0,-5 62-219 0 0,-1 1 0 0 0,-1 0 0 0 0,1-1 0 0 0,-1 1 1 0 0,0-1-1 0 0,-1 1 0 0 0,0 0 0 0 0,-3-9 0 0 0,4 14-23 0 0,1-1 1 0 0,-1 1 0 0 0,0 0-1 0 0,1 0 1 0 0,-1 0-1 0 0,0 0 1 0 0,0 0-1 0 0,0 0 1 0 0,0 1-1 0 0,0-1 1 0 0,0 0-1 0 0,0 0 1 0 0,0 1-1 0 0,0-1 1 0 0,-1 1-1 0 0,1-1 1 0 0,0 1-1 0 0,0-1 1 0 0,-1 1-1 0 0,1 0 1 0 0,0-1-1 0 0,0 1 1 0 0,-1 0-1 0 0,1 0 1 0 0,0 0-1 0 0,-1 0 1 0 0,1 0-1 0 0,0 0 1 0 0,0 0-1 0 0,-1 1 1 0 0,1-1-1 0 0,0 0 1 0 0,0 1-1 0 0,-1-1 1 0 0,1 1-1 0 0,0-1 1 0 0,0 1-1 0 0,0 0 1 0 0,-1 0-1 0 0,-6 4 3 0 0,0 0-1 0 0,0 0 0 0 0,1 1 1 0 0,-7 7-1 0 0,13-12-3 0 0,-19 19 0 0 0,0 0 0 0 0,2 2 0 0 0,1 0 0 0 0,0 1 0 0 0,2 1 0 0 0,-14 28-1 0 0,5-1-23 0 0,2 0 0 0 0,-17 62-1 0 0,28-74 60 0 0,1 1-1 0 0,2 1 0 0 0,-4 70 0 0 0,11-86 17 0 0,1-1 0 0 0,1 0 0 0 0,1 0 0 0 0,1 0 0 0 0,2 0 0 0 0,0-1-1 0 0,15 41 1 0 0,-17-55-155 0 0,2-1-1 0 0,-1 0 1 0 0,1 0-1 0 0,0-1 0 0 0,0 1 1 0 0,1-1-1 0 0,0 0 1 0 0,0-1-1 0 0,1 0 1 0 0,-1 0-1 0 0,2 0 0 0 0,-1 0 1 0 0,1-1-1 0 0,7 4 1 0 0,-4-4-790 0 0,1 1 0 0 0,-1-2 0 0 0,24 7 0 0 0,-21-8-1463 0 0,1-1 0 0 0,29 2 0 0 0,-3-4-5173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2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34 692 720 0 0,'-7'-13'2629'0'0,"1"0"0"0"0,1 0 0 0 0,-6-18 0 0 0,11 30-2219 0 0,0 1-405 0 0,0 0 1 0 0,0 0-1 0 0,0-1 1 0 0,0 1-1 0 0,0 0 1 0 0,0 0-1 0 0,0 0 1 0 0,0 0-1 0 0,0-1 1 0 0,0 1-1 0 0,0 0 1 0 0,0 0-1 0 0,0 0 1 0 0,0 0-1 0 0,0 0 1 0 0,1-1-1 0 0,-1 1 1 0 0,0 0 0 0 0,0 0-1 0 0,0 0 1 0 0,0 0-1 0 0,0 0 1 0 0,0 0-1 0 0,0 0 1 0 0,1-1-1 0 0,-1 1 1 0 0,0 0-1 0 0,0 0 1 0 0,0 0-1 0 0,0 0 1 0 0,0 0-1 0 0,1 0 1 0 0,-1 0-1 0 0,0 0 1 0 0,0 0-1 0 0,0 0 1 0 0,0 0-1 0 0,0 0 1 0 0,1 0-1 0 0,-1 0 1 0 0,0 0-1 0 0,0 0 1 0 0,10 3 133 0 0,6 9 26 0 0,-9-2-133 0 0,0 0 1 0 0,0 1-1 0 0,-1 0 0 0 0,0 0 0 0 0,-1 0 1 0 0,-1 1-1 0 0,0 0 0 0 0,0-1 1 0 0,-1 2-1 0 0,0-1 0 0 0,-1 0 0 0 0,-1 1 1 0 0,0-1-1 0 0,-1 14 0 0 0,-1-9 326 0 0,0 0 0 0 0,-2 0-1 0 0,0 0 1 0 0,-1-1 0 0 0,0 1-1 0 0,-1-1 1 0 0,-1 0 0 0 0,-1-1-1 0 0,-14 26 1 0 0,20-40-298 0 0,1 0 1 0 0,-1 0-1 0 0,1 0 0 0 0,-1-1 0 0 0,1 1 1 0 0,-1 0-1 0 0,0 0 0 0 0,1 0 0 0 0,-1-1 1 0 0,0 1-1 0 0,0 0 0 0 0,0-1 0 0 0,1 1 1 0 0,-1-1-1 0 0,0 1 0 0 0,0-1 0 0 0,0 1 1 0 0,-2 0-1 0 0,3-1-39 0 0,-1 0 0 0 0,0-1 1 0 0,1 1-1 0 0,-1 0 1 0 0,1 0-1 0 0,-1 0 0 0 0,0 0 1 0 0,1-1-1 0 0,-1 1 0 0 0,1 0 1 0 0,-1 0-1 0 0,1-1 1 0 0,-1 1-1 0 0,1 0 0 0 0,-1-1 1 0 0,1 1-1 0 0,-1-1 0 0 0,1 1 1 0 0,-1-1-1 0 0,1 1 0 0 0,0-1 1 0 0,-1 0-1 0 0,-1-2 8 0 0,1 0-1 0 0,-1 0 1 0 0,1 0-1 0 0,0 0 1 0 0,-1-1-1 0 0,1 1 1 0 0,1-1-1 0 0,-2-6 1 0 0,2-1-10 0 0,1-1 0 0 0,0 1 0 0 0,0 0 1 0 0,1-1-1 0 0,1 1 0 0 0,0 0 0 0 0,8-20 0 0 0,0 7-19 0 0,1 1 0 0 0,20-31 0 0 0,-25 44-8 0 0,0-1 0 0 0,2 2 0 0 0,-1-1 0 0 0,1 1 1 0 0,0 0-1 0 0,1 1 0 0 0,0 0 0 0 0,0 1 0 0 0,1 0 1 0 0,0 0-1 0 0,0 1 0 0 0,1 1 0 0 0,19-7 0 0 0,-23 9 4 0 0,0 1 1 0 0,0 1-1 0 0,0-1 0 0 0,0 1 0 0 0,0 1 0 0 0,0-1 0 0 0,0 1 0 0 0,1 1 0 0 0,-1-1 0 0 0,0 2 0 0 0,0-1 0 0 0,0 1 0 0 0,0 0 0 0 0,-1 0 0 0 0,1 1 0 0 0,-1 0 0 0 0,1 1 0 0 0,-1 0 0 0 0,0 0 1 0 0,0 0-1 0 0,0 1 0 0 0,7 7 0 0 0,-7-6 2 0 0,-1 0 1 0 0,0 1 0 0 0,0 0-1 0 0,-1 0 1 0 0,0 1-1 0 0,0-1 1 0 0,-1 1 0 0 0,1 0-1 0 0,-2 1 1 0 0,1-1-1 0 0,-1 0 1 0 0,-1 1 0 0 0,0 0-1 0 0,0 0 1 0 0,0 0 0 0 0,-1 0-1 0 0,0 10 1 0 0,-1-5 21 0 0,-1-1 1 0 0,-1 1 0 0 0,0-1-1 0 0,0 1 1 0 0,-2-1-1 0 0,1 0 1 0 0,-2 0-1 0 0,0-1 1 0 0,0 1-1 0 0,-12 18 1 0 0,16-30-15 0 0,1 0 1 0 0,-1 0-1 0 0,1 0 1 0 0,-1 0-1 0 0,1 0 1 0 0,-1 0-1 0 0,0-1 1 0 0,1 1-1 0 0,-1 0 1 0 0,0 0-1 0 0,0-1 1 0 0,0 1-1 0 0,1-1 1 0 0,-1 1-1 0 0,0-1 1 0 0,0 1-1 0 0,-2 0 1 0 0,3-1-4 0 0,-1 0 0 0 0,1 0 0 0 0,-1 0 0 0 0,1 0 0 0 0,-1 0 0 0 0,0 0 0 0 0,1-1 0 0 0,-1 1 0 0 0,1 0 0 0 0,-1 0 0 0 0,1 0 0 0 0,0-1 1 0 0,-1 1-1 0 0,1 0 0 0 0,-1-1 0 0 0,1 1 0 0 0,-1 0 0 0 0,1-1 0 0 0,0 1 0 0 0,-1 0 0 0 0,1-1 0 0 0,0 1 0 0 0,-1-2 0 0 0,0 0 1 0 0,0 0 0 0 0,-1 0 0 0 0,2-1-1 0 0,-1 1 1 0 0,0 0 0 0 0,0-1 0 0 0,1 1-1 0 0,-1-1 1 0 0,1 1 0 0 0,0-1 0 0 0,0-4-1 0 0,3-11-7 0 0,1 0-1 0 0,0-1 1 0 0,2 2 0 0 0,0-1-1 0 0,1 1 1 0 0,1-1-1 0 0,0 2 1 0 0,1-1-1 0 0,1 2 1 0 0,18-23-1 0 0,-19 26-8 0 0,2 0 0 0 0,-1 1 0 0 0,1 0 1 0 0,1 1-1 0 0,0 0 0 0 0,1 1 0 0 0,0 0 0 0 0,0 1 0 0 0,0 0 0 0 0,1 1 0 0 0,0 1 0 0 0,30-9 0 0 0,-40 14 10 0 0,0 0 0 0 0,0 1 0 0 0,0-1 0 0 0,1 1 1 0 0,-1 1-1 0 0,0-1 0 0 0,0 0 0 0 0,0 1 0 0 0,0 0 0 0 0,0 0 0 0 0,0 0 0 0 0,0 0 0 0 0,0 1 0 0 0,0 0 1 0 0,0-1-1 0 0,-1 1 0 0 0,1 1 0 0 0,-1-1 0 0 0,1 0 0 0 0,-1 1 0 0 0,0 0 0 0 0,0 0 0 0 0,0 0 0 0 0,0 0 1 0 0,-1 0-1 0 0,1 1 0 0 0,-1-1 0 0 0,0 1 0 0 0,0-1 0 0 0,0 1 0 0 0,0 0 0 0 0,-1 0 0 0 0,1 0 1 0 0,0 6-1 0 0,1 2 12 0 0,-1 1 1 0 0,0-1-1 0 0,-1 1 1 0 0,0-1 0 0 0,-1 1-1 0 0,-2 18 1 0 0,-17 76 95 0 0,1-11-653 0 0,17-93 363 0 0,1 0 0 0 0,0 1 0 0 0,0-1 0 0 0,0 0 0 0 0,0 1 0 0 0,0-1 0 0 0,1 0-1 0 0,0 1 1 0 0,-1-1 0 0 0,1 0 0 0 0,0 0 0 0 0,1 1 0 0 0,-1-1 0 0 0,2 3 0 0 0,-1-4 16 0 0,-1 0 0 0 0,1-1 0 0 0,-1 1-1 0 0,1-1 1 0 0,0 1 0 0 0,-1-1 0 0 0,1 0-1 0 0,0 1 1 0 0,0-1 0 0 0,0 0 0 0 0,0 0-1 0 0,0 0 1 0 0,0-1 0 0 0,0 1 0 0 0,1 0-1 0 0,-1-1 1 0 0,0 0 0 0 0,0 1 0 0 0,0-1-1 0 0,1 0 1 0 0,-1 0 0 0 0,3-1 0 0 0,18-1-572 0 0,0-1 0 0 0,0-1 1 0 0,-1-1-1 0 0,1-1 1 0 0,-1-1-1 0 0,21-10 0 0 0,-9 1 761 0 0,0-1 0 0 0,60-41 0 0 0,-79 46 400 0 0,-1 0 1 0 0,1 0-1 0 0,-2-2 0 0 0,0 1 1 0 0,-1-2-1 0 0,12-17 0 0 0,-19 25-77 0 0,0 0-1 0 0,-1 0 1 0 0,0-1-1 0 0,0 0 1 0 0,-1 1-1 0 0,0-1 1 0 0,0-1-1 0 0,-1 1 1 0 0,0 0-1 0 0,0-1 1 0 0,-1 1-1 0 0,0-1 1 0 0,-1 1-1 0 0,0-1 1 0 0,-1-15-1 0 0,0 22-283 0 0,1-1 0 0 0,-1 1-1 0 0,1-1 1 0 0,-1 1-1 0 0,0-1 1 0 0,0 1-1 0 0,0 0 1 0 0,0-1 0 0 0,-1 1-1 0 0,1 0 1 0 0,0 0-1 0 0,-1 0 1 0 0,0 0 0 0 0,1 0-1 0 0,-1 0 1 0 0,0 0-1 0 0,0 1 1 0 0,0-1 0 0 0,0 1-1 0 0,0-1 1 0 0,0 1-1 0 0,-1 0 1 0 0,1 0-1 0 0,0 0 1 0 0,-1 0 0 0 0,1 0-1 0 0,-1 0 1 0 0,1 1-1 0 0,-1-1 1 0 0,1 1 0 0 0,-5 0-1 0 0,-5 1-25 0 0,0 1-1 0 0,1 1 1 0 0,-1 0-1 0 0,1 1 1 0 0,0 0 0 0 0,0 0-1 0 0,0 1 1 0 0,1 1-1 0 0,-1 0 1 0 0,1 0 0 0 0,1 1-1 0 0,-1 1 1 0 0,-7 7-1 0 0,1 0-20 0 0,2 0-1 0 0,0 0 0 0 0,0 1 1 0 0,2 1-1 0 0,0 0 0 0 0,-18 36 1 0 0,26-44-6 0 0,0 1 0 0 0,0 0 0 0 0,1 0 0 0 0,0 0 0 0 0,1 1 0 0 0,0-1 0 0 0,1 0 0 0 0,0 1 1 0 0,0 17-1 0 0,2-25-2 0 0,-1 1 0 0 0,0 0 0 0 0,1-1 1 0 0,0 1-1 0 0,0-1 0 0 0,0 1 0 0 0,0-1 1 0 0,0 1-1 0 0,1-1 0 0 0,0 0 1 0 0,-1 1-1 0 0,1-1 0 0 0,0 0 0 0 0,1 0 1 0 0,-1-1-1 0 0,1 1 0 0 0,-1 0 0 0 0,1-1 1 0 0,0 1-1 0 0,0-1 0 0 0,0 0 1 0 0,0 0-1 0 0,0 0 0 0 0,0 0 0 0 0,0-1 1 0 0,1 1-1 0 0,-1-1 0 0 0,1 0 0 0 0,-1 0 1 0 0,7 1-1 0 0,-4-1-5 0 0,0-1 0 0 0,-1 1 0 0 0,1-1 0 0 0,-1 0-1 0 0,1-1 1 0 0,0 1 0 0 0,-1-1 0 0 0,1 0 0 0 0,-1 0 0 0 0,1-1 0 0 0,-1 0 0 0 0,0 0 0 0 0,6-3 0 0 0,-3 1-2 0 0,0-1 1 0 0,-1 0 0 0 0,1-1-1 0 0,-1 1 1 0 0,-1-2-1 0 0,1 1 1 0 0,8-11-1 0 0,-1-3 8 0 0,0-1-1 0 0,-1-1 0 0 0,-1 0 0 0 0,18-46 0 0 0,10-56 1217 0 0,-39 122-1213 0 0,-14 27-16 0 0,0 9 3 0 0,3 0 0 0 0,-12 59 0 0 0,19-72 25 0 0,0 0 0 0 0,2 0 1 0 0,0 1-1 0 0,2-1 1 0 0,5 40-1 0 0,-6-59-11 0 0,0 1-1 0 0,1 0 1 0 0,-1-1-1 0 0,1 1 1 0 0,0-1-1 0 0,0 1 1 0 0,0-1-1 0 0,0 1 1 0 0,0-1 0 0 0,0 0-1 0 0,1 0 1 0 0,-1 1-1 0 0,1-1 1 0 0,-1 0-1 0 0,1 0 1 0 0,0 0-1 0 0,0-1 1 0 0,0 1 0 0 0,0 0-1 0 0,0-1 1 0 0,0 1-1 0 0,1-1 1 0 0,-1 0-1 0 0,0 1 1 0 0,1-1-1 0 0,-1 0 1 0 0,1-1-1 0 0,-1 1 1 0 0,1 0 0 0 0,-1-1-1 0 0,1 1 1 0 0,0-1-1 0 0,-1 0 1 0 0,1 0-1 0 0,0 0 1 0 0,-1 0-1 0 0,1-1 1 0 0,4 0 0 0 0,2-1-7 0 0,0-1 1 0 0,0 0-1 0 0,-1 0 1 0 0,1-1-1 0 0,-1 0 1 0 0,0 0 0 0 0,0-1-1 0 0,0 0 1 0 0,-1-1-1 0 0,9-7 1 0 0,8-12-84 0 0,-1 0 0 0 0,-1-1 1 0 0,-2-2-1 0 0,-1 0 0 0 0,31-60 0 0 0,-16 15-242 0 0,34-107-1 0 0,-42 98 384 0 0,-3-1 1 0 0,-5-1-1 0 0,16-161 1 0 0,-30 211 305 0 0,-2 21-218 0 0,-1 0 1 0 0,0 0-1 0 0,-1-25 0 0 0,-4 31-138 0 0,0 9-6 0 0,-4 8-2 0 0,8-9-2 0 0,-14 28 6 0 0,0 1 0 0 0,2 0 0 0 0,-13 47 0 0 0,-15 99 71 0 0,36-153-55 0 0,-46 261 159 0 0,39-192-92 0 0,0 104 1 0 0,11-180-64 0 0,1-1-1 0 0,0 0 1 0 0,1 1-1 0 0,0-1 1 0 0,1 0-1 0 0,1 0 1 0 0,10 26-1 0 0,-12-37-15 0 0,0 0 0 0 0,0 0 0 0 0,0 0-1 0 0,1-1 1 0 0,-1 1 0 0 0,1-1 0 0 0,0 1-1 0 0,0-1 1 0 0,0 0 0 0 0,1 0 0 0 0,-1 0-1 0 0,1 0 1 0 0,-1-1 0 0 0,1 1 0 0 0,0-1-1 0 0,0 0 1 0 0,0 0 0 0 0,0-1 0 0 0,0 1-1 0 0,1-1 1 0 0,-1 0 0 0 0,0 0 0 0 0,1 0 0 0 0,-1-1-1 0 0,1 1 1 0 0,-1-1 0 0 0,0 0 0 0 0,1 0-1 0 0,-1-1 1 0 0,9-1 0 0 0,1-1-4 0 0,-2-1-1 0 0,1-1 1 0 0,0 0 0 0 0,-1 0 0 0 0,0-2-1 0 0,0 1 1 0 0,-1-1 0 0 0,1-1 0 0 0,-2 0-1 0 0,1-1 1 0 0,18-19 0 0 0,-7 3-17 0 0,-1 0 0 0 0,0-2 0 0 0,27-49 0 0 0,-36 53 26 0 0,0 0 1 0 0,-1-1-1 0 0,-2 0 0 0 0,0-1 1 0 0,8-42-1 0 0,-14 48 96 0 0,0 1 0 0 0,-1-1 0 0 0,-2 1 0 0 0,0-1 0 0 0,0 0 0 0 0,-2 1-1 0 0,0-1 1 0 0,-9-30 0 0 0,11 48-114 0 0,0 0 0 0 0,0 0 0 0 0,0 0-1 0 0,0 0 1 0 0,-1 0 0 0 0,1 0 0 0 0,0 0 0 0 0,-1 0-1 0 0,1 0 1 0 0,-1 0 0 0 0,1 0 0 0 0,-1 0 0 0 0,0 0-1 0 0,1 0 1 0 0,-1 1 0 0 0,0-1 0 0 0,0 0 0 0 0,1 0-1 0 0,-1 1 1 0 0,0-1 0 0 0,0 0 0 0 0,0 1-1 0 0,0-1 1 0 0,0 1 0 0 0,0-1 0 0 0,0 1 0 0 0,0 0-1 0 0,0-1 1 0 0,0 1 0 0 0,0 0 0 0 0,0 0 0 0 0,0 0-1 0 0,0-1 1 0 0,0 1 0 0 0,0 0 0 0 0,0 1 0 0 0,-1-1-1 0 0,1 0 1 0 0,0 0 0 0 0,0 0 0 0 0,0 1-1 0 0,0-1 1 0 0,0 0 0 0 0,0 1 0 0 0,0-1 0 0 0,0 1-1 0 0,0-1 1 0 0,0 1 0 0 0,0-1 0 0 0,0 2 0 0 0,-4 1-13 0 0,1 0 0 0 0,0 1 0 0 0,1-1 0 0 0,-1 1 0 0 0,0 0 0 0 0,1 0 0 0 0,0 0 0 0 0,0 0 0 0 0,-4 7 0 0 0,5-6 10 0 0,0 0 1 0 0,0 0-1 0 0,0 1 1 0 0,0-1-1 0 0,1 0 1 0 0,0 1-1 0 0,0-1 1 0 0,1 1-1 0 0,-1-1 1 0 0,1 1-1 0 0,1-1 1 0 0,-1 1-1 0 0,1-1 1 0 0,-1 1-1 0 0,2-1 1 0 0,-1 1-1 0 0,1-1 1 0 0,-1 0-1 0 0,1 0 1 0 0,1 0-1 0 0,-1 0 1 0 0,1 0-1 0 0,0 0 1 0 0,0 0-1 0 0,4 4 1 0 0,1 0-79 0 0,0-1-1 0 0,1 0 1 0 0,0-1 0 0 0,0 0 0 0 0,0 0-1 0 0,1-1 1 0 0,0 0 0 0 0,0-1 0 0 0,1 0-1 0 0,-1-1 1 0 0,14 4 0 0 0,-7-3-106 0 0,1 0 1 0 0,-1-2 0 0 0,1 0-1 0 0,-1-1 1 0 0,1-1 0 0 0,0 0-1 0 0,0-2 1 0 0,-1 0 0 0 0,1-1-1 0 0,27-6 1 0 0,-36 6 264 0 0,-1-1 1 0 0,0 0-1 0 0,1 0 1 0 0,-1-1 0 0 0,0 0-1 0 0,-1 0 1 0 0,1-1-1 0 0,-1 0 1 0 0,0 0-1 0 0,0-1 1 0 0,0 0-1 0 0,-1 0 1 0 0,0-1-1 0 0,0 0 1 0 0,-1 0 0 0 0,1 0-1 0 0,-2 0 1 0 0,1-1-1 0 0,-1 0 1 0 0,0 0-1 0 0,-1 0 1 0 0,5-16-1 0 0,1-17 1270 0 0,-9 39-1265 0 0,-4 2-67 0 0,0 1 0 0 0,-1 0-1 0 0,1 0 1 0 0,0 0 0 0 0,0 1-1 0 0,1-1 1 0 0,-1 1 0 0 0,0 0-1 0 0,0 0 1 0 0,1 0 0 0 0,-1 0-1 0 0,1 1 1 0 0,0 0 0 0 0,0-1-1 0 0,-6 7 1 0 0,-4 6 79 0 0,-22 32 1 0 0,31-41-57 0 0,-20 29 237 0 0,2 1-1 0 0,-28 59 0 0 0,43-80-228 0 0,1 0 0 0 0,1 1 0 0 0,0 0 0 0 0,2 0 0 0 0,-1 0 0 0 0,2 0 1 0 0,0 0-1 0 0,1 1 0 0 0,1 26 0 0 0,1-39-35 0 0,-1 0 1 0 0,1 0-1 0 0,0-1 0 0 0,0 1 1 0 0,0 0-1 0 0,1-1 1 0 0,-1 1-1 0 0,1 0 1 0 0,0-1-1 0 0,0 0 0 0 0,0 1 1 0 0,0-1-1 0 0,1 0 1 0 0,4 5-1 0 0,-2-5-83 0 0,-1 1 0 0 0,1-1 0 0 0,0 1-1 0 0,0-1 1 0 0,0-1 0 0 0,1 1 0 0 0,-1-1 0 0 0,1 0-1 0 0,5 2 1 0 0,4-1-308 0 0,-1-1 0 0 0,1 0 0 0 0,0-1 1 0 0,-1 0-1 0 0,1-1 0 0 0,0-1 0 0 0,15-2 0 0 0,-12 0 3 0 0,0-1-1 0 0,1-1 1 0 0,-1-1-1 0 0,-1 0 1 0 0,1-1-1 0 0,-1-1 1 0 0,-1 0-1 0 0,1-2 1 0 0,-2 0-1 0 0,1 0 1 0 0,-1-2-1 0 0,-1 0 1 0 0,0 0-1 0 0,0-2 1 0 0,16-21 0 0 0,-17 18 752 0 0,-2 0 0 0 0,0 0 0 0 0,-1-1 0 0 0,-1 0 0 0 0,0-1 0 0 0,-2 0 0 0 0,0 0 0 0 0,7-36 0 0 0,5-63 5318 0 0,-19 116-5446 0 0,-14 18-149 0 0,1 22 229 0 0,2 0 1 0 0,1 1 0 0 0,2 0 0 0 0,2 0 0 0 0,-2 43 0 0 0,7-63-371 0 0,0-1 1 0 0,1 0-1 0 0,1 1 1 0 0,1-1 0 0 0,5 28-1 0 0,-5-39-254 0 0,1 1 0 0 0,-1-1 0 0 0,1 0 0 0 0,0 0 0 0 0,0-1 0 0 0,1 1-1 0 0,0-1 1 0 0,0 1 0 0 0,1-1 0 0 0,0-1 0 0 0,0 1 0 0 0,0-1 0 0 0,1 0 0 0 0,-1 0 0 0 0,1 0-1 0 0,8 4 1 0 0,-4-3-736 0 0,1 0 0 0 0,0-1 0 0 0,17 6 0 0 0,15-2-4779 0 0,-17-8-312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0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0 158 904 0 0,'9'-158'19394'0'0,"6"164"-19037"0"0,-11-4-217 0 0,-1 1 0 0 0,1 0 0 0 0,-1 1-1 0 0,0-1 1 0 0,0 1 0 0 0,0-1 0 0 0,0 1 0 0 0,0 0-1 0 0,-1 0 1 0 0,4 7 0 0 0,2 3 204 0 0,167 286 614 0 0,-171-294-1540 0 0,0 0 0 0 0,0-1 0 0 0,1 1 0 0 0,9 8 0 0 0,10 2-4332 0 0,-23-16 4616 0 0,0 0-1 0 0,0 0 1 0 0,0 0 0 0 0,0 0-1 0 0,0 0 1 0 0,0 0-1 0 0,0 0 1 0 0,0 0-1 0 0,0 0 1 0 0,0 0-1 0 0,-1 0 1 0 0,1-1-1 0 0,0 1 1 0 0,0 0-1 0 0,0-1 1 0 0,0 1-1 0 0,-1-1 1 0 0,1 1-1 0 0,0-1 1 0 0,0 1 0 0 0,-1-1-1 0 0,1 0 1 0 0,0 1-1 0 0,-1-1 1 0 0,1 0-1 0 0,0 0 1 0 0,4-8-4911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455 168 976 0 0,'-6'-34'6468'0'0,"-2"1"-1"0"0,-23-59 1 0 0,31 92-6420 0 0,0-1 0 0 0,-1 0 1 0 0,1 1-1 0 0,-1-1 1 0 0,1 1-1 0 0,-1-1 1 0 0,1 1-1 0 0,-1-1 0 0 0,1 1 1 0 0,-1-1-1 0 0,1 1 1 0 0,-1 0-1 0 0,0-1 1 0 0,1 1-1 0 0,-1 0 0 0 0,0 0 1 0 0,1-1-1 0 0,-1 1 1 0 0,0 0-1 0 0,1 0 0 0 0,-1 0 1 0 0,0 0-1 0 0,0 0 1 0 0,1 0-1 0 0,-1 0 1 0 0,0 0-1 0 0,1 0 0 0 0,-1 0 1 0 0,-1 0-1 0 0,-19 6 691 0 0,21-6-731 0 0,-13 7 329 0 0,-1 0-1 0 0,1 0 1 0 0,0 1-1 0 0,1 1 1 0 0,0 0 0 0 0,-21 21-1 0 0,-57 73 396 0 0,82-93-679 0 0,-28 36-75 0 0,-35 57-1 0 0,42-50-2658 0 0,5 0-3593 0 0,23-45-777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65 141 1392 0 0,'-20'-75'13576'0'0,"7"27"-11084"0"0,13 47-2963 0 0,0 0 1 0 0,-1 0 0 0 0,1 0-1 0 0,-1 0 1 0 0,0 1 0 0 0,1-1-1 0 0,-1 0 1 0 0,1 0-1 0 0,-1 1 1 0 0,0-1 0 0 0,0 0-1 0 0,1 1 1 0 0,-1-1 0 0 0,0 1-1 0 0,0-1 1 0 0,0 1 0 0 0,0-1-1 0 0,0 1 1 0 0,0 0 0 0 0,0-1-1 0 0,0 1 1 0 0,1 0 0 0 0,-3 0-1 0 0,-10-3-3296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1 432 0 0,'-289'27'16358'0'0,"288"-27"-16318"0"0,0 0 1 0 0,0 0 0 0 0,1 0 0 0 0,-1 0 0 0 0,0 0 0 0 0,0 0 0 0 0,1 1 0 0 0,-1-1-1 0 0,0 0 1 0 0,0 1 0 0 0,1-1 0 0 0,-1 0 0 0 0,0 1 0 0 0,1-1 0 0 0,-1 1 0 0 0,-1 0-1 0 0,2 0-20 0 0,0-1-1 0 0,0 0 0 0 0,0 0 0 0 0,0 1 0 0 0,0-1 0 0 0,0 0 1 0 0,0 1-1 0 0,0-1 0 0 0,0 1 0 0 0,0-1 0 0 0,0 0 1 0 0,0 1-1 0 0,0-1 0 0 0,0 0 0 0 0,0 1 0 0 0,0-1 0 0 0,0 0 1 0 0,0 0-1 0 0,0 1 0 0 0,1-1 0 0 0,-1 0 0 0 0,0 1 0 0 0,0-1 1 0 0,0 0-1 0 0,1 1 0 0 0,0 1 21 0 0,1-1 0 0 0,0 1-1 0 0,-1 0 1 0 0,1-1 0 0 0,0 0 0 0 0,0 1 0 0 0,0-1-1 0 0,0 0 1 0 0,3 1 0 0 0,31 9-435 0 0,-1-2 1 0 0,59 7-1 0 0,-42-8-544 0 0,159 20-5132 0 0,-176-24 4275 0 0,62 6-4191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5629 0 0,'31'14'5199'0'0,"-18"-8"-2481"0"0,0-1 1 0 0,0 0-1 0 0,0-1 0 0 0,1-1 1 0 0,0 0-1 0 0,-1 0 1 0 0,18 0-1 0 0,-20-3-5775 0 0,-30-9-8031 0 0,-6 4 4816 0 0,-6-1-3482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76 0 0,'-4'1'870'0'0,"-91"36"6352"0"0,94-36-6657 0 0,-12 5 1948 0 0,12-6-3068 0 0,-12 9 8781 0 0,23-7-7642 0 0,581 16 2066 0 0,-305 8-2447 0 0,500 28 146 0 0,-285-42-285 0 0,559 18 83 0 0,614-6 52 0 0,-1216-27-205 0 0,458 6 11 0 0,-439 7-2 0 0,333 11 5 0 0,188 28-12 0 0,-755-36 8 0 0,1461 55 72 0 0,-903-71 16 0 0,-275-4-145 0 0,-381 2 220 0 0,-142 5-172 0 0,15 0-176 0 0,-8-2-181 0 0,-27-8-13406 0 0,4 7 7083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7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44 212 0 0,'4'-15'5552'0'0,"-8"-2"1090"0"0,3 18-6443 0 0,-1 0 0 0 0,0 0 1 0 0,0 0-1 0 0,1 1 0 0 0,-1-1 0 0 0,1 0 1 0 0,-1 1-1 0 0,1-1 0 0 0,0 1 1 0 0,-3 3-1 0 0,-14 22 700 0 0,0 0 0 0 0,2 1 0 0 0,-14 33 0 0 0,0 0-129 0 0,-334 637 2199 0 0,339-653-2685 0 0,20-39-194 0 0,2-8-29 0 0,2-13-19 0 0,64-176-517 0 0,115-236 1 0 0,-176 421 464 0 0,81-156-238 0 0,-68 138 196 0 0,0 0 0 0 0,1 1 0 0 0,2 1 0 0 0,27-29 0 0 0,-41 47 41 0 0,1 1 0 0 0,-1-1 1 0 0,1 1-1 0 0,-1-1 0 0 0,1 1 0 0 0,0 0 0 0 0,0 1 0 0 0,1-1 0 0 0,9-2 0 0 0,-13 4 10 0 0,0 1-1 0 0,1 0 1 0 0,-1 0-1 0 0,0-1 0 0 0,1 1 1 0 0,-1 0-1 0 0,0 1 1 0 0,1-1-1 0 0,-1 0 0 0 0,0 1 1 0 0,0-1-1 0 0,1 1 1 0 0,-1 0-1 0 0,0 0 0 0 0,0 0 1 0 0,0 0-1 0 0,0 0 1 0 0,0 0-1 0 0,0 1 0 0 0,0-1 1 0 0,0 1-1 0 0,0-1 1 0 0,-1 1-1 0 0,1 0 0 0 0,-1-1 1 0 0,3 5-1 0 0,2 3 77 0 0,-1 0 0 0 0,0 0 0 0 0,0 1 0 0 0,-1 0 0 0 0,-1 0 0 0 0,0 0 0 0 0,0 0 0 0 0,-1 0 0 0 0,2 20 0 0 0,-1 11 550 0 0,-3 49 1 0 0,-1-43-128 0 0,-10 218 1568 0 0,-1 1-1135 0 0,15-220-742 0 0,-3-43-216 0 0,1 0 0 0 0,0-1-1 0 0,-1 1 1 0 0,1 0 0 0 0,0-1 0 0 0,0 1 0 0 0,0-1 0 0 0,0 0 0 0 0,1 1 0 0 0,-1-1-1 0 0,1 0 1 0 0,-1 0 0 0 0,1 0 0 0 0,2 3 0 0 0,-2-4-105 0 0,0-1-1 0 0,0 1 1 0 0,-1 0-1 0 0,1-1 1 0 0,0 1-1 0 0,0-1 1 0 0,0 1-1 0 0,0-1 1 0 0,0 0-1 0 0,0 0 1 0 0,0 0-1 0 0,0 0 1 0 0,0 0-1 0 0,0 0 1 0 0,3-1-1 0 0,-1 0-236 0 0,0 0 0 0 0,0 0 0 0 0,1-1 0 0 0,-1 1 0 0 0,0-1-1 0 0,4-3 1 0 0,-1 1-442 0 0,-2 0 0 0 0,1-1-1 0 0,-1 0 1 0 0,1 0-1 0 0,-1 0 1 0 0,8-11 0 0 0,8-23-6438 0 0,-12 20 1216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73 392 0 0,'-45'0'4477'0'0,"6"-1"607"0"0,-46 6 1 0 0,83-5-4148 0 0,5 0-795 0 0,33-3-559 0 0,0-2 0 0 0,0-1 0 0 0,43-13 0 0 0,-27 6-1199 0 0,29-7-3734 0 0,-40 10 271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176 136 1536 0 0,'9'-23'10571'0'0,"-3"0"1445"0"0,-10 38-10110 0 0,-126 587 4832 0 0,127-584-6738 0 0,-5 22 0 0 0,-18 56 0 0 0,20-87 0 0 0,0-12 0 0 0,1-9 0 0 0,3-12-288 0 0,2 0 1 0 0,0 0-1 0 0,2 0 1 0 0,0 0-1 0 0,12-46 1 0 0,-12 58 201 0 0,19-84-1331 0 0,41-118-1 0 0,-42 161 1139 0 0,2 1 0 0 0,2 0 1 0 0,51-78-1 0 0,-73 125 247 0 0,1 0 1 0 0,1 1-1 0 0,-1 0 1 0 0,1 0-1 0 0,-1 0 1 0 0,1 0-1 0 0,0 0 1 0 0,1 1-1 0 0,-1 0 1 0 0,0 0-1 0 0,1 0 1 0 0,8-4-1 0 0,-11 6 21 0 0,0 1-1 0 0,0-1 0 0 0,0 1 0 0 0,0 0 1 0 0,0 0-1 0 0,0 0 0 0 0,0 0 1 0 0,0 0-1 0 0,0 0 0 0 0,0 0 1 0 0,0 1-1 0 0,1-1 0 0 0,-2 1 0 0 0,4 0 1 0 0,-2 1 1 0 0,0-1 0 0 0,0 1-1 0 0,0 0 1 0 0,0 0 0 0 0,0 1 0 0 0,0-1 0 0 0,-1 0 0 0 0,1 1 0 0 0,-1 0 0 0 0,3 3 0 0 0,2 5 116 0 0,0-1 1 0 0,-1 2-1 0 0,0-1 0 0 0,-1 1 1 0 0,0 0-1 0 0,-1 0 1 0 0,0 0-1 0 0,3 20 1 0 0,0 13 578 0 0,0 48 1 0 0,-5-56-347 0 0,0 60 228 0 0,-5 0 0 0 0,-18 115 0 0 0,13-143-649 0 0,-3 14-2351 0 0,10-81 1165 0 0,5-23-9481 0 0,-1 11 5312 0 0,1-3-2869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88 107 1036 0 0,'-37'-11'8732'0'0,"-2"-2"-1264"0"0,37 12-6814 0 0,-7 0 379 0 0,17-2-160 0 0,16-2-454 0 0,15 1-1007 0 0,-1-2 1 0 0,37-12-1 0 0,-44 9-4674 0 0,36-17-1 0 0,-45 17-260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8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97 120 0 0,'4'-19'4619'0'0,"0"0"-1"0"0,-1 0 1 0 0,-1-21 1967 0 0,-2 42-6147 0 0,-25 124 2428 0 0,-35 63-2847 0 0,53-168-689 0 0,-40 97-5761 0 0,39-103 3454 0 0,0 0 1 0 0,-20 26 0 0 0,13-22-2484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3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1 372 0 0,'0'0'456'0'0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2276 0 0,'1'-1'5532'0'0,"12"-2"1699"0"0,7 1 1021 0 0,0 0-3907 0 0,47-1-4591 0 0,-20 0-624 0 0,11-3-1865 0 0,18-2-6913 0 0,-65 12 6475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22 3180 0 0,'-37'34'16242'0'0,"37"-34"-16097"0"0,-1 1 0 0 0,1-1 0 0 0,0 0-1 0 0,-1 0 1 0 0,1 1 0 0 0,0-1-1 0 0,-1 0 1 0 0,1 1 0 0 0,0-1 0 0 0,0 0-1 0 0,-1 1 1 0 0,1-1 0 0 0,0 0-1 0 0,0 1 1 0 0,0-1 0 0 0,-1 0-1 0 0,1 1 1 0 0,0-1 0 0 0,0 1 0 0 0,0-1-1 0 0,0 1 1 0 0,0-1 0 0 0,0 1-1 0 0,19-1-87 0 0,1-1-1 0 0,-1-1 0 0 0,39-8 1 0 0,-4 0-940 0 0,3 4-718 0 0,45-8-2924 0 0,-38-2-3688 0 0,-48 10 2718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274 126 1812 0 0,'12'-25'10566'0'0,"-83"206"-5667"0"0,20-60-4075 0 0,-93 203 907 0 0,143-322-1637 0 0,-8 13 1682 0 0,9-15-1755 0 0,0 0 1 0 0,0 0-1 0 0,0 1 1 0 0,-1-1-1 0 0,1 0 1 0 0,0 0-1 0 0,0 0 0 0 0,0 0 1 0 0,0 0-1 0 0,-1 0 1 0 0,1 0-1 0 0,0 1 1 0 0,0-1-1 0 0,0 0 0 0 0,-1 0 1 0 0,1 0-1 0 0,0 0 1 0 0,0 0-1 0 0,0 0 1 0 0,-1 0-1 0 0,1 0 1 0 0,0 0-1 0 0,0 0 0 0 0,0 0 1 0 0,-1 0-1 0 0,1 0 1 0 0,0 0-1 0 0,0 0 1 0 0,0 0-1 0 0,-1-1 0 0 0,1 1 1 0 0,0 0-1 0 0,0 0 1 0 0,0 0-1 0 0,-1 0 1 0 0,1 0-1 0 0,0 0 0 0 0,0 0 1 0 0,0-1-1 0 0,0 1 1 0 0,0 0-1 0 0,-1 0 1 0 0,1 0-1 0 0,0 0 1 0 0,0-1-1 0 0,0 1 0 0 0,0-1-8 0 0,-1 0-1 0 0,1 0 1 0 0,0 0-1 0 0,0 0 1 0 0,0 0-1 0 0,0 0 1 0 0,0 0-1 0 0,0 0 1 0 0,0 1 0 0 0,0-1-1 0 0,0 0 1 0 0,0 0-1 0 0,1 0 1 0 0,-1 0-1 0 0,0 0 1 0 0,1 0-1 0 0,-1-1 1 0 0,1 0 17 0 0,8-29 28 0 0,1-1-1 0 0,1 1 1 0 0,24-46 0 0 0,-11 27-49 0 0,20-50-159 0 0,5 2 0 0 0,100-148 0 0 0,-146 241 132 0 0,1 1 0 0 0,-1-1-1 0 0,1 1 1 0 0,0-1 0 0 0,0 1 0 0 0,0 0 0 0 0,1 1 0 0 0,0-1 0 0 0,-1 1 0 0 0,1 0 0 0 0,1 0 0 0 0,-1 0 0 0 0,0 1-1 0 0,7-2 1 0 0,-10 3 14 0 0,-1 1 1 0 0,1 0-1 0 0,0 0 0 0 0,0 0 0 0 0,-1 0 0 0 0,1 0 0 0 0,0 1 0 0 0,-1-1 0 0 0,1 0 0 0 0,0 1 1 0 0,-1-1-1 0 0,1 1 0 0 0,0 0 0 0 0,-1-1 0 0 0,1 1 0 0 0,-1 0 0 0 0,1 0 0 0 0,-1 0 0 0 0,1 0 0 0 0,0 2 1 0 0,22 24 21 0 0,-15-12-2 0 0,-1 0 0 0 0,-1 0 0 0 0,0 1 0 0 0,-1-1-1 0 0,-1 2 1 0 0,0-1 0 0 0,2 22 0 0 0,10 123 305 0 0,-16-133-232 0 0,1 66 331 0 0,-15 128 1 0 0,12-203-410 0 0,-5 25-1055 0 0,6-42 492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68 468 0 0,'-134'7'19063'0'0,"167"-11"-19485"0"0,51-12 0 0 0,-40 7-814 0 0,-28 6 529 0 0,70-15-3210 0 0,-29 3-1463 0 0,-26 6 337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6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75 112 0 0,'5'-10'2200'0'0,"-1"0"-536"0"0,-1 1 817 0 0,1-6-901 0 0,-1 3-600 0 0,0 4-620 0 0,1-2-480 0 0,-14 15-6733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29 600 0 0,'22'-15'8212'0'0,"-18"12"-6667"0"0,13-7 1246 0 0,-17 10-2745 0 0,0 0-1 0 0,1 0 0 0 0,-1 0 1 0 0,0 0-1 0 0,1 0 0 0 0,-1 0 1 0 0,0 0-1 0 0,1 0 1 0 0,-1 0-1 0 0,0 0 0 0 0,1 0 1 0 0,-1 0-1 0 0,0 0 0 0 0,0 0 1 0 0,1 0-1 0 0,-1 0 0 0 0,0 1 1 0 0,1-1-1 0 0,-1 0 1 0 0,0 0-1 0 0,0 0 0 0 0,1 0 1 0 0,-1 1-1 0 0,0-1 0 0 0,0 0 1 0 0,1 0-1 0 0,-1 1 1 0 0,0-1-1 0 0,0 0 0 0 0,0 0 1 0 0,0 1-1 0 0,1-1 0 0 0,-1 0 1 0 0,0 1-1 0 0,0-1 0 0 0,0 0 1 0 0,0 0-1 0 0,0 1 1 0 0,0-1-1 0 0,0 0 0 0 0,0 1 1 0 0,0-1-1 0 0,0 0 0 0 0,0 1 1 0 0,0-1-1 0 0,0 0 0 0 0,0 1 1 0 0,0-1-1 0 0,0 0 1 0 0,0 1-1 0 0,0-1 0 0 0,0 0 1 0 0,-1 0-1 0 0,1 1 0 0 0,0-1 1 0 0,-4 28 1375 0 0,-2 0-1 0 0,-15 47 1 0 0,-30 57-581 0 0,19-52-489 0 0,29-71-444 0 0,-49 138 258 0 0,26-49-6524 0 0,26-85 3634 0 0,10-1-7001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324 350 520 0 0,'3'-7'2763'0'0,"0"-1"1"0"0,0 0-1 0 0,-1 0 1 0 0,0 0-1 0 0,2-12 0 0 0,-4 18-1757 0 0,0-11 2002 0 0,1 6-1327 0 0,-5 15-1331 0 0,-114 246 5824 0 0,-21 42-4973 0 0,114-245-1197 0 0,-20 35 2100 0 0,43-85-1986 0 0,1-2-117 0 0,0 1 0 0 0,1-1-1 0 0,-1 1 1 0 0,1-1 0 0 0,-1 1 0 0 0,1-1-1 0 0,-1 1 1 0 0,1-1 0 0 0,-1 1-1 0 0,1-1 1 0 0,-1 1 0 0 0,1-1 0 0 0,0 0-1 0 0,-1 1 1 0 0,1-1 0 0 0,0 0-1 0 0,0 1 1 0 0,0-1 0 0 0,-1 0 0 0 0,1 1-1 0 0,0-1 1 0 0,0 0 0 0 0,0 0-1 0 0,0 1 1 0 0,0-1 0 0 0,0 0 0 0 0,0 0-1 0 0,0 1 1 0 0,1-1 0 0 0,-1-1-1 0 0,1 1-1 0 0,1-29 1 0 0,2 0 0 0 0,1 1 0 0 0,2 0 0 0 0,0 0 0 0 0,17-38 0 0 0,-12 32 0 0 0,17-49-390 0 0,72-139 0 0 0,-74 172 197 0 0,3 2 0 0 0,1 1 0 0 0,70-79 1 0 0,-87 112 167 0 0,0 0 0 0 0,1 1 0 0 0,0 0 0 0 0,1 1 0 0 0,35-20 0 0 0,-49 32 6 0 0,0 0 0 0 0,0 0 0 0 0,1 0 0 0 0,-1 0 0 0 0,0 0 0 0 0,1 1 0 0 0,-1-1 0 0 0,1 1 0 0 0,-1-1 0 0 0,1 1 0 0 0,-1 0 0 0 0,1 0 0 0 0,-1 0 0 0 0,1 1 0 0 0,-1-1 0 0 0,1 0 0 0 0,-1 1 0 0 0,4 1 0 0 0,-3 0 3 0 0,0-1-1 0 0,0 1 0 0 0,0 0 1 0 0,-1 0-1 0 0,1 0 1 0 0,-1 0-1 0 0,1 1 0 0 0,-1-1 1 0 0,0 1-1 0 0,0-1 1 0 0,0 1-1 0 0,2 4 1 0 0,1 3 35 0 0,0 1 1 0 0,-1-1-1 0 0,-1 1 1 0 0,0 0-1 0 0,0 0 0 0 0,-1 0 1 0 0,1 13-1 0 0,1 38 214 0 0,-3 0-1 0 0,-3 1 0 0 0,-16 104 0 0 0,-56 181 902 0 0,56-270-1075 0 0,2-15-177 0 0,16-61-551 0 0,10-18-9182 0 0,-7 9 7264 0 0,1 0 0 0 0,-2 0 0 0 0,1 0 1 0 0,2-12-1 0 0,-2 4-4204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7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76 121 3164 0 0,'-55'-11'13306'0'0,"53"10"-12295"0"0,-16-1 1623 0 0,18 0-1945 0 0,6-1-263 0 0,20-6-122 0 0,34-7-186 0 0,196-37 18 0 0,-213 44-1377 0 0,14-2-6153 0 0,-55 11 5445 0 0,15-3-6851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38 1288 0 0,'-12'11'23342'0'0,"12"-11"-23199"0"0,23 3 1132 0 0,222-33-1893 0 0,-120 12-8886 0 0,-112 16 4121 0 0,-10 1 3716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8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61 2116 0 0,'-24'10'6254'0'0,"-34"9"-1"0"0,36-13-2578 0 0,1 1 0 0 0,-24 11 0 0 0,44-17-2954 0 0,3 0-488 0 0,11 0-121 0 0,0-1 0 0 0,0 0 0 0 0,0 0 0 0 0,0-1 0 0 0,24-6 1 0 0,5 1-1 0 0,440-66 263 0 0,-452 65-783 0 0,39-9-218 0 0,-25 2-9300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13 172 3008 0 0,'-5'-14'7071'0'0,"-1"-15"3701"0"0,5 25-9499 0 0,1 0 1 0 0,-1 0-1 0 0,1 0 1 0 0,0-1-1 0 0,2-5 1 0 0,27 2-999 0 0,1 2 1 0 0,54-5-1 0 0,6-1-165 0 0,15-6 44 0 0,65-13-1588 0 0,-161 28 55 0 0,20-3-940 0 0,-20 4-2818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0 136 0 0,'-2'0'3736'0'0,"-12"2"2123"0"0,4-1-4184 0 0,7-1-212 0 0,-20 9 3640 0 0,20-3-4491 0 0,1 0 0 0 0,0 0 0 0 0,0 0-1 0 0,0 0 1 0 0,1 0 0 0 0,0 1 0 0 0,-1 6-1 0 0,0 52 3191 0 0,1-39-2571 0 0,-6 140 483 0 0,-3 139 1440 0 0,7-255-3154 0 0,3-36 0 0 0,0-3 0 0 0,0-2-10 0 0,0-5 2165 0 0,0-1-3607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4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46 5192 0 0,'-203'9'23036'0'0,"201"-9"-22386"0"0,-10 0 1286 0 0,433-22-904 0 0,41-4-694 0 0,-441 24-1377 0 0,4 0 1605 0 0,-8 1-3199 0 0,-3 0-3565 0 0,-1 1-5214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56 568 0 0,'-8'-11'2626'0'0,"6"8"-1968"0"0,0 1 0 0 0,0-1 0 0 0,1 1 0 0 0,-1-1 0 0 0,1 0 0 0 0,-1 0 0 0 0,1 1 0 0 0,0-1 0 0 0,0 0 0 0 0,-1-6 0 0 0,2 8-625 0 0,0 1 0 0 0,0 0 0 0 0,0 0 0 0 0,0-1 0 0 0,0 1 0 0 0,0 0 0 0 0,0-1 0 0 0,0 1 0 0 0,0 0 0 0 0,0-1 0 0 0,0 1 0 0 0,0 0 0 0 0,0 0 0 0 0,0-1 0 0 0,0 1 0 0 0,1 0 0 0 0,-1-1 0 0 0,0 1 0 0 0,0 0 0 0 0,0 0 0 0 0,1-1 0 0 0,-1 1 0 0 0,0 0 0 0 0,0 0 0 0 0,0 0 0 0 0,1-1 0 0 0,-1 1 0 0 0,0 0 0 0 0,1 0 0 0 0,-1 0 0 0 0,0 0 0 0 0,1-1 0 0 0,11 4 253 0 0,10 14-114 0 0,-14-7-81 0 0,-1 0-1 0 0,0 0 0 0 0,-1 1 1 0 0,0 1-1 0 0,0-1 1 0 0,-1 1-1 0 0,-1 0 1 0 0,0 0-1 0 0,-1 0 0 0 0,0 0 1 0 0,-1 1-1 0 0,0-1 1 0 0,0 24-1 0 0,-2-21 152 0 0,-1 0 0 0 0,-1 0 0 0 0,0 0 0 0 0,-1-1 0 0 0,0 1 0 0 0,-1-1 0 0 0,-1 0 0 0 0,0 0 0 0 0,-1 0 0 0 0,-1-1 0 0 0,-12 19 0 0 0,14-23 71 0 0,0-1-1 0 0,-1 0 0 0 0,0-1 0 0 0,-1 1 0 0 0,0-1 0 0 0,0 0 0 0 0,0-1 0 0 0,-17 11 0 0 0,22-16-126 0 0,0-2-36 0 0,1 1-137 0 0,0-1-1 0 0,0 0 0 0 0,0 1 0 0 0,0-1 0 0 0,0 0 0 0 0,0 0 0 0 0,0 1 1 0 0,0-1-1 0 0,1 0 0 0 0,-1 0 0 0 0,0 0 0 0 0,1 0 0 0 0,-1 0 0 0 0,1 0 0 0 0,-1 0 1 0 0,1 0-1 0 0,-1-1 0 0 0,1 1 0 0 0,0 0 0 0 0,-1-2 0 0 0,1 0 3 0 0,0-1 0 0 0,0 0-1 0 0,0 1 1 0 0,0-1 0 0 0,1 1 0 0 0,-1-1-1 0 0,2-3 1 0 0,2-7 0 0 0,1 0 0 0 0,10-20 1 0 0,-15 34-16 0 0,8-14-6 0 0,0 0 0 0 0,0 1 0 0 0,1 0 0 0 0,1 0 1 0 0,0 1-1 0 0,1 1 0 0 0,14-13 0 0 0,-16 16-10 0 0,1 0 1 0 0,0 1-1 0 0,0 0 1 0 0,0 1-1 0 0,1 0 1 0 0,0 1-1 0 0,0 0 1 0 0,1 1-1 0 0,20-6 0 0 0,-27 9 5 0 0,0 0 0 0 0,0 0 0 0 0,0 1-1 0 0,0 0 1 0 0,0 0 0 0 0,-1 0-1 0 0,1 0 1 0 0,0 1 0 0 0,0 0-1 0 0,0 0 1 0 0,0 0 0 0 0,0 0-1 0 0,-1 1 1 0 0,1 0 0 0 0,-1 0-1 0 0,1 0 1 0 0,-1 0 0 0 0,0 1 0 0 0,0 0-1 0 0,0 0 1 0 0,0 0 0 0 0,0 0-1 0 0,-1 1 1 0 0,1-1 0 0 0,-1 1-1 0 0,0 0 1 0 0,0 0 0 0 0,-1 0-1 0 0,1 0 1 0 0,-1 1 0 0 0,0-1 0 0 0,3 7-1 0 0,-2-3 14 0 0,-1 1 0 0 0,1 0-1 0 0,-1 1 1 0 0,-1-1 0 0 0,0 0-1 0 0,0 0 1 0 0,-1 1 0 0 0,0-1-1 0 0,0 0 1 0 0,-1 1 0 0 0,0-1-1 0 0,-1 0 1 0 0,0 0 0 0 0,-1 0-1 0 0,0 0 1 0 0,-5 11 0 0 0,4-12 47 0 0,0-1-1 0 0,-1 0 1 0 0,0 0 0 0 0,-1 0 0 0 0,1-1 0 0 0,-13 12 0 0 0,16-17 53 0 0,2-1-98 0 0,-1 0-1 0 0,0 0 0 0 0,1 0 0 0 0,-1 0 0 0 0,0 0 0 0 0,1 0 0 0 0,-1 0 0 0 0,0 0 0 0 0,1 0 0 0 0,-1 0 0 0 0,1-1 0 0 0,-1 1 0 0 0,0 0 0 0 0,1-1 1 0 0,-1 1-1 0 0,1 0 0 0 0,-1-1 0 0 0,1 1 0 0 0,-1-1 0 0 0,1 1 0 0 0,-1 0 0 0 0,1-1 0 0 0,0 1 0 0 0,-1-1 0 0 0,1 0 0 0 0,0 1 0 0 0,-1-1 0 0 0,1 1 1 0 0,0-1-1 0 0,-1 0 0 0 0,1-2-1 0 0,-1 1 0 0 0,1 0 0 0 0,0 0 0 0 0,0-1 1 0 0,0 1-1 0 0,0 0 0 0 0,1 0 0 0 0,-1 0 0 0 0,1-4 0 0 0,3-5-2 0 0,0 0-1 0 0,9-17 0 0 0,-4 9-15 0 0,2 1 0 0 0,0 1 0 0 0,1 0 0 0 0,1 0 0 0 0,1 1 0 0 0,0 1 0 0 0,1 0-1 0 0,0 1 1 0 0,1 1 0 0 0,1 0 0 0 0,0 1 0 0 0,1 1 0 0 0,0 1 0 0 0,1 0 0 0 0,0 2 0 0 0,25-9 0 0 0,-38 15 0 0 0,-1 1 1 0 0,0-1-1 0 0,0 1 1 0 0,1 0-1 0 0,-1 1 1 0 0,1-1-1 0 0,-1 1 1 0 0,1 0-1 0 0,-1 1 1 0 0,0-1-1 0 0,1 1 1 0 0,-1 0-1 0 0,0 1 1 0 0,1-1-1 0 0,-1 1 1 0 0,7 3-1 0 0,-9-3 13 0 0,0 0 1 0 0,0 0-1 0 0,0 1 0 0 0,0-1 0 0 0,0 1 0 0 0,0 0 0 0 0,-1 0 0 0 0,1 0 0 0 0,-1 0 0 0 0,0 0 0 0 0,0 0 0 0 0,0 1 0 0 0,0-1 1 0 0,-1 1-1 0 0,1-1 0 0 0,-1 1 0 0 0,0 0 0 0 0,0-1 0 0 0,0 1 0 0 0,0 0 0 0 0,-1 0 0 0 0,0 0 0 0 0,0 6 0 0 0,0 3 29 0 0,-1 0 1 0 0,-1 0-1 0 0,0-1 0 0 0,-1 1 0 0 0,-7 21 0 0 0,-30 58-103 0 0,13-31-2014 0 0,21-36-1080 0 0,6-24 2968 0 0,0-1 0 0 0,0 1 0 0 0,0 0 0 0 0,0-1 1 0 0,0 1-1 0 0,0 0 0 0 0,0 0 0 0 0,0-1 0 0 0,1 1 0 0 0,-1 0 1 0 0,0-1-1 0 0,0 1 0 0 0,1 0 0 0 0,-1-1 0 0 0,0 1 0 0 0,1 0 1 0 0,-1-1-1 0 0,1 1 0 0 0,-1-1 0 0 0,0 1 0 0 0,1-1 1 0 0,0 1-1 0 0,-1-1 0 0 0,1 1 0 0 0,-1-1 0 0 0,1 1 0 0 0,-1-1 1 0 0,1 0-1 0 0,0 1 0 0 0,-1-1 0 0 0,1 0 0 0 0,0 0 1 0 0,-1 0-1 0 0,1 1 0 0 0,0-1 0 0 0,0 0 0 0 0,16 1-3824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7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200 859 60 0 0,'14'-9'1568'0'0,"0"-1"0"0"0,-1 0 1 0 0,0-1-1 0 0,-1 0 0 0 0,0-1 0 0 0,-1-1 0 0 0,0 0 1 0 0,-1 0-1 0 0,0-1 0 0 0,13-27 0 0 0,-22 40-1504 0 0,0 0-1 0 0,-1-1 1 0 0,1 1-1 0 0,0-1 1 0 0,-1 1 0 0 0,1-1-1 0 0,-1 1 1 0 0,0-1-1 0 0,1 1 1 0 0,-1-1-1 0 0,0 1 1 0 0,0-1 0 0 0,0 1-1 0 0,0-1 1 0 0,0 1-1 0 0,0-1 1 0 0,-1 1-1 0 0,1-1 1 0 0,0 1-1 0 0,-1-1 1 0 0,1 1 0 0 0,-1-1-1 0 0,0 1 1 0 0,1-1-1 0 0,-1 1 1 0 0,0 0-1 0 0,0 0 1 0 0,0-1 0 0 0,-1-1-1 0 0,0 2-50 0 0,0 0 0 0 0,1 1 0 0 0,-1-1 1 0 0,0 0-1 0 0,1 0 0 0 0,-1 1 0 0 0,0-1 0 0 0,0 1 0 0 0,0 0 0 0 0,1 0 0 0 0,-1-1 1 0 0,0 1-1 0 0,0 0 0 0 0,0 0 0 0 0,-2 1 0 0 0,-28 4 36 0 0,13 1-48 0 0,1 1 0 0 0,0 1 0 0 0,0 0 0 0 0,1 1 0 0 0,0 1 0 0 0,1 1 0 0 0,0 0 1 0 0,1 1-1 0 0,0 1 0 0 0,0 0 0 0 0,2 1 0 0 0,0 0 0 0 0,-19 28 0 0 0,28-36 12 0 0,0 0-1 0 0,0 1 1 0 0,0 0-1 0 0,1 0 1 0 0,0 0-1 0 0,1 0 0 0 0,-1 0 1 0 0,1 0-1 0 0,1 1 1 0 0,-2 8-1 0 0,3-14-4 0 0,0 1-1 0 0,0 0 0 0 0,0-1 1 0 0,0 1-1 0 0,0-1 0 0 0,0 1 1 0 0,1-1-1 0 0,-1 1 0 0 0,1-1 1 0 0,0 0-1 0 0,0 1 0 0 0,0-1 0 0 0,0 0 1 0 0,0 1-1 0 0,0-1 0 0 0,0 0 1 0 0,1 0-1 0 0,-1 0 0 0 0,1 0 1 0 0,0 0-1 0 0,0 0 0 0 0,0-1 1 0 0,-1 1-1 0 0,1 0 0 0 0,1-1 1 0 0,-1 0-1 0 0,0 1 0 0 0,0-1 1 0 0,0 0-1 0 0,1 0 0 0 0,-1 0 0 0 0,3 0 1 0 0,-1 0-4 0 0,1 0 0 0 0,-1-1 0 0 0,0 1 0 0 0,1-1-1 0 0,-1 0 1 0 0,0 0 0 0 0,0-1 0 0 0,1 1 0 0 0,-1-1 0 0 0,0 0 0 0 0,0 0 0 0 0,7-3 0 0 0,-3 0-8 0 0,0 0 0 0 0,0 0 0 0 0,0 0 1 0 0,12-11-1 0 0,-6 3-2 0 0,0 0-1 0 0,-2-1 1 0 0,0 0 0 0 0,19-28 0 0 0,34-66 48 0 0,-40 63 55 0 0,-4 9-273 0 0,-20 33 130 0 0,-1 5-68 0 0,0 6 135 0 0,-1 0 0 0 0,0 0 0 0 0,0 0 0 0 0,-1 0-1 0 0,0 0 1 0 0,-1 0 0 0 0,-4 9 0 0 0,-3 15 68 0 0,1 3 46 0 0,1 0 1 0 0,3 1-1 0 0,-4 70 1 0 0,10-106-129 0 0,-1 0 1 0 0,0 0-1 0 0,0-1 1 0 0,0 1-1 0 0,1 0 1 0 0,-1 0-1 0 0,0 0 1 0 0,1 0-1 0 0,-1 0 1 0 0,1 0-1 0 0,-1-1 0 0 0,1 1 1 0 0,-1 0-1 0 0,1 0 1 0 0,-1-1-1 0 0,1 1 1 0 0,0 0-1 0 0,0-1 1 0 0,-1 1-1 0 0,1-1 1 0 0,0 1-1 0 0,0-1 1 0 0,0 1-1 0 0,-1-1 1 0 0,1 0-1 0 0,0 1 1 0 0,1-1-1 0 0,23 4 80 0 0,-18-6-101 0 0,1 1 0 0 0,-1-1 1 0 0,1-1-1 0 0,-1 1 0 0 0,0-1 1 0 0,0-1-1 0 0,0 1 0 0 0,0-1 0 0 0,-1 0 1 0 0,11-9-1 0 0,-2-1-169 0 0,1 0 0 0 0,22-28 1 0 0,-4-2-48 0 0,-3-1 1 0 0,-1-2-1 0 0,-2-1 1 0 0,26-65-1 0 0,67-213-118 0 0,-57 112 1402 0 0,-47 147-656 0 0,-16 58-416 0 0,-6 11 22 0 0,-8 12 4 0 0,-9 29 134 0 0,2 0 1 0 0,-22 71-1 0 0,-16 96 377 0 0,55-200-506 0 0,-21 87 134 0 0,4 1 1 0 0,-7 107-1 0 0,26-191-106 0 0,1 1 0 0 0,0 0 1 0 0,1-1-1 0 0,0 1 0 0 0,5 18 0 0 0,-5-29-26 0 0,0 0 0 0 0,0 1 0 0 0,1-1-1 0 0,-1 0 1 0 0,1 0 0 0 0,0 0 0 0 0,0 0 0 0 0,1-1 0 0 0,-1 1-1 0 0,1-1 1 0 0,0 1 0 0 0,-1-1 0 0 0,2 0 0 0 0,-1 0 0 0 0,0 0-1 0 0,1 0 1 0 0,-1-1 0 0 0,1 1 0 0 0,0-1 0 0 0,0 0 0 0 0,6 3-1 0 0,-3-3 1 0 0,0 0-1 0 0,0-1 0 0 0,0 0 0 0 0,0 0 0 0 0,0 0 1 0 0,0-1-1 0 0,0 0 0 0 0,0 0 0 0 0,0-1 0 0 0,0 0 1 0 0,0 0-1 0 0,8-3 0 0 0,-4 0-2 0 0,0 0 0 0 0,-1-1 0 0 0,1 0 0 0 0,-1 0 0 0 0,0-1 0 0 0,16-14 0 0 0,-3 0 3 0 0,-1-1-1 0 0,-1-1 1 0 0,-2-1-1 0 0,32-47 1 0 0,-35 44 33 0 0,0 0 1 0 0,-2-2-1 0 0,12-30 1 0 0,-19 40-62 0 0,-1 0 0 0 0,-1 0 0 0 0,-1-1 0 0 0,-1 1 0 0 0,0-1 0 0 0,0-24 0 0 0,-3 39-7 0 0,0 0 0 0 0,0 0 0 0 0,-1 0 0 0 0,0 1 0 0 0,1-1 0 0 0,-1 0 0 0 0,0 1 0 0 0,-1-1 0 0 0,1 1-1 0 0,-3-5 1 0 0,1 6-26 0 0,-5-3-30 0 0,7 5 70 0 0,0-1-1 0 0,0 1 0 0 0,0 0 1 0 0,0-1-1 0 0,0 1 0 0 0,-1 0 1 0 0,1 0-1 0 0,0-1 1 0 0,0 1-1 0 0,0 0 0 0 0,-1 1 1 0 0,1-1-1 0 0,0 0 0 0 0,0 0 1 0 0,0 0-1 0 0,0 1 0 0 0,-1-1 1 0 0,1 0-1 0 0,0 1 0 0 0,0-1 1 0 0,0 1-1 0 0,0-1 0 0 0,0 1 1 0 0,0 0-1 0 0,0 0 1 0 0,0-1-1 0 0,0 1 0 0 0,1 0 1 0 0,-2 1-1 0 0,-2 2-12 0 0,2-1 0 0 0,-1 1 0 0 0,0 0 0 0 0,1-1 0 0 0,-1 1 0 0 0,-2 6 0 0 0,4-6-1 0 0,0-1 1 0 0,-1 0 0 0 0,1 1 0 0 0,1-1-1 0 0,-1 1 1 0 0,0-1 0 0 0,1 1-1 0 0,0 0 1 0 0,-1-1 0 0 0,2 1 0 0 0,-1 0-1 0 0,0-1 1 0 0,1 1 0 0 0,-1-1-1 0 0,1 1 1 0 0,0-1 0 0 0,2 6 0 0 0,0-5-32 0 0,-1 1 1 0 0,1-1-1 0 0,0 0 1 0 0,0 0 0 0 0,1 0-1 0 0,-1 0 1 0 0,1-1 0 0 0,-1 1-1 0 0,1-1 1 0 0,0 0-1 0 0,7 3 1 0 0,-1 0-68 0 0,1 0 0 0 0,1-1 0 0 0,-1-1 1 0 0,1 0-1 0 0,0 0 0 0 0,-1-2 0 0 0,2 1 0 0 0,-1-1 0 0 0,20 0 0 0 0,-22-2 80 0 0,0-1 0 0 0,1 0-1 0 0,-1-1 1 0 0,0 0-1 0 0,0-1 1 0 0,-1 1-1 0 0,1-2 1 0 0,0 0-1 0 0,-1 0 1 0 0,0-1 0 0 0,0 0-1 0 0,11-7 1 0 0,-8 2 148 0 0,0 0 1 0 0,-1 0 0 0 0,0-1 0 0 0,-1 0-1 0 0,0-1 1 0 0,0 0 0 0 0,10-19 0 0 0,-12 11 203 0 0,-8 20-311 0 0,0 0 0 0 0,0-1-1 0 0,0 1 1 0 0,0 0 0 0 0,0-1-1 0 0,0 1 1 0 0,0 0 0 0 0,0 0-1 0 0,0-1 1 0 0,0 1 0 0 0,-1 0-1 0 0,1-1 1 0 0,0 1 0 0 0,0 0-1 0 0,0 0 1 0 0,0-1 0 0 0,0 1-1 0 0,-1 0 1 0 0,1 0 0 0 0,0-1-1 0 0,0 1 1 0 0,0 0-1 0 0,-1 0 1 0 0,1 0 0 0 0,0 0-1 0 0,0-1 1 0 0,-1 1 0 0 0,1 0-1 0 0,0 0 1 0 0,0 0 0 0 0,-1 0-1 0 0,0 0 1 0 0,0 0-3 0 0,-1 0 1 0 0,0 0-1 0 0,1 0 0 0 0,-1 1 0 0 0,0-1 1 0 0,1 1-1 0 0,-1-1 0 0 0,0 1 0 0 0,1 0 1 0 0,-1-1-1 0 0,1 1 0 0 0,-1 0 0 0 0,1 0 0 0 0,-1 0 1 0 0,1 0-1 0 0,-2 2 0 0 0,-18 18 64 0 0,2 1 0 0 0,0 1 0 0 0,1 0 0 0 0,2 1 0 0 0,0 1 0 0 0,2 1-1 0 0,0 0 1 0 0,2 0 0 0 0,1 2 0 0 0,1-1 0 0 0,-10 49 0 0 0,19-71-51 0 0,0 0 0 0 0,1 0 0 0 0,-1-1 0 0 0,1 1 1 0 0,0 0-1 0 0,1 0 0 0 0,-1 0 0 0 0,1-1 0 0 0,0 1 0 0 0,0 0 0 0 0,0 0 0 0 0,1-1 1 0 0,-1 1-1 0 0,1-1 0 0 0,0 0 0 0 0,1 1 0 0 0,-1-1 0 0 0,1 0 0 0 0,0 0 1 0 0,5 5-1 0 0,-3-4-129 0 0,0 0 0 0 0,1-1 1 0 0,-1 0-1 0 0,1 0 0 0 0,0 0 0 0 0,0-1 1 0 0,1 0-1 0 0,-1 0 0 0 0,1 0 1 0 0,-1-1-1 0 0,1 0 0 0 0,0 0 1 0 0,12 1-1 0 0,-11-2-118 0 0,1-1 0 0 0,0 1 0 0 0,0-1 0 0 0,0-1 0 0 0,0 0 0 0 0,-1 0 0 0 0,1-1 0 0 0,0 0 0 0 0,-1 0 0 0 0,1-1 0 0 0,-1 0 0 0 0,0-1 0 0 0,0 1 0 0 0,0-2 1 0 0,-1 1-1 0 0,1-1 0 0 0,-1 0 0 0 0,0-1 0 0 0,0 1 0 0 0,-1-1 0 0 0,0-1 0 0 0,0 1 0 0 0,8-13 0 0 0,6-11 637 0 0,-2-1 0 0 0,-2 0 0 0 0,0-2 0 0 0,16-51 0 0 0,-17 45 1037 0 0,22-64 3562 0 0,-37 101-4867 0 0,4 21 14 0 0,-15 75 593 0 0,-2 37-378 0 0,10-92-302 0 0,1 40-710 0 0,9-27-2689 0 0,-6-50 3018 0 0,0 0 1 0 0,-1 0 0 0 0,1 0 0 0 0,0 0 0 0 0,0 0 0 0 0,1 0 0 0 0,-1 0 0 0 0,0-1 0 0 0,1 1 0 0 0,-1 0-1 0 0,1-1 1 0 0,1 2 0 0 0,11 3-7071 0 0,6-5 1161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2848 0 0,'33'-79'15210'0'0,"-32"79"-15156"0"0,-1-1 1 0 0,1 0-1 0 0,-1 1 0 0 0,1-1 1 0 0,-1 1-1 0 0,1-1 1 0 0,-1 1-1 0 0,1-1 1 0 0,-1 1-1 0 0,1-1 1 0 0,0 1-1 0 0,-1 0 1 0 0,1-1-1 0 0,0 1 1 0 0,0 0-1 0 0,-1-1 0 0 0,1 1 1 0 0,0 0-1 0 0,0 0 1 0 0,-1 0-1 0 0,1 0 1 0 0,0 0-1 0 0,0 0 1 0 0,-1 0-1 0 0,1 0 1 0 0,0 0-1 0 0,0 0 1 0 0,-1 0-1 0 0,1 0 0 0 0,0 1 1 0 0,0-1-1 0 0,-1 0 1 0 0,1 1-1 0 0,0-1 1 0 0,0 1-1 0 0,0-1-94 0 0,3 2 179 0 0,0 1-1 0 0,0 0 1 0 0,0 0-1 0 0,-1 0 1 0 0,1 0-1 0 0,-1 0 1 0 0,0 1-1 0 0,0-1 1 0 0,5 8-1 0 0,-1-2 84 0 0,119 138 883 0 0,-69-88-3809 0 0,-56-58 2232 0 0,1-1 0 0 0,0 1 0 0 0,-1 0 0 0 0,1-1 1 0 0,0 1-1 0 0,-1-1 0 0 0,1 1 0 0 0,0-1 0 0 0,0 0 0 0 0,-1 1 1 0 0,1-1-1 0 0,0 0 0 0 0,0 0 0 0 0,-1-1 0 0 0,1 1 0 0 0,0 0 1 0 0,0 0-1 0 0,-1-1 0 0 0,1 1 0 0 0,0-1 0 0 0,-1 0 0 0 0,1 0 1 0 0,0 1-1 0 0,-1-1 0 0 0,3-2 0 0 0,5-5-4842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71 2504 0 0,'-26'-62'13710'0'0,"25"61"-13619"0"0,1 1 0 0 0,0-1 0 0 0,-1 1-1 0 0,1-1 1 0 0,-1 1 0 0 0,1-1 0 0 0,-1 1 0 0 0,1-1 0 0 0,-1 1-1 0 0,1-1 1 0 0,-1 1 0 0 0,1 0 0 0 0,-1-1 0 0 0,0 1 0 0 0,1 0-1 0 0,-1 0 1 0 0,1 0 0 0 0,-1-1 0 0 0,0 1 0 0 0,1 0 0 0 0,-1 0-1 0 0,0 0 1 0 0,1 0 0 0 0,-1 0 0 0 0,0 0 0 0 0,1 0-1 0 0,-1 0 1 0 0,0 0 0 0 0,0 1 0 0 0,-20 8 1325 0 0,5 4-332 0 0,0 1 0 0 0,0 1 1 0 0,-22 27-1 0 0,-35 56 789 0 0,51-67-1523 0 0,-109 173 591 0 0,83-114-8000 0 0,41-80 4330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8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78 177 2488 0 0,'-29'-91'16240'0'0,"11"33"-12255"0"0,18 56-4457 0 0,0 1 1 0 0,-1 0 0 0 0,1-1 0 0 0,0 1-1 0 0,-1 0 1 0 0,1 0 0 0 0,-1 0 0 0 0,1-1-1 0 0,-1 1 1 0 0,0 0 0 0 0,1 0 0 0 0,-1 0-1 0 0,0 0 1 0 0,0 0 0 0 0,0 0 0 0 0,0 0-1 0 0,0 0 1 0 0,0 1 0 0 0,0-1 0 0 0,0 0-1 0 0,0 0 1 0 0,0 1 0 0 0,0-1 0 0 0,-1 1-1 0 0,1-1 1 0 0,0 1 0 0 0,0 0 0 0 0,-1-1-1 0 0,1 1 1 0 0,0 0 0 0 0,0 0 0 0 0,-2 0-1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8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3172 0 0,'-291'27'18824'0'0,"290"-27"-18765"0"0,0 0 0 0 0,0 0-1 0 0,0 0 1 0 0,0 0 0 0 0,0 1 0 0 0,1-1-1 0 0,-1 0 1 0 0,0 1 0 0 0,0-1 0 0 0,0 0-1 0 0,0 1 1 0 0,0-1 0 0 0,0 1 0 0 0,-1 0-1 0 0,2 0-37 0 0,0-1 0 0 0,0 0-1 0 0,0 0 1 0 0,0 1-1 0 0,0-1 1 0 0,0 0-1 0 0,0 0 1 0 0,0 1 0 0 0,0-1-1 0 0,0 0 1 0 0,-1 1-1 0 0,2-1 1 0 0,-1 0-1 0 0,0 0 1 0 0,0 1-1 0 0,0-1 1 0 0,0 0 0 0 0,0 0-1 0 0,0 1 1 0 0,0-1-1 0 0,0 0 1 0 0,0 0-1 0 0,0 1 1 0 0,0-1 0 0 0,1 0-1 0 0,-1 0 1 0 0,0 1-1 0 0,0-1 1 0 0,0 0-1 0 0,0 0 1 0 0,1 1 0 0 0,1 0 32 0 0,0 1 1 0 0,0-1 0 0 0,-1 1 0 0 0,2-1 0 0 0,-1 0 0 0 0,0 0 0 0 0,0 0-1 0 0,0 0 1 0 0,5 2 0 0 0,69 12-439 0 0,110 8 1 0 0,-111-15-418 0 0,319 31-4747 0 0,-129-20-2114 0 0,-136-10 776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8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8229 0 0,'0'0'24377'0'0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7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19 146 1352 0 0,'0'-15'6267'0'0,"-11"-26"3062"0"0,10 39-8533 0 0,-4-11 3817 0 0,5 13-4473 0 0,0-1-1 0 0,0 1 0 0 0,-1-1 0 0 0,1 1 0 0 0,0-1 1 0 0,0 1-1 0 0,0-1 0 0 0,0 1 0 0 0,0-1 1 0 0,0 1-1 0 0,0-1 0 0 0,0 1 0 0 0,0-1 0 0 0,0 0 1 0 0,0 1-1 0 0,1-1 0 0 0,-1 1 0 0 0,0-1 0 0 0,0 1 1 0 0,0-1-1 0 0,1 1 0 0 0,-1 0 0 0 0,0-1 1 0 0,0 1-1 0 0,1-1 0 0 0,-1 1 0 0 0,1 0 0 0 0,-1-1 1 0 0,0 1-1 0 0,2-1 0 0 0,42-11 67 0 0,1 3 1 0 0,90-8-1 0 0,-64 10-154 0 0,136-8-509 0 0,-68 17-3861 0 0,-130-2 3240 0 0,-1 0 0 0 0,1 1-1 0 0,-1 0 1 0 0,0 0-1 0 0,1 1 1 0 0,-1 0-1 0 0,15 7 1 0 0,-16 0-5020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13 1792 0 0,'-3'-1'2635'0'0,"-15"-4"2794"0"0,14 4-4464 0 0,1-1-1 0 0,-1 1 0 0 0,0 0 1 0 0,0 1-1 0 0,0-1 1 0 0,0 1-1 0 0,0-1 0 0 0,-5 2 1 0 0,7 0-855 0 0,0 1 1 0 0,1-1 0 0 0,-1 1-1 0 0,0 0 1 0 0,1 0 0 0 0,-1 0-1 0 0,1 0 1 0 0,0 0-1 0 0,0 0 1 0 0,0 0 0 0 0,0 0-1 0 0,0 0 1 0 0,0 1 0 0 0,0-1-1 0 0,0 3 1 0 0,1-5-72 0 0,-84 301 5496 0 0,12-38-6666 0 0,49-186-5835 0 0,16-66 3546 0 0,-10-5-8539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1452 0 0,'-16'2'5289'0'0,"12"-1"-4624"0"0,1 0 0 0 0,-1 0 0 0 0,0 0-1 0 0,1 1 1 0 0,-1-1 0 0 0,1 1 0 0 0,-1 0 0 0 0,-4 3-1 0 0,7-3-516 0 0,-1-1 0 0 0,1 0-1 0 0,0 1 1 0 0,-1-1-1 0 0,1 1 1 0 0,0-1 0 0 0,0 1-1 0 0,0-1 1 0 0,0 1-1 0 0,0 0 1 0 0,1 0-1 0 0,-1-1 1 0 0,1 1 0 0 0,-1 0-1 0 0,1 0 1 0 0,-1 0-1 0 0,1 0 1 0 0,0-1 0 0 0,0 4-1 0 0,0-4-109 0 0,0 0-1 0 0,1 1 1 0 0,-1-1 0 0 0,0 0-1 0 0,1 0 1 0 0,-1 1-1 0 0,1-1 1 0 0,0 0 0 0 0,-1 0-1 0 0,1 0 1 0 0,0 0 0 0 0,0 0-1 0 0,-1 0 1 0 0,1 0-1 0 0,0 0 1 0 0,0 0 0 0 0,0 0-1 0 0,0-1 1 0 0,0 1-1 0 0,2 1 1 0 0,25 11 317 0 0,-24-11-294 0 0,13 4 45 0 0,0-1 1 0 0,0-1 0 0 0,0 0-1 0 0,32 2 1 0 0,72-3-1054 0 0,-109-3 677 0 0,104-5-2831 0 0,-39-5-2095 0 0,-31 0-301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31 1992 0 0,'1'-3'2272'0'0,"1"-6"-1167"0"0,-1-9 9726 0 0,-1 18-10758 0 0,-9 15 1083 0 0,-39 98 3512 0 0,-9 65-3123 0 0,34-100-815 0 0,22-76-654 0 0,0-5-680 0 0,0-3 446 0 0,0 0 0 0 0,1 0 0 0 0,0 0-1 0 0,0 0 1 0 0,0 0 0 0 0,0 0 0 0 0,1 0 0 0 0,0 0-1 0 0,1 0 1 0 0,-1 0 0 0 0,1 0 0 0 0,3-6 0 0 0,4-10-336 0 0,20-37 1 0 0,-18 39 309 0 0,2 1 1 0 0,15-21 0 0 0,-24 35 153 0 0,-1 1-1 0 0,1 0 1 0 0,0 0 0 0 0,0 0 0 0 0,0 0-1 0 0,1 1 1 0 0,-1 0 0 0 0,1 0 0 0 0,0 0-1 0 0,0 1 1 0 0,0-1 0 0 0,0 1 0 0 0,0 0-1 0 0,8-2 1 0 0,-9 4 15 0 0,0-1 0 0 0,0 1 0 0 0,-1 0 0 0 0,1 0 0 0 0,0 1-1 0 0,-1-1 1 0 0,1 1 0 0 0,0 0 0 0 0,-1-1 0 0 0,1 2 0 0 0,-1-1 0 0 0,1 0 0 0 0,-1 1-1 0 0,1 0 1 0 0,-1-1 0 0 0,3 4 0 0 0,-1-2 4 0 0,-1 1 1 0 0,1 0-1 0 0,-1 1 0 0 0,0-1 0 0 0,0 1 0 0 0,-1 0 1 0 0,1 0-1 0 0,-1 0 0 0 0,3 7 0 0 0,-2-2 26 0 0,0 0 0 0 0,0-1 0 0 0,-1 1 0 0 0,-1 1 1 0 0,1-1-1 0 0,-2 0 0 0 0,1 1 0 0 0,-2-1 0 0 0,1 1 0 0 0,-3 19 0 0 0,-3-6 152 0 0,5-24-151 0 0,0 1 1 0 0,0 0-1 0 0,0 0 1 0 0,0-1 0 0 0,0 1-1 0 0,-1 0 1 0 0,1 0-1 0 0,0 0 1 0 0,0-1-1 0 0,-1 1 1 0 0,1 0 0 0 0,-1-1-1 0 0,1 1 1 0 0,0 0-1 0 0,-1-1 1 0 0,1 1-1 0 0,-1 0 1 0 0,0-1 0 0 0,1 1-1 0 0,-1-1 1 0 0,1 1-1 0 0,-2 0 1 0 0,1-1-15 0 0,0-1 0 0 0,0 1 0 0 0,1-1 0 0 0,-1 1 0 0 0,0-1 0 0 0,0 1-1 0 0,1-1 1 0 0,-1 1 0 0 0,0-1 0 0 0,1 0 0 0 0,-1 1 0 0 0,1-1 0 0 0,-1 0 0 0 0,1 1 0 0 0,-1-1 0 0 0,1 0 0 0 0,0 0 0 0 0,-1 1 0 0 0,1-1 0 0 0,0 0 0 0 0,-1 0 0 0 0,1 0 0 0 0,0 0 0 0 0,0-1 0 0 0,0-1-5 0 0,0-1 0 0 0,0 1 0 0 0,0 0 0 0 0,1-1 1 0 0,-1 1-1 0 0,3-7 0 0 0,1-2-28 0 0,1-1 0 0 0,11-18 1 0 0,-6 13 7 0 0,1 1 0 0 0,1 0 1 0 0,0 1-1 0 0,1 1 1 0 0,20-19-1 0 0,-26 27 6 0 0,1 0 1 0 0,0 1-1 0 0,1 0 0 0 0,-1 0 0 0 0,1 0 1 0 0,1 1-1 0 0,-1 1 0 0 0,1 0 0 0 0,-1 0 0 0 0,1 1 1 0 0,0 0-1 0 0,12-2 0 0 0,-18 4 20 0 0,1 1-1 0 0,-1 0 0 0 0,1 0 1 0 0,-1 0-1 0 0,1 0 1 0 0,-1 1-1 0 0,1-1 1 0 0,-1 1-1 0 0,1 0 1 0 0,-1 1-1 0 0,0-1 0 0 0,1 1 1 0 0,-1 0-1 0 0,0 0 1 0 0,0 0-1 0 0,0 0 1 0 0,0 1-1 0 0,-1-1 1 0 0,1 1-1 0 0,-1 0 0 0 0,1 1 1 0 0,-1-1-1 0 0,0 0 1 0 0,0 1-1 0 0,3 5 1 0 0,-3-3 59 0 0,0 0 0 0 0,0 1 0 0 0,-1-1 1 0 0,1 1-1 0 0,-1 0 0 0 0,-1 0 1 0 0,1-1-1 0 0,-1 1 0 0 0,-1 0 1 0 0,1 0-1 0 0,-1 1 0 0 0,0-1 0 0 0,-1 0 1 0 0,1 0-1 0 0,-4 11 0 0 0,-9 25 80 0 0,1-5-1603 0 0,7-1-3611 0 0,5-37 4845 0 0,0 1 1 0 0,0-1-1 0 0,0 1 0 0 0,0 0 0 0 0,1-1 1 0 0,-1 1-1 0 0,0-1 0 0 0,0 1 1 0 0,0-1-1 0 0,1 1 0 0 0,-1-1 1 0 0,0 0-1 0 0,0 1 0 0 0,1-1 0 0 0,-1 1 1 0 0,0-1-1 0 0,1 0 0 0 0,-1 1 1 0 0,1-1-1 0 0,-1 1 0 0 0,0-1 0 0 0,2 1 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8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59 3140 0 0,'6'-10'2489'0'0,"13"-19"7145"0"0,-11 10-4117 0 0,-7 21-4926 0 0,0 1-298 0 0,0 1-1 0 0,-1-1 1 0 0,0 0 0 0 0,0 1-1 0 0,0-1 1 0 0,0 0-1 0 0,0 1 1 0 0,0-1-1 0 0,-1 0 1 0 0,-1 4 0 0 0,-11 40 2373 0 0,7-31-1899 0 0,-175 524 3977 0 0,140-429-4744 0 0,-4-2 0 0 0,-64 109 0 0 0,107-214 6 0 0,-1 1-40 0 0,1 0 0 0 0,-1-1 0 0 0,0 1 0 0 0,0-1 0 0 0,0 0 0 0 0,-1 0-1 0 0,-7 6 1 0 0,10-10-204 0 0,1 1-1 0 0,-1-1 1 0 0,0 0-1 0 0,0 1 1 0 0,0-1-1 0 0,0 0 1 0 0,0 0-1 0 0,0 0 0 0 0,0 0 1 0 0,0 0-1 0 0,0 0 1 0 0,0 0-1 0 0,0 0 1 0 0,1-1-1 0 0,-1 1 1 0 0,0 0-1 0 0,0 0 1 0 0,0-1-1 0 0,0 1 0 0 0,0-1 1 0 0,0 1-1 0 0,1-1 1 0 0,-1 1-1 0 0,0-1 1 0 0,0 1-1 0 0,0-2 1 0 0,-17-18-5337 0 0,11 2-1379 0 0,1-6-4173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2392 0 0,'6'-15'1987'0'0,"-3"5"-682"0"0,0 0 1 0 0,1 1-1 0 0,1-1 0 0 0,10-17 1 0 0,-13 25-1203 0 0,0-1 1 0 0,0 1-1 0 0,0 0 1 0 0,1 0-1 0 0,-1-1 1 0 0,1 1 0 0 0,-1 1-1 0 0,1-1 1 0 0,0 0-1 0 0,0 1 1 0 0,0-1-1 0 0,0 1 1 0 0,0 0 0 0 0,0 0-1 0 0,0 0 1 0 0,0 0-1 0 0,0 1 1 0 0,0-1-1 0 0,0 1 1 0 0,6 0 0 0 0,8 1 1 0 0,1 1 1 0 0,-1 1 0 0 0,0 0 0 0 0,0 2-1 0 0,0 0 1 0 0,0 0 0 0 0,-1 2 0 0 0,0 0-1 0 0,0 1 1 0 0,-1 0 0 0 0,0 1 0 0 0,0 1 0 0 0,19 17-1 0 0,-29-23 103 0 0,0 0 0 0 0,-1 1 0 0 0,0 0 0 0 0,0 0 0 0 0,0 0-1 0 0,0 0 1 0 0,-1 1 0 0 0,0-1 0 0 0,0 1 0 0 0,4 10 0 0 0,-6-13-114 0 0,0 0 1 0 0,-1 0-1 0 0,1 1 1 0 0,-1-1-1 0 0,0 0 1 0 0,0 0-1 0 0,0 0 1 0 0,0 0-1 0 0,-1 0 0 0 0,1 1 1 0 0,-1-1-1 0 0,0 0 1 0 0,0 0-1 0 0,0 0 1 0 0,0 0-1 0 0,0-1 1 0 0,-1 1-1 0 0,1 0 1 0 0,-1 0-1 0 0,0-1 1 0 0,0 1-1 0 0,0-1 1 0 0,-4 4-1 0 0,-3 3-17 0 0,-1-1 1 0 0,0 0-1 0 0,0-1 1 0 0,0-1-1 0 0,-1 1 0 0 0,0-1 1 0 0,-15 5-1 0 0,-45 11-2994 0 0,69-21 2412 0 0,0-1 0 0 0,0 0 0 0 0,1 0 0 0 0,-1 0 0 0 0,0 0-1 0 0,0 0 1 0 0,1 0 0 0 0,-1-1 0 0 0,0 1 0 0 0,0-1 0 0 0,1 1 0 0 0,-1-1 0 0 0,0 0 0 0 0,1 1 0 0 0,-1-1 0 0 0,-1-1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74 1860 0 0,'4'-3'1765'0'0,"0"0"0"0"0,0 0 0 0 0,1 0 0 0 0,-1 1 0 0 0,1-1 0 0 0,8-2 0 0 0,-12 5-582 0 0,0-1-981 0 0,-1 1 0 0 0,1-1 1 0 0,0 1-1 0 0,-1-1 0 0 0,1 1 0 0 0,0 0 0 0 0,-1-1 0 0 0,1 1 1 0 0,0 0-1 0 0,-1 0 0 0 0,1-1 0 0 0,0 1 0 0 0,0 0 1 0 0,-1 0-1 0 0,1 0 0 0 0,1 0 0 0 0,-2 3 92 0 0,1 1 0 0 0,-1-1 0 0 0,0 1 0 0 0,0-1 1 0 0,0 1-1 0 0,-1-1 0 0 0,1 1 0 0 0,-1-1 0 0 0,0 0 0 0 0,-1 5 0 0 0,-16 41 1963 0 0,12-34-1668 0 0,-4 13 200 0 0,-10 48 0 0 0,18-64-683 0 0,0 0 0 0 0,0 0 0 0 0,1 0-1 0 0,1 0 1 0 0,0 0 0 0 0,4 22-1 0 0,-4-31-79 0 0,1 0-1 0 0,0-1 1 0 0,0 1-1 0 0,-1-1 0 0 0,1 1 1 0 0,1-1-1 0 0,-1 0 1 0 0,0 1-1 0 0,1-1 1 0 0,-1 0-1 0 0,1 0 0 0 0,-1 0 1 0 0,1 0-1 0 0,0 0 1 0 0,0 0-1 0 0,0 0 0 0 0,0-1 1 0 0,4 3-1 0 0,-2-2 1 0 0,0-1-1 0 0,0 1 1 0 0,0-1 0 0 0,1 1-1 0 0,-1-1 1 0 0,0-1 0 0 0,1 1-1 0 0,-1-1 1 0 0,0 1 0 0 0,7-2-1 0 0,0 0 9 0 0,1 0-1 0 0,-1-1 0 0 0,0 0 1 0 0,1-1-1 0 0,-1-1 0 0 0,-1 0 1 0 0,20-9-1 0 0,-18 5-13 0 0,0-1 0 0 0,0 0 1 0 0,-1 0-1 0 0,0-1 0 0 0,-1 0 0 0 0,0-1 1 0 0,0 0-1 0 0,-1-1 0 0 0,-1 0 1 0 0,0 0-1 0 0,-1-1 0 0 0,6-13 0 0 0,-9 18-35 0 0,-2 1-1 0 0,1-1 1 0 0,-1 1-1 0 0,0-1 1 0 0,0 0-1 0 0,-1 0 0 0 0,0 0 1 0 0,-1 0-1 0 0,0 0 1 0 0,-1-11-1 0 0,0 13-2 0 0,0 1-1 0 0,-1-1 0 0 0,1 1 1 0 0,-1-1-1 0 0,0 1 0 0 0,-1 0 1 0 0,1 0-1 0 0,-1 0 0 0 0,0 0 1 0 0,0 1-1 0 0,-1-1 0 0 0,1 1 1 0 0,-1 0-1 0 0,0 0 1 0 0,0 0-1 0 0,-6-4 0 0 0,3 4 19 0 0,0-1 0 0 0,-1 1 0 0 0,0 0-1 0 0,0 1 1 0 0,0 0 0 0 0,0 0 0 0 0,-1 1 0 0 0,1 0-1 0 0,-1 0 1 0 0,1 1 0 0 0,-1 0 0 0 0,0 1 0 0 0,1 0-1 0 0,-1 0 1 0 0,-14 3 0 0 0,12-2-125 0 0,1 1 0 0 0,-1 0-1 0 0,1 1 1 0 0,0 0 0 0 0,0 1 0 0 0,0 0 0 0 0,0 0-1 0 0,1 1 1 0 0,-1 0 0 0 0,1 1 0 0 0,1 0 0 0 0,-13 11-1 0 0,19-15 2 0 0,-1 1-1 0 0,1-1 0 0 0,0 1 1 0 0,0 0-1 0 0,0 0 0 0 0,0 0 0 0 0,0 0 1 0 0,1 0-1 0 0,0 0 0 0 0,-1 0 0 0 0,1 0 1 0 0,0 0-1 0 0,0 1 0 0 0,1-1 1 0 0,-1 6-1 0 0,1-6 28 0 0,0-1-1 0 0,0 0 1 0 0,1 1 0 0 0,-1-1-1 0 0,1 0 1 0 0,0 0-1 0 0,-1 0 1 0 0,1 1 0 0 0,0-1-1 0 0,0 0 1 0 0,1 0 0 0 0,-1 0-1 0 0,0 0 1 0 0,1 0 0 0 0,-1-1-1 0 0,1 1 1 0 0,-1 0 0 0 0,1-1-1 0 0,0 1 1 0 0,0-1 0 0 0,0 0-1 0 0,0 1 1 0 0,0-1 0 0 0,2 1-1 0 0,9 4-270 0 0,1-1-1 0 0,-1 0 1 0 0,1-1-1 0 0,0-1 0 0 0,0 0 1 0 0,0 0-1 0 0,0-2 1 0 0,0 0-1 0 0,1 0 0 0 0,-1-2 1 0 0,0 0-1 0 0,22-3 1 0 0,-2-3-28 0 0,0-1 0 0 0,-1-1 0 0 0,0-2 0 0 0,33-16 0 0 0,-21 4 721 0 0,53-35 1 0 0,14-7 3890 0 0,-110 64-4102 0 0,0 1-93 0 0,-1 0 0 0 0,0 0 0 0 0,0 1 0 0 0,0-1 1 0 0,0 0-1 0 0,0 0 0 0 0,0 1 0 0 0,0-1 0 0 0,0 1 1 0 0,0-1-1 0 0,0 1 0 0 0,0 0 0 0 0,0-1 0 0 0,0 1 1 0 0,0 0-1 0 0,0-1 0 0 0,-1 1 0 0 0,1 0 0 0 0,0 0 1 0 0,-1 0-1 0 0,1 0 0 0 0,0 0 0 0 0,-1 0 0 0 0,1 0 1 0 0,-1 0-1 0 0,1 0 0 0 0,-1 0 0 0 0,0 0 0 0 0,0 0 1 0 0,1 0-1 0 0,-1 0 0 0 0,0 0 0 0 0,0 0 0 0 0,0 2 1 0 0,3 45 1089 0 0,-3-41-914 0 0,-1 14 231 0 0,-1 1-1 0 0,0 0 0 0 0,-2-1 0 0 0,-10 35 1 0 0,9-40-32 0 0,0-1 1 0 0,-2 1 0 0 0,0-2-1 0 0,0 1 1 0 0,-1-1 0 0 0,-19 25-1 0 0,25-37-216 0 0,-1 1-1 0 0,1 0 0 0 0,-1-1 0 0 0,0 0 0 0 0,0 0 0 0 0,-1 0 0 0 0,1 0 0 0 0,0 0 0 0 0,0 0 1 0 0,-1-1-1 0 0,1 0 0 0 0,-1 0 0 0 0,0 0 0 0 0,-5 1 0 0 0,7-2-131 0 0,1 0 0 0 0,-1 0 0 0 0,1 0 0 0 0,0 0 0 0 0,-1 0-1 0 0,1 0 1 0 0,-1-1 0 0 0,1 1 0 0 0,0-1 0 0 0,-1 1 0 0 0,1-1 0 0 0,0 1 0 0 0,-1-1 0 0 0,1 0 0 0 0,0 0 0 0 0,0 1-1 0 0,0-1 1 0 0,-1 0 0 0 0,0-2 0 0 0,0 0-25 0 0,0 0 0 0 0,1 1 0 0 0,-1-1 0 0 0,1 0-1 0 0,0 0 1 0 0,-1-1 0 0 0,1 1 0 0 0,1 0 0 0 0,-1 0 0 0 0,0 0-1 0 0,1-1 1 0 0,0-5 0 0 0,0 7-21 0 0,0-1-1 0 0,0 1 1 0 0,0 0-1 0 0,0-1 0 0 0,1 1 1 0 0,-1-1-1 0 0,1 1 1 0 0,0 0-1 0 0,-1 0 1 0 0,1-1-1 0 0,0 1 0 0 0,0 0 1 0 0,1 0-1 0 0,-1 0 1 0 0,0 0-1 0 0,4-3 1 0 0,-2 2-123 0 0,1-1 0 0 0,0 1 0 0 0,0 0 0 0 0,0 1 0 0 0,0-1 1 0 0,0 1-1 0 0,8-4 0 0 0,5 0-709 0 0,1 1 1 0 0,-1 0-1 0 0,25-2 0 0 0,-40 7 755 0 0,103-13-4175 0 0,41-7-2098 0 0,-118 14 2350 0 0,39-13 0 0 0,-39 7-1764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7:59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113 245 2008 0 0,'11'-26'3418'0'0,"-1"-1"-1"0"0,-1 0 0 0 0,9-43 1 0 0,-3 7 2945 0 0,-10 43-4074 0 0,-2 9-454 0 0,-5 22-682 0 0,-57 231 4282 0 0,57-234-5421 0 0,-42 137-14 0 0,-28 114 0 0 0,70-254 4 0 0,1 1 0 0 0,0-1-1 0 0,1 1 1 0 0,-1-1 0 0 0,1 1 0 0 0,0-1 0 0 0,1 1 0 0 0,-1-1-1 0 0,1 1 1 0 0,3 7 0 0 0,-3-10-17 0 0,0-1 1 0 0,0 0-1 0 0,0 0 0 0 0,0 0 1 0 0,1 0-1 0 0,-1 0 0 0 0,1 0 0 0 0,0 0 1 0 0,0 0-1 0 0,-1 0 0 0 0,1-1 0 0 0,0 1 1 0 0,0-1-1 0 0,0 1 0 0 0,1-1 1 0 0,-1 0-1 0 0,0 0 0 0 0,0 0 0 0 0,1 0 1 0 0,-1-1-1 0 0,1 1 0 0 0,-1 0 1 0 0,1-1-1 0 0,-1 0 0 0 0,5 1 0 0 0,9-1-1220 0 0,1 0-1 0 0,-1 0 1 0 0,1-2-1 0 0,-1 0 1 0 0,0 0-1 0 0,20-7 1 0 0,-15 2-2434 0 0,-1 0 1 0 0,24-12 0 0 0,-8-1-6775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44 872 0 0,'-182'-35'23510'0'0,"179"35"-22308"0"0,28-9-165 0 0,316 10-3332 0 0,-241 1-3129 0 0,0-1-4991 0 0,-84-1 4332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1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416 156 1084 0 0,'1'-3'1518'0'0,"8"-28"2846"0"0,-6 24-3424 0 0,-1 0 1 0 0,0 0-1 0 0,0-1 1 0 0,-1 1-1 0 0,0 0 1 0 0,1-9-1 0 0,-3 14-771 0 0,1-1 0 0 0,0 1 0 0 0,-1-1 0 0 0,1 1-1 0 0,-1-1 1 0 0,0 1 0 0 0,0-1 0 0 0,0 1 0 0 0,0 0 0 0 0,0-1 0 0 0,-1 1-1 0 0,1 0 1 0 0,0 0 0 0 0,-1 0 0 0 0,0 0 0 0 0,0 0 0 0 0,1 0 0 0 0,-1 0-1 0 0,0 1 1 0 0,0-1 0 0 0,-1 1 0 0 0,-2-2 0 0 0,1 0-89 0 0,-1 2 1 0 0,1-1-1 0 0,-1 0 1 0 0,1 1-1 0 0,-1 0 0 0 0,0 0 1 0 0,1 0-1 0 0,-1 1 1 0 0,0-1-1 0 0,-7 1 0 0 0,-45 7 296 0 0,40-3-329 0 0,2 1 1 0 0,-1 0-1 0 0,1 1 0 0 0,-1 0 0 0 0,2 1 0 0 0,-1 1 1 0 0,1 1-1 0 0,-16 11 0 0 0,14-7-27 0 0,1 0-1 0 0,0 0 1 0 0,1 1-1 0 0,1 1 1 0 0,0 1 0 0 0,-15 22-1 0 0,25-33 4 0 0,0 0 1 0 0,0 1-1 0 0,0-1 0 0 0,1 0 0 0 0,0 1 1 0 0,0 0-1 0 0,0-1 0 0 0,1 1 1 0 0,0 0-1 0 0,-1 10 0 0 0,2-15-18 0 0,0 0 1 0 0,0 0-1 0 0,1 0 1 0 0,-1 0-1 0 0,0 0 0 0 0,0-1 1 0 0,1 1-1 0 0,-1 0 0 0 0,1 0 1 0 0,-1 0-1 0 0,1 0 0 0 0,-1-1 1 0 0,1 1-1 0 0,-1 0 0 0 0,1-1 1 0 0,-1 1-1 0 0,1 0 0 0 0,0-1 1 0 0,0 1-1 0 0,-1-1 0 0 0,1 1 1 0 0,0-1-1 0 0,0 1 1 0 0,0-1-1 0 0,-1 0 0 0 0,1 1 1 0 0,0-1-1 0 0,0 0 0 0 0,0 0 1 0 0,0 0-1 0 0,1 1 0 0 0,28 0 81 0 0,-29-1-86 0 0,12-1-104 0 0,0-1-1 0 0,-1 0 1 0 0,1 0-1 0 0,0-2 0 0 0,-1 0 1 0 0,0 0-1 0 0,0-1 1 0 0,0 0-1 0 0,-1-1 0 0 0,0-1 1 0 0,0 0-1 0 0,0 0 1 0 0,-1-1-1 0 0,13-12 0 0 0,-2-1-86 0 0,-2 0 0 0 0,0-2-1 0 0,-2 0 1 0 0,0-1 0 0 0,16-32 0 0 0,-25 43 161 0 0,-7 12 69 0 0,-2 3 30 0 0,-10 22 366 0 0,1-1-41 0 0,0 1-89 0 0,2-1 0 0 0,-7 32-1 0 0,14-48-340 0 0,-1 0 0 0 0,1 0 0 0 0,1 0-1 0 0,-1 0 1 0 0,1 0 0 0 0,0 0-1 0 0,1 0 1 0 0,0 0 0 0 0,0 0 0 0 0,0 0-1 0 0,1 0 1 0 0,5 12 0 0 0,-6-17-163 0 0,0 0 1 0 0,0 0 0 0 0,1 0 0 0 0,-1-1-1 0 0,1 1 1 0 0,-1-1 0 0 0,1 1 0 0 0,0-1-1 0 0,0 1 1 0 0,0-1 0 0 0,0 0-1 0 0,-1 0 1 0 0,2 0 0 0 0,-1 0 0 0 0,0 0-1 0 0,4 1 1 0 0,-1-1-817 0 0,0 0 0 0 0,0 0 0 0 0,0 0 0 0 0,0-1 1 0 0,-1 0-1 0 0,9 0 0 0 0,4-3-4508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1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82 1204 0 0,'2'-3'2094'0'0,"8"-19"4299"0"0,-3 6-3546 0 0,-3 19-2311 0 0,-4-3-516 0 0,1 0 0 0 0,-1 0 0 0 0,0 0-1 0 0,1 0 1 0 0,-1 0 0 0 0,0 0 0 0 0,0 0 0 0 0,1 0-1 0 0,-1 0 1 0 0,0 0 0 0 0,0 0 0 0 0,1 0 0 0 0,-1 0 0 0 0,0 1-1 0 0,0-1 1 0 0,1 0 0 0 0,-1 0 0 0 0,0 0 0 0 0,0 0-1 0 0,0 1 1 0 0,1-1 0 0 0,-1 0 0 0 0,0 0 0 0 0,0 0-1 0 0,0 1 1 0 0,0-1 0 0 0,1 0 0 0 0,-1 0 0 0 0,0 1 0 0 0,0-1-1 0 0,0 0 1 0 0,0 1 0 0 0,10 22 1291 0 0,-1 1 0 0 0,-1 0 1 0 0,7 34-1 0 0,-12-44-939 0 0,-2 0-1 0 0,1 0 1 0 0,-2 0 0 0 0,0 0 0 0 0,0 0-1 0 0,-1 0 1 0 0,-6 26 0 0 0,7-38-304 0 0,-1 0 0 0 0,1-1 0 0 0,-1 1 0 0 0,1 0 0 0 0,-1-1 0 0 0,1 1 0 0 0,-1 0 0 0 0,0-1-1 0 0,0 1 1 0 0,0-1 0 0 0,0 1 0 0 0,0-1 0 0 0,0 1 0 0 0,0-1 0 0 0,-1 0 0 0 0,1 0 0 0 0,0 1 0 0 0,-1-1 0 0 0,1 0 0 0 0,-1 0 0 0 0,0-1 0 0 0,1 1 0 0 0,-1 0 0 0 0,1 0 0 0 0,-4 0 0 0 0,4-1-55 0 0,0 0 1 0 0,0 0-1 0 0,0 0 0 0 0,0 0 0 0 0,0 0 1 0 0,0 0-1 0 0,0 0 0 0 0,0 0 0 0 0,0 0 1 0 0,0 0-1 0 0,0-1 0 0 0,0 1 0 0 0,0-1 1 0 0,0 1-1 0 0,0-1 0 0 0,0 1 0 0 0,0-1 1 0 0,0 1-1 0 0,1-1 0 0 0,-1 0 0 0 0,0 1 1 0 0,0-1-1 0 0,1 0 0 0 0,-2-1 0 0 0,-11-21-21 0 0,11 17-23 0 0,1 0 0 0 0,0 0 1 0 0,0 0-1 0 0,0 0 0 0 0,1-1 1 0 0,0 1-1 0 0,0 0 0 0 0,0 0 1 0 0,1 0-1 0 0,0 0 0 0 0,4-12 1 0 0,-2 9-9 0 0,1-1 1 0 0,0 1 0 0 0,1 0-1 0 0,0 0 1 0 0,0 0 0 0 0,12-13-1 0 0,-4 7-3 0 0,1 0 0 0 0,1 1 1 0 0,1 1-1 0 0,0 0 0 0 0,0 1 0 0 0,31-17 0 0 0,-32 22 10 0 0,-1 0 0 0 0,1 1-1 0 0,0 0 1 0 0,1 1 0 0 0,-1 1 0 0 0,31-4 0 0 0,-40 7 22 0 0,0 1 0 0 0,0 0 0 0 0,1-1 0 0 0,-1 2 0 0 0,0-1 1 0 0,0 1-1 0 0,0 0 0 0 0,0 0 0 0 0,0 1 0 0 0,0 0 0 0 0,0 0 0 0 0,0 0 0 0 0,0 1 0 0 0,-1 0 0 0 0,1 0 1 0 0,-1 0-1 0 0,0 0 0 0 0,0 1 0 0 0,0 0 0 0 0,7 8 0 0 0,-8-7 34 0 0,-1-1 0 0 0,0 1-1 0 0,-1 0 1 0 0,1 0 0 0 0,-1 0 0 0 0,0 0-1 0 0,0 0 1 0 0,0 1 0 0 0,-1-1 0 0 0,0 1-1 0 0,0-1 1 0 0,0 1 0 0 0,-1-1-1 0 0,0 1 1 0 0,0 0 0 0 0,-2 10 0 0 0,-2 7 185 0 0,0-1 0 0 0,-16 41 0 0 0,5-14-86 0 0,-3 14-1175 0 0,18-63 1021 0 0,0 0 1 0 0,0 1-1 0 0,-1-1 1 0 0,1 0-1 0 0,0 1 0 0 0,0-1 1 0 0,1 0-1 0 0,-1 1 1 0 0,0-1-1 0 0,0 0 0 0 0,0 1 1 0 0,0-1-1 0 0,0 0 1 0 0,0 1-1 0 0,0-1 0 0 0,0 0 1 0 0,1 0-1 0 0,-1 1 1 0 0,0-1-1 0 0,0 0 0 0 0,0 0 1 0 0,1 1-1 0 0,-1-1 0 0 0,0 0 1 0 0,0 0-1 0 0,0 1 1 0 0,1-1-1 0 0,-1 0 0 0 0,0 0 1 0 0,1 0-1 0 0,-1 1 1 0 0,0-1-1 0 0,1 0 0 0 0,-1 0 1 0 0,0 0-1 0 0,1 0 1 0 0,-1 0-1 0 0,0 0 0 0 0,1 0 1 0 0,-1 0-1 0 0,1 0 1 0 0,11-1-844 0 0,-11 1 860 0 0,12-4-795 0 0,-1 1 0 0 0,1-2-1 0 0,-1 0 1 0 0,-1 0 0 0 0,1-1 0 0 0,16-12 0 0 0,61-50-3843 0 0,-85 65 4384 0 0,36-33-2984 0 0,-1-2-1111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1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138 239 1988 0 0,'20'-42'3447'0'0,"-1"-1"-1"0"0,-3-1 1 0 0,12-47 0 0 0,-26 87-3489 0 0,0-8 2201 0 0,-4 10-954 0 0,-4 5-734 0 0,3 1-189 0 0,-1-1-1 0 0,2 1 1 0 0,-1 1 0 0 0,0-1 0 0 0,1 0-1 0 0,0 1 1 0 0,0-1 0 0 0,0 1 0 0 0,-2 7 0 0 0,-2 6 506 0 0,-20 50 3030 0 0,-32 138 1 0 0,35-112-2318 0 0,17-70-1436 0 0,-63 276 325 0 0,68-288-390 0 0,2 5 0 0 0,-1-16 0 0 0,1 0 0 0 0,-1-1 0 0 0,0 1 0 0 0,1 0 0 0 0,-1 0 0 0 0,1 0 0 0 0,-1 0 0 0 0,1 0 0 0 0,-1-1 0 0 0,1 1 0 0 0,-1 0 0 0 0,1-1 0 0 0,0 1 0 0 0,1 1 0 0 0,1-1-157 0 0,-1 0-1 0 0,1 0 1 0 0,0 0-1 0 0,0 0 1 0 0,0 0-1 0 0,0-1 1 0 0,0 1-1 0 0,0-1 1 0 0,0 0-1 0 0,0 0 1 0 0,0 0-1 0 0,0 0 1 0 0,0-1-1 0 0,0 1 1 0 0,0-1-1 0 0,5-1 1 0 0,50-20-3906 0 0,-50 18 3681 0 0,69-35-5822 0 0,-30 7-1594 0 0,-19 8-1441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66 2292 0 0,'-107'-19'17682'0'0,"105"18"-16098"0"0,20-3-1149 0 0,16 1-163 0 0,58 2 0 0 0,-12 1-204 0 0,-40-2-377 0 0,175-10-2208 0 0,-72-5-5130 0 0,-128 14 3732 0 0,-4-1-1898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75 672 0 0,'8'-44'12869'0'0,"-3"16"-6798"0"0,-5 26-4728 0 0,-2 4-966 0 0,0 1 0 0 0,0 0 1 0 0,0-1-1 0 0,1 1 1 0 0,-1 0-1 0 0,-1 5 1 0 0,2-5-40 0 0,-113 264 3369 0 0,20 9 949 0 0,63-184-4187 0 0,27-79-469 0 0,-185 573 0 0 0,184-571 0 0 0,-9 30 0 0 0,-28 63 0 0 0,42-107 0 0 0,0-1 1 0 0,0 1-1 0 0,0-1 1 0 0,0 0-1 0 0,0 1 1 0 0,0-1-1 0 0,-1 0 1 0 0,1 1-1 0 0,0-1 1 0 0,0 1-1 0 0,-1-1 0 0 0,1 0 1 0 0,0 1-1 0 0,0-1 1 0 0,-1 0-1 0 0,1 0 1 0 0,0 1-1 0 0,-1-1 1 0 0,1 0-1 0 0,0 0 1 0 0,-1 1-1 0 0,1-1 0 0 0,-1 0 1 0 0,1 0-1 0 0,0 0 1 0 0,-1 0-1 0 0,1 0 1 0 0,-1 1-1 0 0,1-1 1 0 0,0 0-1 0 0,-1 0 1 0 0,1 0-1 0 0,-1 0 0 0 0,1 0 1 0 0,0 0-1 0 0,-2-1 1 0 0,-2-2-85 0 0,2 1-162 0 0,1 0 1 0 0,-1 1 0 0 0,1-1-1 0 0,-1 0 1 0 0,1 0 0 0 0,0 0 0 0 0,0 0-1 0 0,0 0 1 0 0,0 0 0 0 0,0 0-1 0 0,1 0 1 0 0,-1 0 0 0 0,0-4-1 0 0,-3-31-3292 0 0,4 28 2741 0 0,0-27-3302 0 0,1 1 0 0 0,12-71 0 0 0,-9 83 1636 0 0,3-34-5303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0 277 1832 0 0,'8'-24'1613'0'0,"0"0"0"0"0,2 0-1 0 0,0 1 1 0 0,1 1 0 0 0,22-32-1 0 0,-27 45-1413 0 0,1 1-1 0 0,0 0 1 0 0,0 0-1 0 0,0 1 1 0 0,1 0 0 0 0,0 0-1 0 0,1 1 1 0 0,-1 0-1 0 0,1 1 1 0 0,0 0-1 0 0,1 0 1 0 0,-1 1 0 0 0,1 0-1 0 0,0 0 1 0 0,20-3-1 0 0,-13 4-46 0 0,1 2-1 0 0,0 0 0 0 0,-1 1 1 0 0,1 0-1 0 0,-1 2 0 0 0,1 0 0 0 0,-1 1 1 0 0,1 1-1 0 0,27 9 0 0 0,-32-8 55 0 0,-1-1-1 0 0,-1 2 0 0 0,1-1 0 0 0,-1 2 1 0 0,0-1-1 0 0,0 2 0 0 0,-1-1 0 0 0,0 2 1 0 0,0-1-1 0 0,-1 1 0 0 0,0 1 0 0 0,0-1 1 0 0,13 22-1 0 0,-20-27 16 0 0,1 0 1 0 0,-1 1 0 0 0,0 0-1 0 0,0 0 1 0 0,-1-1 0 0 0,0 1-1 0 0,1 0 1 0 0,-1 0 0 0 0,-1 0-1 0 0,1 0 1 0 0,-1 0 0 0 0,0 1 0 0 0,0-1-1 0 0,-1 0 1 0 0,1 0 0 0 0,-1 0-1 0 0,0 0 1 0 0,-1 0 0 0 0,1-1-1 0 0,-1 1 1 0 0,0 0 0 0 0,0 0-1 0 0,0-1 1 0 0,-1 0 0 0 0,1 1-1 0 0,-1-1 1 0 0,-5 6 0 0 0,1-3-16 0 0,0 0 1 0 0,0 0-1 0 0,0-1 1 0 0,-1 0-1 0 0,0 0 0 0 0,0-1 1 0 0,0 0-1 0 0,-1-1 1 0 0,0 1-1 0 0,0-2 1 0 0,0 1-1 0 0,0-1 1 0 0,-17 3-1 0 0,11-4-103 0 0,-1 0 0 0 0,0-1 1 0 0,1-1-1 0 0,-31-3 0 0 0,36 1-398 0 0,0 1 1 0 0,1-2-1 0 0,-1 1 1 0 0,0-2-1 0 0,1 1 0 0 0,0-1 1 0 0,0-1-1 0 0,-15-8 1 0 0,23 12 42 0 0,-1 0 0 0 0,1 0 0 0 0,0 0 0 0 0,0 0 0 0 0,-1 0 0 0 0,1 0 0 0 0,0 0 0 0 0,0 0 0 0 0,0 0 0 0 0,0-1 0 0 0,1 1 0 0 0,-1 0 0 0 0,0-1 0 0 0,0 1 0 0 0,1-1 0 0 0,-1 1 0 0 0,1-1 0 0 0,-1 1 0 0 0,1-1 0 0 0,0 1 0 0 0,-1-3 0 0 0,2 2-51 0 0,-1-1 0 0 0,1 1 1 0 0,-1 0-1 0 0,1 0 0 0 0,0 0 0 0 0,-1 0 0 0 0,1 0 0 0 0,0 0 0 0 0,0 1 0 0 0,1-1 0 0 0,-1 0 0 0 0,0 0 0 0 0,3-2 0 0 0,5-5-1401 0 0,1 1 0 0 0,0 1-1 0 0,0-1 1 0 0,14-6 0 0 0,-21 12 988 0 0,21-13-3892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1 372 2416 0 0,'45'-31'8532'0'0,"-35"23"-6125"0"0,1 0 1 0 0,16-9-1 0 0,-25 16-2116 0 0,13 3 146 0 0,-11-2-382 0 0,-1 1 1 0 0,0 0 0 0 0,0 0 0 0 0,1 0-1 0 0,-1 0 1 0 0,0 1 0 0 0,0-1-1 0 0,0 1 1 0 0,-1 0 0 0 0,1 0-1 0 0,0 0 1 0 0,-1 0 0 0 0,1 0-1 0 0,3 6 1 0 0,25 35 739 0 0,-31-43-788 0 0,5 10 186 0 0,0 0 1 0 0,0 1 0 0 0,-1 0 0 0 0,-1-1 0 0 0,0 1-1 0 0,0 0 1 0 0,-1 1 0 0 0,0-1 0 0 0,-1 0 0 0 0,0 1 0 0 0,-1-1-1 0 0,-1 1 1 0 0,0-1 0 0 0,0 0 0 0 0,-1 0 0 0 0,0 1-1 0 0,-1-1 1 0 0,0 0 0 0 0,-1-1 0 0 0,0 1 0 0 0,-1-1-1 0 0,-9 16 1 0 0,-6-5 1008 0 0,18-19-870 0 0,-1-3-214 0 0,2 1-114 0 0,0 0 0 0 0,0 0 1 0 0,0 0-1 0 0,1-1 0 0 0,-1 1 1 0 0,0-1-1 0 0,0 1 0 0 0,0 0 1 0 0,0-1-1 0 0,0 0 0 0 0,1 1 0 0 0,-1-1 1 0 0,0 1-1 0 0,1-1 0 0 0,-1 0 1 0 0,0 0-1 0 0,1 1 0 0 0,-1-1 1 0 0,1 0-1 0 0,-1 0 0 0 0,1 0 1 0 0,-1 1-1 0 0,1-1 0 0 0,-1 0 0 0 0,1 0 1 0 0,0 0-1 0 0,0 0 0 0 0,-1-1 1 0 0,1-2-10 0 0,0 1 0 0 0,0-1 0 0 0,0 0 0 0 0,1 1 0 0 0,-1-1 0 0 0,1 1 0 0 0,0-1 1 0 0,1-3-1 0 0,3-7-36 0 0,1 0 1 0 0,0 1-1 0 0,10-15 0 0 0,-6 14-20 0 0,1 0-1 0 0,0 1 0 0 0,1 0 0 0 0,0 1 0 0 0,1 1 1 0 0,1 0-1 0 0,0 1 0 0 0,0 0 0 0 0,1 1 0 0 0,0 0 1 0 0,0 2-1 0 0,23-9 0 0 0,-34 14 14 0 0,0 1-1 0 0,-1 0 1 0 0,1 0 0 0 0,0 0-1 0 0,0 0 1 0 0,0 0-1 0 0,-1 1 1 0 0,1 0 0 0 0,0-1-1 0 0,0 2 1 0 0,0-1 0 0 0,0 0-1 0 0,0 1 1 0 0,0 0-1 0 0,7 2 1 0 0,-9-2 31 0 0,0 1 1 0 0,1-1-1 0 0,-1 1 1 0 0,0-1-1 0 0,0 1 0 0 0,0 0 1 0 0,-1 0-1 0 0,1 0 0 0 0,0 0 1 0 0,-1 0-1 0 0,1 0 1 0 0,-1 1-1 0 0,0-1 0 0 0,0 1 1 0 0,0-1-1 0 0,0 0 1 0 0,0 1-1 0 0,0 0 0 0 0,-1-1 1 0 0,1 1-1 0 0,-1-1 0 0 0,0 1 1 0 0,1 3-1 0 0,-1 16-10 0 0,-2 28-1 0 0,0-35 35 0 0,2 1 0 0 0,-1-1 0 0 0,2 1 0 0 0,2 15 0 0 0,-3-30 5 0 0,1 1 1 0 0,0 0 0 0 0,-1 0-1 0 0,1-1 1 0 0,0 1-1 0 0,0-1 1 0 0,0 1 0 0 0,0-1-1 0 0,0 1 1 0 0,0-1 0 0 0,0 1-1 0 0,1-1 1 0 0,-1 0 0 0 0,0 0-1 0 0,1 1 1 0 0,-1-1-1 0 0,1 0 1 0 0,-1 0 0 0 0,1-1-1 0 0,0 1 1 0 0,-1 0 0 0 0,1-1-1 0 0,0 1 1 0 0,0 0 0 0 0,-1-1-1 0 0,1 0 1 0 0,0 1 0 0 0,0-1-1 0 0,0 0 1 0 0,-1 0-1 0 0,1 0 1 0 0,2-1 0 0 0,6 1 6 0 0,0-1-1 0 0,-1-1 1 0 0,1 0 0 0 0,15-5 0 0 0,-8 1 2 0 0,0-1 0 0 0,-1 0 0 0 0,-1-1 0 0 0,1-1 0 0 0,-1-1-1 0 0,0 0 1 0 0,-1-1 0 0 0,21-20 0 0 0,-26 21-14 0 0,1 0-1 0 0,-1 0 1 0 0,-1-1-1 0 0,0-1 0 0 0,0 1 1 0 0,-2-1-1 0 0,1 0 1 0 0,-1-1-1 0 0,-1 0 0 0 0,0 0 1 0 0,5-23-1 0 0,-9 32-15 0 0,0 0 0 0 0,-1-1 0 0 0,1 1 0 0 0,-1-1 0 0 0,0 1 0 0 0,0-1 0 0 0,-1 1 0 0 0,0-1 0 0 0,1 1 0 0 0,-1-1-1 0 0,-1 1 1 0 0,1 0 0 0 0,0 0 0 0 0,-1-1 0 0 0,0 1 0 0 0,0 0 0 0 0,-1 1 0 0 0,1-1 0 0 0,-1 0 0 0 0,1 0 0 0 0,-1 1 0 0 0,0 0-1 0 0,0 0 1 0 0,-1 0 0 0 0,1 0 0 0 0,-1 0 0 0 0,0 0 0 0 0,-5-2 0 0 0,2 2-5 0 0,0 0 0 0 0,1 0-1 0 0,-1 1 1 0 0,0 0 0 0 0,-1 0 0 0 0,1 1 0 0 0,0-1-1 0 0,0 2 1 0 0,-1-1 0 0 0,1 1 0 0 0,0 0 0 0 0,-1 1-1 0 0,1 0 1 0 0,0 0 0 0 0,0 0 0 0 0,-13 5 0 0 0,8-1-30 0 0,0 0 1 0 0,0 1 0 0 0,1 1 0 0 0,0-1 0 0 0,0 2-1 0 0,1-1 1 0 0,-10 10 0 0 0,16-12-66 0 0,0-1 1 0 0,0 1 0 0 0,0 0-1 0 0,0-1 1 0 0,1 2-1 0 0,0-1 1 0 0,-4 9-1 0 0,5-11-12 0 0,1 1 0 0 0,0-1 0 0 0,1 0 0 0 0,-1 0 0 0 0,0 1 0 0 0,1-1 0 0 0,0 0 0 0 0,0 1 0 0 0,0-1-1 0 0,0 0 1 0 0,0 0 0 0 0,1 1 0 0 0,0-1 0 0 0,1 6 0 0 0,0-6-12 0 0,-1 0 1 0 0,1 0-1 0 0,0-1 1 0 0,0 1-1 0 0,0 0 1 0 0,0-1-1 0 0,0 0 0 0 0,1 1 1 0 0,-1-1-1 0 0,1 0 1 0 0,-1 0-1 0 0,1 0 1 0 0,0-1-1 0 0,0 1 0 0 0,0-1 1 0 0,0 1-1 0 0,5 0 1 0 0,7 3-493 0 0,-1-1 0 0 0,22 3 0 0 0,-33-7 522 0 0,39 6-711 0 0,0-2 0 0 0,0-3 0 0 0,0 0 0 0 0,0-3 0 0 0,0-2-1 0 0,0-1 1 0 0,-1-3 0 0 0,77-23 0 0 0,-98 24 829 0 0,-1-1 0 0 0,0-1 0 0 0,0 0 0 0 0,-1-2 0 0 0,0 0 0 0 0,-1-1 0 0 0,0-1 0 0 0,-1-1 0 0 0,20-21 0 0 0,-23 20 671 0 0,-1 1 0 0 0,-1-2-1 0 0,-1 1 1 0 0,0-1 0 0 0,-1-1-1 0 0,0 0 1 0 0,-2 0 0 0 0,0-1-1 0 0,-1 0 1 0 0,7-31 0 0 0,5-36 3664 0 0,-18 83-3816 0 0,-1 4-394 0 0,-8 12 280 0 0,0 0-1 0 0,2 1 1 0 0,0 0-1 0 0,0 0 0 0 0,1 0 1 0 0,-6 32-1 0 0,1-10 265 0 0,-149 639 4908 0 0,122-485-4871 0 0,-7-1-721 0 0,33-147 0 0 0,-2-1 0 0 0,-27 56 0 0 0,39-93 0 0 0,-1 0 0 0 0,1 0 0 0 0,-1-1 0 0 0,0 1 0 0 0,0-1 0 0 0,-1 1 0 0 0,1-1 0 0 0,-1 0 0 0 0,0 0 0 0 0,0 0 0 0 0,-1-1 0 0 0,-8 6 0 0 0,12-8 0 0 0,0 0 0 0 0,0-1 0 0 0,0 1 0 0 0,0 0 0 0 0,0-1 0 0 0,-1 1 0 0 0,1-1 0 0 0,0 0 0 0 0,0 1 0 0 0,0-1 0 0 0,-1 0 0 0 0,1 0 0 0 0,0 1 0 0 0,0-1 0 0 0,-1 0 0 0 0,1 0 0 0 0,0-1 0 0 0,-1 1 0 0 0,1 0 0 0 0,0 0 0 0 0,0-1 0 0 0,-2 1 0 0 0,-1-2 0 0 0,0 1 0 0 0,0 0 0 0 0,0-1 0 0 0,0 0 0 0 0,1 0 0 0 0,-1 0 0 0 0,0 0 0 0 0,1 0 0 0 0,-1-1 0 0 0,1 1 0 0 0,0-1 0 0 0,0 0 0 0 0,0 0 0 0 0,0 0 0 0 0,0-1 0 0 0,1 1 0 0 0,0 0 0 0 0,-1-1 0 0 0,-2-7 0 0 0,-1-2 0 0 0,0-1 0 0 0,1 1 0 0 0,1-1 0 0 0,-3-17 0 0 0,2-1-177 0 0,1 0 1 0 0,2 0-1 0 0,1 0 0 0 0,1 0 1 0 0,2 0-1 0 0,2 0 0 0 0,14-62 1 0 0,-5 46-126 0 0,3 0 1 0 0,1 0 0 0 0,3 2 0 0 0,35-62 0 0 0,-35 73 188 0 0,3 2 1 0 0,0 0-1 0 0,2 2 1 0 0,2 0-1 0 0,41-37 1 0 0,-47 50 70 0 0,1 0 1 0 0,0 2 0 0 0,2 0-1 0 0,0 2 1 0 0,0 0 0 0 0,1 2-1 0 0,1 1 1 0 0,42-13 0 0 0,-55 21 4 0 0,0 1 0 0 0,1 0 1 0 0,-1 1-1 0 0,0 1 1 0 0,0 0-1 0 0,1 0 0 0 0,-1 2 1 0 0,0-1-1 0 0,0 2 1 0 0,0 0-1 0 0,24 9 0 0 0,-29-9 4 0 0,0 0 0 0 0,-1 1-1 0 0,1 0 1 0 0,-1 1-1 0 0,0-1 1 0 0,0 2-1 0 0,-1-1 1 0 0,11 11-1 0 0,-13-11 23 0 0,0 0-1 0 0,-1 0 0 0 0,0 0 0 0 0,0 0 1 0 0,0 0-1 0 0,-1 0 0 0 0,1 1 1 0 0,-1-1-1 0 0,-1 1 0 0 0,1 0 1 0 0,-1-1-1 0 0,0 1 0 0 0,1 9 1 0 0,-2-10 60 0 0,0 1 0 0 0,-1-1 1 0 0,1 0-1 0 0,-1 1 0 0 0,0-1 1 0 0,0 0-1 0 0,0 1 0 0 0,-1-1 0 0 0,0 0 1 0 0,0 0-1 0 0,0 0 0 0 0,-1-1 1 0 0,0 1-1 0 0,-4 6 0 0 0,2-5 53 0 0,-1 0-1 0 0,0 0 0 0 0,0-1 0 0 0,0 1 1 0 0,0-2-1 0 0,-1 1 0 0 0,0 0 1 0 0,0-1-1 0 0,-8 3 0 0 0,6-3-104 0 0,0 0-1 0 0,-1 0 1 0 0,1-2-1 0 0,-1 1 1 0 0,0-1-1 0 0,0 0 1 0 0,0-1 0 0 0,0 0-1 0 0,0-1 1 0 0,0 0-1 0 0,0 0 1 0 0,0-1-1 0 0,0-1 1 0 0,1 0 0 0 0,-1 0-1 0 0,-10-4 1 0 0,16 5-524 0 0,-1-1 0 0 0,1 0 0 0 0,0-1 0 0 0,0 1 0 0 0,0 0 0 0 0,0-1 0 0 0,-3-3 0 0 0,6 5 312 0 0,1 0 0 0 0,-1 1 0 0 0,1-1-1 0 0,-1 1 1 0 0,1-1 0 0 0,0 0 0 0 0,-1 0-1 0 0,1 1 1 0 0,0-1 0 0 0,-1 0 0 0 0,1 0-1 0 0,0 1 1 0 0,0-1 0 0 0,0 0 0 0 0,0 0-1 0 0,0 0 1 0 0,0 1 0 0 0,0-3 0 0 0,0 2-41 0 0,1 0 1 0 0,-1-1-1 0 0,1 1 0 0 0,-1-1 1 0 0,1 1-1 0 0,0 0 1 0 0,-1 0-1 0 0,1-1 1 0 0,0 1-1 0 0,0 0 1 0 0,0 0-1 0 0,0 0 0 0 0,0 0 1 0 0,2-1-1 0 0,30-20-7331 0 0,-9 7 126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5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101 109 640 0 0,'22'-15'7823'0'0,"-12"12"-1652"0"0,-10 8-5493 0 0,0 1-1 0 0,-1-1 1 0 0,1 1 0 0 0,-1-1-1 0 0,0 0 1 0 0,-1 1 0 0 0,-3 9-1 0 0,-6 24 490 0 0,11-36-1081 0 0,-1 1-1 0 0,1-1 1 0 0,0 1 0 0 0,0-1 0 0 0,0 0-1 0 0,1 1 1 0 0,-1-1 0 0 0,3 7-1 0 0,-3-9-67 0 0,1 1 0 0 0,-1-1-1 0 0,1 0 1 0 0,0 0 0 0 0,-1 0-1 0 0,1 0 1 0 0,0 0 0 0 0,0 0-1 0 0,0 0 1 0 0,0 0 0 0 0,0-1-1 0 0,0 1 1 0 0,0 0 0 0 0,0 0-1 0 0,0-1 1 0 0,1 1 0 0 0,-1-1-1 0 0,0 1 1 0 0,0-1 0 0 0,1 1-1 0 0,-1-1 1 0 0,0 0-1 0 0,0 0 1 0 0,1 1 0 0 0,-1-1-1 0 0,0 0 1 0 0,1 0 0 0 0,-1 0-1 0 0,0-1 1 0 0,3 1 0 0 0,2-1-4 0 0,0 0 1 0 0,0-1 0 0 0,0 0-1 0 0,0 0 1 0 0,0 0-1 0 0,0-1 1 0 0,0 0 0 0 0,-1 0-1 0 0,1 0 1 0 0,-1-1-1 0 0,0 1 1 0 0,0-2 0 0 0,0 1-1 0 0,0 0 1 0 0,-1-1-1 0 0,0 0 1 0 0,7-9 0 0 0,-6 6-57 0 0,0 0 0 0 0,0-1 1 0 0,-1 1-1 0 0,0-1 0 0 0,0 0 0 0 0,-1 0 1 0 0,0-1-1 0 0,-1 1 0 0 0,0 0 1 0 0,-1-1-1 0 0,1-16 0 0 0,-1 24 27 0 0,-1 1 0 0 0,0-1-1 0 0,0 0 1 0 0,0 0 0 0 0,-1 0 0 0 0,1 1-1 0 0,0-1 1 0 0,-1 0 0 0 0,1 0-1 0 0,-1 0 1 0 0,1 1 0 0 0,-1-1 0 0 0,0 0-1 0 0,0 1 1 0 0,0-1 0 0 0,0 1-1 0 0,0-1 1 0 0,0 1 0 0 0,0-1-1 0 0,-1 1 1 0 0,1 0 0 0 0,0 0 0 0 0,-1-1-1 0 0,1 1 1 0 0,-1 0 0 0 0,1 0-1 0 0,-1 1 1 0 0,1-1 0 0 0,-1 0-1 0 0,0 0 1 0 0,0 1 0 0 0,1-1 0 0 0,-1 1-1 0 0,0-1 1 0 0,-3 1 0 0 0,-3 1 2 0 0,0 0 0 0 0,0 1 0 0 0,-1 0 0 0 0,1 0 1 0 0,1 1-1 0 0,-1 0 0 0 0,0 0 0 0 0,1 1 0 0 0,-1 0 1 0 0,1 0-1 0 0,0 1 0 0 0,0-1 0 0 0,1 2 0 0 0,-8 7 1 0 0,-3 2 43 0 0,2 2 0 0 0,0 0 0 0 0,0 1 0 0 0,-14 24 0 0 0,23-32 25 0 0,0 0 0 0 0,1 1 0 0 0,0-1 0 0 0,1 1 0 0 0,0 0 0 0 0,1 0 0 0 0,0 1 0 0 0,1-1 0 0 0,0 0 0 0 0,-1 22 0 0 0,3-28-32 0 0,0 0 0 0 0,1 0 1 0 0,-1 0-1 0 0,1-1 0 0 0,0 1 0 0 0,1 0 1 0 0,-1 0-1 0 0,1 0 0 0 0,0-1 1 0 0,0 1-1 0 0,0-1 0 0 0,1 0 1 0 0,-1 1-1 0 0,1-1 0 0 0,0 0 0 0 0,0-1 1 0 0,1 1-1 0 0,-1 0 0 0 0,1-1 1 0 0,0 0-1 0 0,0 0 0 0 0,0 0 1 0 0,0 0-1 0 0,0-1 0 0 0,1 1 0 0 0,-1-1 1 0 0,7 2-1 0 0,7 1-3 0 0,0 0 1 0 0,0-1-1 0 0,0-1 0 0 0,0-1 1 0 0,0 0-1 0 0,0-1 0 0 0,1-2 1 0 0,-1 1-1 0 0,36-8 0 0 0,-26 2-23 0 0,0-1 0 0 0,0-1 0 0 0,0-1 0 0 0,-1-2 0 0 0,40-22 0 0 0,-45 21-37 0 0,-2-2 0 0 0,0 0-1 0 0,0-2 1 0 0,-1 0-1 0 0,19-21 1 0 0,-26 23-5 0 0,0 0-1 0 0,-1-1 1 0 0,0 0-1 0 0,-2 0 1 0 0,1-1 0 0 0,-2-1-1 0 0,10-27 1 0 0,-16 41 27 0 0,-1 0 0 0 0,-1 0-1 0 0,1-1 1 0 0,0 1 0 0 0,-1 0 0 0 0,1-1-1 0 0,-1 1 1 0 0,0 0 0 0 0,0-1 0 0 0,-1 1-1 0 0,1 0 1 0 0,-1 0 0 0 0,1-1 0 0 0,-1 1 0 0 0,0 0-1 0 0,0 0 1 0 0,-1 0 0 0 0,1 0 0 0 0,-3-5-1 0 0,2 7 8 0 0,1 0-1 0 0,-1-1 1 0 0,1 1-1 0 0,-1 0 0 0 0,0 0 1 0 0,0 0-1 0 0,0 0 0 0 0,1 1 1 0 0,-1-1-1 0 0,0 0 1 0 0,0 1-1 0 0,-3-1 0 0 0,2 0-5 0 0,0 1 9 0 0,1-1-1 0 0,0 1 1 0 0,0 0 0 0 0,0 0 0 0 0,0 1 0 0 0,0-1 0 0 0,0 0 0 0 0,-1 1 0 0 0,1-1-1 0 0,0 1 1 0 0,0 0 0 0 0,0-1 0 0 0,0 1 0 0 0,1 0 0 0 0,-1 0 0 0 0,0 0-1 0 0,-2 2 1 0 0,-26 23-67 0 0,28-24 77 0 0,1-1-1 0 0,-1 1 1 0 0,1 0 0 0 0,0-1-1 0 0,0 1 1 0 0,0 0 0 0 0,0 0-1 0 0,0 0 1 0 0,0 0 0 0 0,0 0-1 0 0,1 0 1 0 0,-1 0-1 0 0,1 0 1 0 0,-1 0 0 0 0,1 0-1 0 0,0 0 1 0 0,0 0 0 0 0,0 0-1 0 0,0 0 1 0 0,0 0 0 0 0,1 0-1 0 0,-1 1 1 0 0,0-1 0 0 0,1 0-1 0 0,0 0 1 0 0,-1 0 0 0 0,1 0-1 0 0,0-1 1 0 0,0 1 0 0 0,0 0-1 0 0,0 0 1 0 0,0 0-1 0 0,1-1 1 0 0,-1 1 0 0 0,0-1-1 0 0,1 1 1 0 0,-1-1 0 0 0,1 1-1 0 0,3 1 1 0 0,3 3 2 0 0,1 0 0 0 0,-1-1 0 0 0,1 1 1 0 0,1-2-1 0 0,-1 1 0 0 0,19 5 0 0 0,-2-3-128 0 0,1-1-1 0 0,0-1 1 0 0,0-2-1 0 0,0 0 1 0 0,0-2 0 0 0,1-1-1 0 0,-1-1 1 0 0,0-1-1 0 0,0-2 1 0 0,0-1 0 0 0,46-13-1 0 0,-64 15 107 0 0,0-1 1 0 0,0 0-1 0 0,-1 0 0 0 0,1 0 1 0 0,-1-1-1 0 0,0-1 0 0 0,0 1 0 0 0,-1-1 1 0 0,1-1-1 0 0,-1 1 0 0 0,-1-1 0 0 0,1 0 1 0 0,-1-1-1 0 0,-1 1 0 0 0,1-1 0 0 0,-1-1 1 0 0,-1 1-1 0 0,6-12 0 0 0,-10 19 14 0 0,1 0-1 0 0,-1 0 1 0 0,1-1-1 0 0,-1 1 0 0 0,0 0 1 0 0,1-1-1 0 0,-1 1 1 0 0,0 0-1 0 0,0 0 1 0 0,0-1-1 0 0,0 1 0 0 0,0 0 1 0 0,0-1-1 0 0,0 1 1 0 0,-1 0-1 0 0,1-1 1 0 0,0 1-1 0 0,-1 0 1 0 0,1 0-1 0 0,-1 0 0 0 0,0-2 1 0 0,0 2 3 0 0,0 1 0 0 0,0-1 0 0 0,0 0-1 0 0,0 1 1 0 0,0-1 0 0 0,0 0 0 0 0,0 1 0 0 0,0 0 0 0 0,0-1 0 0 0,0 1 0 0 0,0-1 0 0 0,0 1-1 0 0,0 0 1 0 0,0 0 0 0 0,0 0 0 0 0,-1 0 0 0 0,1 0 0 0 0,0 0 0 0 0,-1 0 0 0 0,-3 1 37 0 0,-1-1 0 0 0,1 2 1 0 0,0-1-1 0 0,0 0 0 0 0,0 1 1 0 0,0 0-1 0 0,0 0 0 0 0,0 1 1 0 0,-4 2-1 0 0,-11 11 297 0 0,0 0 0 0 0,1 1 0 0 0,0 1-1 0 0,2 1 1 0 0,-29 39 0 0 0,36-43-218 0 0,0 0 0 0 0,1 1 0 0 0,1 0 0 0 0,0 0 0 0 0,1 1 0 0 0,1 0 0 0 0,1 0 0 0 0,0 1 0 0 0,-2 20 0 0 0,6-35-97 0 0,1 0 0 0 0,0 0 0 0 0,0 1 0 0 0,0-1 0 0 0,0 0 0 0 0,1 0 0 0 0,-1 0 0 0 0,1 0-1 0 0,0 0 1 0 0,0 0 0 0 0,0 0 0 0 0,0 0 0 0 0,0 0 0 0 0,1 0 0 0 0,-1-1 0 0 0,5 6 0 0 0,-3-5-47 0 0,0 0-1 0 0,0 1 1 0 0,1-1 0 0 0,0-1-1 0 0,0 1 1 0 0,0-1 0 0 0,0 1-1 0 0,0-1 1 0 0,0 0-1 0 0,6 2 1 0 0,8 0-369 0 0,-1 1-1 0 0,1-2 1 0 0,0 0 0 0 0,30 0 0 0 0,-8-2-909 0 0,-1-2 1 0 0,1-2-1 0 0,-1-1 0 0 0,62-15 1 0 0,-71 11-642 0 0,0-1 0 0 0,0-2 1 0 0,42-22-1 0 0,-20 3-3077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202 317 704 0 0,'12'-34'2120'0'0,"-2"0"1"0"0,-1-1-1 0 0,-2 0 1 0 0,-2-1-1 0 0,-1 1 0 0 0,0-58 1 0 0,-4 93-2095 0 0,0-1 0 0 0,0 1 0 0 0,0-1 0 0 0,0 1 0 0 0,0-1 0 0 0,0 1 0 0 0,0-1 0 0 0,0 1 0 0 0,0-1 0 0 0,0 1 0 0 0,0-1 0 0 0,0 1 0 0 0,0-1 0 0 0,0 1 0 0 0,0 0 0 0 0,0-1-1 0 0,-1 1 1 0 0,1-1 0 0 0,0 1 0 0 0,0-1 0 0 0,-1 1 0 0 0,1 0 0 0 0,0-1 0 0 0,0 1 0 0 0,-1-1 0 0 0,1 1 0 0 0,-1 0 0 0 0,1 0 0 0 0,0-1 0 0 0,-1 1 0 0 0,1 0 0 0 0,-1 0 0 0 0,1-1 0 0 0,0 1 0 0 0,-1 0 0 0 0,1 0 0 0 0,-1 0 0 0 0,1 0 0 0 0,-1-1 0 0 0,1 1 0 0 0,-1 0 0 0 0,1 0 0 0 0,-1 0 0 0 0,1 0 0 0 0,-1 0 0 0 0,1 0 0 0 0,-1 0 0 0 0,1 1 0 0 0,0-1 0 0 0,-1 0 0 0 0,1 0 0 0 0,-1 0 0 0 0,1 0 0 0 0,-2 1 0 0 0,0 0 106 0 0,0 0 0 0 0,0 1 0 0 0,-1-1 0 0 0,1 1-1 0 0,0-1 1 0 0,0 1 0 0 0,0 0 0 0 0,-3 3 0 0 0,-9 19 710 0 0,1 0 0 0 0,0 1 0 0 0,2 0 0 0 0,1 1 1 0 0,-7 31-1 0 0,8-31-247 0 0,-30 104 1793 0 0,-37 220 1 0 0,75-340-2352 0 0,-3 9-34 0 0,1-1 0 0 0,1 2 0 0 0,1-1-1 0 0,1 0 1 0 0,3 31 0 0 0,-3-48-114 0 0,1 0 1 0 0,-1 1-1 0 0,1-1 1 0 0,0 0-1 0 0,0 0 0 0 0,0 0 1 0 0,0 0-1 0 0,0 1 1 0 0,0-1-1 0 0,1-1 1 0 0,-1 1-1 0 0,1 0 0 0 0,-1 0 1 0 0,1-1-1 0 0,0 1 1 0 0,0 0-1 0 0,0-1 0 0 0,-1 0 1 0 0,4 2-1 0 0,-1-1-160 0 0,1 0 0 0 0,-1-1-1 0 0,0 0 1 0 0,1 0 0 0 0,-1 0-1 0 0,0 0 1 0 0,1-1 0 0 0,-1 1-1 0 0,8-2 1 0 0,2 0-410 0 0,0-1 0 0 0,0 0-1 0 0,0-2 1 0 0,-1 1 0 0 0,21-10 0 0 0,-10 2 312 0 0,-1 0 0 0 0,-1-2 0 0 0,0-1 0 0 0,-1 0 0 0 0,-1-2 0 0 0,0 0 0 0 0,22-24 0 0 0,34-50 2041 0 0,-6-8 3803 0 0,-34 44-1117 0 0,-35 52-3789 0 0,-3 21 524 0 0,-24 47 368 0 0,-20 78 0 0 0,42-130-1461 0 0,0-1 0 0 0,1 1 0 0 0,1-1 0 0 0,-2 24 0 0 0,5-23 0 0 0,6-2 0 0 0,8-5-179 0 0,-8-7-366 0 0,-1 0 0 0 0,1-1 0 0 0,0 1 0 0 0,-1-2 0 0 0,1 1 0 0 0,0-1 0 0 0,-1 1 0 0 0,0-2 0 0 0,1 1 0 0 0,-1-1 1 0 0,0 0-1 0 0,9-6 0 0 0,7-6-3688 0 0,38-31 1 0 0,-32 19-1550 0 0,0-2-3071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102 126 1744 0 0,'-72'-87'18796'0'0,"43"49"-15271"0"0,29 37-3626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2636 0 0,'-176'48'14468'0'0,"174"-48"-14327"0"0,0 1-1 0 0,0 0 1 0 0,0 0-1 0 0,0 0 1 0 0,0 0-1 0 0,0 0 1 0 0,1 0-1 0 0,-1 0 1 0 0,0 0-1 0 0,1 1 1 0 0,-1-1-1 0 0,1 1 1 0 0,-1-1-1 0 0,1 1 1 0 0,0 0-1 0 0,0-1 1 0 0,0 1-1 0 0,0 0 1 0 0,0 0-1 0 0,-2 3 1 0 0,4-3-101 0 0,-1-1 1 0 0,1 1 0 0 0,0-1-1 0 0,-1 0 1 0 0,1 1 0 0 0,0-1 0 0 0,0 0-1 0 0,0 1 1 0 0,0-1 0 0 0,0 0 0 0 0,0 0-1 0 0,0 0 1 0 0,0 0 0 0 0,0 0 0 0 0,1 0-1 0 0,-1-1 1 0 0,0 1 0 0 0,3 1 0 0 0,12 6-31 0 0,-1-1 0 0 0,1-1 0 0 0,1 0 1 0 0,23 4-1 0 0,71 8-3514 0 0,-29-11-3886 0 0,-41-5-192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71 2276 0 0,'-4'10'4930'0'0,"2"-5"-3510"0"0,0 1 0 0 0,0 0 0 0 0,1 0 1 0 0,0 0-1 0 0,0 0 0 0 0,0 10 0 0 0,1-13-1141 0 0,0 0-1 0 0,0 0 1 0 0,1 1 0 0 0,-1-1 0 0 0,1 0-1 0 0,0 0 1 0 0,-1 1 0 0 0,2-1 0 0 0,-1 0-1 0 0,0 0 1 0 0,1 0 0 0 0,-1 0 0 0 0,4 3-1 0 0,-4-4-222 0 0,1-1-1 0 0,-1 0 0 0 0,1 0 1 0 0,0 0-1 0 0,-1 0 0 0 0,1 0 1 0 0,0 0-1 0 0,0 0 0 0 0,0-1 1 0 0,0 1-1 0 0,-1-1 1 0 0,1 1-1 0 0,0-1 0 0 0,4 0 1 0 0,25-1 215 0 0,-24 0-251 0 0,0-1 0 0 0,-1-1 1 0 0,1 1-1 0 0,-1-1 1 0 0,1 0-1 0 0,-1-1 0 0 0,0 1 1 0 0,0-1-1 0 0,-1 0 0 0 0,1-1 1 0 0,-1 0-1 0 0,0 1 0 0 0,6-9 1 0 0,-5 6-39 0 0,-1 0 0 0 0,0-1 1 0 0,0 0-1 0 0,-1 0 0 0 0,0 0 0 0 0,0 0 1 0 0,-1-1-1 0 0,0 1 0 0 0,0-1 0 0 0,1-10 1 0 0,-3 18 11 0 0,-1 0 0 0 0,0 0 0 0 0,0-1 1 0 0,0 1-1 0 0,0 0 0 0 0,0 0 0 0 0,0 0 1 0 0,0-1-1 0 0,0 1 0 0 0,0 0 0 0 0,0 0 0 0 0,-1 0 1 0 0,1 0-1 0 0,-1 0 0 0 0,1-1 0 0 0,-1 1 1 0 0,1 0-1 0 0,-1 0 0 0 0,1 0 0 0 0,-1 0 1 0 0,0 0-1 0 0,0 0 0 0 0,1 1 0 0 0,-1-1 0 0 0,0 0 1 0 0,0 0-1 0 0,0 0 0 0 0,0 1 0 0 0,0-1 1 0 0,0 0-1 0 0,0 1 0 0 0,0-1 0 0 0,0 1 1 0 0,0 0-1 0 0,0-1 0 0 0,-1 1 0 0 0,1 0 0 0 0,0-1 1 0 0,0 1-1 0 0,0 0 0 0 0,0 0 0 0 0,-3 0 1 0 0,-2 0-2 0 0,0 0 0 0 0,0 1 0 0 0,-1 0 1 0 0,1 0-1 0 0,0 0 0 0 0,-9 3 0 0 0,-7 5 12 0 0,1 0-1 0 0,0 1 1 0 0,1 2-1 0 0,0 0 1 0 0,0 1-1 0 0,2 0 1 0 0,-26 25-1 0 0,32-27 28 0 0,1 0 0 0 0,0 1 0 0 0,1 1 0 0 0,0 0 0 0 0,1 0 0 0 0,0 1 0 0 0,1 0 0 0 0,1 0 0 0 0,0 1 0 0 0,1 0 0 0 0,-6 25 0 0 0,11-35-75 0 0,0-1 0 0 0,0 1-1 0 0,1 0 1 0 0,-1-1-1 0 0,1 1 1 0 0,0-1-1 0 0,0 1 1 0 0,1 0 0 0 0,0-1-1 0 0,0 1 1 0 0,0-1-1 0 0,0 1 1 0 0,0-1-1 0 0,1 0 1 0 0,0 1 0 0 0,0-1-1 0 0,0 0 1 0 0,1 0-1 0 0,2 3 1 0 0,-1-3-288 0 0,0 0 0 0 0,0 0 0 0 0,0-1 0 0 0,0 1-1 0 0,1-1 1 0 0,-1 0 0 0 0,1-1 0 0 0,0 1 0 0 0,0-1 0 0 0,0 0 0 0 0,0 0 0 0 0,0-1 0 0 0,1 1 0 0 0,-1-1 0 0 0,11 1-1 0 0,7-1-1278 0 0,-1-2 0 0 0,1 0 0 0 0,0-1 0 0 0,-1-1 0 0 0,33-9 0 0 0,-5 0-2525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294 159 3520 0 0,'80'-38'5722'0'0,"93"-59"-1"0"0,-160 85-4559 0 0,-13 12-1140 0 0,0 0 0 0 0,0 0 0 0 0,-1 0 0 0 0,1 0 0 0 0,0 0 0 0 0,0 0 0 0 0,-1 0 0 0 0,1 0 0 0 0,0 0 0 0 0,0 0 0 0 0,-1 0 0 0 0,1 0 1 0 0,0 0-1 0 0,0 0 0 0 0,-1 0 0 0 0,1 0 0 0 0,0 0 0 0 0,0 0 0 0 0,-1-1 0 0 0,1 1 0 0 0,0 0 0 0 0,0 0 0 0 0,0 0 0 0 0,-1 0 0 0 0,1-1 0 0 0,0 1 0 0 0,0 0 0 0 0,0 0 0 0 0,-1 0 0 0 0,1-1 0 0 0,0 1 0 0 0,0 0 0 0 0,0 0 0 0 0,0-1 0 0 0,0 1 0 0 0,0 0 0 0 0,0 0 0 0 0,0-1 0 0 0,0 1 0 0 0,0 0 0 0 0,-1 0 0 0 0,1-1 0 0 0,0 1 0 0 0,0 0 0 0 0,0 0 0 0 0,1-1 0 0 0,-1 1 0 0 0,0 0 0 0 0,0 0 0 0 0,0-1 1 0 0,0 1-1 0 0,0 0 0 0 0,0 0 0 0 0,0-1 0 0 0,0 1 0 0 0,0 0 0 0 0,1 0 0 0 0,-1 0 0 0 0,0-1 0 0 0,0 1 0 0 0,0 0 0 0 0,0 0 0 0 0,1 0 0 0 0,-1-1 0 0 0,0 1 0 0 0,0 0 0 0 0,1 0 0 0 0,-15 0 310 0 0,0 2-1 0 0,0-1 1 0 0,1 2 0 0 0,-1 0 0 0 0,1 0-1 0 0,-1 2 1 0 0,1-1 0 0 0,-19 11 0 0 0,30-14-306 0 0,1 0 1 0 0,-1 0-1 0 0,0 0 1 0 0,0 0-1 0 0,0 0 1 0 0,1 1-1 0 0,-1-1 1 0 0,1 1-1 0 0,-1-1 1 0 0,1 1-1 0 0,-1-1 1 0 0,1 1-1 0 0,0 0 1 0 0,0 0-1 0 0,0 0 1 0 0,0-1-1 0 0,0 1 1 0 0,0 3-1 0 0,0-3-5 0 0,1 0-1 0 0,0-1 0 0 0,0 1 1 0 0,0 0-1 0 0,1 0 0 0 0,-1 0 1 0 0,0 0-1 0 0,1 0 0 0 0,-1 0 1 0 0,1 0-1 0 0,0-1 1 0 0,-1 1-1 0 0,1 0 0 0 0,0 0 1 0 0,0-1-1 0 0,2 3 0 0 0,4 5 45 0 0,1-1-1 0 0,1 1 0 0 0,-1-1 0 0 0,1-1 0 0 0,12 9 0 0 0,-8-7 0 0 0,20 16 95 0 0,-15-12 131 0 0,-1 0 0 0 0,-1 0 0 0 0,0 2 0 0 0,-1 0 0 0 0,21 26 0 0 0,-35-39-135 0 0,0-1-1 0 0,0 1 1 0 0,0-1 0 0 0,0 1 0 0 0,0-1 0 0 0,-1 1 0 0 0,1 0 0 0 0,-1-1 0 0 0,1 1 0 0 0,-1 0 0 0 0,1 0 0 0 0,-1-1 0 0 0,0 1 0 0 0,0 0 0 0 0,0 0 0 0 0,0-1 0 0 0,0 1 0 0 0,0 0 0 0 0,-1 0 0 0 0,1-1 0 0 0,0 1 0 0 0,-2 2 0 0 0,1-2-17 0 0,-1 1 0 0 0,1-1 0 0 0,-1 1 0 0 0,0-1 0 0 0,0 0-1 0 0,0 0 1 0 0,0 0 0 0 0,0 0 0 0 0,-1 0 0 0 0,1 0 0 0 0,-1 0-1 0 0,-2 1 1 0 0,-6 2 107 0 0,-1 1 1 0 0,0-2-1 0 0,0 1 0 0 0,-24 4 1 0 0,1-2-191 0 0,1-1 0 0 0,-1-1 0 0 0,0-2 0 0 0,0-2 0 0 0,-41-3 0 0 0,61 0-461 0 0,0 0 0 0 0,1-2 0 0 0,-1 1 0 0 0,1-2-1 0 0,-1 0 1 0 0,-13-7 0 0 0,17 6-376 0 0,0 0 0 0 0,1-1 0 0 0,0 0 0 0 0,0-1-1 0 0,0 0 1 0 0,1 0 0 0 0,1-1 0 0 0,-11-13 0 0 0,12 11-1175 0 0,0 0 0 0 0,0-1 0 0 0,1 0 1 0 0,1 0-1 0 0,-6-17 0 0 0,2 1-4735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166 475 2432 0 0,'1'-10'2184'0'0,"0"0"0"0"0,-1 1 0 0 0,-1-1-1 0 0,-1-10 1 0 0,0-15 1377 0 0,2 34-3279 0 0,-4-3 150 0 0,4 4-430 0 0,0-1 1 0 0,0 1-1 0 0,0 0 1 0 0,0 0-1 0 0,0 0 0 0 0,0 0 1 0 0,0-1-1 0 0,0 1 1 0 0,0 0-1 0 0,-1 0 0 0 0,1 0 1 0 0,0 0-1 0 0,0 0 1 0 0,0-1-1 0 0,0 1 0 0 0,0 0 1 0 0,0 0-1 0 0,0 0 1 0 0,-1 0-1 0 0,1 0 1 0 0,0 0-1 0 0,0 0 0 0 0,0-1 1 0 0,0 1-1 0 0,0 0 1 0 0,-1 0-1 0 0,1 0 0 0 0,0 0 1 0 0,0 0-1 0 0,0 0 1 0 0,0 0-1 0 0,-1 0 0 0 0,1 0 1 0 0,0 0-1 0 0,0 0 1 0 0,0 0-1 0 0,0 0 0 0 0,-1 0 1 0 0,1 0-1 0 0,0 0 1 0 0,0 0-1 0 0,0 0 0 0 0,0 0 1 0 0,0 0-1 0 0,-1 1 1 0 0,1-1-1 0 0,0 0 0 0 0,0 0 1 0 0,0 0-1 0 0,0 0 1 0 0,0 0-1 0 0,-1 0 0 0 0,1 0 1 0 0,0 0-1 0 0,0 1 1 0 0,0-1-1 0 0,0 0 0 0 0,0 0 1 0 0,0 0-1 0 0,0 0 1 0 0,0 0-1 0 0,0 1 0 0 0,0-1 1 0 0,-1 0-1 0 0,-6 8 26 0 0,0-1 0 0 0,0 1 0 0 0,1 1 0 0 0,0-1 0 0 0,0 1 0 0 0,1 0 0 0 0,0 0 0 0 0,-6 17-1 0 0,0-2 5 0 0,8-20-24 0 0,-52 119 86 0 0,50-110-69 0 0,1 0-1 0 0,0 1 0 0 0,1 0 0 0 0,1-1 1 0 0,0 1-1 0 0,1 0 0 0 0,0 22 1 0 0,1-35-12 0 0,0 1 0 0 0,0 0 1 0 0,1 0-1 0 0,-1 0 1 0 0,0-1-1 0 0,1 1 0 0 0,-1 0 1 0 0,1 0-1 0 0,0-1 0 0 0,-1 1 1 0 0,1-1-1 0 0,0 1 1 0 0,0 0-1 0 0,0-1 0 0 0,0 0 1 0 0,0 1-1 0 0,1-1 0 0 0,-1 1 1 0 0,0-1-1 0 0,1 0 0 0 0,-1 0 1 0 0,0 0-1 0 0,1 0 1 0 0,1 1-1 0 0,1-1-1 0 0,-1 0-1 0 0,0 0 1 0 0,1-1 0 0 0,-1 1-1 0 0,0-1 1 0 0,1 0 0 0 0,-1 0-1 0 0,0 0 1 0 0,1 0 0 0 0,-1 0-1 0 0,1-1 1 0 0,3-1 0 0 0,3 0 1 0 0,1-2 0 0 0,0 0 0 0 0,-1 0 1 0 0,0-1-1 0 0,0 0 0 0 0,0-1 0 0 0,10-7 1 0 0,-6 0-8 0 0,0 0 1 0 0,-1-1-1 0 0,-1 0 0 0 0,0-1 1 0 0,-1 0-1 0 0,0-1 0 0 0,-2 0 1 0 0,0-1-1 0 0,0 0 1 0 0,9-31-1 0 0,-12 32-29 0 0,-1 0-1 0 0,-2-1 1 0 0,1 1-1 0 0,-2-1 1 0 0,0 0-1 0 0,-1 0 1 0 0,-1 0-1 0 0,0 0 1 0 0,-1 0-1 0 0,-1 1 1 0 0,-1-1 0 0 0,-6-20-1 0 0,9 34 13 0 0,-1 1-1 0 0,1 0 0 0 0,-1 0 1 0 0,0 0-1 0 0,0 0 1 0 0,0 0-1 0 0,0 1 1 0 0,0-1-1 0 0,0 0 1 0 0,0 0-1 0 0,-1 1 1 0 0,1-1-1 0 0,-1 1 0 0 0,1-1 1 0 0,-1 1-1 0 0,1-1 1 0 0,-1 1-1 0 0,0 0 1 0 0,0 0-1 0 0,0 0 1 0 0,0 0-1 0 0,0 0 1 0 0,0 0-1 0 0,0 1 0 0 0,0-1 1 0 0,-3 0-1 0 0,1 1 4 0 0,1 0-1 0 0,-1 1 1 0 0,0-1-1 0 0,1 1 0 0 0,-1 0 1 0 0,1 0-1 0 0,-1 0 1 0 0,1 0-1 0 0,-1 1 0 0 0,1-1 1 0 0,0 1-1 0 0,0 0 1 0 0,-1 0-1 0 0,-4 4 0 0 0,-2 3-4 0 0,0 1-1 0 0,0-1 0 0 0,1 2 0 0 0,0-1 1 0 0,1 1-1 0 0,1 0 0 0 0,-1 1 1 0 0,-5 12-1 0 0,9-15 15 0 0,0 1 0 0 0,0-1 1 0 0,1 1-1 0 0,0-1 0 0 0,0 1 1 0 0,1 0-1 0 0,0 0 0 0 0,1 0 0 0 0,0 0 1 0 0,1 0-1 0 0,1 17 0 0 0,0-24 6 0 0,0 1-1 0 0,-1 0 1 0 0,2 0 0 0 0,-1 0-1 0 0,0-1 1 0 0,1 1-1 0 0,0-1 1 0 0,-1 1-1 0 0,1-1 1 0 0,1 0-1 0 0,-1 1 1 0 0,0-1-1 0 0,1 0 1 0 0,0-1 0 0 0,-1 1-1 0 0,5 3 1 0 0,-1-3 0 0 0,-1 1 1 0 0,1-1-1 0 0,0 0 1 0 0,0-1 0 0 0,0 1-1 0 0,0-1 1 0 0,0-1-1 0 0,0 1 1 0 0,7 0 0 0 0,10 0 5 0 0,1 0 1 0 0,-1-2-1 0 0,1-1 1 0 0,29-5-1 0 0,-24 1-16 0 0,0 0 0 0 0,0-2 1 0 0,-1-1-1 0 0,0-2 0 0 0,-1 0 0 0 0,0-2 0 0 0,0-1 0 0 0,-1-1 1 0 0,-1-1-1 0 0,-1-1 0 0 0,0-2 0 0 0,-1 0 0 0 0,-1-1 0 0 0,-1-2 1 0 0,0 0-1 0 0,-2-1 0 0 0,0-1 0 0 0,-2 0 0 0 0,29-52 0 0 0,-15 12 135 0 0,41-126 0 0 0,-71 182-201 0 0,-6 13 46 0 0,-8 14 0 0 0,-15 38 21 0 0,-27 81 0 0 0,-10 65 221 0 0,36-106-1 0 0,-80 274 831 0 0,-30 95 191 0 0,-32-12-356 0 0,163-437-834 0 0,-42 85 766 0 0,44-93-518 0 0,0 0 0 0 0,-1-1 1 0 0,0 1-1 0 0,-1-1 1 0 0,1-1-1 0 0,-2 1 0 0 0,-14 10 1 0 0,21-17-237 0 0,-1 0 1 0 0,0-1-1 0 0,0 1 1 0 0,0-1-1 0 0,0 0 1 0 0,0 0-1 0 0,-1 0 1 0 0,1 0-1 0 0,0-1 1 0 0,0 1-1 0 0,0-1 1 0 0,-1 0-1 0 0,1 0 1 0 0,0 0-1 0 0,-1 0 1 0 0,1 0 0 0 0,0-1-1 0 0,0 0 1 0 0,0 1-1 0 0,-1-1 1 0 0,1 0-1 0 0,0-1 1 0 0,0 1-1 0 0,0 0 1 0 0,0-1-1 0 0,1 0 1 0 0,-1 0-1 0 0,0 0 1 0 0,1 0-1 0 0,-4-3 1 0 0,-1-2-3 0 0,-1 0 0 0 0,1-1 0 0 0,0 0 1 0 0,1 0-1 0 0,0-1 0 0 0,0 0 0 0 0,1 0 1 0 0,-6-15-1 0 0,2 1-48 0 0,2-1 0 0 0,1 0-1 0 0,1-1 1 0 0,1 1 0 0 0,1-1 0 0 0,1 0 0 0 0,1 0 0 0 0,1 0-1 0 0,1 0 1 0 0,2 0 0 0 0,0 1 0 0 0,2-1 0 0 0,1 1 0 0 0,0 0-1 0 0,15-33 1 0 0,-7 23-29 0 0,2 0 0 0 0,1 1-1 0 0,2 1 1 0 0,2 0 0 0 0,0 2 0 0 0,2 0-1 0 0,1 2 1 0 0,2 1 0 0 0,48-41 0 0 0,-33 36-370 0 0,2 2-1 0 0,1 2 1 0 0,1 1 0 0 0,2 3 0 0 0,0 2 0 0 0,2 2 0 0 0,71-20 0 0 0,-104 36-443 0 0,0 0-1 0 0,0 2 0 0 0,1-1 1 0 0,-1 2-1 0 0,19 0 0 0 0,-24 2-522 0 0,0 0 0 0 0,0 1-1 0 0,0 0 1 0 0,0 1 0 0 0,13 4-1 0 0,-10-2-2437 0 0,0-1-1686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0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424 161 828 0 0,'-5'-16'3693'0'0,"0"-1"0"0"0,-5-33 0 0 0,0 2 1718 0 0,10 46-5302 0 0,0 1 0 0 0,-1-1 1 0 0,1 1-1 0 0,0-1 0 0 0,-1 1 1 0 0,0-1-1 0 0,1 1 1 0 0,-1 0-1 0 0,0-1 0 0 0,0 1 1 0 0,0 0-1 0 0,0 0 0 0 0,0 0 1 0 0,0 0-1 0 0,0 0 1 0 0,0 0-1 0 0,0 0 0 0 0,0 0 1 0 0,-1 0-1 0 0,1 0 0 0 0,-2 0 1 0 0,1 0-54 0 0,0 1-1 0 0,0-1 1 0 0,-1 1 0 0 0,1 0 0 0 0,0 0-1 0 0,0 0 1 0 0,0 0 0 0 0,0 0-1 0 0,-1 0 1 0 0,1 1 0 0 0,0-1 0 0 0,0 1-1 0 0,-3 1 1 0 0,-5 2-46 0 0,-1 1-1 0 0,1 1 0 0 0,0 0 1 0 0,-12 9-1 0 0,17-11 103 0 0,-25 19-74 0 0,1 2 1 0 0,1 2-1 0 0,2 0 1 0 0,0 1-1 0 0,2 2 1 0 0,1 1 0 0 0,-33 57-1 0 0,50-77-41 0 0,1 0-1 0 0,-8 20 1 0 0,12-26 5 0 0,0-1 0 0 0,-1 1 0 0 0,1 0 0 0 0,1-1 0 0 0,-1 1-1 0 0,1 0 1 0 0,0 0 0 0 0,0-1 0 0 0,0 1 0 0 0,2 5 0 0 0,-2-9 0 0 0,0 1 1 0 0,1 0-1 0 0,-1-1 0 0 0,1 1 1 0 0,0-1-1 0 0,0 1 1 0 0,-1-1-1 0 0,1 0 0 0 0,0 1 1 0 0,0-1-1 0 0,0 0 1 0 0,1 0-1 0 0,-1 1 0 0 0,0-1 1 0 0,0 0-1 0 0,1 0 0 0 0,-1 0 1 0 0,3 1-1 0 0,0 0-9 0 0,-1-1 0 0 0,1 0-1 0 0,0 0 1 0 0,-1 0 0 0 0,1 0 0 0 0,0-1-1 0 0,0 1 1 0 0,3-1 0 0 0,7-1-75 0 0,0 0 0 0 0,0-1 0 0 0,18-4 0 0 0,-18 2 26 0 0,0 0 0 0 0,0-1-1 0 0,-1-1 1 0 0,0 0 0 0 0,0-1 0 0 0,0 0 0 0 0,-1-1-1 0 0,0 0 1 0 0,-1-1 0 0 0,0 0 0 0 0,0-1 0 0 0,-1 0-1 0 0,9-12 1 0 0,8-14 7 0 0,-1-1-1 0 0,38-74 0 0 0,-44 66 40 0 0,-20 43-8 0 0,-1 3-5 0 0,0-1 22 0 0,-1 1-1 0 0,1 0 1 0 0,0 0 0 0 0,0-1-1 0 0,-1 1 1 0 0,1 0-1 0 0,0 0 1 0 0,0 0 0 0 0,0 1-1 0 0,0-1 1 0 0,0 0-1 0 0,0 0 1 0 0,-1 2 0 0 0,-11 19-19 0 0,-1 3 35 0 0,1 0-1 0 0,-17 55 0 0 0,26-70-10 0 0,1 1 0 0 0,1-1 0 0 0,0 1 0 0 0,0 0 0 0 0,1-1 0 0 0,1 1 0 0 0,0 0 0 0 0,0 0 0 0 0,1 0 0 0 0,4 20 0 0 0,-4-28-90 0 0,0 0 0 0 0,0 0 0 0 0,1 0 0 0 0,-1 0 0 0 0,0 0 0 0 0,1-1 0 0 0,0 1 0 0 0,0-1 0 0 0,0 1 0 0 0,0-1 0 0 0,0 1 0 0 0,0-1 0 0 0,1 0 0 0 0,-1 0 0 0 0,1 0 0 0 0,-1-1 0 0 0,1 1 0 0 0,0 0 0 0 0,0-1 0 0 0,0 0 0 0 0,0 0 0 0 0,0 0 0 0 0,0 0 0 0 0,0 0 0 0 0,0 0 0 0 0,0-1 0 0 0,0 0 0 0 0,0 1 0 0 0,1-1 0 0 0,-1 0 0 0 0,0-1 0 0 0,4 0 0 0 0,3 0-244 0 0,0-1 0 0 0,0 0 1 0 0,0-1-1 0 0,-1 0 0 0 0,1 0 0 0 0,-1-1 0 0 0,0-1 0 0 0,17-9 1 0 0,-12 3 150 0 0,1-1 1 0 0,-1 0 0 0 0,-1-1 0 0 0,0 0-1 0 0,16-23 1 0 0,47-81 204 0 0,-19 27 786 0 0,-48 76-713 0 0,-7 11-89 0 0,0 0 0 0 0,0-1 1 0 0,0 1-1 0 0,0 0 0 0 0,1 1 0 0 0,-1-1 1 0 0,1 0-1 0 0,3-2 0 0 0,-5 4-7 0 0,2 2-9 0 0,0 1 18 0 0,-1 0 0 0 0,1 0-1 0 0,-1 0 1 0 0,1 0 0 0 0,-1 1-1 0 0,0-1 1 0 0,0 1 0 0 0,0 0-1 0 0,0-1 1 0 0,0 1 0 0 0,-1 0-1 0 0,1 0 1 0 0,-1 0 0 0 0,0 0 0 0 0,0 0-1 0 0,0 0 1 0 0,0 1 0 0 0,-1-1-1 0 0,1 0 1 0 0,-1 4 0 0 0,3 14 163 0 0,-2 42 0 0 0,-1-48-141 0 0,-1 6 648 0 0,-1 0 0 0 0,0 0 1 0 0,-2-1-1 0 0,-11 38 0 0 0,14-56-589 0 0,1-1 0 0 0,-1 0 0 0 0,0 0 0 0 0,1 0 0 0 0,-1 0 0 0 0,0 0 0 0 0,0 0 0 0 0,0 0 0 0 0,0 0 0 0 0,1-1 0 0 0,-1 1 0 0 0,0 0 0 0 0,-2 1 0 0 0,3-2-82 0 0,-1 0-1 0 0,1 0 0 0 0,0 0 0 0 0,0 0 1 0 0,-1 0-1 0 0,1 1 0 0 0,0-1 0 0 0,0 0 0 0 0,-1 0 1 0 0,1 0-1 0 0,0 0 0 0 0,-1 0 0 0 0,1 0 1 0 0,0 0-1 0 0,0 0 0 0 0,-1 0 0 0 0,1 0 1 0 0,0 0-1 0 0,-1 0 0 0 0,1 0 0 0 0,0 0 0 0 0,0 0 1 0 0,-1 0-1 0 0,1-1 0 0 0,0 1 0 0 0,0 0 1 0 0,-1 0-1 0 0,1 0 0 0 0,0 0 0 0 0,0 0 0 0 0,-1-1 1 0 0,1 1-1 0 0,0 0 0 0 0,0 0 0 0 0,0 0 1 0 0,-1-1-1 0 0,1 1 0 0 0,0 0 0 0 0,0 0 1 0 0,0-1-1 0 0,0 1 0 0 0,0 0 0 0 0,0-1 0 0 0,-1 1 1 0 0,1 0-1 0 0,0 0 0 0 0,0-1 0 0 0,0 1 1 0 0,0 0-1 0 0,0 0 0 0 0,0-1 0 0 0,0 1 0 0 0,0 0 1 0 0,0-1-1 0 0,0 1 0 0 0,0 0 0 0 0,1 0 1 0 0,-1-1-1 0 0,1-8 16 0 0,0-1 0 0 0,1 1 0 0 0,0 0 0 0 0,0 0 0 0 0,1 0 0 0 0,0 0 0 0 0,1 1 0 0 0,0-1 0 0 0,6-8 1 0 0,4-7-53 0 0,33-42 0 0 0,-29 45-6 0 0,0 1 0 0 0,2 0 0 0 0,34-27 0 0 0,-42 38-1 0 0,1 0 0 0 0,0 1 0 0 0,1 1 0 0 0,-1 0 0 0 0,1 0 1 0 0,1 1-1 0 0,26-6 0 0 0,-38 11 26 0 0,-1 1 0 0 0,1-1 0 0 0,-1 1 1 0 0,1 0-1 0 0,0 0 0 0 0,-1 0 0 0 0,1 0 0 0 0,0 0 0 0 0,-1 0 1 0 0,1 1-1 0 0,0-1 0 0 0,-1 1 0 0 0,1 0 0 0 0,-1 0 1 0 0,1 0-1 0 0,-1 0 0 0 0,0 0 0 0 0,1 1 0 0 0,-1-1 0 0 0,0 1 1 0 0,0-1-1 0 0,0 1 0 0 0,0 0 0 0 0,0 0 0 0 0,0 0 1 0 0,0 0-1 0 0,-1 0 0 0 0,1 0 0 0 0,-1 1 0 0 0,0-1 0 0 0,2 3 1 0 0,0 2 38 0 0,-1 0 1 0 0,1 0-1 0 0,-1-1 1 0 0,-1 1-1 0 0,1 1 1 0 0,-1-1-1 0 0,-1 0 1 0 0,1 0-1 0 0,-2 14 0 0 0,-3 8 316 0 0,-2 0-1 0 0,-1-1 0 0 0,-13 35 0 0 0,-7 23 106 0 0,23-75-314 0 0,4-10-123 0 0,-1 0-1 0 0,1 1 1 0 0,-1-1-1 0 0,1 0 0 0 0,-1 0 1 0 0,1 1-1 0 0,0-1 1 0 0,-1 0-1 0 0,1 1 0 0 0,0-1 1 0 0,0 0-1 0 0,0 1 1 0 0,0-1-1 0 0,0 0 0 0 0,0 1 1 0 0,1-1-1 0 0,-1 0 0 0 0,0 0 1 0 0,1 1-1 0 0,-1-1 1 0 0,2 2-1 0 0,-2-2 35 0 0,5-2-49 0 0,14-2-693 0 0,-1-1 0 0 0,1-1 0 0 0,-1-1 0 0 0,22-10 0 0 0,72-39-8956 0 0,-76 35 3073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300 108 1564 0 0,'6'-38'10035'0'0,"-1"1"-4218"0"0,-5 36-5301 0 0,1 0-478 0 0,-1 1 1 0 0,0 0-1 0 0,0 0 1 0 0,0-1 0 0 0,0 1-1 0 0,0 0 1 0 0,0-1 0 0 0,0 1-1 0 0,1-1 1 0 0,-1 1-1 0 0,0 0 1 0 0,0-1 0 0 0,0 1-1 0 0,-1 0 1 0 0,1-1-1 0 0,0 1 1 0 0,0 0 0 0 0,0-1-1 0 0,0 1 1 0 0,0 0 0 0 0,0-1-1 0 0,0 1 1 0 0,-1 0-1 0 0,1 0 1 0 0,0-1 0 0 0,0 1-1 0 0,0 0 1 0 0,-1-1-1 0 0,1 1 1 0 0,0 0 0 0 0,0 0-1 0 0,-1-1 1 0 0,1 1 0 0 0,-1 0-1 0 0,-4 2 7 0 0,0 0 0 0 0,0 1 0 0 0,0-1 0 0 0,0 1 1 0 0,0 1-1 0 0,1-1 0 0 0,-1 1 0 0 0,-5 5 0 0 0,-36 40 150 0 0,36-37-127 0 0,-108 133 313 0 0,105-128-344 0 0,2 2-1 0 0,0 0 0 0 0,1 0 1 0 0,0 1-1 0 0,2 0 0 0 0,-9 34 1 0 0,16-51-22 0 0,0 2 0 0 0,0-1 0 0 0,0 0 0 0 0,1 0 0 0 0,0 0 0 0 0,0 0 0 0 0,0 0 0 0 0,0 0 0 0 0,1 0 0 0 0,-1 0 0 0 0,1 1 0 0 0,0-1 0 0 0,0-1 0 0 0,1 1 0 0 0,-1 0 0 0 0,1 0 0 0 0,0 0 0 0 0,3 4 0 0 0,-3-5 2 0 0,1 0-1 0 0,0 0 1 0 0,1 0-1 0 0,-1 0 1 0 0,0-1-1 0 0,1 1 0 0 0,0-1 1 0 0,-1 0-1 0 0,1 0 1 0 0,0 0-1 0 0,0 0 1 0 0,0-1-1 0 0,1 1 1 0 0,-1-1-1 0 0,0 0 0 0 0,0 0 1 0 0,5-1-1 0 0,3 2 7 0 0,0-2 0 0 0,0 1-1 0 0,-1-2 1 0 0,1 0 0 0 0,0 0-1 0 0,0-1 1 0 0,-1 0 0 0 0,1-1-1 0 0,-1 0 1 0 0,1-1 0 0 0,-1-1-1 0 0,-1 1 1 0 0,1-2 0 0 0,-1 1-1 0 0,18-14 1 0 0,-17 11-18 0 0,-1-2 0 0 0,0 1 0 0 0,0-2 0 0 0,-1 1 0 0 0,0-1 0 0 0,-1 0-1 0 0,0-1 1 0 0,-1 0 0 0 0,0-1 0 0 0,-1 1 0 0 0,0-1 0 0 0,7-27 0 0 0,-7 18-10 0 0,-1 0 0 0 0,3-44 0 0 0,-7 56-12 0 0,-1-1-1 0 0,0 0 0 0 0,-1 1 0 0 0,0-1 1 0 0,-1 1-1 0 0,0-1 0 0 0,-1 1 1 0 0,-5-15-1 0 0,7 22 9 0 0,0 1 0 0 0,-1-1 0 0 0,1 0 0 0 0,-1 1 1 0 0,1-1-1 0 0,-1 1 0 0 0,0 0 0 0 0,0 0 0 0 0,0-1 0 0 0,-1 1 0 0 0,1 0 0 0 0,0 1 1 0 0,-1-1-1 0 0,1 0 0 0 0,-1 1 0 0 0,1-1 0 0 0,-1 1 0 0 0,-4-1 0 0 0,3 1-1 0 0,-1 0-1 0 0,1 0 0 0 0,-1 1 1 0 0,0-1-1 0 0,0 1 0 0 0,1 0 1 0 0,-1 1-1 0 0,0-1 1 0 0,1 1-1 0 0,-8 2 0 0 0,-1 1-4 0 0,1 1-1 0 0,-1 0 0 0 0,1 1 0 0 0,1 0 1 0 0,-1 0-1 0 0,1 2 0 0 0,-14 10 1 0 0,7-2-11 0 0,-1 1 1 0 0,-25 32 0 0 0,39-44 17 0 0,1 1 1 0 0,0 0 0 0 0,0 0 0 0 0,0 0-1 0 0,1 0 1 0 0,0 0 0 0 0,0 1 0 0 0,1 0-1 0 0,-1-1 1 0 0,1 1 0 0 0,1 0 0 0 0,0 0-1 0 0,0 0 1 0 0,0 8 0 0 0,1-10-26 0 0,0-1-1 0 0,1 0 1 0 0,0 0 0 0 0,0 0-1 0 0,0 0 1 0 0,0 0 0 0 0,1 0-1 0 0,-1 0 1 0 0,1-1-1 0 0,0 1 1 0 0,0 0 0 0 0,1-1-1 0 0,-1 0 1 0 0,6 6 0 0 0,-3-4-124 0 0,0 0 0 0 0,1-1 0 0 0,0 0-1 0 0,-1 0 1 0 0,1-1 0 0 0,1 1 0 0 0,-1-1 0 0 0,8 2 0 0 0,3 1-483 0 0,0-2 1 0 0,0 0-1 0 0,0-1 0 0 0,0-1 0 0 0,1-1 1 0 0,21 0-1 0 0,-23-2 322 0 0,0-1 0 0 0,0 0-1 0 0,0-1 1 0 0,0-1 0 0 0,-1 0 0 0 0,0-1-1 0 0,1-1 1 0 0,-2 0 0 0 0,1-1 0 0 0,-1-1-1 0 0,0 0 1 0 0,13-10 0 0 0,-7 2 503 0 0,-1-1 0 0 0,0-1 0 0 0,-1-1 0 0 0,-1 0 0 0 0,0-2 0 0 0,22-37 0 0 0,-19 26 382 0 0,60-105 2569 0 0,-80 137-3132 0 0,0-1 0 0 0,1 0-1 0 0,-1 0 1 0 0,0 1 0 0 0,0-1 0 0 0,1 1-1 0 0,-1-1 1 0 0,0 0 0 0 0,1 1-1 0 0,-1-1 1 0 0,0 0 0 0 0,1 1-1 0 0,-1-1 1 0 0,1 1 0 0 0,-1-1-1 0 0,1 1 1 0 0,-1-1 0 0 0,1 1-1 0 0,0 0 1 0 0,-1-1 0 0 0,1 1-1 0 0,0 0 1 0 0,-1-1 0 0 0,1 1 0 0 0,0 0-1 0 0,-1 0 1 0 0,1 0 0 0 0,0-1-1 0 0,-1 1 1 0 0,1 0 0 0 0,0 0-1 0 0,-1 0 1 0 0,1 0 0 0 0,0 0-1 0 0,0 0 1 0 0,-1 0 0 0 0,1 1-1 0 0,0-1 1 0 0,-1 0 0 0 0,1 0 0 0 0,0 0-1 0 0,-1 1 1 0 0,1-1 0 0 0,0 0-1 0 0,-1 1 1 0 0,1-1 0 0 0,-1 1-1 0 0,1-1 1 0 0,-1 1 0 0 0,1-1-1 0 0,-1 1 1 0 0,1-1 0 0 0,0 2-1 0 0,2 1 14 0 0,-1 0-1 0 0,0 0 0 0 0,1 1 0 0 0,-1-1 0 0 0,-1 1 0 0 0,1-1 0 0 0,1 6 0 0 0,3 15 335 0 0,-1 0 0 0 0,-1 0 0 0 0,-2 0 0 0 0,0 0-1 0 0,-2 0 1 0 0,-4 44 0 0 0,2-49 316 0 0,-2 0 0 0 0,0 0 1 0 0,0 0-1 0 0,-2-1 0 0 0,-1 1 0 0 0,0-1 0 0 0,-1-1 0 0 0,-20 33 1 0 0,25-46-308 0 0,0-1-1 0 0,1 0 1 0 0,-1 0 0 0 0,0 0 0 0 0,-1 0 0 0 0,1-1 0 0 0,-6 5 0 0 0,8-7-312 0 0,0 1-1 0 0,0-1 0 0 0,0 1 1 0 0,0-1-1 0 0,0 1 0 0 0,0-1 1 0 0,0 1-1 0 0,0-1 1 0 0,0 0-1 0 0,0 0 0 0 0,0 0 1 0 0,0 0-1 0 0,0 1 0 0 0,0-1 1 0 0,0-1-1 0 0,0 1 1 0 0,0 0-1 0 0,0 0 0 0 0,0 0 1 0 0,0 0-1 0 0,0-1 0 0 0,0 1 1 0 0,0 0-1 0 0,0-1 1 0 0,0 1-1 0 0,0-1 0 0 0,0 1 1 0 0,0-1-1 0 0,0 0 0 0 0,1 1 1 0 0,-1-1-1 0 0,0 0 0 0 0,0 1 1 0 0,1-1-1 0 0,-1 0 1 0 0,1 0-1 0 0,-1 0 0 0 0,0-1 1 0 0,-1 0-35 0 0,1-1 0 0 0,0 1 1 0 0,0 0-1 0 0,0-1 0 0 0,1 1 1 0 0,-1-1-1 0 0,1 1 0 0 0,-1-1 1 0 0,1 1-1 0 0,0-1 0 0 0,0 0 1 0 0,0 1-1 0 0,0-1 0 0 0,0 1 1 0 0,1-1-1 0 0,-1 1 0 0 0,1-4 1 0 0,1 2-46 0 0,0-1 0 0 0,0 0 0 0 0,1 0 1 0 0,-1 1-1 0 0,1-1 0 0 0,0 1 0 0 0,0 0 1 0 0,5-4-1 0 0,2-3-398 0 0,0 2 1 0 0,1-1-1 0 0,1 2 0 0 0,-1 0 1 0 0,21-11-1 0 0,-9 7-1175 0 0,0 2 0 0 0,0 1 0 0 0,27-7 0 0 0,36-2-5779 0 0,-64 15 3322 0 0,0-1-1855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153 161 1156 0 0,'26'-160'16038'0'0,"-52"255"-10445"0"0,-33 164-196 0 0,-6 23-3320 0 0,41-162-1628 0 0,23-114-430 0 0,-2 17 129 0 0,3-22-158 0 0,0-1 0 0 0,0 1 0 0 0,0 0 0 0 0,0-1 1 0 0,0 1-1 0 0,0-1 0 0 0,0 1 0 0 0,0-1 0 0 0,0 1 0 0 0,1-1 0 0 0,-1 1 1 0 0,0-1-1 0 0,0 1 0 0 0,1-1 0 0 0,-1 1 0 0 0,0-1 0 0 0,1 1 0 0 0,-1-1 1 0 0,0 0-1 0 0,1 1 0 0 0,-1-1 0 0 0,1 1 0 0 0,-1-1 0 0 0,1 0 0 0 0,-1 0 1 0 0,1 1-1 0 0,-1-1 0 0 0,1 0 0 0 0,-1 0 0 0 0,1 1 0 0 0,-1-1 0 0 0,1 0 0 0 0,-1 0 1 0 0,1 0-1 0 0,-1 0 0 0 0,1 0 0 0 0,0 0 0 0 0,12-1-801 0 0,-1 0 0 0 0,0-1 0 0 0,0-1 0 0 0,0 0 0 0 0,-1-1 0 0 0,1 0 0 0 0,-1 0 0 0 0,0-2 0 0 0,17-9 0 0 0,-15 7-898 0 0,0 0 1 0 0,0-1 0 0 0,-1-1 0 0 0,0 0 0 0 0,0-1-1 0 0,-1 0 1 0 0,11-16 0 0 0,-6 3-4614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2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112 202 2580 0 0,'-110'-35'14257'0'0,"108"35"-13577"0"0,22-4-333 0 0,70 0 91 0 0,-14 2-1035 0 0,75-13-1 0 0,-127 11 320 0 0,0-1 1 0 0,-1 0-1 0 0,0-2 0 0 0,0-1 0 0 0,-1-1 1 0 0,0-1-1 0 0,30-19 0 0 0,-16-1 156 0 0,-31 24 125 0 0,1 0 1 0 0,0 1 0 0 0,0 0 0 0 0,12-7 0 0 0,-18 29-5 0 0,-61 218 2251 0 0,-1 7-1070 0 0,9-21 211 0 0,48-210-540 0 0,-2-13-232 0 0,7 1-606 0 0,-1-1 1 0 0,1 1-1 0 0,0 0 0 0 0,0-1 1 0 0,0 1-1 0 0,0-1 1 0 0,0 1-1 0 0,0-1 0 0 0,0 1 1 0 0,1-1-1 0 0,-1 1 1 0 0,0-1-1 0 0,1 1 0 0 0,1-3 1 0 0,-1 1 11 0 0,4-12-37 0 0,1-1 1 0 0,1 1-1 0 0,0 0 1 0 0,1 0-1 0 0,1 1 1 0 0,1 0-1 0 0,-1 1 1 0 0,2 0-1 0 0,0 1 1 0 0,13-13-1 0 0,-7 11-12 0 0,0-1 0 0 0,1 2 1 0 0,0 0-1 0 0,1 1 0 0 0,0 1 0 0 0,1 1 0 0 0,22-8 0 0 0,-37 16 7 0 0,0 0 0 0 0,1 0 0 0 0,-1 1 0 0 0,0 0 0 0 0,1 0 0 0 0,-1 0 0 0 0,1 1 0 0 0,0 0 0 0 0,-1 0 0 0 0,1 0 0 0 0,-1 1 0 0 0,6 0 0 0 0,-7 0 10 0 0,-1 1-1 0 0,0-1 0 0 0,0 0 0 0 0,-1 1 1 0 0,1-1-1 0 0,0 1 0 0 0,0 0 0 0 0,-1 0 1 0 0,1 0-1 0 0,-1 0 0 0 0,0 0 1 0 0,1 1-1 0 0,-1-1 0 0 0,0 1 0 0 0,-1 0 1 0 0,1-1-1 0 0,0 1 0 0 0,-1 0 0 0 0,1 0 1 0 0,-1 0-1 0 0,1 5 0 0 0,1 1 12 0 0,-1 1-1 0 0,0-1 0 0 0,0 1 1 0 0,-1 0-1 0 0,-1 0 1 0 0,0-1-1 0 0,-1 18 0 0 0,-4 5 26 0 0,-9 32-1 0 0,-2 18-38 0 0,16-81-1 0 0,0 1 0 0 0,0-1 0 0 0,0 0 0 0 0,0 0 0 0 0,0 1 0 0 0,0-1 0 0 0,0 0 0 0 0,0 0 0 0 0,1 0 0 0 0,-1 1 1 0 0,0-1-1 0 0,1 0 0 0 0,-1 0 0 0 0,1 0 0 0 0,-1 0 0 0 0,1 0 0 0 0,0 0 0 0 0,-1 0 0 0 0,1 0 0 0 0,0 0 0 0 0,0 0 0 0 0,0 0 1 0 0,0 0-1 0 0,0 0 0 0 0,0-1 0 0 0,0 1 0 0 0,0 0 0 0 0,0-1 0 0 0,0 1 0 0 0,0-1 0 0 0,0 1 0 0 0,0-1 0 0 0,1 0 0 0 0,-1 1 1 0 0,0-1-1 0 0,0 0 0 0 0,0 0 0 0 0,1 0 0 0 0,-1 0 0 0 0,0 0 0 0 0,2 0 0 0 0,3 0-161 0 0,1 0 1 0 0,-1-1-1 0 0,1 0 0 0 0,-1 0 0 0 0,0 0 1 0 0,8-4-1 0 0,5-2-185 0 0,-2-2 0 0 0,1 0 1 0 0,-1-1-1 0 0,-1 0 0 0 0,0-2 0 0 0,0 0 1 0 0,24-24-1 0 0,-20 15 785 0 0,-1 0 0 0 0,-1-2 0 0 0,-1 0 0 0 0,23-41 0 0 0,-35 56-89 0 0,7-12 608 0 0,-13 14-614 0 0,-8 8-287 0 0,4 1-6 0 0,0 0 0 0 0,1 1-1 0 0,-1-1 1 0 0,1 1 0 0 0,0 1-1 0 0,0-1 1 0 0,0 0 0 0 0,1 1 0 0 0,0 0-1 0 0,-4 6 1 0 0,-4 5 53 0 0,1-3-39 0 0,1 1 0 0 0,1-1 0 0 0,1 1 0 0 0,0 1 0 0 0,-6 18 0 0 0,10-26-16 0 0,1 1 0 0 0,0-1-1 0 0,0 1 1 0 0,0 0 0 0 0,1 0 0 0 0,1 0 0 0 0,-1-1 0 0 0,1 1 0 0 0,1 0 0 0 0,-1 0 0 0 0,1 0-1 0 0,3 11 1 0 0,-3-16-18 0 0,1 1-1 0 0,0-1 1 0 0,0 0-1 0 0,0 0 1 0 0,0 0-1 0 0,0 0 1 0 0,0-1-1 0 0,1 1 1 0 0,-1-1-1 0 0,1 1 1 0 0,0-1-1 0 0,0 0 1 0 0,0 0-1 0 0,0 0 1 0 0,0 0-1 0 0,0-1 1 0 0,0 1-1 0 0,0-1 1 0 0,1 0-1 0 0,-1 0 1 0 0,1 0-1 0 0,-1 0 1 0 0,1 0-1 0 0,-1-1 1 0 0,1 0-1 0 0,4 0 1 0 0,3 1 13 0 0,-1-2 1 0 0,0 1-1 0 0,1-1 1 0 0,-1-1-1 0 0,1 0 1 0 0,-1 0-1 0 0,18-8 1 0 0,-14 4 57 0 0,0-1-1 0 0,-1-1 1 0 0,0 0-1 0 0,-1-1 1 0 0,0-1-1 0 0,0 0 1 0 0,-1 0-1 0 0,0-1 1 0 0,18-23-1 0 0,-24 28 24 0 0,0-1 1 0 0,0 0-1 0 0,-1-1 0 0 0,0 1 1 0 0,0-1-1 0 0,0 0 0 0 0,-1 0 0 0 0,-1 0 1 0 0,1 0-1 0 0,-1 0 0 0 0,-1-1 1 0 0,1 1-1 0 0,-1-1 0 0 0,-1 1 1 0 0,0-1-1 0 0,0 1 0 0 0,0-1 0 0 0,-1 1 1 0 0,-3-11-1 0 0,3 14-157 0 0,-1 0 0 0 0,-1 0 0 0 0,1 0 0 0 0,-1 0 1 0 0,0 0-1 0 0,0 1 0 0 0,0-1 0 0 0,0 1 0 0 0,-1 0 0 0 0,0 0 0 0 0,0 0 0 0 0,0 0 0 0 0,0 1 0 0 0,-1 0 1 0 0,1-1-1 0 0,-1 2 0 0 0,0-1 0 0 0,0 0 0 0 0,0 1 0 0 0,0 0 0 0 0,-8-2 0 0 0,5 2-573 0 0,1 0 0 0 0,-1 1 0 0 0,0 0-1 0 0,0 0 1 0 0,1 1 0 0 0,-1 0 0 0 0,0 0 0 0 0,0 1-1 0 0,1 0 1 0 0,-1 1 0 0 0,0-1 0 0 0,1 1-1 0 0,-1 1 1 0 0,-10 4 0 0 0,-3 4-5865 0 0,13-4 268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683 180 600 0 0,'44'-41'11274'0'0,"-36"31"-9528"0"0,0 0-1 0 0,0-1 1 0 0,-1 0-1 0 0,11-22 0 0 0,-18 32-1713 0 0,1 0-1 0 0,-1 1 0 0 0,0-1 1 0 0,1 0-1 0 0,-1 1 0 0 0,0-1 1 0 0,1 0-1 0 0,-1 0 0 0 0,0 1 1 0 0,0-1-1 0 0,1 0 0 0 0,-1 0 1 0 0,0 0-1 0 0,0 0 0 0 0,0 1 1 0 0,0-1-1 0 0,0 0 0 0 0,0 0 1 0 0,-1 0-1 0 0,1 1 0 0 0,0-1 1 0 0,0 0-1 0 0,0 0 0 0 0,-1 1 1 0 0,1-1-1 0 0,-1 0 0 0 0,1 0 1 0 0,0 1-1 0 0,-1-1 0 0 0,1 0 1 0 0,-1 1-1 0 0,1-1 1 0 0,-1 1-1 0 0,0-1 0 0 0,1 0 1 0 0,-1 1-1 0 0,0-1 0 0 0,1 1 1 0 0,-1 0-1 0 0,0-1 0 0 0,1 1 1 0 0,-1 0-1 0 0,0-1 0 0 0,0 1 1 0 0,1 0-1 0 0,-1 0 0 0 0,0 0 1 0 0,0-1-1 0 0,-1 1 0 0 0,-2 0-19 0 0,1 0 0 0 0,-1 0 0 0 0,0 0 0 0 0,0 0 0 0 0,1 1 0 0 0,-1-1 0 0 0,-5 2 0 0 0,-5 4-4 0 0,0 1-1 0 0,1 0 1 0 0,0 1-1 0 0,0 1 1 0 0,-21 18 0 0 0,9-4 0 0 0,-33 40 1 0 0,41-43-8 0 0,0 1 0 0 0,-20 37 0 0 0,33-52 3 0 0,0 0 0 0 0,1 1 0 0 0,0 0 0 0 0,0-1 0 0 0,1 1 0 0 0,0 0 0 0 0,0 0 0 0 0,1 1 0 0 0,0-1 0 0 0,0 0 1 0 0,1 0-1 0 0,-1 1 0 0 0,2-1 0 0 0,0 12 0 0 0,0-16 4 0 0,0 0 1 0 0,0 0-1 0 0,1 1 1 0 0,-1-1-1 0 0,1 0 0 0 0,-1 0 1 0 0,1 0-1 0 0,0 0 1 0 0,0-1-1 0 0,0 1 1 0 0,0 0-1 0 0,1-1 1 0 0,-1 0-1 0 0,1 1 1 0 0,0-1-1 0 0,-1 0 1 0 0,1 0-1 0 0,0-1 1 0 0,0 1-1 0 0,0-1 0 0 0,0 1 1 0 0,1-1-1 0 0,-1 0 1 0 0,0 0-1 0 0,0 0 1 0 0,1 0-1 0 0,-1-1 1 0 0,1 0-1 0 0,5 1 1 0 0,-2-1 1 0 0,0-1 0 0 0,0 1 0 0 0,0-1 0 0 0,-1 0 0 0 0,1 0 0 0 0,0-1 0 0 0,-1 0 0 0 0,1 0 0 0 0,-1-1 0 0 0,1 0 0 0 0,-1 0 0 0 0,0 0 0 0 0,11-9 0 0 0,-6 1-4 0 0,0 1 0 0 0,0-2 0 0 0,-1 0 1 0 0,-1 0-1 0 0,11-18 0 0 0,33-72 201 0 0,-36 68-47 0 0,-17 34-164 0 0,0-1-1 0 0,0 1 0 0 0,1-1 0 0 0,-1 1 0 0 0,0-1 0 0 0,0 1 1 0 0,1-1-1 0 0,-1 1 0 0 0,0-1 0 0 0,1 1 0 0 0,-1-1 0 0 0,0 1 1 0 0,1 0-1 0 0,-1-1 0 0 0,1 1 0 0 0,-1 0 0 0 0,1-1 0 0 0,-1 1 1 0 0,1 0-1 0 0,-1 0 0 0 0,1-1 0 0 0,0 1 0 0 0,5 7-99 0 0,-2 20 17 0 0,-6 59 242 0 0,-5 1-1 0 0,-25 128 0 0 0,-70 161 881 0 0,76-297-462 0 0,-4 0 0 0 0,-43 80 0 0 0,60-134-235 0 0,-1-1-1 0 0,-1 0 0 0 0,-2-1 1 0 0,0-1-1 0 0,-1-1 1 0 0,-1 0-1 0 0,-1-1 0 0 0,-1-1 1 0 0,0-1-1 0 0,-29 17 0 0 0,43-30-210 0 0,-1-1 0 0 0,-1 0 0 0 0,1-1 0 0 0,0 0-1 0 0,-1 0 1 0 0,0 0 0 0 0,1-1 0 0 0,-1-1 0 0 0,0 0 0 0 0,0 0-1 0 0,0 0 1 0 0,0-1 0 0 0,0-1 0 0 0,0 1 0 0 0,0-2-1 0 0,-14-2 1 0 0,15 1-97 0 0,1 1 0 0 0,0-1-1 0 0,0 0 1 0 0,1 0 0 0 0,-1-1-1 0 0,0 0 1 0 0,1 0 0 0 0,0-1 0 0 0,0 0-1 0 0,1 0 1 0 0,-1 0 0 0 0,1 0-1 0 0,0-1 1 0 0,0 0 0 0 0,1 0-1 0 0,0 0 1 0 0,0-1 0 0 0,0 0 0 0 0,1 1-1 0 0,-3-9 1 0 0,3 2-38 0 0,-1 0 1 0 0,2 0-1 0 0,0 0 1 0 0,1 0-1 0 0,0 0 0 0 0,1-1 1 0 0,0 1-1 0 0,1 0 1 0 0,0 0-1 0 0,1 0 0 0 0,1 0 1 0 0,0 0-1 0 0,1 0 1 0 0,6-13-1 0 0,6-11-310 0 0,1 0-1 0 0,2 1 1 0 0,32-45 0 0 0,-2 12-1065 0 0,3 1 0 0 0,3 3 0 0 0,71-65 0 0 0,-61 72-1935 0 0,2 2 0 0 0,149-92-1 0 0,-144 106 1199 0 0,83-52-1760 0 0,-129 76 4031 0 0,-1-1-1 0 0,-1-2 1 0 0,36-37-1 0 0,-45 40 1648 0 0,-1-1-1 0 0,0 0 1 0 0,19-38 0 0 0,-32 48-1023 0 0,-7 8-26 0 0,-6 6-313 0 0,5-1-270 0 0,2 0 0 0 0,-1 0 0 0 0,0 0 0 0 0,1 1 0 0 0,0 0 0 0 0,0 0 0 0 0,0 0-1 0 0,-7 12 1 0 0,-1 5 252 0 0,-13 25 0 0 0,17-29-251 0 0,2-4-52 0 0,1 1 0 0 0,0-1 0 0 0,1 1 0 0 0,-5 22 0 0 0,9-28-62 0 0,-1-1 0 0 0,1 0 0 0 0,1 1 0 0 0,0-1 0 0 0,0 1 0 0 0,0-1 0 0 0,1 0 0 0 0,0 1 0 0 0,5 15 0 0 0,-5-20-28 0 0,1-1-1 0 0,-1 1 1 0 0,1-1-1 0 0,0 1 0 0 0,0-1 1 0 0,0 0-1 0 0,0 0 1 0 0,0 0-1 0 0,1 0 0 0 0,0 0 1 0 0,-1 0-1 0 0,1-1 1 0 0,0 1-1 0 0,1-1 1 0 0,-1 0-1 0 0,6 4 0 0 0,-3-4-3 0 0,-1 0-1 0 0,0-1 0 0 0,1 1 0 0 0,-1-1 0 0 0,1 0 0 0 0,-1-1 1 0 0,1 1-1 0 0,0-1 0 0 0,-1 0 0 0 0,10-2 0 0 0,-3 0-6 0 0,-1 0 0 0 0,1-1 0 0 0,-1 0 0 0 0,1-1 0 0 0,-1-1 0 0 0,-1 0-1 0 0,1 0 1 0 0,0-1 0 0 0,-1 0 0 0 0,11-10 0 0 0,-7 3-5 0 0,0-1 1 0 0,0 0 0 0 0,-2-1-1 0 0,0-1 1 0 0,0 0-1 0 0,-2 0 1 0 0,0-1-1 0 0,14-33 1 0 0,-18 36-33 0 0,-1 0 0 0 0,-1 0 0 0 0,0-1 0 0 0,-1 1 0 0 0,0-1 0 0 0,-1 1 0 0 0,-1-1 0 0 0,-1 0 0 0 0,0 0 0 0 0,0 0 0 0 0,-2 0 0 0 0,-3-18 0 0 0,4 29 9 0 0,0 0 0 0 0,0 0 0 0 0,-1 1-1 0 0,1-1 1 0 0,-1 0 0 0 0,0 0 0 0 0,0 1 0 0 0,0-1 0 0 0,0 1-1 0 0,-1 0 1 0 0,0 0 0 0 0,1 0 0 0 0,-1 0 0 0 0,0 0-1 0 0,0 1 1 0 0,-1-1 0 0 0,1 1 0 0 0,0-1 0 0 0,-5 0-1 0 0,4 1 5 0 0,-1 0 0 0 0,1 1-1 0 0,-1 0 1 0 0,0 0 0 0 0,1 0-1 0 0,-1 1 1 0 0,0-1 0 0 0,0 1-1 0 0,1 0 1 0 0,-1 1 0 0 0,0-1-1 0 0,0 1 1 0 0,1 0 0 0 0,-1 0-1 0 0,0 0 1 0 0,-4 2 0 0 0,-8 5-6 0 0,0 0-1 0 0,0 1 1 0 0,1 0 0 0 0,0 2 0 0 0,0-1 0 0 0,1 2-1 0 0,1 0 1 0 0,0 1 0 0 0,-13 15 0 0 0,18-17 13 0 0,-1 0-1 0 0,2 1 1 0 0,0-1 0 0 0,0 2 0 0 0,1-1 0 0 0,0 1 0 0 0,1 0-1 0 0,1 1 1 0 0,0-1 0 0 0,1 1 0 0 0,0 0 0 0 0,-2 21-1 0 0,5-31 17 0 0,1 1-1 0 0,0-1 1 0 0,0 1-1 0 0,1-1 1 0 0,-1 1-1 0 0,1 0 0 0 0,0-1 1 0 0,0 0-1 0 0,0 1 1 0 0,1-1-1 0 0,0 0 1 0 0,0 1-1 0 0,0-1 1 0 0,0 0-1 0 0,0 0 0 0 0,5 4 1 0 0,-3-3-29 0 0,1 0 0 0 0,0-1 0 0 0,-1 0 0 0 0,1-1 0 0 0,1 1 0 0 0,-1-1 0 0 0,1 0 0 0 0,-1 0-1 0 0,1 0 1 0 0,11 3 0 0 0,-3-3-125 0 0,0 1 0 0 0,0-2-1 0 0,0 0 1 0 0,1-1-1 0 0,-1 0 1 0 0,1-1-1 0 0,-1-1 1 0 0,0 0-1 0 0,24-5 1 0 0,-17 0-9 0 0,0-1 0 0 0,0-1-1 0 0,-1-1 1 0 0,0 0 0 0 0,-1-2 0 0 0,0 0 0 0 0,0-1-1 0 0,24-21 1 0 0,-13 6 73 0 0,-1-1 1 0 0,-1-2-1 0 0,40-55 0 0 0,-66 82 46 0 0,1-1-1 0 0,-1 1 0 0 0,1 0 1 0 0,0 1-1 0 0,0-1 0 0 0,0 0 1 0 0,1 1-1 0 0,5-4 0 0 0,-7 6-9 0 0,5 10-23 0 0,-5-5 59 0 0,0 1 0 0 0,0 0 1 0 0,-1 0-1 0 0,1 0 0 0 0,-1 0 0 0 0,-1 0 0 0 0,1 0 1 0 0,-1 0-1 0 0,-1 0 0 0 0,1 0 0 0 0,-2 9 0 0 0,0 3 34 0 0,1 10 235 0 0,-2-1 0 0 0,-1 0 0 0 0,-1 0 0 0 0,-1 0 0 0 0,-18 47 0 0 0,24-74-252 0 0,0-1 0 0 0,0 1 0 0 0,0 0 0 0 0,0-1 0 0 0,0 1 0 0 0,0 0 0 0 0,0-1 0 0 0,0 1 0 0 0,0 0 0 0 0,0-1 0 0 0,0 1 0 0 0,0 0 0 0 0,0-1 0 0 0,0 1 0 0 0,-1 0-1 0 0,1-1 1 0 0,0 1 0 0 0,0 0 0 0 0,0 0 0 0 0,0-1 0 0 0,-1 1 0 0 0,1 0 0 0 0,0 0 0 0 0,0-1 0 0 0,-1 1 0 0 0,1 0 0 0 0,0 0 0 0 0,-1-1 0 0 0,1 1 0 0 0,0 0 0 0 0,0 0 0 0 0,-1 0 0 0 0,1 0 0 0 0,0 0 0 0 0,-1 0 0 0 0,1-1 0 0 0,0 1 0 0 0,-1 0 0 0 0,1 0 0 0 0,0 0 0 0 0,-1 0 0 0 0,1 0 0 0 0,0 0 0 0 0,-1 0 0 0 0,1 0 0 0 0,0 1 0 0 0,-1-1 0 0 0,1 0 0 0 0,0 0 0 0 0,-1 0 0 0 0,1 0-1 0 0,0 0 1 0 0,-1 0 0 0 0,1 1 0 0 0,0-1 0 0 0,-1 0 0 0 0,1 0 0 0 0,0 0 0 0 0,0 1 0 0 0,-1-1 0 0 0,1 0 0 0 0,0 0 0 0 0,0 1 0 0 0,0-1 0 0 0,-1 0 0 0 0,1 1 0 0 0,0-1 0 0 0,7-17-56 0 0,0 0 1 0 0,2 1-1 0 0,0 0 1 0 0,1 0-1 0 0,0 1 0 0 0,1 0 1 0 0,1 1-1 0 0,25-25 1 0 0,-16 20 1 0 0,0 2 1 0 0,1 0-1 0 0,1 1 1 0 0,0 1-1 0 0,37-17 1 0 0,-51 28 5 0 0,1 0 1 0 0,0 1 0 0 0,0 0-1 0 0,0 0 1 0 0,0 1 0 0 0,0 0-1 0 0,1 1 1 0 0,17 0-1 0 0,-25 1 34 0 0,0 0 0 0 0,0 0 0 0 0,1 1 0 0 0,-1-1 0 0 0,0 1 0 0 0,0 0 0 0 0,0 0 0 0 0,0 0 0 0 0,0 0 0 0 0,0 1 1 0 0,0-1-1 0 0,0 1 0 0 0,0 0 0 0 0,-1-1 0 0 0,1 1 0 0 0,-1 1 0 0 0,1-1 0 0 0,-1 0 0 0 0,0 0 0 0 0,0 1 0 0 0,0 0 0 0 0,0-1 0 0 0,0 1 0 0 0,0 0 0 0 0,-1 0 0 0 0,0 0 0 0 0,1 0 0 0 0,-1 0 0 0 0,0 0 0 0 0,1 6 0 0 0,-1 3 41 0 0,0 0 0 0 0,-1-1 0 0 0,0 1 0 0 0,-1 0 0 0 0,0-1 0 0 0,-1 1 0 0 0,0-1 0 0 0,-1 0 0 0 0,-9 22 0 0 0,6-13-1856 0 0,-7 37 1 0 0,12-55 1519 0 0,1 1 1 0 0,0-1 0 0 0,0 0 0 0 0,0 0-1 0 0,0 0 1 0 0,1 0 0 0 0,-1 0 0 0 0,0 1-1 0 0,1-1 1 0 0,0 0 0 0 0,-1 0 0 0 0,1 0 0 0 0,2 2-1 0 0,-3-2-180 0 0,1-1 0 0 0,0 1 0 0 0,0-1 0 0 0,1 0 0 0 0,-1 0 0 0 0,0 0 0 0 0,0 1 0 0 0,1-1 0 0 0,-1 0 0 0 0,0 0 0 0 0,3 0 0 0 0,9 5-4913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1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202 914 948 0 0,'13'-14'3401'0'0,"-1"-2"-1"0"0,20-30 1 0 0,-28 39-2588 0 0,-1 1 0 0 0,0-1-1 0 0,0-1 1 0 0,0 1 0 0 0,0 0 0 0 0,-1-1-1 0 0,-1 0 1 0 0,1 1 0 0 0,0-16 0 0 0,-2 22-781 0 0,0 1 0 0 0,0-1 1 0 0,-1 0-1 0 0,1 0 1 0 0,0 0-1 0 0,0 0 0 0 0,0 0 1 0 0,-1 0-1 0 0,1 0 0 0 0,-1 0 1 0 0,1 0-1 0 0,-1 0 0 0 0,1 1 1 0 0,-1-1-1 0 0,1 0 1 0 0,-1 0-1 0 0,0 1 0 0 0,1-1 1 0 0,-1 0-1 0 0,0 1 0 0 0,1-1 1 0 0,-1 1-1 0 0,0-1 0 0 0,0 1 1 0 0,0-1-1 0 0,0 1 1 0 0,0-1-1 0 0,1 1 0 0 0,-1 0 1 0 0,0-1-1 0 0,0 1 0 0 0,0 0 1 0 0,0 0-1 0 0,0 0 0 0 0,0 0 1 0 0,0 0-1 0 0,0 0 1 0 0,0 0-1 0 0,-1 0 0 0 0,-3 1-2 0 0,0-1-1 0 0,0 1 1 0 0,1 0-1 0 0,-1 0 1 0 0,0 0-1 0 0,-5 3 1 0 0,-6 3 4 0 0,0 2 1 0 0,0 0 0 0 0,1 1 0 0 0,0 0 0 0 0,1 1 0 0 0,0 1 0 0 0,1 0-1 0 0,0 1 1 0 0,1 1 0 0 0,0 0 0 0 0,1 0 0 0 0,1 1 0 0 0,0 0-1 0 0,-11 25 1 0 0,19-34-16 0 0,0-1 0 0 0,0 0 0 0 0,1 1 0 0 0,0-1-1 0 0,0 1 1 0 0,0-1 0 0 0,1 1 0 0 0,0 0 0 0 0,0-1-1 0 0,0 1 1 0 0,2 5 0 0 0,-2-8-9 0 0,1-1 0 0 0,0 0-1 0 0,-1 0 1 0 0,1 0 0 0 0,0 1 0 0 0,0-1 0 0 0,0 0 0 0 0,1 0 0 0 0,-1 0-1 0 0,0 0 1 0 0,1-1 0 0 0,-1 1 0 0 0,1 0 0 0 0,0 0 0 0 0,0-1-1 0 0,-1 1 1 0 0,1-1 0 0 0,0 0 0 0 0,0 0 0 0 0,0 1 0 0 0,0-1-1 0 0,1-1 1 0 0,-1 1 0 0 0,0 0 0 0 0,0 0 0 0 0,1-1 0 0 0,-1 1-1 0 0,0-1 1 0 0,1 0 0 0 0,2 0 0 0 0,1 1 2 0 0,1-1 0 0 0,0-1 1 0 0,-1 1-1 0 0,1-1 0 0 0,0-1 0 0 0,-1 1 0 0 0,1-1 0 0 0,-1 0 1 0 0,0 0-1 0 0,0-1 0 0 0,6-3 0 0 0,-1-1-12 0 0,-1 1 1 0 0,1-2-1 0 0,-2 1 0 0 0,1-2 0 0 0,11-12 0 0 0,0-3 23 0 0,-2-1-1 0 0,-1-1 0 0 0,29-54 0 0 0,8-32 2638 0 0,-54 110-2553 0 0,-2 10-89 0 0,0 1 1 0 0,-1-1-1 0 0,1 0 0 0 0,-2 0 1 0 0,-2 8-1 0 0,-4 13 7 0 0,6-18-4 0 0,-18 84 214 0 0,19-83-153 0 0,1 0 0 0 0,0 0 0 0 0,1 0 1 0 0,0 0-1 0 0,1 0 0 0 0,2 12 0 0 0,-2-22-68 0 0,-1 0 0 0 0,1-1 0 0 0,-1 1-1 0 0,1 0 1 0 0,0 0 0 0 0,0-1 0 0 0,-1 1 0 0 0,1 0 0 0 0,0-1-1 0 0,1 1 1 0 0,-1-1 0 0 0,0 0 0 0 0,0 1 0 0 0,1-1 0 0 0,-1 0 0 0 0,0 1-1 0 0,1-1 1 0 0,-1 0 0 0 0,3 1 0 0 0,-1-1 4 0 0,0 0 1 0 0,0 0-1 0 0,1 0 1 0 0,-1 0-1 0 0,0 0 1 0 0,1-1-1 0 0,-1 1 1 0 0,0-1-1 0 0,7 0 1 0 0,0-1-8 0 0,0-1 0 0 0,0 0 1 0 0,0 0-1 0 0,-1-1 1 0 0,1 0-1 0 0,10-5 0 0 0,-2-2 12 0 0,0 0 0 0 0,-1-1-1 0 0,0-1 1 0 0,-1 0 0 0 0,-1-1 0 0 0,16-16-1 0 0,2-7-43 0 0,39-55 0 0 0,-28 28-100 0 0,-3-1 1 0 0,53-112-1 0 0,-74 131 63 0 0,-2 0 1 0 0,-2-2-1 0 0,-2 0 1 0 0,-2-1-1 0 0,7-56 1 0 0,-18 92 54 0 0,1-4-16 0 0,0-1 0 0 0,-2-28-1 0 0,0 42 18 0 0,0 0 0 0 0,0 0-1 0 0,0 0 1 0 0,-1 1-1 0 0,0-1 1 0 0,1 0-1 0 0,-1 0 1 0 0,0 0 0 0 0,0 1-1 0 0,0-1 1 0 0,-1 0-1 0 0,1 1 1 0 0,-1-1 0 0 0,1 1-1 0 0,-1 0 1 0 0,0-1-1 0 0,0 1 1 0 0,0 0-1 0 0,0 0 1 0 0,0 0 0 0 0,0 0-1 0 0,-4-1 1 0 0,3 2 0 0 0,0 0 0 0 0,0 0 1 0 0,0 1-1 0 0,0-1 0 0 0,0 1 1 0 0,0 0-1 0 0,0 0 1 0 0,0 0-1 0 0,1 0 0 0 0,-1 1 1 0 0,0-1-1 0 0,0 1 0 0 0,0 0 1 0 0,0 0-1 0 0,0 0 0 0 0,0 0 1 0 0,1 0-1 0 0,-1 0 1 0 0,1 1-1 0 0,-1-1 0 0 0,1 1 1 0 0,-3 2-1 0 0,-6 4 34 0 0,1 1 0 0 0,0 0 1 0 0,-12 15-1 0 0,3-2 90 0 0,2 2 0 0 0,1 0 0 0 0,1 1 0 0 0,1 0 0 0 0,1 1 0 0 0,1 1 0 0 0,1 0 0 0 0,-11 47 0 0 0,12-33-61 0 0,2 0 0 0 0,3 1-1 0 0,0-1 1 0 0,3 1 0 0 0,4 60-1 0 0,0-86-353 0 0,0 0-1 0 0,0 0 1 0 0,2 0-1 0 0,0 0 1 0 0,0 0-1 0 0,2-1 1 0 0,0 0-1 0 0,1 0 1 0 0,13 23-1 0 0,-12-28-438 0 0,-1 1-1 0 0,2-1 1 0 0,-1-1-1 0 0,1 0 1 0 0,1 0-1 0 0,0 0 0 0 0,0-1 1 0 0,0-1-1 0 0,1 0 1 0 0,0 0-1 0 0,1-1 1 0 0,19 7-1 0 0,9 0-4214 0 0,-1-1-2433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4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666 213 684 0 0,'0'0'7293'0'0,"-2"0"-6419"0"0,0 1-1258 0 0,1-1 450 0 0,1 0 1 0 0,0-1-1 0 0,0 1 0 0 0,-1 0 0 0 0,1 0 1 0 0,0 0-1 0 0,0 0 0 0 0,0 0 1 0 0,-1 0-1 0 0,1 0 0 0 0,0 0 0 0 0,0 0 1 0 0,-1 0-1 0 0,1 0 0 0 0,0 0 0 0 0,0 1 1 0 0,0-1-1 0 0,-1 0 0 0 0,1 0 0 0 0,0 0 1 0 0,0 0-1 0 0,-1 0 0 0 0,1 0 0 0 0,0 0 1 0 0,0 1-1 0 0,0-1 0 0 0,0 0 0 0 0,-1 0 1 0 0,1 0-1 0 0,0 0 0 0 0,0 1 0 0 0,0-1 1 0 0,0 0-1 0 0,0 0 0 0 0,0 0 0 0 0,-1 1 1 0 0,1-1-1 0 0,0 0 0 0 0,0 0 1 0 0,0 0-1 0 0,0 1 0 0 0,0-1 0 0 0,0 0 1 0 0,0 0-1 0 0,0 1 0 0 0,0-1 0 0 0,0 0 1 0 0,0 0-1 0 0,0 1 0 0 0,0-1 0 0 0,0 0 1 0 0,0 0-1 0 0,0 0 0 0 0,1 1 0 0 0,-1-1 1 0 0,0 0-1 0 0,0 0 0 0 0,0 1 0 0 0,3-1-43 0 0,0 0-1 0 0,0 0 1 0 0,0 0-1 0 0,0 0 1 0 0,0-1-1 0 0,0 1 0 0 0,0-1 1 0 0,0 0-1 0 0,0 0 1 0 0,0 0-1 0 0,4-2 0 0 0,-5 2-1 0 0,14-4 16 0 0,-1-2 0 0 0,0 0 0 0 0,0 0 0 0 0,0-1-1 0 0,-1-1 1 0 0,18-14 0 0 0,-25 17 35 0 0,-1-1-1 0 0,1 0 1 0 0,-1 0 0 0 0,0 0 0 0 0,0-1-1 0 0,-1 0 1 0 0,0 0 0 0 0,-1 0 0 0 0,0 0 0 0 0,0-1-1 0 0,0 0 1 0 0,-1 0 0 0 0,2-10 0 0 0,-5-5 218 0 0,-1 22-252 0 0,-2 2 1 0 0,1 1-33 0 0,-1 0 0 0 0,0 0 1 0 0,1 0-1 0 0,-1 0 0 0 0,1 0 0 0 0,-1 1 0 0 0,1-1 1 0 0,-1 1-1 0 0,1-1 0 0 0,0 1 0 0 0,0 0 0 0 0,0 0 1 0 0,-4 4-1 0 0,-25 36 24 0 0,25-33-23 0 0,-232 388-83 0 0,140-224 162 0 0,76-134-66 0 0,-84 134 215 0 0,85-143 235 0 0,-1-1-1 0 0,-2 0 0 0 0,-39 36 0 0 0,56-59-200 0 0,-1 1 1 0 0,0-1-1 0 0,0-1 0 0 0,0 1 0 0 0,-1-1 0 0 0,0-1 0 0 0,0 0 1 0 0,-16 6-1 0 0,22-9-220 0 0,-1-1-1 0 0,1 1 1 0 0,0 0 0 0 0,-1-1 0 0 0,1 0 0 0 0,0 0-1 0 0,-1 0 1 0 0,1 0 0 0 0,-1-1 0 0 0,1 1 0 0 0,0-1-1 0 0,-1 0 1 0 0,1 1 0 0 0,0-2 0 0 0,0 1-1 0 0,0 0 1 0 0,0-1 0 0 0,0 1 0 0 0,0-1 0 0 0,0 0-1 0 0,0 0 1 0 0,0 0 0 0 0,1 0 0 0 0,-1-1 0 0 0,1 1-1 0 0,0-1 1 0 0,0 1 0 0 0,-3-6 0 0 0,-1-1-32 0 0,1-1 1 0 0,0 0 0 0 0,1 0-1 0 0,0-1 1 0 0,1 1 0 0 0,0-1-1 0 0,1 0 1 0 0,0 1-1 0 0,-1-22 1 0 0,2 18-31 0 0,1 0-1 0 0,1 0 1 0 0,0 0 0 0 0,1 0 0 0 0,0 0-1 0 0,1 0 1 0 0,7-17 0 0 0,-9 26-3 0 0,1 1 0 0 0,0-1 1 0 0,0 1-1 0 0,0 0 0 0 0,1 0 1 0 0,-1 0-1 0 0,1 0 0 0 0,0 0 0 0 0,6-6 1 0 0,-7 9 6 0 0,0 0 0 0 0,0-1 0 0 0,0 1 1 0 0,0 0-1 0 0,0 0 0 0 0,0 0 0 0 0,1 1 0 0 0,-1-1 1 0 0,0 0-1 0 0,0 1 0 0 0,1-1 0 0 0,-1 1 1 0 0,0 0-1 0 0,1 0 0 0 0,-1 0 0 0 0,0 0 1 0 0,1 0-1 0 0,-1 1 0 0 0,0-1 0 0 0,0 1 1 0 0,4 0-1 0 0,3 3-1 0 0,1 1 1 0 0,-1-1-1 0 0,0 2 1 0 0,0-1-1 0 0,0 1 1 0 0,-1 1-1 0 0,0-1 1 0 0,0 1-1 0 0,9 10 1 0 0,6 5-2 0 0,43 42 37 0 0,-31-29 36 0 0,63 48 0 0 0,-86-74-55 0 0,0-1 0 0 0,1 0-1 0 0,0-1 1 0 0,0-1-1 0 0,1 0 1 0 0,-1-1-1 0 0,1 0 1 0 0,1-1-1 0 0,26 4 1 0 0,-26-6-132 0 0,0-1 1 0 0,0-1-1 0 0,0 0 0 0 0,0-1 1 0 0,0-1-1 0 0,-1-1 1 0 0,1 0-1 0 0,0 0 1 0 0,-1-1-1 0 0,0-1 0 0 0,0-1 1 0 0,0 0-1 0 0,-1-1 1 0 0,0 0-1 0 0,0-1 0 0 0,0 0 1 0 0,-1-1-1 0 0,-1-1 1 0 0,0 1-1 0 0,0-2 0 0 0,0 0 1 0 0,10-15-1 0 0,-10 13 74 0 0,-1-1-1 0 0,0-1 1 0 0,-2 0 0 0 0,1 0-1 0 0,-2 0 1 0 0,0-1-1 0 0,-1-1 1 0 0,7-27 0 0 0,-9 31 90 0 0,-1-1 1 0 0,-1 1 0 0 0,0-1 0 0 0,-1 1 0 0 0,-1-1 0 0 0,0 0 0 0 0,-3-19 0 0 0,3 32-39 0 0,0 1-1 0 0,0-1 1 0 0,0 1 0 0 0,0 0-1 0 0,0-1 1 0 0,-1 1 0 0 0,1 0-1 0 0,0-1 1 0 0,0 1 0 0 0,0-1 0 0 0,-1 1-1 0 0,1 0 1 0 0,0 0 0 0 0,0-1-1 0 0,-1 1 1 0 0,1 0 0 0 0,0-1-1 0 0,-1 1 1 0 0,1 0 0 0 0,0 0-1 0 0,-1 0 1 0 0,1-1 0 0 0,0 1 0 0 0,-1 0-1 0 0,1 0 1 0 0,-1 0 0 0 0,1 0-1 0 0,0 0 1 0 0,-1 0 0 0 0,1 0-1 0 0,-1 0 1 0 0,1 0 0 0 0,0 0-1 0 0,-1 0 1 0 0,1 0 0 0 0,-1 0 0 0 0,1 0-1 0 0,0 0 1 0 0,-1 0 0 0 0,1 0-1 0 0,-1 0 1 0 0,1 0 0 0 0,0 1-1 0 0,-1-1 1 0 0,-14 10 20 0 0,1 4 57 0 0,1 0 0 0 0,0 1 0 0 0,1 1-1 0 0,1 0 1 0 0,-10 18 0 0 0,3-2 112 0 0,-22 60-1 0 0,34-77-157 0 0,1 0 0 0 0,0 0 0 0 0,2 0 0 0 0,0 1 0 0 0,-3 28 0 0 0,6-41-24 0 0,0 1 0 0 0,0-1 0 0 0,0 1 0 0 0,0-1 0 0 0,1 0 0 0 0,-1 1 1 0 0,1-1-1 0 0,0 0 0 0 0,0 0 0 0 0,0 0 0 0 0,1 1 0 0 0,-1-1 0 0 0,0 0 0 0 0,1 0 1 0 0,0-1-1 0 0,0 1 0 0 0,0 0 0 0 0,0-1 0 0 0,0 1 0 0 0,1-1 0 0 0,-1 1 0 0 0,1-1 1 0 0,-1 0-1 0 0,1 0 0 0 0,0-1 0 0 0,0 1 0 0 0,0 0 0 0 0,0-1 0 0 0,0 0 1 0 0,0 1-1 0 0,0-1 0 0 0,1-1 0 0 0,4 2 0 0 0,3-1-54 0 0,1 0 1 0 0,-1 0-1 0 0,1-1 1 0 0,-1-1-1 0 0,1 0 0 0 0,-1 0 1 0 0,14-4-1 0 0,7-3-475 0 0,38-16 0 0 0,-38 11 118 0 0,-1-2 0 0 0,0-1 1 0 0,0-2-1 0 0,-2-1 0 0 0,0-1 0 0 0,-2-1 1 0 0,0-2-1 0 0,-1 0 0 0 0,41-51 1 0 0,-43 44 479 0 0,-1-2 1 0 0,-2 0 0 0 0,-1-1-1 0 0,-1-1 1 0 0,-2-1-1 0 0,-2-1 1 0 0,-1 0 0 0 0,15-65-1 0 0,-24 77 903 0 0,-2 1 0 0 0,2-43 0 0 0,-5 65-956 0 0,0 1 0 0 0,0-1 0 0 0,0 1 0 0 0,0-1 0 0 0,0 0 0 0 0,0 1 0 0 0,0-1 0 0 0,0 1 0 0 0,0-1 0 0 0,0 0 0 0 0,0 1 0 0 0,0-1 0 0 0,0 1 0 0 0,-1-1 0 0 0,1 1 0 0 0,0-1-1 0 0,0 0 1 0 0,-1 1 0 0 0,1-1 0 0 0,0 1 0 0 0,-1-1 0 0 0,1 1 0 0 0,-1-1 0 0 0,1 1 0 0 0,0 0 0 0 0,-1-1 0 0 0,0 0 0 0 0,0 1-11 0 0,0 0-1 0 0,0 0 1 0 0,0 1-1 0 0,1-1 1 0 0,-1 0-1 0 0,0 0 1 0 0,0 1-1 0 0,1-1 1 0 0,-1 0-1 0 0,0 1 1 0 0,0-1-1 0 0,1 0 1 0 0,-1 1-1 0 0,0-1 1 0 0,1 1-1 0 0,-1 0 0 0 0,0 0 1 0 0,-24 29 221 0 0,2 14 111 0 0,1 0 0 0 0,3 2 0 0 0,1 0 0 0 0,3 1 1 0 0,1 1-1 0 0,3 0 0 0 0,-10 95 0 0 0,20-129-281 0 0,0 0-1 0 0,2 1 1 0 0,-1-1 0 0 0,2 0 0 0 0,-1 1 0 0 0,5 13-1 0 0,-5-25-101 0 0,0 1-1 0 0,0-1 1 0 0,0 0-1 0 0,0 1 0 0 0,1-1 1 0 0,0 0-1 0 0,-1 0 1 0 0,1 0-1 0 0,0 0 0 0 0,0 0 1 0 0,0-1-1 0 0,1 1 1 0 0,-1-1-1 0 0,1 1 0 0 0,-1-1 1 0 0,1 0-1 0 0,0 0 1 0 0,0 0-1 0 0,0 0 0 0 0,0 0 1 0 0,0-1-1 0 0,0 0 1 0 0,1 1-1 0 0,-1-1 0 0 0,0 0 1 0 0,1-1-1 0 0,-1 1 1 0 0,1-1-1 0 0,6 1 0 0 0,-1-1-715 0 0,0-1-1 0 0,0 0 0 0 0,-1 0 1 0 0,1-1-1 0 0,16-5 0 0 0,18-13-5760 0 0,-18 3-8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48 488 0 0,'-99'-3'14048'0'0,"62"3"-10622"0"0,34 0-2940 0 0,-1 0-102 0 0,-7 1-6 0 0,19-1 200 0 0,25-1-231 0 0,154-18-3734 0 0,-65 0-5196 0 0,-90 13 2822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64 707 1960 0 0,'-35'24'8278'0'0,"32"-20"-7822"0"0,-1-1-1 0 0,1 1 0 0 0,0 0 1 0 0,0 0-1 0 0,0 0 1 0 0,-3 7-1 0 0,5-10-287 0 0,1 1 183 0 0,0-2-308 0 0,0 0 1 0 0,-1 0 0 0 0,1 0 0 0 0,0 1 0 0 0,0-1-1 0 0,0 0 1 0 0,0 0 0 0 0,0 0 0 0 0,0 0 0 0 0,0 0 0 0 0,0 0-1 0 0,-1 0 1 0 0,1 0 0 0 0,0 1 0 0 0,0-1 0 0 0,0 0-1 0 0,0 0 1 0 0,0 0 0 0 0,0 0 0 0 0,0 0 0 0 0,0 1-1 0 0,0-1 1 0 0,0 0 0 0 0,0 0 0 0 0,0 0 0 0 0,0 0-1 0 0,0 0 1 0 0,0 1 0 0 0,0-1 0 0 0,0 0 0 0 0,0 0 0 0 0,0 0-1 0 0,0 0 1 0 0,0 0 0 0 0,0 0 0 0 0,0 1 0 0 0,0-1-1 0 0,0 0 1 0 0,1 0 0 0 0,-1 0 0 0 0,0 0 0 0 0,0 0-1 0 0,0 0 1 0 0,0 0 0 0 0,0 1 0 0 0,0-1 0 0 0,0 0-1 0 0,0 0 1 0 0,1 0 0 0 0,-1 0 0 0 0,0 0 0 0 0,0 0 0 0 0,0 0-1 0 0,0 0 1 0 0,6-1 69 0 0,0-1-1 0 0,-1 0 1 0 0,0 0-1 0 0,1-1 1 0 0,-1 0-1 0 0,0 0 1 0 0,0 0-1 0 0,-1 0 1 0 0,1-1 0 0 0,-1 0-1 0 0,7-6 1 0 0,8-11 26 0 0,19-26 1 0 0,-25 30-86 0 0,68-96 25 0 0,69-128-1 0 0,-32 47-64 0 0,-100 165-2 0 0,-11 17-63 0 0,1-1 0 0 0,0 1 0 0 0,15-17-1 0 0,-22 29 49 0 0,-1-1-1 0 0,0 1 0 0 0,1 0 0 0 0,-1-1 0 0 0,0 1 1 0 0,1-1-1 0 0,-1 1 0 0 0,1 0 0 0 0,-1 0 0 0 0,1-1 0 0 0,-1 1 1 0 0,1 0-1 0 0,-1 0 0 0 0,1-1 0 0 0,-1 1 0 0 0,1 0 1 0 0,-1 0-1 0 0,1 0 0 0 0,-1 0 0 0 0,1 0 0 0 0,-1 0 1 0 0,1 0-1 0 0,-1 0 0 0 0,1 0 0 0 0,-1 0 0 0 0,1 0 1 0 0,-1 0-1 0 0,1 0 0 0 0,0 1 0 0 0,0-1 2 0 0,0 1 0 0 0,0 0-1 0 0,-1-1 1 0 0,1 1-1 0 0,0 0 1 0 0,0 0 0 0 0,-1 0-1 0 0,1 0 1 0 0,-1 0 0 0 0,1-1-1 0 0,-1 1 1 0 0,1 0-1 0 0,0 2 1 0 0,6 30 83 0 0,-8 55 841 0 0,-21 166-1 0 0,4-94-573 0 0,0 63-128 0 0,18-221-556 0 0,0-1-626 0 0,0-1 879 0 0,0 1-1 0 0,0-1 1 0 0,0 0-1 0 0,0 0 1 0 0,0 0 0 0 0,0 1-1 0 0,0-1 1 0 0,0 0 0 0 0,0 0-1 0 0,0 0 1 0 0,0 1 0 0 0,1-1-1 0 0,-1 0 1 0 0,0 0 0 0 0,0 0-1 0 0,0 0 1 0 0,0 1 0 0 0,0-1-1 0 0,0 0 1 0 0,0 0-1 0 0,1 0 1 0 0,-1 0 0 0 0,0 0-1 0 0,0 0 1 0 0,0 1 0 0 0,0-1-1 0 0,0 0 1 0 0,1 0 0 0 0,-1 0-1 0 0,0 0 1 0 0,0 0 0 0 0,0 0-1 0 0,0 0 1 0 0,1 0-1 0 0,-1 0 1 0 0,0 0 0 0 0,2-2-922 0 0,-1-1 0 0 0,1 0 0 0 0,-1 1-1 0 0,0-1 1 0 0,0 0 0 0 0,0 0 0 0 0,0-3 0 0 0,0-6-4529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5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75 1232 0 0,'-3'0'2713'0'0,"-42"-6"6513"0"0,42 6-7898 0 0,0 0-864 0 0,-8 0-88 0 0,8 0 430 0 0,6 0-610 0 0,34 1 6 0 0,0-2 0 0 0,0-2 1 0 0,44-8-1 0 0,-29 4-130 0 0,-19 3-371 0 0,83-13-1763 0 0,-97 13-2287 0 0,35-13 0 0 0,-42 12 590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39 1860 0 0,'0'0'2321'0'0,"-12"-6"6419"0"0,0-1-4030 0 0,11 3-2408 0 0,23 3-1663 0 0,-2 0-588 0 0,87-9-1478 0 0,-69 5-2278 0 0,1 1-4089 0 0,-23 3 2501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2440 0 0,'-45'23'8125'0'0,"-1"0"-2804"0"0,45-23-5294 0 0,1 0 0 0 0,-1 1 0 0 0,1-1 0 0 0,-1 0 0 0 0,1 0 0 0 0,-1 0 0 0 0,1 1 0 0 0,-1-1 0 0 0,1 0 0 0 0,-1 0 0 0 0,1 1-1 0 0,0-1 1 0 0,-1 0 0 0 0,1 1 0 0 0,-1-1 0 0 0,1 1 0 0 0,0-1 0 0 0,-1 0 0 0 0,1 1 0 0 0,0-1 0 0 0,0 1 0 0 0,-1-1 0 0 0,1 1 0 0 0,0-1 0 0 0,0 1 0 0 0,0-1 0 0 0,0 1 0 0 0,0-1 0 0 0,0 1-1 0 0,-1-1 1 0 0,1 1 0 0 0,0-1 0 0 0,0 1 0 0 0,1-1 0 0 0,-1 1 0 0 0,0-1 0 0 0,0 1 0 0 0,0-1 0 0 0,0 1 0 0 0,0-1 0 0 0,0 1 0 0 0,1-1 0 0 0,-1 1 0 0 0,2 0-7 0 0,-1 0 0 0 0,0 0 1 0 0,1 0-1 0 0,-1 0 0 0 0,0-1 0 0 0,1 1 1 0 0,-1 0-1 0 0,1-1 0 0 0,0 0 1 0 0,-1 1-1 0 0,1-1 0 0 0,-1 0 0 0 0,1 0 1 0 0,0 1-1 0 0,2-2 0 0 0,37 0-988 0 0,66-11-1 0 0,46-21-6667 0 0,-97 17 2217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7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554 186 720 0 0,'0'-1'392'0'0,"5"-8"2368"0"0,0 0-1 0 0,-1-1 0 0 0,0 0 1 0 0,4-18-1 0 0,-8 26-2385 0 0,1-1 1 0 0,-1 0 0 0 0,0 0-1 0 0,0 0 1 0 0,0 1 0 0 0,0-1-1 0 0,-1 0 1 0 0,1 0 0 0 0,-1 0-1 0 0,1 1 1 0 0,-1-1 0 0 0,0 0-1 0 0,0 1 1 0 0,0-1 0 0 0,-1 1-1 0 0,1-1 1 0 0,-1 1 0 0 0,1-1-1 0 0,-1 1 1 0 0,0 0 0 0 0,1 0-1 0 0,-5-4 1 0 0,-3 0-120 0 0,0-1-1 0 0,-1 1 1 0 0,0 1 0 0 0,0 0-1 0 0,0 0 1 0 0,0 1-1 0 0,-1 0 1 0 0,1 1 0 0 0,-1 0-1 0 0,0 1 1 0 0,0 0-1 0 0,0 0 1 0 0,-16 1-1 0 0,11 1-245 0 0,1 0 0 0 0,-1 1 0 0 0,0 1 0 0 0,1 0-1 0 0,-1 1 1 0 0,1 1 0 0 0,0 1 0 0 0,0 0 0 0 0,-15 8-1 0 0,22-10-3 0 0,1 2 0 0 0,0-1 0 0 0,0 1-1 0 0,0 0 1 0 0,1 1 0 0 0,-1 0-1 0 0,2 0 1 0 0,-1 0 0 0 0,-9 14-1 0 0,8-9-4 0 0,0 1 1 0 0,1 0-1 0 0,1 0 0 0 0,0 0 0 0 0,-5 22 0 0 0,2 7 2 0 0,2 0 0 0 0,1 0 0 0 0,2 45 0 0 0,3-72 5 0 0,-67 765 2133 0 0,58-701-1634 0 0,4-42-361 0 0,0-4-41 0 0,2-1 0 0 0,1 1 0 0 0,1 0 0 0 0,2-1 1 0 0,5 35-1 0 0,-5-62-82 0 0,0 1 0 0 0,1-1 0 0 0,0 0 0 0 0,0 0 0 0 0,0 0 0 0 0,0 0 0 0 0,0 0 0 0 0,1 0 0 0 0,0-1 0 0 0,0 1 0 0 0,0-1 0 0 0,0 0 0 0 0,0 0 0 0 0,1 0 0 0 0,-1 0 0 0 0,1-1 0 0 0,0 1 0 0 0,0-1 0 0 0,0 0 0 0 0,0 0 1 0 0,0 0-1 0 0,0-1 0 0 0,7 2 0 0 0,5 1-279 0 0,0 0 0 0 0,0-1 0 0 0,1-1 0 0 0,-1 0 1 0 0,18-1-1 0 0,-11-2-946 0 0,0-1 1 0 0,0-1-1 0 0,0-1 1 0 0,0 0-1 0 0,27-11 1 0 0,-14 2-2773 0 0,-1-1 1 0 0,47-28 0 0 0,-34 14-4129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348 137 1624 0 0,'1'-11'1898'0'0,"1"-2"632"0"0,-1 0 0 0 0,0 0 1 0 0,-2-21-1 0 0,1 32-2322 0 0,0 0 1 0 0,0-1-1 0 0,-1 1 1 0 0,1 0-1 0 0,-1 0 1 0 0,1-1-1 0 0,-1 1 1 0 0,0 0-1 0 0,0 0 1 0 0,0 0-1 0 0,0 0 1 0 0,0 0-1 0 0,-1 0 1 0 0,1 0-1 0 0,-1 0 1 0 0,1 1-1 0 0,-1-1 0 0 0,1 0 1 0 0,-1 1-1 0 0,0-1 1 0 0,0 1-1 0 0,0 0 1 0 0,0-1-1 0 0,0 1 1 0 0,0 0-1 0 0,-3-1 1 0 0,0 1-9 0 0,-1 0 0 0 0,0 1-1 0 0,1-1 1 0 0,-1 1 0 0 0,0 0 0 0 0,1 0 0 0 0,-1 1 0 0 0,0 0 0 0 0,-10 3 0 0 0,1 0 92 0 0,1 1 1 0 0,-19 9 0 0 0,12-4-140 0 0,1 2 1 0 0,0 0 0 0 0,-24 19-1 0 0,36-24-127 0 0,0 0 0 0 0,0 0 0 0 0,1 1 0 0 0,0 0 0 0 0,0 0 0 0 0,1 1 0 0 0,0-1 0 0 0,0 1 0 0 0,-7 17 0 0 0,12-24-19 0 0,0 1-1 0 0,0-1 0 0 0,1 0 1 0 0,-1 1-1 0 0,1-1 0 0 0,-1 0 0 0 0,1 1 1 0 0,0-1-1 0 0,0 1 0 0 0,0-1 0 0 0,0 0 1 0 0,0 1-1 0 0,1-1 0 0 0,-1 0 1 0 0,1 1-1 0 0,-1-1 0 0 0,1 0 0 0 0,1 3 1 0 0,-1-3-15 0 0,1 0 0 0 0,-1-1 0 0 0,0 1 0 0 0,1-1 0 0 0,-1 0 0 0 0,1 1 0 0 0,0-1 0 0 0,-1 0 0 0 0,1 0 0 0 0,0 0 0 0 0,0 0 0 0 0,0 0 0 0 0,0 0 0 0 0,0 0 0 0 0,0-1 0 0 0,0 1 0 0 0,0-1 0 0 0,0 1 0 0 0,0-1 0 0 0,0 0 0 0 0,0 0 0 0 0,4 0 0 0 0,3-1-103 0 0,1 0 0 0 0,-1 0 0 0 0,0-1 1 0 0,0 0-1 0 0,0-1 0 0 0,0 0 0 0 0,0 0 0 0 0,-1-1 1 0 0,1 0-1 0 0,-1 0 0 0 0,0-1 0 0 0,0 0 0 0 0,14-13 1 0 0,-7 5 88 0 0,-1-2 1 0 0,0 0 0 0 0,0 0 0 0 0,-2-1 0 0 0,17-28 0 0 0,-3 11 391 0 0,-19 46-228 0 0,-10 57 1748 0 0,1-29-1488 0 0,4 50 0 0 0,-1-79-1194 0 0,0 0 0 0 0,1 0 0 0 0,0 0 0 0 0,1-1 0 0 0,1 1 0 0 0,0-1 0 0 0,0 0 0 0 0,12 20 0 0 0,-13-27-312 0 0,1 1-1 0 0,-1-1 1 0 0,1 0 0 0 0,0 0-1 0 0,0 0 1 0 0,1 0-1 0 0,7 4 1 0 0,4 3-5016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51 216 0 0,'8'-10'3676'0'0,"14"-17"10950"0"0,-15 18-11825 0 0,-4 8-1125 0 0,-3 1-1587 0 0,0 0 1 0 0,0-1-1 0 0,1 1 1 0 0,-1 0-1 0 0,0 0 1 0 0,0-1 0 0 0,1 1-1 0 0,-1 0 1 0 0,0 0-1 0 0,1 0 1 0 0,-1 0-1 0 0,0-1 1 0 0,0 1 0 0 0,1 0-1 0 0,-1 0 1 0 0,0 0-1 0 0,1 0 1 0 0,-1 0-1 0 0,0 0 1 0 0,1 0 0 0 0,-1 0-1 0 0,0 0 1 0 0,1 0-1 0 0,-1 0 1 0 0,0 0-1 0 0,1 0 1 0 0,-1 0 0 0 0,0 0-1 0 0,1 0 1 0 0,-1 0-1 0 0,0 1 1 0 0,1-1-1 0 0,-1 0 1 0 0,0 0 0 0 0,0 0-1 0 0,1 0 1 0 0,-1 1-1 0 0,0-1 1 0 0,0 0-1 0 0,1 0 1 0 0,-1 1 0 0 0,0-1-1 0 0,0 0 1 0 0,0 0-1 0 0,1 1 1 0 0,-1-1-1 0 0,4 14 317 0 0,-1-1 0 0 0,0 1 0 0 0,-1 0 0 0 0,-1 0-1 0 0,0 18 1 0 0,-8 73 2450 0 0,4-72-2584 0 0,-1 7-3637 0 0,3-37 1959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6 106 1252 0 0,'-1'-41'11259'0'0,"0"16"-6733"0"0,-1-14-5442 0 0,0 62-7936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 1740 0 0,'16'15'13005'0'0,"-14"-14"-12536"0"0,0 2 0 0 0,0-1-1 0 0,-1 0 1 0 0,1 0 0 0 0,0 1-1 0 0,-1-1 1 0 0,1 1 0 0 0,-1-1-1 0 0,0 1 1 0 0,0-1 0 0 0,0 1-1 0 0,0 0 1 0 0,0 0 0 0 0,-1 0 0 0 0,1-1-1 0 0,-1 1 1 0 0,0 3 0 0 0,1 55 4987 0 0,-2-58-5241 0 0,-1 24 64 0 0,-2-1 1 0 0,0 0-1 0 0,-2 0 1 0 0,-1 0 0 0 0,-1-1-1 0 0,-1 0 1 0 0,-2 0-1 0 0,0-1 1 0 0,-1 0 0 0 0,-2-1-1 0 0,0-1 1 0 0,-2 0-1 0 0,-29 33 1 0 0,41-52-280 0 0,1 1 0 0 0,0 0 0 0 0,-1-1 0 0 0,1 1 0 0 0,-1-1 0 0 0,0 0 0 0 0,0 0 0 0 0,0 0 0 0 0,-1-1 0 0 0,1 1 0 0 0,0-1 0 0 0,-1 0 0 0 0,0 0 0 0 0,1-1 0 0 0,-1 1 0 0 0,0-1 0 0 0,0 0 0 0 0,0-1 0 0 0,0 1 0 0 0,-6-1 0 0 0,6 0-284 0 0,-1-1 1 0 0,1 0-1 0 0,0 0 0 0 0,-1 0 1 0 0,1 0-1 0 0,0-1 0 0 0,0 0 1 0 0,0 0-1 0 0,0-1 0 0 0,0 1 1 0 0,1-1-1 0 0,-1 0 0 0 0,1 0 1 0 0,0-1-1 0 0,0 1 0 0 0,0-1 1 0 0,0 0-1 0 0,-6-8 1 0 0,3 3-597 0 0,1 0 1 0 0,0-1-1 0 0,0 0 1 0 0,1 0-1 0 0,1-1 1 0 0,0 1-1 0 0,-6-21 1 0 0,7 18-2287 0 0,1 1 1 0 0,-1-26 0 0 0,3 3-5277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1280 0 0,'17'-23'7981'0'0,"-1"-1"31"0"0,-7 10-5809 0 0,-8 13-1722 0 0,10-17 675 0 0,-8 12-4788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2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146 201 2600 0 0,'1'-14'6033'0'0,"0"-1"0"0"0,-1-21 0 0 0,0 11 628 0 0,0 24-6556 0 0,0 0 1 0 0,1-1-1 0 0,-1 1 1 0 0,1-1 0 0 0,-1 1-1 0 0,1 0 1 0 0,0-1-1 0 0,-1 1 1 0 0,1 0-1 0 0,0 0 1 0 0,0 0-1 0 0,0-1 1 0 0,0 1-1 0 0,0 0 1 0 0,0 0-1 0 0,0 1 1 0 0,1-1 0 0 0,-1 0-1 0 0,0 0 1 0 0,0 0-1 0 0,1 1 1 0 0,-1-1-1 0 0,0 1 1 0 0,3-1-1 0 0,38-11 212 0 0,-39 11-221 0 0,369-69 453 0 0,-370 69-554 0 0,0 1 1 0 0,0 0 0 0 0,0-1 0 0 0,0 1 0 0 0,0 0 0 0 0,0 0-1 0 0,0 1 1 0 0,0-1 0 0 0,0 0 0 0 0,0 0 0 0 0,0 1 0 0 0,0 0-1 0 0,0-1 1 0 0,0 1 0 0 0,-1 0 0 0 0,1 0 0 0 0,0 0 0 0 0,0 0-1 0 0,-1 0 1 0 0,1 0 0 0 0,-1 0 0 0 0,1 1 0 0 0,-1-1 0 0 0,1 1-1 0 0,-1-1 1 0 0,0 1 0 0 0,0-1 0 0 0,1 1 0 0 0,-1 0 0 0 0,0-1-1 0 0,-1 1 1 0 0,1 0 0 0 0,0 0 0 0 0,0 0 0 0 0,-1 0 0 0 0,1 0 0 0 0,-1 0-1 0 0,0 2 1 0 0,2 9 208 0 0,-1-1 0 0 0,0 1 0 0 0,-1 0 0 0 0,-3 22 0 0 0,3-27 20 0 0,-10 321 233 0 0,0 8-188 0 0,-29-26-269 0 0,28-259 0 0 0,-1 0 0 0 0,-3 0 0 0 0,-39 89 0 0 0,41-115 0 0 0,-21 33 0 0 0,32-55 0 0 0,-1 0 0 0 0,0-1 0 0 0,0 1 0 0 0,-1-1 0 0 0,1 0 0 0 0,-1 0 0 0 0,0 0 0 0 0,0-1 0 0 0,0 1 0 0 0,0-1 0 0 0,0 0 0 0 0,0 0 0 0 0,0 0 0 0 0,-7 1 0 0 0,-1 0 0 0 0,0 0 0 0 0,-1-2 0 0 0,-17 2 0 0 0,27-3 0 0 0,-19 0-910 0 0,1 0 1 0 0,-22-4-1 0 0,21 1-671 0 0,1 0 0 0 0,0-2 0 0 0,0-1-1 0 0,0-1 1 0 0,1 0 0 0 0,0-1 0 0 0,-27-17-1 0 0,26 11-4410 0 0,2-2-3000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23 188 0 0,'0'0'2485'0'0,"8"-10"4319"0"0,-8 9-6524 0 0,0 0 1 0 0,1 1-1 0 0,-1-1 1 0 0,0 0-1 0 0,0 1 0 0 0,1-1 1 0 0,-1 0-1 0 0,0 1 1 0 0,1-1-1 0 0,-1 1 1 0 0,1-1-1 0 0,-1 0 1 0 0,1 1-1 0 0,-1-1 0 0 0,1 1 1 0 0,0-1-1 0 0,-1 1 1 0 0,1 0-1 0 0,1-1 1 0 0,0 13 1355 0 0,-8 35-1790 0 0,5-41 800 0 0,-42 253 3497 0 0,-37 127-2447 0 0,76-368-1598 0 0,0-1 1293 0 0,-11 31-1 0 0,14-46-663 0 0,1-2-708 0 0,0 0-1 0 0,-1 0 1 0 0,1 0-1 0 0,0-1 1 0 0,-1 1-1 0 0,1 0 1 0 0,0 0-1 0 0,-1-1 1 0 0,1 1-1 0 0,0 0 1 0 0,-1 0 0 0 0,1-1-1 0 0,0 1 1 0 0,0 0-1 0 0,-1-1 1 0 0,1 1-1 0 0,0 0 1 0 0,0-1-1 0 0,0 1 1 0 0,0 0-1 0 0,-1-1 1 0 0,1 1-1 0 0,0-1 1 0 0,0 1 0 0 0,0 0-1 0 0,0-1 1 0 0,0 1-1 0 0,0-1 1 0 0,0 1-1 0 0,0 0 1 0 0,0-1-1 0 0,0 1 1 0 0,0-1-1 0 0,2-13 101 0 0,-2 13-108 0 0,3-16-21 0 0,1 0 0 0 0,1 0 0 0 0,0 0 0 0 0,2 1 1 0 0,0 0-1 0 0,0 0 0 0 0,2 0 0 0 0,0 1 0 0 0,0 1 1 0 0,18-21-1 0 0,-20 27-15 0 0,0 1 1 0 0,1-1 0 0 0,0 1-1 0 0,1 1 1 0 0,-1 0 0 0 0,1 0-1 0 0,0 0 1 0 0,12-4 0 0 0,-15 7 9 0 0,1 1 1 0 0,0 0-1 0 0,0 0 1 0 0,0 1-1 0 0,0-1 1 0 0,0 1-1 0 0,0 1 1 0 0,0 0-1 0 0,0 0 1 0 0,0 0-1 0 0,0 1 0 0 0,0 0 1 0 0,7 2-1 0 0,-5-1 13 0 0,0 1-1 0 0,0 1 1 0 0,0-1-1 0 0,-1 2 1 0 0,0-1-1 0 0,0 1 1 0 0,0 0-1 0 0,0 1 1 0 0,-1 0-1 0 0,0 0 1 0 0,0 0-1 0 0,-1 1 0 0 0,0 0 1 0 0,0 0-1 0 0,0 1 1 0 0,-1 0-1 0 0,7 12 1 0 0,-9-12 152 0 0,1-1 0 0 0,-1 1 0 0 0,0 0 0 0 0,-1 0-1 0 0,0 1 1 0 0,0-1 0 0 0,-1 0 0 0 0,0 1 0 0 0,0-1 0 0 0,-1 1 0 0 0,0-1 0 0 0,0 0 0 0 0,-1 1 0 0 0,0-1 0 0 0,-1 1 0 0 0,0-1 0 0 0,0 0 0 0 0,-1 0-1 0 0,-5 11 1 0 0,4-11-17 0 0,0-1 0 0 0,0 0 0 0 0,-1 0 0 0 0,0-1 0 0 0,0 1 0 0 0,0-1 0 0 0,-1 0 0 0 0,0-1 0 0 0,0 1 0 0 0,-1-1 0 0 0,0 0 0 0 0,1-1 0 0 0,-2 0 0 0 0,1 0 0 0 0,0 0 0 0 0,-1-1 0 0 0,0 0 0 0 0,1 0 0 0 0,-1-1 0 0 0,0 0 0 0 0,-14 1 0 0 0,-8 0-126 0 0,23-5-12 0 0,2-1-30 0 0,2 3-238 0 0,0 0 1 0 0,0-1-1 0 0,1 0 0 0 0,-1 1 0 0 0,0-1 0 0 0,0-1 0 0 0,0 1 0 0 0,1 0 0 0 0,-1 0 0 0 0,1-1 0 0 0,-1 0 1 0 0,1 1-1 0 0,0-1 0 0 0,-1 0 0 0 0,1 0 0 0 0,0 0 0 0 0,0-1 0 0 0,0 1 0 0 0,1 0 0 0 0,-1-1 1 0 0,-1-2-1 0 0,2 2-167 0 0,1 0 0 0 0,-1 0 0 0 0,1 1 0 0 0,0-1 0 0 0,-1 0 0 0 0,1 0 0 0 0,0 1 0 0 0,1-1 0 0 0,-1 0 0 0 0,1 0 0 0 0,-1 0 0 0 0,1 1 1 0 0,0-1-1 0 0,0 0 0 0 0,0 1 0 0 0,0-1 0 0 0,0 1 0 0 0,1-1 0 0 0,-1 1 0 0 0,1 0 0 0 0,2-4 0 0 0,32-33-7244 0 0,-10 15 720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44 1140 0 0,'2'1'409'0'0,"0"-1"1"0"0,1 1-1 0 0,-1-1 0 0 0,1 1 1 0 0,-1 0-1 0 0,0 0 0 0 0,1 0 1 0 0,-1 0-1 0 0,0 1 1 0 0,0-1-1 0 0,0 0 0 0 0,0 1 1 0 0,0 0-1 0 0,0-1 0 0 0,-1 1 1 0 0,1 0-1 0 0,0 0 0 0 0,-1 0 1 0 0,0 0-1 0 0,1 0 0 0 0,1 4 1 0 0,13 16 738 0 0,-14-19-932 0 0,1 0-1 0 0,0 0 0 0 0,-1 0 0 0 0,1 0 0 0 0,1-1 0 0 0,-1 0 1 0 0,0 0-1 0 0,1 0 0 0 0,-1 0 0 0 0,1 0 0 0 0,-1 0 0 0 0,1-1 0 0 0,5 2 1 0 0,-2-3-87 0 0,0 0 0 0 0,-1 0 0 0 0,1 0 0 0 0,0-1 0 0 0,-1 0 0 0 0,1 0 0 0 0,0 0 0 0 0,7-4 0 0 0,-10 4-63 0 0,0-1 0 0 0,-1 0 1 0 0,1 0-1 0 0,-1 0 0 0 0,1 0 0 0 0,-1-1 0 0 0,0 1 1 0 0,0-1-1 0 0,0 0 0 0 0,0 0 0 0 0,0 0 0 0 0,-1 0 1 0 0,1-1-1 0 0,-1 1 0 0 0,0-1 0 0 0,2-4 1 0 0,-3 7-46 0 0,0-1 1 0 0,0 0-1 0 0,0 1 1 0 0,-1-1 0 0 0,1 0-1 0 0,0 0 1 0 0,-1 0 0 0 0,0 0-1 0 0,1 0 1 0 0,-1 0-1 0 0,0 0 1 0 0,0 0 0 0 0,0 1-1 0 0,0-1 1 0 0,0 0 0 0 0,-1 0-1 0 0,1 0 1 0 0,0 0-1 0 0,-1 0 1 0 0,0 0 0 0 0,1 0-1 0 0,-1 1 1 0 0,0-1 0 0 0,0 0-1 0 0,0 1 1 0 0,0-1-1 0 0,0 0 1 0 0,0 1 0 0 0,-1-1-1 0 0,1 1 1 0 0,0 0-1 0 0,-1-1 1 0 0,1 1 0 0 0,-4-2-1 0 0,2 1 10 0 0,-1 1-1 0 0,1-1 1 0 0,-1 1-1 0 0,0-1 1 0 0,0 1-1 0 0,0 1 1 0 0,0-1-1 0 0,0 0 0 0 0,0 1 1 0 0,0 0-1 0 0,0 0 1 0 0,0 0-1 0 0,0 0 1 0 0,0 1-1 0 0,-7 1 1 0 0,-1 2 81 0 0,0 1 1 0 0,0 0-1 0 0,1 1 1 0 0,-1 0-1 0 0,1 1 1 0 0,0 0-1 0 0,1 1 1 0 0,0 0-1 0 0,0 0 1 0 0,0 1-1 0 0,1 1 1 0 0,1-1-1 0 0,0 2 1 0 0,0-1-1 0 0,1 1 1 0 0,-9 17-1 0 0,14-25-72 0 0,1 2 0 0 0,-1-1 0 0 0,1 0 0 0 0,-1 0-1 0 0,1 0 1 0 0,1 1 0 0 0,-1-1 0 0 0,0 1-1 0 0,1-1 1 0 0,0 0 0 0 0,0 1 0 0 0,1-1-1 0 0,-1 1 1 0 0,1-1 0 0 0,0 0 0 0 0,0 1 0 0 0,0-1-1 0 0,3 7 1 0 0,-1-7-16 0 0,0 1 0 0 0,-1-1 0 0 0,1 0 0 0 0,1-1 0 0 0,-1 1 0 0 0,0-1 0 0 0,1 1 0 0 0,0-1 0 0 0,0 0 0 0 0,0 0 0 0 0,0-1 0 0 0,0 1 0 0 0,1-1 0 0 0,-1 0 1 0 0,1 0-1 0 0,6 1 0 0 0,5 2-427 0 0,1-1 1 0 0,-1-1 0 0 0,1 0 0 0 0,0-1-1 0 0,-1-1 1 0 0,27-2 0 0 0,-17-2-2093 0 0,-1 0 0 0 0,1-2 0 0 0,37-11 0 0 0,-25 3-3220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1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415 304 504 0 0,'9'-20'2189'0'0,"0"0"1"0"0,-2 0-1 0 0,0-1 1 0 0,6-30-1 0 0,-11 42-1705 0 0,-1-1-1 0 0,0 0 1 0 0,0 0-1 0 0,-1 0 1 0 0,0 0 0 0 0,-1 0-1 0 0,0 0 1 0 0,0 0-1 0 0,-1 0 1 0 0,-1 1 0 0 0,-6-19-1 0 0,8 26-433 0 0,0 0 0 0 0,0 0 0 0 0,0-1 0 0 0,-1 1 0 0 0,1 0 0 0 0,-1 0 0 0 0,0 1 0 0 0,1-1 0 0 0,-1 0 0 0 0,0 1 0 0 0,0-1 0 0 0,0 1 0 0 0,0-1 0 0 0,0 1 0 0 0,-1 0 0 0 0,1 0 0 0 0,0 0 1 0 0,-4-1-1 0 0,1 1-7 0 0,0 0 1 0 0,1 0-1 0 0,-1 1 1 0 0,0 0 0 0 0,0 0-1 0 0,1 0 1 0 0,-1 1-1 0 0,0-1 1 0 0,-5 2 0 0 0,-6 3 42 0 0,1 0 1 0 0,0 1-1 0 0,1 0 1 0 0,-27 16-1 0 0,17-6-7 0 0,2 0 0 0 0,0 1 0 0 0,0 1 0 0 0,2 1 0 0 0,-21 24 0 0 0,28-27-53 0 0,0 1 0 0 0,1 0 1 0 0,0 0-1 0 0,2 2 0 0 0,0-1 1 0 0,1 1-1 0 0,-10 31 0 0 0,17-44-6 0 0,0 0 0 0 0,1 1 0 0 0,0-1 0 0 0,0 1 0 0 0,0 0 0 0 0,1-1 0 0 0,0 1 0 0 0,0-1 0 0 0,1 1 0 0 0,2 11-1 0 0,-2-15-7 0 0,0 0-1 0 0,0-1 0 0 0,0 1 0 0 0,1-1 0 0 0,-1 1 0 0 0,1-1 0 0 0,-1 1 1 0 0,1-1-1 0 0,0 0 0 0 0,0 0 0 0 0,0 0 0 0 0,0 0 0 0 0,0 0 0 0 0,0 0 1 0 0,1-1-1 0 0,-1 1 0 0 0,1-1 0 0 0,-1 0 0 0 0,1 1 0 0 0,-1-1 0 0 0,1 0 0 0 0,0 0 1 0 0,0-1-1 0 0,-1 1 0 0 0,1-1 0 0 0,6 1 0 0 0,0 0 2 0 0,0-1-1 0 0,0 0 0 0 0,0-1 1 0 0,0 0-1 0 0,0 0 0 0 0,0-1 1 0 0,0 0-1 0 0,-1-1 0 0 0,1 0 1 0 0,-1 0-1 0 0,1-1 1 0 0,-1 0-1 0 0,0 0 0 0 0,-1-1 1 0 0,1 0-1 0 0,-1 0 0 0 0,9-9 1 0 0,9-10-2 0 0,-2-1 0 0 0,0-1 0 0 0,23-36 0 0 0,-10 14-4 0 0,-30 39-20 0 0,-6 8 3 0 0,0 1 0 0 0,1-1 0 0 0,-1 0-1 0 0,0 1 1 0 0,0-1 0 0 0,1 1 0 0 0,-1-1 0 0 0,0 0 0 0 0,1 1-1 0 0,-1-1 1 0 0,1 1 0 0 0,-1-1 0 0 0,0 1 0 0 0,1-1 0 0 0,-1 1-1 0 0,1 0 1 0 0,0-1 0 0 0,-1 1 0 0 0,1-1 0 0 0,-1 1 0 0 0,1 0-1 0 0,-1 0 1 0 0,1-1 0 0 0,0 1 0 0 0,-1 0 0 0 0,1 0 0 0 0,0 0-1 0 0,-1 0 1 0 0,1 0 0 0 0,0 0 0 0 0,-1 0 0 0 0,1 0 0 0 0,0 0-1 0 0,-1 0 1 0 0,1 0 0 0 0,0 0 0 0 0,0 2 6 0 0,0-1-1 0 0,-1 1 1 0 0,1-1 0 0 0,-1 1 0 0 0,0-1-1 0 0,0 1 1 0 0,1-1 0 0 0,-1 1 0 0 0,0 0-1 0 0,0-1 1 0 0,0 1 0 0 0,-1-1 0 0 0,1 1 0 0 0,-1 2-1 0 0,-4 24-10 0 0,5-28 15 0 0,-3 19-311 0 0,0 0 0 0 0,1 1 0 0 0,1-1 0 0 0,0 0 0 0 0,2 0 0 0 0,3 22 0 0 0,-4-38-58 0 0,1 0 0 0 0,0 0 0 0 0,0 0 0 0 0,0 0 0 0 0,1 0 1 0 0,-1 0-1 0 0,1 0 0 0 0,-1-1 0 0 0,1 1 0 0 0,0-1 0 0 0,3 4 1 0 0,-3-4-274 0 0,-1-1 0 0 0,1 0 1 0 0,0 1-1 0 0,0-1 1 0 0,0 0-1 0 0,0 0 1 0 0,0 0-1 0 0,0 0 1 0 0,2 1-1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1 176 888 0 0,'39'-103'13300'0'0,"-38"102"-13261"0"0,-1 1 0 0 0,0-1 0 0 0,0 1 0 0 0,1-1 0 0 0,-1 0 1 0 0,0 1-1 0 0,1-1 0 0 0,-1 1 0 0 0,0-1 0 0 0,1 1 0 0 0,-1-1 0 0 0,1 1 0 0 0,-1 0 0 0 0,1-1 0 0 0,-1 1 0 0 0,1-1 1 0 0,-1 1-1 0 0,1 0 0 0 0,-1-1 0 0 0,1 1 0 0 0,0 0 0 0 0,-1 0 0 0 0,1 0 0 0 0,0-1 0 0 0,-1 1 0 0 0,1 0 0 0 0,-1 0 1 0 0,1 0-1 0 0,0 0 0 0 0,0 0 0 0 0,1 1 1 0 0,-1-1 0 0 0,1 1 1 0 0,-1 0-1 0 0,0-1 0 0 0,1 1 0 0 0,-1 0 1 0 0,0 0-1 0 0,0 0 0 0 0,0 0 0 0 0,0 0 1 0 0,0 0-1 0 0,2 2 0 0 0,1 3 107 0 0,0 0 1 0 0,0 0-1 0 0,0 1 1 0 0,3 8-1 0 0,0 8 523 0 0,0 0 1 0 0,-2 1-1 0 0,-1 0 0 0 0,-1 0 0 0 0,-1 0 0 0 0,-1 27 0 0 0,-4-35 1003 0 0,3-16-1654 0 0,0 0-1 0 0,0 0 1 0 0,0 0 0 0 0,0 0 0 0 0,-1 0 0 0 0,1 0 0 0 0,0 0 0 0 0,0 0-1 0 0,0 0 1 0 0,0 0 0 0 0,-1 0 0 0 0,1 1 0 0 0,0-1 0 0 0,0 0 0 0 0,0 0-1 0 0,-1 0 1 0 0,1 0 0 0 0,0 0 0 0 0,0 0 0 0 0,0-1 0 0 0,0 1 0 0 0,-1 0-1 0 0,1 0 1 0 0,0 0 0 0 0,0 0 0 0 0,0 0 0 0 0,0 0 0 0 0,-1 0-1 0 0,1 0 1 0 0,0 0 0 0 0,0 0 0 0 0,0-1 0 0 0,0 1 0 0 0,0 0 0 0 0,-1 0-1 0 0,1 0 1 0 0,0 0 0 0 0,0 0 0 0 0,0-1 0 0 0,-1 0 0 0 0,0-1 0 0 0,-1 1 0 0 0,1-1 0 0 0,1 1 0 0 0,-1-1 0 0 0,0 0 0 0 0,0 0 0 0 0,1 1 0 0 0,-1-1 0 0 0,1 0 0 0 0,-1-2 0 0 0,1-6-23 0 0,1-1-1 0 0,0 0 1 0 0,0 1-1 0 0,1 0 1 0 0,1-1-1 0 0,0 1 1 0 0,0 0-1 0 0,1 0 1 0 0,0 0-1 0 0,1 1 1 0 0,0 0-1 0 0,11-17 1 0 0,-4 11-31 0 0,0-1 1 0 0,1 1 0 0 0,1 1-1 0 0,0 0 1 0 0,31-22 0 0 0,-37 30 14 0 0,0 1 0 0 0,0 0 0 0 0,1 1 1 0 0,-1 0-1 0 0,1 0 0 0 0,0 1 0 0 0,0 0 1 0 0,0 1-1 0 0,0 0 0 0 0,0 0 1 0 0,1 1-1 0 0,9 0 0 0 0,-14 1 15 0 0,-1 0 0 0 0,0 1-1 0 0,0-1 1 0 0,0 1 0 0 0,0 0 0 0 0,0 0-1 0 0,0 0 1 0 0,0 1 0 0 0,-1-1 0 0 0,1 1 0 0 0,0 0-1 0 0,-1 0 1 0 0,1 0 0 0 0,-1 1 0 0 0,0-1-1 0 0,0 1 1 0 0,0 0 0 0 0,0 0 0 0 0,0 0-1 0 0,-1 0 1 0 0,1 0 0 0 0,-1 1 0 0 0,0-1 0 0 0,0 1-1 0 0,0 0 1 0 0,0-1 0 0 0,-1 1 0 0 0,1 0-1 0 0,0 4 1 0 0,1 5 7 0 0,-1-1 0 0 0,0 1 0 0 0,-1-1 1 0 0,0 1-1 0 0,-1 0 0 0 0,-2 16 0 0 0,-14 79-51 0 0,9-68-95 0 0,7-15-985 0 0,0-24 1014 0 0,1 0-1 0 0,-1 0 1 0 0,0-1-1 0 0,0 1 1 0 0,1 0 0 0 0,-1 0-1 0 0,0-1 1 0 0,1 1-1 0 0,-1 0 1 0 0,1-1-1 0 0,-1 1 1 0 0,1-1-1 0 0,-1 1 1 0 0,1 0 0 0 0,0-1-1 0 0,-1 1 1 0 0,1-1-1 0 0,-1 1 1 0 0,1-1-1 0 0,0 0 1 0 0,0 1-1 0 0,-1-1 1 0 0,1 0-1 0 0,0 1 1 0 0,0-1 0 0 0,-1 0-1 0 0,1 0 1 0 0,0 0-1 0 0,0 0 1 0 0,1 0-1 0 0,33-4-3116 0 0,-7-5-2328 0 0,0-3-1686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3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130 473 1536 0 0,'-2'-32'8509'0'0,"-5"-11"-1686"0"0,4 25-4894 0 0,3 16-1448 0 0,-3 3-292 0 0,-2 2-119 0 0,0-1-1 0 0,1 1 1 0 0,-1 1-1 0 0,0-1 1 0 0,1 1-1 0 0,0-1 1 0 0,0 1-1 0 0,0 0 1 0 0,0 1-1 0 0,1-1 1 0 0,0 1-1 0 0,0-1 1 0 0,-4 8-1 0 0,-6 11 151 0 0,-13 35 0 0 0,23-51-194 0 0,1 1 0 0 0,-1-1 0 0 0,1 1 0 0 0,0-1 0 0 0,1 1 0 0 0,0 0-1 0 0,0-1 1 0 0,1 1 0 0 0,1 14 0 0 0,-1-18-10 0 0,1 0-1 0 0,0-1 1 0 0,0 0-1 0 0,0 1 1 0 0,0-1-1 0 0,0 1 1 0 0,1-1-1 0 0,0 0 1 0 0,-1 0-1 0 0,1 0 1 0 0,0 0-1 0 0,1 0 0 0 0,-1-1 1 0 0,0 1-1 0 0,1 0 1 0 0,0-1-1 0 0,-1 0 1 0 0,1 0-1 0 0,0 0 1 0 0,0 0-1 0 0,0 0 1 0 0,0 0-1 0 0,6 1 1 0 0,-1 0 3 0 0,0 0 0 0 0,1-1 0 0 0,-1 0 0 0 0,1 0 0 0 0,0-1 0 0 0,-1 0 1 0 0,1-1-1 0 0,0 0 0 0 0,0 0 0 0 0,0-1 0 0 0,-1 0 0 0 0,1-1 0 0 0,0 1 0 0 0,-1-2 1 0 0,1 1-1 0 0,-1-1 0 0 0,0-1 0 0 0,0 1 0 0 0,0-1 0 0 0,-1-1 0 0 0,8-4 1 0 0,-6 2-10 0 0,0 0 1 0 0,0 0-1 0 0,-1-1 1 0 0,0 0-1 0 0,-1-1 1 0 0,0 1-1 0 0,0-1 1 0 0,-1-1-1 0 0,0 1 1 0 0,-1-1-1 0 0,0 0 1 0 0,0-1-1 0 0,-1 1 1 0 0,0-1-1 0 0,-1 1 1 0 0,2-13-1 0 0,-3 12-13 0 0,0 1 1 0 0,-1-1-1 0 0,-1 1 0 0 0,0-1 1 0 0,0 1-1 0 0,-4-19 0 0 0,4 25-5 0 0,-1 1 0 0 0,0-1 0 0 0,-1 1 0 0 0,1-1 0 0 0,0 1 0 0 0,-1 0 0 0 0,0 0 0 0 0,0 0 0 0 0,0 0 1 0 0,0 0-1 0 0,-1 0 0 0 0,1 0 0 0 0,-1 1 0 0 0,1-1 0 0 0,-1 1 0 0 0,0 0 0 0 0,0 0 0 0 0,0 0 0 0 0,0 0 0 0 0,0 0 0 0 0,0 1 0 0 0,-1-1 0 0 0,-4 0 0 0 0,0 0-4 0 0,0 0 0 0 0,-1 1-1 0 0,1 1 1 0 0,0-1 0 0 0,-1 1 0 0 0,1 1 0 0 0,0-1 0 0 0,-1 1-1 0 0,1 1 1 0 0,0 0 0 0 0,0 0 0 0 0,0 0 0 0 0,0 1 0 0 0,-14 7-1 0 0,10-4 2 0 0,1 0 0 0 0,0 1-1 0 0,0 0 1 0 0,0 1-1 0 0,1 0 1 0 0,0 1-1 0 0,1 0 1 0 0,-15 18 0 0 0,20-22-11 0 0,1 0 1 0 0,0 0 0 0 0,0-1 0 0 0,0 2 0 0 0,1-1-1 0 0,0 0 1 0 0,0 0 0 0 0,0 1 0 0 0,1-1-1 0 0,0 1 1 0 0,0 0 0 0 0,0-1 0 0 0,0 1 0 0 0,1 7-1 0 0,1-10-30 0 0,-1 1 1 0 0,1-1-1 0 0,0 0 0 0 0,0 0 0 0 0,0 0 0 0 0,0 1 0 0 0,1-1 0 0 0,-1 0 0 0 0,1 0 0 0 0,-1-1 1 0 0,1 1-1 0 0,0 0 0 0 0,0-1 0 0 0,1 1 0 0 0,-1-1 0 0 0,0 1 0 0 0,1-1 0 0 0,0 0 0 0 0,-1 0 0 0 0,1 0 1 0 0,0-1-1 0 0,0 1 0 0 0,0-1 0 0 0,0 1 0 0 0,4 0 0 0 0,4 1-106 0 0,-1-1 0 0 0,1 0 0 0 0,0 0 0 0 0,-1-1-1 0 0,1 0 1 0 0,0-1 0 0 0,0-1 0 0 0,0 1 0 0 0,-1-2 0 0 0,1 1 0 0 0,0-2-1 0 0,-1 1 1 0 0,20-9 0 0 0,-6 2 45 0 0,-1-2-1 0 0,0-1 1 0 0,0-1 0 0 0,35-26-1 0 0,125-104 17 0 0,-181 140 89 0 0,1 1 1 0 0,0 0-1 0 0,-1 1 1 0 0,1-1-1 0 0,0 0 1 0 0,0 1-1 0 0,0-1 1 0 0,0 1-1 0 0,0 0 1 0 0,0 0-1 0 0,0 0 1 0 0,5 0-1 0 0,-6 1 9 0 0,0 0 1 0 0,0 0-1 0 0,0 0 0 0 0,0 0 0 0 0,0 1 1 0 0,0-1-1 0 0,0 1 0 0 0,0-1 1 0 0,0 1-1 0 0,0 0 0 0 0,0 0 0 0 0,0 0 1 0 0,0 0-1 0 0,-1 0 0 0 0,3 1 1 0 0,0 2 51 0 0,0 0 0 0 0,-1 0 0 0 0,1 1 0 0 0,-1-1 0 0 0,0 1 0 0 0,0-1 0 0 0,0 1 1 0 0,0 0-1 0 0,-1 0 0 0 0,0 1 0 0 0,0-1 0 0 0,1 9 0 0 0,1 0 302 0 0,-2 0-1 0 0,0 0 1 0 0,-1 1 0 0 0,0-1-1 0 0,-1 0 1 0 0,-1 0-1 0 0,-2 18 1 0 0,2-25 89 0 0,-1 0 0 0 0,1 1 0 0 0,-1-1 0 0 0,-1 0-1 0 0,1 0 1 0 0,-1 0 0 0 0,0-1 0 0 0,-1 1 0 0 0,0-1 0 0 0,0 1 0 0 0,0-1 0 0 0,-1 0 0 0 0,0-1 0 0 0,0 1 0 0 0,-8 6 0 0 0,11-11-260 0 0,0 1 0 0 0,0-1 1 0 0,0 0-1 0 0,0 0 0 0 0,0 0 0 0 0,-1 0 1 0 0,1 0-1 0 0,0 0 0 0 0,-1 0 1 0 0,1-1-1 0 0,-1 1 0 0 0,1-1 0 0 0,-1 0 1 0 0,-3 0-1 0 0,4 0-166 0 0,1 0 0 0 0,0 0 0 0 0,-1 0 1 0 0,1-1-1 0 0,-1 1 0 0 0,1-1 0 0 0,0 1 0 0 0,-1-1 0 0 0,1 0 0 0 0,0 1 1 0 0,0-1-1 0 0,-1 0 0 0 0,1 0 0 0 0,0 0 0 0 0,0 0 0 0 0,0 0 1 0 0,0 0-1 0 0,0 0 0 0 0,0 0 0 0 0,0 0 0 0 0,1 0 0 0 0,-2-2 0 0 0,2 2-43 0 0,0-1-1 0 0,-1 1 1 0 0,1 0-1 0 0,0 0 0 0 0,0 0 1 0 0,0 0-1 0 0,1 0 0 0 0,-1 0 1 0 0,0 0-1 0 0,0 0 0 0 0,1-1 1 0 0,-1 1-1 0 0,0 0 0 0 0,1 0 1 0 0,-1 0-1 0 0,1 0 0 0 0,-1 0 1 0 0,1 0-1 0 0,0 1 1 0 0,-1-1-1 0 0,2-1 0 0 0,15-17-982 0 0,2 3-255 0 0,0 1 0 0 0,1 0 0 0 0,31-16 0 0 0,72-30-2888 0 0,-24 13 1013 0 0,-86 42 2769 0 0,29-16-1106 0 0,0-1 0 0 0,-2-3 0 0 0,44-35 0 0 0,-71 50 1490 0 0,-1 0-1 0 0,-1-1 0 0 0,0-1 0 0 0,-1 0 1 0 0,11-17-1 0 0,-14 18 533 0 0,-1 1 0 0 0,-1-1 1 0 0,0 0-1 0 0,0-1 0 0 0,-2 1 0 0 0,1-1 0 0 0,2-21 1 0 0,5-36 4423 0 0,-11 68-4292 0 0,-11 8 161 0 0,7 0-412 0 0,-1 0 1 0 0,1 1-1 0 0,0-1 0 0 0,1 1 0 0 0,-1 0 0 0 0,2 0 0 0 0,-1 0 0 0 0,-3 15 0 0 0,0-2 282 0 0,-18 55 1391 0 0,-22 130 0 0 0,30-120-1680 0 0,3-19-487 0 0,-6 93 1 0 0,18-140-696 0 0,0-13 99 0 0,0 1 0 0 0,1 0 1 0 0,0-1-1 0 0,0 1 0 0 0,1 0 1 0 0,-1-1-1 0 0,1 1 0 0 0,1 0 1 0 0,3 11-1 0 0,-4-18 493 0 0,-1 1 0 0 0,1-1-1 0 0,-1 1 1 0 0,1-1 0 0 0,0 1 0 0 0,-1-1 0 0 0,1 0-1 0 0,0 1 1 0 0,-1-1 0 0 0,1 0 0 0 0,0 0-1 0 0,0 1 1 0 0,-1-1 0 0 0,1 0 0 0 0,0 0-1 0 0,0 0 1 0 0,-1 0 0 0 0,1 0 0 0 0,0 0 0 0 0,0 0-1 0 0,-1 0 1 0 0,1 0 0 0 0,0 0 0 0 0,-1-1-1 0 0,1 1 1 0 0,0 0 0 0 0,0 0 0 0 0,-1-1-1 0 0,1 1 1 0 0,0 0 0 0 0,-1-1 0 0 0,1 1 0 0 0,-1-1-1 0 0,2 0 1 0 0,20-14-4414 0 0,-10 1 324 0 0,0-4-1824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101 251 1956 0 0,'-16'-19'7303'0'0,"-37"-33"0"0"0,24 25-3967 0 0,27 25-3066 0 0,2 2-259 0 0,0 0 0 0 0,0 0 0 0 0,1 0 0 0 0,-1 0 1 0 0,0 0-1 0 0,0 0 0 0 0,0 0 0 0 0,0 0 0 0 0,0 0 0 0 0,0 0 0 0 0,0 0 1 0 0,0-1-1 0 0,0 1 0 0 0,0 0 0 0 0,0 0 0 0 0,0 0 0 0 0,0 0 0 0 0,0 0 0 0 0,0 0 1 0 0,0 0-1 0 0,0 0 0 0 0,0 0 0 0 0,0 0 0 0 0,0-1 0 0 0,0 1 0 0 0,0 0 1 0 0,0 0-1 0 0,0 0 0 0 0,0 0 0 0 0,0 0 0 0 0,0 0 0 0 0,0 0 0 0 0,0 0 1 0 0,0 0-1 0 0,0-1 0 0 0,0 1 0 0 0,0 0 0 0 0,0 0 0 0 0,0 0 0 0 0,0 0 1 0 0,0 0-1 0 0,0 0 0 0 0,0 0 0 0 0,0 0 0 0 0,0 0 0 0 0,-1 0 0 0 0,1 0 0 0 0,0 0 1 0 0,0 0-1 0 0,0-1 0 0 0,0 1 0 0 0,0 0 0 0 0,0 0 0 0 0,0 0 0 0 0,0 0 1 0 0,0 0-1 0 0,0 0 0 0 0,-1 0 0 0 0,1 0 0 0 0,0 0 0 0 0,16-4 228 0 0,73 0 24 0 0,66-5-288 0 0,-133 6-43 0 0,0 0 1 0 0,-1-2-1 0 0,0 0 0 0 0,41-17 0 0 0,-51 16 55 0 0,0 0-1 0 0,0-1 0 0 0,-1 0 0 0 0,1 0 1 0 0,-2-1-1 0 0,1-1 0 0 0,-1 1 0 0 0,0-2 1 0 0,10-13-1 0 0,-19 23 11 0 0,0 0 0 0 0,0 0 0 0 0,0 0 1 0 0,0 0-1 0 0,1 0 0 0 0,-1 0 0 0 0,0 0 0 0 0,0 0 1 0 0,0 1-1 0 0,0-1 0 0 0,0 0 0 0 0,0 0 0 0 0,0 0 1 0 0,0 0-1 0 0,0 0 0 0 0,0 0 0 0 0,0 0 0 0 0,1 0 1 0 0,-1 0-1 0 0,0 0 0 0 0,0 0 0 0 0,0 0 0 0 0,0 0 1 0 0,0 0-1 0 0,0 0 0 0 0,0 0 0 0 0,0 0 0 0 0,1 0 1 0 0,-1 0-1 0 0,0 0 0 0 0,0 0 0 0 0,0 0 0 0 0,0 0 1 0 0,0 0-1 0 0,0 0 0 0 0,0 0 0 0 0,0 0 0 0 0,1 0 1 0 0,-1 0-1 0 0,0 0 0 0 0,0 0 0 0 0,0 0 0 0 0,0 0 1 0 0,0 0-1 0 0,0-1 0 0 0,0 1 0 0 0,0 0 0 0 0,-5 18 193 0 0,-11 24 584 0 0,-15 46 846 0 0,5 1 1 0 0,-18 105 0 0 0,23-98-1294 0 0,16-67-160 0 0,3-16 248 0 0,-1 0-1 0 0,-7 20 1 0 0,10-32-170 0 0,8-29-70 0 0,1 7-289 0 0,1 1-1 0 0,1 0 1 0 0,1 1 0 0 0,1 0 0 0 0,0 1 0 0 0,1 0 0 0 0,1 1 0 0 0,1 1 0 0 0,0 0 0 0 0,33-24 0 0 0,-43 37 85 0 0,-1-1-1 0 0,1 1 1 0 0,0-1 0 0 0,0 2-1 0 0,1-1 1 0 0,-1 1 0 0 0,0 0-1 0 0,1 0 1 0 0,-1 0 0 0 0,1 1-1 0 0,0 0 1 0 0,0 1 0 0 0,8-1-1 0 0,-11 2 24 0 0,-1-1-1 0 0,1 1 0 0 0,0-1 0 0 0,-1 1 1 0 0,1 0-1 0 0,-1 1 0 0 0,1-1 1 0 0,-1 1-1 0 0,0-1 0 0 0,0 1 1 0 0,0 0-1 0 0,1 0 0 0 0,-2 0 0 0 0,1 1 1 0 0,0-1-1 0 0,0 1 0 0 0,-1 0 1 0 0,0-1-1 0 0,1 1 0 0 0,-1 0 1 0 0,0 0-1 0 0,0 0 0 0 0,-1 1 1 0 0,1-1-1 0 0,-1 0 0 0 0,2 5 0 0 0,1 7 44 0 0,-1 0 0 0 0,0-1-1 0 0,-2 2 1 0 0,1-1-1 0 0,-2 0 1 0 0,-1 21 0 0 0,0-13-1478 0 0,4 32 0 0 0,-3-54 1405 0 0,0 0 0 0 0,0-1-1 0 0,1 1 1 0 0,-1 0 0 0 0,0 0 0 0 0,1-1 0 0 0,-1 1 0 0 0,0 0-1 0 0,1-1 1 0 0,-1 1 0 0 0,1 0 0 0 0,0-1 0 0 0,-1 1 0 0 0,1-1-1 0 0,-1 1 1 0 0,1-1 0 0 0,0 1 0 0 0,-1-1 0 0 0,1 1 0 0 0,0-1-1 0 0,0 0 1 0 0,-1 1 0 0 0,1-1 0 0 0,0 0 0 0 0,0 1 0 0 0,0-1-1 0 0,-1 0 1 0 0,1 0 0 0 0,1 0 0 0 0,21-1-644 0 0,-16-2 557 0 0,0-1 0 0 0,1 1 0 0 0,-1-2 0 0 0,0 1 0 0 0,-1-1 0 0 0,1 1 0 0 0,-1-2 1 0 0,0 1-1 0 0,0-1 0 0 0,5-7 0 0 0,6-8 385 0 0,22-35 0 0 0,5-10 3900 0 0,-43 65-3696 0 0,-1 7-380 0 0,0-1 0 0 0,0 0 0 0 0,0 1-1 0 0,-1-1 1 0 0,-2 9 0 0 0,2-11-74 0 0,0 7 90 0 0,-1 0 0 0 0,2-1 0 0 0,-1 1 0 0 0,2 0 0 0 0,1 18 0 0 0,-1-26-80 0 0,0 1-1 0 0,-1-1 1 0 0,1 0 0 0 0,0 0-1 0 0,0 0 1 0 0,0 1 0 0 0,1-1 0 0 0,-1 0-1 0 0,0 0 1 0 0,1 0 0 0 0,-1-1-1 0 0,1 1 1 0 0,0 0 0 0 0,0-1 0 0 0,-1 1-1 0 0,1-1 1 0 0,0 1 0 0 0,0-1-1 0 0,0 0 1 0 0,1 0 0 0 0,-1 0 0 0 0,0 0-1 0 0,0 0 1 0 0,1 0 0 0 0,-1-1-1 0 0,0 1 1 0 0,1-1 0 0 0,2 1 0 0 0,2-1 1 0 0,0 1 0 0 0,0-1 0 0 0,0-1 0 0 0,0 1 1 0 0,0-1-1 0 0,0 0 0 0 0,0-1 0 0 0,0 0 1 0 0,0 0-1 0 0,-1 0 0 0 0,1-1 0 0 0,-1 0 0 0 0,0 0 1 0 0,1-1-1 0 0,-2 1 0 0 0,9-7 0 0 0,-6 3-21 0 0,-1 1 0 0 0,0-2 0 0 0,0 1 1 0 0,0-1-1 0 0,-1 0 0 0 0,0 0 0 0 0,-1 0 0 0 0,1-1 0 0 0,-2 0 0 0 0,8-18 0 0 0,-10 21-33 0 0,0-1 1 0 0,-1 0-1 0 0,0 0 1 0 0,0 1-1 0 0,0-1 0 0 0,-1 0 1 0 0,0 0-1 0 0,0 0 0 0 0,-1 0 1 0 0,1 0-1 0 0,-2 1 1 0 0,1-1-1 0 0,-1 0 0 0 0,0 1 1 0 0,0-1-1 0 0,-1 1 1 0 0,0 0-1 0 0,0-1 0 0 0,0 1 1 0 0,-1 1-1 0 0,0-1 1 0 0,0 1-1 0 0,-1-1 0 0 0,1 1 1 0 0,-1 0-1 0 0,0 1 1 0 0,0-1-1 0 0,-1 1 0 0 0,0 0 1 0 0,1 0-1 0 0,-1 1 0 0 0,0 0 1 0 0,-1 0-1 0 0,1 0 1 0 0,0 1-1 0 0,-1 0 0 0 0,0 0 1 0 0,1 0-1 0 0,-1 1 1 0 0,0 0-1 0 0,0 1 0 0 0,0-1 1 0 0,-11 2-1 0 0,9 0-482 0 0,0 0 1 0 0,0 1-1 0 0,0 0 0 0 0,0 0 0 0 0,0 1 0 0 0,0 0 1 0 0,-11 7-1 0 0,15-8-142 0 0,1 1 0 0 0,0 0 0 0 0,-1 0 0 0 0,1 0 1 0 0,1 0-1 0 0,-7 7 0 0 0,8-8 36 0 0,1 1 0 0 0,-1-1-1 0 0,1 0 1 0 0,-1 0 0 0 0,1 0 0 0 0,0 1 0 0 0,0-1 0 0 0,0 0-1 0 0,1 1 1 0 0,-1-1 0 0 0,0 1 0 0 0,1-1 0 0 0,0 1 0 0 0,-1 2 0 0 0,4 4-6103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99 76 0 0,'3'-3'1131'0'0,"-1"0"1"0"0,0-1-1 0 0,0 1 0 0 0,0-1 1 0 0,0 0-1 0 0,0 1 0 0 0,-1-1 1 0 0,1 0-1 0 0,-1 0 0 0 0,0 0 1 0 0,0 0-1 0 0,-1 0 0 0 0,1-8 1 0 0,-7-14 1766 0 0,6 25-2835 0 0,-1 0 0 0 0,0 0 0 0 0,0 0 0 0 0,0 0 0 0 0,1 1 0 0 0,-1-1 0 0 0,0 0 0 0 0,0 1 0 0 0,0-1 0 0 0,0 0 0 0 0,0 1 0 0 0,0-1 0 0 0,-1 1 0 0 0,1-1 0 0 0,0 1 0 0 0,0 0 0 0 0,0-1-1 0 0,0 1 1 0 0,-1 0 0 0 0,1 0 0 0 0,0 0 0 0 0,-2 0 0 0 0,-25 2 422 0 0,16 1-412 0 0,0 1 0 0 0,0 0 1 0 0,0 1-1 0 0,0 0 0 0 0,1 0 0 0 0,0 2 1 0 0,0-1-1 0 0,1 1 0 0 0,0 1 1 0 0,0 0-1 0 0,0 0 0 0 0,1 1 0 0 0,0 0 1 0 0,1 1-1 0 0,0 0 0 0 0,1 0 0 0 0,-12 21 1 0 0,17-27-60 0 0,1-1 1 0 0,-1 1-1 0 0,1 0 1 0 0,0 1-1 0 0,0-1 1 0 0,0 0 0 0 0,0 0-1 0 0,1 0 1 0 0,0 0-1 0 0,-1 1 1 0 0,2-1-1 0 0,-1 0 1 0 0,0 0 0 0 0,1 1-1 0 0,0-1 1 0 0,0 0-1 0 0,0 0 1 0 0,3 6-1 0 0,-2-6 2 0 0,1 0 0 0 0,0 0-1 0 0,0 0 1 0 0,0 0 0 0 0,0-1 0 0 0,0 1-1 0 0,1-1 1 0 0,0 0 0 0 0,-1 0-1 0 0,1 0 1 0 0,0-1 0 0 0,1 1 0 0 0,-1-1-1 0 0,0 0 1 0 0,10 3 0 0 0,-8-3-9 0 0,0 0 1 0 0,1 0 0 0 0,-1-1-1 0 0,1 0 1 0 0,-1 0 0 0 0,1-1-1 0 0,0 0 1 0 0,-1 0 0 0 0,1 0-1 0 0,-1-1 1 0 0,1 0-1 0 0,0 0 1 0 0,-1-1 0 0 0,0 0-1 0 0,1 0 1 0 0,-1 0 0 0 0,0-1-1 0 0,0 0 1 0 0,0 0 0 0 0,-1-1-1 0 0,1 1 1 0 0,-1-1 0 0 0,10-9-1 0 0,-2 0 6 0 0,0-1-1 0 0,-1-1 1 0 0,0 0-1 0 0,-2-1 1 0 0,1 0-1 0 0,-2 0 1 0 0,8-20-1 0 0,-9 19 205 0 0,15-29 305 0 0,-22 44-505 0 0,0 5-18 0 0,1 18 24 0 0,0 0 0 0 0,-2 0 0 0 0,-3 32-1 0 0,1-5 44 0 0,-44 717 2776 0 0,39-713-1990 0 0,-2-1 0 0 0,-3-1 0 0 0,-33 91 0 0 0,41-131-709 0 0,-1 1 0 0 0,0-1 0 0 0,-1 0 0 0 0,0-1 1 0 0,-1 1-1 0 0,0-1 0 0 0,0-1 0 0 0,-1 1 0 0 0,0-1 0 0 0,-15 11 0 0 0,17-15-82 0 0,0 0 0 0 0,0-1-1 0 0,0 1 1 0 0,0-1 0 0 0,-1-1 0 0 0,1 1 0 0 0,-1-1-1 0 0,0 0 1 0 0,1-1 0 0 0,-1 0 0 0 0,0 0 0 0 0,0 0-1 0 0,0-1 1 0 0,0 0 0 0 0,0 0 0 0 0,0-1-1 0 0,0 1 1 0 0,-12-5 0 0 0,7 2-61 0 0,-1-1 0 0 0,1-1 0 0 0,0 0 0 0 0,1-1 0 0 0,-1 0 0 0 0,1-1 0 0 0,0 0 0 0 0,1-1 0 0 0,0 0 0 0 0,0-1 0 0 0,1 0 0 0 0,0 0 0 0 0,-13-18 0 0 0,16 19 0 0 0,0-1 0 0 0,1 0 0 0 0,0 0 0 0 0,1-1 0 0 0,0 1 0 0 0,0-1 0 0 0,1 0 0 0 0,0 0 0 0 0,1 0 0 0 0,0-1 0 0 0,1 1 0 0 0,0 0 0 0 0,0-1 0 0 0,1 1 0 0 0,1-1 0 0 0,0 1 0 0 0,3-17 0 0 0,3 3-277 0 0,1 0 1 0 0,1 1-1 0 0,1 0 0 0 0,1 0 0 0 0,1 1 1 0 0,1 1-1 0 0,1 0 0 0 0,28-33 0 0 0,0 8-745 0 0,1 2-1 0 0,68-53 0 0 0,-24 33-2102 0 0,2 4 1 0 0,106-52 0 0 0,10-6-1177 0 0,-174 99 3706 0 0,46-40 0 0 0,-64 47 718 0 0,1 0 1 0 0,-2-2 0 0 0,0 1 0 0 0,-1-1 0 0 0,12-20 0 0 0,-21 30 11 0 0,0 0 1 0 0,0 0 0 0 0,-1 0-1 0 0,0 0 1 0 0,1 0 0 0 0,-1 0 0 0 0,-1 0-1 0 0,1 0 1 0 0,-1-1 0 0 0,0 1 0 0 0,0 0-1 0 0,0 0 1 0 0,0-1 0 0 0,-1 1 0 0 0,1 0-1 0 0,-1 0 1 0 0,-3-7 0 0 0,3 8-39 0 0,0 1 0 0 0,0-1 0 0 0,0 0 0 0 0,-1 1 0 0 0,1-1 0 0 0,-1 1-1 0 0,0-1 1 0 0,0 1 0 0 0,0 0 0 0 0,0 0 0 0 0,0 0 0 0 0,0 0 0 0 0,-1 0 0 0 0,1 0 0 0 0,-1 1 0 0 0,1-1 0 0 0,-1 1 0 0 0,0-1 0 0 0,1 1 0 0 0,-1 0 0 0 0,0 0 0 0 0,0 1 0 0 0,0-1 0 0 0,0 0 0 0 0,0 1-1 0 0,0 0 1 0 0,-4 0 0 0 0,0 0 23 0 0,0 0-1 0 0,1 1 1 0 0,-1 1-1 0 0,0-1 1 0 0,0 1-1 0 0,1 0 1 0 0,-1 0-1 0 0,1 1 1 0 0,0 0-1 0 0,-11 6 1 0 0,7-2 20 0 0,0 0 1 0 0,1 1 0 0 0,0 0-1 0 0,0 0 1 0 0,-14 19 0 0 0,13-15-62 0 0,2 1 1 0 0,0-1-1 0 0,0 2 1 0 0,1-1-1 0 0,1 1 1 0 0,0 0 0 0 0,1 0-1 0 0,0 1 1 0 0,1 0-1 0 0,-3 23 1 0 0,6-31-48 0 0,1-1 0 0 0,0 1 0 0 0,0 0 0 0 0,1-1 0 0 0,0 1 0 0 0,0-1 0 0 0,0 1 0 0 0,1-1 0 0 0,0 0 0 0 0,0 0 0 0 0,1 1 0 0 0,0-1 0 0 0,0-1 0 0 0,0 1 0 0 0,6 8 0 0 0,-5-10-16 0 0,-1 0 0 0 0,1-1 0 0 0,-1 0 0 0 0,1 0 0 0 0,0 0 0 0 0,0 0 0 0 0,0 0 0 0 0,1-1 0 0 0,-1 0 0 0 0,1 0 0 0 0,-1 0 0 0 0,1 0-1 0 0,0-1 1 0 0,0 0 0 0 0,-1 0 0 0 0,1 0 0 0 0,0 0 0 0 0,0-1 0 0 0,0 0 0 0 0,0 0 0 0 0,6-1 0 0 0,0-1-2 0 0,0 0 0 0 0,-1-1 0 0 0,0 0-1 0 0,0 0 1 0 0,0-1 0 0 0,0-1 0 0 0,0 0-1 0 0,-1 0 1 0 0,0-1 0 0 0,0 0 0 0 0,-1 0-1 0 0,1-1 1 0 0,-2-1 0 0 0,1 1-1 0 0,-1-1 1 0 0,0 0 0 0 0,11-16 0 0 0,-6 4-17 0 0,0 0 1 0 0,-1-1-1 0 0,0 0 1 0 0,-2 0 0 0 0,-1-1-1 0 0,0 0 1 0 0,4-27-1 0 0,-10 42-12 0 0,-1 1 0 0 0,0 0-1 0 0,-1-1 1 0 0,1 1-1 0 0,-1 0 1 0 0,-1-1 0 0 0,1 1-1 0 0,-1 0 1 0 0,0-1-1 0 0,-3-8 1 0 0,3 13 7 0 0,0 0 0 0 0,0-1 0 0 0,0 1-1 0 0,0 0 1 0 0,-1 0 0 0 0,1 0 0 0 0,-1 0 0 0 0,1 0 0 0 0,-1 0-1 0 0,0 1 1 0 0,0-1 0 0 0,1 1 0 0 0,-1-1 0 0 0,-1 1 0 0 0,1 0 0 0 0,0-1-1 0 0,0 1 1 0 0,0 0 0 0 0,-1 0 0 0 0,1 1 0 0 0,0-1 0 0 0,-1 0-1 0 0,1 1 1 0 0,0-1 0 0 0,-1 1 0 0 0,1 0 0 0 0,-1 0 0 0 0,1 0 0 0 0,-5 1-1 0 0,-3 0-1 0 0,0 1-1 0 0,0 1 0 0 0,0 0 1 0 0,0 0-1 0 0,0 1 1 0 0,1 1-1 0 0,0-1 0 0 0,0 1 1 0 0,0 1-1 0 0,0 0 0 0 0,1 0 1 0 0,0 0-1 0 0,0 1 0 0 0,1 0 1 0 0,0 1-1 0 0,0 0 0 0 0,0 0 1 0 0,1 0-1 0 0,1 1 1 0 0,-1 0-1 0 0,1 0 0 0 0,-6 16 1 0 0,10-22 14 0 0,0 0 0 0 0,1 0 0 0 0,-1 0 0 0 0,0 1 0 0 0,1-1 0 0 0,0 0 0 0 0,0 1 0 0 0,0-1 0 0 0,0 0 0 0 0,0 0 0 0 0,1 1 0 0 0,-1-1 0 0 0,1 0 0 0 0,0 0 0 0 0,0 0 0 0 0,0 0 0 0 0,1 0 0 0 0,1 4 0 0 0,0-3 5 0 0,-1-1-1 0 0,1 0 0 0 0,0 0 0 0 0,0 0 0 0 0,0-1 0 0 0,0 1 0 0 0,1-1 0 0 0,-1 1 0 0 0,1-1 0 0 0,-1 0 0 0 0,1 0 0 0 0,7 2 0 0 0,1-1 2 0 0,0 0 0 0 0,1 0 0 0 0,-1-1 0 0 0,1-1 0 0 0,-1 0 1 0 0,1-1-1 0 0,0 0 0 0 0,19-3 0 0 0,-7-2-16 0 0,-1-1 1 0 0,1-1 0 0 0,-2-1-1 0 0,1-2 1 0 0,-1 0-1 0 0,29-18 1 0 0,124-90-56 0 0,-169 112 62 0 0,10-7-31 0 0,17-10-299 0 0,-32 22 257 0 0,-2 1 66 0 0,1 0-1 0 0,-1 0 1 0 0,1 0 0 0 0,-1 0-1 0 0,1 1 1 0 0,-1-1 0 0 0,1 0 0 0 0,-1 1-1 0 0,1-1 1 0 0,-1 0 0 0 0,0 1-1 0 0,1-1 1 0 0,-1 0 0 0 0,1 1-1 0 0,-1-1 1 0 0,0 1 0 0 0,0-1-1 0 0,1 0 1 0 0,-1 1 0 0 0,0-1 0 0 0,1 1-1 0 0,-1 8-13 0 0,0 0-1 0 0,0 0 0 0 0,-1 0 1 0 0,0 0-1 0 0,-1-1 0 0 0,-4 16 1 0 0,-22 53-2 0 0,5-17 33 0 0,-25 68-19 0 0,23-64 1603 0 0,24-62-319 0 0,3-6-1236 0 0,-1 0 0 0 0,1 1 0 0 0,0-1 0 0 0,0 0 1 0 0,0 1-1 0 0,0 0 0 0 0,0-1 0 0 0,5-4 0 0 0,1-2 15 0 0,114-148-93 0 0,-95 129-37 0 0,0 1-1 0 0,2 2 1 0 0,37-27 0 0 0,-61 49 49 0 0,1 1 1 0 0,-1-1 0 0 0,1 1 0 0 0,0 0 0 0 0,0 1 0 0 0,0-1-1 0 0,0 1 1 0 0,0 0 0 0 0,1 1 0 0 0,7-2 0 0 0,-11 3 17 0 0,-1 0 0 0 0,1 0-1 0 0,0 0 1 0 0,-1 1 0 0 0,1-1 0 0 0,0 1 0 0 0,-1-1 0 0 0,1 1 0 0 0,-1 0-1 0 0,1 0 1 0 0,-1 0 0 0 0,0 0 0 0 0,1 1 0 0 0,-1-1 0 0 0,0 1 0 0 0,0-1-1 0 0,0 1 1 0 0,0 0 0 0 0,0 0 0 0 0,0 0 0 0 0,0 0 0 0 0,0 0 0 0 0,-1 0-1 0 0,1 0 1 0 0,-1 0 0 0 0,0 1 0 0 0,2 4 0 0 0,1 3-60 0 0,-1 0 1 0 0,0 1-1 0 0,-1 0 1 0 0,0 0-1 0 0,-1-1 0 0 0,0 1 1 0 0,-1 0-1 0 0,0 0 1 0 0,-1 0-1 0 0,-3 18 1 0 0,2-13-1777 0 0,1 1 1 0 0,0-1-1 0 0,3 27 0 0 0,-2-41 1373 0 0,1 0-1 0 0,-1 0 0 0 0,1 0 0 0 0,-1 0 0 0 0,1 0 0 0 0,0-1 0 0 0,0 1 0 0 0,0 0 1 0 0,0 0-1 0 0,0-1 0 0 0,0 1 0 0 0,0 0 0 0 0,0-1 0 0 0,1 1 0 0 0,2 1 0 0 0,7 4-5051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179 772 240 0 0,'20'-18'1818'0'0,"0"-1"-1"0"0,-1-1 1 0 0,0 0 0 0 0,-2-2 0 0 0,-1 0-1 0 0,0-1 1 0 0,-2 0 0 0 0,16-35 0 0 0,-29 56-1721 0 0,-1 1 0 0 0,1-1 0 0 0,0 0 1 0 0,0 1-1 0 0,-1-1 0 0 0,1 0 1 0 0,-1 1-1 0 0,1-1 0 0 0,-1 0 1 0 0,0 0-1 0 0,1 0 0 0 0,-1 1 1 0 0,0-1-1 0 0,0 0 0 0 0,0 0 1 0 0,-1 0-1 0 0,1 1 0 0 0,0-1 1 0 0,-1 0-1 0 0,1 0 0 0 0,-1 1 1 0 0,0-1-1 0 0,1 0 0 0 0,-1 1 1 0 0,0-1-1 0 0,0 1 0 0 0,0-1 0 0 0,-2-1 1 0 0,2 2-52 0 0,-1 0 1 0 0,1 0-1 0 0,-1 0 1 0 0,0 0-1 0 0,0 0 0 0 0,1 0 1 0 0,-1 1-1 0 0,0-1 1 0 0,0 1-1 0 0,0-1 1 0 0,0 1-1 0 0,0 0 1 0 0,0 0-1 0 0,0 0 1 0 0,0 0-1 0 0,0 0 0 0 0,0 0 1 0 0,-2 1-1 0 0,-35 9 412 0 0,37-10-441 0 0,-10 5 100 0 0,1 0 0 0 0,-1 1 0 0 0,1 0 0 0 0,0 1 0 0 0,0 0-1 0 0,1 0 1 0 0,0 1 0 0 0,0 1 0 0 0,-9 10 0 0 0,-2 4 63 0 0,2 1-1 0 0,-28 41 0 0 0,38-50-109 0 0,0-1 0 0 0,1 1 0 0 0,1 0-1 0 0,0 1 1 0 0,1 0 0 0 0,1 0 0 0 0,-5 24 0 0 0,9-38-59 0 0,1-1-1 0 0,-1 0 1 0 0,1 1 0 0 0,0-1 0 0 0,0 0-1 0 0,0 1 1 0 0,0-1 0 0 0,0 1 0 0 0,0-1-1 0 0,0 0 1 0 0,0 1 0 0 0,1-1 0 0 0,-1 0-1 0 0,0 1 1 0 0,1-1 0 0 0,-1 0 0 0 0,1 1-1 0 0,-1-1 1 0 0,1 0 0 0 0,0 0 0 0 0,0 0-1 0 0,-1 0 1 0 0,1 0 0 0 0,0 0 0 0 0,0 0-1 0 0,0 0 1 0 0,0 0 0 0 0,0 0 0 0 0,0 0-1 0 0,0 0 1 0 0,1-1 0 0 0,-1 1 0 0 0,0 0-1 0 0,0-1 1 0 0,1 1 0 0 0,-1-1 0 0 0,0 1-1 0 0,1-1 1 0 0,-1 0 0 0 0,0 0 0 0 0,1 0-1 0 0,1 1 1 0 0,3-2 9 0 0,0 1 1 0 0,0 0-1 0 0,0-1 0 0 0,0 0 0 0 0,0-1 1 0 0,0 0-1 0 0,0 1 0 0 0,7-5 1 0 0,0-1 3 0 0,0 0 1 0 0,-1-1 0 0 0,1 0 0 0 0,-2-1-1 0 0,1-1 1 0 0,15-16 0 0 0,-2-2-16 0 0,30-43 1 0 0,-38 48 1 0 0,-2 2 852 0 0,22-37 0 0 0,-31 50-767 0 0,-6 18-37 0 0,-7 17 19 0 0,-1-1-43 0 0,0 1 0 0 0,2 0-1 0 0,1 0 1 0 0,1 1 0 0 0,1-1-1 0 0,1 1 1 0 0,3 28 0 0 0,-1-53-16 0 0,1 1 1 0 0,0 0-1 0 0,-1-1 1 0 0,1 0-1 0 0,1 1 1 0 0,-1-1-1 0 0,0 1 1 0 0,1-1 0 0 0,0 0-1 0 0,-1 0 1 0 0,1 0-1 0 0,1 0 1 0 0,-1 0-1 0 0,0 0 1 0 0,1-1-1 0 0,5 5 1 0 0,-4-3 0 0 0,1-1 1 0 0,0-1-1 0 0,0 1 1 0 0,1-1-1 0 0,-1 1 1 0 0,0-2-1 0 0,1 1 1 0 0,-1 0-1 0 0,12 0 1 0 0,-4 0 2 0 0,-1-2-1 0 0,1 0 1 0 0,0 0 0 0 0,-1-1-1 0 0,1-1 1 0 0,-1 0 0 0 0,1-1-1 0 0,-1 0 1 0 0,15-6 0 0 0,1-5-21 0 0,-1 0 0 0 0,0-2 0 0 0,-1-1 0 0 0,-1-1-1 0 0,-1-2 1 0 0,0 0 0 0 0,39-44 0 0 0,-22 15-14 0 0,-1-2-1 0 0,58-99 1 0 0,-75 109-8 0 0,-2-2 0 0 0,17-46 0 0 0,-30 67-17 0 0,0-1 0 0 0,-2-1 0 0 0,-1 1 1 0 0,-1-1-1 0 0,2-45 0 0 0,-6 62 19 0 0,0 0-1 0 0,-1-1 1 0 0,1 1 0 0 0,-2 0-1 0 0,1 0 1 0 0,-1 0 0 0 0,0 0-1 0 0,0 0 1 0 0,-1 0 0 0 0,0 0-1 0 0,0 1 1 0 0,-7-10 0 0 0,8 13 10 0 0,-1 0 0 0 0,0 0 0 0 0,1 0 0 0 0,-1 1 1 0 0,-1-1-1 0 0,1 1 0 0 0,0 0 0 0 0,0 0 0 0 0,-1 0 0 0 0,1 0 0 0 0,-1 0 1 0 0,0 1-1 0 0,0-1 0 0 0,1 1 0 0 0,-1 0 0 0 0,0 0 0 0 0,0 1 0 0 0,0-1 1 0 0,0 1-1 0 0,0 0 0 0 0,0 0 0 0 0,0 0 0 0 0,0 1 0 0 0,-5 0 0 0 0,-1 2 17 0 0,0 0-1 0 0,0 0 0 0 0,0 1 0 0 0,1 0 1 0 0,-1 0-1 0 0,1 1 0 0 0,0 1 0 0 0,0 0 1 0 0,1 0-1 0 0,0 0 0 0 0,0 1 0 0 0,0 0 1 0 0,1 1-1 0 0,0 0 0 0 0,0 0 0 0 0,-6 12 1 0 0,-1 1 119 0 0,1 0 1 0 0,1 1 0 0 0,2 1-1 0 0,0 0 1 0 0,-12 42-1 0 0,13-27-139 0 0,2-1-1 0 0,2 1 0 0 0,1 1 0 0 0,2-1 0 0 0,2 1 0 0 0,1-1 0 0 0,2 1 0 0 0,14 65 0 0 0,-14-87-749 0 0,2-1 0 0 0,0 1 1 0 0,1-1-1 0 0,1 0 0 0 0,0-1 0 0 0,1 1 0 0 0,14 19 0 0 0,-14-25-834 0 0,0-1 0 0 0,0 0-1 0 0,0 0 1 0 0,1-1 0 0 0,0 0-1 0 0,20 13 1 0 0,4-2-5708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41 1932 0 0,'-6'-40'11390'0'0,"26"45"-11066"0"0,-15 1-273 0 0,1 0 0 0 0,-1 1 0 0 0,-1-1 0 0 0,1 1 1 0 0,-1 0-1 0 0,0 1 0 0 0,-1-1 0 0 0,0 1 0 0 0,0-1 0 0 0,0 1 0 0 0,-1 0 0 0 0,1 8 0 0 0,2 9 189 0 0,-2-1-1 0 0,1 46 1 0 0,-5-42 245 0 0,-1 1 0 0 0,-8 40 0 0 0,6-50 803 0 0,-1 0 1 0 0,-8 21 0 0 0,12-39-798 0 0,-1-4-234 0 0,1 3-253 0 0,1 0 0 0 0,0 0 0 0 0,0 0 0 0 0,0 0 0 0 0,-1 0 0 0 0,1 0 0 0 0,0 0 0 0 0,0 0 0 0 0,0 0 0 0 0,-1-1 0 0 0,1 1 0 0 0,0 0 0 0 0,0 0 0 0 0,0 0 0 0 0,0 0 0 0 0,-1-1 0 0 0,1 1 0 0 0,0 0 0 0 0,0 0 0 0 0,0 0 0 0 0,0 0 0 0 0,0-1 0 0 0,0 1 0 0 0,0 0 0 0 0,0 0 0 0 0,0 0 0 0 0,-1-1 0 0 0,1 1 0 0 0,0 0 0 0 0,0 0 0 0 0,0-1 1 0 0,0 1-1 0 0,0 0 0 0 0,0 0 0 0 0,0 0 0 0 0,1-1 0 0 0,-1 1 0 0 0,0 0 0 0 0,3-20 36 0 0,0 1 1 0 0,2 0 0 0 0,0 1 0 0 0,1-1 0 0 0,1 1-1 0 0,1 0 1 0 0,0 1 0 0 0,2 0 0 0 0,17-26-1 0 0,-15 27-61 0 0,1-1 0 0 0,1 2 0 0 0,0 0 0 0 0,1 0 0 0 0,0 2 0 0 0,1 0 0 0 0,1 0 0 0 0,0 2-1 0 0,20-11 1 0 0,-33 20 14 0 0,0 0-1 0 0,0 0 1 0 0,0 0 0 0 0,0 1-1 0 0,0 0 1 0 0,0-1-1 0 0,1 1 1 0 0,-1 1-1 0 0,0-1 1 0 0,1 1-1 0 0,-1 0 1 0 0,0 0 0 0 0,1 0-1 0 0,-1 0 1 0 0,0 1-1 0 0,1 0 1 0 0,-1 0-1 0 0,0 0 1 0 0,0 0 0 0 0,1 1-1 0 0,-1-1 1 0 0,0 1-1 0 0,-1 0 1 0 0,1 0-1 0 0,0 1 1 0 0,-1-1-1 0 0,1 1 1 0 0,-1 0 0 0 0,0 0-1 0 0,1 0 1 0 0,-2 0-1 0 0,1 1 1 0 0,0-1-1 0 0,-1 1 1 0 0,1-1 0 0 0,-1 1-1 0 0,0 0 1 0 0,2 6-1 0 0,0 0 2 0 0,0 0 0 0 0,-1 0 0 0 0,0 1 0 0 0,-1-1-1 0 0,0 1 1 0 0,0 0 0 0 0,-1 18 0 0 0,-2 1 54 0 0,-7 41 0 0 0,3-36 148 0 0,5-32-126 0 0,-5 3 117 0 0,5-14-180 0 0,1-1 1 0 0,1 0-1 0 0,0 0 1 0 0,0 0 0 0 0,1 1-1 0 0,0-1 1 0 0,0 1-1 0 0,6-10 1 0 0,4-7 17 0 0,23-31 0 0 0,-20 35-58 0 0,0 0 0 0 0,2 1 0 0 0,23-21-1 0 0,-30 32 16 0 0,0-1 0 0 0,1 1-1 0 0,0 1 1 0 0,1 0-1 0 0,0 1 1 0 0,0 1-1 0 0,18-7 1 0 0,-28 12 11 0 0,-1 0 0 0 0,1 0 0 0 0,0 0 1 0 0,1 0-1 0 0,-1 1 0 0 0,0-1 0 0 0,0 1 1 0 0,0 0-1 0 0,0 0 0 0 0,0 0 1 0 0,0 0-1 0 0,0 0 0 0 0,1 1 0 0 0,-1 0 1 0 0,0-1-1 0 0,0 1 0 0 0,0 0 0 0 0,-1 1 1 0 0,1-1-1 0 0,0 0 0 0 0,0 1 0 0 0,-1 0 1 0 0,1-1-1 0 0,0 1 0 0 0,-1 0 0 0 0,0 0 1 0 0,1 1-1 0 0,-1-1 0 0 0,0 0 0 0 0,0 1 1 0 0,-1-1-1 0 0,1 1 0 0 0,0 0 1 0 0,-1 0-1 0 0,0-1 0 0 0,3 7 0 0 0,0 3 1 0 0,0 1 0 0 0,-1-1 0 0 0,-1 1 0 0 0,0 0-1 0 0,0 0 1 0 0,-1 0 0 0 0,-2 20 0 0 0,-5 40 73 0 0,2-51-961 0 0,2 0 0 0 0,1 1 0 0 0,1 0 0 0 0,3 34 0 0 0,-2-54 595 0 0,0 0 1 0 0,0 0-1 0 0,0-1 1 0 0,0 1-1 0 0,0-1 1 0 0,1 1 0 0 0,-1-1-1 0 0,1 1 1 0 0,-1-1-1 0 0,1 0 1 0 0,0 0-1 0 0,4 4 1 0 0,-4-4-347 0 0,0 0-1 0 0,0-1 1 0 0,1 1 0 0 0,-1-1 0 0 0,1 1 0 0 0,0-1 0 0 0,-1 0 0 0 0,4 1 0 0 0,10 1-4062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236 778 1648 0 0,'10'-13'1775'0'0,"-1"-1"0"0"0,0 0 0 0 0,-2-1 0 0 0,0 0 0 0 0,0 0 0 0 0,6-22 0 0 0,-13 36-1664 0 0,1 0-1 0 0,-1 0 0 0 0,0-1 1 0 0,1 1-1 0 0,-1 0 1 0 0,0-1-1 0 0,1 1 0 0 0,-1-1 1 0 0,0 1-1 0 0,0 0 0 0 0,0-1 1 0 0,0 1-1 0 0,-1 0 0 0 0,1-1 1 0 0,0 1-1 0 0,-1 0 1 0 0,1-1-1 0 0,-1-1 0 0 0,0 3-77 0 0,1-1 0 0 0,-1 1 0 0 0,1-1 0 0 0,-1 1 0 0 0,0 0 0 0 0,1-1 0 0 0,-1 1 0 0 0,0 0 0 0 0,1-1 0 0 0,-1 1-1 0 0,0 0 1 0 0,0 0 0 0 0,1-1 0 0 0,-1 1 0 0 0,0 0 0 0 0,0 0 0 0 0,1 0 0 0 0,-1 0 0 0 0,0 0 0 0 0,1 0 0 0 0,-1 0 0 0 0,0 1 0 0 0,-1-1-1 0 0,-4 2 20 0 0,0 0-1 0 0,0 0 0 0 0,1 0 0 0 0,-1 1 1 0 0,0 0-1 0 0,-5 4 0 0 0,-15 11 165 0 0,1 1 0 0 0,0 1 0 0 0,-31 33 0 0 0,42-37-167 0 0,1-1-1 0 0,0 2 1 0 0,1 0 0 0 0,0 0-1 0 0,2 1 1 0 0,-12 25 0 0 0,22-41-41 0 0,-1 0 0 0 0,0 0 0 0 0,0 0 0 0 0,1 0 0 0 0,-1 0 0 0 0,1 0 0 0 0,-1 0 0 0 0,1 0 0 0 0,0 0 0 0 0,0 0 0 0 0,0 0 0 0 0,0 0 0 0 0,0 0 0 0 0,0 0 1 0 0,0 0-1 0 0,1 0 0 0 0,-1 0 0 0 0,1 0 0 0 0,0 0 0 0 0,0 1 0 0 0,0-1-6 0 0,1-1 0 0 0,-1 1 0 0 0,0-1-1 0 0,1 0 1 0 0,-1 0 0 0 0,1 0 0 0 0,-1 0 0 0 0,1 0 0 0 0,0 0 0 0 0,-1 0 0 0 0,1 0 0 0 0,0 0-1 0 0,0-1 1 0 0,-1 1 0 0 0,1-1 0 0 0,0 1 0 0 0,2-1 0 0 0,5 1-63 0 0,-1-1 0 0 0,0 0 0 0 0,0 0 0 0 0,0-1 0 0 0,1 0 0 0 0,-1-1 0 0 0,0 0 0 0 0,11-4 0 0 0,-10 2-1 0 0,1-1 0 0 0,-1 0-1 0 0,0 0 1 0 0,0-1 0 0 0,-1 0 0 0 0,0-1-1 0 0,0 1 1 0 0,-1-2 0 0 0,14-15-1 0 0,0-6 13 0 0,28-48-1 0 0,-21 31 39 0 0,-20 33-35 0 0,6-8-177 0 0,-13 20 185 0 0,0 6 38 0 0,-1 0 0 0 0,0 0 0 0 0,0 0 1 0 0,0 1-1 0 0,-1-1 0 0 0,-1 8 0 0 0,-5 22 70 0 0,0 0 0 0 0,3 1 0 0 0,1 0 1 0 0,2 55-1 0 0,2-84-50 0 0,-1-1 1 0 0,1 1 0 0 0,0-1-1 0 0,1 0 1 0 0,0 1 0 0 0,0-1-1 0 0,0 0 1 0 0,1 0 0 0 0,0 0-1 0 0,0-1 1 0 0,0 1-1 0 0,1-1 1 0 0,7 10 0 0 0,-7-12-15 0 0,-1 0 0 0 0,1 0 0 0 0,0 0 0 0 0,0-1 1 0 0,0 0-1 0 0,0 1 0 0 0,0-1 0 0 0,1 0 0 0 0,-1-1 0 0 0,1 1 0 0 0,-1-1 0 0 0,1 0 1 0 0,-1 0-1 0 0,1-1 0 0 0,0 1 0 0 0,-1-1 0 0 0,1 0 0 0 0,0 0 0 0 0,8-2 1 0 0,-3 1-125 0 0,0-1 0 0 0,-1-1 0 0 0,1 0 0 0 0,0 0 0 0 0,-1-1 1 0 0,0 0-1 0 0,0 0 0 0 0,14-10 0 0 0,-10 5-32 0 0,0-1-1 0 0,0-1 1 0 0,-1-1-1 0 0,17-20 1 0 0,-4 0-39 0 0,-2-2 1 0 0,-1 0-1 0 0,23-52 0 0 0,-8 5-27 0 0,50-163 0 0 0,-2-94 1984 0 0,-59 217-428 0 0,-25 119-1319 0 0,-6 18-6 0 0,-41 173 1025 0 0,-42 378 0 0 0,86-546-1013 0 0,-2 19 70 0 0,3 76 0 0 0,2-106-75 0 0,0 1-1 0 0,0-1 1 0 0,1 0 0 0 0,1 0 0 0 0,-1 0-1 0 0,2 0 1 0 0,-1-1 0 0 0,1 1-1 0 0,1-1 1 0 0,0 0 0 0 0,0 0 0 0 0,10 13-1 0 0,-12-19-10 0 0,-1 0-1 0 0,1 0 1 0 0,0 0-1 0 0,1-1 0 0 0,-1 1 1 0 0,0-1-1 0 0,1 0 1 0 0,-1 0-1 0 0,1 0 1 0 0,0 0-1 0 0,-1 0 0 0 0,1-1 1 0 0,0 0-1 0 0,0 0 1 0 0,0 0-1 0 0,7 1 1 0 0,-5-2-4 0 0,0 0 0 0 0,-1-1 0 0 0,1 0 0 0 0,0 0 0 0 0,-1 0 0 0 0,1 0 0 0 0,-1-1 0 0 0,0 0 0 0 0,1 0 0 0 0,8-6 0 0 0,-1 0-4 0 0,-1 0 0 0 0,0-1 0 0 0,0-1 1 0 0,-1 0-1 0 0,0-1 0 0 0,-1 0 0 0 0,0 0 1 0 0,9-15-1 0 0,0-4-3 0 0,-1-1 0 0 0,-2-1 0 0 0,-1 0 0 0 0,17-52 0 0 0,-26 62 8 0 0,0 0 1 0 0,-1-1-1 0 0,-1 1 0 0 0,-2-1 1 0 0,0 1-1 0 0,-1-1 1 0 0,-1 0-1 0 0,-4-29 0 0 0,3 48-21 0 0,0-1-1 0 0,0 0 0 0 0,0 1 1 0 0,0-1-1 0 0,-1 1 1 0 0,-3-7-1 0 0,4 9 9 0 0,1 1-1 0 0,-1 0 1 0 0,0 0-1 0 0,0 0 1 0 0,0 0 0 0 0,0 0-1 0 0,0 0 1 0 0,-1 0-1 0 0,1 0 1 0 0,0 0 0 0 0,0 0-1 0 0,-1 0 1 0 0,1 1-1 0 0,0-1 1 0 0,-1 1-1 0 0,1-1 1 0 0,0 1 0 0 0,-1-1-1 0 0,1 1 1 0 0,-1 0-1 0 0,1 0 1 0 0,-1 0 0 0 0,-1 0-1 0 0,1 0 4 0 0,1 0 0 0 0,0 0 0 0 0,-1 1-1 0 0,1-1 1 0 0,0 1 0 0 0,0-1 0 0 0,-1 1-1 0 0,1 0 1 0 0,0-1 0 0 0,0 1 0 0 0,0 0-1 0 0,0 0 1 0 0,0 0 0 0 0,0 0 0 0 0,0 0 0 0 0,0 0-1 0 0,0 0 1 0 0,0 0 0 0 0,0 0 0 0 0,0 1-1 0 0,-11 25-27 0 0,11-24 32 0 0,0 1 1 0 0,0 0-1 0 0,0 0 0 0 0,1 0 1 0 0,0 0-1 0 0,-1 0 1 0 0,2 0-1 0 0,-1 0 0 0 0,0 0 1 0 0,1 0-1 0 0,0 0 0 0 0,0 0 1 0 0,0 0-1 0 0,0 0 1 0 0,0 0-1 0 0,4 5 0 0 0,-2-4-24 0 0,1 1 0 0 0,0-1 0 0 0,0-1 0 0 0,0 1 0 0 0,0 0 0 0 0,1-1 0 0 0,0 0 0 0 0,0 0 0 0 0,9 5 0 0 0,1-1-145 0 0,1 0 0 0 0,0-1 0 0 0,0-1 0 0 0,0-1 0 0 0,1 0 0 0 0,30 4 0 0 0,-33-7 36 0 0,-1 0-1 0 0,1-1 1 0 0,0-1 0 0 0,-1-1 0 0 0,1 0-1 0 0,17-3 1 0 0,-24 2 134 0 0,0 0 0 0 0,-1 0 0 0 0,1-1 0 0 0,-1 1 0 0 0,1-2 0 0 0,-1 1 0 0 0,0-1 0 0 0,0 1 0 0 0,-1-2 0 0 0,1 1 0 0 0,-1-1 0 0 0,0 1 0 0 0,8-11 0 0 0,-12 14 29 0 0,0 0 0 0 0,0 0-1 0 0,0-1 1 0 0,0 1 0 0 0,0 0 0 0 0,-1-1 0 0 0,1 1-1 0 0,0 0 1 0 0,-1-1 0 0 0,1 1 0 0 0,-1-1 0 0 0,1 1 0 0 0,-1-1-1 0 0,0 0 1 0 0,0 1 0 0 0,0-1 0 0 0,0 1 0 0 0,0-1-1 0 0,0 0 1 0 0,0 1 0 0 0,0-1 0 0 0,0 1 0 0 0,-1-1-1 0 0,1 1 1 0 0,-1-1 0 0 0,1 1 0 0 0,-1-1 0 0 0,0 1-1 0 0,1 0 1 0 0,-1-1 0 0 0,0 1 0 0 0,0 0 0 0 0,0-1 0 0 0,0 1-1 0 0,0 0 1 0 0,0 0 0 0 0,-2-2 0 0 0,1 3-25 0 0,1 0 0 0 0,0-1 0 0 0,0 1 0 0 0,-1 0 0 0 0,1 0 0 0 0,-1 0 0 0 0,1 0 0 0 0,0 0 0 0 0,-1 0 1 0 0,1 0-1 0 0,0 1 0 0 0,-1-1 0 0 0,1 0 0 0 0,0 1 0 0 0,0-1 0 0 0,-1 1 0 0 0,0 0 0 0 0,-22 13 49 0 0,22-12-40 0 0,-10 6 29 0 0,0 1 1 0 0,1 1-1 0 0,0 0 0 0 0,0 1 1 0 0,2 0-1 0 0,-1 1 0 0 0,-9 14 1 0 0,-3 10 61 0 0,-22 49 1 0 0,38-74-81 0 0,2 0 0 0 0,-1 1-1 0 0,1 0 1 0 0,1 0 0 0 0,0 0-1 0 0,1 0 1 0 0,0 0 0 0 0,0 19-1 0 0,1-27-20 0 0,2 0-1 0 0,-1 1 1 0 0,0-1-1 0 0,1 0 1 0 0,0 0-1 0 0,0 0 1 0 0,0 1-1 0 0,1-1 1 0 0,-1 0-1 0 0,1-1 1 0 0,0 1-1 0 0,0 0 1 0 0,0 0-1 0 0,1-1 1 0 0,-1 1-1 0 0,1-1 1 0 0,0 0 0 0 0,0 0-1 0 0,0 0 1 0 0,0 0-1 0 0,1 0 1 0 0,-1-1-1 0 0,1 0 1 0 0,-1 1-1 0 0,1-1 1 0 0,0 0-1 0 0,6 1 1 0 0,-2 0-157 0 0,1 0 0 0 0,0-1 0 0 0,-1-1 1 0 0,1 0-1 0 0,0 0 0 0 0,0 0 0 0 0,-1-1 1 0 0,1 0-1 0 0,0-1 0 0 0,0 0 0 0 0,-1-1 1 0 0,1 1-1 0 0,0-2 0 0 0,-1 1 0 0 0,0-1 1 0 0,1 0-1 0 0,-1-1 0 0 0,0 0 0 0 0,-1 0 1 0 0,1-1-1 0 0,-1 0 0 0 0,13-12 0 0 0,-3 2 28 0 0,-2 0 0 0 0,0-2 0 0 0,-1 1 0 0 0,0-2 0 0 0,-2 0 0 0 0,0-1 0 0 0,-1 0 0 0 0,9-22 0 0 0,2-14 2734 0 0,27-112 1 0 0,-69 272-683 0 0,-17 56-1292 0 0,32-133-2531 0 0,0 52 1 0 0,4-76 1309 0 0,2 1 1 0 0,-1 0 0 0 0,0-1-1 0 0,1 1 1 0 0,0-1 0 0 0,2 8-1 0 0,-2-10-223 0 0,1 0 0 0 0,-1 0-1 0 0,0 1 1 0 0,0-1 0 0 0,1 0-1 0 0,-1 0 1 0 0,1-1-1 0 0,2 4 1 0 0,6 3-5294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9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1348 0 0,'28'-117'18994'0'0,"-27"115"-18609"0"0,0 2-311 0 0,1 0 0 0 0,0 1 0 0 0,-1-1 0 0 0,1 1-1 0 0,-1-1 1 0 0,1 1 0 0 0,-1 0 0 0 0,1 0 0 0 0,-1 0 0 0 0,1 0-1 0 0,-1 0 1 0 0,0 0 0 0 0,1 0 0 0 0,-1 0 0 0 0,0 0 0 0 0,0 0-1 0 0,0 1 1 0 0,0-1 0 0 0,1 2 0 0 0,17 30 966 0 0,-17-27-775 0 0,31 68 1028 0 0,38 127-1 0 0,-66-187-1426 0 0,0 1-897 0 0,0-1-1 0 0,14 25 1 0 0,-17-34 414 0 0,1-1 0 0 0,-1 0 0 0 0,1 0 0 0 0,0 0 0 0 0,1 0 0 0 0,-1 0 1 0 0,1-1-1 0 0,-1 1 0 0 0,1-1 0 0 0,0 0 0 0 0,0 0 0 0 0,5 2 0 0 0,4-1-4683 0 0,-10-4 3840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3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364 126 2924 0 0,'-16'-116'18575'0'0,"16"116"-18511"0"0,0-1 0 0 0,0 1 0 0 0,0 0 0 0 0,-1-1 0 0 0,1 1 0 0 0,0-1 0 0 0,0 1 1 0 0,0-1-1 0 0,0 1 0 0 0,-1 0 0 0 0,1-1 0 0 0,0 1 0 0 0,0 0 0 0 0,-1-1 0 0 0,1 1 0 0 0,0 0 0 0 0,0-1 0 0 0,-1 1 0 0 0,1 0 0 0 0,-1-1 0 0 0,1 1 0 0 0,0 0 0 0 0,-1 0 0 0 0,1 0 0 0 0,0-1 0 0 0,-1 1 0 0 0,1 0 0 0 0,-1 0 0 0 0,1 0 0 0 0,-1 0 0 0 0,0 0 0 0 0,-14 5 1023 0 0,-13 19 219 0 0,28-24-1199 0 0,-30 32 963 0 0,2 0 0 0 0,-42 65 0 0 0,-31 83-673 0 0,63-100-3682 0 0,15-28-3449 0 0,19-44 2935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61 184 3180 0 0,'-21'-83'12225'0'0,"3"33"-7046"0"0,11 28-5628 0 0,3 6-2979 0 0,-7 3-4466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0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2076 0 0,'-56'4'4739'0'0,"20"-1"-176"0"0,-48 8 0 0 0,82-11-4367 0 0,0 1-1 0 0,-1-1 0 0 0,1 1 0 0 0,0 0 1 0 0,0 0-1 0 0,0 0 0 0 0,0 0 0 0 0,0 1 1 0 0,-4 1-1 0 0,4 6 384 0 0,13-2-180 0 0,11-1-309 0 0,1-1 0 0 0,0-1 0 0 0,0-1 0 0 0,0-1 0 0 0,32-2 0 0 0,10 2-538 0 0,113 8-2779 0 0,-56-5-2864 0 0,-28-2-1151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275 575 2788 0 0,'-3'-12'2658'0'0,"-1"1"-1"0"0,-1 0 1 0 0,0 0-1 0 0,-9-14 0 0 0,13 24-2596 0 0,-1 1-1 0 0,1 0 0 0 0,0 0 1 0 0,0 0-1 0 0,-1 0 0 0 0,1 0 0 0 0,0 0 1 0 0,0 0-1 0 0,0 1 0 0 0,-1-1 0 0 0,1 0 1 0 0,0 0-1 0 0,0 1 0 0 0,0-1 1 0 0,-1 1-1 0 0,1 0 0 0 0,0-1 0 0 0,0 1 1 0 0,-1 1-1 0 0,-14 9 124 0 0,1 1 1 0 0,1 1-1 0 0,0 0 0 0 0,1 1 0 0 0,1 1 1 0 0,-14 19-1 0 0,7-5-59 0 0,1 0 0 0 0,-23 52 0 0 0,33-62-65 0 0,-8 28 0 0 0,15-40-27 0 0,-1-1 1 0 0,1 1-1 0 0,0 0 0 0 0,0 0 1 0 0,1 0-1 0 0,0 0 1 0 0,2 13-1 0 0,-2-18-21 0 0,0 0 0 0 0,1 0 0 0 0,0 0 0 0 0,-1 0 0 0 0,1 0 0 0 0,0 0 0 0 0,0 0 0 0 0,0 0 0 0 0,1 0 0 0 0,-1-1 0 0 0,0 1 0 0 0,0 0 0 0 0,1-1 0 0 0,-1 1 0 0 0,1-1 0 0 0,0 0 0 0 0,-1 1 0 0 0,4 0 0 0 0,-1 0 3 0 0,0 0 0 0 0,0 0 0 0 0,0-1 0 0 0,0 0 0 0 0,0 1 0 0 0,0-2 0 0 0,1 1-1 0 0,6 0 1 0 0,1-1 10 0 0,1 0 1 0 0,-1-1-1 0 0,1-1 0 0 0,-1 0 0 0 0,17-4 0 0 0,-13 0-12 0 0,1 0 0 0 0,-2-2 1 0 0,1 1-1 0 0,-1-2 1 0 0,0 0-1 0 0,0-1 0 0 0,-1 0 1 0 0,0-1-1 0 0,-1-1 0 0 0,-1 0 1 0 0,0 0-1 0 0,0-2 0 0 0,-1 1 1 0 0,-1-1-1 0 0,0-1 0 0 0,-1 0 1 0 0,9-21-1 0 0,-10 18-17 0 0,0 0 0 0 0,-2-1-1 0 0,0 1 1 0 0,-1-1 0 0 0,-1 0 0 0 0,-1 0 0 0 0,0-1 0 0 0,-2 1-1 0 0,0 0 1 0 0,-1-1 0 0 0,-1 1 0 0 0,-1-1 0 0 0,-1 1 0 0 0,0 0-1 0 0,-10-28 1 0 0,12 42-6 0 0,-1-1 0 0 0,-1 1 0 0 0,1 0-1 0 0,-1 0 1 0 0,0 0 0 0 0,0 0 0 0 0,0 1 0 0 0,0-1-1 0 0,-1 1 1 0 0,0 0 0 0 0,0 0 0 0 0,0 0 0 0 0,-1 0-1 0 0,1 1 1 0 0,-1 0 0 0 0,0 0 0 0 0,0 0-1 0 0,-7-3 1 0 0,5 4 1 0 0,0 0-1 0 0,0 0 1 0 0,0 1-1 0 0,0 0 0 0 0,0 0 1 0 0,0 1-1 0 0,0 0 1 0 0,0 0-1 0 0,0 1 1 0 0,0 0-1 0 0,0 0 1 0 0,0 0-1 0 0,1 1 0 0 0,-12 4 1 0 0,2 1 3 0 0,0 0 0 0 0,0 1 0 0 0,1 1 0 0 0,0 1 0 0 0,1 0 0 0 0,0 0 0 0 0,0 2 0 0 0,-18 19 0 0 0,25-24 10 0 0,1 0 0 0 0,0 0 0 0 0,1 0-1 0 0,0 0 1 0 0,0 1 0 0 0,1 0 0 0 0,-1 0 0 0 0,2 1 0 0 0,-1-1-1 0 0,1 1 1 0 0,1-1 0 0 0,-1 1 0 0 0,2 0 0 0 0,-1 0 0 0 0,1 0 0 0 0,0 0-1 0 0,1 0 1 0 0,1 13 0 0 0,0-17 3 0 0,1 1-1 0 0,0 0 0 0 0,0 0 1 0 0,0-1-1 0 0,1 1 1 0 0,0-1-1 0 0,0 1 1 0 0,0-1-1 0 0,0 0 1 0 0,1-1-1 0 0,0 1 1 0 0,0 0-1 0 0,1-1 0 0 0,-1 0 1 0 0,1 0-1 0 0,0-1 1 0 0,0 1-1 0 0,0-1 1 0 0,0 0-1 0 0,0 0 1 0 0,9 3-1 0 0,1 0 8 0 0,0-1 0 0 0,0 0 0 0 0,1-1 0 0 0,-1-1 0 0 0,1 0 0 0 0,32 1-1 0 0,-26-4-31 0 0,0-1-1 0 0,0 0 0 0 0,-1-2 0 0 0,1 0 0 0 0,-1-2 0 0 0,0 0 0 0 0,0-2 0 0 0,0 0 0 0 0,-1-1 0 0 0,0-1 0 0 0,0-1 0 0 0,-1-1 0 0 0,-1 0 0 0 0,0-1 0 0 0,0-2 0 0 0,-1 1 0 0 0,-1-2 0 0 0,-1 0 0 0 0,0-1 0 0 0,0-1 0 0 0,-2 0 0 0 0,0-1 0 0 0,-1 0 0 0 0,-1-1 0 0 0,15-34 0 0 0,-12 12-10 0 0,-1-1 0 0 0,-2-1 0 0 0,-2 0-1 0 0,-1-1 1 0 0,-3 1 0 0 0,-2-1 0 0 0,-2-48 0 0 0,-1 92 28 0 0,0 0 1 0 0,0 0-1 0 0,0 0 1 0 0,0 1 0 0 0,-1-1-1 0 0,1 0 1 0 0,0 0-1 0 0,0 0 1 0 0,0 0 0 0 0,-1 1-1 0 0,1-1 1 0 0,0 0-1 0 0,0 0 1 0 0,-1 0-1 0 0,1 0 1 0 0,0 0 0 0 0,0 0-1 0 0,-1 0 1 0 0,1 0-1 0 0,0 0 1 0 0,0 0-1 0 0,-1 0 1 0 0,1 0 0 0 0,0 0-1 0 0,-1 0 1 0 0,1 0-1 0 0,0 0 1 0 0,0 0-1 0 0,-1 0 1 0 0,1 0 0 0 0,0 0-1 0 0,0 0 1 0 0,-1 0-1 0 0,1 0 1 0 0,0-1 0 0 0,0 1-1 0 0,0 0 1 0 0,-1 0-1 0 0,1 0 1 0 0,0 0-1 0 0,0-1 1 0 0,0 1 0 0 0,-1 0-1 0 0,1 0 1 0 0,0 0-1 0 0,0-1 1 0 0,0 1-1 0 0,0 0 1 0 0,0 0 0 0 0,0-1-1 0 0,-1 1 1 0 0,1 0-1 0 0,0 0 1 0 0,0-1-1 0 0,0 1 1 0 0,0 0 0 0 0,0 0-1 0 0,0-1 1 0 0,0 1-1 0 0,0 0 1 0 0,0-1-1 0 0,0 1 1 0 0,0 0 0 0 0,1-1-1 0 0,-14 19 11 0 0,0 26 322 0 0,2 1-1 0 0,2 1 0 0 0,-5 63 0 0 0,5-34 45 0 0,-84 469 1830 0 0,51-367-1308 0 0,-65 174 1 0 0,87-292 67 0 0,-3-2 1 0 0,-52 92 0 0 0,71-143-764 0 0,0 0 1 0 0,0 0-1 0 0,-1 0 0 0 0,0-1 0 0 0,0 0 1 0 0,0 0-1 0 0,-1 0 0 0 0,1 0 1 0 0,-1-1-1 0 0,0 0 0 0 0,-9 4 1 0 0,13-7-164 0 0,-1 0 0 0 0,0 0 0 0 0,0 0 0 0 0,1 0 0 0 0,-1-1 0 0 0,0 1 0 0 0,0-1 0 0 0,0 0 0 0 0,1 0 0 0 0,-1 0 0 0 0,0 0 0 0 0,0 0 0 0 0,0 0 0 0 0,1-1 0 0 0,-1 0 0 0 0,0 1 0 0 0,0-1 0 0 0,1 0 0 0 0,-1 0 0 0 0,1-1 0 0 0,-1 1 0 0 0,1-1 0 0 0,-1 1 0 0 0,1-1 0 0 0,0 0 0 0 0,0 1 0 0 0,-1-1 0 0 0,1 0 0 0 0,1-1 0 0 0,-1 1 0 0 0,-2-3 0 0 0,-1-2-23 0 0,1 0 0 0 0,0-1 1 0 0,1 1-1 0 0,0-1 1 0 0,0 0-1 0 0,0 1 1 0 0,1-1-1 0 0,0-1 1 0 0,1 1-1 0 0,0 0 1 0 0,0 0-1 0 0,0 0 1 0 0,1-1-1 0 0,1 1 0 0 0,-1 0 1 0 0,4-15-1 0 0,2-3 19 0 0,0 0 0 0 0,2 0 0 0 0,20-45 0 0 0,-12 39-235 0 0,1 0 0 0 0,2 1 0 0 0,1 2 0 0 0,1-1 0 0 0,2 2-1 0 0,1 1 1 0 0,35-32 0 0 0,-22 27-1678 0 0,60-41-1 0 0,-54 46-2108 0 0,58-28 0 0 0,-18 19-6619 0 0,-64 29 4974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79 179 1188 0 0,'5'-30'8023'0'0,"1"-42"0"0"0,-5 31-4820 0 0,-1 39-2823 0 0,-1 3-357 0 0,0-1 1 0 0,0 0-1 0 0,0 0 0 0 0,0 0 0 0 0,1 0 1 0 0,-1 1-1 0 0,0-1 0 0 0,0 0 0 0 0,0 1 0 0 0,0-1 1 0 0,1 1-1 0 0,-1-1 0 0 0,0 1 0 0 0,1-1 0 0 0,-2 2 1 0 0,-9 14 83 0 0,2 1 1 0 0,-1 0 0 0 0,2 0 0 0 0,0 1 0 0 0,2 0 0 0 0,0 0-1 0 0,-7 35 1 0 0,11-41-77 0 0,0 0 0 0 0,1-1 0 0 0,0 1 0 0 0,1 0-1 0 0,0 0 1 0 0,1 0 0 0 0,1 0 0 0 0,0-1 0 0 0,0 1-1 0 0,1 0 1 0 0,0-1 0 0 0,1 0 0 0 0,1 0 0 0 0,6 13-1 0 0,-8-19-8 0 0,0-1 0 0 0,1 1 0 0 0,-1 0 0 0 0,1-1 0 0 0,0 0 0 0 0,0 0 0 0 0,1 0 0 0 0,-1-1 0 0 0,1 1 0 0 0,-1-1 0 0 0,1 0 0 0 0,0 0 0 0 0,1-1 0 0 0,-1 0 0 0 0,0 0 0 0 0,1 0 0 0 0,-1 0 0 0 0,1-1 0 0 0,-1 0-1 0 0,1 0 1 0 0,0 0 0 0 0,7-1 0 0 0,-6 0-4 0 0,1 0-1 0 0,-1-1 1 0 0,0-1 0 0 0,1 1-1 0 0,-1-1 1 0 0,0 0-1 0 0,0-1 1 0 0,0 1-1 0 0,-1-1 1 0 0,1-1-1 0 0,-1 1 1 0 0,1-1 0 0 0,-1 0-1 0 0,0-1 1 0 0,-1 0-1 0 0,10-9 1 0 0,-4 1-23 0 0,-1 0 0 0 0,0-1 1 0 0,-1 0-1 0 0,-1-1 0 0 0,0 0 1 0 0,-1 0-1 0 0,-1-1 0 0 0,0 0 1 0 0,4-16-1 0 0,-7 20 3 0 0,-1 0 0 0 0,0 1 0 0 0,0-1 0 0 0,-1 0 1 0 0,-1 0-1 0 0,0 0 0 0 0,0 0 0 0 0,-1 0 0 0 0,-1 0 0 0 0,0 0 0 0 0,-1 1 0 0 0,0-1 0 0 0,-7-16 0 0 0,8 24-10 0 0,0 0 0 0 0,0 0 0 0 0,-1 0 0 0 0,1 0 0 0 0,-1 1 0 0 0,0-1 0 0 0,0 1 0 0 0,0-1 0 0 0,-1 1-1 0 0,1 0 1 0 0,-1 1 0 0 0,1-1 0 0 0,-1 0 0 0 0,0 1 0 0 0,0 0 0 0 0,-1 0 0 0 0,-5-2 0 0 0,3 2 2 0 0,1 1 1 0 0,-1 0-1 0 0,0 0 1 0 0,0 1 0 0 0,1 0-1 0 0,-1 0 1 0 0,0 0 0 0 0,0 1-1 0 0,1 0 1 0 0,-1 0 0 0 0,-6 2-1 0 0,3 0-4 0 0,1 0-1 0 0,-1 1 0 0 0,1 0 0 0 0,0 0 1 0 0,0 1-1 0 0,1 0 0 0 0,0 0 0 0 0,-1 1 1 0 0,2 0-1 0 0,-1 1 0 0 0,1 0 0 0 0,0 0 1 0 0,0 0-1 0 0,1 1 0 0 0,0 0 0 0 0,-6 11 1 0 0,11-16-3 0 0,-1-1 0 0 0,1 1 0 0 0,0 0 0 0 0,0 0 0 0 0,0 0 0 0 0,1 0 0 0 0,-1 0 0 0 0,1 1 0 0 0,-1-1 0 0 0,1 0 0 0 0,0 0 0 0 0,0 0 1 0 0,1 0-1 0 0,-1 0 0 0 0,1 0 0 0 0,-1 1 0 0 0,1-1 0 0 0,0 0 0 0 0,0 0 0 0 0,0-1 0 0 0,3 6 0 0 0,-1-5-39 0 0,-1 0-1 0 0,1 1 0 0 0,0-1 1 0 0,0 0-1 0 0,0-1 1 0 0,0 1-1 0 0,1 0 0 0 0,-1-1 1 0 0,1 0-1 0 0,-1 0 1 0 0,1 0-1 0 0,0 0 0 0 0,0-1 1 0 0,0 1-1 0 0,8 1 1 0 0,4 0-73 0 0,0 0 1 0 0,1-1 0 0 0,-1-1 0 0 0,1 0 0 0 0,-1-1 0 0 0,1-1 0 0 0,-1-1-1 0 0,1 0 1 0 0,-1-1 0 0 0,0-1 0 0 0,0 0 0 0 0,20-9 0 0 0,1-4 38 0 0,-1-1 0 0 0,-1-2 0 0 0,62-46 1 0 0,-63 40 54 0 0,-17 12-29 0 0,1 1 1 0 0,28-17-1 0 0,-44 30 58 0 0,-1-1 0 0 0,1 0-1 0 0,-1 0 1 0 0,1 1 0 0 0,0-1-1 0 0,0 1 1 0 0,-1-1-1 0 0,1 1 1 0 0,0 0 0 0 0,0 0-1 0 0,0 0 1 0 0,-1 0 0 0 0,1 0-1 0 0,0 0 1 0 0,0 0 0 0 0,0 0-1 0 0,-1 1 1 0 0,1-1-1 0 0,0 1 1 0 0,2 0 0 0 0,-2 1 12 0 0,0-1 1 0 0,1 1 0 0 0,-1 0-1 0 0,0 0 1 0 0,0-1 0 0 0,0 1-1 0 0,0 1 1 0 0,-1-1 0 0 0,1 0-1 0 0,0 0 1 0 0,1 5 0 0 0,2 4 66 0 0,0 1 0 0 0,-1-1-1 0 0,-1 1 1 0 0,4 19 0 0 0,-2 6 113 0 0,-1-1-1 0 0,-2 1 1 0 0,-3 41-1 0 0,-4 1 2683 0 0,4-69-1588 0 0,0 7 2346 0 0,-1-15-2195 0 0,-1-6-915 0 0,2 2-501 0 0,1 0 0 0 0,0 1-1 0 0,0-1 1 0 0,0 1 0 0 0,0-1 0 0 0,0 0-1 0 0,0 1 1 0 0,0-1 0 0 0,0 1 0 0 0,1-1-1 0 0,0-2 1 0 0,1-4 42 0 0,0-6-118 0 0,2 1 0 0 0,0-1-1 0 0,0 1 1 0 0,1-1 0 0 0,1 1-1 0 0,10-18 1 0 0,-10 22-791 0 0,0-1 0 0 0,0 1-1 0 0,1 0 1 0 0,0 1 0 0 0,1-1 0 0 0,-1 1-1 0 0,2 1 1 0 0,15-12 0 0 0,-11 12-1359 0 0,0 1 0 0 0,-1 1 0 0 0,2 0 0 0 0,22-4 0 0 0,-22 5-676 0 0,10-2-2810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418 501 112 0 0,'2'-2'764'0'0,"0"-1"0"0"0,-1 1 0 0 0,1-1 0 0 0,-1 0 0 0 0,1 1 0 0 0,-1-1 0 0 0,0 0 0 0 0,0 0 0 0 0,0 0 0 0 0,0 1 1 0 0,-1-1-1 0 0,1 0 0 0 0,-1-4 0 0 0,0 5-394 0 0,0-1 0 0 0,0 0 0 0 0,0 0 0 0 0,-1 0 0 0 0,0 1 0 0 0,1-1 0 0 0,-1 0 0 0 0,-1-2 0 0 0,1 3-293 0 0,0 1-1 0 0,0 0 1 0 0,0 0 0 0 0,0 0-1 0 0,-1 0 1 0 0,1 0-1 0 0,0 0 1 0 0,0 0-1 0 0,-1 0 1 0 0,1 0-1 0 0,-1 1 1 0 0,1-1 0 0 0,-1 1-1 0 0,1-1 1 0 0,-1 1-1 0 0,1-1 1 0 0,-1 1-1 0 0,1 0 1 0 0,-1 0-1 0 0,1 0 1 0 0,-1-1 0 0 0,-2 2-1 0 0,-16 2 132 0 0,1 2 0 0 0,1 0 0 0 0,-1 2 0 0 0,1-1 0 0 0,0 2 0 0 0,0 1-1 0 0,1 0 1 0 0,0 1 0 0 0,1 1 0 0 0,-16 13 0 0 0,12-7-69 0 0,0 0 1 0 0,1 2-1 0 0,0 0 0 0 0,2 1 1 0 0,1 1-1 0 0,0 0 0 0 0,-14 26 1 0 0,26-39-98 0 0,0 0 0 0 0,1-1 1 0 0,0 1-1 0 0,0 0 0 0 0,0 1 0 0 0,1-1 1 0 0,-1 12-1 0 0,2-18-28 0 0,1 1-1 0 0,0-1 1 0 0,0 0 0 0 0,0 0-1 0 0,1 0 1 0 0,-1 1 0 0 0,0-1-1 0 0,1 0 1 0 0,-1 0 0 0 0,1 0 0 0 0,0 0-1 0 0,0 0 1 0 0,0 0 0 0 0,0 0-1 0 0,0 0 1 0 0,0 0 0 0 0,1 0-1 0 0,-1 0 1 0 0,0-1 0 0 0,1 1 0 0 0,0 0-1 0 0,-1-1 1 0 0,1 0 0 0 0,0 1-1 0 0,0-1 1 0 0,-1 0 0 0 0,1 0-1 0 0,0 0 1 0 0,0 0 0 0 0,0 0-1 0 0,1 0 1 0 0,2 0 0 0 0,0 0-5 0 0,-1 0 1 0 0,0 0 0 0 0,0-1-1 0 0,1 1 1 0 0,-1-1-1 0 0,0 0 1 0 0,0-1 0 0 0,1 1-1 0 0,-1-1 1 0 0,0 1-1 0 0,0-1 1 0 0,1 0-1 0 0,4-3 1 0 0,-2 1-9 0 0,1-1 0 0 0,-1 0 1 0 0,0 0-1 0 0,-1-1 0 0 0,1 0 0 0 0,9-9 0 0 0,-2-1-39 0 0,0-1 0 0 0,-1 0 0 0 0,0-1-1 0 0,15-29 1 0 0,-1-6-139 0 0,-2-2-1 0 0,35-108 0 0 0,13-120 277 0 0,-59 223 122 0 0,1-4-142 0 0,-15 61-108 0 0,-3 12 13 0 0,-6 29 74 0 0,-55 269 476 0 0,55-245-356 0 0,2-1 0 0 0,3 125 0 0 0,5-170-125 0 0,1 1-1 0 0,0-1 1 0 0,2 0 0 0 0,0 0-1 0 0,0-1 1 0 0,2 1 0 0 0,12 27-1 0 0,-15-39-37 0 0,0 0 0 0 0,0 0 0 0 0,0 0 0 0 0,0 0 0 0 0,1-1 1 0 0,0 0-1 0 0,0 1 0 0 0,0-1 0 0 0,0 0 0 0 0,1-1 0 0 0,-1 1 0 0 0,1-1 0 0 0,0 0 0 0 0,0 0 0 0 0,1-1 0 0 0,-1 1 0 0 0,0-1 0 0 0,1 0 0 0 0,-1-1 0 0 0,1 1 0 0 0,0-1 0 0 0,-1 0 0 0 0,1-1 0 0 0,0 1 0 0 0,0-1 0 0 0,10-1 0 0 0,-9 0-17 0 0,1-1-1 0 0,-1 0 1 0 0,1-1-1 0 0,-1 1 1 0 0,0-1-1 0 0,1-1 1 0 0,-1 1-1 0 0,-1-1 1 0 0,1-1-1 0 0,-1 1 1 0 0,0-1-1 0 0,0 0 1 0 0,0 0-1 0 0,0-1 1 0 0,5-7-1 0 0,5-8-3 0 0,0 0-1 0 0,-1-1 1 0 0,12-26-1 0 0,-10 13 153 0 0,-1-2-1 0 0,-2 0 0 0 0,17-76 0 0 0,-30 111-145 0 0,0 1 0 0 0,-1 0 0 0 0,1-1 0 0 0,-1 1 0 0 0,0-1-1 0 0,0 1 1 0 0,1 0 0 0 0,-1-1 0 0 0,0 1 0 0 0,0-1 0 0 0,0 1 0 0 0,0-1 0 0 0,-1 1 0 0 0,1-1-1 0 0,0 1 1 0 0,-1 0 0 0 0,0-3 0 0 0,0 1-5 0 0,0 2-12 0 0,-2 1-7 0 0,-1 3 21 0 0,0-1-1 0 0,0 1 1 0 0,0-1-1 0 0,0 1 1 0 0,1 0 0 0 0,-1 0-1 0 0,1 1 1 0 0,0-1-1 0 0,-1 1 1 0 0,2 0 0 0 0,-1 0-1 0 0,0 0 1 0 0,-3 8-1 0 0,-6 12 16 0 0,-11 29 0 0 0,19-42-19 0 0,-6 14 25 0 0,2 0-1 0 0,-6 28 1 0 0,11-42 9 0 0,2 0 0 0 0,-1 0 0 0 0,1-1 0 0 0,1 1 0 0 0,0 0 1 0 0,1 0-1 0 0,3 19 0 0 0,-3-27-15 0 0,-1 0 1 0 0,1 0-1 0 0,0 0 0 0 0,1 0 1 0 0,-1 0-1 0 0,1 0 1 0 0,-1 0-1 0 0,1-1 1 0 0,0 1-1 0 0,0-1 1 0 0,0 1-1 0 0,0-1 0 0 0,0 0 1 0 0,0 0-1 0 0,1 0 1 0 0,-1 0-1 0 0,5 2 1 0 0,-2-1 0 0 0,0-1 0 0 0,0 0-1 0 0,0 0 1 0 0,1-1 0 0 0,-1 1 0 0 0,0-1 0 0 0,1 0 0 0 0,-1-1 0 0 0,8 1 0 0 0,1-2 1 0 0,0 0 1 0 0,-1 0-1 0 0,1-2 1 0 0,-1 1-1 0 0,1-2 1 0 0,-1 0-1 0 0,16-7 0 0 0,-9 1 2 0 0,0-1-1 0 0,-1-1 0 0 0,0-1 0 0 0,-1 0 0 0 0,-1-2 1 0 0,0 0-1 0 0,-1-1 0 0 0,0 0 0 0 0,-1-1 1 0 0,-1-1-1 0 0,-1 0 0 0 0,-1-1 0 0 0,0-1 0 0 0,-2 0 1 0 0,12-29-1 0 0,-19 42-4 0 0,-1 1 1 0 0,-1-1 0 0 0,1 1-1 0 0,-1-1 1 0 0,0 1-1 0 0,-1-1 1 0 0,0 0 0 0 0,0 0-1 0 0,0 1 1 0 0,-2-13-1 0 0,1 16-22 0 0,0 0 0 0 0,0 0-1 0 0,0 0 1 0 0,0 1-1 0 0,0-1 1 0 0,-1 0 0 0 0,1 1-1 0 0,-1-1 1 0 0,0 1-1 0 0,0-1 1 0 0,0 1 0 0 0,0 0-1 0 0,0 0 1 0 0,0 0-1 0 0,0 0 1 0 0,-1 0 0 0 0,1 0-1 0 0,-1 1 1 0 0,1-1-1 0 0,-1 1 1 0 0,0 0 0 0 0,0 0-1 0 0,0 0 1 0 0,1 0-1 0 0,-5-1 1 0 0,6 2 1 0 0,0-1 1 0 0,-1 1-1 0 0,1 0 0 0 0,0-1 0 0 0,-1 1 0 0 0,1 0 0 0 0,0 0 1 0 0,-1 0-1 0 0,1 0 0 0 0,0 0 0 0 0,-1 0 0 0 0,1 1 1 0 0,0-1-1 0 0,-1 0 0 0 0,1 1 0 0 0,0-1 0 0 0,0 1 1 0 0,-1-1-1 0 0,1 1 0 0 0,0-1 0 0 0,0 1 0 0 0,0 0 1 0 0,0 0-1 0 0,0 0 0 0 0,0 0 0 0 0,0-1 0 0 0,0 1 1 0 0,0 0-1 0 0,0 1 0 0 0,0-1 0 0 0,1 0 0 0 0,-1 0 1 0 0,0 0-1 0 0,1 0 0 0 0,-1 1 0 0 0,1-1 0 0 0,-1 0 1 0 0,1 3-1 0 0,-1-2-32 0 0,1 0 0 0 0,0 1-1 0 0,-1-1 1 0 0,1 1 0 0 0,1-1 0 0 0,-1 1 0 0 0,0-1 0 0 0,0 1 0 0 0,1-1 0 0 0,0 1-1 0 0,-1-1 1 0 0,1 0 0 0 0,0 1 0 0 0,0-1 0 0 0,0 0 0 0 0,1 0 0 0 0,-1 0 0 0 0,0 0-1 0 0,3 3 1 0 0,2 0-75 0 0,1 0-1 0 0,-1 0 0 0 0,1 0 1 0 0,0-1-1 0 0,0 0 0 0 0,0 0 1 0 0,1-1-1 0 0,-1 0 0 0 0,11 3 1 0 0,-2-2-8 0 0,1 0 1 0 0,0-1-1 0 0,19 1 1 0 0,-32-4 114 0 0,0 0 0 0 0,0 0 0 0 0,0 0 0 0 0,0 0 0 0 0,0 0 0 0 0,0-1 0 0 0,0 0 0 0 0,0 0 0 0 0,0 0 0 0 0,6-3 0 0 0,-4 1 6 0 0,0-1-1 0 0,0-1 0 0 0,-1 1 1 0 0,1-1-1 0 0,5-7 0 0 0,-8 8 64 0 0,-1-1 0 0 0,0 0 0 0 0,0 0 0 0 0,-1 0 0 0 0,1 0 1 0 0,-1 0-1 0 0,0-1 0 0 0,0-5 0 0 0,-1 10-59 0 0,1-1 51 0 0,-3-1 6 0 0,2 3-55 0 0,0 0-1 0 0,0-1 1 0 0,0 1-1 0 0,0 0 0 0 0,0 0 1 0 0,0 0-1 0 0,0 0 1 0 0,0-1-1 0 0,0 1 1 0 0,0 0-1 0 0,0 0 0 0 0,0 0 1 0 0,0-1-1 0 0,0 1 1 0 0,0 0-1 0 0,0 0 1 0 0,0 0-1 0 0,0 0 1 0 0,0-1-1 0 0,-1 1 0 0 0,1 0 1 0 0,0 0-1 0 0,0 0 1 0 0,0 0-1 0 0,0 0 1 0 0,0 0-1 0 0,-1-1 0 0 0,1 1 1 0 0,0 0-1 0 0,0 0 1 0 0,0 0-1 0 0,0 0 1 0 0,-1 0-1 0 0,1 0 1 0 0,0 0-1 0 0,0 0 0 0 0,0 0 1 0 0,0 0-1 0 0,-1 0 1 0 0,1 0-1 0 0,0 0 1 0 0,0 0-1 0 0,0 0 0 0 0,-1 0 1 0 0,-3 1 19 0 0,0 0-1 0 0,1 0 1 0 0,-1 0 0 0 0,0 1-1 0 0,1 0 1 0 0,-1 0 0 0 0,1 0-1 0 0,0 0 1 0 0,0 0-1 0 0,-1 1 1 0 0,1-1 0 0 0,1 1-1 0 0,-1 0 1 0 0,0 0 0 0 0,1 0-1 0 0,-1 0 1 0 0,-1 4 0 0 0,-8 12 382 0 0,-18 37 1 0 0,24-43-329 0 0,-4 7 115 0 0,1 1-1 0 0,-8 27 1 0 0,14-38-123 0 0,1 0-1 0 0,0-1 1 0 0,0 1 0 0 0,1 0 0 0 0,0 0 0 0 0,1 1 0 0 0,2 16 0 0 0,-1-23-94 0 0,0 0 1 0 0,0 0-1 0 0,1-1 0 0 0,0 1 1 0 0,0 0-1 0 0,0-1 0 0 0,0 1 0 0 0,0-1 1 0 0,0 1-1 0 0,1-1 0 0 0,0 0 1 0 0,0 0-1 0 0,0 0 0 0 0,0-1 1 0 0,0 1-1 0 0,0-1 0 0 0,1 0 0 0 0,-1 1 1 0 0,1-2-1 0 0,0 1 0 0 0,5 2 1 0 0,6 2-1567 0 0,1-1 1 0 0,0-1 0 0 0,-1 0 0 0 0,18 2 0 0 0,-9-3-3223 0 0,1-3-2510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3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63 2936 0 0,'0'-2'2360'0'0,"5"-48"8198"0"0,-5 48-9902 0 0,3-6 1266 0 0,1 12-1781 0 0,-2 0 0 0 0,1 0 0 0 0,0 1 1 0 0,-1-1-1 0 0,0 1 0 0 0,0-1 0 0 0,0 1 0 0 0,-1 0 1 0 0,1 0-1 0 0,-1 0 0 0 0,0 0 0 0 0,0 5 0 0 0,2 66 1064 0 0,-3-72-1174 0 0,1 28 577 0 0,-3 0 0 0 0,0 0-1 0 0,-2 0 1 0 0,-1 0 0 0 0,-11 33 0 0 0,10-55 206 0 0,0-14-84 0 0,1-13-354 0 0,5 8-372 0 0,1 1 0 0 0,0-1-1 0 0,1 1 1 0 0,0 0 0 0 0,0 0 0 0 0,7-15 0 0 0,25-43-139 0 0,-22 47 128 0 0,0 0 0 0 0,2 1 0 0 0,0 0 0 0 0,1 1-1 0 0,19-16 1 0 0,-26 25-8 0 0,1 0 0 0 0,1 1 1 0 0,-1 1-1 0 0,1-1 0 0 0,0 2 0 0 0,0-1 0 0 0,1 1 0 0 0,0 1 0 0 0,-1 0 0 0 0,2 0 0 0 0,17-3 0 0 0,-26 7-2 0 0,0 0 0 0 0,1-1 0 0 0,-1 1 0 0 0,0 1 0 0 0,1-1-1 0 0,-1 0 1 0 0,1 1 0 0 0,-1-1 0 0 0,0 1 0 0 0,0 0-1 0 0,1 0 1 0 0,-1 1 0 0 0,0-1 0 0 0,0 1 0 0 0,0-1 0 0 0,0 1-1 0 0,4 3 1 0 0,-3-1 14 0 0,-1 0 0 0 0,1 0 1 0 0,-1 0-1 0 0,0 0 0 0 0,0 0 0 0 0,0 1 0 0 0,0 0 0 0 0,-1-1 1 0 0,0 1-1 0 0,2 6 0 0 0,0 4 46 0 0,0 0 0 0 0,-1-1 1 0 0,-1 1-1 0 0,0 0 0 0 0,-2 0 1 0 0,0 27-1 0 0,-5 1-3221 0 0,0-3-7139 0 0,4-32 6378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4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2472 0 0,'24'-61'18075'0'0,"-24"61"-17982"0"0,1 0 1 0 0,-1 0 0 0 0,1 0 0 0 0,0-1-1 0 0,-1 1 1 0 0,1 0 0 0 0,0 0 0 0 0,-1 0-1 0 0,1 0 1 0 0,0 0 0 0 0,-1 1 0 0 0,1-1-1 0 0,0 0 1 0 0,-1 0 0 0 0,1 0 0 0 0,0 0-1 0 0,-1 1 1 0 0,1-1 0 0 0,-1 0 0 0 0,1 1 0 0 0,-1-1-1 0 0,2 1 1 0 0,13 7 954 0 0,-15-7-1003 0 0,9 5 683 0 0,0 1 0 0 0,-1 0 0 0 0,-1 1 0 0 0,1-1 0 0 0,11 17 0 0 0,26 47 1306 0 0,-37-58-1767 0 0,57 101 829 0 0,-39-65-3854 0 0,-25-46 1690 0 0,13 21-3776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74 48 0 0,'-8'-32'8418'0'0,"6"26"-6253"0"0,0-1 1 0 0,0 1-1 0 0,1-1 0 0 0,-1-8 0 0 0,-12 17-1472 0 0,9 2-476 0 0,0-1-1 0 0,0 1 1 0 0,0 0 0 0 0,1 0-1 0 0,-1 0 1 0 0,1 0-1 0 0,0 1 1 0 0,-5 7-1 0 0,-5 5 163 0 0,-131 156 1335 0 0,64-49-3555 0 0,76-114 677 0 0,3-7 752 0 0,0 0-1 0 0,0 1 1 0 0,0-1-1 0 0,0 1 1 0 0,1-1-1 0 0,-2 8 1 0 0,3-10-149 0 0,0 1 0 0 0,-1-1 0 0 0,1 0 0 0 0,1 1 0 0 0,-1-1 1 0 0,0 0-1 0 0,0 1 0 0 0,0-1 0 0 0,1 0 0 0 0,-1 0 0 0 0,1 1 0 0 0,-1-1 0 0 0,1 0 0 0 0,1 3 1 0 0,7 5-6758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78 432 0 0,'6'-78'18278'0'0,"5"96"-16298"0"0,-5 23 433 0 0,1 43 0 0 0,-7 104-512 0 0,-2-81-1224 0 0,1-78 156 0 0,1-22-53 0 0,3-17-352 0 0,2-5-542 0 0,5-9 101 0 0,0 0-1 0 0,1 1 0 0 0,1 1 0 0 0,27-37 0 0 0,71-76-91 0 0,-102 127 83 0 0,-1 0 0 0 0,2 0 0 0 0,-1 0-1 0 0,1 2 1 0 0,0-1 0 0 0,0 1 0 0 0,1 0 0 0 0,-1 1 0 0 0,1 0 0 0 0,12-4 0 0 0,-20 8 2 0 0,0 1 0 0 0,1-1-1 0 0,-1 1 1 0 0,0-1 0 0 0,1 1 0 0 0,-1 0-1 0 0,0 0 1 0 0,1 0 0 0 0,-1 0 0 0 0,0 1-1 0 0,1-1 1 0 0,-1 1 0 0 0,0-1 0 0 0,0 1-1 0 0,1 0 1 0 0,-1 0 0 0 0,4 2 0 0 0,-3-1 15 0 0,0 1 1 0 0,0-1 0 0 0,0 1-1 0 0,-1 0 1 0 0,1 0 0 0 0,-1 0-1 0 0,1 0 1 0 0,-1 0 0 0 0,4 7-1 0 0,-2 0 121 0 0,1 1-1 0 0,-2-1 0 0 0,1 1 0 0 0,-2 0 0 0 0,1 0 1 0 0,0 15-1 0 0,5 147 2366 0 0,-5-130-2198 0 0,-3-42-389 0 0,0 0 1 0 0,0 0-1 0 0,0 0 0 0 0,0 0 0 0 0,0 0 1 0 0,1 0-1 0 0,-1 0 0 0 0,0 0 1 0 0,0 0-1 0 0,1 0 0 0 0,-1 0 0 0 0,1-1 1 0 0,-1 1-1 0 0,1 0 0 0 0,-1 0 0 0 0,1 0 1 0 0,-1-1-1 0 0,1 1 0 0 0,0 0 1 0 0,0-1-1 0 0,-1 1 0 0 0,1 0 0 0 0,0-1 1 0 0,0 1-1 0 0,-1-1 0 0 0,1 0 1 0 0,0 1-1 0 0,0-1 0 0 0,0 1 0 0 0,0-1 1 0 0,0 0-1 0 0,1 0 0 0 0,2 1-723 0 0,-1-1-1 0 0,0 0 1 0 0,1-1-1 0 0,-1 1 1 0 0,0-1-1 0 0,6-1 1 0 0,-4 1-396 0 0,29-6-8894 0 0,-14 3 395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353 163 1684 0 0,'0'0'2209'0'0,"-10"-36"13870"0"0,10 34-16045 0 0,1 0-1 0 0,0 0 0 0 0,-1 0 1 0 0,1 0-1 0 0,0 0 0 0 0,0 0 1 0 0,0 0-1 0 0,0 0 0 0 0,1 0 1 0 0,-1 0-1 0 0,0 1 0 0 0,1-1 1 0 0,-1 1-1 0 0,1-1 0 0 0,0 1 0 0 0,-1-1 1 0 0,1 1-1 0 0,0 0 0 0 0,0 0 1 0 0,0 0-1 0 0,0 0 0 0 0,0 0 1 0 0,0 0-1 0 0,0 1 0 0 0,3-2 1 0 0,12-3-94 0 0,0 0 0 0 0,20-2 0 0 0,-22 4 96 0 0,209-33-1446 0 0,-219 35 1418 0 0,0 1 1 0 0,0-1-1 0 0,-1 0 0 0 0,1 0 1 0 0,0-1-1 0 0,-1 1 0 0 0,1-1 1 0 0,-1 0-1 0 0,0 0 0 0 0,0 0 0 0 0,0-1 1 0 0,6-4-1 0 0,-9 6 103 0 0,-1-3 97 0 0,-1 6-112 0 0,-5 8-88 0 0,-8 15-9 0 0,0 0 0 0 0,2 1 0 0 0,1 0 0 0 0,-9 30 0 0 0,6-17 2 0 0,-2 6 26 0 0,-62 152 208 0 0,63-164 452 0 0,-2-1 0 0 0,-1 0 1 0 0,-39 51-1 0 0,51-75-446 0 0,0-1 1 0 0,-1 0-1 0 0,0 0 1 0 0,0-1 0 0 0,0 1-1 0 0,-1-2 1 0 0,1 1-1 0 0,-1-1 1 0 0,-1 0-1 0 0,1-1 1 0 0,-1 1 0 0 0,0-2-1 0 0,0 1 1 0 0,0-2-1 0 0,0 1 1 0 0,-1-1-1 0 0,1 0 1 0 0,-1-1 0 0 0,1 0-1 0 0,-1-1 1 0 0,1 0-1 0 0,-1 0 1 0 0,1-1-1 0 0,-1 0 1 0 0,1-1 0 0 0,-1 0-1 0 0,-11-4 1 0 0,-13-7-8 0 0,0-2 0 0 0,-45-26 0 0 0,21 5-3487 0 0,56 34 2346 0 0,-5 0-4240 0 0,14 2 3153 0 0,-2 1 582 0 0,1 0 1 0 0,-1-1-1 0 0,1 0 1 0 0,-1 0-1 0 0,1 0 1 0 0,-1-1 0 0 0,8-1-1 0 0,2-1-3880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155 125 3004 0 0,'28'-57'7194'0'0,"-22"43"-5318"0"0,0 1 0 0 0,1 0-1 0 0,9-13 1 0 0,-15 25-1045 0 0,0 7-521 0 0,1 0 0 0 0,-1 0 1 0 0,-1 0-1 0 0,1 0 0 0 0,-1 0 0 0 0,0 0 1 0 0,-1 0-1 0 0,1 0 0 0 0,-1 0 1 0 0,0 0-1 0 0,-3 8 0 0 0,-1 12 408 0 0,-11 60 1325 0 0,-45 142 0 0 0,55-211-1898 0 0,-111 307 2523 0 0,107-307-2055 0 0,9-26 365 0 0,10-29 326 0 0,2 10-1449 0 0,2 0 0 0 0,0 1 0 0 0,2 0 0 0 0,0 2-1 0 0,2-1 1 0 0,1 2 0 0 0,1 1 0 0 0,35-35 0 0 0,-49 53 73 0 0,1 0-1 0 0,-1 1 1 0 0,1-1 0 0 0,0 1-1 0 0,1 0 1 0 0,-1 1 0 0 0,1-1-1 0 0,-1 1 1 0 0,1 1 0 0 0,0-1-1 0 0,0 1 1 0 0,0 0 0 0 0,0 1-1 0 0,1 0 1 0 0,-1 0 0 0 0,11 0-1 0 0,-16 1 51 0 0,0 1-1 0 0,1-1 0 0 0,-1 1 0 0 0,0 0 1 0 0,0-1-1 0 0,0 1 0 0 0,0 0 0 0 0,0 0 1 0 0,0 0-1 0 0,0 1 0 0 0,0-1 0 0 0,-1 0 0 0 0,1 1 1 0 0,0-1-1 0 0,-1 1 0 0 0,1 0 0 0 0,-1-1 1 0 0,1 1-1 0 0,-1 0 0 0 0,2 3 0 0 0,0 1-24 0 0,0 1 0 0 0,0-1 0 0 0,-1 1 0 0 0,4 11 0 0 0,-3 3 19 0 0,-1 0-1 0 0,0 0 1 0 0,-2 0-1 0 0,0 0 1 0 0,-1 0-1 0 0,-5 23 0 0 0,-2 54-194 0 0,8-97 206 0 0,0 1 0 0 0,0 0 0 0 0,1-1 0 0 0,-1 1 1 0 0,0-1-1 0 0,1 1 0 0 0,-1 0 0 0 0,1-1 0 0 0,-1 1 0 0 0,1-1 1 0 0,0 1-1 0 0,-1-1 0 0 0,1 0 0 0 0,0 1 0 0 0,0-1 0 0 0,0 0 1 0 0,0 0-1 0 0,0 1 0 0 0,2 0 0 0 0,0 0-6 0 0,0 0-1 0 0,-1-1 1 0 0,1 1 0 0 0,0-1-1 0 0,0 0 1 0 0,0 0-1 0 0,0 0 1 0 0,0 0 0 0 0,5 1-1 0 0,3-1-84 0 0,0-1 0 0 0,0 0 0 0 0,0 0 0 0 0,21-4 0 0 0,-11 0-85 0 0,1-1 0 0 0,-1-2 1 0 0,0 0-1 0 0,-1-1 0 0 0,0-1 0 0 0,0-1 1 0 0,-1-1-1 0 0,0-1 0 0 0,-1 0 0 0 0,31-28 0 0 0,-31 24 123 0 0,-1-1 0 0 0,0-1 0 0 0,-2-1-1 0 0,0 0 1 0 0,-1-1 0 0 0,-1 0 0 0 0,-1-1-1 0 0,-1-1 1 0 0,15-39 0 0 0,-24 56 19 0 0,-1 0-1 0 0,1 0 1 0 0,-1-1 0 0 0,0 1 0 0 0,-1 0-1 0 0,1-1 1 0 0,-1 1 0 0 0,0 0-1 0 0,0-1 1 0 0,-2-5 0 0 0,2 10 47 0 0,0 1-1 0 0,0 0 1 0 0,0-1-1 0 0,-1 1 1 0 0,1-1-1 0 0,0 1 1 0 0,0 0 0 0 0,-1-1-1 0 0,1 1 1 0 0,0 0-1 0 0,-1-1 1 0 0,1 1-1 0 0,0 0 1 0 0,-1-1 0 0 0,1 1-1 0 0,-1 0 1 0 0,1 0-1 0 0,0-1 1 0 0,-1 1 0 0 0,1 0-1 0 0,-1 0 1 0 0,1 0-1 0 0,-1 0 1 0 0,1 0-1 0 0,-1 0 1 0 0,1 0 0 0 0,0-1-1 0 0,-1 1 1 0 0,1 0-1 0 0,-1 1 1 0 0,1-1 0 0 0,-1 0-1 0 0,1 0 1 0 0,-1 0-1 0 0,1 0 1 0 0,-1 0-1 0 0,1 0 1 0 0,0 1 0 0 0,-1-1-1 0 0,1 0 1 0 0,-1 0-1 0 0,1 1 1 0 0,-18 8-46 0 0,7 0 27 0 0,0 0 0 0 0,1 1 1 0 0,0-1-1 0 0,0 2 0 0 0,-13 19 1 0 0,6-5-69 0 0,-22 43 0 0 0,34-58 93 0 0,1 0 1 0 0,-1 1 0 0 0,2-1-1 0 0,-1 1 1 0 0,2 0 0 0 0,-1-1-1 0 0,-1 19 1 0 0,4-26 7 0 0,0 0-1 0 0,0 1 1 0 0,0-1 0 0 0,1 0 0 0 0,-1 0 0 0 0,1 0-1 0 0,-1 0 1 0 0,1 0 0 0 0,0 0 0 0 0,0 0-1 0 0,1 0 1 0 0,-1 0 0 0 0,0 0 0 0 0,1-1 0 0 0,0 1-1 0 0,0 0 1 0 0,0-1 0 0 0,0 0 0 0 0,0 1 0 0 0,0-1-1 0 0,0 0 1 0 0,1 0 0 0 0,-1 0 0 0 0,1 0-1 0 0,0-1 1 0 0,-1 1 0 0 0,1-1 0 0 0,0 1 0 0 0,0-1-1 0 0,0 0 1 0 0,4 1 0 0 0,1 0 6 0 0,1 0 0 0 0,-1 0 0 0 0,1-1 0 0 0,0-1 0 0 0,0 1 0 0 0,0-1 0 0 0,-1 0 0 0 0,1-1 0 0 0,0 0-1 0 0,12-4 1 0 0,-8 2 7 0 0,0-2-1 0 0,0 0 0 0 0,-1 0 1 0 0,0-1-1 0 0,0-1 0 0 0,12-9 1 0 0,11-11 10 0 0,-2-1 0 0 0,-1-2 1 0 0,34-42-1 0 0,-44 48-47 0 0,-16 17-9 0 0,13-11-202 0 0,-19 17 211 0 0,1 1-1 0 0,0-1 1 0 0,0 1 0 0 0,0-1 0 0 0,0 1 0 0 0,0 0 0 0 0,0-1-1 0 0,0 1 1 0 0,0 0 0 0 0,0 0 0 0 0,0-1 0 0 0,0 1 0 0 0,0 0 0 0 0,0 0-1 0 0,0 0 1 0 0,0 0 0 0 0,0 0 0 0 0,0 1 0 0 0,0-1 0 0 0,0 0-1 0 0,1 1 1 0 0,-1-1 10 0 0,0 1-1 0 0,0-1 1 0 0,-1 1-1 0 0,1 0 0 0 0,0-1 1 0 0,-1 1-1 0 0,1 0 1 0 0,-1-1-1 0 0,1 1 1 0 0,-1 0-1 0 0,1 0 0 0 0,-1-1 1 0 0,1 1-1 0 0,-1 0 1 0 0,0 0-1 0 0,1 0 1 0 0,-1 0-1 0 0,0-1 0 0 0,0 1 1 0 0,0 0-1 0 0,1 2 1 0 0,-1 21-53 0 0,0-19 32 0 0,-1 21-1 0 0,-1 0 0 0 0,-1-1 1 0 0,-11 48-1 0 0,-6-13 3735 0 0,19-59-2748 0 0,1-1-948 0 0,-1 0 0 0 0,1 0 0 0 0,-1 0 0 0 0,1 0 0 0 0,-1 0 0 0 0,1-1 0 0 0,-1 1 0 0 0,1 0 0 0 0,-1 0 0 0 0,1-1 0 0 0,0 1 0 0 0,-1 0 0 0 0,1-1-1 0 0,-1 1 1 0 0,1 0 0 0 0,0-1 0 0 0,-1 1 0 0 0,1-1 0 0 0,0 1 0 0 0,-1 0 0 0 0,1-1 0 0 0,0 1 0 0 0,0-1 0 0 0,-1 1 0 0 0,1-1 0 0 0,0 1 0 0 0,0-1 0 0 0,0 1 0 0 0,0-1 0 0 0,0 1 0 0 0,0-1-1 0 0,0 1 1 0 0,0-1 0 0 0,0 0 0 0 0,0 1 0 0 0,0-1 0 0 0,0 1 0 0 0,0-1 0 0 0,5-24 45 0 0,-5 22-52 0 0,6-14-109 0 0,0-1-1 0 0,1 1 1 0 0,1 0 0 0 0,0 1-1 0 0,1 0 1 0 0,1 0 0 0 0,1 1-1 0 0,0 1 1 0 0,1-1 0 0 0,0 2-1 0 0,1 0 1 0 0,26-21 0 0 0,-36 32 80 0 0,0-1 1 0 0,0 1 0 0 0,0 0-1 0 0,1 0 1 0 0,-1 0 0 0 0,1 0-1 0 0,-1 0 1 0 0,1 1 0 0 0,0 0 0 0 0,-1 0-1 0 0,1 0 1 0 0,0 0 0 0 0,0 0-1 0 0,0 1 1 0 0,0-1 0 0 0,0 1-1 0 0,0 0 1 0 0,0 1 0 0 0,0-1 0 0 0,0 1-1 0 0,-1-1 1 0 0,1 1 0 0 0,0 0-1 0 0,0 0 1 0 0,-1 1 0 0 0,1-1-1 0 0,0 1 1 0 0,-1 0 0 0 0,0 0-1 0 0,1 0 1 0 0,-1 1 0 0 0,0-1 0 0 0,0 1-1 0 0,0-1 1 0 0,0 1 0 0 0,-1 0-1 0 0,1 0 1 0 0,-1 0 0 0 0,4 7-1 0 0,-2-2 56 0 0,-2-1-1 0 0,1 1 1 0 0,-1 0-1 0 0,0 0 1 0 0,0 0-1 0 0,-1 0 0 0 0,0 0 1 0 0,-1 10-1 0 0,0 9 406 0 0,-6 28 1 0 0,4-38-374 0 0,1-7 16 0 0,0 13 381 0 0,1-22-454 0 0,0-1-1 0 0,1 1 1 0 0,-1-1-1 0 0,0 1 0 0 0,1-1 1 0 0,-1 1-1 0 0,1-1 1 0 0,-1 1-1 0 0,0-1 0 0 0,1 1 1 0 0,-1-1-1 0 0,1 1 1 0 0,0-1-1 0 0,-1 0 1 0 0,1 1-1 0 0,-1-1 0 0 0,1 0 1 0 0,-1 0-1 0 0,1 1 1 0 0,0-1-1 0 0,-1 0 0 0 0,1 0 1 0 0,0 0-1 0 0,-1 0 1 0 0,1 0-1 0 0,0 0 0 0 0,-1 0 1 0 0,1 0-1 0 0,0 0 1 0 0,-1 0-1 0 0,1 0 0 0 0,-1 0 1 0 0,1 0-1 0 0,1-1 1 0 0,33-6-1504 0 0,0-1 1 0 0,49-19-1 0 0,-32 8-3724 0 0,-2-1-3374 0 0,-29 12 280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4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0 952 0 0,'0'0'7257'0'0,"-14"3"2638"0"0,12-2-9527 0 0,1 0 0 0 0,-1 1 0 0 0,0-1 0 0 0,1 1 0 0 0,0-1 0 0 0,-1 1 0 0 0,1-1 0 0 0,0 1 0 0 0,0 0 0 0 0,0 0 0 0 0,0 0 0 0 0,0-1-1 0 0,0 1 1 0 0,0 0 0 0 0,0 3 0 0 0,-11 40 3261 0 0,5-17-2090 0 0,-45 145-114 0 0,-38 102 758 0 0,80-244-2183 0 0,5-20 0 0 0,0-4 0 0 0,-1-12 0 0 0,5-7 0 0 0,4-18-2926 0 0,2 14-2463 0 0,1 0 0 0 0,10-21 1 0 0,-12 29 3883 0 0,4-12-8261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0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119 168 3296 0 0,'-2'-24'3053'0'0,"-1"-20"6201"0"0,1-56 1 0 0,19 103-7334 0 0,-11-1-1598 0 0,-1 0 0 0 0,1 1 0 0 0,-1-1 1 0 0,0 1-1 0 0,1 1 0 0 0,-1-1 0 0 0,-1 1 0 0 0,9 6 0 0 0,32 40 959 0 0,-32-35-871 0 0,17 21-369 0 0,-1 3 0 0 0,-2 0-1 0 0,-2 1 1 0 0,-1 2 0 0 0,-2 1-1 0 0,-3 0 1 0 0,-1 1 0 0 0,20 76-1 0 0,-25-63 318 0 0,-3 0 1 0 0,-2 0-1 0 0,-2 0 0 0 0,-4 1 0 0 0,-1 0 0 0 0,-13 98 1 0 0,2-88-931 0 0,-4-2 0 0 0,-2 1 1 0 0,-3-2-1 0 0,-3 0 1 0 0,-44 91-1 0 0,35-96-2660 0 0,-69 98-1 0 0,64-109-426 0 0,-3-1-1 0 0,-48 45 0 0 0,26-36-7344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0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1168 0 0,'7'-12'3220'0'0,"-2"2"-843"0"0,0 1-513 0 0,-2 1-416 0 0,2-1-396 0 0,0-1-492 0 0,1 2-424 0 0,-1-1-624 0 0,1-3-724 0 0,1 4-1992 0 0,-2-2-1313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254 207 1308 0 0,'4'-18'1893'0'0,"-1"1"0"0"0,0-1-1 0 0,-2 0 1 0 0,0 0 0 0 0,0 0-1 0 0,-2 0 1 0 0,0 0 0 0 0,-5-19-1 0 0,5 23-1193 0 0,-1 1 325 0 0,0 14-632 0 0,-2 7-195 0 0,0 3 186 0 0,1 1 0 0 0,0 0 1 0 0,-3 22-1 0 0,0 2 151 0 0,-13 55 490 0 0,-100 399 2192 0 0,100-428-3140 0 0,-32 96 315 0 0,46-143-203 0 0,4-12-185 0 0,0 0 0 0 0,1 0 0 0 0,-1-1-1 0 0,-1 1 1 0 0,1-1 0 0 0,0 1 0 0 0,-3 3 0 0 0,3-5-403 0 0,-2-12-4674 0 0,7 0 2881 0 0,0-1 1 0 0,0 1 0 0 0,1 0 0 0 0,0 1 0 0 0,12-17-1 0 0,-1 2-4414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23 177 2328 0 0,'108'-168'15793'0'0,"-108"167"-15732"0"0,0 1 1 0 0,0-1-1 0 0,0 1 1 0 0,0 0-1 0 0,0-1 1 0 0,0 1-1 0 0,0 0 1 0 0,0-1-1 0 0,1 1 1 0 0,-1 0-1 0 0,0-1 1 0 0,0 1-1 0 0,0 0 1 0 0,1-1-1 0 0,-1 1 1 0 0,0 0-1 0 0,0 0 1 0 0,1-1-1 0 0,-1 1 1 0 0,0 0-1 0 0,1 0 1 0 0,-1 0-1 0 0,0-1 1 0 0,1 1-1 0 0,-1 0 1 0 0,0 0-1 0 0,1 0 1 0 0,-1 0-1 0 0,0 0 1 0 0,1 0-1 0 0,-1 0 1 0 0,0 0-1 0 0,1-1 1 0 0,-1 1-1 0 0,1 0 1 0 0,-1 1-1 0 0,0-1 1 0 0,1 0-1 0 0,3 15 1187 0 0,-5 26 412 0 0,-28 185 3411 0 0,-40 110-2929 0 0,63-309-2006 0 0,2-8 98 0 0,-1 0 0 0 0,0-1 1 0 0,-9 22-1 0 0,10-21 782 0 0,0-13-978 0 0,0-13-38 0 0,4-9 0 0 0,1 0 0 0 0,0 1 0 0 0,1-1 0 0 0,1 1 0 0 0,9-31 0 0 0,-4 15 0 0 0,10-41-225 0 0,3 1 0 0 0,3 1 0 0 0,3 2-1 0 0,4 0 1 0 0,54-89 0 0 0,-83 153 204 0 0,0 1 0 0 0,0 0 0 0 0,0 0 0 0 0,1 1 0 0 0,-1-1 0 0 0,1 0 0 0 0,-1 1 0 0 0,1 0 0 0 0,0-1 0 0 0,0 1 0 0 0,6-3 0 0 0,-7 4 13 0 0,0 1-1 0 0,0-1 0 0 0,0 1 1 0 0,1-1-1 0 0,-1 1 0 0 0,0 0 0 0 0,0 0 1 0 0,0 0-1 0 0,1 0 0 0 0,-1 0 1 0 0,0 0-1 0 0,0 0 0 0 0,0 1 0 0 0,0-1 1 0 0,0 1-1 0 0,0 0 0 0 0,0 0 1 0 0,0 0-1 0 0,0 0 0 0 0,3 1 0 0 0,2 3 0 0 0,1 1-1 0 0,-1 0 0 0 0,-1 0 0 0 0,1 0 0 0 0,-1 1 1 0 0,0 0-1 0 0,-1 0 0 0 0,1 0 0 0 0,-1 1 0 0 0,-1 0 0 0 0,1 0 1 0 0,-2 0-1 0 0,6 13 0 0 0,-2 3 149 0 0,0-1 0 0 0,-1 1 0 0 0,3 42 0 0 0,-6-16 61 0 0,-2 0 0 0 0,-3 0 0 0 0,-2 0 0 0 0,-1 0 0 0 0,-23 86 0 0 0,15-80-5113 0 0,13-54 3746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91 135 660 0 0,'-67'-21'14755'0'0,"65"20"-13717"0"0,-17-5 2170 0 0,18 6-3171 0 0,1 0 0 0 0,0 0 1 0 0,0 0-1 0 0,0 0 0 0 0,0 0 0 0 0,0 0 0 0 0,0 0 0 0 0,0 0 0 0 0,-1 0 0 0 0,1 0 0 0 0,0 0 0 0 0,0 0 1 0 0,0 0-1 0 0,0-1 0 0 0,0 1 0 0 0,0 0 0 0 0,0 0 0 0 0,0 0 0 0 0,0 0 0 0 0,-1 0 0 0 0,1 0 0 0 0,0 0 1 0 0,0-1-1 0 0,0 1 0 0 0,0 0 0 0 0,0 0 0 0 0,0 0 0 0 0,0 0 0 0 0,0 0 0 0 0,0 0 0 0 0,0-1 0 0 0,0 1 0 0 0,0 0 1 0 0,0 0-1 0 0,0 0 0 0 0,0 0 0 0 0,0 0 0 0 0,0 0 0 0 0,0-1 0 0 0,0 1 0 0 0,0 0 0 0 0,0 0 0 0 0,1 0 1 0 0,-1 0-1 0 0,13-4 318 0 0,160-29-494 0 0,-57 5-4589 0 0,-38 1-3867 0 0,-51 17 2775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26 1588 0 0,'10'-26'18786'0'0,"-11"43"-15964"0"0,-4 25 151 0 0,-11 84-843 0 0,-23 118 2338 0 0,22-167-4468 0 0,-35 134 0 0 0,44-182 0 0 0,-11 33 0 0 0,15-49 0 0 0,0 1-2665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2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1036 0 0,'16'-73'23108'0'0,"-15"71"-22294"0"0,23-8 250 0 0,195-13-338 0 0,-146 19-3699 0 0,-2 2-4789 0 0,-60 3 3798 0 0,-5-1 2219 0 0,-2 1 113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2312 0 0,'-66'38'17919'0'0,"65"-37"-17426"0"0,-1 0 1 0 0,1-1-1 0 0,-1 1 1 0 0,1 0 0 0 0,-1 0-1 0 0,1 0 1 0 0,-1 0 0 0 0,1 0-1 0 0,0 0 1 0 0,0 0-1 0 0,0 0 1 0 0,-1 0 0 0 0,1 1-1 0 0,-1 0 1 0 0,2-1-465 0 0,0-1-1 0 0,0 0 1 0 0,0 0 0 0 0,0 1-1 0 0,0-1 1 0 0,0 0 0 0 0,0 0-1 0 0,0 1 1 0 0,0-1 0 0 0,0 0 0 0 0,0 0-1 0 0,0 0 1 0 0,0 1 0 0 0,0-1-1 0 0,0 0 1 0 0,0 0 0 0 0,1 1-1 0 0,-1-1 1 0 0,0 0 0 0 0,0 0-1 0 0,0 0 1 0 0,0 1 0 0 0,0-1 0 0 0,0 0-1 0 0,1 0 1 0 0,-1 0 0 0 0,0 0-1 0 0,0 1 1 0 0,0-1 0 0 0,1 0-1 0 0,-1 0 1 0 0,15 4 338 0 0,52-1-826 0 0,116-11 0 0 0,-98-2-4959 0 0,-1-3-5879 0 0,-59 8 2414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151 120 580 0 0,'-129'-46'23067'0'0,"128"46"-22304"0"0,-20-9 3766 0 0,87 10-3729 0 0,133-4 821 0 0,-98-5-3701 0 0,-2-9-3714 0 0,-61 4 497 0 0,-17-3-3495 0 0,-14 8 1799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26 1504 0 0,'-1'-1'2575'0'0,"-22"-23"8265"0"0,21 24-9905 0 0,0 2-660 0 0,0-1 0 0 0,0 0 0 0 0,0 0-1 0 0,0 1 1 0 0,0-1 0 0 0,1 1 0 0 0,-1 0 0 0 0,0-1-1 0 0,1 1 1 0 0,0 0 0 0 0,-1 0 0 0 0,1 0 0 0 0,0 0 0 0 0,0 0-1 0 0,0 0 1 0 0,0 0 0 0 0,0 1 0 0 0,0-1 0 0 0,1 0-1 0 0,-1 5 1 0 0,-11 58 4308 0 0,10-49-3666 0 0,-19 142 3648 0 0,-16 92-5596 0 0,27-193-6249 0 0,5-21-5897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63 2700 0 0,'-27'12'9100'0'0,"11"-4"-292"0"0,6 1-1069 0 0,117-11-6781 0 0,-1-5 0 0 0,147-27 0 0 0,-196 21-4008 0 0,-19 2-5547 0 0,-17-3-107 0 0,-17 10 6401 0 0,7-3-3860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8:5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58 1860 0 0,'7'-26'9781'0'0,"-1"7"-3743"0"0,-4 6 1473 0 0,4 58-1871 0 0,-9 46-3854 0 0,-23 151 0 0 0,-5-78-4982 0 0,14-82-3074 0 0,-1 0-4420 0 0,12-52-1152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19 1920 0 0,'24'-19'27533'0'0,"-23"32"-27480"0"0,-2 27 438 0 0,-3-1 0 0 0,-1 1 0 0 0,-2-1 0 0 0,-16 55 0 0 0,-13 8-5968 0 0,32-95 2803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65 1204 0 0,'27'-64'19864'0'0,"-27"71"-19419"0"0,-1 0 1 0 0,0 0-1 0 0,-1 0 0 0 0,1 0 0 0 0,-5 10 1 0 0,-3 13 278 0 0,-18 75 623 0 0,-10 44-2888 0 0,34-131-784 0 0,-1 7-4921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84 920 0 0,'-5'-81'12156'0'0,"5"79"-11175"0"0,3 2-817 0 0,-1 0 0 0 0,0 1 0 0 0,0-1 0 0 0,1 1 0 0 0,-1 0 0 0 0,0 0 0 0 0,0 0 0 0 0,0 0 0 0 0,0 0 0 0 0,0 0 0 0 0,0 0 0 0 0,0 1 0 0 0,1 1 0 0 0,25 25 1063 0 0,-17-17-731 0 0,7 7-212 0 0,-1 2 0 0 0,-1 0 0 0 0,-1 0 0 0 0,-1 2 0 0 0,0 0 0 0 0,-2 0 0 0 0,-1 1 0 0 0,0 1 0 0 0,-2 0 0 0 0,12 45 0 0 0,-15-39-221 0 0,-2-1 1 0 0,0 1 0 0 0,-2 0 0 0 0,-2 0 0 0 0,0 0 0 0 0,-2-1 0 0 0,-1 1 0 0 0,-1 0 0 0 0,-9 29 0 0 0,0-16-57 0 0,-1-1 0 0 0,-3 0 0 0 0,-1-1 0 0 0,-34 57 0 0 0,-28 23-1834 0 0,-10-8-3461 0 0,64-85 416 0 0,2-7-2611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76 2528 0 0,'-2'-2'2223'0'0,"-44"-56"13632"0"0,45 57-15133 0 0,0 0-412 0 0,0 0 0 0 0,0 0 0 0 0,0 0-1 0 0,0 0 1 0 0,0 0 0 0 0,1 0 0 0 0,-1 0 0 0 0,0 0 0 0 0,1 0 0 0 0,-1 0-1 0 0,0-3 1 0 0,322 26 2533 0 0,-112-21-4637 0 0,-154-1-3470 0 0,-52 1 3679 0 0,-1-1-106 0 0,1 0 969 0 0,2 1-41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29 1988 0 0,'-39'-13'8774'0'0,"5"2"-1312"0"0,16 6-5855 0 0,16 5-1045 0 0,3 2-405 0 0,-1 1 0 0 0,1-1 0 0 0,0 0-1 0 0,0 0 1 0 0,0 0 0 0 0,1 0 0 0 0,-1 0 0 0 0,1 0 0 0 0,-1 0-1 0 0,1-1 1 0 0,-1 1 0 0 0,4 2 0 0 0,1 2 125 0 0,30 31 305 0 0,1-2 1 0 0,1-2-1 0 0,2-2 0 0 0,1-1 0 0 0,77 41 1 0 0,34 5-368 0 0,-139-70-226 0 0,-5-3 7 0 0,-1 1 0 0 0,0-1 0 0 0,0 1 0 0 0,12 10 0 0 0,-18-13 11 0 0,-1 0-9 0 0,1-1-1 0 0,-1 1 1 0 0,0 0-1 0 0,0 0 1 0 0,0 0 0 0 0,0 0-1 0 0,0 0 1 0 0,0 0-1 0 0,0 0 1 0 0,0 0 0 0 0,0 0-1 0 0,-1 0 1 0 0,1 0-1 0 0,0 0 1 0 0,0-1-1 0 0,-1 1 1 0 0,1 0 0 0 0,-1 0-1 0 0,1 0 1 0 0,-1 0-1 0 0,1-1 1 0 0,-1 1 0 0 0,0 1-1 0 0,-17 10 20 0 0,0-1-1 0 0,-1 0 0 0 0,0-1 1 0 0,-1-1-1 0 0,0-1 1 0 0,-22 6-1 0 0,-4 2-20 0 0,-189 70 107 0 0,-214 88 1325 0 0,434-168-1370 0 0,0 2 1 0 0,0 0 0 0 0,-22 16-1 0 0,37-24-57 0 0,0 0-1 0 0,-1 0 0 0 0,1 0 1 0 0,0 1-1 0 0,0-1 1 0 0,0 0-1 0 0,0 0 0 0 0,0 1 1 0 0,-1-1-1 0 0,1 0 1 0 0,0 0-1 0 0,0 1 1 0 0,0-1-1 0 0,0 0 0 0 0,0 0 1 0 0,0 1-1 0 0,0-1 1 0 0,0 0-1 0 0,0 1 0 0 0,0-1 1 0 0,0 0-1 0 0,0 0 1 0 0,0 1-1 0 0,0-1 0 0 0,0 0 1 0 0,0 0-1 0 0,0 1 1 0 0,1-1-1 0 0,-1 0 0 0 0,0 0 1 0 0,0 1-1 0 0,0-1 1 0 0,0 0-1 0 0,0 0 0 0 0,1 0 1 0 0,-1 1-1 0 0,0-1 1 0 0,0 0-1 0 0,0 0 0 0 0,1 0 1 0 0,-1 1-1 0 0,0-1 1 0 0,0 0-1 0 0,1 0 0 0 0,-1 0 1 0 0,0 0-1 0 0,0 0 1 0 0,1 0-1 0 0,10 5 78 0 0,3-2-46 0 0,0-1 0 0 0,1-1 0 0 0,-1 0 1 0 0,1-1-1 0 0,-1 0 0 0 0,22-4 1 0 0,4 0-11 0 0,535-39 209 0 0,-466 34 204 0 0,-43 4-3454 0 0,-63 5 1972 0 0,2 0-2423 0 0,1 1 3493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98 1104 0 0,'12'-11'4204'0'0,"16"-33"1598"0"0,-27 43-5388 0 0,2-5 289 0 0,-2 6-593 0 0,-1-1 0 0 0,0 1 0 0 0,1-1 0 0 0,-1 1 0 0 0,1-1 0 0 0,-1 1 0 0 0,0-1 0 0 0,1 1 0 0 0,-1-1 0 0 0,0 1 0 0 0,0-1 0 0 0,1 1 0 0 0,-1-1 0 0 0,0 1 0 0 0,0-1 0 0 0,0 0 0 0 0,0 1 0 0 0,0-1 0 0 0,0 1 0 0 0,0-1 0 0 0,0 0 0 0 0,0 0 0 0 0,0 0-55 0 0,0 0 0 0 0,0 1 0 0 0,-1-1 0 0 0,1 0 0 0 0,0 1 0 0 0,0-1 0 0 0,-1 0-1 0 0,1 1 1 0 0,-1-1 0 0 0,1 0 0 0 0,0 1 0 0 0,-1-1 0 0 0,1 0 0 0 0,-1 1 0 0 0,0-1-1 0 0,1 1 1 0 0,-1-1 0 0 0,0 0 0 0 0,-1 0 181 0 0,-8-4 708 0 0,2 4-881 0 0,0 0 0 0 0,0 0 0 0 0,0 1-1 0 0,1 0 1 0 0,-1 0 0 0 0,0 1 0 0 0,0 0 0 0 0,0 1 0 0 0,1-1-1 0 0,-1 2 1 0 0,1-1 0 0 0,-1 1 0 0 0,1 0 0 0 0,0 0-1 0 0,0 1 1 0 0,-13 9 0 0 0,5-3 59 0 0,0 1 0 0 0,1 1-1 0 0,0 0 1 0 0,1 1 0 0 0,0 0 0 0 0,-15 23-1 0 0,10-11-15 0 0,-19 37 0 0 0,32-52-96 0 0,0 1 1 0 0,1 0 0 0 0,0 0-1 0 0,0 1 1 0 0,1-1-1 0 0,-2 20 1 0 0,5-28-5 0 0,0-1 1 0 0,0 0-1 0 0,0 0 1 0 0,0 0-1 0 0,0 0 0 0 0,0 0 1 0 0,1 1-1 0 0,-1-1 1 0 0,1 0-1 0 0,-1 0 1 0 0,1 0-1 0 0,0 0 1 0 0,0 0-1 0 0,0 0 1 0 0,0-1-1 0 0,0 1 0 0 0,1 0 1 0 0,-1 0-1 0 0,0-1 1 0 0,1 1-1 0 0,-1-1 1 0 0,1 1-1 0 0,-1-1 1 0 0,1 0-1 0 0,0 1 0 0 0,0-1 1 0 0,0 0-1 0 0,0 0 1 0 0,0 0-1 0 0,0 0 1 0 0,0-1-1 0 0,0 1 1 0 0,0-1-1 0 0,0 1 1 0 0,0-1-1 0 0,0 0 0 0 0,3 1 1 0 0,5 0 8 0 0,0-1 0 0 0,0 0 1 0 0,0 0-1 0 0,0-1 0 0 0,0 0 1 0 0,16-5-1 0 0,-17 4-14 0 0,-1-1 0 0 0,1-1 0 0 0,-1 1 0 0 0,1-1 0 0 0,-1-1 0 0 0,-1 0 0 0 0,1 0 0 0 0,-1 0 0 0 0,1-1 1 0 0,-2 0-1 0 0,1-1 0 0 0,9-11 0 0 0,2-6 344 0 0,-1-1 0 0 0,20-39 0 0 0,-27 45 298 0 0,0 5 754 0 0,-13 27 103 0 0,0 4-1455 0 0,1-8 108 0 0,-5 30 49 0 0,1 0 1 0 0,2 0 0 0 0,1 1-1 0 0,5 59 1 0 0,-1-85-748 0 0,2 0 1 0 0,7 26-1 0 0,6-8-3667 0 0,-14-30 3221 0 0,0 0 0 0 0,0 1 0 0 0,0-1 0 0 0,1 0 0 0 0,-1 0 0 0 0,0 0 0 0 0,1 0 0 0 0,-1 0 0 0 0,4 1 0 0 0,5 2-6187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1232 0 0,'0'-11'2866'0'0,"6"-17"9187"0"0,21 56-8481 0 0,-20-19-3205 0 0,-1 0 0 0 0,1 1 0 0 0,-2 0 0 0 0,1 0 0 0 0,-1 1-1 0 0,-1-1 1 0 0,0 1 0 0 0,-1 0 0 0 0,4 14 0 0 0,-3 1 118 0 0,0 0 0 0 0,-1 49 0 0 0,-3-28 1733 0 0,0-14 2686 0 0,0-32-4441 0 0,0-2-179 0 0,-1-5-278 0 0,1 0-1 0 0,0 1 1 0 0,0-1 0 0 0,0 0 0 0 0,1 0 0 0 0,0 1 0 0 0,0-1 0 0 0,3-7 0 0 0,-3 9-8 0 0,5-14-407 0 0,0 0 0 0 0,2 1 0 0 0,0-1 1 0 0,1 1-1 0 0,1 1 0 0 0,0 0 0 0 0,20-23 0 0 0,-25 33-955 0 0,0 1 0 0 0,1-1 0 0 0,0 1-1 0 0,0 0 1 0 0,14-9 0 0 0,-15 11-1087 0 0,1 1 0 0 0,0-1-1 0 0,-1 1 1 0 0,9-2 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1220 0 0,'0'0'11685'0'0,"2"-1"-11011"0"0,-1 1-16 0 0,0 0-1 0 0,0 0 1 0 0,0 0 0 0 0,0 0-1 0 0,0 0 1 0 0,-1 0-1 0 0,1 0 1 0 0,0 1 0 0 0,0-1-1 0 0,0 0 1 0 0,0 0 0 0 0,0 1-1 0 0,0-1 1 0 0,-1 0-1 0 0,1 1 1 0 0,0-1 0 0 0,1 2-1 0 0,1 33 116 0 0,-2 1 1 0 0,-1 0-1 0 0,-2-1 0 0 0,-7 41 0 0 0,-1-23 389 0 0,-2 0-1 0 0,-22 56 1 0 0,31-101-1162 0 0,-1 1 0 0 0,0-1 0 0 0,-1 0 0 0 0,1 0 0 0 0,-1 0 0 0 0,-1-1 0 0 0,-7 8 0 0 0,6-8 0 0 0,-8-1 0 0 0,-1-1 0 0 0,0-4 0 0 0,-1-2 0 0 0,-7-4 0 0 0,19 2 0 0 0,1 0 0 0 0,1 1-196 0 0,-1 0 1 0 0,1 0-1 0 0,-1 0 1 0 0,1 0-1 0 0,0-1 1 0 0,0 1-1 0 0,0-1 1 0 0,-3-4-1 0 0,3 4-452 0 0,0-1-1 0 0,1 0 1 0 0,-1 0-1 0 0,1 0 0 0 0,0 0 1 0 0,0-1-1 0 0,1 1 1 0 0,-1-1-1 0 0,1 1 1 0 0,-1-8-1 0 0,1 3-616 0 0,1 1 1 0 0,0-1-1 0 0,0 1 0 0 0,1-1 0 0 0,0 1 0 0 0,0-1 0 0 0,1 1 1 0 0,0 0-1 0 0,6-15 0 0 0,3 0-7556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7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2228 0 0,'1'-3'2574'0'0,"19"-54"11396"0"0,-17 50-12793 0 0,1 1-2364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64 114 992 0 0,'-8'-12'6301'0'0,"6"7"-4899"0"0,-1-1 1 0 0,1 1-1 0 0,0-1 0 0 0,0 1 0 0 0,-1-12 0 0 0,2 16-1270 0 0,1-1 0 0 0,0 0 0 0 0,-1 0 0 0 0,1 1 0 0 0,0-1 0 0 0,0 0 0 0 0,0 0 0 0 0,1 0 0 0 0,-1 1 1 0 0,0-1-1 0 0,1 0 0 0 0,-1 1 0 0 0,1-1 0 0 0,-1 0 0 0 0,1 1 0 0 0,0-1 0 0 0,-1 0 0 0 0,1 1 0 0 0,0-1 0 0 0,0 1 0 0 0,1 0 0 0 0,-1-1 0 0 0,0 1 0 0 0,0 0 0 0 0,0 0 0 0 0,1-1 0 0 0,-1 1 0 0 0,2-1 0 0 0,2 0-90 0 0,0 0 0 0 0,0 0 0 0 0,1 1-1 0 0,-1 0 1 0 0,0 0 0 0 0,1 0 0 0 0,-1 0 0 0 0,0 1-1 0 0,1 0 1 0 0,-1 0 0 0 0,1 0 0 0 0,-1 1 0 0 0,0-1-1 0 0,1 1 1 0 0,-1 1 0 0 0,0-1 0 0 0,0 1 0 0 0,0 0-1 0 0,8 4 1 0 0,-10-4-26 0 0,1 0-1 0 0,-1 0 1 0 0,0 1-1 0 0,0-1 1 0 0,0 1-1 0 0,0-1 1 0 0,0 1-1 0 0,0 0 1 0 0,-1 0-1 0 0,1 1 1 0 0,-1-1-1 0 0,0 0 1 0 0,0 1-1 0 0,0-1 1 0 0,-1 1-1 0 0,1 0 1 0 0,-1 0-1 0 0,0-1 1 0 0,0 1-1 0 0,0 0 1 0 0,-1 0-1 0 0,1 0 1 0 0,-1 0-1 0 0,0 0 1 0 0,0 0-1 0 0,0 0 1 0 0,-1 0-1 0 0,0 5 1 0 0,-2 3 124 0 0,0 0 0 0 0,-1-1 1 0 0,-1 1-1 0 0,1-1 1 0 0,-2 0-1 0 0,1-1 1 0 0,-2 1-1 0 0,-7 10 1 0 0,-11 10 944 0 0,-32 32 1 0 0,21-25 207 0 0,-5 3 703 0 0,40-40-1949 0 0,0 0 0 0 0,0-1 1 0 0,1 1-1 0 0,-1 0 1 0 0,0 0-1 0 0,0 0 1 0 0,1 0-1 0 0,-1 0 1 0 0,1-1-1 0 0,-1 1 1 0 0,1 0-1 0 0,-1 0 0 0 0,1 0 1 0 0,0 2-1 0 0,0-3-38 0 0,0 0 0 0 0,0 1 0 0 0,0-1-1 0 0,0 0 1 0 0,0 1 0 0 0,0-1 0 0 0,0 0 0 0 0,0 0-1 0 0,1 1 1 0 0,-1-1 0 0 0,0 0 0 0 0,0 0-1 0 0,0 1 1 0 0,1-1 0 0 0,-1 0 0 0 0,0 0 0 0 0,0 0-1 0 0,1 1 1 0 0,-1-1 0 0 0,0 0 0 0 0,0 0 0 0 0,1 0-1 0 0,-1 0 1 0 0,0 0 0 0 0,1 1 0 0 0,-1-1-1 0 0,0 0 1 0 0,1 0 0 0 0,-1 0 0 0 0,1 0 0 0 0,36-1-26 0 0,-22-1 80 0 0,216-19 227 0 0,-74 1-225 0 0,-154 19-104 0 0,23-2-1325 0 0,-23 3 873 0 0,1 0 1014 0 0,-1-1-2136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1 980 0 0,'-14'9'5716'0'0,"8"-5"-948"0"0,-1 1-2546 0 0,-15 12 10936 0 0,22-16-13126 0 0,1 0 0 0 0,-1-1 0 0 0,1 1-1 0 0,-1-1 1 0 0,1 1 0 0 0,-1-1 0 0 0,1 1-1 0 0,0-1 1 0 0,-1 0 0 0 0,1 1-1 0 0,0-1 1 0 0,-1 0 0 0 0,1 1 0 0 0,0-1-1 0 0,-1 0 1 0 0,1 0 0 0 0,0 1 0 0 0,0-1-1 0 0,-1 0 1 0 0,1 0 0 0 0,0 0-1 0 0,1 0 1 0 0,21 2 356 0 0,-19-1-364 0 0,46 2 219 0 0,58-3 0 0 0,-56-3-2714 0 0,-3-1-3775 0 0,-37 5 3000 0 0,-10 0 1708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31 2028 0 0,'-6'3'2147'0'0,"0"0"0"0"0,-1 0 0 0 0,1-1 0 0 0,-13 4-1 0 0,10-4 197 0 0,7-1-1165 0 0,-8 3 1187 0 0,9-4-2134 0 0,0 1-1 0 0,0-1 1 0 0,0 0-1 0 0,0 0 0 0 0,0 0 1 0 0,0 1-1 0 0,0-1 1 0 0,0 0-1 0 0,0 1 1 0 0,0-1-1 0 0,0 1 1 0 0,0-1-1 0 0,1 1 1 0 0,-1-1-1 0 0,0 1 1 0 0,0 0-1 0 0,0-1 1 0 0,1 1-1 0 0,-1 0 1 0 0,0 1-1 0 0,1-1-122 0 0,1 0 0 0 0,-1 0 0 0 0,1 0 0 0 0,0 0 0 0 0,0 0 0 0 0,0 0 0 0 0,0 0 0 0 0,-1 0 0 0 0,1 0 0 0 0,0-1 0 0 0,0 1 0 0 0,0 0 0 0 0,1-1 0 0 0,-1 1 0 0 0,0-1 0 0 0,0 1-1 0 0,0-1 1 0 0,0 1 0 0 0,1-1 0 0 0,-1 0 0 0 0,2 0 0 0 0,29 3 797 0 0,-27-2-857 0 0,46-1 394 0 0,-1-2 0 0 0,85-13 0 0 0,-110 10-1628 0 0,0-1-1 0 0,32-12 1 0 0,-22 4-4185 0 0,-4-4-4231 0 0,-21 11 2396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0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92 162 2404 0 0,'17'-114'23130'0'0,"-17"113"-22132"0"0,6-32 5183 0 0,-5 25-6127 0 0,1 3-54 0 0,-1 13 0 0 0,-3 22 0 0 0,-2 0 0 0 0,-1 1 0 0 0,-14 47 0 0 0,0-3 0 0 0,5-8-553 0 0,-6 26-3081 0 0,-10 125 0 0 0,28-191 1408 0 0,-1 13-2220 0 0,3-14-2432 0 0,1-8-2114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1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0 777 1812 0 0,'0'0'1447'0'0,"5"-27"7606"0"0,-5 37-8883 0 0,1 3 2386 0 0,-1-13-2516 0 0,1 0-1 0 0,-1 0 0 0 0,1 0 1 0 0,-1 0-1 0 0,1 0 0 0 0,-1 0 1 0 0,1 0-1 0 0,-1 0 0 0 0,0 0 1 0 0,1 0-1 0 0,-1 0 0 0 0,1 0 1 0 0,-1 0-1 0 0,1 0 0 0 0,-1 0 1 0 0,1 0-1 0 0,-1 0 0 0 0,0-1 1 0 0,1 1-1 0 0,-1 0 0 0 0,1 0 1 0 0,-1-1-1 0 0,0 1 0 0 0,1 0 1 0 0,-1 0-1 0 0,0-1 0 0 0,1 0 0 0 0,11-7 76 0 0,0-2 0 0 0,-1 1 0 0 0,0-1 0 0 0,-1-1-1 0 0,0 0 1 0 0,-1-1 0 0 0,0 1 0 0 0,9-19 0 0 0,7-14-57 0 0,18-49 0 0 0,-41 89-45 0 0,16-39 4 0 0,-3 0 0 0 0,-1 0 0 0 0,-2-2 0 0 0,-2 1-1 0 0,-2-1 1 0 0,-2-1 0 0 0,1-75 0 0 0,-7 103-96 0 0,-1 1 1 0 0,-6-31-1 0 0,6 46 50 0 0,-2 3-9 0 0,1 1 36 0 0,-1 1 0 0 0,1-1-1 0 0,-1 1 1 0 0,1-1 0 0 0,0 1-1 0 0,0 0 1 0 0,0 0 0 0 0,0 0 0 0 0,0 0-1 0 0,1 0 1 0 0,-1 0 0 0 0,1 1-1 0 0,0-1 1 0 0,-1 7 0 0 0,-10 59 55 0 0,9-43 34 0 0,-84 793 2380 0 0,37-276-1982 0 0,3-167-68 0 0,46-322 1582 0 0,1-54-1983 0 0,0 1 0 0 0,0-1-1 0 0,1 1 1 0 0,-1-1 0 0 0,0 0 0 0 0,1 1 0 0 0,-1-1-1 0 0,0 0 1 0 0,1 1 0 0 0,-1-1 0 0 0,0 0 0 0 0,1 0-1 0 0,-1 1 1 0 0,1-1 0 0 0,-1 0 0 0 0,0 0-1 0 0,1 0 1 0 0,-1 0 0 0 0,1 0 0 0 0,-1 1 0 0 0,1-1-1 0 0,-1 0 1 0 0,0 0 0 0 0,1 0 0 0 0,-1 0 0 0 0,1 0-1 0 0,-1 0 1 0 0,1 0 0 0 0,-1 0 0 0 0,1-1 0 0 0,0 1-1 0 0,14-3 171 0 0,2-4-75 0 0,0-1-1 0 0,-1 0 0 0 0,0-1 0 0 0,-1-1 0 0 0,0-1 0 0 0,25-22 0 0 0,-14 8-25 0 0,0-1 1 0 0,31-43-1 0 0,-48 56-91 0 0,1 0-1 0 0,-2-1 1 0 0,0 0-1 0 0,0-1 1 0 0,-2 1-1 0 0,0-1 1 0 0,0-1-1 0 0,-2 1 1 0 0,1-1-1 0 0,-2 0 1 0 0,0 0-1 0 0,-1 0 1 0 0,-1 0-1 0 0,-1 0 1 0 0,0 0-1 0 0,-1 0 1 0 0,0 0-1 0 0,-1 0 1 0 0,-1 0-1 0 0,-1 0 1 0 0,0 0-1 0 0,-1 1 1 0 0,-1 0-1 0 0,-14-28 1 0 0,2 15-6 0 0,0 2 0 0 0,-1 0 0 0 0,-2 1 0 0 0,0 1 0 0 0,-36-30 0 0 0,-24-26-45 0 0,79 77 25 0 0,-1 1 1 0 0,1-1-1 0 0,0 0 1 0 0,0 0-1 0 0,0 0 1 0 0,0 0-1 0 0,0 0 1 0 0,1-1-1 0 0,-1 1 1 0 0,1-1-1 0 0,0 1 1 0 0,0-1-1 0 0,0 1 1 0 0,0-1-1 0 0,1 1 1 0 0,0-1-1 0 0,0-5 1 0 0,0 4-95 0 0,1 1 0 0 0,0 0 1 0 0,1 0-1 0 0,-1-1 0 0 0,1 1 0 0 0,0 0 1 0 0,0 1-1 0 0,0-1 0 0 0,0 0 0 0 0,1 0 0 0 0,0 1 1 0 0,-1 0-1 0 0,1-1 0 0 0,6-3 0 0 0,24-21-1378 0 0,2 2-1 0 0,1 1 0 0 0,1 2 0 0 0,42-20 1 0 0,-40 23-424 0 0,0-2 1 0 0,-2-1 0 0 0,67-55 0 0 0,-98 73 2057 0 0,-1-1 1 0 0,0 1 0 0 0,0-1 0 0 0,0 0 0 0 0,-1-1-1 0 0,0 1 1 0 0,0-1 0 0 0,-1 0 0 0 0,6-13 0 0 0,-7 10 483 0 0,0 1 0 0 0,0-1 1 0 0,-1 1-1 0 0,0-1 0 0 0,-1 1 1 0 0,0-1-1 0 0,-2-17 0 0 0,2 22-345 0 0,-6-21 973 0 0,6 24-1003 0 0,-2 4-116 0 0,0 0 0 0 0,0-1 0 0 0,0 1-1 0 0,0 0 1 0 0,0 0 0 0 0,1 0 0 0 0,-1 0 0 0 0,1 1-1 0 0,0-1 1 0 0,-1 0 0 0 0,1 0 0 0 0,-1 5-1 0 0,-6 13 127 0 0,2 0 0 0 0,0 1 0 0 0,1-1-1 0 0,1 1 1 0 0,1 0 0 0 0,1 0 0 0 0,1 0 0 0 0,1 1-1 0 0,3 25 1 0 0,-3-43-224 0 0,1 0 1 0 0,0 1-1 0 0,-1-1 0 0 0,1 0 1 0 0,1 0-1 0 0,-1 0 0 0 0,1 0 1 0 0,-1-1-1 0 0,1 1 0 0 0,0 0 1 0 0,1-1-1 0 0,-1 1 0 0 0,1-1 1 0 0,-1 0-1 0 0,1 0 0 0 0,0 0 1 0 0,0 0-1 0 0,0 0 0 0 0,0 0 0 0 0,4 1 1 0 0,-2-1-7 0 0,-1-1 1 0 0,1-1 0 0 0,-1 1-1 0 0,1-1 1 0 0,-1 1 0 0 0,1-1-1 0 0,0-1 1 0 0,0 1 0 0 0,0-1-1 0 0,-1 0 1 0 0,1 0 0 0 0,0 0-1 0 0,0 0 1 0 0,0-1-1 0 0,-1 0 1 0 0,1 0 0 0 0,5-2-1 0 0,0-1-1 0 0,-1 0-1 0 0,0 0 0 0 0,0-1 0 0 0,0 0 1 0 0,-1-1-1 0 0,0 0 0 0 0,0 0 1 0 0,0-1-1 0 0,-1 0 0 0 0,0 0 0 0 0,0 0 1 0 0,-1-1-1 0 0,0 0 0 0 0,0-1 0 0 0,-1 1 1 0 0,0-1-1 0 0,3-10 0 0 0,-2 8-14 0 0,-2-1 0 0 0,0 1 0 0 0,0-1 0 0 0,-1-1-1 0 0,-1 1 1 0 0,0 0 0 0 0,0-1 0 0 0,-1 1 0 0 0,-1-1 0 0 0,0 1 0 0 0,-1-1-1 0 0,0 1 1 0 0,-4-17 0 0 0,4 25-10 0 0,0 1 1 0 0,0-1-1 0 0,0 1 0 0 0,0-1 1 0 0,-1 1-1 0 0,0 0 1 0 0,1-1-1 0 0,-1 1 0 0 0,0 0 1 0 0,0 0-1 0 0,-1 0 0 0 0,1 1 1 0 0,-1-1-1 0 0,1 0 0 0 0,-1 1 1 0 0,0 0-1 0 0,0-1 0 0 0,0 1 1 0 0,0 1-1 0 0,-4-3 0 0 0,3 3 0 0 0,1 0 1 0 0,-1 0-1 0 0,0 1 0 0 0,0-1 0 0 0,1 1 0 0 0,-1 0 0 0 0,0 0 1 0 0,1 1-1 0 0,-1-1 0 0 0,0 1 0 0 0,1-1 0 0 0,-1 1 0 0 0,0 0 0 0 0,1 1 1 0 0,-1-1-1 0 0,1 0 0 0 0,0 1 0 0 0,-1 0 0 0 0,-4 4 0 0 0,-1 0-4 0 0,1 0-1 0 0,-1 1 0 0 0,2 1 0 0 0,-1-1 1 0 0,-7 11-1 0 0,12-15 12 0 0,0 1 0 0 0,0 1 0 0 0,0-1 1 0 0,0 0-1 0 0,1 1 0 0 0,0-1 0 0 0,0 1 0 0 0,0 0 1 0 0,0 0-1 0 0,1 0 0 0 0,0 0 0 0 0,-1 7 0 0 0,2-11 5 0 0,0 1 0 0 0,0-1 0 0 0,0 0 0 0 0,0 1 0 0 0,0-1 0 0 0,0 0 0 0 0,1 1 0 0 0,-1-1 0 0 0,0 0 0 0 0,1 0 0 0 0,-1 1-1 0 0,1-1 1 0 0,0 0 0 0 0,-1 0 0 0 0,1 0 0 0 0,0 0 0 0 0,0 0 0 0 0,0 0 0 0 0,-1 0 0 0 0,1 0 0 0 0,0 0 0 0 0,0 0 0 0 0,2 1 0 0 0,-1-1-1 0 0,1 0 1 0 0,-1 0-1 0 0,0 0 1 0 0,1-1-1 0 0,-1 1 1 0 0,1-1-1 0 0,-1 0 1 0 0,1 1-1 0 0,0-1 1 0 0,-1 0-1 0 0,4-1 1 0 0,6 0 8 0 0,0-2 1 0 0,-1 1-1 0 0,1-2 1 0 0,11-4-1 0 0,91-43 12 0 0,-84 35-38 0 0,0 2 1 0 0,1 1-1 0 0,1 2 1 0 0,61-15-1 0 0,-87 25 8 0 0,-1 1-1 0 0,0-1 0 0 0,0 1 1 0 0,1 0-1 0 0,-1 0 0 0 0,0 1 0 0 0,0 0 1 0 0,1 0-1 0 0,-1 0 0 0 0,0 0 1 0 0,0 1-1 0 0,0 0 0 0 0,0 0 0 0 0,-1 0 1 0 0,1 0-1 0 0,7 6 0 0 0,-6-3 3 0 0,-1 0 0 0 0,0 0-1 0 0,0 1 1 0 0,0-1 0 0 0,0 1 0 0 0,-1 0-1 0 0,0 1 1 0 0,-1-1 0 0 0,1 1-1 0 0,4 12 1 0 0,-3-4 125 0 0,-1 0-1 0 0,0 0 0 0 0,-1 1 1 0 0,-1-1-1 0 0,0 1 1 0 0,-1 0-1 0 0,-1 0 0 0 0,0-1 1 0 0,-2 1-1 0 0,-4 26 1 0 0,-2-11 3023 0 0,-14 38-1 0 0,22-68-2965 0 0,-1 0-1 0 0,1 0 0 0 0,-1 0 1 0 0,0 0-1 0 0,0-1 0 0 0,1 1 1 0 0,-1 0-1 0 0,0 0 0 0 0,0-1 1 0 0,0 1-1 0 0,0 0 0 0 0,0-1 1 0 0,0 1-1 0 0,0-1 0 0 0,0 1 1 0 0,-2-1-1 0 0,3 1-148 0 0,0-1 0 0 0,-1 0 0 0 0,1 0 1 0 0,-1 0-1 0 0,1 0 0 0 0,0 0 0 0 0,-1 0 0 0 0,1 0 1 0 0,-1 0-1 0 0,1 0 0 0 0,-1 0 0 0 0,1 0 0 0 0,0 0 1 0 0,-1 0-1 0 0,1 0 0 0 0,-1 0 0 0 0,1 0 0 0 0,0-1 1 0 0,-1 1-1 0 0,1 0 0 0 0,0 0 0 0 0,-1 0 0 0 0,1-1 1 0 0,0 1-1 0 0,-1 0 0 0 0,1 0 0 0 0,0-1 0 0 0,-1 1 1 0 0,1 0-1 0 0,0-1 0 0 0,0 1 0 0 0,-1 0 0 0 0,1-1 1 0 0,0 1-1 0 0,0 0 0 0 0,0-1 0 0 0,-1 1 0 0 0,1 0 1 0 0,0-1-1 0 0,0 1 0 0 0,0-1 0 0 0,0 1 0 0 0,0 0 1 0 0,0-1-1 0 0,0 1 0 0 0,0-1 0 0 0,0 1 0 0 0,0-1 1 0 0,1-10 44 0 0,1 0 0 0 0,0 0 0 0 0,0 0 1 0 0,1 0-1 0 0,0 1 0 0 0,1-1 1 0 0,1 1-1 0 0,-1 0 0 0 0,1 0 0 0 0,1 1 1 0 0,0-1-1 0 0,13-14 0 0 0,6-7-103 0 0,3 1 1 0 0,35-30-1 0 0,66-44-2533 0 0,-84 74-1526 0 0,1 3-3698 0 0,-34 22 4192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1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237 117 1960 0 0,'5'-2'733'0'0,"0"-1"0"0"0,1-1 0 0 0,-1 1 0 0 0,0-1-1 0 0,-1 1 1 0 0,1-1 0 0 0,-1-1 0 0 0,1 1 0 0 0,-1-1 0 0 0,-1 1-1 0 0,1-1 1 0 0,-1 0 0 0 0,1-1 0 0 0,-2 1 0 0 0,1 0 0 0 0,0-1-1 0 0,-1 0 1 0 0,2-7 0 0 0,-4 12-416 0 0,-1-2 27 0 0,1 3-334 0 0,0-1-1 0 0,0 1 1 0 0,0 0-1 0 0,0 0 1 0 0,0-1 0 0 0,0 1-1 0 0,0 0 1 0 0,0 0 0 0 0,0-1-1 0 0,0 1 1 0 0,0 0 0 0 0,0 0-1 0 0,0-1 1 0 0,-1 1-1 0 0,1 0 1 0 0,0 0 0 0 0,0-1-1 0 0,0 1 1 0 0,0 0 0 0 0,0 0-1 0 0,0 0 1 0 0,-1-1 0 0 0,1 1-1 0 0,0 0 1 0 0,0 0-1 0 0,0 0 1 0 0,-1 0 0 0 0,1 0-1 0 0,0-1 1 0 0,0 1 0 0 0,0 0-1 0 0,-1 0 1 0 0,1 0 0 0 0,0 0-1 0 0,0 0 1 0 0,-1 0-1 0 0,1 0 1 0 0,0 0 0 0 0,0 0-1 0 0,-1 0 1 0 0,1 0 0 0 0,-9 0 17 0 0,0 0 0 0 0,0 1 0 0 0,0 1 0 0 0,1 0 0 0 0,-1 0 0 0 0,0 0 0 0 0,1 1 0 0 0,-1 0 0 0 0,1 1 0 0 0,0 0 0 0 0,0 0 0 0 0,1 1 0 0 0,-14 10 0 0 0,1 1-25 0 0,0 1 1 0 0,1 1-1 0 0,-28 33 1 0 0,35-36-1 0 0,1 0 0 0 0,-10 18 0 0 0,18-27 3 0 0,-1 1 0 0 0,1 0 0 0 0,0 0 0 0 0,0 0 0 0 0,1 0 0 0 0,0 0 0 0 0,-2 16 0 0 0,4-21-1 0 0,0 0 0 0 0,0 0 0 0 0,0 0-1 0 0,0 0 1 0 0,0 0 0 0 0,1 0 0 0 0,-1 0-1 0 0,1 0 1 0 0,-1 0 0 0 0,1 0 0 0 0,0-1-1 0 0,-1 1 1 0 0,1 0 0 0 0,0 0 0 0 0,0 0-1 0 0,1-1 1 0 0,-1 1 0 0 0,0-1 0 0 0,0 1-1 0 0,4 2 1 0 0,-2-2 2 0 0,0 0-1 0 0,0 0 1 0 0,1 0-1 0 0,-1 0 0 0 0,1-1 1 0 0,-1 0-1 0 0,1 0 1 0 0,0 0-1 0 0,0 0 1 0 0,5 1-1 0 0,4-1 3 0 0,-1-1 0 0 0,1 0-1 0 0,0-1 1 0 0,0 0 0 0 0,20-5 0 0 0,-21 3-7 0 0,0-1 1 0 0,-1 0 0 0 0,1-1-1 0 0,-1 0 1 0 0,0-1 0 0 0,-1 0 0 0 0,1 0-1 0 0,-1-1 1 0 0,0-1 0 0 0,-1 0 0 0 0,9-9-1 0 0,-6 4 4 0 0,-1-1 0 0 0,0 0 0 0 0,-1 0 0 0 0,0-2-1 0 0,-2 1 1 0 0,1-1 0 0 0,5-16 0 0 0,-1-1 10 0 0,-3 11-59 0 0,-1 0 0 0 0,8-34 0 0 0,-17 54 14 0 0,-1 6-9 0 0,0 0 27 0 0,-1 1 0 0 0,1-2-1 0 0,-1 1 1 0 0,0 0 0 0 0,-3 5 0 0 0,-3 7-8 0 0,7-13 12 0 0,-13 33 4 0 0,-16 69 1 0 0,28-96-10 0 0,0 1 0 0 0,1-1 0 0 0,0 1 1 0 0,1 0-1 0 0,0-1 0 0 0,0 1 0 0 0,1 0 0 0 0,0-1 1 0 0,1 1-1 0 0,0 0 0 0 0,0-1 0 0 0,7 17 0 0 0,-7-23-171 0 0,-1-1-1 0 0,0 1 1 0 0,1-1-1 0 0,0 0 1 0 0,-1 1-1 0 0,1-1 1 0 0,0 0 0 0 0,0 0-1 0 0,0 0 1 0 0,1-1-1 0 0,-1 1 1 0 0,0 0-1 0 0,1-1 1 0 0,-1 0-1 0 0,1 1 1 0 0,-1-1-1 0 0,1 0 1 0 0,-1 0-1 0 0,1 0 1 0 0,0-1 0 0 0,0 1-1 0 0,-1-1 1 0 0,5 1-1 0 0,-4-1-268 0 0,1 0-1 0 0,0-1 0 0 0,0 1 1 0 0,-1-1-1 0 0,1 0 1 0 0,0 0-1 0 0,-1 0 1 0 0,1 0-1 0 0,-1 0 0 0 0,1-1 1 0 0,-1 0-1 0 0,1 0 1 0 0,-1 0-1 0 0,0 0 1 0 0,0 0-1 0 0,5-5 0 0 0,5-6-2172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1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2720 0 0,'2'-3'124'0'0,"70"-168"8063"0"0,-72 170-8098 0 0,0 0 0 0 0,1 1 0 0 0,-1-1 0 0 0,1 0 0 0 0,-1 0 0 0 0,1 0 0 0 0,-1 0 0 0 0,1 0 0 0 0,0 1 0 0 0,-1-1 0 0 0,1 0 0 0 0,0 1 0 0 0,0-1 0 0 0,-1 0 0 0 0,1 1 0 0 0,0-1 0 0 0,0 1 0 0 0,0-1 0 0 0,0 1 0 0 0,2-1 0 0 0,-2 1-44 0 0,-1 0 0 0 0,1 0 0 0 0,0 0 0 0 0,0 0 0 0 0,0 1 0 0 0,0-1 0 0 0,-1 0 0 0 0,1 1-1 0 0,0-1 1 0 0,0 0 0 0 0,0 1 0 0 0,-1-1 0 0 0,1 1 0 0 0,0-1 0 0 0,-1 1 0 0 0,1-1 0 0 0,0 1 0 0 0,-1 0 0 0 0,1 0 0 0 0,2 3 106 0 0,0-1-1 0 0,0 1 1 0 0,-1 1 0 0 0,0-1 0 0 0,0 0 0 0 0,0 0 0 0 0,2 6-1 0 0,3 26 501 0 0,0 1 0 0 0,-3 1-1 0 0,-1-1 1 0 0,-3 68 0 0 0,-1-51 920 0 0,9-64 1028 0 0,10-26-2159 0 0,16-29-508 0 0,-28 55 79 0 0,13-21-7 0 0,37-44 0 0 0,-50 68-13 0 0,0 0 1 0 0,0 1-1 0 0,1 0 1 0 0,-1 0-1 0 0,2 0 1 0 0,-1 1-1 0 0,0 0 1 0 0,1 0-1 0 0,0 1 0 0 0,0 0 1 0 0,16-5-1 0 0,-21 8 9 0 0,0 0-1 0 0,0 1 1 0 0,-1-1 0 0 0,1 1-1 0 0,0-1 1 0 0,0 1-1 0 0,0 0 1 0 0,0 0-1 0 0,0 0 1 0 0,0 1-1 0 0,0-1 1 0 0,0 1-1 0 0,0-1 1 0 0,0 1-1 0 0,-1 0 1 0 0,1 0-1 0 0,0 0 1 0 0,-1 1-1 0 0,1-1 1 0 0,0 1-1 0 0,-1-1 1 0 0,0 1 0 0 0,1 0-1 0 0,-1 0 1 0 0,0 0-1 0 0,0 0 1 0 0,0 0-1 0 0,0 1 1 0 0,0-1-1 0 0,-1 0 1 0 0,1 1-1 0 0,-1 0 1 0 0,1-1-1 0 0,-1 1 1 0 0,0 0-1 0 0,1 5 1 0 0,2 7-259 0 0,-1 0 0 0 0,0 1 0 0 0,-1-1 0 0 0,-1 1 1 0 0,-1 20-1 0 0,4 20-3466 0 0,-4-53 2965 0 0,1 1 1 0 0,-1-1-1 0 0,1 1 1 0 0,0 0-1 0 0,0-1 0 0 0,1 1 1 0 0,-1-1-1 0 0,1 0 1 0 0,0 0-1 0 0,0 1 1 0 0,0-1-1 0 0,4 5 0 0 0,5-1-4383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1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182 132 212 0 0,'-2'-15'4645'0'0,"0"-1"0"0"0,2-24 0 0 0,0 20-2203 0 0,0 18-1540 0 0,2 4-832 0 0,-1 0-1 0 0,0 0 1 0 0,0 0-1 0 0,0 1 1 0 0,0-1 0 0 0,0 0-1 0 0,0 1 1 0 0,0-1 0 0 0,-1 0-1 0 0,1 4 1 0 0,0-1-7 0 0,4 12 27 0 0,0 0 0 0 0,1 0 1 0 0,1 0-1 0 0,0-1 1 0 0,11 18-1 0 0,-14-29-68 0 0,-1 0 1 0 0,1 0-1 0 0,-1-1 1 0 0,1 1-1 0 0,1-1 1 0 0,-1 0-1 0 0,1 0 1 0 0,-1 0-1 0 0,1-1 1 0 0,0 0-1 0 0,0 0 1 0 0,1 0-1 0 0,-1 0 1 0 0,0-1-1 0 0,1 0 1 0 0,0 0-1 0 0,0 0 1 0 0,11 1-1 0 0,-12-3-11 0 0,0 0-1 0 0,-1 1 0 0 0,1-2 1 0 0,0 1-1 0 0,-1-1 1 0 0,1 1-1 0 0,0-1 0 0 0,-1-1 1 0 0,1 1-1 0 0,-1-1 1 0 0,1 1-1 0 0,-1-1 1 0 0,0 0-1 0 0,1-1 0 0 0,-1 1 1 0 0,-1-1-1 0 0,1 0 1 0 0,0 0-1 0 0,-1 0 0 0 0,1 0 1 0 0,-1-1-1 0 0,0 1 1 0 0,4-7-1 0 0,4-7 40 0 0,-1 0 0 0 0,-1-1-1 0 0,-1 0 1 0 0,9-26 0 0 0,-1 2 369 0 0,-9 25-206 0 0,8-16 11 0 0,-14 32-219 0 0,-2 15-15 0 0,-56 252 1269 0 0,16-83-85 0 0,35-157-1047 0 0,-132 566 2644 0 0,71-407-1916 0 0,53-153 67 0 0,-2 0 0 0 0,-1-2-1 0 0,-33 45 1 0 0,46-70-697 0 0,1-1 0 0 0,-1 1-1 0 0,-1-1 1 0 0,1 0 0 0 0,-1 0 0 0 0,1 0-1 0 0,-1-1 1 0 0,0 0 0 0 0,-10 5 0 0 0,1-4-218 0 0,11-4-7 0 0,1 0 0 0 0,0 0 0 0 0,-1 0 0 0 0,1 0 0 0 0,0 0 0 0 0,-1-1 0 0 0,1 1 0 0 0,0-1 0 0 0,-1 1 0 0 0,1-1 0 0 0,0 0 0 0 0,0 0 0 0 0,0 0 0 0 0,0 0 0 0 0,0 0 0 0 0,0 0 0 0 0,0-1 0 0 0,0 1 0 0 0,0-1 0 0 0,0 1 0 0 0,-1-3 0 0 0,1 1 0 0 0,0 0 0 0 0,1 0 0 0 0,-1-1 0 0 0,1 1 0 0 0,0 0 0 0 0,-1-1 0 0 0,2 1 0 0 0,-1-1 0 0 0,0 1 0 0 0,1-1 0 0 0,-1 1 0 0 0,1-6 0 0 0,1-6 0 0 0,1 0 0 0 0,0-1 0 0 0,1 2 0 0 0,0-1 0 0 0,8-21 0 0 0,2 4 0 0 0,2 1 0 0 0,0 0 0 0 0,2 1 0 0 0,2 1 0 0 0,27-34 0 0 0,123-123 0 0 0,-112 132-2825 0 0,2 2 0 0 0,106-72 0 0 0,-94 85-3029 0 0,-22 16-2082 0 0,-44 20 6651 0 0,16-5-5528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0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1712 0 0,'2'-10'1287'0'0,"0"0"1"0"0,0 1-1 0 0,1-1 0 0 0,0 1 0 0 0,0 0 0 0 0,1 0 0 0 0,0 0 1 0 0,1 0-1 0 0,11-15 0 0 0,-14 23-1151 0 0,-1-1 1 0 0,1 1-1 0 0,-1 0 1 0 0,1 0-1 0 0,0 0 1 0 0,-1 1-1 0 0,1-1 1 0 0,0 0-1 0 0,0 1 1 0 0,-1-1-1 0 0,1 1 1 0 0,0 0-1 0 0,0-1 1 0 0,0 1-1 0 0,0 0 1 0 0,0 0-1 0 0,-1 0 1 0 0,1 0-1 0 0,0 0 1 0 0,3 1-1 0 0,-1 0 73 0 0,1 1-1 0 0,0-1 0 0 0,0 1 1 0 0,0 0-1 0 0,-1 0 1 0 0,8 5-1 0 0,-3-1 34 0 0,1 2 0 0 0,-1-1 0 0 0,-1 1 0 0 0,1 0 0 0 0,-2 1 0 0 0,1 0-1 0 0,-1 1 1 0 0,0-1 0 0 0,-1 1 0 0 0,9 19 0 0 0,-8-13-74 0 0,0 1-1 0 0,-1 0 0 0 0,-1 1 1 0 0,-1-1-1 0 0,0 1 1 0 0,1 22-1 0 0,-4-29-63 0 0,-1-1 1 0 0,-1 0-1 0 0,0 0 0 0 0,0 0 1 0 0,-1 0-1 0 0,0 0 0 0 0,-5 13 1 0 0,-2 0 1103 0 0,-22 41 0 0 0,19-46 206 0 0,10-16-859 0 0,2-2-529 0 0,-1 0 0 0 0,0 0 0 0 0,1 0 0 0 0,-1 0 0 0 0,0 0 0 0 0,1 0 1 0 0,-1 0-1 0 0,0 0 0 0 0,1 0 0 0 0,-1-1 0 0 0,1 1 0 0 0,-1 0 0 0 0,0 0 0 0 0,1 0 0 0 0,-1-1 0 0 0,1 1 0 0 0,-1 0 1 0 0,1-1-1 0 0,-1 1 0 0 0,1-1 0 0 0,-1 0 0 0 0,1-6-15 0 0,2-1 1 0 0,-1 0 0 0 0,1 0-1 0 0,0 1 1 0 0,1-1-1 0 0,-1 1 1 0 0,2-1-1 0 0,-1 1 1 0 0,1 0-1 0 0,7-10 1 0 0,9-12-768 0 0,24-25 0 0 0,-42 52 698 0 0,27-30-1763 0 0,1 0-1 0 0,48-37 0 0 0,-27 31-2510 0 0,2 4-3279 0 0,-35 22 330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2644 0 0,'8'-12'5548'0'0,"-6"8"-3903"0"0,1 0-1 0 0,-1-1 1 0 0,1 1-1 0 0,-1-1 1 0 0,3-8 0 0 0,-5 11-1152 0 0,11-22 2289 0 0,-21 17-3679 0 0,-10 6-6607 0 0,14 1 5052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284 301 2288 0 0,'0'0'4775'0'0,"17"-15"3111"0"0,-18 9-7638 0 0,0 0 0 0 0,0 0 0 0 0,-1 0 0 0 0,0 0 0 0 0,0 0 0 0 0,0 1 0 0 0,-1-1 0 0 0,0 1 0 0 0,0 0 0 0 0,0 0-1 0 0,-1 0 1 0 0,-5-7 0 0 0,1 2-222 0 0,-1 0-1 0 0,0 1 0 0 0,-1 0 1 0 0,0 1-1 0 0,-11-8 0 0 0,-39-24-169 0 0,58 39 122 0 0,6 1-23 0 0,70 0 48 0 0,0-4 0 0 0,0-2 0 0 0,128-30 0 0 0,-193 34-3 0 0,-1 0 0 0 0,0 0 0 0 0,0-1 0 0 0,-1 0 0 0 0,1-1 0 0 0,0 0 0 0 0,-1 0 0 0 0,0-1 0 0 0,0 0 0 0 0,-1 0 0 0 0,13-12 0 0 0,-18 16-17 0 0,-2 3-129 0 0,-16 35 219 0 0,2 0 1 0 0,1 1-1 0 0,-15 73 0 0 0,12-45 190 0 0,-29 125 354 0 0,-39 128 799 0 0,80-304-923 0 0,-1-1 0 0 0,0 0 0 0 0,0 0 1 0 0,-16 22-1 0 0,20-32-345 0 0,-1 0 0 0 0,0-1 0 0 0,0 0 0 0 0,0 1 1 0 0,-1-1-1 0 0,1 0 0 0 0,-1-1 0 0 0,0 1 0 0 0,1 0 0 0 0,-1-1 0 0 0,0 0 0 0 0,0 0 0 0 0,-1 0 0 0 0,1-1 0 0 0,0 1 1 0 0,-1-1-1 0 0,1 0 0 0 0,-1-1 0 0 0,1 1 0 0 0,-7 0 0 0 0,1-2-28 0 0,0 0-1 0 0,0 0 1 0 0,0-1 0 0 0,0 0-1 0 0,0-1 1 0 0,0 0 0 0 0,1-1-1 0 0,-14-6 1 0 0,-72-48 334 0 0,51 29-241 0 0,27 19-182 0 0,-22-13-1887 0 0,37 22 1179 0 0,-1 2-362 0 0,3-1 919 0 0,-1 0-1 0 0,1 0 1 0 0,-1 0 0 0 0,1 0-1 0 0,-1 0 1 0 0,1 0 0 0 0,-1 0 0 0 0,1 1-1 0 0,-1-1 1 0 0,1 0 0 0 0,-1 0-1 0 0,1 0 1 0 0,-1 1 0 0 0,1-1-1 0 0,0 0 1 0 0,-1 1 0 0 0,1-1 0 0 0,-1 0-1 0 0,0 2 1 0 0,1-1-107 0 0,0 0 0 0 0,0 1-1 0 0,0-1 1 0 0,0 0 0 0 0,1 1-1 0 0,-1-1 1 0 0,0 1 0 0 0,1-1 0 0 0,-1 0-1 0 0,0 0 1 0 0,1 1 0 0 0,0-1 0 0 0,-1 0-1 0 0,1 0 1 0 0,0 1 0 0 0,-1-1 0 0 0,1 0-1 0 0,0 0 1 0 0,0 0 0 0 0,0 0 0 0 0,0 0-1 0 0,2 1 1 0 0,-1-1-587 0 0,1 1-1 0 0,-1 0 1 0 0,1 0-1 0 0,0-1 1 0 0,0 0-1 0 0,0 0 1 0 0,0 0-1 0 0,0 0 1 0 0,5 1-1 0 0,8 0-5333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4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213 165 908 0 0,'7'-24'3108'0'0,"0"0"1"0"0,-2 0-1 0 0,-1-1 0 0 0,2-42 1 0 0,-18 92-1245 0 0,-118 459 4124 0 0,59-206-5298 0 0,45-177 299 0 0,24-94-254 0 0,2-13-600 0 0,2-16-115 0 0,8-14 23 0 0,2 1-1 0 0,27-56 1 0 0,-28 69-104 0 0,1 2 0 0 0,0-1 0 0 0,2 2 1 0 0,0-1-1 0 0,21-20 0 0 0,-31 36 35 0 0,0 0 1 0 0,0 1-1 0 0,0 0 1 0 0,1-1-1 0 0,-1 1 1 0 0,1 1-1 0 0,0-1 1 0 0,0 1-1 0 0,0 0 1 0 0,0 0-1 0 0,0 0 1 0 0,0 1-1 0 0,11-2 1 0 0,-13 2 16 0 0,0 1 1 0 0,0 0-1 0 0,0 1 0 0 0,0-1 1 0 0,0 1-1 0 0,0-1 0 0 0,0 1 1 0 0,0 0-1 0 0,-1 0 1 0 0,1 0-1 0 0,0 0 0 0 0,0 1 1 0 0,-1-1-1 0 0,1 1 0 0 0,-1 0 1 0 0,1-1-1 0 0,-1 1 0 0 0,0 0 1 0 0,0 0-1 0 0,0 1 1 0 0,0-1-1 0 0,0 0 0 0 0,0 1 1 0 0,-1-1-1 0 0,1 1 0 0 0,1 3 1 0 0,0 1-21 0 0,0 0 0 0 0,0 0 0 0 0,-1 0 0 0 0,0 0 0 0 0,-1 1 0 0 0,1-1 1 0 0,-1 1-1 0 0,0 13 0 0 0,-2 7-53 0 0,-5 29 0 0 0,2-21 91 0 0,-11 76-82 0 0,15-111 75 0 0,0 0 1 0 0,0 0-1 0 0,0-1 1 0 0,0 1-1 0 0,0 0 1 0 0,0 0-1 0 0,0-1 0 0 0,0 1 1 0 0,0 0-1 0 0,0-1 1 0 0,1 1-1 0 0,-1 0 1 0 0,0 0-1 0 0,0-1 1 0 0,1 1-1 0 0,-1 0 1 0 0,0-1-1 0 0,1 1 1 0 0,-1-1-1 0 0,1 1 1 0 0,-1 0-1 0 0,1-1 1 0 0,-1 1-1 0 0,1-1 0 0 0,-1 1 1 0 0,1-1-1 0 0,-1 0 1 0 0,2 1-1 0 0,0 0 2 0 0,0 0 0 0 0,0-1-1 0 0,0 0 1 0 0,0 1 0 0 0,0-1 0 0 0,0 0-1 0 0,0 0 1 0 0,0 0 0 0 0,0 0-1 0 0,3-1 1 0 0,5 0-19 0 0,-1-2 0 0 0,1 1 0 0 0,11-6 0 0 0,7-4-154 0 0,0-2-1 0 0,-1-2 1 0 0,-1 0 0 0 0,0-1 0 0 0,-1-2 0 0 0,-1-1 0 0 0,0 0 0 0 0,-2-2 0 0 0,-1-1 0 0 0,0 0-1 0 0,-2-2 1 0 0,-1 0 0 0 0,24-43 0 0 0,-36 55 128 0 0,-1 1 0 0 0,0-1 0 0 0,0 0 0 0 0,-2 0 0 0 0,4-17-1 0 0,-7 30 38 0 0,0-1 0 0 0,0 1 0 0 0,0-1 0 0 0,0 1 0 0 0,0-1 0 0 0,0 1 0 0 0,0 0 0 0 0,0-1 0 0 0,0 1 0 0 0,0-1 1 0 0,0 1-1 0 0,0-1 0 0 0,0 1 0 0 0,0 0 0 0 0,0-1 0 0 0,-1 1 0 0 0,1-1 0 0 0,0 1 0 0 0,0 0 0 0 0,-1-1 0 0 0,1 1 0 0 0,0 0 0 0 0,0-1 0 0 0,-1 1 0 0 0,1 0 0 0 0,0-1 0 0 0,-1 1 0 0 0,1 0 0 0 0,0 0 0 0 0,-1-1 0 0 0,1 1 0 0 0,0 0 0 0 0,-1 0 0 0 0,1 0 0 0 0,-1 0 0 0 0,1-1 0 0 0,-1 1 0 0 0,1 0 0 0 0,0 0 0 0 0,-1 0 0 0 0,1 0 0 0 0,-1 0 0 0 0,1 0 0 0 0,-1 0 0 0 0,1 0 0 0 0,0 0 0 0 0,-1 0 0 0 0,1 0 0 0 0,-1 1 0 0 0,1-1 0 0 0,0 0 0 0 0,-1 0 0 0 0,0 0 0 0 0,-23 11-65 0 0,11 0 67 0 0,0 1-1 0 0,0 0 1 0 0,2 1-1 0 0,0 0 1 0 0,0 1-1 0 0,1 0 1 0 0,1 1-1 0 0,0 0 1 0 0,1 1-1 0 0,1-1 1 0 0,0 1-1 0 0,1 1 1 0 0,-4 17-1 0 0,9-29 19 0 0,0-1 0 0 0,0 1 1 0 0,1 0-1 0 0,-1 0 0 0 0,1 0 0 0 0,0 0 0 0 0,1-1 0 0 0,-1 1 0 0 0,1 0 1 0 0,0 0-1 0 0,0 0 0 0 0,1-1 0 0 0,-1 1 0 0 0,1-1 0 0 0,0 1 0 0 0,0-1 1 0 0,3 5-1 0 0,-1-5-2 0 0,0 1 1 0 0,0-1-1 0 0,0 1 1 0 0,1-1-1 0 0,0-1 1 0 0,-1 1-1 0 0,1-1 1 0 0,1 1-1 0 0,-1-1 1 0 0,0-1-1 0 0,1 1 0 0 0,0-1 1 0 0,8 2-1 0 0,8 2-612 0 0,0-1 0 0 0,0-2 0 0 0,0 0 0 0 0,1-1-1 0 0,30-2 1 0 0,57-10-8321 0 0,-54 2 664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76 537 260 0 0,'-23'8'4343'0'0,"19"-5"-2746"0"0,-1-1 0 0 0,0 0-1 0 0,0-1 1 0 0,0 1 0 0 0,-1-1-1 0 0,-9 2 1 0 0,14-3-1533 0 0,1 0 0 0 0,0 0 0 0 0,0 0 0 0 0,0 0-1 0 0,-1 0 1 0 0,1 0 0 0 0,0 0 0 0 0,0 0 0 0 0,0 0 0 0 0,-1 0 0 0 0,1 0-1 0 0,0 0 1 0 0,0 0 0 0 0,-1 0 0 0 0,1 0 0 0 0,0 0 0 0 0,0 0 0 0 0,0 0 0 0 0,-1-1-1 0 0,1 1 1 0 0,0 0 0 0 0,0 0 0 0 0,0 0 0 0 0,0 0 0 0 0,-1 0 0 0 0,1 0-1 0 0,0-1 1 0 0,0 1 0 0 0,0 0 0 0 0,0 0 0 0 0,0 0 0 0 0,-1 0 0 0 0,1-1 0 0 0,0 1-1 0 0,0 0 1 0 0,0 0 0 0 0,0 0 0 0 0,0-1 0 0 0,0 1 0 0 0,0 0 0 0 0,0-1-1 0 0,6-9 940 0 0,14-8-396 0 0,154-100 667 0 0,-50 38-1117 0 0,-55 31-110 0 0,-3-3 1 0 0,97-96-1 0 0,-136 116-83 0 0,-26 30 25 0 0,1 0 0 0 0,-1 0 0 0 0,0 0 0 0 0,0-1 0 0 0,0 1 0 0 0,0 0 0 0 0,0 0 0 0 0,-1-1 0 0 0,1 1 0 0 0,-1 0 0 0 0,0-1 0 0 0,1 1 0 0 0,-1 0 0 0 0,0-4 0 0 0,-1 5 8 0 0,1 1 0 0 0,0-1 1 0 0,0 0-1 0 0,-1 1 0 0 0,1-1 0 0 0,-1 1 0 0 0,1-1 0 0 0,0 1 1 0 0,-1 0-1 0 0,1-1 0 0 0,-1 1 0 0 0,1-1 0 0 0,-1 1 1 0 0,1 0-1 0 0,-1-1 0 0 0,1 1 0 0 0,-1 0 0 0 0,0-1 1 0 0,1 1-1 0 0,-1 0 0 0 0,1 0 0 0 0,-1 0 0 0 0,0 0 0 0 0,1 0 1 0 0,-1 0-1 0 0,1-1 0 0 0,-1 1 0 0 0,0 1 0 0 0,1-1 1 0 0,-1 0-1 0 0,0 0 0 0 0,1 0 0 0 0,-1 0 0 0 0,1 0 1 0 0,-1 0-1 0 0,0 1 0 0 0,0-1 0 0 0,-23 9-48 0 0,13-3 26 0 0,1 0-1 0 0,-1 1 1 0 0,1 0 0 0 0,1 1 0 0 0,-1 0 0 0 0,1 0-1 0 0,-11 15 1 0 0,16-19 19 0 0,1 1 0 0 0,0-1 0 0 0,0 1 0 0 0,0 0 0 0 0,1 0 0 0 0,-1 0 0 0 0,1 1 0 0 0,1-1 0 0 0,-1 0 0 0 0,1 1 0 0 0,0-1 0 0 0,0 1 0 0 0,0 0-1 0 0,1-1 1 0 0,0 1 0 0 0,0 0 0 0 0,0-1 0 0 0,2 9 0 0 0,4 7-11 0 0,0 0-1 0 0,17 34 0 0 0,-15-39 23 0 0,-1 1-1 0 0,-1 1 1 0 0,0-1-1 0 0,4 24 1 0 0,-9-38 101 0 0,-1 1 1 0 0,0-1-1 0 0,0 1 0 0 0,0-1 1 0 0,0 1-1 0 0,0-1 1 0 0,-1 1-1 0 0,1-1 1 0 0,-1 0-1 0 0,0 1 1 0 0,0-1-1 0 0,0 0 1 0 0,-1 1-1 0 0,1-1 1 0 0,-1 0-1 0 0,0 0 0 0 0,0 0 1 0 0,-3 3-1 0 0,1-2 62 0 0,0 0-1 0 0,0 0 0 0 0,-1 0 0 0 0,1-1 0 0 0,-1 0 0 0 0,0 0 0 0 0,0 0 0 0 0,-1-1 1 0 0,1 0-1 0 0,-8 3 0 0 0,-5-1 133 0 0,0 0 1 0 0,-1 0-1 0 0,0-2 0 0 0,0-1 0 0 0,-35-1 1 0 0,27-2-304 0 0,-49-9 1 0 0,76 11-59 0 0,-1 0 1 0 0,1 0-1 0 0,0 0 1 0 0,-1 0-1 0 0,1 0 0 0 0,-1-1 1 0 0,1 1-1 0 0,0 0 0 0 0,-1 0 1 0 0,1 0-1 0 0,-1-1 0 0 0,1 1 1 0 0,0 0-1 0 0,-1-1 0 0 0,1 1 1 0 0,0 0-1 0 0,0 0 0 0 0,-1-1 1 0 0,1 1-1 0 0,0-1 0 0 0,0 1 1 0 0,0 0-1 0 0,-1-1 1 0 0,1 1-1 0 0,0-1 0 0 0,0 1 1 0 0,0 0-1 0 0,0-1 0 0 0,0 1 1 0 0,0-1-1 0 0,0 1 0 0 0,0-1 1 0 0,0 1-1 0 0,0 0 0 0 0,0-1 1 0 0,0 1-1 0 0,0-1 0 0 0,0 1 1 0 0,0-1-1 0 0,0 1 1 0 0,0 0-1 0 0,1-1 0 0 0,-1 1 1 0 0,0-1-1 0 0,0 1 0 0 0,0 0 1 0 0,1-1-1 0 0,12-16-3112 0 0,6 4-1965 0 0,29-17-1 0 0,-45 28 4337 0 0,23-12-6228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5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61 288 0 0,'7'-12'4415'0'0,"0"0"0"0"0,17-20 0 0 0,-23 31-3569 0 0,3-3 2117 0 0,-4 13-1823 0 0,-4 13 176 0 0,-4 4 83 0 0,-13 45 980 0 0,-22 145 1 0 0,42-212-2349 0 0,1 1 0 0 0,0 0 0 0 0,0-1 0 0 0,0 1 1 0 0,0-1-1 0 0,1 1 0 0 0,0-1 0 0 0,0 1 0 0 0,0-1 0 0 0,0 0 1 0 0,1 1-1 0 0,0-1 0 0 0,3 6 0 0 0,-3-8-18 0 0,-1 0-1 0 0,1 0 1 0 0,-1 0-1 0 0,1 0 0 0 0,0 0 1 0 0,0-1-1 0 0,0 1 1 0 0,0-1-1 0 0,0 0 1 0 0,0 1-1 0 0,0-1 1 0 0,1 0-1 0 0,-1 0 1 0 0,0 0-1 0 0,1-1 1 0 0,-1 1-1 0 0,1 0 1 0 0,-1-1-1 0 0,0 0 1 0 0,1 1-1 0 0,-1-1 1 0 0,1 0-1 0 0,-1 0 1 0 0,6-1-1 0 0,-2-1 2 0 0,1 0-1 0 0,0 0 0 0 0,-1 0 0 0 0,0 0 0 0 0,1-1 0 0 0,-1 0 0 0 0,0-1 0 0 0,0 0 0 0 0,-1 1 0 0 0,1-2 0 0 0,-1 1 0 0 0,0-1 0 0 0,0 1 0 0 0,8-12 0 0 0,3-4-19 0 0,-2-1 0 0 0,19-34-1 0 0,38-100-104 0 0,-69 150-223 0 0,-7 21 319 0 0,-10 27 164 0 0,8-25-292 0 0,-33 90 457 0 0,35-92-859 0 0,1 1 0 0 0,0 0 0 0 0,1 0 0 0 0,0 28 0 0 0,3-41 99 0 0,0 1 1 0 0,0-1-1 0 0,1 0 1 0 0,-1 0 0 0 0,1 0-1 0 0,0 0 1 0 0,0-1-1 0 0,4 9 1 0 0,-4-11-37 0 0,0 1 1 0 0,0-1-1 0 0,0 1 1 0 0,0 0-1 0 0,0-1 0 0 0,0 0 1 0 0,1 1-1 0 0,-1-1 1 0 0,1 0-1 0 0,-1 0 0 0 0,1 0 1 0 0,-1 0-1 0 0,1 0 0 0 0,0 0 1 0 0,0 0-1 0 0,-1 0 1 0 0,1-1-1 0 0,0 1 0 0 0,0-1 1 0 0,0 1-1 0 0,2-1 1 0 0,11 1-6527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2696 0 0,'30'-90'11811'0'0,"-30"89"-11754"0"0,0 1 0 0 0,0-1 0 0 0,0 1 0 0 0,0-1 0 0 0,0 1 0 0 0,0-1 0 0 0,0 1 0 0 0,0-1 0 0 0,1 1 0 0 0,-1-1 0 0 0,0 1 1 0 0,0-1-1 0 0,0 1 0 0 0,1-1 0 0 0,-1 1 0 0 0,0-1 0 0 0,1 1 0 0 0,-1-1 0 0 0,0 1 0 0 0,1 0 0 0 0,-1-1 0 0 0,1 1 0 0 0,-1 0 0 0 0,0-1 0 0 0,1 1 1 0 0,-1 0-1 0 0,1 0 0 0 0,-1-1 0 0 0,1 1 0 0 0,-1 0 0 0 0,1 0 0 0 0,-1 0 0 0 0,1 0 0 0 0,-1 0 0 0 0,1-1 0 0 0,-1 1 0 0 0,1 0 0 0 0,-1 0 0 0 0,1 0 1 0 0,-1 0-1 0 0,1 1 0 0 0,-1-1 0 0 0,1 0 0 0 0,-1 0 0 0 0,1 0 0 0 0,-1 0 0 0 0,1 0 0 0 0,-1 1 0 0 0,1-1 0 0 0,0 1 0 0 0,1 0 121 0 0,0 0-1 0 0,0 1 0 0 0,0-1 1 0 0,-1 1-1 0 0,1-1 1 0 0,-1 1-1 0 0,1 0 0 0 0,-1-1 1 0 0,1 1-1 0 0,-1 0 0 0 0,1 2 1 0 0,2 7 200 0 0,0 0-1 0 0,-1 1 1 0 0,0-1 0 0 0,-1 0 0 0 0,-1 1 0 0 0,0 0-1 0 0,0-1 1 0 0,-1 1 0 0 0,-2 15 0 0 0,-2 11 274 0 0,-14 55 0 0 0,17-90-583 0 0,1 0 22 0 0,0-1-1 0 0,0 0 0 0 0,-1 0 0 0 0,1 0 1 0 0,-1 0-1 0 0,1 0 0 0 0,-1 0 0 0 0,0 0 1 0 0,0 0-1 0 0,0 0 0 0 0,0 0 0 0 0,0 0 1 0 0,0-1-1 0 0,0 1 0 0 0,-1 0 0 0 0,-1 1 1 0 0,2-3-78 0 0,1 0 1 0 0,-1 1-1 0 0,0-1 1 0 0,1 0-1 0 0,-1 0 0 0 0,0 0 1 0 0,1 0-1 0 0,-1 0 1 0 0,0 0-1 0 0,1-1 1 0 0,-1 1-1 0 0,0 0 1 0 0,1 0-1 0 0,-1 0 0 0 0,0-1 1 0 0,1 1-1 0 0,-1 0 1 0 0,0-1-1 0 0,1 1 1 0 0,-1 0-1 0 0,1-1 1 0 0,-1 1-1 0 0,0-1 0 0 0,-8-18 307 0 0,7 13-314 0 0,2 0 1 0 0,-1 1-1 0 0,0-1 1 0 0,1 0-1 0 0,0 0 1 0 0,1 0-1 0 0,-1 1 1 0 0,1-1 0 0 0,0 0-1 0 0,0 0 1 0 0,1 1-1 0 0,0-1 1 0 0,0 1-1 0 0,0-1 1 0 0,1 1-1 0 0,0 0 1 0 0,5-8-1 0 0,-3 5-26 0 0,0 1-1 0 0,1 0 0 0 0,0 0 1 0 0,0 0-1 0 0,1 0 0 0 0,-1 1 0 0 0,2 0 1 0 0,-1 1-1 0 0,0 0 0 0 0,12-6 1 0 0,-15 9 4 0 0,1 0 1 0 0,0 0-1 0 0,0 0 0 0 0,0 1 1 0 0,0 0-1 0 0,0 0 0 0 0,1 0 1 0 0,-1 1-1 0 0,0 0 1 0 0,0 0-1 0 0,0 0 0 0 0,1 1 1 0 0,-1-1-1 0 0,0 1 1 0 0,0 0-1 0 0,0 1 0 0 0,0-1 1 0 0,0 1-1 0 0,0 0 0 0 0,0 0 1 0 0,-1 1-1 0 0,1-1 1 0 0,-1 1-1 0 0,0 0 0 0 0,0 1 1 0 0,0-1-1 0 0,0 0 0 0 0,6 7 1 0 0,-5-3 1 0 0,0-1 0 0 0,0 1 0 0 0,0 0 0 0 0,0 0 0 0 0,-1 1 0 0 0,-1-1 0 0 0,1 1 0 0 0,-1 0 0 0 0,0 0 0 0 0,-1 0 0 0 0,0 0 0 0 0,0 0 0 0 0,-1 1 0 0 0,0-1 0 0 0,-1 1 0 0 0,0 13 0 0 0,0-21 17 0 0,0-1 0 0 0,1 1 1 0 0,-1 0-1 0 0,0-1 0 0 0,0 1 0 0 0,0 0 0 0 0,0-1 1 0 0,-1 1-1 0 0,1 0 0 0 0,0-1 0 0 0,0 1 0 0 0,0-1 1 0 0,0 1-1 0 0,-1 0 0 0 0,1-1 0 0 0,0 1 0 0 0,0-1 1 0 0,-1 1-1 0 0,1-1 0 0 0,0 1 0 0 0,-1-1 0 0 0,1 1 1 0 0,-1-1-1 0 0,1 1 0 0 0,-1-1 0 0 0,1 1 0 0 0,-1-1 1 0 0,1 0-1 0 0,-1 1 0 0 0,1-1 0 0 0,-1 0 0 0 0,0 1 1 0 0,1-1-1 0 0,-1 0 0 0 0,1 0 0 0 0,-1 0 1 0 0,0 0-1 0 0,1 1 0 0 0,-1-1 0 0 0,0 0 0 0 0,1 0 1 0 0,-1 0-1 0 0,0 0 0 0 0,1 0 0 0 0,-1-1 0 0 0,1 1 1 0 0,-1 0-1 0 0,0 0 0 0 0,1 0 0 0 0,-1 0 0 0 0,1-1 1 0 0,-1 1-1 0 0,0 0 0 0 0,0-1 0 0 0,0-1-2 0 0,1 1-1 0 0,-1-1 1 0 0,1 1-1 0 0,-1-1 1 0 0,1 1-1 0 0,0-1 1 0 0,-1 1-1 0 0,1-1 1 0 0,0 1 0 0 0,0-1-1 0 0,0 0 1 0 0,0 1-1 0 0,1-1 1 0 0,-1-2-1 0 0,1 1 2 0 0,0-7-24 0 0,1-1 0 0 0,0 1 0 0 0,1 0 0 0 0,0 0 0 0 0,1 0 0 0 0,0 0 0 0 0,1 1 0 0 0,0-1 0 0 0,7-10-1 0 0,0 3-33 0 0,0 1 0 0 0,1 0 0 0 0,27-26 0 0 0,-22 26 20 0 0,0 2-1 0 0,1 0 0 0 0,23-13 0 0 0,-34 22 13 0 0,0 1 0 0 0,0 0 0 0 0,1 0-1 0 0,0 1 1 0 0,0 0 0 0 0,0 0 0 0 0,0 1 0 0 0,0 0-1 0 0,0 1 1 0 0,17 0 0 0 0,-23 1 11 0 0,0 0 0 0 0,-1 0 1 0 0,1 0-1 0 0,0 1 0 0 0,-1-1 0 0 0,1 1 0 0 0,0 0 0 0 0,-1 0 1 0 0,1 0-1 0 0,-1 0 0 0 0,1 0 0 0 0,-1 1 0 0 0,1-1 0 0 0,-1 1 1 0 0,0-1-1 0 0,0 1 0 0 0,0 0 0 0 0,0 0 0 0 0,0 0 1 0 0,2 3-1 0 0,-2-1 38 0 0,0 0 1 0 0,0-1-1 0 0,-1 1 1 0 0,0 0 0 0 0,0 0-1 0 0,0 0 1 0 0,0 0-1 0 0,0 0 1 0 0,-1 1 0 0 0,0-1-1 0 0,0 0 1 0 0,0 5-1 0 0,-2 7 160 0 0,-1 0-1 0 0,0 0 0 0 0,-2 0 0 0 0,1 0 1 0 0,-13 25-1 0 0,11-28-24 0 0,-10 23 785 0 0,-16 47 1 0 0,32-81-705 0 0,35-1 276 0 0,-6-9-1260 0 0,0 0 0 0 0,-2-2 0 0 0,38-18 0 0 0,73-49-9977 0 0,-114 62 5474 0 0,-2-1-2791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191 387 1604 0 0,'45'-90'15866'0'0,"-45"89"-14878"0"0,-11 6-490 0 0,5 0-391 0 0,0 1 0 0 0,0-1-1 0 0,0 1 1 0 0,0 1 0 0 0,-7 11-1 0 0,-3 3 27 0 0,-12 10-25 0 0,2 1 0 0 0,1 2 0 0 0,2 0 0 0 0,-31 61 0 0 0,52-92-87 0 0,1 0 0 0 0,-1 1 0 0 0,1-1 0 0 0,0 0 0 0 0,0 0 0 0 0,1 1 0 0 0,-1-1 0 0 0,1 0 0 0 0,-1 1 0 0 0,1-1 0 0 0,0 1 0 0 0,1 3 0 0 0,-1-5-14 0 0,1-1 1 0 0,0 0 0 0 0,-1 1-1 0 0,1-1 1 0 0,0 0 0 0 0,0 0 0 0 0,0 1-1 0 0,0-1 1 0 0,0 0 0 0 0,0 0 0 0 0,0 0-1 0 0,0 0 1 0 0,0 0 0 0 0,0 0-1 0 0,0-1 1 0 0,1 1 0 0 0,-1 0 0 0 0,0-1-1 0 0,1 1 1 0 0,-1-1 0 0 0,1 1-1 0 0,-1-1 1 0 0,0 1 0 0 0,1-1 0 0 0,-1 0-1 0 0,1 0 1 0 0,-1 0 0 0 0,1 0 0 0 0,1 0-1 0 0,9 0 12 0 0,0-1 0 0 0,-1 0 0 0 0,1-1 0 0 0,-1 0 0 0 0,1-1 0 0 0,-1 0 0 0 0,0 0 0 0 0,0-2 0 0 0,0 1 0 0 0,15-10-1 0 0,-10 5-2 0 0,0-1 0 0 0,-1-1 0 0 0,0 0 0 0 0,-1-1 0 0 0,-1-1 0 0 0,13-14 0 0 0,-13 12-19 0 0,0-2 0 0 0,-2 0 0 0 0,0 0 1 0 0,-1-1-1 0 0,-1-1 0 0 0,0 1 1 0 0,-1-1-1 0 0,-2-1 0 0 0,0 0 0 0 0,-1 1 1 0 0,0-2-1 0 0,-2 1 0 0 0,1-32 1 0 0,-3 48-7 0 0,-1 0 0 0 0,-1 0 0 0 0,1 0 0 0 0,-1 0 0 0 0,1 0 0 0 0,-1 0 0 0 0,0 0 0 0 0,-1 1 0 0 0,1-1 0 0 0,-1 0 0 0 0,1 1 0 0 0,-1-1 0 0 0,0 1 0 0 0,0 0 0 0 0,-1-1 0 0 0,-3-4 0 0 0,4 7 3 0 0,0-1 0 0 0,0 1 0 0 0,-1 0 0 0 0,1-1 0 0 0,0 1 0 0 0,0 0 0 0 0,-1 0 0 0 0,1 1 0 0 0,0-1 0 0 0,-1 0 0 0 0,1 1 0 0 0,-1-1 0 0 0,1 1 0 0 0,-1 0 0 0 0,1 0 0 0 0,-1 0 0 0 0,1 0 0 0 0,-1 0 0 0 0,1 1 0 0 0,0-1 0 0 0,-1 1 0 0 0,1 0 0 0 0,-1-1 0 0 0,1 1 1 0 0,0 0-1 0 0,0 0 0 0 0,-3 2 0 0 0,-3 2-2 0 0,0-1 0 0 0,1 1 0 0 0,0 1 0 0 0,0 0 0 0 0,0 0 1 0 0,1 0-1 0 0,-1 0 0 0 0,2 1 0 0 0,-1 0 0 0 0,1 1 0 0 0,0-1 1 0 0,0 1-1 0 0,1 0 0 0 0,0 0 0 0 0,-3 10 0 0 0,5-14 11 0 0,1 0-1 0 0,0 1 0 0 0,0-1 1 0 0,0 1-1 0 0,0-1 0 0 0,0 1 0 0 0,1 0 1 0 0,0-1-1 0 0,0 1 0 0 0,0 0 1 0 0,1-1-1 0 0,0 1 0 0 0,0-1 1 0 0,0 1-1 0 0,0-1 0 0 0,0 1 1 0 0,1-1-1 0 0,0 0 0 0 0,0 1 1 0 0,0-1-1 0 0,1 0 0 0 0,-1-1 1 0 0,1 1-1 0 0,0 0 0 0 0,0-1 1 0 0,0 1-1 0 0,1-1 0 0 0,-1 0 1 0 0,1 0-1 0 0,4 3 0 0 0,2-1 5 0 0,-1 0 0 0 0,1-1 0 0 0,-1 0-1 0 0,1-1 1 0 0,1 0 0 0 0,-1-1 0 0 0,0 1-1 0 0,0-2 1 0 0,1 0 0 0 0,10 0 0 0 0,18-1 16 0 0,49-6 1 0 0,-84 6-22 0 0,25-3-5 0 0,-1-2 0 0 0,0 0 0 0 0,0-2 0 0 0,-1-1 0 0 0,0-2 0 0 0,0 0 0 0 0,-1-2 1 0 0,-1 0-1 0 0,0-2 0 0 0,0-1 0 0 0,-1-1 0 0 0,-1-1 0 0 0,-1-1 0 0 0,-1-1 1 0 0,0 0-1 0 0,-1-2 0 0 0,-2-1 0 0 0,0 0 0 0 0,28-47 0 0 0,-23 27 16 0 0,-16 27-50 0 0,2-1 0 0 0,13-18 0 0 0,-17 25-57 0 0,-8 8-6 0 0,-9 8 55 0 0,0 7 69 0 0,0 2 1 0 0,1-1-1 0 0,1 1 0 0 0,0 1 1 0 0,-8 20-1 0 0,9-19 30 0 0,-58 124 1150 0 0,6 4 0 0 0,-76 277 0 0 0,76-190-323 0 0,-66 238-142 0 0,34-198 1165 0 0,92-271-1833 0 0,1 0 0 0 0,-1-1 1 0 0,1 1-1 0 0,-1-1 0 0 0,0 1 0 0 0,0 0 0 0 0,0-1 1 0 0,0 0-1 0 0,0 1 0 0 0,0-1 0 0 0,0 0 0 0 0,0 1 1 0 0,0-1-1 0 0,-1 0 0 0 0,1 0 0 0 0,0 0 0 0 0,-1 0 1 0 0,1 0-1 0 0,-1 0 0 0 0,1 0 0 0 0,-1-1 1 0 0,0 1-1 0 0,1-1 0 0 0,-1 1 0 0 0,0-1 0 0 0,1 1 1 0 0,-1-1-1 0 0,0 0 0 0 0,1 0 0 0 0,-1 0 0 0 0,0 0 1 0 0,0 0-1 0 0,-2-1 0 0 0,1 0-5 0 0,0 0 1 0 0,1 0-1 0 0,-1-1 1 0 0,0 0-1 0 0,1 1 0 0 0,-1-1 1 0 0,1 0-1 0 0,-1 0 1 0 0,1-1-1 0 0,0 1 0 0 0,0 0 1 0 0,0-1-1 0 0,0 1 1 0 0,0-1-1 0 0,1 0 0 0 0,-1 1 1 0 0,-1-7-1 0 0,-6-18 58 0 0,1-1 0 0 0,1 0-1 0 0,2 0 1 0 0,-3-56 0 0 0,3 37-72 0 0,-9-162-14 0 0,7 79-437 0 0,6 124 313 0 0,1-1 0 0 0,0 0 0 0 0,0 0 0 0 0,1 0 0 0 0,0 0 0 0 0,0 0 0 0 0,1 1 0 0 0,-1-1 0 0 0,2 0 0 0 0,-1 1 0 0 0,6-11 0 0 0,-2 7-210 0 0,1 1 0 0 0,0 0 0 0 0,0 0 0 0 0,0 1 0 0 0,1 0 0 0 0,14-10 0 0 0,7-4-712 0 0,1 1 0 0 0,0 2 1 0 0,35-17-1 0 0,104-40-3985 0 0,-159 72 4583 0 0,144-61-9536 0 0,-101 43 3162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25 824 1604 0 0,'0'0'2276'0'0,"-2"1"-453"0"0,0 0-1576 0 0,0 0 0 0 0,1 0 0 0 0,0 0 0 0 0,-1 0 0 0 0,1 0 0 0 0,-1 0 0 0 0,1 0 0 0 0,0 1 0 0 0,0-1 1 0 0,0 0-1 0 0,0 1 0 0 0,0-1 0 0 0,0 1 0 0 0,0 0 0 0 0,0-1 0 0 0,1 1 0 0 0,-1 0 0 0 0,1-1 0 0 0,-1 1 0 0 0,1 0 0 0 0,0-1 0 0 0,-1 1 0 0 0,1 0 0 0 0,0 0 0 0 0,0 0 0 0 0,0-1 0 0 0,0 1 0 0 0,1 0 0 0 0,0 3 0 0 0,-1-2-101 0 0,1 0 0 0 0,0 1 0 0 0,0-1 1 0 0,0 0-1 0 0,0 0 0 0 0,0 0 0 0 0,0 0 0 0 0,1 0 0 0 0,0 0 0 0 0,-1 0 0 0 0,1-1 0 0 0,0 1 0 0 0,0-1 0 0 0,1 1 0 0 0,-1-1 0 0 0,4 3 0 0 0,-4-4-93 0 0,0 0-1 0 0,1 0 1 0 0,-1-1-1 0 0,0 1 0 0 0,1-1 1 0 0,-1 1-1 0 0,0-1 1 0 0,1 0-1 0 0,-1 0 0 0 0,1 0 1 0 0,-1 0-1 0 0,0-1 1 0 0,1 1-1 0 0,1-1 0 0 0,31-9 255 0 0,-20 4-254 0 0,-1-1 1 0 0,0 0-1 0 0,0 0 1 0 0,-1-2 0 0 0,0 0-1 0 0,0 0 1 0 0,15-15 0 0 0,-10 6-25 0 0,-2 0 1 0 0,0-1-1 0 0,-1 0 1 0 0,13-25-1 0 0,2-10 1 0 0,-2-2 0 0 0,36-107 0 0 0,-15-15-7 0 0,-23 71-134 0 0,-25 103 72 0 0,0 0-1 0 0,0 0 1 0 0,-1-1 0 0 0,1 1 0 0 0,-1 0 0 0 0,-1-8 0 0 0,-2 13 36 0 0,1 0 0 0 0,-1 0-1 0 0,1 1 1 0 0,0-1-1 0 0,0 1 1 0 0,-1 0 0 0 0,1 0-1 0 0,0 0 1 0 0,1 0 0 0 0,-1 0-1 0 0,0 0 1 0 0,0 0 0 0 0,1 1-1 0 0,-3 4 1 0 0,1-3-3 0 0,-10 17 21 0 0,1 1 0 0 0,0 0 1 0 0,-8 27-1 0 0,-22 73 221 0 0,36-103-201 0 0,-9 29 52 0 0,2 1 1 0 0,2 0 0 0 0,2 1 0 0 0,-4 63 0 0 0,13-104-62 0 0,0 1 1 0 0,0-1-1 0 0,1 0 0 0 0,1 1 1 0 0,-1-1-1 0 0,1 0 0 0 0,1 0 1 0 0,0 0-1 0 0,0 0 0 0 0,6 11 1 0 0,-7-16-13 0 0,1 0 0 0 0,-1 0 0 0 0,1 0 1 0 0,1-1-1 0 0,-1 1 0 0 0,0-1 1 0 0,1 1-1 0 0,0-1 0 0 0,-1 0 0 0 0,1-1 1 0 0,0 1-1 0 0,1-1 0 0 0,-1 1 1 0 0,0-1-1 0 0,1-1 0 0 0,-1 1 1 0 0,1-1-1 0 0,0 1 0 0 0,-1-1 0 0 0,1 0 1 0 0,9 0-1 0 0,-1-1-10 0 0,0-1-1 0 0,-1 0 1 0 0,1-1-1 0 0,0 0 1 0 0,0-1-1 0 0,-1 0 1 0 0,0-1-1 0 0,1-1 1 0 0,-2 0-1 0 0,1 0 1 0 0,0-1-1 0 0,-1 0 1 0 0,0-1-1 0 0,-1-1 1 0 0,15-12-1 0 0,-4 1-115 0 0,-1 0-1 0 0,-1-2 1 0 0,0 0-1 0 0,-2-2 1 0 0,0 0-1 0 0,14-26 1 0 0,0-10-296 0 0,-3-1 0 0 0,30-91 0 0 0,24-134-297 0 0,-78 269 672 0 0,-2 10 2 0 0,0 0 0 0 0,0-1-1 0 0,-1 1 1 0 0,0 0 0 0 0,0 0 0 0 0,-1-1-1 0 0,0-11 1 0 0,0 17 29 0 0,0 1 1 0 0,0 0-1 0 0,0-1 0 0 0,0 1 0 0 0,0 0 1 0 0,0-1-1 0 0,0 1 0 0 0,0 0 0 0 0,0-1 0 0 0,0 1 1 0 0,0 0-1 0 0,0 0 0 0 0,-1-1 0 0 0,1 1 1 0 0,0 0-1 0 0,0-1 0 0 0,0 1 0 0 0,0 0 1 0 0,-1 0-1 0 0,1-1 0 0 0,0 1 0 0 0,0 0 1 0 0,-1 0-1 0 0,1 0 0 0 0,0-1 0 0 0,0 1 1 0 0,-1 0-1 0 0,1 0 0 0 0,0 0 0 0 0,-1 0 1 0 0,1 0-1 0 0,0 0 0 0 0,-1-1 0 0 0,-9 8-16 0 0,-7 14 16 0 0,-3 18 405 0 0,1 1 1 0 0,-23 71-1 0 0,-15 89 784 0 0,50-174-1062 0 0,-88 417 1947 0 0,95-443-2055 0 0,0 0 0 0 0,0 1 0 0 0,-1-1-1 0 0,1 0 1 0 0,0 1 0 0 0,0-1 0 0 0,0 0 0 0 0,0 1 0 0 0,0-1 0 0 0,0 1 0 0 0,0-1 0 0 0,0 0-1 0 0,0 1 1 0 0,0-1 0 0 0,0 1 0 0 0,0-1 0 0 0,0 0 0 0 0,0 1 0 0 0,0-1 0 0 0,0 1 0 0 0,0-1 0 0 0,0 0-1 0 0,1 1 1 0 0,-1-1 0 0 0,0 1 0 0 0,0-1 0 0 0,0 0 0 0 0,1 1 0 0 0,-1-1 0 0 0,0 0 0 0 0,0 0 0 0 0,1 1-1 0 0,-1-1 1 0 0,0 0 0 0 0,1 0 0 0 0,-1 1 0 0 0,0-1 0 0 0,1 0 0 0 0,-1 0 0 0 0,0 0 0 0 0,1 1 0 0 0,-1-1-1 0 0,1 0 1 0 0,-1 0 0 0 0,0 0 0 0 0,1 0 0 0 0,-1 0 0 0 0,1 0 0 0 0,-1 0 0 0 0,0 0 0 0 0,1 0 0 0 0,-1 0-1 0 0,1 0 1 0 0,-1 0 0 0 0,0 0 0 0 0,1 0 0 0 0,-1 0 0 0 0,1-1 0 0 0,-1 1 0 0 0,0 0 0 0 0,1 0-1 0 0,-1 0 1 0 0,0-1 0 0 0,1 1 0 0 0,-1 0 0 0 0,1-1 0 0 0,21-16 100 0 0,63-93 105 0 0,-61 75-215 0 0,2 1 1 0 0,55-56-1 0 0,-71 82-12 0 0,37-31-80 0 0,-44 37 72 0 0,1 0-1 0 0,0 0 1 0 0,0 0-1 0 0,0 0 0 0 0,-1 0 1 0 0,1 1-1 0 0,1 0 1 0 0,-1 0-1 0 0,0 0 1 0 0,0 1-1 0 0,6-1 1 0 0,-8 1 9 0 0,-1 0 1 0 0,1 0-1 0 0,0 1 1 0 0,-1-1 0 0 0,1 1-1 0 0,-1-1 1 0 0,1 1 0 0 0,-1 0-1 0 0,1 0 1 0 0,-1-1-1 0 0,0 1 1 0 0,1 0 0 0 0,-1 0-1 0 0,0 0 1 0 0,0 1 0 0 0,1-1-1 0 0,-1 0 1 0 0,0 0-1 0 0,0 1 1 0 0,0-1 0 0 0,-1 0-1 0 0,1 1 1 0 0,0-1-1 0 0,1 3 1 0 0,10 37-52 0 0,-11-38 53 0 0,1 19-8 0 0,0 0-1 0 0,-1 0 1 0 0,-1 0 0 0 0,-6 44 0 0 0,1-8-17 0 0,4-42 5 0 0,0-12 35 0 0,0 0 0 0 0,1 0 0 0 0,0 0 0 0 0,-1-1 0 0 0,1 1 1 0 0,1 0-1 0 0,-1 0 0 0 0,1 0 0 0 0,-1 0 0 0 0,1-1 0 0 0,0 1 0 0 0,0 0 0 0 0,1-1 0 0 0,-1 1 0 0 0,3 3 0 0 0,-2-5-6 0 0,0-1-1 0 0,-1 0 1 0 0,1 1 0 0 0,0-1-1 0 0,0 0 1 0 0,0 0 0 0 0,0-1-1 0 0,0 1 1 0 0,0 0 0 0 0,0-1-1 0 0,0 1 1 0 0,1-1 0 0 0,-1 0-1 0 0,0 1 1 0 0,0-1 0 0 0,0 0-1 0 0,1 0 1 0 0,-1-1 0 0 0,3 0-1 0 0,42-8 61 0 0,-27 3-52 0 0,0-2-1 0 0,0 0 1 0 0,-1-1-1 0 0,0-1 1 0 0,-1-1-1 0 0,0-1 1 0 0,0 0 0 0 0,-1-2-1 0 0,28-27 1 0 0,-17 10-9 0 0,-1-1-1 0 0,-1 0 1 0 0,-1-2 0 0 0,20-40 0 0 0,-38 61-24 0 0,-1 1 1 0 0,-1-2-1 0 0,6-18 1 0 0,-10 31 14 0 0,-1 0 0 0 0,0 1 0 0 0,0-1 0 0 0,0 1 0 0 0,1-1 0 0 0,-1 0 0 0 0,0 1 0 0 0,0-1 0 0 0,0 0 0 0 0,0 1 0 0 0,0-1 0 0 0,0 0 0 0 0,0 1 0 0 0,0-1 0 0 0,0 0 0 0 0,0 1 0 0 0,-1-1 0 0 0,1 1 0 0 0,0-1 0 0 0,0 0 0 0 0,0 1 0 0 0,-1-1 0 0 0,1 1 0 0 0,0-1 0 0 0,-1 0 0 0 0,1 1 0 0 0,-1-1 0 0 0,1 1 0 0 0,-1-1 0 0 0,1 1 0 0 0,-1 0 1 0 0,1-1-1 0 0,-1 1 0 0 0,1-1 0 0 0,-1 1 0 0 0,1 0 0 0 0,-1 0 0 0 0,0-1 0 0 0,1 1 0 0 0,-1 0 0 0 0,1 0 0 0 0,-2-1 0 0 0,0 1-2 0 0,0 0 0 0 0,0 0 0 0 0,0 0 0 0 0,0 0 0 0 0,0 0 0 0 0,0 1 0 0 0,0-1 0 0 0,0 0 0 0 0,0 1 0 0 0,0 0 0 0 0,1-1 0 0 0,-1 1 0 0 0,-2 1 0 0 0,-6 5-1 0 0,0 0 0 0 0,0 0 1 0 0,1 1-1 0 0,0 1 1 0 0,1 0-1 0 0,-1 0 1 0 0,2 0-1 0 0,-9 13 1 0 0,3-2 17 0 0,1 1 1 0 0,1 0 0 0 0,-10 29 0 0 0,17-40 9 0 0,0 0 0 0 0,1 0 0 0 0,1 0 1 0 0,0 1-1 0 0,0-1 0 0 0,0 15 0 0 0,2-21-9 0 0,0-1 1 0 0,1 1-1 0 0,-1-1 0 0 0,1 1 1 0 0,-1-1-1 0 0,1 0 0 0 0,0 1 0 0 0,0-1 1 0 0,1 0-1 0 0,-1 0 0 0 0,1 0 1 0 0,-1 0-1 0 0,1 0 0 0 0,0 0 0 0 0,0 0 1 0 0,0-1-1 0 0,1 1 0 0 0,-1 0 1 0 0,1-1-1 0 0,-1 0 0 0 0,1 0 0 0 0,6 4 1 0 0,-1-2-155 0 0,1 0 1 0 0,0 0-1 0 0,0-1 1 0 0,0 0 0 0 0,0-1-1 0 0,1 0 1 0 0,-1 0-1 0 0,1-1 1 0 0,-1-1 0 0 0,1 1-1 0 0,-1-1 1 0 0,1-1-1 0 0,10-1 1 0 0,-8 0-994 0 0,0-1-1 0 0,1 0 1 0 0,-1 0-1 0 0,0-1 1 0 0,0-1-1 0 0,-1 0 1 0 0,0-1 0 0 0,0 0-1 0 0,15-11 1 0 0,1-4-4813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0 804 0 0,'-249'11'11556'0'0,"248"-11"-11492"0"0,0 0 1 0 0,0 0 0 0 0,0 0 0 0 0,0 0-1 0 0,0 0 1 0 0,0 1 0 0 0,-1-1-1 0 0,1 0 1 0 0,0 1 0 0 0,0-1-1 0 0,0 0 1 0 0,0 1 0 0 0,0-1 0 0 0,0 1-1 0 0,0 0 1 0 0,-1 1 0 0 0,2-2-42 0 0,0 1 0 0 0,0-1 0 0 0,0 0 0 0 0,0 1 0 0 0,1-1 1 0 0,-1 1-1 0 0,0-1 0 0 0,0 1 0 0 0,1-1 0 0 0,-1 0 0 0 0,0 1 1 0 0,1-1-1 0 0,-1 0 0 0 0,1 1 0 0 0,-1-1 0 0 0,0 0 0 0 0,1 0 1 0 0,-1 1-1 0 0,1-1 0 0 0,-1 0 0 0 0,1 0 0 0 0,-1 0 1 0 0,0 1-1 0 0,1-1 0 0 0,0 0 0 0 0,6 3 72 0 0,0-1-1 0 0,0 0 0 0 0,16 2 1 0 0,44 0-556 0 0,113-9-1 0 0,-15-12-6520 0 0,-116 10 2851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2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9 392 1576 0 0,'-1'2'1866'0'0,"-1"0"-1"0"0,1 1 0 0 0,0-1 1 0 0,1 1-1 0 0,-1-1 1 0 0,0 1-1 0 0,1 0 1 0 0,-1-1-1 0 0,1 4 1 0 0,4-6-1812 0 0,-1 0 0 0 0,1-1 0 0 0,0 1 0 0 0,-1-1 0 0 0,1 1 0 0 0,-1-1 0 0 0,1 0 0 0 0,-1 0 0 0 0,1-1-1 0 0,-1 1 1 0 0,1-1 0 0 0,3-2 1 0 0,46-28 110 0 0,-42 25-123 0 0,19-12 20 0 0,0-2 0 0 0,-2-2 1 0 0,43-43-1 0 0,-54 47-69 0 0,0 0 0 0 0,-2-1 0 0 0,0 0 0 0 0,-2-1 0 0 0,0-1 0 0 0,11-27 0 0 0,-23 47-6 0 0,1-1 0 0 0,-1 0 0 0 0,0 1 0 0 0,-1-1 1 0 0,1 0-1 0 0,0 0 0 0 0,-1 0 0 0 0,0 0 0 0 0,1 0 0 0 0,-1 0 0 0 0,0 0 0 0 0,0 0 0 0 0,-1 1 1 0 0,1-1-1 0 0,-2-6 0 0 0,1 8 7 0 0,0 0 0 0 0,0 0 1 0 0,0-1-1 0 0,0 1 0 0 0,0 0 0 0 0,0 0 1 0 0,0 0-1 0 0,0 0 0 0 0,-1 0 0 0 0,1 0 1 0 0,0 1-1 0 0,0-1 0 0 0,-1 0 0 0 0,1 1 1 0 0,-1-1-1 0 0,1 1 0 0 0,-1-1 1 0 0,1 1-1 0 0,-1 0 0 0 0,1-1 0 0 0,-1 1 1 0 0,1 0-1 0 0,-1 0 0 0 0,1 0 0 0 0,-1 0 1 0 0,1 0-1 0 0,-1 1 0 0 0,1-1 0 0 0,-1 0 1 0 0,-1 1-1 0 0,-4 1 1 0 0,0 0-1 0 0,1 0 1 0 0,-1 1-1 0 0,1 0 1 0 0,0 0 0 0 0,0 0-1 0 0,0 1 1 0 0,0-1 0 0 0,1 1-1 0 0,-1 1 1 0 0,1-1 0 0 0,0 1-1 0 0,0 0 1 0 0,-7 11-1 0 0,9-13 4 0 0,1 0-1 0 0,0 1 1 0 0,0-1-1 0 0,0 1 1 0 0,0-1-1 0 0,1 1 0 0 0,-1-1 1 0 0,1 1-1 0 0,0 0 1 0 0,0 0-1 0 0,0-1 1 0 0,1 1-1 0 0,-1 0 0 0 0,1 0 1 0 0,0 0-1 0 0,0 0 1 0 0,0 0-1 0 0,1 0 1 0 0,-1 0-1 0 0,1-1 0 0 0,0 1 1 0 0,0 0-1 0 0,0 0 1 0 0,1-1-1 0 0,0 1 0 0 0,3 6 1 0 0,10 9-12 0 0,0-1 0 0 0,22 19-1 0 0,-24-24 2 0 0,0 1-1 0 0,0 0 0 0 0,-1 0 1 0 0,17 27-1 0 0,-28-38 18 0 0,0-1 0 0 0,0 1 0 0 0,1 0 0 0 0,-1-1 0 0 0,-1 1 0 0 0,1 0 0 0 0,0 0 0 0 0,-1 0 0 0 0,1-1 0 0 0,-1 1 0 0 0,0 0 0 0 0,0 0 0 0 0,0 0 0 0 0,0 0 0 0 0,-1 0 0 0 0,1 0 0 0 0,-1-1 1 0 0,-2 6-1 0 0,2-4 57 0 0,-2 0 0 0 0,1 0 1 0 0,0 0-1 0 0,-1 0 1 0 0,0-1-1 0 0,0 1 0 0 0,0-1 1 0 0,0 0-1 0 0,-1 0 1 0 0,1 0-1 0 0,-5 3 1 0 0,0-1 142 0 0,-1 0 1 0 0,0 0 0 0 0,0-1-1 0 0,0 0 1 0 0,0-1 0 0 0,0 0-1 0 0,-1 0 1 0 0,0-1 0 0 0,1 0-1 0 0,-17 0 1 0 0,16-1-137 0 0,0-2 0 0 0,0 1 0 0 0,-1-1 0 0 0,1-1 0 0 0,0 0 0 0 0,0 0 1 0 0,0-1-1 0 0,0 0 0 0 0,1-1 0 0 0,-1 0 0 0 0,1 0 0 0 0,0-1 0 0 0,-16-12 0 0 0,24 17-168 0 0,0-1 0 0 0,1 1 0 0 0,-1-1 0 0 0,0 1 0 0 0,1-1 0 0 0,-1 0 0 0 0,1 1 0 0 0,-1-1 0 0 0,1 0 0 0 0,-1 1 0 0 0,1-1 0 0 0,0 0 1 0 0,-1 0-1 0 0,1 0 0 0 0,0 1 0 0 0,-1-1 0 0 0,1 0 0 0 0,0 0 0 0 0,0 0 0 0 0,0 0 0 0 0,0 1 0 0 0,0-1 0 0 0,0 0 0 0 0,0 0 0 0 0,0-1 0 0 0,1 1-129 0 0,-1 0 0 0 0,1-1-1 0 0,0 1 1 0 0,-1 0 0 0 0,1 0 0 0 0,0 0 0 0 0,0 0-1 0 0,0 0 1 0 0,0 0 0 0 0,0 0 0 0 0,0 0-1 0 0,0 0 1 0 0,3-1 0 0 0,2-2-1367 0 0,2 0 0 0 0,-1 1 0 0 0,15-4-1 0 0,-4 1-2500 0 0,2 0-1922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313 174 1436 0 0,'17'-12'1998'0'0,"-2"0"-1"0"0,1-1 1 0 0,-2-1 0 0 0,0 0 0 0 0,0-1-1 0 0,-2 0 1 0 0,13-20 0 0 0,-25 35-1948 0 0,1-1 0 0 0,0 0 1 0 0,-1 0-1 0 0,1 0 1 0 0,-1 0-1 0 0,1 0 1 0 0,-1 0-1 0 0,0 0 1 0 0,1 0-1 0 0,-1 0 0 0 0,0 0 1 0 0,0 0-1 0 0,0 0 1 0 0,1 0-1 0 0,-1 0 1 0 0,0 0-1 0 0,0 0 1 0 0,-1 0-1 0 0,1 0 0 0 0,0 0 1 0 0,0 0-1 0 0,0 0 1 0 0,-1 0-1 0 0,1 0 1 0 0,0 0-1 0 0,-1 0 1 0 0,1 0-1 0 0,-1 1 0 0 0,1-1 1 0 0,-1 0-1 0 0,0 0 1 0 0,1 0-1 0 0,-1 1 1 0 0,0-1-1 0 0,0 0 1 0 0,1 0-1 0 0,-1 1 0 0 0,0-1 1 0 0,0 1-1 0 0,0-1 1 0 0,0 1-1 0 0,0-1 1 0 0,0 1-1 0 0,0-1 0 0 0,0 1 1 0 0,0 0-1 0 0,0 0 1 0 0,-2-1-1 0 0,-2 0 30 0 0,-1 0-1 0 0,0 0 1 0 0,1 0-1 0 0,-1 1 1 0 0,0 0-1 0 0,-7 0 1 0 0,0 3 0 0 0,1 0 0 0 0,0 0 0 0 0,0 1 0 0 0,0 1 0 0 0,0 0 1 0 0,1 1-1 0 0,-19 12 0 0 0,1 2 78 0 0,-39 35 1 0 0,42-33-99 0 0,2 2-1 0 0,-29 36 1 0 0,45-51-42 0 0,1 1-1 0 0,1 0 1 0 0,-1 0 0 0 0,2 0-1 0 0,-1 1 1 0 0,2 0 0 0 0,-1 0-1 0 0,2 0 1 0 0,-1 1 0 0 0,-1 15-1 0 0,4-25-8 0 0,1 1-1 0 0,0-1 1 0 0,-1 0-1 0 0,1 0 0 0 0,0 0 1 0 0,1 1-1 0 0,-1-1 1 0 0,0 0-1 0 0,1 0 1 0 0,-1 0-1 0 0,1 0 0 0 0,0 0 1 0 0,-1 1-1 0 0,1-1 1 0 0,0 0-1 0 0,0-1 1 0 0,0 1-1 0 0,1 0 0 0 0,-1 0 1 0 0,3 2-1 0 0,-2-2-1 0 0,0 0 1 0 0,1-1-1 0 0,-1 0 0 0 0,1 1 0 0 0,-1-1 0 0 0,1 0 0 0 0,-1 0 1 0 0,1-1-1 0 0,0 1 0 0 0,-1 0 0 0 0,1-1 0 0 0,0 0 0 0 0,0 1 1 0 0,3-2-1 0 0,3 1 10 0 0,0-1 0 0 0,0 0 0 0 0,0-1 0 0 0,0 0 0 0 0,-1 0 0 0 0,1-1 0 0 0,-1 0 0 0 0,0-1 0 0 0,10-5 0 0 0,-4 0-1 0 0,-1-1-1 0 0,0 0 1 0 0,0-1-1 0 0,-1-1 1 0 0,18-21-1 0 0,45-73 13 0 0,-21 28-171 0 0,-54 77 133 0 0,1 1 1 0 0,-1-1-1 0 0,0 1 0 0 0,1-1 1 0 0,-1 1-1 0 0,0-1 0 0 0,1 1 1 0 0,-1-1-1 0 0,1 1 0 0 0,-1-1 0 0 0,1 1 1 0 0,-1-1-1 0 0,1 1 0 0 0,-1 0 1 0 0,1 0-1 0 0,0-1 0 0 0,-1 1 1 0 0,1 0-1 0 0,0-1 0 0 0,2 10-35 0 0,-7 20 118 0 0,-134 364 2798 0 0,76-232-1925 0 0,-110 282-784 0 0,171-434-6292 0 0,9-16 2421 0 0,11-16-2843 0 0,-3 0-676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0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46 153 348 0 0,'28'-81'10796'0'0,"-6"11"-2731"0"0,-21 69-7219 0 0,-2 3-316 0 0,-8 12 166 0 0,2 0 1 0 0,-1 1-1 0 0,2-1 1 0 0,-5 18-1 0 0,-17 67 531 0 0,20-67-963 0 0,2-7-30 0 0,-5 36 0 0 0,10-55-200 0 0,1 0 0 0 0,-1 1 1 0 0,1-1-1 0 0,0 0 0 0 0,1 0 0 0 0,0 0 0 0 0,0 1 0 0 0,0-1 0 0 0,0 0 0 0 0,1 0 1 0 0,5 11-1 0 0,-6-16-66 0 0,0 1 0 0 0,0 0 0 0 0,1-1 0 0 0,-1 1 0 0 0,0 0-1 0 0,1-1 1 0 0,-1 0 0 0 0,1 1 0 0 0,-1-1 0 0 0,1 0 0 0 0,0 0 0 0 0,-1 0 0 0 0,1 0 0 0 0,0 0 0 0 0,0 0 0 0 0,0 0 0 0 0,0-1 0 0 0,0 1 0 0 0,2 0 0 0 0,0-1-85 0 0,0 0-1 0 0,0 0 1 0 0,0 0 0 0 0,-1 0 0 0 0,1-1 0 0 0,0 1-1 0 0,0-1 1 0 0,0 0 0 0 0,5-2 0 0 0,1-2-161 0 0,0 1-1 0 0,-1-1 1 0 0,0-1 0 0 0,0 0 0 0 0,0 0 0 0 0,11-11-1 0 0,-1-3-73 0 0,-1 0-1 0 0,-1-1 0 0 0,28-45 0 0 0,30-77 117 0 0,-38 68 793 0 0,-36 73-515 0 0,-1 2-33 0 0,1 1-1 0 0,-1-1 1 0 0,1 1 0 0 0,-1-1-1 0 0,1 0 1 0 0,-1 1-1 0 0,1-1 1 0 0,-1 1 0 0 0,0-1-1 0 0,1 1 1 0 0,-1-1-1 0 0,0 1 1 0 0,0 0-1 0 0,1-1 1 0 0,-1 1 0 0 0,0-1-1 0 0,0 1 1 0 0,0-1-1 0 0,0 1 1 0 0,0 0 0 0 0,0-1-1 0 0,0 1 1 0 0,0 0-1 0 0,0-1 1 0 0,0 1-1 0 0,0-1 1 0 0,0 1 0 0 0,0 0-1 0 0,0 0 1 0 0,-3 22 199 0 0,3-23-202 0 0,-12 55 201 0 0,4-22 33 0 0,-3 40 0 0 0,10-64-429 0 0,1 0 0 0 0,0 0 0 0 0,0 0 0 0 0,1 0 0 0 0,0 0 0 0 0,0 0 0 0 0,1 0 0 0 0,0-1 0 0 0,5 12 1 0 0,-5-16-153 0 0,0 0 0 0 0,0-1 0 0 0,0 1 0 0 0,0-1 0 0 0,1 1 0 0 0,0-1 0 0 0,-1 0 0 0 0,1 0 0 0 0,1 0 0 0 0,-1 0 0 0 0,0-1 0 0 0,0 1 0 0 0,1-1 1 0 0,0 0-1 0 0,-1 0 0 0 0,7 2 0 0 0,-4-2-657 0 0,0 0 0 0 0,0 0 0 0 0,0-1 0 0 0,0 0 0 0 0,0 0 0 0 0,10-1 0 0 0,7-1-4713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200 239 1320 0 0,'15'-22'2023'0'0,"-1"0"0"0"0,-2-1 0 0 0,0-1 0 0 0,-1 0-1 0 0,-1-1 1 0 0,-2 0 0 0 0,6-29 0 0 0,-13 54-1982 0 0,-1-1 0 0 0,0 0 1 0 0,0 0-1 0 0,1 1 0 0 0,-1-1 1 0 0,0 0-1 0 0,0 1 0 0 0,0-1 0 0 0,0 0 1 0 0,0 0-1 0 0,0 1 0 0 0,0-1 0 0 0,0 0 1 0 0,-1 0-1 0 0,1 1 0 0 0,0-1 0 0 0,0 0 1 0 0,-1 0-1 0 0,1 1 0 0 0,0-1 1 0 0,-1 1-1 0 0,1-1 0 0 0,-1 0 0 0 0,0 0 1 0 0,1 1-18 0 0,-1-1 1 0 0,0 1-1 0 0,0 0 1 0 0,1 0 0 0 0,-1-1-1 0 0,0 1 1 0 0,0 0-1 0 0,0 0 1 0 0,1 0 0 0 0,-1 0-1 0 0,0 0 1 0 0,0 0-1 0 0,0 0 1 0 0,1 1 0 0 0,-1-1-1 0 0,0 0 1 0 0,0 0-1 0 0,0 1 1 0 0,-5 1 65 0 0,1 0 0 0 0,0 1-1 0 0,0 0 1 0 0,-8 6 0 0 0,-14 14 207 0 0,1 1-1 0 0,1 1 0 0 0,2 1 1 0 0,0 1-1 0 0,2 1 0 0 0,1 1 1 0 0,1 1-1 0 0,-17 37 1 0 0,31-56-230 0 0,0 0 0 0 0,-5 21 0 0 0,9-30-55 0 0,0 1 0 0 0,0 0 1 0 0,1-1-1 0 0,0 1 0 0 0,-1 0 0 0 0,1 0 1 0 0,0-1-1 0 0,0 1 0 0 0,1 0 0 0 0,-1 0 1 0 0,1-1-1 0 0,-1 1 0 0 0,1 0 0 0 0,0-1 1 0 0,0 1-1 0 0,0-1 0 0 0,0 1 0 0 0,2 2 1 0 0,-2-3-26 0 0,1 0-1 0 0,-1-1 1 0 0,1 1 0 0 0,-1-1 0 0 0,1 0 0 0 0,0 1 0 0 0,0-1 0 0 0,0 0 0 0 0,-1 0-1 0 0,1 0 1 0 0,0-1 0 0 0,0 1 0 0 0,0 0 0 0 0,0-1 0 0 0,1 1 0 0 0,-1-1-1 0 0,0 1 1 0 0,0-1 0 0 0,0 0 0 0 0,0 0 0 0 0,0 0 0 0 0,0 0 0 0 0,1-1 0 0 0,-1 1-1 0 0,0-1 1 0 0,0 1 0 0 0,0-1 0 0 0,0 1 0 0 0,0-1 0 0 0,0 0 0 0 0,0 0-1 0 0,3-2 1 0 0,4-3-75 0 0,1 1 1 0 0,-1-1-1 0 0,0-1 0 0 0,-1 0 0 0 0,0 0 0 0 0,0-1 0 0 0,0 0 0 0 0,12-17 0 0 0,3-9-33 0 0,20-38-1 0 0,-28 46 76 0 0,34-60 263 0 0,-49 86-217 0 0,0-1 0 0 0,0 1 0 0 0,0 0 0 0 0,0-1-1 0 0,1 1 1 0 0,-1 0 0 0 0,0-1 0 0 0,0 1 0 0 0,0 0 0 0 0,0 0 0 0 0,0-1 0 0 0,0 1 0 0 0,1 0-1 0 0,-1-1 1 0 0,0 1 0 0 0,0 0 0 0 0,1 0 0 0 0,-1 0 0 0 0,0-1 0 0 0,0 1 0 0 0,1 0 0 0 0,-1 0-1 0 0,0 0 1 0 0,0-1 0 0 0,1 1 0 0 0,-1 0 0 0 0,0 0 0 0 0,1 0 0 0 0,-1 0 0 0 0,0 0 0 0 0,1 0 0 0 0,-1 0-1 0 0,0 0 1 0 0,1 0 0 0 0,-1 0 0 0 0,0 0 0 0 0,1 0 0 0 0,-1 0 0 0 0,0 0 0 0 0,1 0 0 0 0,-1 0-1 0 0,0 0 1 0 0,1 0 0 0 0,-1 0 0 0 0,0 0 0 0 0,0 1 0 0 0,1-1 0 0 0,-1 0 0 0 0,0 0 0 0 0,1 0-1 0 0,-1 0 1 0 0,1 1 0 0 0,6 14 51 0 0,-6 5 30 0 0,-1 1 1 0 0,0-1 0 0 0,-1 0 0 0 0,-6 26-1 0 0,3-18-1116 0 0,0 33-1 0 0,2-30-1592 0 0,0-3-5826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1700 0 0,'2'-4'575'0'0,"12"-22"2437"0"0,1 0 0 0 0,20-23 0 0 0,-32 43-2680 0 0,1 1 0 0 0,0 0 1 0 0,1 1-1 0 0,-1-1 0 0 0,1 1 1 0 0,0 0-1 0 0,0 0 0 0 0,1 0 1 0 0,-1 1-1 0 0,1 0 0 0 0,-1 0 1 0 0,1 0-1 0 0,0 0 0 0 0,0 1 1 0 0,11-2-1 0 0,-13 3-192 0 0,1 1-1 0 0,-1 0 1 0 0,0 1 0 0 0,1-1-1 0 0,-1 1 1 0 0,0 0 0 0 0,0 0-1 0 0,1 0 1 0 0,-1 0 0 0 0,0 1-1 0 0,0-1 1 0 0,0 1 0 0 0,-1 0-1 0 0,1 1 1 0 0,0-1-1 0 0,-1 0 1 0 0,1 1 0 0 0,-1 0-1 0 0,0 0 1 0 0,0 0 0 0 0,0 0-1 0 0,0 1 1 0 0,-1-1 0 0 0,1 1-1 0 0,-1-1 1 0 0,0 1 0 0 0,3 8-1 0 0,-1-3 65 0 0,0 0 0 0 0,-1 1 0 0 0,0 0-1 0 0,-1-1 1 0 0,0 1 0 0 0,0 0 0 0 0,-1 0 0 0 0,0 0-1 0 0,-1 0 1 0 0,-2 19 0 0 0,1-20-57 0 0,-2 1 1 0 0,1-1-1 0 0,-1 0 0 0 0,0 0 0 0 0,-1 0 1 0 0,0-1-1 0 0,0 1 0 0 0,-1-1 0 0 0,0 0 0 0 0,0 0 1 0 0,-8 7-1 0 0,13-14-114 0 0,-1-1 0 0 0,1 1 0 0 0,-1 0 1 0 0,1-1-1 0 0,-1 1 0 0 0,0-1 0 0 0,1 1 0 0 0,-1-1 1 0 0,0 0-1 0 0,1 1 0 0 0,-1-1 0 0 0,0 0 0 0 0,1 1 0 0 0,-1-1 1 0 0,0 0-1 0 0,0 0 0 0 0,-1 1 0 0 0,2-2-26 0 0,-1 1 1 0 0,1 0-1 0 0,0 0 0 0 0,-1 0 1 0 0,1 0-1 0 0,0 0 0 0 0,-1-1 0 0 0,1 1 1 0 0,0 0-1 0 0,-1 0 0 0 0,1-1 1 0 0,0 1-1 0 0,-1 0 0 0 0,1 0 1 0 0,0-1-1 0 0,0 1 0 0 0,-1 0 0 0 0,1-1 1 0 0,0 1-1 0 0,0 0 0 0 0,0-1 1 0 0,0 1-1 0 0,-1-1 0 0 0,1 1 1 0 0,0-3 5 0 0,-1 1 0 0 0,1 0 0 0 0,0 0 1 0 0,0 0-1 0 0,-1 0 0 0 0,1-1 1 0 0,1 1-1 0 0,-1 0 0 0 0,0 0 1 0 0,1-2-1 0 0,2-5-13 0 0,0 1 0 0 0,0 0 0 0 0,1 0 0 0 0,0 0 0 0 0,1 1 0 0 0,0 0 0 0 0,0-1 0 0 0,0 2 0 0 0,1-1 0 0 0,0 0 0 0 0,0 1 0 0 0,1 1 0 0 0,-1-1 0 0 0,1 1 0 0 0,15-9 0 0 0,-11 9-8 0 0,0 0-1 0 0,1 0 0 0 0,-1 1 0 0 0,1 0 0 0 0,0 1 0 0 0,0 1 0 0 0,0 0 0 0 0,1 0 0 0 0,-1 2 1 0 0,21 0-1 0 0,-3 1 79 0 0,27 2-526 0 0,58-4 0 0 0,-99 0 222 0 0,-1-1 1 0 0,1 0 0 0 0,-1-1 0 0 0,0-1 0 0 0,0 0-1 0 0,0-1 1 0 0,0-1 0 0 0,23-12 0 0 0,-31 13 146 0 0,1-1 0 0 0,-1 0 0 0 0,0 0 0 0 0,0 0 0 0 0,-1-1 0 0 0,0 0 0 0 0,0-1 0 0 0,8-14 1 0 0,-11 18 53 0 0,0-1 0 0 0,-1 1 0 0 0,0-1 0 0 0,0 0 0 0 0,0 0 0 0 0,0 0 0 0 0,-1 0 0 0 0,0 0 1 0 0,0 0-1 0 0,0 0 0 0 0,-1 0 0 0 0,0-1 0 0 0,0 1 0 0 0,0 0 0 0 0,0 0 0 0 0,-1 0 0 0 0,-1-6 1 0 0,1 10 24 0 0,1 0 0 0 0,-1 0 1 0 0,1 0-1 0 0,-1 0 0 0 0,0 0 0 0 0,1 0 1 0 0,-1 0-1 0 0,0 0 0 0 0,0 0 1 0 0,0 0-1 0 0,0 0 0 0 0,0 1 1 0 0,0-1-1 0 0,0 0 0 0 0,0 1 0 0 0,0-1 1 0 0,0 1-1 0 0,0-1 0 0 0,0 1 1 0 0,0-1-1 0 0,0 1 0 0 0,-1 0 1 0 0,-1-1-1 0 0,-27 2-56 0 0,23 0 78 0 0,0 1 1 0 0,0 1-1 0 0,1-1 1 0 0,-1 1-1 0 0,0 0 1 0 0,1 0-1 0 0,0 1 1 0 0,0 0-1 0 0,-10 8 0 0 0,-3 6 369 0 0,-23 24-1 0 0,36-36-268 0 0,-19 23 315 0 0,1 1 0 0 0,2 1 0 0 0,0 1 0 0 0,3 0 1 0 0,-32 71-1 0 0,50-101-409 0 0,0 1 0 0 0,0-1 0 0 0,0 1 0 0 0,0-1 1 0 0,0 1-1 0 0,1-1 0 0 0,-1 1 0 0 0,1-1 0 0 0,-1 1 1 0 0,1 0-1 0 0,0-1 0 0 0,0 1 0 0 0,0 0 0 0 0,1-1 1 0 0,-1 1-1 0 0,0 0 0 0 0,1-1 0 0 0,0 1 0 0 0,0-1 1 0 0,0 1-1 0 0,0-1 0 0 0,0 1 0 0 0,0-1 1 0 0,1 0-1 0 0,2 4 0 0 0,-1-4-181 0 0,0 1 1 0 0,0-1-1 0 0,0 0 0 0 0,0 0 1 0 0,0 0-1 0 0,1-1 0 0 0,-1 1 1 0 0,1-1-1 0 0,-1 0 0 0 0,1 0 1 0 0,0 0-1 0 0,-1 0 1 0 0,1-1-1 0 0,0 1 0 0 0,0-1 1 0 0,-1 0-1 0 0,6-1 0 0 0,7 0-1253 0 0,0-1 0 0 0,-1 0 0 0 0,1-1 0 0 0,22-8 0 0 0,3-6-4011 0 0,-5-1-1719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86 96 0 0,'70'-83'15273'0'0,"-78"81"-14222"0"0,7 2-1012 0 0,0 0-1 0 0,1 0 0 0 0,-1-1 1 0 0,0 1-1 0 0,1 0 1 0 0,-1 0-1 0 0,0 0 1 0 0,1 0-1 0 0,-1 0 1 0 0,0 0-1 0 0,0 0 1 0 0,1 1-1 0 0,-1-1 0 0 0,0 0 1 0 0,1 0-1 0 0,-1 0 1 0 0,0 1-1 0 0,1-1 1 0 0,-1 0-1 0 0,1 1 1 0 0,-1-1-1 0 0,0 0 0 0 0,0 1 1 0 0,-12 7 150 0 0,0 1 1 0 0,0 1-1 0 0,1-1 1 0 0,0 2-1 0 0,1 0 0 0 0,0 0 1 0 0,0 1-1 0 0,2 0 1 0 0,-13 20-1 0 0,21-30-170 0 0,1 1 0 0 0,-1-1-1 0 0,1 1 1 0 0,0 0 0 0 0,-1-1-1 0 0,1 1 1 0 0,0 0 0 0 0,1-1 0 0 0,-1 1-1 0 0,0 0 1 0 0,1-1 0 0 0,0 1 0 0 0,-1-1-1 0 0,1 1 1 0 0,0-1 0 0 0,0 1 0 0 0,1-1-1 0 0,-1 0 1 0 0,0 1 0 0 0,1-1-1 0 0,2 4 1 0 0,8 7-2 0 0,0-1-1 0 0,1 0 0 0 0,15 11 1 0 0,24 23-14 0 0,-47-41 176 0 0,0 0 1 0 0,-1 0-1 0 0,0 1 0 0 0,-1-1 0 0 0,1 1 0 0 0,-1 0 0 0 0,0 0 0 0 0,2 7 1 0 0,-5-11-94 0 0,1-1 1 0 0,-1 1 0 0 0,0 0-1 0 0,0-1 1 0 0,0 1 0 0 0,0-1-1 0 0,-1 1 1 0 0,1-1-1 0 0,0 1 1 0 0,-1-1 0 0 0,1 1-1 0 0,-1-1 1 0 0,1 1 0 0 0,-1-1-1 0 0,0 1 1 0 0,0-1 0 0 0,0 0-1 0 0,0 1 1 0 0,0-1 0 0 0,0 0-1 0 0,-1 2 1 0 0,-25 20 938 0 0,16-17-843 0 0,1 0-1 0 0,-1 0 1 0 0,0-1-1 0 0,-1-1 1 0 0,1 0-1 0 0,-1 0 1 0 0,0-1 0 0 0,0-1-1 0 0,0 0 1 0 0,-23 1-1 0 0,28-3-328 0 0,1 0 0 0 0,-1-1-1 0 0,0 0 1 0 0,1 0 0 0 0,0-1 0 0 0,-1 1-1 0 0,1-1 1 0 0,0-1 0 0 0,-10-4 0 0 0,12 4-331 0 0,0 1 1 0 0,0-1 0 0 0,0 0-1 0 0,0-1 1 0 0,1 1 0 0 0,-1 0 0 0 0,1-1-1 0 0,0 0 1 0 0,0 0 0 0 0,0 0 0 0 0,1 0-1 0 0,0-1 1 0 0,-1 1 0 0 0,-1-5 0 0 0,3 5-548 0 0,0 0 1 0 0,1 0 0 0 0,-1 1 0 0 0,1-1 0 0 0,0 0 0 0 0,0-6 0 0 0,0 6-726 0 0,0-10-4555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311 357 1992 0 0,'1'-6'1237'0'0,"0"0"-1"0"0,0 0 0 0 0,-1 0 1 0 0,0 1-1 0 0,0-1 1 0 0,-2-9-1 0 0,2 12-1025 0 0,-1 1-1 0 0,0-1 1 0 0,0 1 0 0 0,0-1 0 0 0,0 1-1 0 0,0-1 1 0 0,-1 1 0 0 0,1 0 0 0 0,-1-1 0 0 0,1 1-1 0 0,-1 0 1 0 0,0 0 0 0 0,0 0 0 0 0,0 0-1 0 0,0 1 1 0 0,0-1 0 0 0,0 0 0 0 0,-4-1-1 0 0,0 1-48 0 0,1 0-1 0 0,-1 0 1 0 0,0 1 0 0 0,1 0-1 0 0,-1 0 1 0 0,0 1-1 0 0,0-1 1 0 0,0 1-1 0 0,0 0 1 0 0,0 1-1 0 0,1-1 1 0 0,-1 1-1 0 0,0 1 1 0 0,0-1 0 0 0,1 1-1 0 0,-1 0 1 0 0,1 0-1 0 0,-1 0 1 0 0,-6 5-1 0 0,-3 2 102 0 0,0 0 0 0 0,0 1 0 0 0,2 1 0 0 0,-1 0 0 0 0,-15 17 0 0 0,23-22-215 0 0,0 1 1 0 0,1 0-1 0 0,0 0 1 0 0,0 1 0 0 0,0-1-1 0 0,1 1 1 0 0,0 0-1 0 0,0 1 1 0 0,1-1-1 0 0,0 0 1 0 0,1 1 0 0 0,-2 10-1 0 0,3-15-12 0 0,1-1 0 0 0,-1 0 0 0 0,1 0 0 0 0,0 0 0 0 0,1 1-1 0 0,-1-1 1 0 0,0 0 0 0 0,1 0 0 0 0,0 0 0 0 0,0 0 0 0 0,0 0 0 0 0,0 0-1 0 0,0 0 1 0 0,0 0 0 0 0,1 0 0 0 0,-1 0 0 0 0,1-1 0 0 0,0 1 0 0 0,4 4-1 0 0,-2-4 7 0 0,0 0 0 0 0,0 0-1 0 0,0-1 1 0 0,0 1-1 0 0,0-1 1 0 0,1 0 0 0 0,-1 0-1 0 0,1 0 1 0 0,0-1-1 0 0,-1 1 1 0 0,10 0 0 0 0,0 0 22 0 0,1-1 0 0 0,-1-1 0 0 0,1 0 0 0 0,-1-1 0 0 0,1-1 0 0 0,-1 0 0 0 0,26-8 0 0 0,-28 6-13 0 0,0-1 0 0 0,-1 0 0 0 0,1-1 0 0 0,-1-1 0 0 0,0 0 0 0 0,-1 0 0 0 0,1-1 0 0 0,-2 0 0 0 0,18-19 0 0 0,-21 20-67 0 0,0 0 1 0 0,0 0-1 0 0,-1-1 1 0 0,0 0-1 0 0,0 0 1 0 0,-1 0-1 0 0,0 0 1 0 0,-1-1-1 0 0,1 0 1 0 0,-2 1-1 0 0,1-1 1 0 0,-1 0-1 0 0,-1 0 1 0 0,1-14-1 0 0,-2 19 4 0 0,0 1 0 0 0,0-1 0 0 0,0 1 0 0 0,-1-1 0 0 0,1 0 0 0 0,-1 1-1 0 0,0-1 1 0 0,0 1 0 0 0,-1 0 0 0 0,1-1 0 0 0,-1 1 0 0 0,1 0 0 0 0,-1 0-1 0 0,0 0 1 0 0,0 0 0 0 0,-1 0 0 0 0,1 1 0 0 0,-1-1 0 0 0,-2-3 0 0 0,1 4-3 0 0,0-1 0 0 0,0 1-1 0 0,0 0 1 0 0,0 0 0 0 0,0 0 0 0 0,-1 0 0 0 0,1 1 0 0 0,0 0 0 0 0,-1 0 0 0 0,1 0 0 0 0,-1 0 0 0 0,0 1 0 0 0,-7 0 0 0 0,7 0 12 0 0,-1 0-1 0 0,0 1 1 0 0,1 0 0 0 0,-1 0 0 0 0,0 0 0 0 0,1 1 0 0 0,-1 0 0 0 0,1 0 0 0 0,0 0 0 0 0,0 1-1 0 0,-5 3 1 0 0,6-4 20 0 0,1 1-1 0 0,0-1 0 0 0,0 1 1 0 0,0-1-1 0 0,1 1 0 0 0,-1 0 1 0 0,1 0-1 0 0,-1 0 0 0 0,1 1 1 0 0,0-1-1 0 0,0 1 0 0 0,0-1 1 0 0,1 1-1 0 0,-1-1 0 0 0,1 1 1 0 0,-2 6-1 0 0,3-8-8 0 0,0 0-1 0 0,-1 1 1 0 0,1-1 0 0 0,0 0-1 0 0,0 0 1 0 0,1 0 0 0 0,-1 0-1 0 0,0 0 1 0 0,1 0 0 0 0,-1 0-1 0 0,1 0 1 0 0,-1 0 0 0 0,1 0 0 0 0,0 0-1 0 0,0 0 1 0 0,0 0 0 0 0,2 3-1 0 0,0-2 2 0 0,0 0 0 0 0,0 0 0 0 0,-1-1 0 0 0,1 1 0 0 0,1-1-1 0 0,-1 0 1 0 0,0 0 0 0 0,1 0 0 0 0,3 1 0 0 0,6 2 5 0 0,1 0 0 0 0,-1-1 0 0 0,1-1 0 0 0,18 2 0 0 0,-11-3-19 0 0,1 0-1 0 0,0-2 0 0 0,0-1 1 0 0,0 0-1 0 0,0-2 0 0 0,0 0 1 0 0,-1-2-1 0 0,0 0 1 0 0,37-15-1 0 0,-30 8 4 0 0,0-1 0 0 0,-2-2 0 0 0,1 0 0 0 0,-2-2 0 0 0,0-1 0 0 0,33-31 0 0 0,139-159-160 0 0,-183 191 66 0 0,-13 15 224 0 0,-2 4 10 0 0,-8 10 343 0 0,0 0 1 0 0,1 0-1 0 0,1 1 1 0 0,-11 24-1 0 0,-19 64 1415 0 0,18-47-1153 0 0,-150 485 2194 0 0,33 8-272 0 0,114-457-2665 0 0,-21 99 0 0 0,42-186 0 0 0,-6 29 0 0 0,4-18 0 0 0,3-4 0 0 0,5-2 0 0 0,5-4 0 0 0,6-4 0 0 0,-8-1 0 0 0,0-1 0 0 0,0 0 0 0 0,-1 0 0 0 0,1-1 0 0 0,-1 0 0 0 0,0-1 0 0 0,0 1 0 0 0,10-8 0 0 0,2-3 0 0 0,28-23 0 0 0,-34 25 0 0 0,-1 0 0 0 0,0-1 0 0 0,0 0 0 0 0,-1-1 0 0 0,-1 0 0 0 0,-1 0 0 0 0,9-18 0 0 0,-14 24 0 0 0,0 0 0 0 0,-1-1 0 0 0,0 1 0 0 0,-1-1 0 0 0,0 0 0 0 0,-1 0 0 0 0,1 0 0 0 0,-2 0 0 0 0,1 0 0 0 0,-1 0 0 0 0,-1 0 0 0 0,1 0 0 0 0,-1 0 0 0 0,-1 0 0 0 0,-3-12 0 0 0,-2 3 0 0 0,0 1 0 0 0,-1-1 0 0 0,-1 1 0 0 0,-1 1 0 0 0,0 0 0 0 0,-1 0 0 0 0,-1 1 0 0 0,-21-22 0 0 0,-13-7 0 0 0,-61-46 0 0 0,15 22 0 0 0,-33-28 0 0 0,123 95 0 0 0,1 0 1 0 0,-1 0-1 0 0,1 0 1 0 0,-1-1-1 0 0,1 1 0 0 0,0 0 1 0 0,0-1-1 0 0,0 1 0 0 0,0-1 1 0 0,0 1-1 0 0,0-1 1 0 0,0 1-1 0 0,0-1 0 0 0,1 1 1 0 0,-1-1-1 0 0,1 0 1 0 0,-1 0-1 0 0,1 1 0 0 0,-1-1 1 0 0,1 0-1 0 0,0 0 0 0 0,0 1 1 0 0,0-1-1 0 0,0 0 1 0 0,0 0-1 0 0,0 0 0 0 0,1 1 1 0 0,-1-1-1 0 0,1 0 0 0 0,-1 0 1 0 0,1 1-1 0 0,-1-1 1 0 0,1 1-1 0 0,0-1 0 0 0,0 0 1 0 0,0 1-1 0 0,0-1 1 0 0,0 1-1 0 0,0 0 0 0 0,0-1 1 0 0,1 1-1 0 0,-1 0 0 0 0,3-2 1 0 0,7-6-12 0 0,0 1 1 0 0,0 0-1 0 0,1 1 0 0 0,21-9 1 0 0,-20 9-23 0 0,68-31-2327 0 0,1 3-1 0 0,105-28 1 0 0,-4 14-3392 0 0,1 8-4005 0 0,-102 25 2053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312 372 2084 0 0,'-3'-11'5235'0'0,"3"8"-3838"0"0,-1-1 0 0 0,1 0 0 0 0,-1 0 0 0 0,0 1 1 0 0,0-1-1 0 0,-3-8 2007 0 0,-5 33-2195 0 0,9-19-1174 0 0,3 35 423 0 0,-3-35-440 0 0,1 0-1 0 0,-1 0 1 0 0,1 0 0 0 0,-1 0-1 0 0,1-1 1 0 0,0 1 0 0 0,0 0 0 0 0,0 0-1 0 0,0-1 1 0 0,0 1 0 0 0,0 0-1 0 0,0-1 1 0 0,1 1 0 0 0,-1-1-1 0 0,1 0 1 0 0,-1 1 0 0 0,2 0 0 0 0,-1-1-11 0 0,0 0 1 0 0,0 0 0 0 0,0-1-1 0 0,0 1 1 0 0,0-1 0 0 0,0 1 0 0 0,0-1-1 0 0,0 0 1 0 0,0 0 0 0 0,1 1-1 0 0,-1-2 1 0 0,0 1 0 0 0,0 0 0 0 0,0 0-1 0 0,0-1 1 0 0,0 1 0 0 0,0-1-1 0 0,0 1 1 0 0,0-1 0 0 0,0 0-1 0 0,0 0 1 0 0,-1 0 0 0 0,1 0 0 0 0,0 0-1 0 0,0 0 1 0 0,-1-1 0 0 0,1 1-1 0 0,-1-1 1 0 0,2-1 0 0 0,2-1-5 0 0,-1 0 0 0 0,0-1 0 0 0,-1 0 1 0 0,1 1-1 0 0,-1-1 0 0 0,0-1 0 0 0,0 1 1 0 0,-1 0-1 0 0,3-7 0 0 0,-4 8-21 0 0,0 0 1 0 0,0 0-1 0 0,0 0 1 0 0,-1 0-1 0 0,0 0 1 0 0,1 0-1 0 0,-2-1 1 0 0,1 1-1 0 0,0 0 0 0 0,-1 0 1 0 0,0 0-1 0 0,0 0 1 0 0,0 0-1 0 0,0 0 1 0 0,0 0-1 0 0,-1 1 1 0 0,0-1-1 0 0,-2-4 0 0 0,2 6-1 0 0,0-1 0 0 0,0 1 0 0 0,0 0-1 0 0,0 0 1 0 0,0 0 0 0 0,0 0 0 0 0,-1 0-1 0 0,1 0 1 0 0,-1 1 0 0 0,1-1 0 0 0,-1 1-1 0 0,1 0 1 0 0,-1 0 0 0 0,0 0 0 0 0,0 0-1 0 0,0 0 1 0 0,1 0 0 0 0,-1 1 0 0 0,0 0-1 0 0,0-1 1 0 0,0 1 0 0 0,0 0 0 0 0,0 0-1 0 0,0 1 1 0 0,0-1 0 0 0,-3 1 0 0 0,-8 3-10 0 0,-1 0 1 0 0,1 1-1 0 0,1 1 1 0 0,-1 0-1 0 0,1 1 1 0 0,0 0-1 0 0,0 1 1 0 0,1 1 0 0 0,0 0-1 0 0,-18 18 1 0 0,10-7 18 0 0,1 1 0 0 0,1 1 0 0 0,0 0 0 0 0,-23 43 1 0 0,34-52 16 0 0,0 0 1 0 0,1 0 0 0 0,0 0 0 0 0,1 1 0 0 0,1 0 0 0 0,0 0 0 0 0,-3 22 0 0 0,7-32-4 0 0,-1 0 1 0 0,1 0 0 0 0,0 0-1 0 0,0 0 1 0 0,1-1-1 0 0,-1 1 1 0 0,1 0 0 0 0,0 0-1 0 0,-1-1 1 0 0,2 1-1 0 0,-1 0 1 0 0,0-1 0 0 0,1 1-1 0 0,0-1 1 0 0,0 1-1 0 0,0-1 1 0 0,0 0 0 0 0,0 0-1 0 0,1 0 1 0 0,-1 0 0 0 0,1 0-1 0 0,0-1 1 0 0,0 1-1 0 0,0-1 1 0 0,0 0 0 0 0,0 0-1 0 0,0 0 1 0 0,1 0-1 0 0,-1 0 1 0 0,1-1 0 0 0,-1 0-1 0 0,8 2 1 0 0,2 0 5 0 0,-1-1 0 0 0,1 0 0 0 0,0-1 0 0 0,-1 0 1 0 0,1-1-1 0 0,0-1 0 0 0,22-3 0 0 0,-8-1-6 0 0,-2-1-1 0 0,44-16 1 0 0,-42 11-138 0 0,-1-1-1 0 0,-1-2 1 0 0,0 0 0 0 0,-1-2-1 0 0,0-1 1 0 0,-1 0 0 0 0,-1-2-1 0 0,-1-1 1 0 0,-1 0 0 0 0,24-32-1 0 0,-15 13-99 0 0,-2-1 0 0 0,-2-1 0 0 0,-2-2 0 0 0,-1 0 0 0 0,21-63 0 0 0,-24 58 144 0 0,-10 28 14 0 0,-1 0 0 0 0,-1 0 0 0 0,6-32 0 0 0,-13 50 52 0 0,-8 11 182 0 0,0 1-1 0 0,1-1 1 0 0,0 1-1 0 0,1 0 1 0 0,0 1-1 0 0,-5 12 0 0 0,-24 73 805 0 0,26-72-792 0 0,-46 173 914 0 0,47-160-963 0 0,3-1 0 0 0,0 2 0 0 0,2 54 0 0 0,4-81-96 0 0,-1-1 0 0 0,2 1 0 0 0,-1 0 0 0 0,2-1 0 0 0,-1 0 0 0 0,1 1 0 0 0,1-1 0 0 0,0 0 0 0 0,0 0 0 0 0,10 15 0 0 0,-11-21-15 0 0,0-1-1 0 0,-1 1 0 0 0,2-1 0 0 0,-1 1 0 0 0,0-1 0 0 0,1 0 0 0 0,-1 0 0 0 0,1-1 0 0 0,0 1 0 0 0,0-1 0 0 0,0 1 1 0 0,0-2-1 0 0,0 1 0 0 0,1 0 0 0 0,-1-1 0 0 0,1 1 0 0 0,-1-1 0 0 0,1 0 0 0 0,-1-1 0 0 0,1 1 0 0 0,-1-1 0 0 0,1 0 1 0 0,0 0-1 0 0,-1-1 0 0 0,1 1 0 0 0,-1-1 0 0 0,7-1 0 0 0,3-3-49 0 0,-1 1-1 0 0,1-2 1 0 0,-1 0-1 0 0,0 0 1 0 0,0-1 0 0 0,-1-1-1 0 0,0 0 1 0 0,0-1-1 0 0,-1 0 1 0 0,0-1 0 0 0,-1 0-1 0 0,13-16 1 0 0,0-2-68 0 0,-3 0 0 0 0,0-1 0 0 0,-2-2 1 0 0,15-31-1 0 0,-27 50 81 0 0,0 1 0 0 0,-1-1 0 0 0,-1 0 0 0 0,0-1 1 0 0,0 1-1 0 0,3-26 0 0 0,-7 37 22 0 0,0 0 0 0 0,1 0-1 0 0,-1 0 1 0 0,0 0 0 0 0,0 0 0 0 0,0 0 0 0 0,-1 0 0 0 0,1 0-1 0 0,0 0 1 0 0,0 0 0 0 0,-1 0 0 0 0,1 0 0 0 0,0 0 0 0 0,-1 0-1 0 0,1 0 1 0 0,-1 0 0 0 0,1 0 0 0 0,-1 0 0 0 0,0 0-1 0 0,1 0 1 0 0,-1 0 0 0 0,0 0 0 0 0,0 1 0 0 0,1-1 0 0 0,-3-1-1 0 0,2 2 5 0 0,-1 0-1 0 0,1 0 0 0 0,0 0 0 0 0,-1-1 0 0 0,1 2 1 0 0,-1-1-1 0 0,1 0 0 0 0,0 0 0 0 0,-1 0 0 0 0,1 1 0 0 0,0-1 1 0 0,-1 0-1 0 0,1 1 0 0 0,0-1 0 0 0,-1 1 0 0 0,-1 1 0 0 0,-4 2 28 0 0,0 1 0 0 0,0 0 0 0 0,1 0 1 0 0,0 1-1 0 0,-8 7 0 0 0,-1 6 79 0 0,0 1 1 0 0,2 0-1 0 0,0 1 1 0 0,-11 25 0 0 0,19-37-79 0 0,1 0 0 0 0,1 0 0 0 0,-1 1 1 0 0,2-1-1 0 0,-1 1 0 0 0,1 0 0 0 0,1 0 0 0 0,0 0 1 0 0,0 0-1 0 0,1 0 0 0 0,0 0 0 0 0,3 17 1 0 0,-2-23-15 0 0,0-1 0 0 0,0 1 0 0 0,0-1 0 0 0,0 1 0 0 0,1-1 1 0 0,0 0-1 0 0,-1 0 0 0 0,1 0 0 0 0,0 0 0 0 0,0 0 0 0 0,1 0 0 0 0,-1-1 1 0 0,1 1-1 0 0,-1-1 0 0 0,1 1 0 0 0,0-1 0 0 0,4 3 0 0 0,-2-3-53 0 0,0 0-1 0 0,-1 0 1 0 0,1 0-1 0 0,0-1 0 0 0,1 0 1 0 0,-1 0-1 0 0,0 0 1 0 0,0 0-1 0 0,0-1 1 0 0,11 0-1 0 0,-4-1-151 0 0,0-1 0 0 0,1-1 0 0 0,-1 1 1 0 0,0-2-1 0 0,0 0 0 0 0,-1 0 0 0 0,1-1 0 0 0,-1 0 0 0 0,14-10 0 0 0,-7 2-89 0 0,0-1-1 0 0,-1-1 0 0 0,30-32 0 0 0,36-59-152 0 0,-53 66 323 0 0,-16 21 65 0 0,-9 11-6 0 0,1 1-1 0 0,0 0 1 0 0,11-12-1 0 0,-15 18 33 0 0,-1 1 22 0 0,0 0 1 0 0,0 1-1 0 0,0-1 1 0 0,0 1-1 0 0,0-1 1 0 0,0 1-1 0 0,0-1 1 0 0,0 1-1 0 0,-1 0 1 0 0,1-1-1 0 0,0 1 1 0 0,0 0-1 0 0,0 0 1 0 0,-1 0-1 0 0,1-1 1 0 0,-1 1-1 0 0,1 0 1 0 0,0 0-1 0 0,-1 0 1 0 0,1 0-1 0 0,-1 0 1 0 0,0 0-1 0 0,1 0 1 0 0,-1 0-1 0 0,0 0 1 0 0,0 0-1 0 0,0 1 1 0 0,0-1-1 0 0,0 0 1 0 0,0 0-1 0 0,0 2 1 0 0,0 35 390 0 0,-4-1 148 0 0,-1 0 1 0 0,-2-1-1 0 0,-2 1 1 0 0,-24 63 0 0 0,32-96-374 0 0,-2 0 1 0 0,1-1 0 0 0,0 1 0 0 0,-1-1-1 0 0,0 1 1 0 0,0-1 0 0 0,-3 3 0 0 0,4-4-29 0 0,-13-2 118 0 0,14-1-255 0 0,0-1 0 0 0,0 1 1 0 0,0-1-1 0 0,0 1 1 0 0,0-1-1 0 0,1 1 0 0 0,-1-1 1 0 0,0 1-1 0 0,1-1 1 0 0,-1 0-1 0 0,1 1 0 0 0,0-1 1 0 0,-1 0-1 0 0,1 1 1 0 0,0-1-1 0 0,0-2 0 0 0,0-1-11 0 0,1 0-1 0 0,0 0 1 0 0,0 0-1 0 0,0 0 1 0 0,3-8-1 0 0,1-1-66 0 0,2 1 0 0 0,0-1 1 0 0,9-12-1 0 0,-9 15 29 0 0,1 1 0 0 0,1 0 0 0 0,0 0 0 0 0,0 1 0 0 0,1 0 1 0 0,0 1-1 0 0,1 0 0 0 0,-1 1 0 0 0,2 0 0 0 0,-1 0 0 0 0,1 1 0 0 0,0 1 0 0 0,23-8 0 0 0,-30 12 39 0 0,0 0 0 0 0,-1 0 0 0 0,1 0 1 0 0,0 1-1 0 0,0 0 0 0 0,0 0 0 0 0,0 0 0 0 0,-1 0 0 0 0,1 1 0 0 0,0 0 0 0 0,0 0 0 0 0,-1 0 0 0 0,1 1 0 0 0,-1-1 0 0 0,1 1 0 0 0,-1 0 0 0 0,1 0 0 0 0,-1 1 1 0 0,0 0-1 0 0,0-1 0 0 0,0 1 0 0 0,-1 0 0 0 0,1 1 0 0 0,-1-1 0 0 0,1 1 0 0 0,-1-1 0 0 0,0 1 0 0 0,4 7 0 0 0,-1-1 10 0 0,0 0 0 0 0,-1 0 0 0 0,0 0 0 0 0,-1 1-1 0 0,0 0 1 0 0,-1 0 0 0 0,0 0 0 0 0,0 0 0 0 0,-1 0-1 0 0,1 24 1 0 0,-3-34 1 0 0,0 2 11 0 0,0 0 0 0 0,0 0 0 0 0,0 1 0 0 0,0-1 0 0 0,-1 0 0 0 0,1 0 0 0 0,-1 1 0 0 0,0-1 0 0 0,0 0 0 0 0,0 0 0 0 0,0 0 1 0 0,-3 4-1 0 0,3-6 26 0 0,-1 1 1 0 0,-5 0 0 0 0,7-2-41 0 0,0-1-1 0 0,0 1 1 0 0,0 0-1 0 0,-1 0 1 0 0,1-1-1 0 0,0 1 1 0 0,0 0 0 0 0,0-1-1 0 0,0 1 1 0 0,0 0-1 0 0,0-1 1 0 0,0 1-1 0 0,0 0 1 0 0,-1-1-1 0 0,1 1 1 0 0,0 0-1 0 0,0-1 1 0 0,1 1 0 0 0,-1 0-1 0 0,0-1 1 0 0,0 1-1 0 0,0 0 1 0 0,0-1-1 0 0,0 1 1 0 0,0 0-1 0 0,0 0 1 0 0,0-1 0 0 0,1 1-1 0 0,-1-1 1 0 0,6-17-22 0 0,0 0 0 0 0,2 1 0 0 0,0-1 1 0 0,1 2-1 0 0,1-1 0 0 0,0 1 0 0 0,1 1 1 0 0,1-1-1 0 0,1 2 0 0 0,0 0 0 0 0,0 1 1 0 0,1 0-1 0 0,1 1 0 0 0,0 0 0 0 0,1 1 1 0 0,21-10-1 0 0,-35 19 15 0 0,1 1-1 0 0,-1 0 1 0 0,1 0 0 0 0,-1 0-1 0 0,1 1 1 0 0,-1-1 0 0 0,1 0-1 0 0,0 1 1 0 0,-1 0 0 0 0,1 0-1 0 0,0-1 1 0 0,0 2 0 0 0,-1-1-1 0 0,1 0 1 0 0,0 0 0 0 0,-1 1-1 0 0,1 0 1 0 0,0-1 0 0 0,-1 1-1 0 0,1 0 1 0 0,-1 0 0 0 0,0 1-1 0 0,3 0 1 0 0,-3-1 6 0 0,-1 0 0 0 0,0 0 0 0 0,0 0 0 0 0,0 0 0 0 0,-1 0 0 0 0,1 1 0 0 0,0-1 0 0 0,0 0 0 0 0,-1 0 0 0 0,1 0 0 0 0,0 1 0 0 0,-1-1 0 0 0,1 0-1 0 0,-1 1 1 0 0,0-1 0 0 0,1 0 0 0 0,-1 1 0 0 0,0 1 0 0 0,1 29 47 0 0,-1-24-41 0 0,-1 8 37 0 0,0 0 0 0 0,-2 0 0 0 0,-8 29 1 0 0,6-26-245 0 0,1 0 0 0 0,-3 22 0 0 0,7-38-28 0 0,0 0-1 0 0,0-1 1 0 0,0 1 0 0 0,0-1 0 0 0,1 1-1 0 0,-1-1 1 0 0,1 1 0 0 0,-1-1 0 0 0,1 1-1 0 0,0-1 1 0 0,0 1 0 0 0,0-1 0 0 0,0 0-1 0 0,0 0 1 0 0,1 1 0 0 0,-1-1 0 0 0,1 0-1 0 0,-1 0 1 0 0,3 2 0 0 0,-2-2-545 0 0,1-1 1 0 0,-1 1-1 0 0,1 0 0 0 0,-1-1 0 0 0,1 1 1 0 0,-1-1-1 0 0,1 0 0 0 0,0 0 1 0 0,5 2-1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142 551 20 0 0,'8'-12'5936'0'0,"2"0"-2260"0"0,-1 2 2235 0 0,1 27-3997 0 0,-9-14-1907 0 0,0-1 127 0 0,0-1-97 0 0,0 0-1 0 0,0-1 1 0 0,0 1 0 0 0,0 0-1 0 0,1 0 1 0 0,-1-1-1 0 0,0 1 1 0 0,1-1 0 0 0,-1 1-1 0 0,0-1 1 0 0,1 0-1 0 0,-1 1 1 0 0,1-1 0 0 0,-1 0-1 0 0,1 0 1 0 0,-1 0-1 0 0,2 0 1 0 0,1 0-16 0 0,0-1 0 0 0,0 0 0 0 0,0 0 0 0 0,0 0 0 0 0,0 0 0 0 0,0 0-1 0 0,0-1 1 0 0,-1 0 0 0 0,1 1 0 0 0,-1-2 0 0 0,1 1 0 0 0,-1 0 0 0 0,1-1 0 0 0,-1 1 0 0 0,0-1 0 0 0,4-5 0 0 0,-4 4-18 0 0,1-1 1 0 0,-1 0 0 0 0,-1 0 0 0 0,1 0 0 0 0,-1 0 0 0 0,0-1 0 0 0,0 1 0 0 0,0-1 0 0 0,-1 1-1 0 0,0-1 1 0 0,0 1 0 0 0,0-7 0 0 0,0 6-12 0 0,-1 0 0 0 0,0-1 0 0 0,0 1 0 0 0,-2-10 0 0 0,2 14 3 0 0,-1 0-1 0 0,1 1 0 0 0,-1-1 0 0 0,1 0 1 0 0,-1 1-1 0 0,0-1 0 0 0,0 0 1 0 0,0 1-1 0 0,0-1 0 0 0,0 1 0 0 0,0-1 1 0 0,0 1-1 0 0,0 0 0 0 0,0 0 1 0 0,-1-1-1 0 0,1 1 0 0 0,-1 0 1 0 0,1 0-1 0 0,-1 0 0 0 0,1 0 0 0 0,-3-1 1 0 0,-19-4-34 0 0,15 7 45 0 0,4 1-5 0 0,-5 0 66 0 0,-1 0 1 0 0,1 1-1 0 0,0 0 0 0 0,0 1 0 0 0,0-1 0 0 0,1 2 0 0 0,0-1 0 0 0,-1 2 0 0 0,2-1 0 0 0,-1 1 0 0 0,0 0 0 0 0,-10 12 0 0 0,3-3 53 0 0,1 2 0 0 0,1 0 0 0 0,0 0-1 0 0,-14 29 1 0 0,21-36-84 0 0,1 0 0 0 0,1 0 0 0 0,0 1 0 0 0,0-1-1 0 0,1 1 1 0 0,0 0 0 0 0,1 0 0 0 0,-1 18 0 0 0,3-26-46 0 0,-1 1 0 0 0,2 0-1 0 0,-1 0 1 0 0,0-1 0 0 0,1 1 0 0 0,0 0 0 0 0,0-1 0 0 0,0 1-1 0 0,0-1 1 0 0,0 1 0 0 0,1-1 0 0 0,-1 1 0 0 0,1-1 0 0 0,0 0-1 0 0,0 0 1 0 0,1 0 0 0 0,-1 0 0 0 0,0 0 0 0 0,1 0 0 0 0,0-1-1 0 0,0 1 1 0 0,0-1 0 0 0,0 0 0 0 0,0 0 0 0 0,0 0 0 0 0,0 0-1 0 0,1 0 1 0 0,6 2 0 0 0,-1-1-349 0 0,0 0 1 0 0,1-1-1 0 0,-1 0 0 0 0,1-1 0 0 0,-1 1 1 0 0,1-2-1 0 0,0 1 0 0 0,0-2 0 0 0,-1 1 1 0 0,1-1-1 0 0,0-1 0 0 0,-1 1 0 0 0,1-2 1 0 0,-1 1-1 0 0,0-1 0 0 0,0-1 0 0 0,0 0 1 0 0,0 0-1 0 0,0-1 0 0 0,-1 0 0 0 0,0 0 1 0 0,9-8-1 0 0,4-5 104 0 0,-1-1 0 0 0,-1 0 0 0 0,-1-2 1 0 0,-1 0-1 0 0,-1-1 0 0 0,24-41 0 0 0,-21 27 878 0 0,-11 21-126 0 0,0 0-1 0 0,1 1 1 0 0,1-1 0 0 0,15-16 0 0 0,-24 30-369 0 0,3 2 167 0 0,-3-1-272 0 0,-1 0-1 0 0,1 0 1 0 0,-1 0-1 0 0,1 0 0 0 0,-1 0 1 0 0,1 0-1 0 0,-1 0 1 0 0,0 0-1 0 0,1 0 0 0 0,-1 0 1 0 0,1 1-1 0 0,-1-1 1 0 0,1 0-1 0 0,-1 0 0 0 0,0 0 1 0 0,1 1-1 0 0,-1-1 1 0 0,1 0-1 0 0,-1 0 0 0 0,0 1 1 0 0,1-1-1 0 0,-1 0 1 0 0,1 1-1 0 0,2 7 244 0 0,0 0 1 0 0,-1-1-1 0 0,0 1 1 0 0,0 0-1 0 0,-1 1 1 0 0,0-1-1 0 0,0 0 1 0 0,-1 13-1 0 0,-8 72 1000 0 0,5-66-992 0 0,0-7 415 0 0,0 0-1 0 0,-6 20 0 0 0,9-40-672 0 0,0 0 0 0 0,0 1-1 0 0,0-1 1 0 0,0 0 0 0 0,0 1-1 0 0,0-1 1 0 0,0 0 0 0 0,0 0-1 0 0,0 1 1 0 0,0-1 0 0 0,0 0-1 0 0,0 1 1 0 0,-1-1 0 0 0,1 0-1 0 0,0 1 1 0 0,0-1 0 0 0,0 0-1 0 0,0 0 1 0 0,-1 1 0 0 0,1-1-1 0 0,0 0 1 0 0,0 0 0 0 0,-1 1-1 0 0,1-1 1 0 0,0 0 0 0 0,0 0-1 0 0,-1 0 1 0 0,1 1 0 0 0,0-1-1 0 0,-1 0 1 0 0,1 0 0 0 0,0 0-1 0 0,0 0 1 0 0,-1 0 0 0 0,1 0-1 0 0,0 0 1 0 0,-1 0 0 0 0,1 1 0 0 0,0-1-1 0 0,-1 0 1 0 0,1-1 0 0 0,0 1-1 0 0,-1 0 1 0 0,1 0 0 0 0,0 0-1 0 0,-1 0 1 0 0,1 0 0 0 0,0 0-1 0 0,-1 0 1 0 0,1 0 0 0 0,0 0-1 0 0,0-1 1 0 0,-1 1 0 0 0,1 0-1 0 0,0 0 1 0 0,-1 0 0 0 0,1-1-1 0 0,0 1 1 0 0,0 0 0 0 0,0 0-1 0 0,-1-1 1 0 0,1 1 0 0 0,0 0-1 0 0,0 0 1 0 0,0-1 0 0 0,0 1-1 0 0,-1 0 1 0 0,1-1 0 0 0,-9-18-2 0 0,9 14-11 0 0,0 0 0 0 0,0 0 0 0 0,0 0 1 0 0,0 0-1 0 0,1 0 0 0 0,-1 0 0 0 0,1 0 0 0 0,1 0 0 0 0,1-5 0 0 0,19-41-114 0 0,-19 44 87 0 0,8-12-49 0 0,0 0-1 0 0,2 0 1 0 0,0 1 0 0 0,1 1-1 0 0,1 0 1 0 0,0 1-1 0 0,1 1 1 0 0,1 1 0 0 0,26-18-1 0 0,-34 26 49 0 0,0 0-1 0 0,1 2 1 0 0,-1-1 0 0 0,1 1-1 0 0,0 0 1 0 0,1 1-1 0 0,-1 0 1 0 0,16-1 0 0 0,-24 3 19 0 0,1 0 1 0 0,0 1 0 0 0,-1 0 0 0 0,1 0-1 0 0,0 0 1 0 0,-1 0 0 0 0,1 0 0 0 0,-1 0 0 0 0,1 1-1 0 0,0-1 1 0 0,-1 1 0 0 0,1 0 0 0 0,-1 0 0 0 0,1 0-1 0 0,-1 0 1 0 0,0 0 0 0 0,1 0 0 0 0,-1 1 0 0 0,0-1-1 0 0,0 1 1 0 0,0-1 0 0 0,0 1 0 0 0,0 0-1 0 0,0 0 1 0 0,0 0 0 0 0,-1 0 0 0 0,1 0 0 0 0,-1 0-1 0 0,1 1 1 0 0,-1-1 0 0 0,0 0 0 0 0,0 1 0 0 0,0-1-1 0 0,0 1 1 0 0,-1-1 0 0 0,1 1 0 0 0,-1 0 0 0 0,1-1-1 0 0,-1 1 1 0 0,0 4 0 0 0,0 8 49 0 0,0-1 0 0 0,-1 1 0 0 0,-1-1 0 0 0,-1 1 0 0 0,-6 23 0 0 0,-27 66 104 0 0,12-39-67 0 0,24-64-79 0 0,0-1 0 0 0,-1 1 0 0 0,1 0 1 0 0,0-1-1 0 0,0 1 0 0 0,0 0 0 0 0,0-1 0 0 0,0 1 1 0 0,0 0-1 0 0,0 0 0 0 0,0-1 0 0 0,1 1 0 0 0,-1 0 0 0 0,0-1 1 0 0,0 1-1 0 0,0 0 0 0 0,1-1 0 0 0,-1 1 0 0 0,0 0 1 0 0,1-1-1 0 0,-1 1 0 0 0,1-1 0 0 0,-1 1 0 0 0,1-1 0 0 0,-1 1 1 0 0,1-1-1 0 0,-1 1 0 0 0,1-1 0 0 0,-1 1 0 0 0,2 0 1 0 0,0 0-23 0 0,-1 0 0 0 0,1-1-1 0 0,0 1 1 0 0,0 0 0 0 0,0-1 0 0 0,-1 1 0 0 0,1-1 0 0 0,0 0 0 0 0,0 1 0 0 0,0-1 0 0 0,0 0 0 0 0,2 0 0 0 0,7-2-195 0 0,1 0-1 0 0,-1-1 1 0 0,1-1-1 0 0,-1 0 1 0 0,0 0-1 0 0,-1-1 1 0 0,1 0-1 0 0,-1-1 1 0 0,0 0 0 0 0,0 0-1 0 0,16-15 1 0 0,5-7-209 0 0,0-2 1 0 0,25-33 0 0 0,-18 17 519 0 0,-2-2 0 0 0,-2-2 0 0 0,-3-1 1 0 0,-2-1-1 0 0,-2-2 0 0 0,38-107 0 0 0,-56 123 726 0 0,-8 38-810 0 0,-1 0-1 0 0,0 0 1 0 0,0 0-1 0 0,0-1 1 0 0,0 1-1 0 0,0 0 1 0 0,0-1-1 0 0,0 1 1 0 0,0 0-1 0 0,0 0 1 0 0,0-1-1 0 0,0 1 1 0 0,0 0-1 0 0,0 0 1 0 0,0-1-1 0 0,0 1 1 0 0,0 0-1 0 0,0-1 1 0 0,0 1-1 0 0,0 0 1 0 0,0 0-1 0 0,0-1 1 0 0,0 1 0 0 0,0 0-1 0 0,-1 0 1 0 0,1 0-1 0 0,0-1 1 0 0,0 1-1 0 0,0 0 1 0 0,0 0-1 0 0,-1-1 1 0 0,1 1-1 0 0,0 0 1 0 0,-13 14 261 0 0,-2 11 414 0 0,0 1-1 0 0,3 0 0 0 0,-12 32 0 0 0,-24 86 1510 0 0,38-110-1774 0 0,-1 2-61 0 0,-14 44 308 0 0,-24 133 0 0 0,49-211-657 0 0,-1 1-1 0 0,1-1 0 0 0,-1 1 0 0 0,1-1-1 0 0,0 1 1 0 0,0-1 0 0 0,0 1 0 0 0,0-1 0 0 0,0 1 0 0 0,0-1 0 0 0,1 1 0 0 0,-1-1 0 0 0,1 0-1 0 0,-1 1 1 0 0,1-1 0 0 0,0 1 0 0 0,2 3 0 0 0,-1-5-28 0 0,0 0 0 0 0,0 0 0 0 0,0 1 0 0 0,0-1 0 0 0,0 0 0 0 0,0-1 0 0 0,0 1 0 0 0,1 0 0 0 0,-1-1 0 0 0,0 1 0 0 0,0-1 0 0 0,1 1 0 0 0,-1-1 0 0 0,0 0 0 0 0,0 0 0 0 0,1 0 0 0 0,-1-1 0 0 0,0 1 0 0 0,0 0 0 0 0,1-1 1 0 0,-1 1-1 0 0,0-1 0 0 0,0 0 0 0 0,0 0 0 0 0,4-2 0 0 0,-1 1-77 0 0,14-6-210 0 0,0-1 0 0 0,-1 0 0 0 0,-1-2 0 0 0,1 0 0 0 0,-2-1 0 0 0,28-24 0 0 0,-12 4-94 0 0,56-69-1 0 0,-75 84 307 0 0,-1 0 1 0 0,0-1-1 0 0,17-35 1 0 0,-29 52 75 0 0,2-11-50 0 0,-3 12 64 0 0,1-1-1 0 0,-1 1 1 0 0,1-1 0 0 0,-1 1-1 0 0,0-1 1 0 0,1 1-1 0 0,-1 0 1 0 0,0-1-1 0 0,0 1 1 0 0,1 0 0 0 0,-1-1-1 0 0,0 1 1 0 0,0 0-1 0 0,1 0 1 0 0,-1 0 0 0 0,0 0-1 0 0,0 0 1 0 0,0 0-1 0 0,1 0 1 0 0,-1 0-1 0 0,0 0 1 0 0,0 0 0 0 0,1 0-1 0 0,-1 0 1 0 0,0 0-1 0 0,0 1 1 0 0,1-1-1 0 0,-1 0 1 0 0,-1 1 0 0 0,-5 2 2 0 0,0-1 1 0 0,0 1 0 0 0,0 0-1 0 0,0 1 1 0 0,1 0-1 0 0,-1 0 1 0 0,1 0 0 0 0,0 1-1 0 0,0 0 1 0 0,1 0 0 0 0,-1 1-1 0 0,1-1 1 0 0,0 1-1 0 0,-5 8 1 0 0,10-13 4 0 0,-1 1-1 0 0,0-1 1 0 0,1 1 0 0 0,-1-1-1 0 0,1 1 1 0 0,-1-1 0 0 0,1 1 0 0 0,0-1-1 0 0,0 1 1 0 0,0-1 0 0 0,-1 1-1 0 0,2-1 1 0 0,-1 1 0 0 0,0-1-1 0 0,0 1 1 0 0,0-1 0 0 0,1 3-1 0 0,9 21 77 0 0,-4-17-61 0 0,0-1-1 0 0,1 0 0 0 0,0 0 1 0 0,0 0-1 0 0,1-1 1 0 0,-1 0-1 0 0,1-1 0 0 0,0 0 1 0 0,1 0-1 0 0,10 4 1 0 0,33 22 296 0 0,-49-29-415 0 0,2 2 453 0 0,0-1-1 0 0,0 1 0 0 0,-1 0 0 0 0,6 6 0 0 0,-9-9-240 0 0,0-1-1 0 0,-1 1 1 0 0,1 0-1 0 0,-1-1 1 0 0,1 1-1 0 0,-1 0 1 0 0,1-1-1 0 0,-1 1 1 0 0,1 0-1 0 0,-1 0 1 0 0,0 0-1 0 0,1 0 1 0 0,-1-1-1 0 0,0 1 1 0 0,0 0-1 0 0,0 0 1 0 0,1 0-1 0 0,-1 0 1 0 0,0 0-1 0 0,0 0 1 0 0,0 0-1 0 0,-1 0 0 0 0,1-1 1 0 0,0 1-1 0 0,0 0 1 0 0,0 0-1 0 0,-1 0 1 0 0,1 0-1 0 0,0 0 1 0 0,-1-1-1 0 0,1 1 1 0 0,-1 0-1 0 0,1 0 1 0 0,-1-1-1 0 0,1 1 1 0 0,-1 0-1 0 0,1 0 1 0 0,-2 0-1 0 0,-9 7 328 0 0,0-1 0 0 0,0-1 0 0 0,0 0 0 0 0,-1 0 0 0 0,-11 4 0 0 0,17-8-386 0 0,2 0-113 0 0,0-1 1 0 0,-1 1 0 0 0,1-1-1 0 0,0 0 1 0 0,-1 0-1 0 0,1-1 1 0 0,-1 1-1 0 0,1-1 1 0 0,-1 0-1 0 0,0 0 1 0 0,1-1 0 0 0,-1 1-1 0 0,1-1 1 0 0,-1 0-1 0 0,-3-1 1 0 0,4 0-418 0 0,1 1 0 0 0,0 0 1 0 0,0-1-1 0 0,0 0 0 0 0,1 0 0 0 0,-1 0 1 0 0,0 0-1 0 0,1 0 0 0 0,-1-1 0 0 0,1 1 1 0 0,0-1-1 0 0,0 1 0 0 0,0-1 0 0 0,0 0 1 0 0,0 0-1 0 0,1 0 0 0 0,-1 0 0 0 0,1 0 1 0 0,-1 0-1 0 0,0-6 0 0 0,0 3-1629 0 0,1 0-1 0 0,0 0 1 0 0,1 0-1 0 0,-1-13 1 0 0,3 2-5191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55 392 0 0,'-195'0'20790'0'0,"191"0"-20217"0"0,2 0-69 0 0,-10 0-120 0 0,9 0 199 0 0,7 0-336 0 0,524-34 858 0 0,-474 27-1253 0 0,24-3-6202 0 0,-75 10 4453 0 0,7-3-5205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93 924 0 0,'0'-3'2262'0'0,"10"-74"12149"0"0,-10 75-13779 0 0,-1-8 2211 0 0,-18 102-1629 0 0,0 4-900 0 0,-13 21-164 0 0,15-39-3124 0 0,16-73 2090 0 0,0 0 0 0 0,0-1 0 0 0,1 1 0 0 0,-1 0 0 0 0,2 8 0 0 0,3 1-5581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9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42 113 2368 0 0,'21'-59'11577'0'0,"-20"57"-10767"0"0,-1-3 1899 0 0,1 11-1806 0 0,-1 15-85 0 0,-54 266 2231 0 0,44-233-2201 0 0,10-53-513 0 0,6-15-195 0 0,106-187 64 0 0,-96 176-244 0 0,1 2 1 0 0,2-1-1 0 0,0 2 1 0 0,1 1 0 0 0,41-33-1 0 0,-57 50 25 0 0,0 1 0 0 0,1 0 0 0 0,-1 0 0 0 0,1 0 0 0 0,0 1 0 0 0,0-1 0 0 0,0 1-1 0 0,0 0 1 0 0,0 1 0 0 0,0-1 0 0 0,0 1 0 0 0,1 0 0 0 0,-1 0 0 0 0,0 1 0 0 0,8 0 0 0 0,-11 0 18 0 0,-1 0 0 0 0,1 1-1 0 0,-1-1 1 0 0,1 1 0 0 0,-1 0 0 0 0,1-1 0 0 0,-1 1 0 0 0,1 0 0 0 0,-1 0-1 0 0,0 0 1 0 0,1 0 0 0 0,-1 0 0 0 0,0 0 0 0 0,0 0 0 0 0,0 1 0 0 0,0-1-1 0 0,0 0 1 0 0,0 0 0 0 0,0 1 0 0 0,1 2 0 0 0,9 28 280 0 0,-9-8-49 0 0,0 0-1 0 0,-2 0 1 0 0,-5 48 0 0 0,3-45-123 0 0,0 0 0 0 0,3 33 0 0 0,-1-58-109 0 0,1-1-1 0 0,-1 0 1 0 0,0 0-1 0 0,0 1 1 0 0,1-1 0 0 0,-1 0-1 0 0,1 0 1 0 0,-1 0-1 0 0,1 0 1 0 0,0 0-1 0 0,-1 0 1 0 0,1 0-1 0 0,0 0 1 0 0,0 0-1 0 0,0 0 1 0 0,-1 0-1 0 0,1 0 1 0 0,0 0-1 0 0,0-1 1 0 0,0 1 0 0 0,1 0-1 0 0,-1-1 1 0 0,0 1-1 0 0,0-1 1 0 0,0 1-1 0 0,0-1 1 0 0,0 0-1 0 0,1 1 1 0 0,-1-1-1 0 0,0 0 1 0 0,0 0-1 0 0,1 0 1 0 0,-1 0 0 0 0,0 0-1 0 0,0 0 1 0 0,1 0-1 0 0,-1 0 1 0 0,0 0-1 0 0,0-1 1 0 0,2 0-1 0 0,4 0-229 0 0,0-1 0 0 0,0 0 0 0 0,0 0 0 0 0,0-1 0 0 0,7-4 0 0 0,0-1-787 0 0,-1-1 0 0 0,-1 0 0 0 0,1-1 0 0 0,-2 0 0 0 0,1-1 0 0 0,13-16 0 0 0,-11 9-3021 0 0,22-35-1 0 0,-17 21-1970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3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52 1236 0 0,'-234'-50'15238'0'0,"233"50"-15257"0"0,0 0 1 0 0,0-1-1 0 0,0 1 1 0 0,0 0 0 0 0,0 0-1 0 0,0 0 1 0 0,0 0 0 0 0,0 0-1 0 0,1 0 1 0 0,-1 0-1 0 0,0 0 1 0 0,0 0 0 0 0,0 0-1 0 0,0 0 1 0 0,0 1 0 0 0,0-1-1 0 0,0 0 1 0 0,-1 2 0 0 0,2-2-33 0 0,0 0 1 0 0,0 1-1 0 0,-1-1 1 0 0,1 1-1 0 0,0-1 1 0 0,0 0 0 0 0,0 1-1 0 0,0-1 1 0 0,0 1-1 0 0,0-1 1 0 0,0 1 0 0 0,0-1-1 0 0,0 1 1 0 0,1-1-1 0 0,-1 0 1 0 0,0 1 0 0 0,0-1-1 0 0,0 1 1 0 0,0-1-1 0 0,1 0 1 0 0,-1 1-1 0 0,0-1 1 0 0,0 0 0 0 0,1 1-1 0 0,-1 0 1 0 0,24 21-6779 0 0,-12-15 1248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294 289 252 0 0,'5'-8'2270'0'0,"4"-6"1114"0"0,-1 0 0 0 0,11-29 0 0 0,-17 40-3081 0 0,-1 0 0 0 0,0-1 0 0 0,0 1 0 0 0,0-1 0 0 0,-1 1 0 0 0,1-1 0 0 0,-1 1 1 0 0,0-1-1 0 0,0 1 0 0 0,0-1 0 0 0,0 1 0 0 0,-1-1 0 0 0,1 1 0 0 0,-1-1 0 0 0,0 1 0 0 0,0-1 0 0 0,0 1 0 0 0,-1 0 0 0 0,-2-5 0 0 0,3 6-246 0 0,-1 0-1 0 0,0 0 0 0 0,1 0 1 0 0,-1 1-1 0 0,0-1 1 0 0,0 0-1 0 0,-1 1 1 0 0,1-1-1 0 0,0 1 1 0 0,0 0-1 0 0,-1 0 1 0 0,1 0-1 0 0,0 0 1 0 0,-1 0-1 0 0,1 0 1 0 0,-1 1-1 0 0,1-1 0 0 0,-1 1 1 0 0,0 0-1 0 0,1 0 1 0 0,-1 0-1 0 0,1 0 1 0 0,-1 0-1 0 0,1 0 1 0 0,-6 2-1 0 0,0 0-12 0 0,-1 0 0 0 0,1 1 0 0 0,0 0 0 0 0,-1 0 0 0 0,2 1 0 0 0,-12 7 0 0 0,2 0-24 0 0,1 1 0 0 0,0 1 0 0 0,1 0 0 0 0,1 1 0 0 0,0 1 0 0 0,1 0 0 0 0,0 1 0 0 0,1 1 0 0 0,1-1 0 0 0,1 2 0 0 0,0-1 0 0 0,1 2 0 0 0,1-1 0 0 0,-9 32 0 0 0,16-45-18 0 0,0 1 0 0 0,0-1-1 0 0,1 0 1 0 0,0 0 0 0 0,0 1-1 0 0,0-1 1 0 0,1 8 0 0 0,-1-11-2 0 0,1-1 1 0 0,-1 0-1 0 0,0 1 1 0 0,1-1-1 0 0,-1 1 1 0 0,1-1-1 0 0,0 1 1 0 0,-1-1-1 0 0,1 0 1 0 0,0 0-1 0 0,0 1 1 0 0,0-1-1 0 0,0 0 1 0 0,0 0-1 0 0,0 0 1 0 0,0 0-1 0 0,0 0 1 0 0,0 0-1 0 0,1 0 1 0 0,-1 0-1 0 0,0 0 1 0 0,0-1-1 0 0,1 1 1 0 0,-1-1-1 0 0,1 1 1 0 0,-1-1-1 0 0,1 1 1 0 0,-1-1-1 0 0,0 0 1 0 0,1 1-1 0 0,-1-1 1 0 0,4 0-1 0 0,3 0-4 0 0,1-1-1 0 0,-1 0 1 0 0,1 0 0 0 0,-1-1-1 0 0,1 0 1 0 0,-1 0-1 0 0,0-1 1 0 0,0 0-1 0 0,0-1 1 0 0,10-5 0 0 0,-7 2-7 0 0,0-1 0 0 0,-1 0 0 0 0,0 0 0 0 0,0-1 1 0 0,-1 0-1 0 0,10-13 0 0 0,6-13-30 0 0,-1-1 0 0 0,-2-1-1 0 0,20-49 1 0 0,-23 48 14 0 0,-10 23-121 0 0,-8 13 110 0 0,-8 23-39 0 0,-8 50 42 0 0,7-43 22 0 0,3 0-1 0 0,0 1 1 0 0,-1 41-1 0 0,6-63-159 0 0,0 1 1 0 0,1 0-1 0 0,0 0 0 0 0,0 0 0 0 0,3 9 1 0 0,-4-15-1 0 0,1 0 0 0 0,0 0 0 0 0,0 1 1 0 0,0-1-1 0 0,0 0 0 0 0,0 0 0 0 0,0-1 1 0 0,1 1-1 0 0,-1 0 0 0 0,1 0 0 0 0,-1 0 0 0 0,1-1 1 0 0,-1 1-1 0 0,1-1 0 0 0,0 0 0 0 0,0 1 1 0 0,0-1-1 0 0,0 0 0 0 0,0 0 0 0 0,0 0 0 0 0,0 0 1 0 0,0 0-1 0 0,1-1 0 0 0,2 2 0 0 0,-1-2-63 0 0,0 0-1 0 0,0 1 0 0 0,0-1 0 0 0,0-1 0 0 0,0 1 1 0 0,0 0-1 0 0,0-1 0 0 0,-1 0 0 0 0,1 0 0 0 0,0 0 1 0 0,0 0-1 0 0,-1-1 0 0 0,5-2 0 0 0,-1 0 13 0 0,0 0-1 0 0,-1-1 0 0 0,0 0 1 0 0,0 0-1 0 0,0 0 1 0 0,6-7-1 0 0,5-10 101 0 0,0-1-1 0 0,23-43 1 0 0,-37 61 137 0 0,19-35 400 0 0,28-46 831 0 0,-43 75-1036 0 0,0 1 1 0 0,1 0 0 0 0,0 0 0 0 0,1 1 0 0 0,14-12 0 0 0,-20 19-138 0 0,0 0-1 0 0,0-1 1 0 0,1 1 0 0 0,-1 1 0 0 0,0-1 0 0 0,1 0-1 0 0,-1 1 1 0 0,1 0 0 0 0,-1 0 0 0 0,1 0 0 0 0,4-1 0 0 0,-6 2-9 0 0,0 0 1 0 0,1 0 0 0 0,-1 1 0 0 0,0-1 0 0 0,0 0 0 0 0,0 1 0 0 0,0-1 0 0 0,0 1 0 0 0,0 0 0 0 0,0 0 0 0 0,0 0 0 0 0,0 0 0 0 0,-1 0 0 0 0,1 0 0 0 0,0 0 0 0 0,-1 0 0 0 0,1 1 0 0 0,0-1 0 0 0,-1 1 0 0 0,0-1-1 0 0,1 1 1 0 0,0 1 0 0 0,3 4 49 0 0,-2 0-1 0 0,1-1 0 0 0,-1 1 1 0 0,0 0-1 0 0,0 1 0 0 0,-1-1 1 0 0,0 0-1 0 0,0 1 0 0 0,0-1 1 0 0,-1 1-1 0 0,-1 0 0 0 0,1-1 1 0 0,-2 10-1 0 0,1-7 2 0 0,-1 1 1 0 0,0-1-1 0 0,-1 0 0 0 0,0 0 0 0 0,-1 0 1 0 0,0 0-1 0 0,-1 0 0 0 0,0-1 1 0 0,-7 13-1 0 0,-3-3 643 0 0,14-19-740 0 0,0 0 0 0 0,-1 1 0 0 0,1-1 1 0 0,-1 0-1 0 0,1 1 0 0 0,-1-1 0 0 0,1 0 0 0 0,-1 0 0 0 0,1 1 0 0 0,-1-1 0 0 0,1 0 0 0 0,-1 0 1 0 0,1 0-1 0 0,-1 0 0 0 0,0 0 0 0 0,1 0 0 0 0,-1 0 0 0 0,1 0 0 0 0,-1 0 0 0 0,1 0 0 0 0,-1 0 1 0 0,1 0-1 0 0,-1 0 0 0 0,0 0 0 0 0,1 0 0 0 0,-1-1 0 0 0,1 1 0 0 0,-1 0 0 0 0,0-1 0 0 0,1-1-3 0 0,-1 0-1 0 0,1 0 1 0 0,0 0 0 0 0,0 0-1 0 0,0 0 1 0 0,0-1-1 0 0,0 1 1 0 0,0 0-1 0 0,0 0 1 0 0,1 0-1 0 0,-1 0 1 0 0,1 0 0 0 0,-1 0-1 0 0,2-3 1 0 0,-1 3 1 0 0,4-15-1 0 0,1 0 1 0 0,0 1-1 0 0,2 0 1 0 0,0 1-1 0 0,0 0 0 0 0,2 0 1 0 0,0 0-1 0 0,13-14 0 0 0,-3 6-12 0 0,1 1 0 0 0,1 1 0 0 0,45-33-1 0 0,-59 48-5 0 0,1 1 0 0 0,0-1 0 0 0,0 1-1 0 0,0 1 1 0 0,1 0 0 0 0,0 0-1 0 0,-1 1 1 0 0,1 0 0 0 0,1 0 0 0 0,-1 2-1 0 0,16-2 1 0 0,-24 3 10 0 0,0 0 0 0 0,0 0 0 0 0,-1 0 0 0 0,1 1 0 0 0,0-1 0 0 0,0 1 0 0 0,-1-1 0 0 0,1 1 0 0 0,0 0 1 0 0,-1 0-1 0 0,1 0 0 0 0,0 0 0 0 0,-1 0 0 0 0,1 0 0 0 0,-1 0 0 0 0,0 0 0 0 0,1 0 0 0 0,-1 1 0 0 0,0-1 0 0 0,0 1 0 0 0,0-1 0 0 0,0 1 0 0 0,0-1 0 0 0,0 1 0 0 0,0-1 0 0 0,0 1 0 0 0,-1 0 0 0 0,1 2 0 0 0,1 3 25 0 0,0 0 1 0 0,-1 0-1 0 0,0 1 0 0 0,0-1 0 0 0,0 10 0 0 0,-3 4 47 0 0,0 0-1 0 0,-1 0 1 0 0,-9 31 0 0 0,6-32-72 0 0,2 1 0 0 0,0 0 0 0 0,-1 32-1 0 0,5-51-78 0 0,0 0 0 0 0,0 0 0 0 0,0 0 0 0 0,1 0 0 0 0,-1 0 0 0 0,0 0-1 0 0,1 0 1 0 0,0 0 0 0 0,-1 0 0 0 0,1 0 0 0 0,0 0 0 0 0,0 0 0 0 0,0 0 0 0 0,0-1-1 0 0,0 1 1 0 0,0 0 0 0 0,1-1 0 0 0,-1 1 0 0 0,1-1 0 0 0,-1 1 0 0 0,1-1-1 0 0,-1 0 1 0 0,1 1 0 0 0,0-1 0 0 0,-1 0 0 0 0,1 0 0 0 0,0 0 0 0 0,0 0-1 0 0,0-1 1 0 0,0 1 0 0 0,0 0 0 0 0,0-1 0 0 0,0 0 0 0 0,0 1 0 0 0,0-1-1 0 0,0 0 1 0 0,0 0 0 0 0,3 0 0 0 0,3 0-412 0 0,0-1 0 0 0,0 0 0 0 0,0 0 0 0 0,0-1 0 0 0,0 0 1 0 0,0 0-1 0 0,-1 0 0 0 0,12-6 0 0 0,-2-2 103 0 0,-1 0 1 0 0,-1-1 0 0 0,0 0-1 0 0,0-2 1 0 0,-1 1 0 0 0,-1-2-1 0 0,0 0 1 0 0,0 0 0 0 0,9-18-1 0 0,6-9 2211 0 0,-3-1-1 0 0,26-59 1 0 0,-40 80-916 0 0,-5 16-306 0 0,-5 15 945 0 0,-3 9-1181 0 0,-1 0-174 0 0,2 0 0 0 0,0 0 0 0 0,0 0-1 0 0,2 0 1 0 0,4 23 0 0 0,-5-37-180 0 0,1-1 1 0 0,0 0-1 0 0,1 0 1 0 0,-1 0-1 0 0,1 0 0 0 0,0 0 1 0 0,0 0-1 0 0,0 0 0 0 0,0-1 1 0 0,1 1-1 0 0,-1-1 0 0 0,1 1 1 0 0,0-1-1 0 0,0 0 0 0 0,0 0 1 0 0,0 0-1 0 0,1-1 1 0 0,-1 1-1 0 0,1-1 0 0 0,0 0 1 0 0,0 0-1 0 0,0 0 0 0 0,0 0 1 0 0,0-1-1 0 0,0 1 0 0 0,0-1 1 0 0,0 0-1 0 0,0 0 0 0 0,6 0 1 0 0,-4-1-11 0 0,1 0-1 0 0,-1 0 1 0 0,1 0 0 0 0,-1-1 0 0 0,0 0-1 0 0,1 0 1 0 0,-1 0 0 0 0,0-1 0 0 0,0 0 0 0 0,0 0-1 0 0,0-1 1 0 0,0 0 0 0 0,-1 0 0 0 0,1 0-1 0 0,-1 0 1 0 0,1-1 0 0 0,-1 0 0 0 0,-1 0 0 0 0,1 0-1 0 0,6-8 1 0 0,5-8 2 0 0,0-1 0 0 0,-2 0-1 0 0,21-41 1 0 0,-18 31 1 0 0,-15 29-10 0 0,-3 4 29 0 0,-251 758 10221 0 0,196-623-8879 0 0,46-117-1004 0 0,-2 1 0 0 0,0-1 0 0 0,0-1 0 0 0,-22 24 1 0 0,31-40-367 0 0,0 1 0 0 0,0-1 0 0 0,0 0 0 0 0,-1 0 0 0 0,1 0 0 0 0,-1 0 1 0 0,0-1-1 0 0,0 1 0 0 0,0-1 0 0 0,0 0 0 0 0,0 0 0 0 0,-1-1 0 0 0,1 1 0 0 0,-1-1 1 0 0,1 0-1 0 0,-1 0 0 0 0,1 0 0 0 0,-1-1 0 0 0,1 1 0 0 0,-1-1 0 0 0,0 0 0 0 0,1-1 1 0 0,-1 1-1 0 0,1-1 0 0 0,-1 0 0 0 0,1 0 0 0 0,-1 0 0 0 0,1-1 0 0 0,-1 1 0 0 0,1-1 1 0 0,0 0-1 0 0,0-1 0 0 0,0 1 0 0 0,0-1 0 0 0,1 1 0 0 0,-1-1 0 0 0,0 0 0 0 0,1-1 1 0 0,0 1-1 0 0,0 0 0 0 0,-4-7 0 0 0,2 4 0 0 0,1 0 0 0 0,0-1 0 0 0,1 1 0 0 0,0-1 0 0 0,0 1 0 0 0,0-1 0 0 0,1 0 0 0 0,0 0 0 0 0,0 0 0 0 0,0-1 0 0 0,1 1 0 0 0,0-10 0 0 0,1 6 0 0 0,1 0 0 0 0,0 0 0 0 0,1 1 0 0 0,0-1 0 0 0,0 0 0 0 0,1 1 0 0 0,7-17 0 0 0,3 1 0 0 0,1 0 0 0 0,1 1 0 0 0,1 1 0 0 0,2 0 0 0 0,25-27 0 0 0,31-23-1915 0 0,-37 42-1924 0 0,51-34 0 0 0,-33 31-473 0 0,1 3-1 0 0,64-27 0 0 0,-91 47-3519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2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32 546 232 0 0,'0'0'2581'0'0,"-14"6"4632"0"0,-4 4 1951 0 0,29-15-8692 0 0,8-5-379 0 0,-1 0-1 0 0,0-2 0 0 0,0 0 0 0 0,-1-1 1 0 0,-1 0-1 0 0,0-2 0 0 0,-1 0 0 0 0,0 0 1 0 0,-1-2-1 0 0,-1 0 0 0 0,-1 0 0 0 0,17-32 0 0 0,-15 21-97 0 0,0 0-1 0 0,-2-1 0 0 0,-1-1 1 0 0,-1 0-1 0 0,-2-1 0 0 0,-1 1 1 0 0,6-64-1 0 0,-13 92-5 0 0,0 0 0 0 0,1 0 1 0 0,-1 0-1 0 0,0 0 0 0 0,-1 0 0 0 0,1 0 1 0 0,0 0-1 0 0,0-1 0 0 0,-1 1 0 0 0,1 1 1 0 0,-1-1-1 0 0,0 0 0 0 0,0 0 0 0 0,0 0 1 0 0,0 0-1 0 0,-1-2 0 0 0,1 4 5 0 0,0-1 0 0 0,0 0 0 0 0,0 1 0 0 0,0-1 0 0 0,-1 1 0 0 0,1-1 0 0 0,0 1 0 0 0,0 0-1 0 0,-1-1 1 0 0,1 1 0 0 0,0 0 0 0 0,0 0 0 0 0,-1 0 0 0 0,1 0 0 0 0,0 0 0 0 0,0 0 0 0 0,-1 0 0 0 0,1 0 0 0 0,0 0 0 0 0,0 1 0 0 0,-1-1 0 0 0,1 1-1 0 0,0-1 1 0 0,0 1 0 0 0,0-1 0 0 0,-2 2 0 0 0,-1 0-2 0 0,0 0 0 0 0,1 0 0 0 0,-1 0 0 0 0,1 1 0 0 0,-1-1 0 0 0,1 1-1 0 0,0 0 1 0 0,0 0 0 0 0,1 0 0 0 0,-1 0 0 0 0,0 1 0 0 0,1-1 0 0 0,0 1 0 0 0,0-1 0 0 0,0 1-1 0 0,0 0 1 0 0,1 0 0 0 0,-3 6 0 0 0,4-8 10 0 0,-1 0 0 0 0,1 1 0 0 0,0-1 0 0 0,-1 0-1 0 0,1 0 1 0 0,0 1 0 0 0,0-1 0 0 0,1 0 0 0 0,-1 1 0 0 0,0-1 0 0 0,1 0 0 0 0,-1 0 0 0 0,1 0-1 0 0,0 1 1 0 0,0-1 0 0 0,0 0 0 0 0,0 0 0 0 0,0 0 0 0 0,0 0 0 0 0,1-1 0 0 0,-1 1 0 0 0,0 0-1 0 0,1 0 1 0 0,0-1 0 0 0,-1 1 0 0 0,1-1 0 0 0,0 1 0 0 0,0-1 0 0 0,0 0 0 0 0,0 0 0 0 0,0 0-1 0 0,0 0 1 0 0,4 2 0 0 0,13 3-51 0 0,1-1-1 0 0,1 0 1 0 0,-1-1-1 0 0,0-1 0 0 0,1-1 1 0 0,29-1-1 0 0,-20-3-272 0 0,0 0 1 0 0,0-2-1 0 0,52-13 0 0 0,-74 14 296 0 0,1 1 0 0 0,0-2 0 0 0,-1 1-1 0 0,0-1 1 0 0,0-1 0 0 0,0 1 0 0 0,0-1 0 0 0,-1-1 0 0 0,0 1 0 0 0,0-1-1 0 0,-1 0 1 0 0,1-1 0 0 0,7-11 0 0 0,-13 18 22 0 0,-1 0-1 0 0,0-1 1 0 0,1 1-1 0 0,-1 0 1 0 0,0-1-1 0 0,0 1 1 0 0,1 0-1 0 0,-1-1 1 0 0,0 1 0 0 0,0-1-1 0 0,0 1 1 0 0,0 0-1 0 0,1-1 1 0 0,-1 1-1 0 0,0-1 1 0 0,0 1-1 0 0,0 0 1 0 0,0-1-1 0 0,0 1 1 0 0,0-1 0 0 0,0 1-1 0 0,0-1 1 0 0,0 1-1 0 0,0 0 1 0 0,0-1-1 0 0,-1 1 1 0 0,1-1-1 0 0,0 1 1 0 0,0 0 0 0 0,0-1-1 0 0,0 1 1 0 0,-1-1-1 0 0,1 1 1 0 0,-1-1-1 0 0,1 1 1 0 0,-1 0 0 0 0,1 0 0 0 0,-1 0 1 0 0,0 0-1 0 0,1-1 0 0 0,-1 1 0 0 0,0 0 0 0 0,1 0 0 0 0,-1 1 0 0 0,0-1 0 0 0,1 0 0 0 0,-1 0 0 0 0,0 0 0 0 0,1 0 0 0 0,-1 0 0 0 0,1 1 0 0 0,-1-1 1 0 0,0 0-1 0 0,1 1 0 0 0,-1-1 0 0 0,1 0 0 0 0,-1 1 0 0 0,1-1 0 0 0,-2 1 0 0 0,-9 9 3 0 0,0 1 0 0 0,1 0 1 0 0,0 0-1 0 0,1 1 0 0 0,0 0 0 0 0,-13 22 1 0 0,8-8-23 0 0,1 2 1 0 0,-14 41-1 0 0,25-63 34 0 0,0 0 0 0 0,0 1 0 0 0,1-1 0 0 0,0 1 0 0 0,0-1-1 0 0,1 1 1 0 0,0 0 0 0 0,0-1 0 0 0,0 1 0 0 0,2 10 0 0 0,-1-14-23 0 0,0 0 0 0 0,0-1 0 0 0,0 1 1 0 0,0-1-1 0 0,0 1 0 0 0,1-1 1 0 0,-1 0-1 0 0,1 1 0 0 0,-1-1 0 0 0,1 0 1 0 0,0 0-1 0 0,0 0 0 0 0,0 0 1 0 0,0-1-1 0 0,0 1 0 0 0,0 0 0 0 0,0-1 1 0 0,1 1-1 0 0,-1-1 0 0 0,1 0 0 0 0,-1 0 1 0 0,1 0-1 0 0,-1 0 0 0 0,1 0 1 0 0,0-1-1 0 0,-1 1 0 0 0,1-1 0 0 0,3 0 1 0 0,4 1-245 0 0,0-1 0 0 0,0 0 0 0 0,0 0 0 0 0,0-1 0 0 0,0-1 0 0 0,0 0 0 0 0,0 0 0 0 0,0-1 0 0 0,0 0 0 0 0,-1-1 0 0 0,0 0 0 0 0,1 0 0 0 0,-1-1 0 0 0,-1 0 0 0 0,1-1 0 0 0,-1 0 0 0 0,0 0 0 0 0,13-14 0 0 0,-7 5 430 0 0,-1 0-1 0 0,-1-1 1 0 0,0 0 0 0 0,-1-1 0 0 0,-1 0 0 0 0,0-1 0 0 0,-2 0 0 0 0,11-32 0 0 0,-3-6 2475 0 0,-15 53-2457 0 0,-1 2-174 0 0,0 1 1 0 0,0 0-1 0 0,0 0 0 0 0,0-1 1 0 0,0 1-1 0 0,0 0 1 0 0,0-1-1 0 0,0 1 1 0 0,0 0-1 0 0,0-1 1 0 0,0 1-1 0 0,0 0 1 0 0,0-1-1 0 0,0 1 0 0 0,0 0 1 0 0,0-1-1 0 0,0 1 1 0 0,0 0-1 0 0,0 0 1 0 0,0-1-1 0 0,-1 1 1 0 0,1 0-1 0 0,0-1 1 0 0,0 1-1 0 0,0 0 0 0 0,-1 0 1 0 0,1-1-1 0 0,-4 6 38 0 0,-1-1-1 0 0,1 1 0 0 0,1 1 0 0 0,-1-1 1 0 0,1 0-1 0 0,0 1 0 0 0,0 0 1 0 0,0-1-1 0 0,1 1 0 0 0,0 0 0 0 0,-2 9 1 0 0,1 0 32 0 0,0 1 0 0 0,1-1 0 0 0,-1 26 0 0 0,3-34-40 0 0,0 0 0 0 0,0 0 0 0 0,1 0-1 0 0,0 0 1 0 0,0 0 0 0 0,1 0-1 0 0,0-1 1 0 0,0 1 0 0 0,1 0 0 0 0,5 10-1 0 0,-6-14-27 0 0,0 0-1 0 0,1 0 0 0 0,-1 0 0 0 0,1 0 0 0 0,0-1 0 0 0,0 1 0 0 0,0-1 0 0 0,0 0 0 0 0,0 0 0 0 0,1 0 1 0 0,-1 0-1 0 0,0 0 0 0 0,1-1 0 0 0,0 1 0 0 0,-1-1 0 0 0,1 0 0 0 0,0 0 0 0 0,0-1 0 0 0,-1 1 1 0 0,1-1-1 0 0,4 1 0 0 0,2-1-1 0 0,0-1 1 0 0,0 0 0 0 0,0 0-1 0 0,0-1 1 0 0,0 0 0 0 0,0-1-1 0 0,0 0 1 0 0,-1 0-1 0 0,1-1 1 0 0,-1 0 0 0 0,0-1-1 0 0,0 0 1 0 0,-1-1 0 0 0,0 1-1 0 0,1-1 1 0 0,-2-1-1 0 0,1 0 1 0 0,7-9 0 0 0,-6 6 31 0 0,0-1 1 0 0,-1 0 0 0 0,-1 0 0 0 0,0 0-1 0 0,0-1 1 0 0,-1 0 0 0 0,-1 0 0 0 0,0-1-1 0 0,0 0 1 0 0,-2 0 0 0 0,1 0-1 0 0,-2 0 1 0 0,2-19 0 0 0,-3 28-39 0 0,-1 0 0 0 0,0 0 0 0 0,-1-1 0 0 0,1 1 0 0 0,-1 0 0 0 0,1 0 0 0 0,-1 0 0 0 0,-1 0 0 0 0,1 0 0 0 0,0 0 0 0 0,-1 1 0 0 0,0-1-1 0 0,0 0 1 0 0,0 1 0 0 0,-3-5 0 0 0,3 6-14 0 0,0 0-1 0 0,0 0 1 0 0,0 1-1 0 0,0-1 1 0 0,0 0-1 0 0,-1 1 1 0 0,1-1-1 0 0,0 1 1 0 0,-1 0-1 0 0,0 0 1 0 0,1 0-1 0 0,-1 0 1 0 0,1 0-1 0 0,-1 0 1 0 0,0 1-1 0 0,1 0 1 0 0,-1-1-1 0 0,0 1 1 0 0,0 0-1 0 0,0 0 1 0 0,1 0-1 0 0,-6 1 1 0 0,0 2-122 0 0,-1-1-1 0 0,1 1 1 0 0,-1 0 0 0 0,1 1 0 0 0,0 0 0 0 0,1 0-1 0 0,-1 1 1 0 0,1 0 0 0 0,-1 0 0 0 0,1 1 0 0 0,1-1-1 0 0,-1 2 1 0 0,1-1 0 0 0,0 1 0 0 0,1 0-1 0 0,0 0 1 0 0,0 0 0 0 0,0 1 0 0 0,1 0 0 0 0,0 0-1 0 0,0 0 1 0 0,1 0 0 0 0,0 1 0 0 0,1-1 0 0 0,-3 14-1 0 0,5-18-272 0 0,0 0-1 0 0,1-1 1 0 0,-1 1-1 0 0,1 0 0 0 0,-1 0 1 0 0,1-1-1 0 0,0 1 1 0 0,1 0-1 0 0,-1-1 1 0 0,1 1-1 0 0,-1-1 1 0 0,1 0-1 0 0,0 1 0 0 0,0-1 1 0 0,1 0-1 0 0,-1 0 1 0 0,1 0-1 0 0,-1 0 1 0 0,1-1-1 0 0,0 1 1 0 0,0-1-1 0 0,0 0 0 0 0,0 0 1 0 0,1 0-1 0 0,-1 0 1 0 0,0 0-1 0 0,5 1 1 0 0,12 3-3888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3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1 345 1492 0 0,'11'-20'3781'0'0,"0"-1"1"0"0,-2-1-1 0 0,13-39 1 0 0,-21 60-2400 0 0,-2 5-1178 0 0,0 0 1 0 0,0 0 0 0 0,-1 0 0 0 0,1 0-1 0 0,-1 0 1 0 0,-2 4 0 0 0,-4 11 242 0 0,0 6-23 0 0,-9 46 0 0 0,15-62-386 0 0,1 0 0 0 0,0 0-1 0 0,1-1 1 0 0,0 1-1 0 0,0 0 1 0 0,1 0-1 0 0,0 0 1 0 0,1 0-1 0 0,2 9 1 0 0,-2-14-29 0 0,-1-1 0 0 0,0 0 1 0 0,1 0-1 0 0,0 0 0 0 0,-1 0 1 0 0,1 0-1 0 0,0 0 0 0 0,1 0 0 0 0,-1 0 1 0 0,0-1-1 0 0,1 0 0 0 0,0 1 1 0 0,-1-1-1 0 0,1 0 0 0 0,0 0 0 0 0,0 0 1 0 0,0-1-1 0 0,0 1 0 0 0,1-1 0 0 0,-1 1 1 0 0,0-1-1 0 0,1 0 0 0 0,-1 0 1 0 0,1-1-1 0 0,-1 1 0 0 0,1-1 0 0 0,-1 0 1 0 0,1 0-1 0 0,6 0 0 0 0,-2-1-28 0 0,0 0 0 0 0,0-1 0 0 0,0 0 0 0 0,-1 0 0 0 0,1-1-1 0 0,0 1 1 0 0,-1-2 0 0 0,0 1 0 0 0,0-1 0 0 0,0 0 0 0 0,12-10 0 0 0,-5 1 5 0 0,0-1 0 0 0,-2 0 1 0 0,0-1-1 0 0,0 0 1 0 0,-1-1-1 0 0,14-28 0 0 0,40-108-134 0 0,-64 150 109 0 0,2 15-73 0 0,-11 45 127 0 0,3-28-1 0 0,-1 32-1 0 0,6-54 7 0 0,0 1 0 0 0,0-1 0 0 0,1 1 1 0 0,0-1-1 0 0,1 1 0 0 0,-1-1 0 0 0,2 0 1 0 0,4 13-1 0 0,-6-18-11 0 0,1-1 0 0 0,-1 1-1 0 0,1 0 1 0 0,0-1 0 0 0,0 1 0 0 0,0-1 0 0 0,0 0-1 0 0,0 0 1 0 0,0 1 0 0 0,1-1 0 0 0,-1-1 0 0 0,1 1 0 0 0,0 0-1 0 0,-1-1 1 0 0,4 2 0 0 0,0-1 0 0 0,-1 0 1 0 0,0-1-1 0 0,0 1 0 0 0,0-1 1 0 0,1-1-1 0 0,-1 1 0 0 0,1-1 0 0 0,5 0 1 0 0,4-2 5 0 0,-1 0 0 0 0,0 0 0 0 0,0-1 1 0 0,0-1-1 0 0,23-10 0 0 0,-21 6-9 0 0,0 0 1 0 0,-1-2-1 0 0,0 1 1 0 0,0-2-1 0 0,-1 0 1 0 0,-1-1-1 0 0,0-1 1 0 0,0 0-1 0 0,-1 0 1 0 0,-1-1-1 0 0,-1-1 0 0 0,0 1 1 0 0,0-2-1 0 0,-2 0 1 0 0,0 0-1 0 0,0 0 1 0 0,-2-1-1 0 0,8-30 1 0 0,-12 38-9 0 0,-1 0 0 0 0,0 0 1 0 0,0 0-1 0 0,-1 0 0 0 0,0 0 1 0 0,0 0-1 0 0,-1 0 0 0 0,-1 0 1 0 0,1 1-1 0 0,-7-18 0 0 0,7 22-8 0 0,-1 0-1 0 0,0 0 0 0 0,0 0 0 0 0,0 0 0 0 0,0 0 0 0 0,-1 1 0 0 0,1-1 1 0 0,-1 1-1 0 0,0 0 0 0 0,0 0 0 0 0,0 0 0 0 0,-1 0 0 0 0,1 0 0 0 0,-1 0 0 0 0,0 1 1 0 0,1 0-1 0 0,-1 0 0 0 0,0 0 0 0 0,0 0 0 0 0,-1 1 0 0 0,1-1 0 0 0,-8-1 1 0 0,10 3 9 0 0,0 0 0 0 0,0-1 1 0 0,0 1-1 0 0,0 0 0 0 0,-1 0 1 0 0,1 1-1 0 0,0-1 0 0 0,0 0 1 0 0,0 1-1 0 0,0-1 0 0 0,0 1 0 0 0,0-1 1 0 0,0 1-1 0 0,0 0 0 0 0,0 0 1 0 0,0 0-1 0 0,0 0 0 0 0,0 0 1 0 0,1 1-1 0 0,-1-1 0 0 0,0 1 1 0 0,1-1-1 0 0,-1 1 0 0 0,1-1 1 0 0,0 1-1 0 0,-1 0 0 0 0,1-1 1 0 0,0 1-1 0 0,0 0 0 0 0,0 0 1 0 0,0 0-1 0 0,1 0 0 0 0,-1 0 1 0 0,0 0-1 0 0,1 0 0 0 0,-1 0 1 0 0,1 1-1 0 0,0-1 0 0 0,0 0 0 0 0,0 0 1 0 0,0 0-1 0 0,0 0 0 0 0,0 0 1 0 0,1 1-1 0 0,-1-1 0 0 0,1 0 1 0 0,-1 0-1 0 0,1 0 0 0 0,0 0 1 0 0,0 0-1 0 0,0 0 0 0 0,0 0 1 0 0,0-1-1 0 0,0 1 0 0 0,0 0 1 0 0,3 2-1 0 0,1 0-29 0 0,0 0 0 0 0,1-1 0 0 0,0 1-1 0 0,0-1 1 0 0,0 0 0 0 0,0-1 0 0 0,0 0 0 0 0,1 0 0 0 0,-1 0 0 0 0,8 1 0 0 0,13 1-890 0 0,30 1 0 0 0,-38-4 331 0 0,76 0-3234 0 0,-32-5-1681 0 0,-16-1-1119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92 101 1156 0 0,'12'-44'10001'0'0,"4"-11"-919"0"0,-15 54-8092 0 0,-5 13-168 0 0,-27 68-171 0 0,-25 67 52 0 0,27-48-4480 0 0,28-75-72 0 0,1-23 3638 0 0,0 0 0 0 0,0-1 0 0 0,1 1 0 0 0,-1-1 1 0 0,0 1-1 0 0,0-1 0 0 0,0 1 0 0 0,0-1 0 0 0,0 1 0 0 0,1-1 0 0 0,-1 1 0 0 0,0-1 0 0 0,0 1 1 0 0,1-1-1 0 0,-1 1 0 0 0,0-1 0 0 0,1 1 0 0 0,-1-1 0 0 0,1 0 0 0 0,-1 1 0 0 0,0-1 1 0 0,1 1-1 0 0,-1-1 0 0 0,1 0 0 0 0,-1 0 0 0 0,1 1 0 0 0,-1-1 0 0 0,1 0 0 0 0,-1 0 1 0 0,1 0-1 0 0,-1 1 0 0 0,1-1 0 0 0,-1 0 0 0 0,1 0 0 0 0,0 0 0 0 0,-1 0 0 0 0,1 0 0 0 0,-1 0 1 0 0,1 0-1 0 0,-1 0 0 0 0,2-1 0 0 0,12-3-4307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4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53 124 1204 0 0,'19'-20'2698'0'0,"5"-7"3400"0"0,30-41 1 0 0,-53 66-5549 0 0,-1 1-473 0 0,0 1 0 0 0,-1-1 0 0 0,1 1 0 0 0,-1-1 0 0 0,0 1 0 0 0,1 0 0 0 0,-1-1 0 0 0,1 1 0 0 0,-1-1 1 0 0,1 1-1 0 0,-1 0 0 0 0,0 0 0 0 0,1-1 0 0 0,-1 1 0 0 0,0 0 0 0 0,0 0 0 0 0,-13 5 169 0 0,0 1 1 0 0,0 0-1 0 0,1 1 0 0 0,0 1 1 0 0,0 0-1 0 0,-20 17 1 0 0,23-17-186 0 0,9-8-55 0 0,0 1 1 0 0,0-1-1 0 0,0 1 0 0 0,1-1 0 0 0,-1 1 1 0 0,0-1-1 0 0,0 1 0 0 0,1 0 0 0 0,-1-1 1 0 0,0 1-1 0 0,1 0 0 0 0,-1 0 0 0 0,0-1 1 0 0,1 1-1 0 0,-1 0 0 0 0,1 0 0 0 0,0 0 1 0 0,-1 0-1 0 0,1 0 0 0 0,0 0 0 0 0,-1 0 0 0 0,1 0 1 0 0,0 0-1 0 0,0 0 0 0 0,0 0 0 0 0,0 0 1 0 0,0 0-1 0 0,0-1 0 0 0,0 1 0 0 0,0 0 1 0 0,0 0-1 0 0,0 0 0 0 0,1 0 0 0 0,-1 0 1 0 0,0 0-1 0 0,1 0 0 0 0,-1 0 0 0 0,1 0 1 0 0,-1 0-1 0 0,1-1 0 0 0,-1 1 0 0 0,1 0 1 0 0,-1 0-1 0 0,1 0 0 0 0,0-1 0 0 0,1 2 1 0 0,2 1 12 0 0,1 1 1 0 0,-1-1 0 0 0,1-1-1 0 0,0 1 1 0 0,0-1 0 0 0,8 4 0 0 0,47 11 35 0 0,12 4-79 0 0,-65-18 80 0 0,0 0-1 0 0,0 0 1 0 0,-1 0 0 0 0,1 1-1 0 0,-1 0 1 0 0,0 1 0 0 0,8 7-1 0 0,-12-11 101 0 0,-1 1-1 0 0,1 0 1 0 0,-1-1 0 0 0,0 1-1 0 0,0 0 1 0 0,1 0-1 0 0,-1-1 1 0 0,0 1 0 0 0,-1 0-1 0 0,1 0 1 0 0,0 0-1 0 0,0 0 1 0 0,-1 1-1 0 0,1-1 1 0 0,-1 0 0 0 0,0 0-1 0 0,0 0 1 0 0,0 0-1 0 0,0 0 1 0 0,0 0 0 0 0,0 1-1 0 0,0-1 1 0 0,-1 0-1 0 0,1 0 1 0 0,-1 0 0 0 0,0 0-1 0 0,1 0 1 0 0,-1 0-1 0 0,0 0 1 0 0,0 0-1 0 0,0 0 1 0 0,0-1 0 0 0,-1 1-1 0 0,1 0 1 0 0,0 0-1 0 0,-1-1 1 0 0,-1 2 0 0 0,-3 3 136 0 0,1-1 1 0 0,-1 0 0 0 0,0 0 0 0 0,0-1 0 0 0,-1 0 0 0 0,1 0 0 0 0,-1 0-1 0 0,-13 4 1 0 0,13-5-346 0 0,0-2-1 0 0,1 1 1 0 0,-1-1-1 0 0,0 0 1 0 0,0 0 0 0 0,0-1-1 0 0,0 0 1 0 0,0 0-1 0 0,0 0 1 0 0,0-1-1 0 0,0 0 1 0 0,1-1-1 0 0,-1 0 1 0 0,0 0-1 0 0,1 0 1 0 0,-1-1-1 0 0,1 0 1 0 0,0 0 0 0 0,0 0-1 0 0,-7-5 1 0 0,11 6-436 0 0,-1-1 0 0 0,1 1 0 0 0,0 0 1 0 0,0-1-1 0 0,0 1 0 0 0,0-1 0 0 0,0 1 1 0 0,1-1-1 0 0,-1 0 0 0 0,1 0 0 0 0,0 0 1 0 0,0 0-1 0 0,-1-5 0 0 0,-1-25-9816 0 0,3 20 1778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53 2484 0 0,'-7'-8'2104'0'0,"2"-1"-435"0"0,0 1 951 0 0,-2-2-1000 0 0,-1-1-636 0 0,1 5-412 0 0,-6 9-1464 0 0,9 5-3400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1700 0 0,'5'-14'2652'0'0,"2"0"0"0"0,14-25-1 0 0,-13 27-1331 0 0,1 0 0 0 0,20-20 0 0 0,-28 31-1209 0 0,0 0 1 0 0,1 0 0 0 0,-1 1 0 0 0,0-1 0 0 0,1 0 0 0 0,-1 1 0 0 0,1-1 0 0 0,-1 1 0 0 0,1-1 0 0 0,-1 1 0 0 0,1 0 0 0 0,0 0-1 0 0,-1 0 1 0 0,1 0 0 0 0,-1 0 0 0 0,1 0 0 0 0,2 0 0 0 0,-2 1-182 0 0,-1-1 114 0 0,0 0 0 0 0,-1 0 0 0 0,1 1 0 0 0,0-1 0 0 0,0 0 0 0 0,0 1 0 0 0,-1-1 1 0 0,1 1-1 0 0,0-1 0 0 0,-1 1 0 0 0,1-1 0 0 0,0 1 0 0 0,-1 0 0 0 0,1-1 0 0 0,-1 1 0 0 0,1 0 1 0 0,-1-1-1 0 0,1 1 0 0 0,-1 0 0 0 0,1-1 0 0 0,-1 1 0 0 0,0 0 0 0 0,1 0 0 0 0,-1 0 0 0 0,0 1 0 0 0,4 21 573 0 0,-3-19-477 0 0,-1 6 46 0 0,1 0 0 0 0,-1 0 0 0 0,-1 0 0 0 0,0 0 0 0 0,-1 0 0 0 0,-3 15 0 0 0,-23 58 404 0 0,8-29-338 0 0,-3 20-32 0 0,23-73-216 0 0,0 0 0 0 0,0 0 0 0 0,0 0 0 0 0,-1 0-1 0 0,1-1 1 0 0,0 1 0 0 0,0 0 0 0 0,1 0 0 0 0,-1 0 0 0 0,0 0 0 0 0,0 0 0 0 0,0 0 0 0 0,1 0 0 0 0,-1-1 0 0 0,0 1 0 0 0,1 0 0 0 0,-1 0-1 0 0,1 0 1 0 0,-1 0 0 0 0,1-1 0 0 0,-1 1 0 0 0,1 0 0 0 0,-1-1 0 0 0,1 1 0 0 0,0 0 0 0 0,0-1 0 0 0,-1 1 0 0 0,1-1 0 0 0,0 1 0 0 0,0-1-1 0 0,-1 1 1 0 0,1-1 0 0 0,0 0 0 0 0,0 1 0 0 0,0-1 0 0 0,0 0 0 0 0,1 0 0 0 0,2 2 4 0 0,0-1 0 0 0,0 0 0 0 0,1 0 0 0 0,-1-1 1 0 0,0 1-1 0 0,6-1 0 0 0,4-1-11 0 0,0-1 0 0 0,-1-1-1 0 0,1 0 1 0 0,-1-1 0 0 0,1 0 0 0 0,-1-1 0 0 0,-1 0 0 0 0,1-1 0 0 0,-1-1-1 0 0,0 0 1 0 0,0 0 0 0 0,-1-1 0 0 0,0-1 0 0 0,0 0 0 0 0,-1 0 0 0 0,0-1-1 0 0,15-20 1 0 0,-9 7-6 0 0,0 0-1 0 0,-2-1 1 0 0,0-1-1 0 0,-2 0 1 0 0,-1-1-1 0 0,-1 0 1 0 0,13-52-1 0 0,-12 35-113 0 0,-10 42 121 0 0,-1 1-1 0 0,0-1 1 0 0,0 1-1 0 0,0 0 0 0 0,0-1 1 0 0,0 1-1 0 0,0-1 1 0 0,0 1-1 0 0,0-1 0 0 0,0 1 1 0 0,0-1-1 0 0,0 1 0 0 0,0 0 1 0 0,-1-1-1 0 0,1 1 1 0 0,0-1-1 0 0,0 1 0 0 0,0-1 1 0 0,-1 1-1 0 0,1 0 1 0 0,0-1-1 0 0,0 1 0 0 0,-1 0 1 0 0,1-1-1 0 0,0 1 0 0 0,-1 0 1 0 0,1-1-1 0 0,0 1 1 0 0,-1 0-1 0 0,1 0 0 0 0,-1-1 1 0 0,1 1-1 0 0,0 0 1 0 0,-1 0-1 0 0,1 0 0 0 0,-1-1 1 0 0,1 1-1 0 0,0 0 0 0 0,-1 0 1 0 0,1 0-1 0 0,-1 0 1 0 0,1 0-1 0 0,-1 0 0 0 0,1 0 1 0 0,-1 0-1 0 0,1 0 1 0 0,-1 0-1 0 0,1 0 0 0 0,0 0 1 0 0,-1 1-1 0 0,1-1 0 0 0,-1 0 1 0 0,1 0-1 0 0,-1 0 1 0 0,1 1-1 0 0,0-1 0 0 0,-1 0 1 0 0,1 0-1 0 0,0 1 1 0 0,-1-1-1 0 0,1 0 0 0 0,0 1 1 0 0,-1-1-1 0 0,-7 11 14 0 0,1-1 0 0 0,1 1 0 0 0,-1 0 0 0 0,2 0 0 0 0,-1 1 0 0 0,2 0 0 0 0,-1-1 0 0 0,2 2 0 0 0,0-1 0 0 0,0 0 0 0 0,1 1 1 0 0,-1 14-1 0 0,2-11-14 0 0,1 0 0 0 0,0 0 0 0 0,1-1 0 0 0,0 1 1 0 0,2 0-1 0 0,-1-1 0 0 0,2 1 0 0 0,0-1 0 0 0,11 23 0 0 0,-12-31-315 0 0,0 0-1 0 0,1-1 0 0 0,0 0 0 0 0,1 0 0 0 0,-1 0 0 0 0,1-1 0 0 0,0 1 1 0 0,0-1-1 0 0,7 5 0 0 0,-9-8-555 0 0,1 1 1 0 0,0-1-1 0 0,0 0 1 0 0,0 0-1 0 0,0 0 1 0 0,0-1-1 0 0,0 1 1 0 0,0-1-1 0 0,8 2 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5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24 158 448 0 0,'41'-141'12498'0'0,"-41"139"-12249"0"0,9-3 729 0 0,-6 12-799 0 0,-1 0 0 0 0,0 0 1 0 0,0 0-1 0 0,-1 0 0 0 0,1 0 1 0 0,-2 0-1 0 0,1 1 1 0 0,-1-1-1 0 0,0 0 0 0 0,-2 10 1 0 0,-15 76 307 0 0,14-79-396 0 0,1-6-32 0 0,0 0-1 0 0,0 0 1 0 0,-1 0 0 0 0,0 0-1 0 0,0 0 1 0 0,-1-1-1 0 0,0 0 1 0 0,0 1 0 0 0,-1-2-1 0 0,-5 8 1 0 0,8-12 19 0 0,-3-4-54 0 0,4 2-23 0 0,1 0-1 0 0,-1 0 1 0 0,1 0 0 0 0,-1 0 0 0 0,1 0 0 0 0,0 0 0 0 0,-1 0 0 0 0,1 0-1 0 0,-1 0 1 0 0,1 0 0 0 0,-1 0 0 0 0,1 0 0 0 0,-1 0 0 0 0,1-1 0 0 0,0 1 0 0 0,-1 0-1 0 0,1 0 1 0 0,-1 0 0 0 0,1-1 0 0 0,0 1 0 0 0,-1 0 0 0 0,1-1 0 0 0,0 1-1 0 0,-1-1 1 0 0,0-3 4 0 0,0-1 0 0 0,0 1 0 0 0,0-1 0 0 0,1 0 0 0 0,-1 1 0 0 0,1-1 0 0 0,1 0 0 0 0,-1 1 0 0 0,0-1 0 0 0,1 0 0 0 0,0 1 0 0 0,0-1 0 0 0,1 1 0 0 0,-1-1 0 0 0,4-5 0 0 0,4-11-34 0 0,22-35 0 0 0,-28 52 23 0 0,4-8-6 0 0,1 2-1 0 0,0-1 0 0 0,1 1 1 0 0,0 1-1 0 0,0-1 0 0 0,1 1 1 0 0,1 1-1 0 0,12-9 0 0 0,-16 13 5 0 0,0-1-1 0 0,0 1 0 0 0,1 1 1 0 0,-1-1-1 0 0,1 1 1 0 0,0 0-1 0 0,0 1 1 0 0,0 0-1 0 0,0 0 1 0 0,0 1-1 0 0,1 0 0 0 0,-1 1 1 0 0,15 0-1 0 0,-20 0 28 0 0,0 1 1 0 0,0-1-1 0 0,0 1 0 0 0,1 0 0 0 0,-1 0 0 0 0,0 0 0 0 0,0 0 0 0 0,-1 1 1 0 0,1-1-1 0 0,0 1 0 0 0,0 0 0 0 0,-1-1 0 0 0,1 1 0 0 0,-1 1 1 0 0,1-1-1 0 0,-1 0 0 0 0,0 0 0 0 0,0 1 0 0 0,0 0 0 0 0,0-1 0 0 0,-1 1 1 0 0,1 0-1 0 0,-1 0 0 0 0,1 0 0 0 0,-1 0 0 0 0,0 0 0 0 0,0 0 0 0 0,0 0 1 0 0,-1 0-1 0 0,1 4 0 0 0,1 9 132 0 0,-2 1-1 0 0,0-1 1 0 0,-1 0-1 0 0,-4 29 1 0 0,0-6-180 0 0,4-33 43 0 0,1 1 0 0 0,0 0 0 0 0,0 0 0 0 0,0-1 0 0 0,1 1 0 0 0,2 8 0 0 0,-2-13-130 0 0,-1 0 0 0 0,1 0 0 0 0,0-1 0 0 0,0 1 0 0 0,0 0-1 0 0,0-1 1 0 0,0 1 0 0 0,0-1 0 0 0,0 1 0 0 0,1-1 0 0 0,-1 1 0 0 0,0-1 0 0 0,1 0 0 0 0,-1 0-1 0 0,1 0 1 0 0,0 0 0 0 0,-1 0 0 0 0,1 0 0 0 0,0 0 0 0 0,0 0 0 0 0,-1-1 0 0 0,1 1-1 0 0,0 0 1 0 0,0-1 0 0 0,0 0 0 0 0,0 1 0 0 0,0-1 0 0 0,2 0 0 0 0,3 0-632 0 0,1 0 1 0 0,-1-1 0 0 0,1 0-1 0 0,-1 0 1 0 0,0 0 0 0 0,1-1-1 0 0,-1 0 1 0 0,0 0 0 0 0,0-1-1 0 0,0 0 1 0 0,0 0 0 0 0,10-8-1 0 0,2-2-2455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3820 0 0,'12'-22'2143'0'0,"0"-1"0"0"0,-1 0 0 0 0,-2 0-1 0 0,0-1 1 0 0,9-42 1268 0 0,-20 67-3305 0 0,1 0 0 0 0,0 0-1 0 0,-1 0 1 0 0,1 0 0 0 0,0 1 0 0 0,0-1 0 0 0,0 1-1 0 0,0-1 1 0 0,0 0 0 0 0,0 1 0 0 0,0 0 0 0 0,1-1-1 0 0,-1 1 1 0 0,0-1 0 0 0,0 3 0 0 0,0 1 50 0 0,-7 13 158 0 0,2 0 0 0 0,0 0 1 0 0,1 0-1 0 0,1 1 0 0 0,1 0 0 0 0,1 0 1 0 0,0 0-1 0 0,2 28 0 0 0,0-42-269 0 0,1 0 0 0 0,-1 0-1 0 0,1 0 1 0 0,0-1 0 0 0,1 1 0 0 0,-1 0 0 0 0,1 0-1 0 0,0-1 1 0 0,3 6 0 0 0,-4-8-67 0 0,0 0-1 0 0,1-1 1 0 0,-1 1-1 0 0,1 0 1 0 0,0-1-1 0 0,-1 1 1 0 0,1-1-1 0 0,0 1 1 0 0,0-1-1 0 0,0 0 1 0 0,0 0 0 0 0,0 0-1 0 0,0 0 1 0 0,0 0-1 0 0,0 0 1 0 0,0 0-1 0 0,0-1 1 0 0,1 1-1 0 0,-1-1 1 0 0,0 0-1 0 0,0 1 1 0 0,1-1 0 0 0,-1 0-1 0 0,3-1 1 0 0,4 0-620 0 0,-1 0-1 0 0,0 0 1 0 0,1-1 0 0 0,-1 0 0 0 0,0-1 0 0 0,0 0-1 0 0,0 0 1 0 0,12-8 0 0 0,-11 6-1054 0 0,0-1-1 0 0,-1 0 0 0 0,0-1 1 0 0,9-10-1 0 0,0-1-4145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5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91 536 0 0,'-21'-18'3785'0'0,"-1"0"0"0"0,-1 1 0 0 0,-34-19-1 0 0,54 35-3525 0 0,3 1-281 0 0,-1 0-1 0 0,1 0 1 0 0,-1 0-1 0 0,0 0 1 0 0,1 0-1 0 0,-1 0 1 0 0,1 0-1 0 0,-1 0 1 0 0,1 0 0 0 0,-1 0-1 0 0,0 0 1 0 0,1 0-1 0 0,-1 0 1 0 0,1 1-1 0 0,-1-1 1 0 0,1 0-1 0 0,-1 0 1 0 0,1 1-1 0 0,-1-1 1 0 0,1 0-1 0 0,-1 1 1 0 0,1-1-1 0 0,-1 0 1 0 0,1 1 0 0 0,0-1-1 0 0,-1 1 1 0 0,1-1-1 0 0,0 1 1 0 0,-1-1-1 0 0,1 0 1 0 0,0 1-1 0 0,-1 0 1 0 0,1-1-1 0 0,0 1 1 0 0,0-1-1 0 0,0 1 1 0 0,0-1 0 0 0,-1 1-1 0 0,1-1 1 0 0,0 1-1 0 0,0 0 1 0 0,0-1-1 0 0,0 1 1 0 0,0-1-1 0 0,0 1 1 0 0,1-1-1 0 0,-1 1 1 0 0,0 0-1 0 0,0-1 1 0 0,0 1 0 0 0,0-1-1 0 0,1 1 1 0 0,-1-1-1 0 0,1 1 1 0 0,0 2-767 0 0,1 0 1 0 0,-1 0-1 0 0,1 0 1 0 0,0 0-1 0 0,0 0 1 0 0,0-1-1 0 0,0 1 1 0 0,3 2-1 0 0,4 1-4409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97 1700 0 0,'6'-38'6545'0'0,"-3"25"-3315"0"0,-1 0 0 0 0,0-20 1816 0 0,-2 36-4532 0 0,-47 213 3835 0 0,-36 109-3069 0 0,76-303-1254 0 0,-4 12-190 0 0,2 1 0 0 0,2 0 0 0 0,-5 41 0 0 0,12-73-18 0 0,0 0 1 0 0,0 0 0 0 0,0 0-1 0 0,0 0 1 0 0,0 0 0 0 0,1 0-1 0 0,-1 0 1 0 0,1 0 0 0 0,0 0-1 0 0,0 0 1 0 0,0 0 0 0 0,0 0-1 0 0,0-1 1 0 0,1 1 0 0 0,-1 0-1 0 0,1-1 1 0 0,0 1 0 0 0,0-1-1 0 0,0 1 1 0 0,2 1 0 0 0,-1-2-141 0 0,0 0 1 0 0,0 0-1 0 0,0-1 1 0 0,0 0-1 0 0,0 1 1 0 0,1-1-1 0 0,-1 0 1 0 0,0 0-1 0 0,1-1 1 0 0,-1 1-1 0 0,0-1 1 0 0,1 1-1 0 0,-1-1 1 0 0,1 0-1 0 0,-1-1 1 0 0,0 1-1 0 0,4-1 1 0 0,3-1-70 0 0,-1 0 0 0 0,1-1 0 0 0,-1 0 0 0 0,0-1 0 0 0,0 0 0 0 0,0 0 0 0 0,0-1 0 0 0,-1 0 0 0 0,0 0 0 0 0,14-12 0 0 0,2-6 223 0 0,38-44 0 0 0,-45 48 331 0 0,15-22 4300 0 0,52-85 0 0 0,-84 124-3955 0 0,1 3-470 0 0,0-1 1 0 0,-1 1-1 0 0,1-1 1 0 0,-1 1-1 0 0,1-1 1 0 0,-1 1-1 0 0,1 0 1 0 0,-1-1-1 0 0,1 1 1 0 0,-1 0-1 0 0,0-1 1 0 0,1 1 0 0 0,-1 0-1 0 0,0-1 1 0 0,0 1-1 0 0,1 0 1 0 0,-1 0-1 0 0,0-1 1 0 0,0 1-1 0 0,0 0 1 0 0,0 0-1 0 0,0 0 1 0 0,0-1 0 0 0,0 1-1 0 0,0 0 1 0 0,0 0-1 0 0,-1 0 1 0 0,1 0-39 0 0,-5 46 816 0 0,3-31-650 0 0,0 0 0 0 0,1 0 0 0 0,1 1 0 0 0,2 28 0 0 0,-1-41-147 0 0,0 1 0 0 0,1 0 0 0 0,-1-1-1 0 0,1 0 1 0 0,-1 1 0 0 0,1-1 0 0 0,0 0 0 0 0,1 0-1 0 0,-1 0 1 0 0,1 0 0 0 0,0 0 0 0 0,0-1 0 0 0,0 1 0 0 0,0-1-1 0 0,1 0 1 0 0,-1 0 0 0 0,1 0 0 0 0,0-1 0 0 0,0 1 0 0 0,0-1-1 0 0,5 3 1 0 0,-3-3-19 0 0,-1 0-1 0 0,1 0 1 0 0,-1 0 0 0 0,1-1-1 0 0,0 0 1 0 0,0 0-1 0 0,-1 0 1 0 0,1-1 0 0 0,0 1-1 0 0,0-2 1 0 0,0 1-1 0 0,0-1 1 0 0,-1 0 0 0 0,1 0-1 0 0,0 0 1 0 0,-1-1 0 0 0,1 0-1 0 0,-1 0 1 0 0,1 0-1 0 0,-1-1 1 0 0,0 1 0 0 0,6-5-1 0 0,1-2-29 0 0,-1 0-1 0 0,0-1 1 0 0,0 0-1 0 0,-1 0 1 0 0,0-1-1 0 0,-1-1 1 0 0,14-22-1 0 0,24-42-177 0 0,-46 74 160 0 0,-1 18 172 0 0,-3 2 526 0 0,-1 0 1 0 0,0 0-1 0 0,-9 18 1 0 0,5-10-52 0 0,-40 129 966 0 0,12-36 744 0 0,-55 125 0 0 0,78-215-2309 0 0,-1 0 0 0 0,-2-1 0 0 0,-20 28 0 0 0,31-48 0 0 0,-1-1 0 0 0,0 0 0 0 0,0 0 0 0 0,0 0 0 0 0,-1-1 0 0 0,0 0 0 0 0,-1-1 0 0 0,1 1 0 0 0,-1-1 0 0 0,0-1 0 0 0,0 0 0 0 0,-1 0 0 0 0,1 0 0 0 0,-1-1 0 0 0,-12 3 0 0 0,15-5 0 0 0,0-1 0 0 0,0 0 0 0 0,1 0 0 0 0,-1 0 0 0 0,0-1 0 0 0,0 1 0 0 0,0-2 0 0 0,1 1 0 0 0,-1 0 0 0 0,0-1 0 0 0,1 0 0 0 0,0-1 0 0 0,-1 1 0 0 0,1-1 0 0 0,0 0 0 0 0,0 0 0 0 0,0 0 0 0 0,1-1 0 0 0,-1 0 0 0 0,1 0 0 0 0,0 0 0 0 0,0 0 0 0 0,0-1 0 0 0,1 0 0 0 0,0 1 0 0 0,0-1 0 0 0,0 0 0 0 0,0-1 0 0 0,1 1 0 0 0,-1 0 0 0 0,1-1 0 0 0,1 0 0 0 0,-1 1 0 0 0,1-1 0 0 0,0 0 0 0 0,0 1 0 0 0,1-1 0 0 0,0 0 0 0 0,0-8 0 0 0,3 2 0 0 0,-1 0 0 0 0,2 0 0 0 0,0 0 0 0 0,0 0 0 0 0,1 0 0 0 0,1 1 0 0 0,0 0 0 0 0,0 0 0 0 0,1 1 0 0 0,9-12 0 0 0,10-9 0 0 0,53-49 0 0 0,-9 20-2898 0 0,106-60-13519 0 0,-125 88 13274 0 0,-23 13-4762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48 1276 0 0,'-142'-36'20029'0'0,"141"36"-19982"0"0,1 0 1 0 0,0 0-1 0 0,0 0 1 0 0,-1 0 0 0 0,1 0-1 0 0,0 0 1 0 0,0 0 0 0 0,-1 0-1 0 0,1 0 1 0 0,0 0-1 0 0,0 0 1 0 0,0 0 0 0 0,-1 0-1 0 0,1 0 1 0 0,0 0 0 0 0,0 0-1 0 0,-1 0 1 0 0,1 0-1 0 0,0 0 1 0 0,0 0 0 0 0,-1 0-1 0 0,1-1 1 0 0,0 1 0 0 0,0 0-1 0 0,0 0 1 0 0,-1 0-1 0 0,1 0 1 0 0,0-1 0 0 0,0 1-1 0 0,0 0 1 0 0,0 0 0 0 0,0 0-1 0 0,-1-1 1 0 0,1 1-1 0 0,0 0 1 0 0,0 0 0 0 0,0-1-1 0 0,0 1 1 0 0,0 0 0 0 0,0 0-1 0 0,0 0 1 0 0,0-1-1 0 0,0 1 1 0 0,0 0 0 0 0,0 0-1 0 0,0-1 1 0 0,0 1 0 0 0,0 0-1 0 0,0 0 1 0 0,0-1-1 0 0,1 0 8 0 0,0 1 0 0 0,0-1 0 0 0,0 1 0 0 0,0 0 0 0 0,0-1 0 0 0,0 1 0 0 0,0 0 0 0 0,0-1 0 0 0,0 1 0 0 0,0 0-1 0 0,0 0 1 0 0,0 0 0 0 0,2 0 0 0 0,145 9-3333 0 0,-46 2-4031 0 0,-75-8 4072 0 0,18 1-5037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4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1 644 0 0,'53'8'13088'0'0,"-12"-1"-5264"0"0,-39-7-7176 0 0,4 1 79 0 0,10 1-1402 0 0,-11 0-3010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5:32:0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20 2156,'-172'0'7772,"61"-10"-5870,108 9-1908,-33-7-1030,32 8 856,1 1-1,0-1 0,0 1 1,-1 0-1,1 0 1,0 0-1,0 0 0,0 1 1,0 0-1,0-1 0,0 1 1,1 0-1,-1 0 1,0 0-1,1 1 0,0-1 1,-1 1-1,1-1 0,0 1 1,0 0-1,1 0 1,-1 0-1,-2 5 0,1-3-1743,-6 7-201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14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10 162 200 0 0,'0'0'1736'0'0,"-10"4"5891"0"0,37-6-7284 0 0,0-1 1 0 0,35-9 0 0 0,22-3-232 0 0,4-4-53 0 0,-17 3-33 0 0,98-22-19 0 0,-164 37-7 0 0,71-13 15 0 0,-69 13-15 0 0,51-7-5 0 0,115-19 3 0 0,-169 26 8 0 0,15-1-6 0 0,-16 1-1 0 0,10-1-3 0 0,-9 1 13 0 0,29-1-138 0 0,-30 2 162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1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28 1288 0 0,'-1'-3'912'0'0,"0"0"1"0"0,0 0-1 0 0,-1 0 0 0 0,1 1 0 0 0,-1-1 1 0 0,0 1-1 0 0,0-1 0 0 0,-3-3 0 0 0,4 7-911 0 0,0-1 0 0 0,0 0 0 0 0,0 1 0 0 0,0-1-1 0 0,0 0 1 0 0,0 1 0 0 0,0-1 0 0 0,1 1 0 0 0,-1-1 0 0 0,0 1-1 0 0,0 0 1 0 0,0-1 0 0 0,1 1 0 0 0,-1 0 0 0 0,0 0 0 0 0,1-1-1 0 0,-1 1 1 0 0,1 0 0 0 0,-1 1 0 0 0,0 0 19 0 0,1 40 5 0 0,3 125 94 0 0,-6 151-68 0 0,-16-6 17 0 0,17-259-58 0 0,-5 156-74 0 0,8-202-219 0 0,0-4-935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17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18 102 1408 0 0,'0'0'1364'0'0,"-12"5"3517"0"0,7 0-4006 0 0,7-2-348 0 0,16-1-204 0 0,22-4-365 0 0,286-58-3243 0 0,-305 55 3111 0 0,31-11 1 0 0,-38 11 409 0 0,-11 5-102 0 0,-2-1-74 0 0,0 1 0 0 0,0-1 0 0 0,0 1 0 0 0,0-1 0 0 0,0 1 0 0 0,0-1 0 0 0,0 0 0 0 0,0 0 0 0 0,0 0 0 0 0,0 1 0 0 0,0-1 0 0 0,0 0 0 0 0,0 0 0 0 0,0-2 0 0 0,0 2-243 0 0,0 0-1 0 0,0-1 0 0 0,1 1 0 0 0,-1 0 0 0 0,0 0 0 0 0,1-1 0 0 0,-1 1 0 0 0,1 0 0 0 0,-1 0 0 0 0,3 0 0 0 0,7-1-1772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2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 0 0,'0'0'2468'0'0,"2"11"-2958"0"0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23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0 436 0 0,'0'0'2822'0'0,"-7"9"-2581"0"0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2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 0 0,'0'0'1388'0'0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2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4 924 640 0 0,'0'3'1137'0'0,"-2"61"5219"0"0,2-62-5317 0 0,-1-1-525 0 0,1 0-441 0 0,0-1 0 0 0,0 0 0 0 0,0 1 1 0 0,0-1-1 0 0,0 0 0 0 0,0 1 0 0 0,0-1 1 0 0,0 0-1 0 0,0 1 0 0 0,0-1 1 0 0,0 0-1 0 0,0 1 0 0 0,0-1 0 0 0,0 0 1 0 0,0 1-1 0 0,0-1 0 0 0,0 0 0 0 0,0 1 1 0 0,0-1-1 0 0,1 0 0 0 0,-1 1 0 0 0,0-1 1 0 0,0 0-1 0 0,0 1 0 0 0,1-1 0 0 0,-1 0 1 0 0,0 0-1 0 0,0 1 0 0 0,0-1 0 0 0,1 0 1 0 0,-1 0-1 0 0,1 1 0 0 0,5-5 16 0 0,1 0-1 0 0,-1 0 1 0 0,0 0-1 0 0,-1-1 1 0 0,1 0-1 0 0,-1 0 1 0 0,0 0 0 0 0,0-1-1 0 0,4-6 1 0 0,41-65 277 0 0,-38 57-289 0 0,207-403 282 0 0,-216 415-357 0 0,45-98-70 0 0,25-52-110 0 0,-49 104 146 0 0,-19 42-3 0 0,0 0 1 0 0,0 1 0 0 0,1-1-1 0 0,1 1 1 0 0,0 0-1 0 0,13-16 1 0 0,-19 27 33 0 0,0-1 0 0 0,0 0-1 0 0,0 0 1 0 0,0 0 0 0 0,0 0 0 0 0,0 1 0 0 0,1-1 0 0 0,-1 1-1 0 0,0-1 1 0 0,1 1 0 0 0,-1-1 0 0 0,0 1 0 0 0,1 0 0 0 0,-1 0 0 0 0,0-1-1 0 0,1 1 1 0 0,-1 0 0 0 0,0 0 0 0 0,1 1 0 0 0,-1-1 0 0 0,1 0-1 0 0,-1 0 1 0 0,0 1 0 0 0,1-1 0 0 0,-1 0 0 0 0,0 1 0 0 0,0-1-1 0 0,1 1 1 0 0,-1 0 0 0 0,0-1 0 0 0,0 1 0 0 0,0 0 0 0 0,0 0 0 0 0,0 0-1 0 0,0 0 1 0 0,1 1 0 0 0,3 3 27 0 0,0-1-1 0 0,-1 2 1 0 0,0-1-1 0 0,0 0 1 0 0,7 12 0 0 0,0 6 50 0 0,-2-1 0 0 0,0 2 1 0 0,-1-1-1 0 0,4 28 1 0 0,13 101 421 0 0,-18-106-272 0 0,18 188 425 0 0,-5-18-359 0 0,-1-107 8 0 0,-18-106-301 0 0,7-1-762 0 0,-8-2 730 0 0,1 1 1 0 0,-1-1 0 0 0,0 0 0 0 0,1 0 0 0 0,-1 0-1 0 0,0 0 1 0 0,0 1 0 0 0,1-1 0 0 0,-1 0-1 0 0,0 0 1 0 0,1 0 0 0 0,-1 0 0 0 0,0 0 0 0 0,1 0-1 0 0,-1 0 1 0 0,0 0 0 0 0,1 0 0 0 0,-1 0 0 0 0,0 0-1 0 0,1 0 1 0 0,-1 0 0 0 0,0-1 0 0 0,1 1 0 0 0,-1 0-1 0 0,0 0 1 0 0,1 0 0 0 0,-1 0 0 0 0,0 0 0 0 0,1-1-1 0 0,-1 1 1 0 0,0 0 0 0 0,0 0 0 0 0,1-1 0 0 0,2-2-586 0 0,0 0 0 0 0,0 0 0 0 0,0 0 0 0 0,-1 0 0 0 0,1-1 0 0 0,-1 1 0 0 0,0-1 0 0 0,0 1 1 0 0,0-1-1 0 0,0 0 0 0 0,1-7 0 0 0,4-7-3438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3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63 1548 0 0,'-69'4'7636'0'0,"53"-4"-7178"0"0,12 0 702 0 0,8 0-970 0 0,168-27 519 0 0,-6 1-2415 0 0,-80 17-2438 0 0,-43 5 697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3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1179 1044 0 0,'-7'45'4199'0'0,"3"-29"-2940"0"0,2 0 0 0 0,0 0 0 0 0,1 0 0 0 0,1 32 0 0 0,1-46-663 0 0,-1 1 73 0 0,2 9 2959 0 0,1-12-3093 0 0,1-2-450 0 0,-1 1 0 0 0,1-1 0 0 0,-1 0-1 0 0,1 0 1 0 0,-1 0 0 0 0,0-1 0 0 0,0 1-1 0 0,0-1 1 0 0,0 0 0 0 0,0 0 0 0 0,0 0 0 0 0,-1 0-1 0 0,0 0 1 0 0,3-5 0 0 0,7-11 89 0 0,12-28 1 0 0,-15 27-81 0 0,48-102 80 0 0,43-138 0 0 0,23-138-224 0 0,-82 262 26 0 0,-18 59-197 0 0,-23 77 216 0 0,0-1 0 0 0,0 1 0 0 0,1-1 0 0 0,-1 1 0 0 0,0-1 0 0 0,0 1 0 0 0,0-1 0 0 0,1 1 0 0 0,-1-1 1 0 0,0 1-1 0 0,0-1 0 0 0,1 1 0 0 0,-1-1 0 0 0,0 1 0 0 0,1 0 0 0 0,-1-1 0 0 0,1 1 0 0 0,-1 0 0 0 0,0-1 0 0 0,1 1 1 0 0,-1 0-1 0 0,1 0 0 0 0,-1-1 0 0 0,1 1 0 0 0,-1 0 0 0 0,1 0 0 0 0,-1 0 0 0 0,1-1 0 0 0,-1 1 0 0 0,1 0 0 0 0,-1 0 0 0 0,1 0 1 0 0,0 0-1 0 0,0 1 1 0 0,0-1 1 0 0,1 1-1 0 0,-1 0 1 0 0,0-1-1 0 0,0 1 1 0 0,0 0-1 0 0,0 0 1 0 0,0 0-1 0 0,-1 0 1 0 0,1 0-1 0 0,0 0 1 0 0,0 0-1 0 0,0 1 1 0 0,17 35-6 0 0,-8-5 38 0 0,-2 0-1 0 0,5 53 1 0 0,-1 66 65 0 0,-12-148-92 0 0,10 488 393 0 0,-10-465-383 0 0,0 3 28 0 0,7 56-1 0 0,-6-81-89 0 0,0 1 0 0 0,0 0 1 0 0,0 0-1 0 0,1-1 0 0 0,-1 1 0 0 0,1-1 0 0 0,4 7 0 0 0,-5-10-35 0 0,0 0 0 0 0,0 0 0 0 0,0 0 0 0 0,0 0 0 0 0,0-1 0 0 0,0 1-1 0 0,0 0 1 0 0,0 0 0 0 0,0-1 0 0 0,0 1 0 0 0,0-1 0 0 0,1 1-1 0 0,-1-1 1 0 0,0 0 0 0 0,0 1 0 0 0,1-1 0 0 0,-1 0 0 0 0,0 0 0 0 0,1 0-1 0 0,-1 0 1 0 0,0 0 0 0 0,2 0 0 0 0,27-7-1853 0 0,-22 4 757 0 0,0-2 0 0 0,0 1 1 0 0,0-1-1 0 0,-1 0 0 0 0,9-7 0 0 0,1-3-4212 0 0</inkml:trace>
  <inkml:trace contextRef="#ctx0" brushRef="#br0" timeOffset="1">253 745 2012 0 0,'-131'-15'10895'0'0,"113"10"-10137"0"0,17 4-704 0 0,0 1-1 0 0,-1-1 1 0 0,1 0 0 0 0,-1 1-1 0 0,1 0 1 0 0,-1-1 0 0 0,0 1-1 0 0,1 0 1 0 0,-1 0-1 0 0,1 0 1 0 0,-3 0 0 0 0,30-13 236 0 0,164-56-3236 0 0,-90 32-2106 0 0,-53 18 855 0 0</inkml:trace>
  <inkml:trace contextRef="#ctx0" brushRef="#br0" timeOffset="2">1148 73 1384 0 0,'0'-2'2413'0'0,"-6"-58"10231"0"0,5 49-11096 0 0,-5 13-320 0 0,4 0-1181 0 0,1-1 1 0 0,-1 1 0 0 0,1 0-1 0 0,0 0 1 0 0,0-1-1 0 0,0 1 1 0 0,0 0 0 0 0,0 0-1 0 0,0 0 1 0 0,0 2-1 0 0,-18 80-273 0 0,4 0 0 0 0,4 1 0 0 0,-2 98 0 0 0,14-167-1135 0 0,0 1 1 0 0,5 31-1 0 0,-4-40-45 0 0,0 0 0 0 0,1 0 1 0 0,0-1-1 0 0,6 12 0 0 0,1-3-3915 0 0</inkml:trace>
  <inkml:trace contextRef="#ctx0" brushRef="#br0" timeOffset="3">1583 788 1112 0 0,'-1'1'3443'0'0,"-6"8"1946"0"0,-2-1 131 0 0,-2 5-226 0 0,12-12-5270 0 0,-1-1-1 0 0,1 1 1 0 0,0-1 0 0 0,-1 1 0 0 0,1-1 0 0 0,0 1 0 0 0,0-1 0 0 0,-1 1-1 0 0,1-1 1 0 0,0 0 0 0 0,0 0 0 0 0,0 1 0 0 0,0-1 0 0 0,0 0-1 0 0,-1 0 1 0 0,1 0 0 0 0,0 0 0 0 0,0 0 0 0 0,0 0 0 0 0,0 0 0 0 0,0 0-1 0 0,0 0 1 0 0,0 0 0 0 0,0-1 0 0 0,133-9-11 0 0,-58 2-3300 0 0,3 5-6949 0 0,-56 3 4796 0 0</inkml:trace>
  <inkml:trace contextRef="#ctx0" brushRef="#br0" timeOffset="4">1639 1069 180 0 0,'-49'27'9347'0'0,"-49"38"0"0"0,96-64-9090 0 0,4 3 73 0 0,-2-4-324 0 0,0 0-1 0 0,0 0 1 0 0,0 0 0 0 0,0 1 0 0 0,0-1 0 0 0,0 0 0 0 0,0 0 0 0 0,0 1 0 0 0,0-1 0 0 0,0 0 0 0 0,0 0 0 0 0,0 1-1 0 0,0-1 1 0 0,0 0 0 0 0,0 0 0 0 0,1 0 0 0 0,-1 1 0 0 0,0-1 0 0 0,0 0 0 0 0,0 0 0 0 0,0 0 0 0 0,0 1-1 0 0,1-1 1 0 0,-1 0 0 0 0,0 0 0 0 0,0 0 0 0 0,0 0 0 0 0,1 1 0 0 0,-1-1 0 0 0,0 0 0 0 0,0 0 0 0 0,0 0 0 0 0,1 0-1 0 0,-1 0 1 0 0,0 0 0 0 0,0 0 0 0 0,1 0 0 0 0,-1 0 0 0 0,0 0 0 0 0,0 0 0 0 0,1 0 0 0 0,-1 0 0 0 0,0 0 0 0 0,1 0-1 0 0,67-8-491 0 0,74-20 0 0 0,71-28-6971 0 0,-164 43 4554 0 0,19-6-3087 0 0</inkml:trace>
  <inkml:trace contextRef="#ctx0" brushRef="#br0" timeOffset="5">2906 628 1444 0 0,'-35'-24'11464'0'0,"-1"-1"-3708"0"0,34 23-7022 0 0,4 0-656 0 0,1 0 1 0 0,0 0-1 0 0,0 0 1 0 0,0 0-1 0 0,0 1 1 0 0,0-1-1 0 0,0 1 1 0 0,0 0-1 0 0,1 0 1 0 0,5-1-1 0 0,39-4 40 0 0,-26 4-17 0 0,199-14-1167 0 0,-149 15-2558 0 0,1 1-3856 0 0,-69 0 4158 0 0</inkml:trace>
  <inkml:trace contextRef="#ctx0" brushRef="#br0" timeOffset="6">3248 547 1396 0 0,'-3'0'1852'0'0,"-10"1"-189"0"0,10 0-251 0 0,-1-1-204 0 0,0 0-848 0 0,0 1 0 0 0,1 0 0 0 0,-1 0 0 0 0,0 0 0 0 0,0 0 0 0 0,0 0 0 0 0,1 1 1 0 0,-1-1-1 0 0,1 1 0 0 0,-1 0 0 0 0,1 0 0 0 0,0 1 0 0 0,0-1 0 0 0,0 0 0 0 0,0 1 0 0 0,0 0 1 0 0,0 0-1 0 0,1 0 0 0 0,-1 0 0 0 0,1 0 0 0 0,0 1 0 0 0,0-1 0 0 0,0 1 0 0 0,0-1 0 0 0,-1 6 1 0 0,-7 23 448 0 0,2 0 0 0 0,1 1 0 0 0,1 0 0 0 0,-2 59-1 0 0,11 138-423 0 0,-1-198-237 0 0,-1-5-218 0 0,1 54-1698 0 0,-6-29-3002 0 0,-3-31-1905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37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4443 101 260 0 0,'-5'1'2842'0'0,"-22"1"898"0"0,-50 4 10846 0 0,126-6-14284 0 0,-1-3 0 0 0,91-16 0 0 0,-75 9-241 0 0,353-43-4106 0 0,-242 33-5429 0 0,-145 15 3002 0 0</inkml:trace>
  <inkml:trace contextRef="#ctx0" brushRef="#br0" timeOffset="1">33 2351 1944 0 0,'-8'-12'5426'0'0,"8"12"-5342"0"0,0-1-1 0 0,-1 1 1 0 0,1-1-1 0 0,0 1 1 0 0,0 0-1 0 0,-1-1 1 0 0,1 1-1 0 0,0 0 1 0 0,-1-1 0 0 0,1 1-1 0 0,0 0 1 0 0,-1 0-1 0 0,1-1 1 0 0,0 1-1 0 0,-1 0 1 0 0,1 0-1 0 0,-1 0 1 0 0,1 0 0 0 0,-1-1-1 0 0,1 1 1 0 0,0 0-1 0 0,-1 0 1 0 0,1 0-1 0 0,-1 0 1 0 0,1 0-1 0 0,-1 0 1 0 0,1 0 0 0 0,0 0-1 0 0,-1 0 1 0 0,0 0-1 0 0,0 1-41 0 0,1 0 0 0 0,-1-1 0 0 0,0 1 0 0 0,1-1 0 0 0,-1 1 0 0 0,1 0 0 0 0,-1-1 0 0 0,1 1 0 0 0,-1 0 0 0 0,1 0 0 0 0,-1-1 0 0 0,1 1 0 0 0,0 0 0 0 0,-1 0 0 0 0,1 0 0 0 0,-1 4 21 0 0,0-1 0 0 0,0 0 1 0 0,0 1-1 0 0,1-1 0 0 0,-1 1 1 0 0,1-1-1 0 0,1 8 0 0 0,-1-9-35 0 0,1 1 118 0 0,-1-1 1 0 0,0 1-1 0 0,1 0 0 0 0,0 0 1 0 0,0-1-1 0 0,0 1 0 0 0,0-1 1 0 0,0 1-1 0 0,1-1 1 0 0,0 1-1 0 0,0-1 0 0 0,0 0 1 0 0,0 0-1 0 0,3 4 0 0 0,-4-6 306 0 0,4-2-38 0 0,5-2-278 0 0,0-1-1 0 0,0-1 1 0 0,0 0-1 0 0,0 0 1 0 0,-1-1-1 0 0,0 0 1 0 0,0 0-1 0 0,-1-1 1 0 0,0 0-1 0 0,0-1 1 0 0,9-10-1 0 0,13-18 15 0 0,32-52-1 0 0,-54 76-116 0 0,121-211 64 0 0,-16-12-180 0 0,-111 231 81 0 0,45-102-32 0 0,39-77-70 0 0,-85 181 98 0 0,-1 1 0 0 0,1 0 0 0 0,0 0 0 0 0,0 0 0 0 0,0 0 0 0 0,0-1-1 0 0,0 1 1 0 0,0 1 0 0 0,1-1 0 0 0,-1 0 0 0 0,0 0 0 0 0,3-1-1 0 0,-2 3 11 0 0,1-1 0 0 0,0 1 0 0 0,-1-1-1 0 0,1 1 1 0 0,-1 0 0 0 0,1 0-1 0 0,-1 0 1 0 0,1 1 0 0 0,-1-1-1 0 0,0 0 1 0 0,0 1 0 0 0,1 0-1 0 0,-1-1 1 0 0,0 1 0 0 0,-1 0-1 0 0,1 0 1 0 0,0 0 0 0 0,0 0-1 0 0,-1 0 1 0 0,1 1 0 0 0,1 3-1 0 0,3 5 46 0 0,-1 0-1 0 0,0 0 0 0 0,4 15 0 0 0,5 22 295 0 0,-3 1 0 0 0,-1 0 0 0 0,3 62 0 0 0,-9 150 640 0 0,-6-187-814 0 0,-4 206 728 0 0,6-267 643 0 0,0-30-1083 0 0,-4-24-610 0 0,-1-1 0 0 0,-19-70-1 0 0,18 92 81 0 0,0 0 0 0 0,-2 1 0 0 0,0 0 0 0 0,-1 1 0 0 0,-1-1 0 0 0,0 2 0 0 0,-24-30 0 0 0,24 37 53 0 0,1 1 0 0 0,-2 0 0 0 0,1 1-1 0 0,-1 0 1 0 0,0 1 0 0 0,0 0 0 0 0,-1 0 0 0 0,0 2-1 0 0,0-1 1 0 0,-1 2 0 0 0,-21-6 0 0 0,-11 0 6 0 0,-90-8 0 0 0,-68 12 14 0 0,197 6 6 0 0,-15-2-12 0 0,18 2 1 0 0,-16-2-20 0 0,16 1 5 0 0,3 1 19 0 0,0 0 0 0 0,0 0 0 0 0,-1 0 0 0 0,1 0-1 0 0,0 0 1 0 0,0 0 0 0 0,-1 0 0 0 0,1 0 0 0 0,0 0 0 0 0,0 0 0 0 0,-1 0-1 0 0,1 0 1 0 0,0 0 0 0 0,0 0 0 0 0,-1 0 0 0 0,1 0 0 0 0,0 0 0 0 0,0-1-1 0 0,-1 1 1 0 0,1 0 0 0 0,0 0 0 0 0,0 0 0 0 0,0 0 0 0 0,-1 0 0 0 0,1-1-1 0 0,0 1 1 0 0,0 0 0 0 0,0 0 0 0 0,0 0 0 0 0,-1-1 0 0 0,1 1 0 0 0,0 0-1 0 0,0 0 1 0 0,0-1 0 0 0,0 1 0 0 0,0 0 0 0 0,0 0 0 0 0,0 0 0 0 0,0-1-1 0 0,0 1 1 0 0,0 0 0 0 0,0-1 0 0 0,0 1 0 0 0,0 0 0 0 0,0 0 0 0 0,0-1-1 0 0,0 1 1 0 0,0 0 0 0 0,0 0 0 0 0,0-1 0 0 0,0 1 0 0 0,16-9-26 0 0,30-1-10 0 0,-17 8 23 0 0,0 1 0 0 0,1 1 0 0 0,-1 2 1 0 0,51 9-1 0 0,112 39 8 0 0,-65-7 46 0 0,-68-22-918 0 0,0-2 1 0 0,85 16-1 0 0,-134-34 351 0 0,0 0-1 0 0,0-1 0 0 0,1 0 1 0 0,-1 0-1 0 0,0-1 1 0 0,10-3-1 0 0,-12 2-1021 0 0,1 0 1 0 0,0-1-1 0 0,15-7 0 0 0,-2-2-3675 0 0</inkml:trace>
  <inkml:trace contextRef="#ctx0" brushRef="#br0" timeOffset="2">1373 1267 1160 0 0,'1'-8'1028'0'0,"-2"-13"8270"0"0,1 12-5123 0 0,0 3-3173 0 0,-1 6-976 0 0,1 0-1 0 0,0 0 1 0 0,0 0 0 0 0,0 0 0 0 0,0 0-1 0 0,0 0 1 0 0,0 0 0 0 0,0 0 0 0 0,0 0 0 0 0,0 0-1 0 0,0 0 1 0 0,0 0 0 0 0,0 0 0 0 0,-1 0-1 0 0,1 0 1 0 0,0 0 0 0 0,0 0 0 0 0,0 0-1 0 0,0 0 1 0 0,0 0 0 0 0,0 0 0 0 0,0 0-1 0 0,0 0 1 0 0,0 0 0 0 0,0 0 0 0 0,-1 0 0 0 0,1 0-1 0 0,0 0 1 0 0,0 0 0 0 0,0 0 0 0 0,0 0-1 0 0,0 0 1 0 0,0 0 0 0 0,0 0 0 0 0,0 0-1 0 0,0 0 1 0 0,0 0 0 0 0,0 0 0 0 0,-1 0-1 0 0,1 0 1 0 0,0 0 0 0 0,0 0 0 0 0,0 0-1 0 0,0 0 1 0 0,0-1 0 0 0,0 1 0 0 0,0 0 0 0 0,0 0-1 0 0,0 0 1 0 0,0 0 0 0 0,0 0 0 0 0,0 0-1 0 0,0 0 1 0 0,0 0 0 0 0,0 0 0 0 0,0 0-1 0 0,0-1 1 0 0,0 1 0 0 0,0 0 0 0 0,0 0-1 0 0,0 0 1 0 0,0 0 0 0 0,0 0 0 0 0,0 0 0 0 0,0 0-1 0 0,0 0 1 0 0,0 0 0 0 0,0 0 0 0 0,0-1-1 0 0,-7 15 91 0 0,0 0-1 0 0,0 0 0 0 0,1 1 0 0 0,-5 20 0 0 0,2-6-51 0 0,-72 236-1240 0 0,63-175-2254 0 0,5 2-3442 0 0,11-62 1648 0 0</inkml:trace>
  <inkml:trace contextRef="#ctx0" brushRef="#br0" timeOffset="3">1889 1880 832 0 0,'8'-22'6263'0'0,"-7"19"-5522"0"0,0 0 0 0 0,1 0 0 0 0,-1 0 1 0 0,-1 0-1 0 0,1 0 0 0 0,0 0 0 0 0,-1-1 1 0 0,0-2-1 0 0,3-10 2301 0 0,-3 11-1287 0 0,-8 15-1489 0 0,-8 14 14 0 0,-20 39 0 0 0,16-25-172 0 0,-163 315 269 0 0,141-268-353 0 0,-25 50 1112 0 0,66-134-229 0 0,-4-16-588 0 0,6 6-286 0 0,0 0 1 0 0,1 1-1 0 0,1-1 0 0 0,-1 1 0 0 0,8-14 1 0 0,-5 8-13 0 0,91-213-127 0 0,144-247 1 0 0,-221 439 89 0 0,-6 10-102 0 0,23-33 0 0 0,-35 57 114 0 0,-1 1 1 0 0,1-1-1 0 0,0 1 0 0 0,-1-1 0 0 0,1 0 1 0 0,0 1-1 0 0,0-1 0 0 0,0 1 0 0 0,-1 0 1 0 0,1-1-1 0 0,0 1 0 0 0,0 0 0 0 0,0-1 1 0 0,0 1-1 0 0,0 0 0 0 0,0 0 0 0 0,-1 0 1 0 0,1 0-1 0 0,0 0 0 0 0,0 0 1 0 0,0 0-1 0 0,0 0 0 0 0,0 0 0 0 0,0 0 1 0 0,0 0-1 0 0,0 1 0 0 0,-1-1 0 0 0,1 0 1 0 0,0 1-1 0 0,0-1 0 0 0,0 0 0 0 0,0 1 1 0 0,-1-1-1 0 0,1 1 0 0 0,0 0 1 0 0,-1-1-1 0 0,2 2 0 0 0,1 0 5 0 0,1 1 0 0 0,-1 0 1 0 0,0 0-1 0 0,0 1 0 0 0,-1-1 0 0 0,5 6 1 0 0,6 17-1 0 0,-1-1 0 0 0,-2 1 0 0 0,12 43 0 0 0,13 87-3 0 0,-22-90 1 0 0,16 96 27 0 0,27 108 2 0 0,-56-269-121 0 0,0 0-1 0 0,0 0 1 0 0,1 0 0 0 0,-1 0-1 0 0,0 0 1 0 0,1 0 0 0 0,-1 0-1 0 0,1 0 1 0 0,-1 0 0 0 0,1 0-1 0 0,-1-1 1 0 0,1 1 0 0 0,0 0-1 0 0,-1 0 1 0 0,1 0 0 0 0,0-1-1 0 0,0 1 1 0 0,0 0 0 0 0,-1-1-1 0 0,1 1 1 0 0,0-1 0 0 0,0 1-1 0 0,0-1 1 0 0,0 1 0 0 0,0-1-1 0 0,2 1 1 0 0,-2-1-46 0 0,1-1 1 0 0,0 1-1 0 0,-1 0 0 0 0,1-1 1 0 0,0 1-1 0 0,-1-1 0 0 0,1 1 1 0 0,0-1-1 0 0,-1 0 0 0 0,1 1 1 0 0,-1-1-1 0 0,1 0 1 0 0,-1 0-1 0 0,2-2 0 0 0,3-2-1141 0 0,0 0 0 0 0,-1-1 0 0 0,0 1 0 0 0,0-1 0 0 0,-1 0 0 0 0,6-10-1 0 0,-3-1-4694 0 0</inkml:trace>
  <inkml:trace contextRef="#ctx0" brushRef="#br0" timeOffset="4">1883 2134 876 0 0,'-190'9'13528'0'0,"186"-9"-12770"0"0,21 5-513 0 0,3-4-204 0 0,0-1 0 0 0,0-1-1 0 0,35-6 1 0 0,-5 0-404 0 0,51-2-1343 0 0,59-5-5122 0 0,-104 7 2559 0 0</inkml:trace>
  <inkml:trace contextRef="#ctx0" brushRef="#br0" timeOffset="5">3075 2102 1144 0 0,'-16'5'8321'0'0,"-14"4"-495"0"0,20-7-7318 0 0,8-1-38 0 0,2 0-442 0 0,1 0 0 0 0,0-1 0 0 0,0 1 0 0 0,-1 0 0 0 0,1-1-1 0 0,0 1 1 0 0,0 0 0 0 0,0-1 0 0 0,0 1 0 0 0,0-1 0 0 0,0 0 0 0 0,0 1 0 0 0,0-1 0 0 0,0 0 0 0 0,0 1 0 0 0,0-1-1 0 0,0 0 1 0 0,0 0 0 0 0,1 0 0 0 0,31 5 222 0 0,-32-5-229 0 0,14 1-155 0 0,99 11-1814 0 0,-39-9-6772 0 0</inkml:trace>
  <inkml:trace contextRef="#ctx0" brushRef="#br0" timeOffset="6">3021 2403 808 0 0,'-135'69'14290'0'0,"134"-68"-14160"0"0,-1 0 0 0 0,1 0 0 0 0,-1-1 0 0 0,1 1 0 0 0,-1 0 0 0 0,1 0 0 0 0,-1 1 0 0 0,1-1 0 0 0,0 0 0 0 0,-1 0 0 0 0,1 1 0 0 0,0-1 0 0 0,-1 2 0 0 0,2-2-103 0 0,0-1 1 0 0,0 0 0 0 0,0 1-1 0 0,0-1 1 0 0,0 0-1 0 0,1 1 1 0 0,-1-1-1 0 0,0 0 1 0 0,0 1 0 0 0,0-1-1 0 0,0 0 1 0 0,0 1-1 0 0,1-1 1 0 0,-1 0-1 0 0,0 0 1 0 0,0 1 0 0 0,1-1-1 0 0,-1 0 1 0 0,0 0-1 0 0,0 1 1 0 0,1-1 0 0 0,-1 0-1 0 0,0 0 1 0 0,1 0-1 0 0,-1 1 1 0 0,0-1-1 0 0,1 0 1 0 0,-1 0 0 0 0,0 0-1 0 0,1 0 1 0 0,-1 0-1 0 0,0 0 1 0 0,1 0-1 0 0,-1 0 1 0 0,1 0 0 0 0,42 3 437 0 0,-43-3-467 0 0,79-7-412 0 0,148-31-1 0 0,-188 31-55 0 0,146-36-2772 0 0,-62 11-2005 0 0,-30 6-935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2:4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119 186 1760 0 0,'-106'-40'17728'0'0,"105"39"-17038"0"0,-4-1 120 0 0,5 2-769 0 0,0 0 0 0 0,-1 0 0 0 0,1 0 0 0 0,0 0 1 0 0,-1 0-1 0 0,1-1 0 0 0,0 1 0 0 0,0 0 1 0 0,-1 0-1 0 0,1 0 0 0 0,0 0 0 0 0,0 0 0 0 0,-1 0 1 0 0,1 0-1 0 0,0-1 0 0 0,0 1 0 0 0,-1 0 1 0 0,1 0-1 0 0,0 0 0 0 0,0 0 0 0 0,0-1 0 0 0,-1 1 1 0 0,1 0-1 0 0,0 0 0 0 0,0-1 0 0 0,0 1 1 0 0,0 0-1 0 0,0 0 0 0 0,-1-1 0 0 0,1 1 0 0 0,0 0 1 0 0,0 0-1 0 0,0-1 0 0 0,0 1 0 0 0,0 0 1 0 0,0-1-1 0 0,2-1-14 0 0,-1 0-1 0 0,1 0 1 0 0,0 0 0 0 0,0 1 0 0 0,0-1 0 0 0,0 0-1 0 0,0 1 1 0 0,0 0 0 0 0,1-1 0 0 0,-1 1 0 0 0,0 0 0 0 0,1 0-1 0 0,-1 0 1 0 0,5-1 0 0 0,43-8 124 0 0,-29 7-98 0 0,279-42-193 0 0,-180 30-1720 0 0,-25 3-1774 0 0,-81 9 2805 0 0,-12 3 737 0 0,-1 0 1 0 0,0-1-1 0 0,0 1 0 0 0,0 0 0 0 0,0 0 0 0 0,0-1 0 0 0,0 1 0 0 0,0 0 1 0 0,0-1-1 0 0,0 1 0 0 0,0-1 0 0 0,0 0 0 0 0,0 1 0 0 0,0-1 1 0 0,0-1-1 0 0,1 1-146 0 0,-31-11-569 0 0,-7 9 1164 0 0,32 3-281 0 0,-13 6 693 0 0,9 3-443 0 0,1 0-1 0 0,0 0 1 0 0,1 1-1 0 0,0 0 1 0 0,0 0-1 0 0,1 1 1 0 0,0-1-1 0 0,1 1 1 0 0,0 0-1 0 0,1 0 1 0 0,-4 20 0 0 0,1 13 151 0 0,-1 78 1 0 0,6-96-368 0 0,-7 350 421 0 0,5-263-1275 0 0,3-42-2823 0 0,0-70 3422 0 0,0 0 1 0 0,0 0 0 0 0,0 1-1 0 0,0-1 1 0 0,-1 0 0 0 0,1 0-1 0 0,0 1 1 0 0,-1-1 0 0 0,1 0-1 0 0,-1 0 1 0 0,1 0 0 0 0,-1 0-1 0 0,0 0 1 0 0,1 0 0 0 0,-1 0-1 0 0,0 0 1 0 0,0 0 0 0 0,0 0-1 0 0,0 0 1 0 0,0 0 0 0 0,0-1-1 0 0,0 1 1 0 0,0 0 0 0 0,0-1-1 0 0,0 1 1 0 0,0-1 0 0 0,0 1-1 0 0,0-1 1 0 0,0 1 0 0 0,-1-1-1 0 0,1 0 1 0 0,0 0 0 0 0,-2 1-1 0 0,0-1-77 0 0,-2-1 52 0 0,-67-10 2347 0 0,-123-3 0 0 0,107 16-251 0 0,85-2-1117 0 0,5 2-418 0 0,2 1-294 0 0,1-1 1 0 0,-1 0-1 0 0,0 0 1 0 0,1-1-1 0 0,0 1 1 0 0,-1-1-1 0 0,1 0 1 0 0,0 0-1 0 0,8 0 1 0 0,53-1 284 0 0,-38 0-234 0 0,305-28 474 0 0,-185 11-253 0 0,-4-2 1383 0 0,-141 18-1676 0 0,14-1 115 0 0,0 2-113 0 0,-14 0-82 0 0,2-2 20 0 0,3 1-1209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3:0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29 848 0 0,'0'0'1216'0'0,"1"-2"-147"0"0,12-23 3822 0 0,-11 23-3480 0 0,-7 16-1416 0 0,-146 264 125 0 0,89-171-1074 0 0,-10 15-2560 0 0,39-64 836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3:0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89 163 268 0 0,'-41'-27'7612'0'0,"39"26"-6883"0"0,1 0-586 0 0,1 0 0 0 0,-1 0 0 0 0,0 0 1 0 0,1 0-1 0 0,-1 0 0 0 0,0 0 0 0 0,0 0 0 0 0,0 0 1 0 0,1 0-1 0 0,-1 0 0 0 0,0 1 0 0 0,0-1 0 0 0,0 0 0 0 0,-1 1 1 0 0,0-2-1 0 0,-24-11 3228 0 0,22 11-2262 0 0,46-8-879 0 0,464-51-6 0 0,-430 54-234 0 0,128-14-309 0 0,-202 21-103 0 0,1 0-171 0 0,10 0-187 0 0,-10 0-256 0 0,8-6-5117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3:0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22 660 0 0,'-10'-11'5485'0'0,"-6"0"-3015"0"0,7 11-708 0 0,9 1-1743 0 0,-1-1 1 0 0,1 1-1 0 0,0 0 1 0 0,-1-1-1 0 0,1 1 1 0 0,0-1-1 0 0,-1 1 0 0 0,1 0 1 0 0,0-1-1 0 0,0 1 1 0 0,-1 0-1 0 0,1-1 1 0 0,0 1-1 0 0,0 0 1 0 0,0 0-1 0 0,0-1 0 0 0,0 1 1 0 0,0 1-1 0 0,0 20 561 0 0,-7 412 4863 0 0,5-372-5321 0 0,-8 99-739 0 0,17-187-7998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3:1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1172 0 0,'9'-20'4112'0'0,"11"-38"-1"0"0,-2 4 640 0 0,-17 52-4118 0 0,5 12-396 0 0,-4-3-181 0 0,0 0 0 0 0,0 1 0 0 0,-1-1 1 0 0,0 1-1 0 0,0-1 0 0 0,-1 1 0 0 0,-1 13 0 0 0,1 3 320 0 0,2 419 2992 0 0,-3-227-2823 0 0,-2-78-599 0 0,1-7 4018 0 0,2-129-3440 0 0,0 16 1394 0 0,-1 18 487 0 0,-6-46-4252 0 0,1 0 0 0 0,-9-21-1 0 0,5 10-1673 0 0,-2-10-7103 0 0</inkml:trace>
  <inkml:trace contextRef="#ctx0" brushRef="#br0" timeOffset="1">701 631 2320 0 0,'-2'-13'5514'0'0,"-3"-14"-2140"0"0,4 24-2782 0 0,1 2-482 0 0,0 0-1 0 0,0 0 1 0 0,0 0 0 0 0,0 0 0 0 0,0 0-1 0 0,0 0 1 0 0,0 0 0 0 0,0 0 0 0 0,-1 0-1 0 0,1 0 1 0 0,0 0 0 0 0,-1 0 0 0 0,1 0-1 0 0,0 0 1 0 0,-1 0 0 0 0,1 0 0 0 0,-1 0 0 0 0,0-1-1 0 0,-2 9-96 0 0,1-1-1 0 0,0 1 1 0 0,0-1-1 0 0,1 1 1 0 0,0 0-1 0 0,0 9 1 0 0,0 51 51 0 0,2-44-54 0 0,-1 8-2 0 0,2 0 0 0 0,1-1 0 0 0,12 56 1 0 0,-11-73 41 0 0,0 0 1 0 0,0 0 0 0 0,1 0-1 0 0,1 0 1 0 0,0-1 0 0 0,0 0-1 0 0,2-1 1 0 0,-1 1-1 0 0,2-1 1 0 0,18 20 0 0 0,-21-27 21 0 0,0 1 0 0 0,1-1 0 0 0,-1 0 0 0 0,1-1 0 0 0,0 1 0 0 0,0-1-1 0 0,0-1 1 0 0,1 1 0 0 0,-1-1 0 0 0,1-1 0 0 0,-1 1 0 0 0,1-1 0 0 0,0-1 0 0 0,-1 1 0 0 0,1-1 0 0 0,0-1 0 0 0,-1 1 0 0 0,1-1 0 0 0,10-3 0 0 0,-3 1-32 0 0,-1-1 0 0 0,-1 0 1 0 0,1-1-1 0 0,0 0 0 0 0,-1-1 0 0 0,0-1 0 0 0,-1 0 0 0 0,1-1 0 0 0,15-13 1 0 0,-13 8-26 0 0,-1-1 1 0 0,0-1-1 0 0,-1 0 1 0 0,-1-1-1 0 0,0-1 1 0 0,-1 0 0 0 0,-1 0-1 0 0,0-1 1 0 0,8-23-1 0 0,-12 27 3 0 0,-2 0-1 0 0,0 0 1 0 0,-1-1-1 0 0,0 1 0 0 0,-1-1 1 0 0,0 0-1 0 0,-2 1 1 0 0,1-1-1 0 0,-2 0 0 0 0,0 0 1 0 0,-1 0-1 0 0,0 1 0 0 0,-6-18 1 0 0,4 23-20 0 0,0-1 0 0 0,0 1 1 0 0,-1-1-1 0 0,0 1 0 0 0,-1 1 1 0 0,0-1-1 0 0,0 1 0 0 0,-1 0 0 0 0,0 0 1 0 0,0 1-1 0 0,-1 0 0 0 0,0 0 1 0 0,0 1-1 0 0,-1 0 0 0 0,1 1 0 0 0,-1-1 1 0 0,-1 2-1 0 0,1-1 0 0 0,-1 1 1 0 0,1 1-1 0 0,-1 0 0 0 0,0 0 0 0 0,-1 1 1 0 0,1 0-1 0 0,0 1 0 0 0,0 0 1 0 0,-1 1-1 0 0,1 0 0 0 0,-1 0 0 0 0,1 1 1 0 0,0 0-1 0 0,0 1 0 0 0,-1 0 1 0 0,-13 6-1 0 0,6-1-3 0 0,0 1 0 0 0,1 1 0 0 0,0 0 1 0 0,0 2-1 0 0,1-1 0 0 0,1 2 0 0 0,-21 19 0 0 0,28-23 7 0 0,0 0 0 0 0,1 0-1 0 0,1 0 1 0 0,-1 1-1 0 0,1 0 1 0 0,0 1 0 0 0,1-1-1 0 0,0 1 1 0 0,1 0-1 0 0,0 0 1 0 0,1 0-1 0 0,0 1 1 0 0,0-1 0 0 0,-2 22-1 0 0,5-26-73 0 0,0 1-1 0 0,1-1 0 0 0,0 1 0 0 0,0-1 1 0 0,0 1-1 0 0,1-1 0 0 0,0 1 1 0 0,0-1-1 0 0,0 0 0 0 0,1 0 1 0 0,0 0-1 0 0,0 0 0 0 0,1-1 1 0 0,-1 1-1 0 0,1-1 0 0 0,1 0 1 0 0,-1 0-1 0 0,1 0 0 0 0,-1 0 1 0 0,1-1-1 0 0,1 0 0 0 0,-1 0 0 0 0,7 3 1 0 0,4 3-943 0 0,0-2 1 0 0,1 0-1 0 0,0-1 1 0 0,1 0-1 0 0,-1-2 0 0 0,1 0 1 0 0,21 3-1 0 0,0-2-3522 0 0</inkml:trace>
  <inkml:trace contextRef="#ctx0" brushRef="#br0" timeOffset="2">1644 629 108 0 0,'6'-54'7347'0'0,"-4"-28"-2541"0"0,-2 82-4799 0 0,0 0 0 0 0,0-1 0 0 0,0 1 0 0 0,0 0 0 0 0,0 0 0 0 0,0-1 1 0 0,0 1-1 0 0,0 0 0 0 0,0 0 0 0 0,0-1 0 0 0,0 1 0 0 0,0 0 0 0 0,0 0 0 0 0,1-1 0 0 0,-1 1 0 0 0,0 0 0 0 0,0 0 0 0 0,0-1 0 0 0,0 1 0 0 0,0 0 0 0 0,0 0 0 0 0,1 0 0 0 0,-1-1 1 0 0,0 1-1 0 0,0 0 0 0 0,0 0 0 0 0,1 0 0 0 0,-1 0 0 0 0,0-1 0 0 0,0 1 0 0 0,0 0 0 0 0,1 0 0 0 0,-1 0 0 0 0,0 0 0 0 0,0 0 0 0 0,1 0 0 0 0,10 4 157 0 0,6 10-39 0 0,-11-8-88 0 0,-1 1 0 0 0,0 1 0 0 0,-1-1 0 0 0,0 1 0 0 0,0 0 0 0 0,0 0 0 0 0,3 11 0 0 0,12 59 205 0 0,-18-75-228 0 0,3 18 2 0 0,-2 1 1 0 0,0-1 0 0 0,-1 0 0 0 0,-1 1-1 0 0,-4 28 1 0 0,-3 0 1828 0 0,-15 50 1 0 0,16-88 757 0 0,-1-12-1468 0 0,4-1-1307 0 0,3 0 193 0 0,-1 0 0 0 0,1 1 0 0 0,-1-1 0 0 0,1 1 0 0 0,-1-1 0 0 0,1 1 0 0 0,-1-1 1 0 0,1 0-1 0 0,0 1 0 0 0,-1-1 0 0 0,1 0 0 0 0,0 0 0 0 0,0 1 0 0 0,0-1 0 0 0,-1 0 0 0 0,1 0 0 0 0,0 1 0 0 0,0-1 0 0 0,0 0 1 0 0,0-1-1 0 0,-2-8 55 0 0,1 0 1 0 0,0 0 0 0 0,0-1 0 0 0,1 1-1 0 0,0-1 1 0 0,1 1 0 0 0,3-18 0 0 0,0 10-67 0 0,1 0 0 0 0,0 0 0 0 0,11-22 0 0 0,-9 25-138 0 0,1-1 0 0 0,1 2-1 0 0,0-1 1 0 0,1 1-1 0 0,0 1 1 0 0,1 0-1 0 0,1 0 1 0 0,0 1 0 0 0,1 0-1 0 0,0 1 1 0 0,0 1-1 0 0,1 0 1 0 0,1 1 0 0 0,0 0-1 0 0,16-6 1 0 0,-15 9-703 0 0,0 0-1 0 0,1 1 1 0 0,0 0 0 0 0,0 1 0 0 0,0 2 0 0 0,1-1 0 0 0,-1 2-1 0 0,1 0 1 0 0,21 3 0 0 0,21 2-3976 0 0,-28-4 567 0 0</inkml:trace>
  <inkml:trace contextRef="#ctx0" brushRef="#br0" timeOffset="3">2577 676 1528 0 0,'0'0'2013'0'0,"-2"1"-354"0"0,-11 2 2471 0 0,11-2-2946 0 0,-18 6 4221 0 0,15-5-5629 0 0,2-1 1651 0 0,3 0-1386 0 0,1-1 0 0 0,-1 1 1 0 0,0 0-1 0 0,1 0 0 0 0,-1-1 1 0 0,1 1-1 0 0,-1-1 1 0 0,1 1-1 0 0,-1 0 0 0 0,1-1 1 0 0,-1 1-1 0 0,1-1 0 0 0,-1 1 1 0 0,1-1-1 0 0,0 0 1 0 0,-1 1-1 0 0,1-1 0 0 0,0 1 1 0 0,0-1-1 0 0,-1 0 0 0 0,2 1 1 0 0,20 5 414 0 0,39 1-226 0 0,0-2 0 0 0,1-3 0 0 0,-1-3 0 0 0,91-12 0 0 0,-139 10-204 0 0,0 0 0 0 0,0-1 0 0 0,0-1 1 0 0,0 0-1 0 0,11-7 0 0 0,-22 11-57 0 0,8-3-97 0 0,5-16-11135 0 0</inkml:trace>
  <inkml:trace contextRef="#ctx0" brushRef="#br0" timeOffset="4">3685 310 1036 0 0,'-2'-7'1839'0'0,"-1"-1"-1"0"0,2 1 0 0 0,-1-1 1 0 0,1 0-1 0 0,0 0 1 0 0,0-12-1 0 0,-3 0 1519 0 0,2 19-1819 0 0,1 10-1001 0 0,10 94 1548 0 0,-4-56-1626 0 0,10 431 1081 0 0,-15-382-1458 0 0,-4 54 2471 0 0,4-148-2153 0 0,0 0-294 0 0,1 0 1 0 0,-1-1-1 0 0,0 1 0 0 0,0 0 0 0 0,1-1 0 0 0,-1 1 0 0 0,0 0 0 0 0,0-1 0 0 0,-1 1 0 0 0,1 2 0 0 0,-1 2-4070 0 0,-23-20-8241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44 1992 0 0,'12'-44'15295'0'0,"-3"58"-13540"0"0,-8 29-970 0 0,-2 1-1 0 0,-2 0 1 0 0,-12 59 0 0 0,3-14-535 0 0,0-6-179 0 0,-2 26-345 0 0,10-38-5895 0 0,7-60-720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69 772 0 0,'21'-68'16470'0'0,"-20"74"-15822"0"0,0-1 0 0 0,0 1 0 0 0,-1 0 0 0 0,1 0 0 0 0,-1 0 0 0 0,-1 7 0 0 0,-14 120 3246 0 0,2-26-3324 0 0,8 0-4090 0 0,7-86-359 0 0,1-5-5092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0 129 828 0 0,'24'-129'20319'0'0,"-21"132"-19207"0"0,-2-3-1076 0 0,-1 0 1 0 0,0 0-1 0 0,1 1 1 0 0,-1-1-1 0 0,0 0 1 0 0,1 0-1 0 0,-1 0 1 0 0,0 0 0 0 0,0 0-1 0 0,1 0 1 0 0,-1 1-1 0 0,0-1 1 0 0,1 0-1 0 0,-1 0 1 0 0,0 0-1 0 0,0 1 1 0 0,1-1-1 0 0,-1 0 1 0 0,0 0 0 0 0,0 0-1 0 0,0 1 1 0 0,0-1-1 0 0,1 0 1 0 0,-1 1-1 0 0,0-1 1 0 0,0 0-1 0 0,0 0 1 0 0,0 1-1 0 0,0-1 1 0 0,0 1-1 0 0,8 53 1283 0 0,-3 1-1 0 0,-2 59 0 0 0,-1-20-1604 0 0,4-17-4710 0 0,3-30-7473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81 2488 0 0,'-15'-64'7802'0'0,"15"63"-7721"0"0,0 1 0 0 0,0-1 0 0 0,0 1 0 0 0,-1-1 0 0 0,1 1 0 0 0,0-1 0 0 0,0 1 0 0 0,0-1 0 0 0,0 1 0 0 0,0-1 0 0 0,0 1 0 0 0,0-1 0 0 0,1 1 0 0 0,-1-1 0 0 0,0 1 0 0 0,0-1 0 0 0,0 1 0 0 0,0 0 0 0 0,1-1 0 0 0,-1 1 0 0 0,0-1 0 0 0,0 1 1 0 0,1-1-1 0 0,-1 1 0 0 0,0 0 0 0 0,1-1 0 0 0,-1 1 0 0 0,0 0 0 0 0,1-1 0 0 0,-1 1 0 0 0,0 0 0 0 0,1-1 0 0 0,-1 1 0 0 0,1 0 0 0 0,-1 0 0 0 0,1 0 0 0 0,-1-1 0 0 0,1 1 0 0 0,-1 0 0 0 0,1 0 0 0 0,-1 0 0 0 0,1 0 0 0 0,-1 0 0 0 0,1 0 0 0 0,22 1 1654 0 0,-7 5-1147 0 0,-1 0 0 0 0,0 1 0 0 0,0 0 0 0 0,-1 1 0 0 0,0 1 0 0 0,18 14 0 0 0,-6-1-61 0 0,0 2 0 0 0,23 27 0 0 0,-31-31-396 0 0,-2 1 1 0 0,0 1-1 0 0,-1 1 0 0 0,-1 0 1 0 0,-1 1-1 0 0,-2 0 0 0 0,0 1 0 0 0,-1 0 1 0 0,-2 1-1 0 0,0 0 0 0 0,-2 0 1 0 0,-1 1-1 0 0,-1 0 0 0 0,-2 0 1 0 0,0 0-1 0 0,-2 0 0 0 0,-3 31 1 0 0,-4-10-306 0 0,-2 1 1 0 0,-2-1-1 0 0,-2-1 1 0 0,-29 71 0 0 0,-27 28-3303 0 0,-12-7-4971 0 0,43-80-91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79 1676 0 0,'2'-14'2824'0'0,"0"4"-1083"0"0,-2 0 139 0 0,-2-7-1660 0 0,2 7-712 0 0,-3 1-1973 0 0,3 1-515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542 168 1536 0 0,'9'-2'14655'0'0,"-39"-2"-13768"0"0,-43-13 0 0 0,40 9-796 0 0,18 1-471 0 0,15 7 375 0 0,0-1 0 0 0,0 1-1 0 0,0 0 1 0 0,0 0 0 0 0,0 0 0 0 0,-1-1-1 0 0,1 1 1 0 0,0 0 0 0 0,0 0-1 0 0,0 0 1 0 0,0-1 0 0 0,0 1 0 0 0,0 0-1 0 0,0 0 1 0 0,1 0 0 0 0,-1-1 0 0 0,0 1-1 0 0,0 0 1 0 0,0 0 0 0 0,0 0-1 0 0,0-1 1 0 0,0 1 0 0 0,0 0 0 0 0,0 0-1 0 0,0 0 1 0 0,1 0 0 0 0,-1-1-1 0 0,0 1 1 0 0,0 0 0 0 0,0 0 0 0 0,0 0-1 0 0,0 0 1 0 0,1 0 0 0 0,-1 0-1 0 0,0-1 1 0 0,1 1 0 0 0,21-9-79 0 0,207-33 74 0 0,-113 23-3 0 0,-84 14 3 0 0,-16 3 52 0 0,-1 0 1 0 0,1-1 0 0 0,-1-1 0 0 0,0 0 0 0 0,0-2 0 0 0,14-6 0 0 0,-28 12-41 0 0,0-1 0 0 0,-1 0 0 0 0,1 1-1 0 0,0-1 1 0 0,0 0 0 0 0,-1 1 0 0 0,1-1 0 0 0,0 0-1 0 0,-1 0 1 0 0,1 0 0 0 0,0 0 0 0 0,-1 0-1 0 0,1 0 1 0 0,-1-1 0 0 0,-1 1-10 0 0,-5 8 8 0 0,-31 64 28 0 0,3 2 1 0 0,-31 97-1 0 0,25-64-3 0 0,-1 7 23 0 0,-20 51 29 0 0,46-130 42 0 0,-1-1 0 0 0,-36 53 0 0 0,47-78-31 0 0,-1 0-1 0 0,0-1 1 0 0,0 0 0 0 0,-1 0-1 0 0,0 0 1 0 0,0-1 0 0 0,0 0 0 0 0,-1-1-1 0 0,0 1 1 0 0,-14 6 0 0 0,15-10-50 0 0,-1 1 1 0 0,1-1-1 0 0,0 0 1 0 0,-1-1 0 0 0,1 1-1 0 0,-1-1 1 0 0,0-1-1 0 0,1 0 1 0 0,-1 0-1 0 0,1 0 1 0 0,-1-1 0 0 0,0 0-1 0 0,-11-4 1 0 0,-10-3-3 0 0,1-2-1 0 0,1-1 1 0 0,-35-18 0 0 0,-74-52-108 0 0,92 54-36 0 0,40 24 43 0 0,0 1 0 0 0,1-1 0 0 0,-1 0 0 0 0,0 0 0 0 0,-3-5 0 0 0,6 7-19 0 0,1 1-1 0 0,-1-1 0 0 0,1 1 0 0 0,-1-1 0 0 0,1 1 0 0 0,-1-1 0 0 0,1 0 0 0 0,0 1 1 0 0,-1-1-1 0 0,1 0 0 0 0,0 1 0 0 0,-1-1 0 0 0,1 0 0 0 0,0 1 0 0 0,0-1 1 0 0,0 0-1 0 0,0 0 0 0 0,0 1 0 0 0,0-1 0 0 0,0 0 0 0 0,0 0 0 0 0,0 1 1 0 0,0-1-1 0 0,0 0 0 0 0,0 1 0 0 0,1-1 0 0 0,-1 0 0 0 0,0 0 0 0 0,0 1 0 0 0,1-1 1 0 0,-1 0-1 0 0,0 1 0 0 0,1-1 0 0 0,-1 1 0 0 0,1-1 0 0 0,-1 1 0 0 0,1-1 1 0 0,-1 1-1 0 0,1-1 0 0 0,0 1 0 0 0,-1-1 0 0 0,1 1 0 0 0,-1-1 0 0 0,1 1 0 0 0,0 0 1 0 0,0-1-1 0 0,86-37-8651 0 0,-61 27 4511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51 2096 0 0,'42'-51'10142'0'0,"-41"53"-9995"0"0,0-1 1 0 0,-1 0 0 0 0,1 1-1 0 0,-1-1 1 0 0,0 0 0 0 0,0 1-1 0 0,1-1 1 0 0,-1 0-1 0 0,0 1 1 0 0,0-1 0 0 0,0 1-1 0 0,0-1 1 0 0,0 0-1 0 0,-1 1 1 0 0,1-1 0 0 0,-1 3-1 0 0,-62 202 4436 0 0,-21 106-3117 0 0,15-54-1036 0 0,69-256-425 0 0,-57 174 451 0 0,56-174-449 0 0,-6 12 115 0 0,7-14-120 0 0,-1 1-1 0 0,1-1 0 0 0,0 0 0 0 0,-1 1 0 0 0,1-1 0 0 0,0 0 1 0 0,-1 0-1 0 0,1 1 0 0 0,-1-1 0 0 0,1 0 0 0 0,0 0 0 0 0,-1 0 0 0 0,1 1 1 0 0,-1-1-1 0 0,1 0 0 0 0,0 0 0 0 0,-1 0 0 0 0,1 0 0 0 0,-1 0 0 0 0,1 0 1 0 0,-1 0-1 0 0,1 0 0 0 0,-1 0 0 0 0,1 0 0 0 0,0 0 0 0 0,-1 0 1 0 0,0-1-1 0 0,0 0-5 0 0,1 0 0 0 0,-1 0 0 0 0,0-1 0 0 0,1 1 1 0 0,-1 0-1 0 0,1-1 0 0 0,-1 1 0 0 0,1-1 0 0 0,0 1 1 0 0,-1-1-1 0 0,1 1 0 0 0,0-1 0 0 0,0 1 0 0 0,0 0 1 0 0,0-1-1 0 0,1-2 0 0 0,-1 2-1 0 0,0-18 5 0 0,2 1 0 0 0,1-1 1 0 0,0 0-1 0 0,1 1 0 0 0,1 0 0 0 0,9-22 0 0 0,-8 26-31 0 0,0 0 0 0 0,1 1 0 0 0,1 0 1 0 0,0 0-1 0 0,1 1 0 0 0,0 0 0 0 0,2 0 0 0 0,11-12 1 0 0,-16 20 11 0 0,-1 0-1 0 0,1 1 1 0 0,1-1 0 0 0,-1 1 0 0 0,0 0 0 0 0,1 1 0 0 0,0-1 0 0 0,0 1 0 0 0,0 1 0 0 0,0-1 0 0 0,1 1 0 0 0,11-1 0 0 0,-14 2 16 0 0,-1 1 0 0 0,1 0 0 0 0,-1 0 0 0 0,1 0 0 0 0,-1 1 0 0 0,1 0 0 0 0,-1-1 0 0 0,0 2 0 0 0,1-1 0 0 0,-1 0 0 0 0,0 1 0 0 0,0 0 0 0 0,0 0 0 0 0,0 0 0 0 0,0 0 0 0 0,0 1 0 0 0,-1 0 0 0 0,1 0 0 0 0,-1 0 0 0 0,0 0 1 0 0,0 0-1 0 0,5 6 0 0 0,-4-2 16 0 0,0 0 0 0 0,-1 0 1 0 0,0 1-1 0 0,0-1 0 0 0,0 1 1 0 0,-1-1-1 0 0,0 1 0 0 0,-1 0 1 0 0,1 0-1 0 0,-2 0 0 0 0,1 0 1 0 0,-1 0-1 0 0,0 0 0 0 0,-3 15 1 0 0,-2 11 7 0 0,-1-1 0 0 0,-12 35 0 0 0,17-64-23 0 0,-21 83-51 0 0,22-83 40 0 0,0-3 13 0 0,0 0 0 0 0,0 1 0 0 0,0-1 0 0 0,0 0 0 0 0,0 0 0 0 0,1 0 1 0 0,-1 1-1 0 0,0-1 0 0 0,1 0 0 0 0,-1 0 0 0 0,1 0 0 0 0,-1 0 0 0 0,1 0 0 0 0,0 0 0 0 0,-1 0 0 0 0,1 0 0 0 0,0 0 1 0 0,0 0-1 0 0,1 1 0 0 0,-1-1-1 0 0,1-1 1 0 0,-1 1-1 0 0,0-1 1 0 0,0 0-1 0 0,0 0 1 0 0,0 0-1 0 0,1 0 1 0 0,-1 0 0 0 0,0 0-1 0 0,0 0 1 0 0,0 0-1 0 0,3-1 1 0 0,-1 1-9 0 0,16-4-119 0 0,-1 0 1 0 0,0-1-1 0 0,0-1 1 0 0,0-1 0 0 0,-1 0-1 0 0,21-12 1 0 0,98-66-696 0 0,-105 62 670 0 0,48-42-1 0 0,-65 52 156 0 0,-1-1 1 0 0,0-1-1 0 0,-1 0 1 0 0,-1-1-1 0 0,13-21 1 0 0,-22 32 33 0 0,0 0 1 0 0,0 0-1 0 0,0-1 0 0 0,-1 1 1 0 0,0 0-1 0 0,1-9 0 0 0,-3 13-34 0 0,1 1 0 0 0,-1-1 0 0 0,0 1 0 0 0,1 0-1 0 0,-1 0 1 0 0,1-1 0 0 0,-1 1 0 0 0,0 0-1 0 0,1 0 1 0 0,-1 0 0 0 0,0-1 0 0 0,1 1 0 0 0,-1 0-1 0 0,0 0 1 0 0,1 0 0 0 0,-1 0 0 0 0,0 0-1 0 0,1 0 1 0 0,-1 0 0 0 0,0 1 0 0 0,-3 0 6 0 0,0 1-1 0 0,0-1 1 0 0,1 1 0 0 0,-1 0 0 0 0,1 1-1 0 0,-1-1 1 0 0,1 0 0 0 0,0 1 0 0 0,0 0 0 0 0,0 0-1 0 0,0 0 1 0 0,1 0 0 0 0,-4 5 0 0 0,-5 4 65 0 0,-6 6 74 0 0,2 1 1 0 0,1 0-1 0 0,-16 25 1 0 0,24-34-110 0 0,1 1-1 0 0,-1 0 1 0 0,2 0 0 0 0,-1 0 0 0 0,2 0 0 0 0,-1 1-1 0 0,2 0 1 0 0,-3 17 0 0 0,5-26-23 0 0,0 0 0 0 0,0 1 0 0 0,0-1 1 0 0,0 0-1 0 0,1 0 0 0 0,-1 0 0 0 0,1 1 0 0 0,0-1 0 0 0,0 0 1 0 0,0 0-1 0 0,0 0 0 0 0,1 0 0 0 0,-1 0 0 0 0,1-1 0 0 0,0 1 1 0 0,0 0-1 0 0,3 4 0 0 0,-1-4-48 0 0,0 1 0 0 0,1-1-1 0 0,-1 0 1 0 0,1 0 0 0 0,-1-1 0 0 0,1 1-1 0 0,0-1 1 0 0,0 0 0 0 0,10 3 0 0 0,6-1-618 0 0,1 0 1 0 0,0-2-1 0 0,0 0 1 0 0,23-2-1 0 0,-44 0 617 0 0,144-6-8172 0 0,-84-1 1396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2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192 365 1220 0 0,'-67'12'11421'0'0,"60"-11"-10381"0"0,0 1 1 0 0,1 1 0 0 0,-13 5 0 0 0,17-7-757 0 0,0 1 0 0 0,0-1 1 0 0,0 0-1 0 0,0 0 1 0 0,0 0-1 0 0,0-1 0 0 0,0 1 1 0 0,0 0-1 0 0,0-1 1 0 0,0 1-1 0 0,0-1 0 0 0,-1 0 1 0 0,-1 0-1 0 0,4 0-265 0 0,0 0 0 0 0,0 0 0 0 0,-1 0 0 0 0,1 0 0 0 0,0 0 0 0 0,0 0 0 0 0,0 0-1 0 0,0 0 1 0 0,0-1 0 0 0,0 1 0 0 0,0 0 0 0 0,0 0 0 0 0,-1 0 0 0 0,1 0 0 0 0,0 0 0 0 0,0-1 0 0 0,0 1 0 0 0,0 0-1 0 0,0 0 1 0 0,0 0 0 0 0,0 0 0 0 0,0 0 0 0 0,0-1 0 0 0,0 1 0 0 0,0 0 0 0 0,0 0 0 0 0,0 0 0 0 0,0 0 0 0 0,0-1-1 0 0,0 1 1 0 0,0 0 0 0 0,0 0 0 0 0,0 0 0 0 0,0 0 0 0 0,0 0 0 0 0,1-1 0 0 0,-1 1 0 0 0,0 0 0 0 0,0 0 0 0 0,0 0 0 0 0,0 0-1 0 0,10-12 46 0 0,159-142 340 0 0,-140 124-395 0 0,-1-1 1 0 0,-2-2-1 0 0,31-49 1 0 0,-50 71-11 0 0,-4 6-47 0 0,1 0 0 0 0,-1-1-1 0 0,-1 1 1 0 0,4-11 0 0 0,-5 14 0 0 0,-2 1 39 0 0,0 1 0 0 0,0 0 0 0 0,0-1-1 0 0,0 1 1 0 0,1 0 0 0 0,-1-1 0 0 0,0 1-1 0 0,0 0 1 0 0,0 0 0 0 0,0 0 0 0 0,0 0 0 0 0,0 0-1 0 0,0 0 1 0 0,0 0 0 0 0,0 0 0 0 0,0 1-1 0 0,0-1 1 0 0,0 0 0 0 0,0 0 0 0 0,0 1-1 0 0,0-1 1 0 0,0 1 0 0 0,0-1 0 0 0,1 1 0 0 0,-2 0-1 0 0,-7 4-21 0 0,1 1 1 0 0,0 1-1 0 0,0-1 0 0 0,0 1 0 0 0,1 0 0 0 0,0 1 0 0 0,0 0 0 0 0,-8 12 0 0 0,12-15 21 0 0,1 0-1 0 0,-1 0 0 0 0,1 0 1 0 0,0 0-1 0 0,0 1 0 0 0,1-1 1 0 0,0 0-1 0 0,0 1 0 0 0,0-1 1 0 0,0 1-1 0 0,1-1 0 0 0,0 1 1 0 0,0-1-1 0 0,0 1 0 0 0,1-1 1 0 0,0 1-1 0 0,0-1 0 0 0,2 6 1 0 0,6 13 11 0 0,1 0 0 0 0,20 34-1 0 0,-19-41 82 0 0,-2 1 0 0 0,0 0 0 0 0,-1 1 0 0 0,11 37 0 0 0,-19-54-37 0 0,0 0-1 0 0,0 0 1 0 0,0 0 0 0 0,0-1 0 0 0,-1 1 0 0 0,1 0 0 0 0,0 0 0 0 0,-1 0 0 0 0,1-1 0 0 0,-1 1 0 0 0,0 0-1 0 0,0 0 1 0 0,1-1 0 0 0,-1 1 0 0 0,0-1 0 0 0,0 1 0 0 0,0-1 0 0 0,-1 1 0 0 0,1-1 0 0 0,0 0 0 0 0,-1 1-1 0 0,1-1 1 0 0,0 0 0 0 0,-1 0 0 0 0,0 0 0 0 0,1 0 0 0 0,-1 0 0 0 0,-2 1 0 0 0,-2 1 82 0 0,0-1 1 0 0,-1 1-1 0 0,1-1 1 0 0,-1 0-1 0 0,1 0 1 0 0,-8 0-1 0 0,-10-1 9 0 0,-1-2 0 0 0,1 0 0 0 0,0-2 0 0 0,0 0 0 0 0,0-2 0 0 0,-34-10 0 0 0,-16-3-178 0 0,73 18-118 0 0,-1 0 1 0 0,1-1-1 0 0,-1 1 1 0 0,0 0-1 0 0,1-1 0 0 0,-1 1 1 0 0,1-1-1 0 0,0 0 1 0 0,-1 1-1 0 0,1-1 0 0 0,-1 0 1 0 0,1 0-1 0 0,0 0 1 0 0,0 0-1 0 0,-1 0 0 0 0,1 0 1 0 0,0 0-1 0 0,0 0 1 0 0,0 0-1 0 0,0 0 0 0 0,0-1 1 0 0,1 1-1 0 0,-2-2 1 0 0,2 2-8 0 0,0 0 1 0 0,0 0-1 0 0,0 0 1 0 0,0 1 0 0 0,0-1-1 0 0,1 0 1 0 0,-1 0 0 0 0,0 0-1 0 0,1 1 1 0 0,-1-1-1 0 0,0 0 1 0 0,1 1 0 0 0,-1-1-1 0 0,1 0 1 0 0,-1 1 0 0 0,1-1-1 0 0,-1 0 1 0 0,1 1-1 0 0,-1-1 1 0 0,1 1 0 0 0,1-1-1 0 0,14-10-2277 0 0,-15 10 2343 0 0,36-20-7188 0 0,-22 12 2427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2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2664 0 0,'59'-63'16492'0'0,"-59"63"-16459"0"0,0 0 0 0 0,0 0-1 0 0,0 0 1 0 0,0-1-1 0 0,0 1 1 0 0,0 0-1 0 0,0 0 1 0 0,0 0-1 0 0,0 0 1 0 0,1 0-1 0 0,-1 0 1 0 0,0 0-1 0 0,0-1 1 0 0,0 1 0 0 0,0 0-1 0 0,0 0 1 0 0,0 0-1 0 0,0 0 1 0 0,0 0-1 0 0,1 0 1 0 0,-1 0-1 0 0,0 0 1 0 0,0 0-1 0 0,0 0 1 0 0,0 0 0 0 0,0 0-1 0 0,0 0 1 0 0,1 0-1 0 0,-1 0 1 0 0,0 0-1 0 0,0 0 1 0 0,0 0-1 0 0,0 0 1 0 0,0 0-1 0 0,0 0 1 0 0,1 0 0 0 0,-1 0-1 0 0,0 0 1 0 0,0 0-1 0 0,0 0 1 0 0,0 0-1 0 0,0 0 1 0 0,0 0-1 0 0,1 0 1 0 0,-1 0-1 0 0,0 0 1 0 0,0 1 0 0 0,0-1-1 0 0,0 0 1 0 0,0 0-1 0 0,0 0 1 0 0,0 0-1 0 0,0 0 1 0 0,0 0-1 0 0,0 0 1 0 0,1 0-1 0 0,-1 1 1 0 0,0 12 742 0 0,-6 21-473 0 0,6-30-141 0 0,-8 35 114 0 0,0-3-94 0 0,-4 51 0 0 0,11-78-169 0 0,1 1-1 0 0,0-1 1 0 0,1 1 0 0 0,0-1-1 0 0,0 0 1 0 0,0 1-1 0 0,2-1 1 0 0,-1 0-1 0 0,1 0 1 0 0,6 14-1 0 0,-7-20-95 0 0,0 0 1 0 0,1 0-1 0 0,-1-1 0 0 0,1 1 1 0 0,-1 0-1 0 0,1-1 1 0 0,0 1-1 0 0,0-1 0 0 0,0 0 1 0 0,0 0-1 0 0,1 0 0 0 0,-1-1 1 0 0,0 1-1 0 0,1-1 0 0 0,-1 0 1 0 0,1 0-1 0 0,-1 0 0 0 0,1 0 1 0 0,0 0-1 0 0,7-1 0 0 0,-4 1-109 0 0,0-1 0 0 0,0 0 0 0 0,0-1 0 0 0,0 0 0 0 0,0 0 0 0 0,0 0 0 0 0,0-1 0 0 0,0 0 0 0 0,0 0 0 0 0,8-5 0 0 0,-5 1 88 0 0,-1 0 0 0 0,-1 0 1 0 0,1-1-1 0 0,-1 0 0 0 0,0 0 1 0 0,-1-1-1 0 0,0-1 0 0 0,0 1 1 0 0,10-17-1 0 0,2-9 1129 0 0,21-47-1 0 0,-37 73-654 0 0,4-4 192 0 0,-5 10-470 0 0,0-1-1 0 0,-1 0 1 0 0,1 0 0 0 0,-1 0-1 0 0,1 1 1 0 0,-1-1 0 0 0,0 0-1 0 0,-1-1 1 0 0,2-3 0 0 0,-4 30 188 0 0,0 0-1 0 0,-2 0 1 0 0,-1 0 0 0 0,-8 26 0 0 0,4-19-1115 0 0,-7 48-1 0 0,16-78 793 0 0,-1 9-975 0 0,0 0 0 0 0,1 0 0 0 0,0 14 0 0 0,1-21 284 0 0,-1 1 0 0 0,1 0 0 0 0,-1-1 0 0 0,1 1 0 0 0,0-1 0 0 0,0 1 1 0 0,0-1-1 0 0,1 1 0 0 0,1 2 0 0 0,12 2-7116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1 137 912 0 0,'16'-42'6674'0'0,"6"-13"945"0"0,-21 53-7257 0 0,2 0 32 0 0,-3 2-375 0 0,0-1 0 0 0,0 1 0 0 0,0 0 0 0 0,1 0 0 0 0,-1 0 0 0 0,0-1 0 0 0,0 1 0 0 0,0 0 0 0 0,0 0 1 0 0,0 0-1 0 0,1 0 0 0 0,-1-1 0 0 0,0 1 0 0 0,0 0 0 0 0,0 0 0 0 0,0 0 0 0 0,1 0 0 0 0,-1 0 0 0 0,0 0 0 0 0,0 0 0 0 0,1 0 0 0 0,-1-1 0 0 0,0 1 1 0 0,0 0-1 0 0,0 0 0 0 0,1 0 0 0 0,-1 0 0 0 0,0 0 0 0 0,0 0 0 0 0,0 0 0 0 0,1 0 0 0 0,-1 0 0 0 0,0 1 0 0 0,0-1 0 0 0,1 0 0 0 0,-1 0 0 0 0,0 0 1 0 0,4 3 132 0 0,-1 0 1 0 0,0 1-1 0 0,-1-1 1 0 0,1 1 0 0 0,-1-1-1 0 0,1 1 1 0 0,-1 0 0 0 0,0 0-1 0 0,0 0 1 0 0,-1 0 0 0 0,1 1-1 0 0,-1-1 1 0 0,0 0 0 0 0,0 1-1 0 0,0 5 1 0 0,1 7 31 0 0,-1-1 1 0 0,0 0-1 0 0,-3 18 1 0 0,2-28-122 0 0,-1 0 0 0 0,0 1 0 0 0,0-1 0 0 0,0 0 0 0 0,-1 0 0 0 0,0 0 0 0 0,0-1 0 0 0,-1 1 0 0 0,0 0 0 0 0,0-1 0 0 0,-6 10 0 0 0,7-13 0 0 0,2-2-61 0 0,-1 0 0 0 0,1 1 0 0 0,0-1 0 0 0,-1 1 0 0 0,1-1 0 0 0,-1 0 0 0 0,1 0-1 0 0,-1 1 1 0 0,1-1 0 0 0,-1 0 0 0 0,1 0 0 0 0,-1 1 0 0 0,1-1 0 0 0,-1 0 0 0 0,1 0 0 0 0,-1 0 0 0 0,0 0-1 0 0,1 0 1 0 0,-1 0 0 0 0,1 0 0 0 0,-1 0 0 0 0,1 0 0 0 0,-1 0 0 0 0,1 0 0 0 0,-1 0 0 0 0,0 0 0 0 0,1 0-1 0 0,-1-1 1 0 0,1 1 0 0 0,-1 0 0 0 0,1 0 0 0 0,-1-1 0 0 0,1 1 0 0 0,-1 0 0 0 0,1-1 0 0 0,0 1 0 0 0,-1 0 0 0 0,1-1-1 0 0,-1 1 1 0 0,1 0 0 0 0,0-1 0 0 0,-1 1 0 0 0,1-1 0 0 0,0 1 0 0 0,0-1 0 0 0,-1 1 0 0 0,1-2 0 0 0,-1-5-21 0 0,1-1 0 0 0,1 0 0 0 0,-1 0 0 0 0,1 1 0 0 0,1-1 0 0 0,-1 0 0 0 0,1 1 0 0 0,1-1 0 0 0,-1 1 0 0 0,1 0 0 0 0,1 0 0 0 0,-1 0 0 0 0,1 0 0 0 0,0 1 0 0 0,7-8 0 0 0,-6 7-10 0 0,0 0-1 0 0,1 1 1 0 0,0 0-1 0 0,1 0 0 0 0,-1 0 1 0 0,1 1-1 0 0,0 0 1 0 0,0 1-1 0 0,1-1 1 0 0,0 1-1 0 0,-1 1 0 0 0,1 0 1 0 0,13-4-1 0 0,-16 6 20 0 0,-1 1 0 0 0,0-1-1 0 0,0 1 1 0 0,1 0 0 0 0,-1 0 0 0 0,0 1-1 0 0,0-1 1 0 0,1 1 0 0 0,-1 0 0 0 0,0 0-1 0 0,0 1 1 0 0,0-1 0 0 0,0 1 0 0 0,0 0-1 0 0,-1 0 1 0 0,1 0 0 0 0,0 1 0 0 0,-1-1-1 0 0,0 1 1 0 0,1-1 0 0 0,-1 1 0 0 0,0 0-1 0 0,2 4 1 0 0,2 2 22 0 0,0-1 0 0 0,-1 1 0 0 0,0 0 0 0 0,-1 1 0 0 0,0-1 0 0 0,0 1 0 0 0,5 18 0 0 0,-8-18-18 0 0,0-1-1 0 0,0 1 1 0 0,-1 0-1 0 0,0-1 0 0 0,-1 1 1 0 0,0 0-1 0 0,0 0 1 0 0,-1-1-1 0 0,-3 14 1 0 0,4-21-225 0 0,-2-3-733 0 0,2 0 947 0 0,0 1 1 0 0,0 0-1 0 0,0-1 0 0 0,-1 1 1 0 0,1 0-1 0 0,0-1 1 0 0,0 1-1 0 0,0 0 1 0 0,0-1-1 0 0,0 1 0 0 0,0 0 1 0 0,0-1-1 0 0,-1 1 1 0 0,1 0-1 0 0,0-1 1 0 0,0 1-1 0 0,0 0 0 0 0,0-1 1 0 0,1 1-1 0 0,-1 0 1 0 0,0-1-1 0 0,0 1 0 0 0,0 0 1 0 0,0-1-1 0 0,0 1 1 0 0,0 0-1 0 0,0-1 1 0 0,1 1-1 0 0,-1 0 0 0 0,0-1 1 0 0,6-15-192 0 0,-5 15 151 0 0,8-23-125 0 0,2 0 1 0 0,1 1-1 0 0,1 0 0 0 0,27-36 1 0 0,-30 46 123 0 0,1 0 0 0 0,0 2 0 0 0,1-1 1 0 0,0 1-1 0 0,1 1 0 0 0,0 0 0 0 0,1 1 0 0 0,24-13 0 0 0,-36 20 73 0 0,1 1-1 0 0,-1 0 1 0 0,1 0-1 0 0,0 0 0 0 0,-1 0 1 0 0,1 1-1 0 0,0-1 0 0 0,0 0 1 0 0,-1 1-1 0 0,1 0 1 0 0,0 0-1 0 0,0 0 0 0 0,0 0 1 0 0,0 0-1 0 0,-1 1 0 0 0,1-1 1 0 0,0 1-1 0 0,0 0 1 0 0,-1 0-1 0 0,1 0 0 0 0,-1 0 1 0 0,1 0-1 0 0,-1 0 0 0 0,4 3 1 0 0,-4-2 114 0 0,1 0-1 0 0,-1 1 1 0 0,0-1 0 0 0,0 1 0 0 0,-1 0 0 0 0,1 0 0 0 0,0 0-1 0 0,-1-1 1 0 0,0 1 0 0 0,0 1 0 0 0,0-1 0 0 0,0 0 0 0 0,0 0-1 0 0,0 0 1 0 0,-1 0 0 0 0,0 1 0 0 0,1-1 0 0 0,-1 0 0 0 0,-1 0-1 0 0,1 1 1 0 0,-1 3 0 0 0,-5 24 536 0 0,-2 1 1 0 0,-1-1-1 0 0,-21 48 1 0 0,27-72-618 0 0,2-6-38 0 0,1 0-1 0 0,-1-1 0 0 0,1 1 0 0 0,0 0 0 0 0,0 0 0 0 0,-1-1 0 0 0,1 1 1 0 0,0 0-1 0 0,0 0 0 0 0,0 0 0 0 0,0-1 0 0 0,0 1 0 0 0,0 0 0 0 0,0 0 1 0 0,0 0-1 0 0,0-1 0 0 0,0 1 0 0 0,0 0 0 0 0,0 0 0 0 0,1-1 0 0 0,-1 1 1 0 0,0 0-1 0 0,0 0 0 0 0,1-1 0 0 0,-1 1 0 0 0,1 1 0 0 0,0-2-22 0 0,0 1 0 0 0,0-1-1 0 0,0 1 1 0 0,0-1 0 0 0,0 1 0 0 0,0-1-1 0 0,1 0 1 0 0,-1 0 0 0 0,0 1-1 0 0,0-1 1 0 0,0 0 0 0 0,0 0-1 0 0,0 0 1 0 0,1 0 0 0 0,1-1 0 0 0,6 0-368 0 0,1-1 0 0 0,-1-1 1 0 0,12-4-1 0 0,-19 6 179 0 0,157-69-10221 0 0,-147 65 9096 0 0,32-16-5174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286 482 672 0 0,'-3'-38'6246'0'0,"0"-11"2019"0"0,-4 20-5558 0 0,6 28-2487 0 0,-2 2-48 0 0,-6 1-123 0 0,0 1 0 0 0,0 0 0 0 0,1 1 0 0 0,0-1 0 0 0,0 2 1 0 0,0-1-1 0 0,0 1 0 0 0,1 1 0 0 0,-12 10 0 0 0,-61 63 43 0 0,64-61-88 0 0,1 0 0 0 0,-15 24 0 0 0,25-35-1 0 0,1 1-1 0 0,-1-1 1 0 0,2 1-1 0 0,-1 1 1 0 0,1-1 0 0 0,0 0-1 0 0,1 1 1 0 0,0 0-1 0 0,-1 9 1 0 0,3-17 1 0 0,0 0 1 0 0,0 1-1 0 0,0-1 0 0 0,0 1 0 0 0,0-1 1 0 0,0 0-1 0 0,0 1 0 0 0,0-1 0 0 0,1 0 0 0 0,-1 1 1 0 0,1-1-1 0 0,-1 0 0 0 0,1 1 0 0 0,-1-1 1 0 0,1 0-1 0 0,0 0 0 0 0,0 1 0 0 0,-1-1 1 0 0,1 0-1 0 0,0 0 0 0 0,0 0 0 0 0,0 0 1 0 0,0 0-1 0 0,0 0 0 0 0,0-1 0 0 0,1 1 1 0 0,-1 0-1 0 0,0 0 0 0 0,0-1 0 0 0,1 1 1 0 0,-1-1-1 0 0,0 1 0 0 0,1-1 0 0 0,2 1 0 0 0,2 0 9 0 0,0-1-1 0 0,0 1 0 0 0,0-1 1 0 0,0-1-1 0 0,0 1 0 0 0,11-3 1 0 0,-5 0-3 0 0,1-1 0 0 0,-1 0-1 0 0,0 0 1 0 0,-1-2 0 0 0,1 1 0 0 0,-1-1 0 0 0,0-1 0 0 0,-1 0 0 0 0,1-1 0 0 0,-1 0-1 0 0,-1 0 1 0 0,0-1 0 0 0,0 0 0 0 0,0-1 0 0 0,-1 0 0 0 0,-1 0 0 0 0,8-15 0 0 0,-6 11-14 0 0,-2 0 0 0 0,0 0 0 0 0,-1-1 1 0 0,0 0-1 0 0,-1-1 0 0 0,-1 1 0 0 0,-1-1 1 0 0,0 0-1 0 0,0 1 0 0 0,-2-1 0 0 0,0-1 1 0 0,-1 1-1 0 0,-3-21 0 0 0,3 33-10 0 0,0 0 0 0 0,-1 0 1 0 0,0 0-1 0 0,0 0 0 0 0,0 0 0 0 0,0 0 0 0 0,-1 0 0 0 0,0 0 0 0 0,1 1 1 0 0,-1-1-1 0 0,-1 0 0 0 0,1 1 0 0 0,0 0 0 0 0,-1-1 0 0 0,0 1 1 0 0,0 0-1 0 0,0 0 0 0 0,0 1 0 0 0,0-1 0 0 0,0 1 0 0 0,-6-4 0 0 0,7 6 10 0 0,1-1 0 0 0,0 1-1 0 0,0 0 1 0 0,0 0-1 0 0,-1 0 1 0 0,1 0-1 0 0,0 0 1 0 0,0 0 0 0 0,0 0-1 0 0,-1 0 1 0 0,1 0-1 0 0,0 0 1 0 0,0 1-1 0 0,0-1 1 0 0,-1 0 0 0 0,0 2-1 0 0,-2-1-7 0 0,-2 1 1 0 0,0 0 0 0 0,1 0-1 0 0,-1 0 1 0 0,1 1 0 0 0,0 0-1 0 0,-1 0 1 0 0,1 1 0 0 0,0-1 0 0 0,1 1-1 0 0,-1 0 1 0 0,1 1 0 0 0,-7 7-1 0 0,-1 3 4 0 0,2 0-1 0 0,-17 29 0 0 0,22-34 11 0 0,1-1 1 0 0,0 1 0 0 0,0-1-1 0 0,1 1 1 0 0,0 0 0 0 0,1 1-1 0 0,0-1 1 0 0,1 0 0 0 0,0 1-1 0 0,0-1 1 0 0,2 19 0 0 0,0-25-1 0 0,-1 1 1 0 0,1 0-1 0 0,0-1 1 0 0,1 1-1 0 0,-1-1 1 0 0,1 1-1 0 0,0-1 1 0 0,0 0-1 0 0,0 0 1 0 0,1 0-1 0 0,-1 0 1 0 0,1 0-1 0 0,0 0 1 0 0,0-1-1 0 0,0 1 1 0 0,1-1-1 0 0,-1 0 1 0 0,1 0-1 0 0,0 0 1 0 0,0-1-1 0 0,0 1 1 0 0,0-1-1 0 0,0 0 1 0 0,0 0-1 0 0,1 0 1 0 0,-1-1-1 0 0,9 2 1 0 0,7 1 5 0 0,0-1 0 0 0,-1-2 0 0 0,1 0 0 0 0,0-1 0 0 0,0 0 0 0 0,0-2 0 0 0,0-1 0 0 0,31-7 0 0 0,-22 2-4 0 0,0-2 0 0 0,-1 0 0 0 0,-1-2-1 0 0,0 0 1 0 0,29-20 0 0 0,-33 16-8 0 0,0-1-1 0 0,-1-1 1 0 0,-1-1-1 0 0,0-1 0 0 0,-2 0 1 0 0,0-2-1 0 0,25-38 1 0 0,-7 1 241 0 0,55-124 0 0 0,-57 106 120 0 0,-34 76-375 0 0,-3 21-43 0 0,-18 105 57 0 0,-10 86 714 0 0,25-154-408 0 0,-82 813 1722 0 0,79-761-1965 0 0,-7 48 134 0 0,14-153-4 0 0,0 0-1 0 0,1 0 0 0 0,0 0 0 0 0,0 0 0 0 0,0 0 0 0 0,1-1 0 0 0,-1 1 0 0 0,1 0 0 0 0,0 0 0 0 0,0 0 0 0 0,0 0 0 0 0,2 3 0 0 0,11-11 103 0 0,-7 1-249 0 0,-1 0 0 0 0,0-1 0 0 0,0 1 0 0 0,0-1-1 0 0,-1-1 1 0 0,1 1 0 0 0,-1-1 0 0 0,0 0 0 0 0,0 0 0 0 0,-1 0 0 0 0,0-1 0 0 0,0 1 0 0 0,4-8-1 0 0,6-6 79 0 0,-1 1-102 0 0,-2-1 0 0 0,0 0 0 0 0,-1 0-1 0 0,-1-1 1 0 0,-1 0 0 0 0,-1-1 0 0 0,0 0 0 0 0,-2 0-1 0 0,0-1 1 0 0,-2 1 0 0 0,0-1 0 0 0,-1 0 0 0 0,-2 0 0 0 0,-3-40-1 0 0,2 49-27 0 0,-2 0-1 0 0,1 0 0 0 0,-2 0 0 0 0,0 0 0 0 0,0 0 1 0 0,-1 1-1 0 0,-1 0 0 0 0,0 0 0 0 0,-10-15 0 0 0,6 14 0 0 0,-1-1 0 0 0,0 1 0 0 0,-1 1 0 0 0,0 0-1 0 0,-1 1 1 0 0,-20-14 0 0 0,-13-3-57 0 0,-1 3-1 0 0,-1 1 1 0 0,-83-27-1 0 0,68 27-55 0 0,-16-8-492 0 0,78 32 585 0 0,0 0 0 0 0,1-1 0 0 0,-1 1 0 0 0,1 0 0 0 0,-1-1-1 0 0,0 1 1 0 0,1 0 0 0 0,-1-1 0 0 0,1 1 0 0 0,-1-1 0 0 0,1 1 0 0 0,-1-1-1 0 0,1 1 1 0 0,-1-1 0 0 0,1 0 0 0 0,0 1 0 0 0,-1-1 0 0 0,1 1-1 0 0,0-1 1 0 0,0 0 0 0 0,-1 1 0 0 0,1-1 0 0 0,0 0 0 0 0,0 1 0 0 0,0-1-1 0 0,0 0 1 0 0,0-1 0 0 0,0 1-20 0 0,0-1 1 0 0,1 1-1 0 0,-1 0 1 0 0,1-1-1 0 0,-1 1 0 0 0,1 0 1 0 0,0-1-1 0 0,0 1 1 0 0,0 0-1 0 0,-1 0 0 0 0,1 0 1 0 0,2-2-1 0 0,2-2-222 0 0,1 0-1 0 0,0 0 1 0 0,11-6 0 0 0,31-16-2368 0 0,2 3 0 0 0,1 2 1 0 0,74-22-1 0 0,-83 30-890 0 0,5-1-2752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5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88 816 0 0,'32'-86'15229'0'0,"-31"84"-13767"0"0,-1 4-975 0 0,0 22 298 0 0,0-1 0 0 0,-2 0 0 0 0,0 0-1 0 0,-1 0 1 0 0,-8 23 0 0 0,4-10-133 0 0,-67 275 2353 0 0,-15 86-1676 0 0,89-395-1348 0 0,-2 10 75 0 0,0 0 0 0 0,1 1 0 0 0,1-1 0 0 0,1 20-1 0 0,-1-30-107 0 0,0 0 1 0 0,0 0-1 0 0,1 0 0 0 0,-1 0 0 0 0,1 0 0 0 0,-1 0 0 0 0,1 0 0 0 0,0 0 1 0 0,-1-1-1 0 0,1 1 0 0 0,0 0 0 0 0,0-1 0 0 0,1 1 0 0 0,-1 0 0 0 0,0-1 1 0 0,0 1-1 0 0,1-1 0 0 0,-1 0 0 0 0,1 1 0 0 0,-1-1 0 0 0,1 0 0 0 0,0 0 0 0 0,-1 0 1 0 0,1 0-1 0 0,0 0 0 0 0,0 0 0 0 0,-1-1 0 0 0,1 1 0 0 0,0 0 0 0 0,0-1 1 0 0,0 0-1 0 0,0 1 0 0 0,0-1 0 0 0,0 0 0 0 0,0 0 0 0 0,3 0 0 0 0,7-2-676 0 0,1 0 0 0 0,-1 0-1 0 0,0-1 1 0 0,0-1 0 0 0,0 0-1 0 0,-1-1 1 0 0,1 0 0 0 0,19-12-1 0 0,-11 4-1828 0 0,-1 0 0 0 0,-1-2 0 0 0,31-29-1 0 0,-23 15-4284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205 124 600 0 0,'-26'-7'3683'0'0,"-41"-8"0"0"0,29 7-1409 0 0,32 8-2053 0 0,1-1 1 0 0,0 1-1 0 0,0 0 0 0 0,0 0 0 0 0,0 0 0 0 0,-6 2 0 0 0,6-2-164 0 0,4 0-29 0 0,0 0 1 0 0,0 1-1 0 0,0-1 0 0 0,0 0 1 0 0,-1 0-1 0 0,1 1 0 0 0,0-1 0 0 0,0 1 1 0 0,0-1-1 0 0,0 1 0 0 0,0-1 1 0 0,0 1-1 0 0,0-1 0 0 0,0 1 1 0 0,0 0-1 0 0,0 0 0 0 0,0 0 0 0 0,0-1 1 0 0,1 1-1 0 0,-1 0 0 0 0,0 0 1 0 0,1 0-1 0 0,-1 0 0 0 0,1 0 1 0 0,-1 0-1 0 0,1 1 0 0 0,-1-1 0 0 0,1 0 1 0 0,-1 0-1 0 0,1 0 0 0 0,0 0 1 0 0,0 1-1 0 0,0-1 0 0 0,0 0 1 0 0,0 0-1 0 0,0 0 0 0 0,0 0 0 0 0,0 1 1 0 0,0-1-1 0 0,0 0 0 0 0,1 0 1 0 0,-1 0-1 0 0,0 0 0 0 0,1 0 1 0 0,-1 1-1 0 0,1-1 0 0 0,0 0 0 0 0,-1 0 1 0 0,1 0-1 0 0,0 0 0 0 0,-1 0 1 0 0,1-1-1 0 0,0 1 0 0 0,0 0 1 0 0,1 1-1 0 0,4 2 20 0 0,0 0 0 0 0,0 0 0 0 0,0 0-1 0 0,0-1 1 0 0,1 0 0 0 0,-1 0 0 0 0,1 0 0 0 0,0-1 0 0 0,0 0 0 0 0,9 1 0 0 0,12 1 47 0 0,35 1 0 0 0,-50-4-81 0 0,194 2 106 0 0,-171-6-94 0 0,-1 0 0 0 0,0-3-1 0 0,64-17 1 0 0,-86 19 24 0 0,0-1-1 0 0,-1-1 1 0 0,0 0 0 0 0,0 0-1 0 0,0-1 1 0 0,-1 0-1 0 0,0-1 1 0 0,0-1 0 0 0,-1 0-1 0 0,0 0 1 0 0,-1-1 0 0 0,0 0-1 0 0,0 0 1 0 0,-1-1-1 0 0,8-15 1 0 0,-8 11 155 0 0,-12 17-185 0 0,-13 22-39 0 0,-23 67 502 0 0,4 1 1 0 0,4 1-1 0 0,-31 155 1 0 0,51-192 495 0 0,12-54-574 0 0,1-4-319 0 0,22-38 3 0 0,44-56 1 0 0,-55 81-125 0 0,1 0 1 0 0,0 2-1 0 0,1-1 1 0 0,0 2-1 0 0,1 0 1 0 0,26-17-1 0 0,-36 27 13 0 0,-1-1 1 0 0,0 1-1 0 0,1 0 0 0 0,0 0 1 0 0,-1 1-1 0 0,1-1 0 0 0,0 1 1 0 0,0 0-1 0 0,0 1 0 0 0,0-1 1 0 0,0 1-1 0 0,0 0 1 0 0,0 0-1 0 0,9 1 0 0 0,-11 0 19 0 0,0 0 0 0 0,0 1 1 0 0,0-1-1 0 0,0 0 0 0 0,0 1 0 0 0,0 0 0 0 0,-1-1 0 0 0,1 1 0 0 0,-1 0 0 0 0,1 1 0 0 0,-1-1 1 0 0,0 0-1 0 0,0 1 0 0 0,0-1 0 0 0,0 1 0 0 0,0-1 0 0 0,0 1 0 0 0,-1 0 0 0 0,1 0 1 0 0,-1 0-1 0 0,0 0 0 0 0,0 0 0 0 0,1 6 0 0 0,1 6 60 0 0,-1 0-1 0 0,0 1 1 0 0,-1-1-1 0 0,-1 1 1 0 0,-2 15 0 0 0,1-14 6 0 0,1-1 0 0 0,0 0 1 0 0,1 0-1 0 0,3 16 1 0 0,-3-31-55 0 0,0 0 1 0 0,-1 0 0 0 0,1 0 0 0 0,0 0-1 0 0,0 0 1 0 0,0 0 0 0 0,0 0 0 0 0,0 0-1 0 0,1-1 1 0 0,-1 1 0 0 0,0-1 0 0 0,0 1-1 0 0,0-1 1 0 0,1 1 0 0 0,-1-1 0 0 0,0 1-1 0 0,1-1 1 0 0,-1 0 0 0 0,0 0 0 0 0,1 0-1 0 0,-1 0 1 0 0,0 0 0 0 0,1 0 0 0 0,-1 0-1 0 0,2 0 1 0 0,13-4 12 0 0,-1 1-1 0 0,1-2 1 0 0,-1 0 0 0 0,0-1-1 0 0,0 0 1 0 0,-1-1 0 0 0,0-1-1 0 0,0 0 1 0 0,0-1-1 0 0,13-12 1 0 0,-12 9 17 0 0,0-1 0 0 0,-1-1 0 0 0,-1-1 0 0 0,0 1 0 0 0,-1-2-1 0 0,-1 0 1 0 0,0 0 0 0 0,10-23 0 0 0,-19 35-4 0 0,0 1-9 0 0,0-1 0 0 0,-1 1 0 0 0,0-1-1 0 0,0 0 1 0 0,0 0 0 0 0,0 1 0 0 0,0-1 0 0 0,-1 0-1 0 0,1 0 1 0 0,-1-8 0 0 0,-1 12-28 0 0,1 0-1 0 0,0-1 1 0 0,0 1 0 0 0,-1-1-1 0 0,1 1 1 0 0,0-1 0 0 0,0 1-1 0 0,-1 0 1 0 0,1-1 0 0 0,-1 1-1 0 0,1 0 1 0 0,0-1 0 0 0,-1 1-1 0 0,1 0 1 0 0,-1 0 0 0 0,1-1-1 0 0,0 1 1 0 0,-1 0 0 0 0,1 0 0 0 0,-1 0-1 0 0,1 0 1 0 0,-1-1 0 0 0,1 1-1 0 0,-1 0 1 0 0,1 0 0 0 0,-1 0-1 0 0,1 0 1 0 0,-1 0 0 0 0,1 0-1 0 0,-1 0 1 0 0,1 0 0 0 0,-1 1-1 0 0,1-1 1 0 0,-1 0 0 0 0,1 0 0 0 0,-1 0-1 0 0,1 0 1 0 0,-1 1 0 0 0,1-1-1 0 0,-1 1 1 0 0,-21 7-59 0 0,10 0 47 0 0,0 0 1 0 0,1 1-1 0 0,-1 0 1 0 0,2 1-1 0 0,0 0 1 0 0,0 0 0 0 0,-10 15-1 0 0,13-15 19 0 0,0 0 0 0 0,1 0 0 0 0,0 0 0 0 0,1 0 0 0 0,0 1 0 0 0,1 0 0 0 0,0 0 0 0 0,0 1 0 0 0,-1 14 0 0 0,4-24 6 0 0,1 0 0 0 0,0 1 0 0 0,0-1 0 0 0,0 1 0 0 0,0-1 0 0 0,0 1 0 0 0,0-1 0 0 0,1 0 0 0 0,-1 1 0 0 0,1-1 0 0 0,-1 1 0 0 0,1-1 0 0 0,0 0 0 0 0,0 0 0 0 0,0 1 0 0 0,0-1 0 0 0,1 0 0 0 0,-1 0 0 0 0,3 2 0 0 0,-2-2-7 0 0,1 1 0 0 0,0-1 0 0 0,0 0 0 0 0,0 0 0 0 0,0 0 0 0 0,1-1 0 0 0,-1 1 0 0 0,0-1 0 0 0,1 1 0 0 0,-1-1 0 0 0,7 1 0 0 0,7 0-312 0 0,1-1 1 0 0,0 0 0 0 0,-1-1-1 0 0,24-3 1 0 0,-35 2 48 0 0,123-16-3628 0 0,-44-1-1613 0 0,-22 5-1115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300 583 1528 0 0,'-41'9'8303'0'0,"28"-5"-6340"0"0,12-3-1889 0 0,0-1 0 0 0,0 0-1 0 0,0 1 1 0 0,0 0 0 0 0,0-1-1 0 0,0 1 1 0 0,0-1 0 0 0,0 1 0 0 0,0 0-1 0 0,0 0 1 0 0,0 0 0 0 0,0-1-1 0 0,1 1 1 0 0,-1 0 0 0 0,0 0-1 0 0,1 0 1 0 0,-1 0 0 0 0,1 0-1 0 0,-1 0 1 0 0,1 0 0 0 0,-1 0-1 0 0,1 0 1 0 0,0 1 0 0 0,0-1-1 0 0,-1 0 1 0 0,1 0 0 0 0,0 0-1 0 0,0 0 1 0 0,0 1 0 0 0,0-1-1 0 0,0 0 1 0 0,0 0 0 0 0,1 0-1 0 0,-1 1 1 0 0,1 0-22 0 0,-1 0 0 0 0,1 0 0 0 0,-1 0 0 0 0,1 0 0 0 0,0 0 0 0 0,0 0 0 0 0,0 0 0 0 0,0 0 0 0 0,0-1 0 0 0,0 1 0 0 0,0 0 0 0 0,0-1 0 0 0,1 1 0 0 0,-1-1 0 0 0,1 1 0 0 0,-1-1 0 0 0,1 0 0 0 0,0 0 0 0 0,2 2 0 0 0,-2-2-31 0 0,1 0 1 0 0,-1 0-1 0 0,1 0 1 0 0,0-1-1 0 0,0 1 1 0 0,-1-1 0 0 0,1 0-1 0 0,0 1 1 0 0,0-1-1 0 0,-1 0 1 0 0,1-1-1 0 0,0 1 1 0 0,0 0-1 0 0,-1-1 1 0 0,1 1-1 0 0,0-1 1 0 0,-1 0-1 0 0,1 0 1 0 0,-1 0 0 0 0,1-1-1 0 0,-1 1 1 0 0,1 0-1 0 0,-1-1 1 0 0,0 1-1 0 0,0-1 1 0 0,1 0-1 0 0,-1 0 1 0 0,-1 0-1 0 0,1 0 1 0 0,0 0-1 0 0,0 0 1 0 0,-1-1 0 0 0,3-3-1 0 0,0-2-21 0 0,0 1 0 0 0,-1-1-1 0 0,1 0 1 0 0,-2 0 0 0 0,1 0 0 0 0,-1 0 0 0 0,0-1-1 0 0,-1 1 1 0 0,0-1 0 0 0,0-8 0 0 0,-1 6-16 0 0,-1 0 1 0 0,0 1 0 0 0,0-1-1 0 0,-1 1 1 0 0,-5-16 0 0 0,5 22 2 0 0,1 1 0 0 0,0-1 0 0 0,-1 0 0 0 0,0 0 0 0 0,0 1 0 0 0,0-1 0 0 0,0 1 0 0 0,-1 0 1 0 0,1 0-1 0 0,-1 0 0 0 0,0 0 0 0 0,0 0 0 0 0,0 0 0 0 0,0 1 0 0 0,0-1 0 0 0,-7-3 0 0 0,8 6 3 0 0,-1-1 0 0 0,0 1 0 0 0,1-1 0 0 0,-1 1 0 0 0,1 0 0 0 0,-1 0 0 0 0,0 0 0 0 0,1 0 0 0 0,-1 0 0 0 0,0 1-1 0 0,1-1 1 0 0,-1 1 0 0 0,1 0 0 0 0,-1 0 0 0 0,-4 2 0 0 0,-1 1 9 0 0,0 0-1 0 0,0 0 1 0 0,-9 8 0 0 0,-4 7 181 0 0,0 1 1 0 0,2 1 0 0 0,0 0 0 0 0,1 1-1 0 0,2 1 1 0 0,0 1 0 0 0,1 0-1 0 0,2 1 1 0 0,-18 44 0 0 0,29-64-159 0 0,-6 14 72 0 0,-7 30 0 0 0,14-45-72 0 0,0 0 0 0 0,0 1 0 0 0,1-1-1 0 0,-1 1 1 0 0,1-1 0 0 0,0 0 0 0 0,0 1-1 0 0,1-1 1 0 0,-1 1 0 0 0,1-1 0 0 0,0 1-1 0 0,0-1 1 0 0,2 5 0 0 0,-1-6-10 0 0,0-1-1 0 0,-1 0 1 0 0,1 1 0 0 0,0-1-1 0 0,1 0 1 0 0,-1 0-1 0 0,0-1 1 0 0,0 1 0 0 0,1 0-1 0 0,-1-1 1 0 0,1 1 0 0 0,0-1-1 0 0,-1 0 1 0 0,1 0-1 0 0,0 0 1 0 0,0 0 0 0 0,0 0-1 0 0,0-1 1 0 0,-1 1 0 0 0,1-1-1 0 0,0 0 1 0 0,0 0 0 0 0,4 0-1 0 0,9-1-1 0 0,-1 0 0 0 0,31-6 0 0 0,-40 6-16 0 0,19-4-333 0 0,0-2 1 0 0,-1 0-1 0 0,0-1 1 0 0,-1-2-1 0 0,0 0 1 0 0,0-2 0 0 0,33-23-1 0 0,-29 16-29 0 0,-2-1-1 0 0,-1-2 1 0 0,0 0 0 0 0,-2-2-1 0 0,26-34 1 0 0,-12 4 354 0 0,-2 0 1 0 0,-2-3-1 0 0,-3 0 0 0 0,-3-2 1 0 0,29-94-1 0 0,-41 106 1342 0 0,7-52 1 0 0,-21 99-1321 0 0,0-1 0 0 0,1 0 1 0 0,-1 0-1 0 0,0 0 1 0 0,0 1-1 0 0,0-1 0 0 0,0 0 1 0 0,0 0-1 0 0,0 0 0 0 0,0 1 1 0 0,0-1-1 0 0,0 0 0 0 0,0 0 1 0 0,0 0-1 0 0,0 1 0 0 0,0-1 1 0 0,-1 0-1 0 0,0-1 0 0 0,-8 8 280 0 0,-11 27 221 0 0,-10 37 40 0 0,3 2-1 0 0,3 1 0 0 0,4 1 0 0 0,-19 124 1 0 0,34-162-424 0 0,-1 60 0 0 0,6-81-79 0 0,1-1 1 0 0,0 1-1 0 0,1-1 1 0 0,0 0-1 0 0,1 0 1 0 0,1 0-1 0 0,6 15 1 0 0,-9-26-56 0 0,1 1 0 0 0,0 0 0 0 0,-1-1 0 0 0,2 0 1 0 0,-1 1-1 0 0,0-1 0 0 0,0 0 0 0 0,1 0 0 0 0,0-1 0 0 0,0 1 0 0 0,0 0 0 0 0,0-1 1 0 0,0 0-1 0 0,0 1 0 0 0,0-1 0 0 0,1 0 0 0 0,-1-1 0 0 0,1 1 0 0 0,0-1 1 0 0,-1 0-1 0 0,1 1 0 0 0,0-2 0 0 0,0 1 0 0 0,0 0 0 0 0,0-1 0 0 0,-1 0 0 0 0,1 1 1 0 0,0-2-1 0 0,0 1 0 0 0,0 0 0 0 0,0-1 0 0 0,0 0 0 0 0,5-1 0 0 0,3-2-144 0 0,-1 0 0 0 0,0 0 0 0 0,-1-1-1 0 0,1-1 1 0 0,-1 1 0 0 0,0-2-1 0 0,0 1 1 0 0,-1-1 0 0 0,0-1 0 0 0,9-9-1 0 0,-2-1 158 0 0,0-1-1 0 0,-2 0 1 0 0,0-2-1 0 0,-1 1 1 0 0,-1-2-1 0 0,-1 1 1 0 0,-1-2-1 0 0,0 1 1 0 0,-2-1-1 0 0,-1-1 1 0 0,-1 1-1 0 0,4-31 1 0 0,-7 39 161 0 0,-3 14-161 0 0,1-1 0 0 0,-1 1 0 0 0,1-1-1 0 0,-1 1 1 0 0,0 0 0 0 0,0-1 0 0 0,0 1 0 0 0,0-1 0 0 0,0 1-1 0 0,0 0 1 0 0,0-1 0 0 0,0 1 0 0 0,0-1 0 0 0,-1 1-1 0 0,1 0 1 0 0,-1-1 0 0 0,1 1 0 0 0,-1 0 0 0 0,1-1-1 0 0,-1 1 1 0 0,-1-2 0 0 0,2 3-6 0 0,-1 0 0 0 0,1 0 0 0 0,-1 0 1 0 0,1-1-1 0 0,-1 1 0 0 0,0 0 0 0 0,1 0 0 0 0,-1 0 0 0 0,0 0 1 0 0,1 0-1 0 0,-1 0 0 0 0,1 0 0 0 0,-1 0 0 0 0,0 0 0 0 0,1 1 0 0 0,-1-1 1 0 0,1 0-1 0 0,-1 0 0 0 0,1 0 0 0 0,-1 1 0 0 0,0-1 0 0 0,1 0 1 0 0,-1 1-1 0 0,1-1 0 0 0,-1 0 0 0 0,0 2 0 0 0,-13 9-41 0 0,3 1 43 0 0,0 1 0 0 0,1 1 0 0 0,0 0 0 0 0,1 0 0 0 0,1 1 0 0 0,-8 17 0 0 0,6-9 41 0 0,1 0 1 0 0,2 1 0 0 0,-8 37-1 0 0,14-55-15 0 0,0 0-1 0 0,0 0 1 0 0,1 1-1 0 0,0-1 1 0 0,0 0-1 0 0,0 1 1 0 0,1-1-1 0 0,0 0 1 0 0,0 0-1 0 0,0 0 0 0 0,1 0 1 0 0,0 0-1 0 0,5 10 1 0 0,-5-12-43 0 0,0-1-1 0 0,1 0 1 0 0,-1 0 0 0 0,1 0-1 0 0,0 0 1 0 0,0 0 0 0 0,0 0 0 0 0,0-1-1 0 0,0 1 1 0 0,1-1 0 0 0,-1 0 0 0 0,1 0-1 0 0,-1 0 1 0 0,1-1 0 0 0,0 1 0 0 0,-1-1-1 0 0,1 0 1 0 0,0 0 0 0 0,0 0-1 0 0,0-1 1 0 0,0 1 0 0 0,5-1 0 0 0,1 1-256 0 0,0-2 0 0 0,0 1 0 0 0,0-1 0 0 0,0-1-1 0 0,0 1 1 0 0,0-2 0 0 0,0 1 0 0 0,-1-2 0 0 0,1 1 0 0 0,12-7 0 0 0,-10 3-23 0 0,-1-1 1 0 0,1 0-1 0 0,-1-1 0 0 0,-1 0 0 0 0,1 0 1 0 0,14-19-1 0 0,2-8 517 0 0,-2-1 0 0 0,-2-2 0 0 0,31-67 1 0 0,-32 62 1182 0 0,-22 43-1398 0 0,0 0 1 0 0,1 0 0 0 0,-1 0-1 0 0,1 1 1 0 0,-1-1-1 0 0,1 0 1 0 0,-1 0 0 0 0,1 1-1 0 0,-1-1 1 0 0,1 0-1 0 0,0 1 1 0 0,-1-1 0 0 0,1 0-1 0 0,0 1 1 0 0,-1-1 0 0 0,1 1-1 0 0,0-1 1 0 0,1 0-1 0 0,-1 1-3 0 0,0 0 0 0 0,-1 0 0 0 0,1 0 0 0 0,-1 1 0 0 0,1-1-1 0 0,-1 0 1 0 0,1 0 0 0 0,-1 0 0 0 0,1 0 0 0 0,-1 1 0 0 0,1-1-1 0 0,-1 0 1 0 0,1 0 0 0 0,-1 1 0 0 0,0-1 0 0 0,1 0 0 0 0,-1 1-1 0 0,1-1 1 0 0,-1 0 0 0 0,0 1 0 0 0,1-1 0 0 0,-1 1 0 0 0,2 2 33 0 0,0 0 1 0 0,0 0 0 0 0,-1 1-1 0 0,1-1 1 0 0,-1 0 0 0 0,0 1-1 0 0,1 3 1 0 0,1 10 125 0 0,-2 1-1 0 0,0-1 1 0 0,-1 0 0 0 0,0 1 0 0 0,-4 18 0 0 0,-2-1 129 0 0,-15 52 0 0 0,19-79-104 0 0,-1 1-1 0 0,0-1 0 0 0,-1 1 0 0 0,0-1 0 0 0,0 0 1 0 0,-10 13-1 0 0,14-21-177 0 0,0 1-1 0 0,-1-1 1 0 0,1 0 0 0 0,-1 1 0 0 0,1-1 0 0 0,-1 0 0 0 0,1 1 0 0 0,0-1-1 0 0,-1 0 1 0 0,1 0 0 0 0,-1 1 0 0 0,1-1 0 0 0,-1 0 0 0 0,1 0-1 0 0,-1 0 1 0 0,0 0 0 0 0,1 0 0 0 0,-1 1 0 0 0,1-1 0 0 0,-1 0 0 0 0,1 0-1 0 0,-1 0 1 0 0,1-1 0 0 0,-1 1 0 0 0,1 0 0 0 0,-1 0 0 0 0,1 0 0 0 0,-1 0-1 0 0,1 0 1 0 0,-1-1 0 0 0,1 1 0 0 0,-1 0 0 0 0,1 0 0 0 0,-1-1-1 0 0,1 1 1 0 0,-1 0 0 0 0,1-1 0 0 0,-1 1 0 0 0,1 0 0 0 0,0-1 0 0 0,-1 1-1 0 0,1-1 1 0 0,-2-1 0 0 0,1 0 0 0 0,0 1-1 0 0,-1-1 1 0 0,1 0-1 0 0,0 1 1 0 0,0-1 0 0 0,0 0-1 0 0,1 0 1 0 0,-2-2-1 0 0,1-7-23 0 0,1 0-1 0 0,0 1 1 0 0,0-1-1 0 0,1 0 0 0 0,1 1 1 0 0,0-1-1 0 0,0 1 1 0 0,1 0-1 0 0,0-1 0 0 0,1 1 1 0 0,0 0-1 0 0,0 1 1 0 0,1-1-1 0 0,1 1 1 0 0,-1 0-1 0 0,2 0 0 0 0,-1 1 1 0 0,1 0-1 0 0,0 0 1 0 0,1 0-1 0 0,0 1 0 0 0,0 0 1 0 0,0 1-1 0 0,1 0 1 0 0,0 0-1 0 0,0 1 0 0 0,12-6 1 0 0,-16 10 2 0 0,-1 0 1 0 0,1-1-1 0 0,0 2 1 0 0,-1-1-1 0 0,1 0 0 0 0,0 1 1 0 0,-1 0-1 0 0,1 0 1 0 0,0 1-1 0 0,-1-1 1 0 0,1 1-1 0 0,0 0 1 0 0,-1 0-1 0 0,7 2 0 0 0,-4 0 2 0 0,0 1-1 0 0,-1-1 0 0 0,1 1 0 0 0,-1 1 0 0 0,1-1 0 0 0,-1 1 1 0 0,-1 0-1 0 0,8 7 0 0 0,-5-3 16 0 0,0 0 1 0 0,-1 1-1 0 0,0 0 1 0 0,-1 0-1 0 0,0 0 1 0 0,-1 1-1 0 0,0 0 1 0 0,0 0 0 0 0,-1 0-1 0 0,0 1 1 0 0,1 13-1 0 0,-4-20 26 0 0,-1 0 0 0 0,0 0 0 0 0,0 1 0 0 0,0-1 0 0 0,-1 0 0 0 0,1 0 0 0 0,-1 0 0 0 0,-1 1 0 0 0,1-1 0 0 0,-1 0 0 0 0,0-1 0 0 0,0 1-1 0 0,-3 5 1 0 0,4-8 30 0 0,-4-1-18 0 0,4-1-42 0 0,1 0 1 0 0,0 0-1 0 0,-1 0 0 0 0,1 1 0 0 0,0-1 0 0 0,0 0 0 0 0,-1 0 0 0 0,1 0 0 0 0,0 0 1 0 0,-1 0-1 0 0,1 0 0 0 0,0 0 0 0 0,-1 0 0 0 0,1 0 0 0 0,0 0 0 0 0,0 0 1 0 0,-1 0-1 0 0,1 0 0 0 0,0 0 0 0 0,-1 0 0 0 0,1 0 0 0 0,0 0 0 0 0,-1 0 1 0 0,1 0-1 0 0,0 0 0 0 0,-1 0 0 0 0,1 0 0 0 0,0-1 0 0 0,0 1 0 0 0,-1 0 1 0 0,1 0-1 0 0,0 0 0 0 0,0-1 0 0 0,-1 1 0 0 0,1 0 0 0 0,0 0 0 0 0,0-1 0 0 0,0 1 1 0 0,0 0-1 0 0,-1 0 0 0 0,1-1 0 0 0,0 1 0 0 0,0 0 0 0 0,0-1 0 0 0,0 1 1 0 0,0 0-1 0 0,0 0 0 0 0,0-1 0 0 0,0 1 0 0 0,0 0 0 0 0,0-1 0 0 0,0 1 1 0 0,0 0-1 0 0,0-1 0 0 0,0 1 0 0 0,0 0 0 0 0,0-1 0 0 0,0 1 0 0 0,0-1 0 0 0,1-12-28 0 0,0-1-1 0 0,1 1 0 0 0,0 0 1 0 0,1 0-1 0 0,0-1 0 0 0,1 2 0 0 0,1-1 1 0 0,0 0-1 0 0,1 1 0 0 0,0 0 0 0 0,1 0 1 0 0,11-15-1 0 0,-8 14-13 0 0,0 2 0 0 0,0-1 0 0 0,1 1 0 0 0,0 1 0 0 0,1 0 0 0 0,0 1 0 0 0,1 0 0 0 0,0 0 0 0 0,0 2 0 0 0,27-12 0 0 0,-37 18 52 0 0,-1 0 0 0 0,0 0 1 0 0,1 0-1 0 0,-1 0 0 0 0,0 1 0 0 0,1-1 1 0 0,-1 1-1 0 0,1 0 0 0 0,-1 0 0 0 0,1 0 0 0 0,-1 0 1 0 0,1 0-1 0 0,-1 0 0 0 0,1 0 0 0 0,-1 1 1 0 0,0 0-1 0 0,1-1 0 0 0,-1 1 0 0 0,0 0 0 0 0,1 0 1 0 0,-1 0-1 0 0,0 0 0 0 0,0 1 0 0 0,0-1 1 0 0,0 1-1 0 0,0-1 0 0 0,0 1 0 0 0,0 0 0 0 0,-1-1 1 0 0,1 1-1 0 0,0 0 0 0 0,-1 0 0 0 0,0 0 1 0 0,1 0-1 0 0,-1 1 0 0 0,0-1 0 0 0,0 0 0 0 0,0 0 1 0 0,-1 1-1 0 0,1-1 0 0 0,0 5 0 0 0,1 0 142 0 0,-2 1-1 0 0,1-1 0 0 0,-1 1 0 0 0,0 0 1 0 0,-1-1-1 0 0,0 1 0 0 0,0 0 0 0 0,-4 11 1 0 0,-3 7 218 0 0,-14 28 1 0 0,14-35-1045 0 0,1 0-1 0 0,-8 30 1 0 0,14-48 525 0 0,1 0 1 0 0,0 0-1 0 0,0 0 1 0 0,0 0 0 0 0,1 0-1 0 0,-1-1 1 0 0,0 1-1 0 0,0 0 1 0 0,0 0-1 0 0,0 0 1 0 0,1 0-1 0 0,-1-1 1 0 0,1 1 0 0 0,-1 0-1 0 0,0 0 1 0 0,1-1-1 0 0,-1 1 1 0 0,1 0-1 0 0,-1-1 1 0 0,1 1 0 0 0,0 0-1 0 0,-1-1 1 0 0,1 1-1 0 0,0-1 1 0 0,-1 1-1 0 0,1-1 1 0 0,0 1-1 0 0,0-1 1 0 0,-1 0 0 0 0,1 1-1 0 0,0-1 1 0 0,0 0-1 0 0,1 1 1 0 0,1 0-669 0 0,0-1 1 0 0,0 1-1 0 0,0 0 0 0 0,0-1 1 0 0,1 0-1 0 0,-1 1 1 0 0,4-2-1 0 0,10-1-4353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8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208 161 1288 0 0,'1'-3'2687'0'0,"1"-3"-720"0"0,4-11 2754 0 0,-4 13-2093 0 0,-1 10-121 0 0,-1-4-2362 0 0,7 17 350 0 0,-6-18-471 0 0,1 0 0 0 0,0 0 1 0 0,0-1-1 0 0,0 1 1 0 0,0 0-1 0 0,-1-1 1 0 0,1 0-1 0 0,0 1 1 0 0,0-1-1 0 0,0 0 0 0 0,0 0 1 0 0,0 0-1 0 0,0 0 1 0 0,0-1-1 0 0,0 1 1 0 0,0 0-1 0 0,0-1 1 0 0,0 0-1 0 0,0 1 1 0 0,0-1-1 0 0,-1 0 0 0 0,1 0 1 0 0,0 0-1 0 0,0 0 1 0 0,-1 0-1 0 0,1 0 1 0 0,-1 0-1 0 0,1-1 1 0 0,-1 1-1 0 0,0-1 0 0 0,2-1 1 0 0,0 0-14 0 0,-1-1 1 0 0,1 0-1 0 0,-1 0 0 0 0,0 0 1 0 0,0-1-1 0 0,0 1 0 0 0,0 0 1 0 0,-1-1-1 0 0,0 1 0 0 0,0-1 1 0 0,0 0-1 0 0,-1 1 1 0 0,1-8-1 0 0,-1 5-11 0 0,1 4 21 0 0,-1-1 0 0 0,0 0 0 0 0,0 0 0 0 0,-1 0 0 0 0,1 0 0 0 0,-1 1 0 0 0,0-1 0 0 0,0 0 1 0 0,-2-7-1 0 0,2 10-20 0 0,0-1 0 0 0,0 0 0 0 0,0 1 0 0 0,0-1 0 0 0,0 1 0 0 0,0-1 1 0 0,0 1-1 0 0,0 0 0 0 0,-1-1 0 0 0,1 1 0 0 0,0 0 0 0 0,-1 0 0 0 0,1 0 0 0 0,-1 0 1 0 0,1 0-1 0 0,-1 0 0 0 0,0 1 0 0 0,1-1 0 0 0,-1 0 0 0 0,0 1 0 0 0,0-1 0 0 0,1 1 1 0 0,-1 0-1 0 0,0 0 0 0 0,0-1 0 0 0,0 1 0 0 0,1 0 0 0 0,-1 0 0 0 0,0 1 0 0 0,0-1 1 0 0,0 0-1 0 0,1 1 0 0 0,-3 0 0 0 0,0 0 19 0 0,-6 1 37 0 0,0 1-1 0 0,0 1 1 0 0,0 0-1 0 0,0 0 0 0 0,1 1 1 0 0,-1 0-1 0 0,1 1 1 0 0,1-1-1 0 0,-1 2 0 0 0,-12 11 1 0 0,5-2 33 0 0,1 0 1 0 0,0 1 0 0 0,-23 36-1 0 0,32-43-35 0 0,0 0-1 0 0,0 1 1 0 0,1 0 0 0 0,1 0-1 0 0,0 0 1 0 0,0 0-1 0 0,1 1 1 0 0,-2 17 0 0 0,4-26-96 0 0,1 1 1 0 0,0-1 0 0 0,0 0 0 0 0,0 0-1 0 0,0 1 1 0 0,0-1 0 0 0,1 0 0 0 0,0 0-1 0 0,-1 1 1 0 0,1-1 0 0 0,0 0 0 0 0,1 0-1 0 0,-1 0 1 0 0,1 0 0 0 0,-1 0 0 0 0,1 0-1 0 0,0-1 1 0 0,0 1 0 0 0,0 0 0 0 0,0-1-1 0 0,0 0 1 0 0,1 1 0 0 0,-1-1 0 0 0,1 0-1 0 0,-1 0 1 0 0,1 0 0 0 0,0-1 0 0 0,0 1-1 0 0,0-1 1 0 0,0 1 0 0 0,0-1 0 0 0,0 0-1 0 0,0 0 1 0 0,1-1 0 0 0,3 2 0 0 0,2-1-593 0 0,1 0 1 0 0,-1-1-1 0 0,1 1 1 0 0,-1-2-1 0 0,0 0 1 0 0,1 0-1 0 0,-1 0 0 0 0,0-1 1 0 0,0 0-1 0 0,0-1 1 0 0,0 0-1 0 0,0-1 1 0 0,0 0-1 0 0,-1 0 1 0 0,0-1-1 0 0,0 0 1 0 0,0 0-1 0 0,8-7 1 0 0,3-6-2620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4416 0 0,'15'-21'2245'0'0,"20"-37"-1"0"0,2-2 1939 0 0,-37 60-4146 0 0,1-1 0 0 0,-1 0 1 0 0,0 1-1 0 0,1-1 0 0 0,-1 1 0 0 0,1-1 1 0 0,-1 1-1 0 0,1-1 0 0 0,-1 1 0 0 0,1 0 1 0 0,-1-1-1 0 0,1 1 0 0 0,-1 0 0 0 0,1-1 1 0 0,0 1-1 0 0,-1 0 0 0 0,1-1 0 0 0,0 1 1 0 0,-1 0-1 0 0,1 0 0 0 0,0 0 0 0 0,-1 0 1 0 0,1 0-1 0 0,0 0 0 0 0,-1 0 0 0 0,1 0 1 0 0,0 0-1 0 0,-1 0 0 0 0,1 0 0 0 0,0 0 1 0 0,-1 0-1 0 0,1 1 0 0 0,0-1 0 0 0,-1 0 1 0 0,1 1-1 0 0,-1-1 0 0 0,1 0 0 0 0,0 1 0 0 0,-1-1 1 0 0,1 0-1 0 0,-1 1 0 0 0,1-1 0 0 0,-1 1 1 0 0,1-1-1 0 0,-1 1 0 0 0,0-1 0 0 0,1 1 1 0 0,-1 0-1 0 0,0-1 0 0 0,1 2 0 0 0,1 1 116 0 0,1 1-1 0 0,-1-1 1 0 0,0 1-1 0 0,-1 0 0 0 0,1-1 1 0 0,1 8-1 0 0,1 7 304 0 0,-1 1-1 0 0,-1 0 0 0 0,-1 0 1 0 0,-1-1-1 0 0,0 1 0 0 0,-1 0 1 0 0,-1 0-1 0 0,-1-1 1 0 0,-1 1-1 0 0,-8 24 0 0 0,12-42-416 0 0,-1 0 0 0 0,1 0 0 0 0,0 0 0 0 0,-1 0 0 0 0,1 0 0 0 0,-1 0 0 0 0,0 0-1 0 0,1 0 1 0 0,-1-1 0 0 0,0 1 0 0 0,1 0 0 0 0,-1 0 0 0 0,0 0 0 0 0,0-1 0 0 0,0 1 0 0 0,1 0-1 0 0,-1-1 1 0 0,0 1 0 0 0,0-1 0 0 0,0 1 0 0 0,0-1 0 0 0,0 1 0 0 0,0-1 0 0 0,0 0 0 0 0,-1 0-1 0 0,1 1 1 0 0,0-1 0 0 0,0 0 0 0 0,0 0 0 0 0,0 0 0 0 0,0 0 0 0 0,0 0 0 0 0,0 0 0 0 0,0-1 0 0 0,-2 1-1 0 0,3 0-31 0 0,-1-1-1 0 0,0 1 1 0 0,1-1-1 0 0,-1 1 1 0 0,0 0-1 0 0,1-1 0 0 0,-1 1 1 0 0,1-1-1 0 0,-1 0 1 0 0,1 1-1 0 0,-1-1 0 0 0,1 1 1 0 0,-1-1-1 0 0,1 0 1 0 0,-1 1-1 0 0,1-1 1 0 0,0 0-1 0 0,0 1 0 0 0,-1-1 1 0 0,1 0-1 0 0,0 0 1 0 0,0 1-1 0 0,0-1 1 0 0,0 0-1 0 0,-1-1 0 0 0,1-21 43 0 0,0 20-43 0 0,0-7-13 0 0,2 0 1 0 0,-1 0 0 0 0,1 0-1 0 0,1 1 1 0 0,0-1-1 0 0,0 1 1 0 0,1-1 0 0 0,0 1-1 0 0,7-11 1 0 0,7-10-144 0 0,28-35 1 0 0,-32 48 81 0 0,0-1 0 0 0,31-25-1 0 0,-38 36 37 0 0,1 1 0 0 0,0 0 0 0 0,1 0-1 0 0,-1 1 1 0 0,1 0 0 0 0,0 0 0 0 0,0 1 0 0 0,14-4-1 0 0,-20 7 20 0 0,-1 1-1 0 0,0-1 0 0 0,1 1 0 0 0,-1 0 1 0 0,1 0-1 0 0,-1 0 0 0 0,1 0 0 0 0,-1 0 1 0 0,1 0-1 0 0,-1 0 0 0 0,0 1 0 0 0,1-1 1 0 0,-1 1-1 0 0,0 0 0 0 0,1 0 0 0 0,-1 0 1 0 0,0 0-1 0 0,3 2 0 0 0,-2-1 2 0 0,0 0 0 0 0,-1 1 0 0 0,1-1 1 0 0,-1 1-1 0 0,0 0 0 0 0,0-1 0 0 0,0 1 0 0 0,0 0 0 0 0,-1 0 0 0 0,1 0 0 0 0,1 6 1 0 0,0 2 11 0 0,0 0 1 0 0,-1 1 0 0 0,0-1-1 0 0,-1 0 1 0 0,0 1 0 0 0,-1 17 0 0 0,-3-2 50 0 0,-7 31 1 0 0,6-37-464 0 0,0 0-1 0 0,0 29 1 0 0,4-49 277 0 0,0 0 0 0 0,0 0 0 0 0,0 0 0 0 0,0-1 0 0 0,0 1-1 0 0,0 0 1 0 0,0 0 0 0 0,0 0 0 0 0,0 0 0 0 0,0 0 0 0 0,1 0 0 0 0,-1 0-1 0 0,0-1 1 0 0,1 1 0 0 0,-1 0 0 0 0,1 0 0 0 0,-1 0 0 0 0,1-1 0 0 0,-1 1-1 0 0,1 0 1 0 0,0-1 0 0 0,-1 1 0 0 0,1 0 0 0 0,0-1 0 0 0,-1 1 0 0 0,1-1-1 0 0,0 1 1 0 0,0-1 0 0 0,0 1 0 0 0,-1-1 0 0 0,1 0 0 0 0,0 1 0 0 0,0-1-1 0 0,0 0 1 0 0,0 0 0 0 0,0 1 0 0 0,0-1 0 0 0,0 0 0 0 0,0 0 0 0 0,-1 0 0 0 0,1 0-1 0 0,0 0 1 0 0,2-1 0 0 0,1 0-692 0 0,0 1 1 0 0,0-2-1 0 0,0 1 0 0 0,0 0 0 0 0,0-1 0 0 0,-1 0 1 0 0,1 1-1 0 0,4-4 0 0 0,8-6-3677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333 204 1160 0 0,'45'-184'14097'0'0,"-44"167"-12932"0"0,-1 17-1146 0 0,0 0-1 0 0,0 0 1 0 0,0 0 0 0 0,0-1-1 0 0,0 1 1 0 0,0 0-1 0 0,0 0 1 0 0,0 0 0 0 0,0 0-1 0 0,0 0 1 0 0,0 0-1 0 0,0 0 1 0 0,0-1 0 0 0,0 1-1 0 0,-1 0 1 0 0,1 0-1 0 0,0 0 1 0 0,0 0 0 0 0,0 0-1 0 0,0 0 1 0 0,0 0-1 0 0,0 0 1 0 0,0 0 0 0 0,-1 0-1 0 0,1 0 1 0 0,0 0 0 0 0,0 0-1 0 0,0-1 1 0 0,0 1-1 0 0,0 0 1 0 0,0 0 0 0 0,-1 0-1 0 0,1 0 1 0 0,0 0-1 0 0,0 0 1 0 0,0 0 0 0 0,0 0-1 0 0,0 0 1 0 0,0 1-1 0 0,-1-1 1 0 0,1 0 0 0 0,0 0-1 0 0,0 0 1 0 0,0 0-1 0 0,0 0 1 0 0,0 0 0 0 0,0 0-1 0 0,0 0 1 0 0,-1 0-1 0 0,1 0 1 0 0,-19 22 1137 0 0,-4 17-67 0 0,2 0-1 0 0,1 1 1 0 0,-19 59 0 0 0,20-50-473 0 0,-191 568 3222 0 0,188-529-9266 0 0,22-87 5260 0 0,0 0 1 0 0,0 0-1 0 0,0-1 0 0 0,0 1 0 0 0,0 0 1 0 0,0-1-1 0 0,0 1 0 0 0,0 0 0 0 0,0-1 1 0 0,0 1-1 0 0,0 0 0 0 0,0-1 1 0 0,0 1-1 0 0,1 0 0 0 0,-1-1 0 0 0,0 1 1 0 0,1 0-1 0 0,-1-1 0 0 0,0 1 0 0 0,1-1 1 0 0,-1 1-1 0 0,1 0 0 0 0,-1-1 0 0 0,1 1 1 0 0,-1-1-1 0 0,1 0 0 0 0,-1 1 1 0 0,1-1-1 0 0,-1 1 0 0 0,1-1 0 0 0,0 0 1 0 0,-1 1-1 0 0,1-1 0 0 0,0 0 0 0 0,-1 0 1 0 0,1 0-1 0 0,0 1 0 0 0,-1-1 0 0 0,1 0 1 0 0,0 0-1 0 0,-1 0 0 0 0,1 0 1 0 0,0 0-1 0 0,0 0 0 0 0,-1 0 0 0 0,1-1 1 0 0,0 1-1 0 0,0 0 0 0 0,36-8-5767 0 0,-17 0 585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9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138 129 728 0 0,'89'-127'18373'0'0,"-88"125"-17891"0"0,-3 4-333 0 0,0 0 0 0 0,0 0 0 0 0,0 0 1 0 0,0 0-1 0 0,0 0 0 0 0,0-1 0 0 0,-1 1 0 0 0,-3 1 0 0 0,1 0 189 0 0,-14 10 156 0 0,1 1 0 0 0,-21 20 1 0 0,31-26-427 0 0,1 0 0 0 0,0 0 0 0 0,0 0 0 0 0,1 1 0 0 0,0 0 0 0 0,-9 18 0 0 0,15-26-57 0 0,-1 0 1 0 0,1 0-1 0 0,0 0 0 0 0,0 0 1 0 0,-1 0-1 0 0,1 0 0 0 0,0 0 0 0 0,0 0 1 0 0,0 0-1 0 0,0 0 0 0 0,0 0 1 0 0,1 0-1 0 0,-1 0 0 0 0,0 0 0 0 0,0 0 1 0 0,1 0-1 0 0,-1 0 0 0 0,0 0 1 0 0,1 0-1 0 0,-1 0 0 0 0,1 0 0 0 0,-1-1 1 0 0,1 1-1 0 0,0 0 0 0 0,-1 0 1 0 0,1 0-1 0 0,1 0 0 0 0,23 16 106 0 0,-21-15-97 0 0,24 13 274 0 0,-12-7-518 0 0,1 0-1 0 0,16 14 0 0 0,-29-20 434 0 0,-1 1 0 0 0,1 1-1 0 0,0-1 1 0 0,-1 0-1 0 0,1 1 1 0 0,-1 0 0 0 0,0 0-1 0 0,-1 0 1 0 0,1 0-1 0 0,-1 0 1 0 0,1 0 0 0 0,-1 1-1 0 0,1 4 1 0 0,-3-7-21 0 0,1 0-1 0 0,-1 1 1 0 0,0-1 0 0 0,0 0 0 0 0,0 0 0 0 0,-1 0 0 0 0,1 0-1 0 0,-1 0 1 0 0,1 0 0 0 0,-1 0 0 0 0,1 0 0 0 0,-1 0 0 0 0,0 0-1 0 0,0 0 1 0 0,0 0 0 0 0,0 0 0 0 0,0-1 0 0 0,-1 1 0 0 0,1 0-1 0 0,-1-1 1 0 0,1 1 0 0 0,-1-1 0 0 0,1 1 0 0 0,-1-1 0 0 0,-3 2-1 0 0,-5 4 163 0 0,1-1 0 0 0,-1 0 0 0 0,-13 5 0 0 0,22-11-348 0 0,-9 5 45 0 0,6-3-12 0 0,-1 0-1 0 0,1 0 1 0 0,-1 0-1 0 0,0-1 1 0 0,-9 2-1 0 0,10-2-257 0 0,1 0 1 0 0,-1 0-1 0 0,0 0 1 0 0,0 0-1 0 0,0-1 1 0 0,0 0-1 0 0,1 0 0 0 0,-1 0 1 0 0,0 0-1 0 0,0 0 1 0 0,0-1-1 0 0,0 0 0 0 0,0 0 1 0 0,1 0-1 0 0,-1 0 1 0 0,0 0-1 0 0,1-1 1 0 0,-7-3-1 0 0,7 3-353 0 0,1 0 1 0 0,0 0-1 0 0,-1 0 0 0 0,1 0 1 0 0,0 0-1 0 0,0 0 1 0 0,0-1-1 0 0,0 1 0 0 0,0 0 1 0 0,1-1-1 0 0,-1 0 0 0 0,0-2 1 0 0,0-1-1282 0 0,0 1 1 0 0,0-1 0 0 0,1 1 0 0 0,-1-1-1 0 0,1-7 1 0 0,0-4-5645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9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37 2976 0 0,'-37'-1'5582'0'0,"20"0"-1423"0"0,-30 1 0 0 0,45 1-3849 0 0,5-1-52 0 0,26 3-27 0 0,-1-1 1 0 0,1-2 0 0 0,51-5 0 0 0,-32 1-145 0 0,102-1 41 0 0,44-4-2130 0 0,-65-6-4821 0 0,-116 13 3695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43 274 1036 0 0,'-11'8'2307'0'0,"-6"13"65"0"0,16-20-1812 0 0,-8 12 2261 0 0,5 0 3986 0 0,9-12-6755 0 0,0-1 0 0 0,0 0 0 0 0,0 0 1 0 0,0 0-1 0 0,0-1 0 0 0,0 1 0 0 0,0-1 0 0 0,0 0 1 0 0,0-1-1 0 0,0 1 0 0 0,0-1 0 0 0,7-4 0 0 0,57-30 135 0 0,-55 25-195 0 0,0 0 0 0 0,0-1 0 0 0,-2 0 0 0 0,1-1 0 0 0,-1 0 0 0 0,-1-1 0 0 0,0 0 0 0 0,-1-1 0 0 0,-1-1 0 0 0,0 1 0 0 0,8-22 0 0 0,-72 129-469 0 0,49-80 417 0 0,-5 10 124 0 0,-11 36-1 0 0,20-52-129 0 0,0 0 1 0 0,0 0-1 0 0,1 0 0 0 0,0 0 0 0 0,1 1 1 0 0,-1-1-1 0 0,1 0 0 0 0,0 0 1 0 0,1 1-1 0 0,-1-1 0 0 0,3 9 0 0 0,-2-13-33 0 0,0-1 0 0 0,-1 1 0 0 0,1 0 0 0 0,0 0 0 0 0,0-1 0 0 0,0 1 0 0 0,0 0 0 0 0,0-1 0 0 0,0 1-1 0 0,1-1 1 0 0,-1 1 0 0 0,1-1 0 0 0,-1 0 0 0 0,1 0 0 0 0,-1 0 0 0 0,1 0 0 0 0,-1 0 0 0 0,4 2 0 0 0,-1-2-70 0 0,0 0 1 0 0,0 0 0 0 0,0 0 0 0 0,0 0 0 0 0,0-1-1 0 0,0 1 1 0 0,0-1 0 0 0,7-1 0 0 0,3 0-525 0 0,1-2 0 0 0,-1 0 0 0 0,27-9 0 0 0,-27 6 472 0 0,0 0 0 0 0,0-1 0 0 0,-1 0 0 0 0,0-1 0 0 0,-1-1 0 0 0,1 0 0 0 0,-2-1 0 0 0,1 0 1 0 0,-1-1-1 0 0,-1 0 0 0 0,0-1 0 0 0,12-18 0 0 0,7-15 1924 0 0,-3-1 0 0 0,25-60 1 0 0,-41 84-591 0 0,3-2-37 0 0,-12 23-719 0 0,-2 3-35 0 0,-4 14 80 0 0,-47 150 1131 0 0,18-51-1071 0 0,23-81 159 0 0,11-32-312 0 0,10-23-221 0 0,7-14-107 0 0,2 2 0 0 0,25-34 0 0 0,-36 56-11 0 0,1 0-1 0 0,0 0 0 0 0,1 1 1 0 0,0 1-1 0 0,1-1 0 0 0,-1 2 1 0 0,2-1-1 0 0,-1 1 1 0 0,16-7-1 0 0,-25 14 20 0 0,1 0 0 0 0,-1 0 0 0 0,1 0 0 0 0,-1 0 0 0 0,1 0 1 0 0,0 0-1 0 0,-1 1 0 0 0,1-1 0 0 0,0 1 0 0 0,-1 0 0 0 0,1 0 0 0 0,0 0 0 0 0,-1 0 0 0 0,1 0 1 0 0,0 0-1 0 0,0 1 0 0 0,-1 0 0 0 0,1-1 0 0 0,-1 1 0 0 0,1 0 0 0 0,-1 0 0 0 0,1 0 0 0 0,-1 1 0 0 0,1-1 1 0 0,-1 1-1 0 0,0-1 0 0 0,2 3 0 0 0,0-1 62 0 0,-1 1 0 0 0,0 0 1 0 0,0 0-1 0 0,-1 0 0 0 0,1 1 1 0 0,-1-1-1 0 0,0 1 0 0 0,0-1 0 0 0,0 1 1 0 0,-1-1-1 0 0,0 1 0 0 0,0 0 0 0 0,0 0 1 0 0,0 6-1 0 0,0 11 263 0 0,-2 1 1 0 0,-1-1-1 0 0,-1 0 1 0 0,0 1-1 0 0,-2-1 0 0 0,-9 25 1 0 0,-9 54 434 0 0,23-99-657 0 0,0-1-85 0 0,0-1 1 0 0,0 1 0 0 0,0-1-1 0 0,0 1 1 0 0,1-1 0 0 0,-1 1-1 0 0,0-1 1 0 0,0 1 0 0 0,0-1-1 0 0,1 1 1 0 0,-1-1 0 0 0,0 1-1 0 0,1-1 1 0 0,-1 0 0 0 0,0 1-1 0 0,1-1 1 0 0,-1 1 0 0 0,0-1-1 0 0,1 0 1 0 0,-1 0 0 0 0,1 1-1 0 0,-1-1 1 0 0,1 0 0 0 0,-1 0-1 0 0,0 1 1 0 0,1-1 0 0 0,-1 0-1 0 0,1 0 1 0 0,-1 0 0 0 0,1 0-1 0 0,-1 0 1 0 0,1 0-1 0 0,-1 1 1 0 0,1-1 0 0 0,0-1-1 0 0,-1 1 1 0 0,1 0 0 0 0,-1 0-1 0 0,1 0 1 0 0,-1 0 0 0 0,1 0-1 0 0,-1 0 1 0 0,1 0 0 0 0,-1-1-1 0 0,0 1 1 0 0,2-1 0 0 0,24-9 79 0 0,-25 9-76 0 0,22-11-577 0 0,-1-2 1 0 0,-1 0-1 0 0,0-1 1 0 0,29-29-1 0 0,-17 12-3010 0 0,47-62 0 0 0,-59 65-131 0 0,-2-3-1629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1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6 3000 0 0,'-108'-6'9560'0'0,"104"7"-9374"0"0,0-1 1 0 0,1 1 0 0 0,-1-1-1 0 0,0 1 1 0 0,0 0-1 0 0,-5 2 1 0 0,3 0 42 0 0,5-3-259 0 0,0 0 0 0 0,0 1 0 0 0,0-1 0 0 0,0 0 1 0 0,0 1-1 0 0,0-1 0 0 0,0 1 0 0 0,0-1 0 0 0,0 1 0 0 0,1-1 0 0 0,-1 1 0 0 0,0 0 0 0 0,0 0 0 0 0,1-1 0 0 0,-1 1 0 0 0,0 0 0 0 0,1 0 0 0 0,-1 0 0 0 0,1 0 0 0 0,-1-1 0 0 0,1 1 0 0 0,-1 0 0 0 0,1 0 1 0 0,0 0-1 0 0,-1 0 0 0 0,1 0 0 0 0,0 0 0 0 0,0 0 0 0 0,0 0 0 0 0,0 0 0 0 0,0 0 0 0 0,0 0 0 0 0,0 0 0 0 0,0 2 0 0 0,1-1-464 0 0,-1 0 1 0 0,1 1-1 0 0,0-1 0 0 0,-1 0 1 0 0,1 0-1 0 0,0 0 0 0 0,0 0 1 0 0,1 0-1 0 0,-1-1 0 0 0,0 1 1 0 0,0 0-1 0 0,4 3 0 0 0,3 1-3731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306 131 1896 0 0,'5'-10'1601'0'0,"0"0"0"0"0,0 0 1 0 0,-1 0-1 0 0,0-1 0 0 0,-1 1 0 0 0,0-1 0 0 0,0 0 0 0 0,0-15 0 0 0,-3 25-1572 0 0,1 0 1 0 0,-1 0-1 0 0,0 1 0 0 0,0-1 0 0 0,0 0 1 0 0,0 0-1 0 0,0 1 0 0 0,0-1 0 0 0,-1 0 1 0 0,1 0-1 0 0,0 1 0 0 0,0-1 1 0 0,0 0-1 0 0,-1 1 0 0 0,1-1 0 0 0,0 0 1 0 0,-1 1-1 0 0,1-1 0 0 0,-1 0 0 0 0,1 1 1 0 0,-1-1-1 0 0,1 1 0 0 0,-1-1 0 0 0,1 1 1 0 0,-1-1-1 0 0,1 1 0 0 0,-1-1 0 0 0,0 1 1 0 0,1 0-1 0 0,-1-1 0 0 0,0 1 0 0 0,1 0 1 0 0,-1-1-1 0 0,0 1 0 0 0,1 0 0 0 0,-1 0 1 0 0,0 0-1 0 0,0 0 0 0 0,1 0 0 0 0,-1 0 1 0 0,0 0-1 0 0,0 0 0 0 0,1 0 0 0 0,-1 0 1 0 0,0 0-1 0 0,1 0 0 0 0,-1 0 0 0 0,0 0 1 0 0,0 1-1 0 0,1-1 0 0 0,-1 0 1 0 0,0 1-1 0 0,1-1 0 0 0,-2 1 0 0 0,-4 2-2 0 0,0 0 0 0 0,0 1 1 0 0,-11 8-1 0 0,-14 14-1 0 0,1 2 1 0 0,1 1-1 0 0,1 2 0 0 0,2 0 1 0 0,1 2-1 0 0,2 1 1 0 0,1 1-1 0 0,-17 38 1 0 0,34-63-11 0 0,0 0 0 0 0,1 0 1 0 0,-4 15-1 0 0,7-22-2 0 0,0 0 0 0 0,1 0 0 0 0,-1 1 0 0 0,1-1 0 0 0,0 0 0 0 0,-1 0 0 0 0,1 0 0 0 0,1 1 0 0 0,-1-1 0 0 0,0 0 0 0 0,1 0-1 0 0,0 0 1 0 0,0 0 0 0 0,0 0 0 0 0,2 5 0 0 0,-2-6-8 0 0,0-1-1 0 0,0 0 0 0 0,1 0 0 0 0,-1 0 0 0 0,0-1 0 0 0,1 1 0 0 0,-1 0 1 0 0,0 0-1 0 0,1-1 0 0 0,-1 1 0 0 0,1-1 0 0 0,-1 1 0 0 0,1-1 1 0 0,-1 0-1 0 0,1 1 0 0 0,-1-1 0 0 0,1 0 0 0 0,-1 0 0 0 0,1 0 0 0 0,2 0 1 0 0,31-5 30 0 0,-24 1-43 0 0,0-1-1 0 0,-1 0 1 0 0,1 0-1 0 0,-1-1 1 0 0,0 0-1 0 0,-1-1 1 0 0,0 0-1 0 0,0 0 1 0 0,0-1 0 0 0,-1 0-1 0 0,0-1 1 0 0,0 0-1 0 0,7-11 1 0 0,8-15-26 0 0,-2 0 0 0 0,22-49 0 0 0,14-34 353 0 0,-56 116-369 0 0,-6 17-48 0 0,-34 91 339 0 0,25-73-141 0 0,1 1-1 0 0,-14 63 1 0 0,25-85-65 0 0,-7 50-473 0 0,8-57 97 0 0,1 1 0 0 0,0 0 0 0 0,1 0 0 0 0,-1 0 0 0 0,1 0-1 0 0,0-1 1 0 0,1 1 0 0 0,2 7 0 0 0,-4-11 142 0 0,1-1 1 0 0,-1 0-1 0 0,1 0 0 0 0,0 1 0 0 0,0-1 1 0 0,-1 0-1 0 0,1 0 0 0 0,0 0 0 0 0,0 0 1 0 0,0 0-1 0 0,0 0 0 0 0,0 0 0 0 0,1 0 1 0 0,-1-1-1 0 0,0 1 0 0 0,0 0 0 0 0,0-1 1 0 0,1 1-1 0 0,-1 0 0 0 0,0-1 0 0 0,1 0 1 0 0,-1 1-1 0 0,0-1 0 0 0,1 0 0 0 0,-1 0 1 0 0,1 0-1 0 0,1 0 0 0 0,1 0-163 0 0,-1 0 1 0 0,0-1-1 0 0,0 0 0 0 0,0 1 0 0 0,1-1 0 0 0,-1 0 1 0 0,0-1-1 0 0,0 1 0 0 0,-1-1 0 0 0,4-1 1 0 0,8-7-1523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3972 0 0,'57'-98'2410'0'0,"44"-67"3219"0"0,-98 160-5498 0 0,-1 1-1 0 0,1 1 1 0 0,0-1-1 0 0,0 0 1 0 0,1 1 0 0 0,-1 0-1 0 0,1-1 1 0 0,-1 1-1 0 0,1 1 1 0 0,0-1 0 0 0,0 0-1 0 0,1 1 1 0 0,6-3-1 0 0,-10 5-89 0 0,0 0-1 0 0,0 0 1 0 0,0 0-1 0 0,0 0 1 0 0,0 0-1 0 0,0 0 0 0 0,0 0 1 0 0,0 0-1 0 0,0 1 1 0 0,0-1-1 0 0,0 0 1 0 0,0 1-1 0 0,0-1 1 0 0,-1 1-1 0 0,1-1 0 0 0,0 1 1 0 0,0-1-1 0 0,0 1 1 0 0,0 0-1 0 0,-1-1 1 0 0,1 1-1 0 0,0 0 1 0 0,-1-1-1 0 0,1 1 0 0 0,0 0 1 0 0,-1 0-1 0 0,1 0 1 0 0,-1 0-1 0 0,1 0 1 0 0,-1 0-1 0 0,1 1 1 0 0,9 28 999 0 0,-8-17-832 0 0,-1 0 0 0 0,0 1 0 0 0,-1-1 0 0 0,0 1 0 0 0,-1-1 0 0 0,0 1 0 0 0,-1-1 0 0 0,-1 0 1 0 0,0 1-1 0 0,-8 19 0 0 0,-4 4 885 0 0,-2 0 1 0 0,-24 40-1 0 0,40-75-510 0 0,0-2-577 0 0,1 0-1 0 0,0 0 1 0 0,-1 0-1 0 0,1 0 1 0 0,0-1-1 0 0,-1 1 0 0 0,1 0 1 0 0,-1 0-1 0 0,1 0 1 0 0,0-1-1 0 0,-1 1 1 0 0,1 0-1 0 0,0 0 1 0 0,0-1-1 0 0,-1 1 1 0 0,1 0-1 0 0,0-1 1 0 0,0 1-1 0 0,-1 0 1 0 0,1-1-1 0 0,0 1 1 0 0,0 0-1 0 0,0-1 1 0 0,0 1-1 0 0,-1-1 1 0 0,1 1-1 0 0,0 0 1 0 0,0-1-1 0 0,0 1 1 0 0,0-1-1 0 0,0 1 1 0 0,0 0-1 0 0,0-1 1 0 0,0 1-1 0 0,0-1 1 0 0,0 1-1 0 0,0 0 1 0 0,0-1-1 0 0,1 1 1 0 0,-1-1-1 0 0,0 1 1 0 0,0 0-1 0 0,1-1 1 0 0,5-17 73 0 0,12-13-95 0 0,2 0 0 0 0,1 2-1 0 0,1 1 1 0 0,1 0-1 0 0,1 2 1 0 0,2 0-1 0 0,1 2 1 0 0,0 1 0 0 0,2 2-1 0 0,54-32 1 0 0,-80 51-9 0 0,-1 0 1 0 0,1 1-1 0 0,0-1 1 0 0,0 1 0 0 0,0 0-1 0 0,1 0 1 0 0,-1 0-1 0 0,0 0 1 0 0,0 1-1 0 0,0-1 1 0 0,1 1 0 0 0,-1 0-1 0 0,0 0 1 0 0,1 0-1 0 0,3 1 1 0 0,-6-1 20 0 0,1 1 0 0 0,-1 0-1 0 0,1-1 1 0 0,-1 1 0 0 0,1 0 0 0 0,-1 0 0 0 0,0 0 0 0 0,0 1-1 0 0,1-1 1 0 0,-1 0 0 0 0,0 0 0 0 0,0 1 0 0 0,0-1-1 0 0,0 0 1 0 0,0 1 0 0 0,-1-1 0 0 0,1 1 0 0 0,0-1 0 0 0,-1 1-1 0 0,1 0 1 0 0,-1-1 0 0 0,1 1 0 0 0,-1 0 0 0 0,0-1 0 0 0,0 1-1 0 0,0 0 1 0 0,0-1 0 0 0,0 1 0 0 0,0 3 0 0 0,-2 15 24 0 0,0-1 0 0 0,-1 1 0 0 0,-2 0 0 0 0,1-1 0 0 0,-11 26 0 0 0,7-23-183 0 0,1 0-1 0 0,1 0 0 0 0,-4 39 1 0 0,10-59 4 0 0,-1 0 1 0 0,1 0-1 0 0,0 0 1 0 0,0 0-1 0 0,0 0 1 0 0,1 0-1 0 0,-1 0 1 0 0,0 0 0 0 0,1-1-1 0 0,-1 1 1 0 0,1 0-1 0 0,0 0 1 0 0,0 0-1 0 0,0-1 1 0 0,0 1-1 0 0,0 0 1 0 0,0-1 0 0 0,0 1-1 0 0,0-1 1 0 0,0 1-1 0 0,1-1 1 0 0,-1 1-1 0 0,1-1 1 0 0,-1 0-1 0 0,1 0 1 0 0,-1 0 0 0 0,1 0-1 0 0,0 0 1 0 0,2 1-1 0 0,-1-1-294 0 0,1 0 1 0 0,0 0-1 0 0,-1-1 0 0 0,1 1 1 0 0,0-1-1 0 0,-1 0 0 0 0,1 0 1 0 0,0 0-1 0 0,0 0 0 0 0,-1-1 1 0 0,1 0-1 0 0,0 1 0 0 0,-1-1 1 0 0,1-1-1 0 0,3-1 0 0 0,11-5-2576 0 0,-1-2-958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688 193 2128 0 0,'35'-84'6632'0'0,"8"-15"1281"0"0,-36 89-6434 0 0,-8 20-779 0 0,-7 21 308 0 0,3-17-565 0 0,-37 111 1379 0 0,38-108-1727 0 0,0 0 1 0 0,1 1 0 0 0,0-1 0 0 0,2 1 0 0 0,0 21-1 0 0,1-36-76 0 0,0 0 0 0 0,0 1-1 0 0,1-1 1 0 0,-1 0 0 0 0,1 0-1 0 0,0-1 1 0 0,0 1 0 0 0,0 0 0 0 0,0 0-1 0 0,0 0 1 0 0,1 0 0 0 0,-1-1-1 0 0,1 1 1 0 0,0-1 0 0 0,-1 1-1 0 0,1-1 1 0 0,1 0 0 0 0,-1 0-1 0 0,0 0 1 0 0,0 0 0 0 0,1 0-1 0 0,4 3 1 0 0,-3-3-24 0 0,1-1 1 0 0,-1 1-1 0 0,1-1 0 0 0,0 0 1 0 0,0 0-1 0 0,-1 0 1 0 0,1 0-1 0 0,0-1 0 0 0,0 0 1 0 0,0 0-1 0 0,0 0 0 0 0,0-1 1 0 0,7-1-1 0 0,0-1-76 0 0,1-1-1 0 0,-1 0 1 0 0,0-1-1 0 0,0 0 1 0 0,0-1-1 0 0,0 0 1 0 0,-1-1-1 0 0,0-1 1 0 0,-1 1 0 0 0,0-2-1 0 0,0 1 1 0 0,0-1-1 0 0,-1-1 1 0 0,9-12-1 0 0,9-16 304 0 0,0-1-1 0 0,32-66 1 0 0,-50 87 60 0 0,12-23 4 0 0,-20 39-279 0 0,-9 16-52 0 0,-248 453 2688 0 0,93-165-347 0 0,9-45-723 0 0,117-202-1225 0 0,-3-2 0 0 0,-70 72 0 0 0,85-100 30 0 0,-1-2 0 0 0,-41 28 0 0 0,52-41-229 0 0,-1 0-1 0 0,0-1 1 0 0,-1-1-1 0 0,0-1 1 0 0,0 0-1 0 0,-24 6 1 0 0,37-12-149 0 0,0-1 0 0 0,0 1 0 0 0,0-1 0 0 0,0 1 0 0 0,0-1 0 0 0,-1 0 0 0 0,1-1 0 0 0,0 1 0 0 0,0-1 0 0 0,0 0 0 0 0,0 0 0 0 0,0 0 0 0 0,0 0 0 0 0,0-1 0 0 0,-6-3 0 0 0,8 3 0 0 0,-1 1 0 0 0,1-1 0 0 0,0 0 0 0 0,-1 0 0 0 0,1 0 0 0 0,0-1 0 0 0,0 1 0 0 0,1 0 0 0 0,-1-1 0 0 0,0 1 0 0 0,1-1 0 0 0,-1 0 0 0 0,1 0 0 0 0,0 1 0 0 0,0-1 0 0 0,0 0 0 0 0,0 0 0 0 0,1 0 0 0 0,-1 0 0 0 0,1 0 0 0 0,0 0 0 0 0,0-3 0 0 0,0-7 0 0 0,2 1 0 0 0,-1 1 0 0 0,2-1 0 0 0,-1 0 0 0 0,2 0 0 0 0,-1 1 0 0 0,2 0 0 0 0,7-15 0 0 0,8-11 0 0 0,25-34 0 0 0,-44 69 0 0 0,91-121-1825 0 0,68-46-5537 0 0,-76 96 977 0 0,136-93 0 0 0,-178 137-2021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202 146 1036 0 0,'20'-105'16256'0'0,"-32"115"-15546"0"0,-8 15-438 0 0,1 1 0 0 0,2 0 0 0 0,0 1-1 0 0,2 1 1 0 0,1 0 0 0 0,-16 48-1 0 0,24-58-205 0 0,0 0 0 0 0,-6 36-1 0 0,11-47-31 0 0,0 0 0 0 0,1 0-1 0 0,-1 0 1 0 0,1 0 0 0 0,1 0 0 0 0,-1-1-1 0 0,1 1 1 0 0,0 0 0 0 0,1 0-1 0 0,0 0 1 0 0,3 8 0 0 0,-3-12-15 0 0,-1 0 0 0 0,1-1 0 0 0,-1 1-1 0 0,1-1 1 0 0,0 0 0 0 0,0 1 0 0 0,0-1 0 0 0,0 0 0 0 0,1 0 0 0 0,-1 0 0 0 0,0 0 0 0 0,1-1 0 0 0,-1 1 0 0 0,1-1-1 0 0,0 0 1 0 0,4 2 0 0 0,-3-1 4 0 0,1-1-1 0 0,0-1 0 0 0,0 1 1 0 0,-1 0-1 0 0,1-1 1 0 0,0 0-1 0 0,0 0 0 0 0,0-1 1 0 0,7-1-1 0 0,-2 0 7 0 0,1-1-1 0 0,-1 0 1 0 0,0-1 0 0 0,0 0-1 0 0,0-1 1 0 0,0 0-1 0 0,-1-1 1 0 0,13-9 0 0 0,-10 4-9 0 0,-1 0 1 0 0,1-1 0 0 0,-2-1 0 0 0,0 1 0 0 0,0-2 0 0 0,-1 1-1 0 0,-1-1 1 0 0,12-28 0 0 0,-12 22-24 0 0,0 0 0 0 0,-2 0 0 0 0,-1 0 1 0 0,0-1-1 0 0,-2 0 0 0 0,2-29 0 0 0,-4 43-17 0 0,-1 0 0 0 0,-1 0 1 0 0,1 0-1 0 0,-1 0 0 0 0,0-1 0 0 0,-1 1 1 0 0,0 0-1 0 0,0 1 0 0 0,0-1 0 0 0,-1 0 0 0 0,-4-8 1 0 0,5 13 7 0 0,0-1 0 0 0,0 0 0 0 0,0 1 0 0 0,0-1 1 0 0,-1 1-1 0 0,1 0 0 0 0,-1 0 0 0 0,1 0 0 0 0,-1 0 0 0 0,0 0 1 0 0,0 1-1 0 0,1-1 0 0 0,-1 1 0 0 0,0 0 0 0 0,-1-1 0 0 0,1 2 1 0 0,0-1-1 0 0,0 0 0 0 0,0 0 0 0 0,0 1 0 0 0,-1 0 0 0 0,1 0 1 0 0,0 0-1 0 0,-1 0 0 0 0,1 0 0 0 0,-5 2 0 0 0,-6 1-7 0 0,1 0-1 0 0,-1 2 0 0 0,1-1 1 0 0,1 2-1 0 0,-1 0 1 0 0,1 0-1 0 0,0 1 0 0 0,0 1 1 0 0,1 0-1 0 0,0 0 1 0 0,-14 15-1 0 0,6-5-1 0 0,2 1-1 0 0,0 1 1 0 0,2 0 0 0 0,0 1 0 0 0,-16 30 0 0 0,27-43 25 0 0,0 0 0 0 0,1-1 0 0 0,0 1 0 0 0,0 0 0 0 0,1 0 0 0 0,0 1 0 0 0,0-1 1 0 0,1 0-1 0 0,0 1 0 0 0,0 11 0 0 0,2-17 2 0 0,-1 0 1 0 0,0 0-1 0 0,1 0 0 0 0,0-1 0 0 0,-1 1 1 0 0,1 0-1 0 0,0 0 0 0 0,1-1 1 0 0,-1 1-1 0 0,0-1 0 0 0,1 1 1 0 0,-1-1-1 0 0,1 1 0 0 0,0-1 1 0 0,0 0-1 0 0,0 0 0 0 0,0 0 1 0 0,0 0-1 0 0,0 0 0 0 0,0-1 1 0 0,1 1-1 0 0,-1 0 0 0 0,1-1 0 0 0,-1 0 1 0 0,1 0-1 0 0,0 0 0 0 0,-1 0 1 0 0,1 0-1 0 0,0 0 0 0 0,0-1 1 0 0,0 1-1 0 0,-1-1 0 0 0,7 0 1 0 0,7 1-121 0 0,1-2 1 0 0,0 0-1 0 0,-1 0 1 0 0,1-2 0 0 0,-1 0-1 0 0,0-1 1 0 0,0 0-1 0 0,0-2 1 0 0,0 0 0 0 0,-1 0-1 0 0,20-12 1 0 0,2-5-175 0 0,0-1 1 0 0,-2-1-1 0 0,36-35 1 0 0,35-40-91 0 0,28-25-144 0 0,-115 115 277 0 0,-18 9 237 0 0,-1 1 0 0 0,1 0 0 0 0,-1 0 0 0 0,1 0 0 0 0,0 0 0 0 0,-1 0 0 0 0,1 0 0 0 0,-1 0 0 0 0,1 0 0 0 0,0 1 0 0 0,-1-1 0 0 0,1 0 0 0 0,-1 0 0 0 0,1 0 0 0 0,-1 1 1 0 0,1-1-1 0 0,-1 0 0 0 0,1 0 0 0 0,-1 1 0 0 0,2 0 0 0 0,-1 1 7 0 0,0-1 1 0 0,0 1-1 0 0,0 0 0 0 0,0 0 1 0 0,0 1-1 0 0,0-1 0 0 0,0 0 1 0 0,-1 0-1 0 0,1 0 0 0 0,-1 0 1 0 0,1 1-1 0 0,-1-1 1 0 0,0 0-1 0 0,0 3 0 0 0,0 16 141 0 0,-1 0 1 0 0,0-1-1 0 0,-2 1 0 0 0,-8 34 0 0 0,-31 79 285 0 0,35-115-354 0 0,-51 124 2516 0 0,53-135-1775 0 0,3-10-98 0 0,4-15-384 0 0,16-17-451 0 0,1 0 0 0 0,2 1 0 0 0,2 1 1 0 0,0 1-1 0 0,2 1 0 0 0,2 1 0 0 0,0 2 0 0 0,2 0 0 0 0,1 2 0 0 0,43-28 1 0 0,-67 49 66 0 0,0 0 1 0 0,0 0-1 0 0,1 1 1 0 0,0 0 0 0 0,-1 0-1 0 0,15-3 1 0 0,-20 5 44 0 0,1 1 0 0 0,0 0 0 0 0,-1 0 0 0 0,1 0 0 0 0,0 0 0 0 0,0 0 0 0 0,-1 0 0 0 0,1 0 0 0 0,0 0 0 0 0,-1 1 0 0 0,1-1 0 0 0,0 0 1 0 0,-1 1-1 0 0,1 0 0 0 0,-1-1 0 0 0,1 1 0 0 0,-1 0 0 0 0,1 0 0 0 0,-1 0 0 0 0,0 0 0 0 0,1 0 0 0 0,-1 0 0 0 0,0 0 0 0 0,0 0 0 0 0,1 1 0 0 0,-1-1 0 0 0,0 0 0 0 0,0 1 1 0 0,-1-1-1 0 0,1 1 0 0 0,0-1 0 0 0,0 1 0 0 0,-1 0 0 0 0,1 1 0 0 0,2 5 9 0 0,-2 0 1 0 0,1 0-1 0 0,-1 0 0 0 0,0 1 1 0 0,-1-1-1 0 0,1 0 0 0 0,-2 0 1 0 0,1 1-1 0 0,-4 14 0 0 0,-3 9 29 0 0,-14 36 1 0 0,8-29-11 0 0,7-17-24 0 0,-1-3 36 0 0,2 0 0 0 0,-3 22 0 0 0,7-40-22 0 0,1 0 0 0 0,0-1 1 0 0,0 1-1 0 0,0 0 0 0 0,0 0 0 0 0,0 0 0 0 0,0 0 0 0 0,0 0 0 0 0,1 0 0 0 0,-1 0 1 0 0,0 0-1 0 0,0-1 0 0 0,1 1 0 0 0,-1 0 0 0 0,0 0 0 0 0,1 0 0 0 0,-1 0 0 0 0,1-1 0 0 0,-1 1 1 0 0,1 0-1 0 0,0-1 0 0 0,-1 1 0 0 0,1 0 0 0 0,1 0 0 0 0,-1 0 1 0 0,1 0 0 0 0,0 0 0 0 0,-1-1 0 0 0,1 1 1 0 0,0-1-1 0 0,0 1 0 0 0,-1-1 0 0 0,1 0 0 0 0,0 1 0 0 0,0-1 0 0 0,3 0 0 0 0,3-1 7 0 0,0 0 0 0 0,0 0-1 0 0,0-1 1 0 0,11-3 0 0 0,4-4 12 0 0,1-1 0 0 0,-1-1 0 0 0,-1 0 0 0 0,0-2 0 0 0,-1-1 0 0 0,0-1 0 0 0,-1 0 0 0 0,18-19 0 0 0,-10 7 10 0 0,-2-1-1 0 0,-1-1 1 0 0,-2-2-1 0 0,33-53 1 0 0,-50 73-53 0 0,0 0 1 0 0,0 0-1 0 0,-1 0 0 0 0,6-21 0 0 0,-11 32 8 0 0,0 0-1 0 0,0-1 1 0 0,1 1 0 0 0,-1-1-1 0 0,0 1 1 0 0,0-1-1 0 0,0 1 1 0 0,0-1-1 0 0,0 1 1 0 0,0-1 0 0 0,0 1-1 0 0,0-1 1 0 0,0 1-1 0 0,0-1 1 0 0,0 1-1 0 0,0-1 1 0 0,0 1 0 0 0,-1-1-1 0 0,1 1 1 0 0,0-1-1 0 0,0 1 1 0 0,0-1-1 0 0,-1 1 1 0 0,1 0 0 0 0,0-1-1 0 0,-1 1 1 0 0,1-1-1 0 0,0 1 1 0 0,-1 0-1 0 0,1-1 1 0 0,0 1 0 0 0,-1 0-1 0 0,1 0 1 0 0,-1-1-1 0 0,0 1-4 0 0,-1 0 0 0 0,1 0 0 0 0,0 0 0 0 0,-1 0 0 0 0,1 0 0 0 0,0 0 0 0 0,-1 0 0 0 0,1 0 0 0 0,0 1 0 0 0,-1-1 0 0 0,1 1 0 0 0,-2 0 0 0 0,-34 21-126 0 0,21-8 118 0 0,0 1-1 0 0,1 0 1 0 0,1 1 0 0 0,-25 34 0 0 0,32-39 32 0 0,1 0 1 0 0,0 0-1 0 0,0 0 0 0 0,1 1 1 0 0,1-1-1 0 0,-1 1 1 0 0,2 1-1 0 0,0-1 1 0 0,-2 23-1 0 0,4-32 8 0 0,1 0 0 0 0,0 0-1 0 0,0 0 1 0 0,1-1 0 0 0,-1 1 0 0 0,1 0 0 0 0,-1 0-1 0 0,1 0 1 0 0,0 0 0 0 0,0 0 0 0 0,0-1 0 0 0,1 1-1 0 0,-1 0 1 0 0,1-1 0 0 0,-1 1 0 0 0,1-1 0 0 0,4 4 0 0 0,-3-2-44 0 0,1-1 0 0 0,0 0 0 0 0,0-1 1 0 0,0 1-1 0 0,1-1 0 0 0,-1 1 0 0 0,1-1 1 0 0,-1-1-1 0 0,10 4 0 0 0,2-2-548 0 0,1 0-1 0 0,0-1 1 0 0,0-1-1 0 0,0-1 1 0 0,21-1-1 0 0,2-3-3711 0 0,58-13 0 0 0,-46 4-2593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6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72 577 716 0 0,'-3'1'2428'0'0,"-18"4"2451"0"0,19-4-3693 0 0,0 0-256 0 0,-3 0-571 0 0,-18 6 3117 0 0,7-7 2506 0 0,17-2-5928 0 0,0 0-1 0 0,0 1 0 0 0,0-1 0 0 0,0 0 0 0 0,0 1 0 0 0,0-1 0 0 0,0 1 0 0 0,0-1 0 0 0,2-1 0 0 0,27-28 15 0 0,-2-2-1 0 0,-1-1 1 0 0,37-64-1 0 0,-28 34-401 0 0,37-94 1 0 0,-63 131 196 0 0,-2 0 1 0 0,11-55-1 0 0,-19 81 127 0 0,1 0 0 0 0,-1 1 0 0 0,0-1 0 0 0,0 0 0 0 0,0 0 0 0 0,0 0 0 0 0,0 0-1 0 0,0 1 1 0 0,0-1 0 0 0,0 0 0 0 0,0 0 0 0 0,0 0 0 0 0,0 0 0 0 0,0 1-1 0 0,-1-1 1 0 0,1 0 0 0 0,0 0 0 0 0,-1 0 0 0 0,1 1 0 0 0,-1-1 0 0 0,1 0-1 0 0,-1 0 1 0 0,0 1 4 0 0,1-1-1 0 0,-1 1 0 0 0,0 0 0 0 0,1 0 0 0 0,-1 0 1 0 0,1-1-1 0 0,-1 1 0 0 0,0 0 0 0 0,1 0 0 0 0,-1 0 1 0 0,0 0-1 0 0,1 0 0 0 0,-1 1 0 0 0,0-1 1 0 0,1 0-1 0 0,-1 0 0 0 0,1 0 0 0 0,-1 0 0 0 0,0 1 1 0 0,1-1-1 0 0,-2 1 0 0 0,-1 1-11 0 0,-1 0 1 0 0,1 0-1 0 0,0 0 1 0 0,-1 1-1 0 0,1-1 0 0 0,0 1 1 0 0,-3 4-1 0 0,2-2 8 0 0,1 0-1 0 0,0 0 1 0 0,0 0-1 0 0,1 1 1 0 0,-1-1-1 0 0,1 1 1 0 0,1-1-1 0 0,-1 1 1 0 0,1 0-1 0 0,0 0 1 0 0,0 0-1 0 0,0 0 1 0 0,1-1 0 0 0,0 8-1 0 0,0-10-26 0 0,1 1 1 0 0,-1-1-1 0 0,1 1 1 0 0,0-1-1 0 0,0 1 0 0 0,1-1 1 0 0,-1 0-1 0 0,0 0 0 0 0,1 1 1 0 0,0-1-1 0 0,0 0 0 0 0,0 0 1 0 0,0-1-1 0 0,0 1 1 0 0,1 0-1 0 0,-1-1 0 0 0,1 0 1 0 0,0 1-1 0 0,-1-1 0 0 0,1 0 1 0 0,0 0-1 0 0,0 0 1 0 0,1-1-1 0 0,4 3 0 0 0,5 0-147 0 0,-1 0 1 0 0,1 0-1 0 0,0-1 0 0 0,0-1 0 0 0,20 2 0 0 0,-7-4 31 0 0,-1-1-1 0 0,48-8 1 0 0,-28 0 286 0 0,-43 9-46 0 0,0 0 0 0 0,9-2-12 0 0,-9 2 17 0 0,-1 0-102 0 0,-1 0 7 0 0,0 0 0 0 0,1 0 0 0 0,-1 0 0 0 0,1 0 0 0 0,-1 1 0 0 0,1-1 0 0 0,-1 0 0 0 0,0 0 0 0 0,1 0 0 0 0,-1 0 0 0 0,1 1 0 0 0,-1-1 0 0 0,0 0 0 0 0,1 0 0 0 0,-1 1 0 0 0,1-1 0 0 0,-1 0 0 0 0,0 1 0 0 0,0-1 0 0 0,1 1 0 0 0,-41 45 112 0 0,-29 39 145 0 0,63-77-227 0 0,0 1 1 0 0,1 0 0 0 0,0 1-1 0 0,1-1 1 0 0,0 1 0 0 0,0 0 0 0 0,-4 20-1 0 0,8-29-13 0 0,0 1-1 0 0,-1-1 1 0 0,1 1-1 0 0,0 0 0 0 0,0-1 1 0 0,0 1-1 0 0,0-1 1 0 0,1 1-1 0 0,-1 0 1 0 0,0-1-1 0 0,1 1 0 0 0,-1-1 1 0 0,1 1-1 0 0,-1-1 1 0 0,1 1-1 0 0,0-1 1 0 0,-1 1-1 0 0,1-1 0 0 0,0 0 1 0 0,0 1-1 0 0,2 1 1 0 0,-1-1-77 0 0,1-1 0 0 0,-1 1 0 0 0,1-1 1 0 0,-1 1-1 0 0,1-1 0 0 0,0 0 0 0 0,-1 0 1 0 0,1 0-1 0 0,0 0 0 0 0,0 0 1 0 0,3 0-1 0 0,6 0-635 0 0,1-1 0 0 0,-1 0 0 0 0,0 0 0 0 0,21-4 0 0 0,-17 1 81 0 0,1-1 0 0 0,-1-1 1 0 0,1-1-1 0 0,-1 0 1 0 0,-1-1-1 0 0,1 0 1 0 0,-1-1-1 0 0,-1-1 1 0 0,1-1-1 0 0,-1 0 1 0 0,-1-1-1 0 0,14-13 1 0 0,-7 3 1007 0 0,-1 0 1 0 0,20-29 0 0 0,24-52 5612 0 0,-51 77-3910 0 0,-13 22-1400 0 0,-8 13-256 0 0,-2 6-309 0 0,1-1 1 0 0,1 1 0 0 0,1 1 0 0 0,0 0-1 0 0,1 0 1 0 0,1 0 0 0 0,0 1-1 0 0,1 0 1 0 0,1 0 0 0 0,1 0-1 0 0,-1 37 1 0 0,4-50-105 0 0,0-1-1 0 0,0 0 1 0 0,0 0 0 0 0,1 0 0 0 0,-1 0-1 0 0,1 1 1 0 0,0-1 0 0 0,1 0 0 0 0,-1 0-1 0 0,1-1 1 0 0,0 1 0 0 0,0 0-1 0 0,0 0 1 0 0,0-1 0 0 0,0 0 0 0 0,1 1-1 0 0,0-1 1 0 0,3 3 0 0 0,-2-2-1 0 0,0-1-1 0 0,1-1 1 0 0,-1 1 0 0 0,1-1 0 0 0,0 1 0 0 0,-1-1-1 0 0,1-1 1 0 0,0 1 0 0 0,0-1 0 0 0,0 0-1 0 0,1 0 1 0 0,9 1 0 0 0,-4-2 0 0 0,0 0-1 0 0,1-1 1 0 0,-1 0 0 0 0,0-1-1 0 0,0 0 1 0 0,0-1 0 0 0,0 0-1 0 0,0 0 1 0 0,-1-2 0 0 0,1 1-1 0 0,-1-1 1 0 0,17-11 0 0 0,-16 6-3 0 0,-1 1 0 0 0,0-1 0 0 0,0-1 1 0 0,-1 0-1 0 0,-1 0 0 0 0,0-1 0 0 0,0 0 0 0 0,-1 0 1 0 0,-1 0-1 0 0,0-1 0 0 0,-1 0 0 0 0,0-1 1 0 0,-1 1-1 0 0,0-1 0 0 0,-2 0 0 0 0,1 0 0 0 0,-1 0 1 0 0,-1 0-1 0 0,-1 0 0 0 0,0 0 0 0 0,-1 0 1 0 0,-3-17-1 0 0,4 27-29 0 0,-1 1-1 0 0,0 0 1 0 0,0 0 0 0 0,0 0 0 0 0,0 0 0 0 0,-1 0-1 0 0,1 0 1 0 0,-1 0 0 0 0,1 0 0 0 0,-1 1 0 0 0,0-1 0 0 0,0 1-1 0 0,-1-1 1 0 0,1 1 0 0 0,0 0 0 0 0,-1 0 0 0 0,0 0-1 0 0,1 0 1 0 0,-1 0 0 0 0,0 1 0 0 0,0-1 0 0 0,0 1 0 0 0,0 0-1 0 0,0-1 1 0 0,0 1 0 0 0,0 1 0 0 0,0-1 0 0 0,0 0-1 0 0,-1 1 1 0 0,1 0 0 0 0,0 0 0 0 0,0 0 0 0 0,-1 0 0 0 0,1 0-1 0 0,-6 2 1 0 0,1-1-232 0 0,-1 1 0 0 0,1 1 0 0 0,-1-1 0 0 0,1 1 0 0 0,0 1 0 0 0,0 0 0 0 0,0 0 0 0 0,1 0 0 0 0,0 1 0 0 0,-1 0 0 0 0,2 1 0 0 0,-10 8 0 0 0,-12 19-2884 0 0,13-8-2506 0 0,10-15 1123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94 168 2072 0 0,'10'-29'9276'0'0,"-10"22"-6310"0"0,-8 19-1668 0 0,-10 20-601 0 0,2 0 0 0 0,1 2 0 0 0,2 0 1 0 0,-10 38-1 0 0,20-63-680 0 0,1 0 0 0 0,0 0 1 0 0,1-1-1 0 0,-1 17 0 0 0,2-23-18 0 0,0 0 0 0 0,0 0-1 0 0,0 1 1 0 0,1-1 0 0 0,-1 0-1 0 0,0 0 1 0 0,1 0-1 0 0,0 0 1 0 0,-1 0 0 0 0,1 0-1 0 0,0 0 1 0 0,0 0-1 0 0,0-1 1 0 0,0 1 0 0 0,1 0-1 0 0,-1-1 1 0 0,0 1-1 0 0,1 0 1 0 0,-1-1 0 0 0,1 1-1 0 0,0-1 1 0 0,-1 0 0 0 0,1 0-1 0 0,2 2 1 0 0,1-2-148 0 0,0-1-1 0 0,0 1 1 0 0,0-1 0 0 0,0 0 0 0 0,0 0 0 0 0,0 0 0 0 0,1-1-1 0 0,-1 1 1 0 0,0-1 0 0 0,0-1 0 0 0,0 1 0 0 0,-1-1 0 0 0,1 0-1 0 0,5-2 1 0 0,8-7-143 0 0,0-1-1 0 0,-1 0 1 0 0,-1-1 0 0 0,0 0-1 0 0,0-2 1 0 0,22-27-1 0 0,-12 10 1019 0 0,-2-2 0 0 0,29-51-1 0 0,-52 82-639 0 0,9-12 101 0 0,-10 15-190 0 0,0 0 0 0 0,0-1 0 0 0,0 1 1 0 0,0 0-1 0 0,0 0 0 0 0,0 0 1 0 0,0 0-1 0 0,1 0 0 0 0,-1-1 1 0 0,0 1-1 0 0,0 0 0 0 0,0 0 0 0 0,0 0 1 0 0,0 0-1 0 0,1 0 0 0 0,-1 0 1 0 0,0-1-1 0 0,0 1 0 0 0,0 0 0 0 0,0 0 1 0 0,1 0-1 0 0,-1 0 0 0 0,0 0 1 0 0,0 0-1 0 0,0 0 0 0 0,1 0 1 0 0,-1 0-1 0 0,0 0 0 0 0,0 0 0 0 0,0 0 1 0 0,0 0-1 0 0,1 0 0 0 0,-1 0 1 0 0,0 0-1 0 0,0 0 0 0 0,0 0 1 0 0,1 0-1 0 0,-1 1 0 0 0,0-1 0 0 0,0 0 1 0 0,0 0-1 0 0,0 0 0 0 0,1 0 1 0 0,-1 0-1 0 0,0 0 0 0 0,0 0 0 0 0,0 1 1 0 0,0-1-1 0 0,0 0 0 0 0,0 0 1 0 0,1 0-1 0 0,-1 0 0 0 0,0 1 1 0 0,0-1-1 0 0,0 0 0 0 0,0 0 0 0 0,0 0 1 0 0,0 0-1 0 0,0 1 0 0 0,0 2-4 0 0,0 0 1 0 0,0 1-1 0 0,0-1 0 0 0,0 0 0 0 0,-1 0 0 0 0,1 0 1 0 0,-1 0-1 0 0,0 1 0 0 0,-2 3 0 0 0,1 1 25 0 0,-4 16-9 0 0,1 0 1 0 0,-2 26 0 0 0,7-44 7 0 0,-1 0 1 0 0,1 0 0 0 0,0 0 0 0 0,0 0 0 0 0,1 0 0 0 0,0-1-1 0 0,0 1 1 0 0,0 0 0 0 0,1 0 0 0 0,0-1 0 0 0,0 1 0 0 0,0-1 0 0 0,0 0-1 0 0,7 10 1 0 0,-6-12 45 0 0,1 0-1 0 0,-1 0 1 0 0,1 0-1 0 0,0-1 1 0 0,0 1 0 0 0,0-1-1 0 0,0 0 1 0 0,0 0-1 0 0,0 0 1 0 0,0 0-1 0 0,1-1 1 0 0,-1 0-1 0 0,1 0 1 0 0,-1 0 0 0 0,1 0-1 0 0,0-1 1 0 0,-1 0-1 0 0,1 0 1 0 0,-1 0-1 0 0,1-1 1 0 0,0 1 0 0 0,4-2-1 0 0,2 0 52 0 0,1-1 0 0 0,-1 0 0 0 0,0 0 0 0 0,0-2 0 0 0,-1 1 0 0 0,1-1 0 0 0,17-11-1 0 0,-17 7-67 0 0,-1 0-1 0 0,1 0 0 0 0,-2-1 1 0 0,1 0-1 0 0,-1 0 0 0 0,-1-1 0 0 0,0-1 1 0 0,0 1-1 0 0,-1-1 0 0 0,-1 0 0 0 0,8-20 1 0 0,-10 20-64 0 0,0 0 1 0 0,0 0-1 0 0,-1 0 1 0 0,-1-1-1 0 0,0 1 1 0 0,-1-1-1 0 0,0 1 1 0 0,-1-1-1 0 0,-1 1 0 0 0,1-1 1 0 0,-2 1-1 0 0,-5-23 1 0 0,-8-15-539 0 0,14 49 509 0 0,46 17-802 0 0,-25-10-556 0 0,36 11-7019 0 0,-38-12 2045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0 1500 0 0,'0'0'6554'0'0,"-22"12"8519"0"0,14-6-14610 0 0,-32 45-989 0 0,-74 72-1 0 0,55-70-3726 0 0,-1-3-3781 0 0,29-26 188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172 157 200 0 0,'0'0'10793'0'0,"1"2"-10538"0"0,9 50 711 0 0,-9-49-886 0 0,0 1-1 0 0,0-1 1 0 0,1 0-1 0 0,-1 1 0 0 0,1-1 1 0 0,-1 0-1 0 0,1 0 0 0 0,0 0 1 0 0,0 0-1 0 0,1-1 1 0 0,-1 1-1 0 0,0 0 0 0 0,1-1 1 0 0,0 0-1 0 0,-1 1 0 0 0,1-1 1 0 0,6 3-1 0 0,-8-4 223 0 0,3-1-40 0 0,-1 0-201 0 0,0 0 1 0 0,1-1-1 0 0,-1 1 1 0 0,0 0-1 0 0,0-1 1 0 0,1 0-1 0 0,-1 0 1 0 0,0 0-1 0 0,0 0 1 0 0,0 0 0 0 0,0-1-1 0 0,0 1 1 0 0,0-1-1 0 0,-1 0 1 0 0,1 0-1 0 0,3-3 1 0 0,2-5 11 0 0,0-1-1 0 0,-1 0 1 0 0,-1-1 0 0 0,0 0 0 0 0,0 0 0 0 0,-1 0-1 0 0,-1 0 1 0 0,0-1 0 0 0,0 0 0 0 0,-2 1 0 0 0,1-1-1 0 0,-2-1 1 0 0,0 1 0 0 0,0 0 0 0 0,-2-19 0 0 0,1 31-79 0 0,0 0 1 0 0,0 0 0 0 0,0-1 0 0 0,-1 1 0 0 0,1 0 0 0 0,0-1 0 0 0,0 1 0 0 0,-1 0 0 0 0,1 0-1 0 0,-1-1 1 0 0,1 1 0 0 0,-1 0 0 0 0,1 0 0 0 0,-1 0 0 0 0,0 0 0 0 0,0 0 0 0 0,0 0 0 0 0,1 0-1 0 0,-1 0 1 0 0,0 0 0 0 0,0 0 0 0 0,0 0 0 0 0,-2-1 0 0 0,1 2 1 0 0,0-1 0 0 0,0 1 0 0 0,1 0 0 0 0,-1 0 0 0 0,0 0 0 0 0,0 0 0 0 0,0 0 0 0 0,1 0 0 0 0,-1 0 0 0 0,0 0 0 0 0,0 1 0 0 0,0-1 0 0 0,1 1 0 0 0,-4 0 0 0 0,-5 4-10 0 0,1 0 0 0 0,-1 0 0 0 0,1 1 0 0 0,-9 7 0 0 0,17-13 13 0 0,-25 20-9 0 0,1 1-1 0 0,1 1 0 0 0,1 1 1 0 0,0 0-1 0 0,2 2 1 0 0,1 1-1 0 0,1 1 0 0 0,2 0 1 0 0,-16 32-1 0 0,30-53 3 0 0,0 1 1 0 0,1-1-1 0 0,0 1 0 0 0,0-1 1 0 0,0 1-1 0 0,1-1 0 0 0,0 1 0 0 0,1 0 1 0 0,-1 10-1 0 0,2-13-17 0 0,-1-1-1 0 0,1 0 1 0 0,-1 0-1 0 0,1 0 1 0 0,0 0-1 0 0,0 0 1 0 0,1 0-1 0 0,-1 0 1 0 0,1 0-1 0 0,-1 0 1 0 0,1-1-1 0 0,0 1 1 0 0,0-1-1 0 0,0 1 1 0 0,0-1-1 0 0,0 0 1 0 0,1 1-1 0 0,-1-1 1 0 0,1 0-1 0 0,-1-1 1 0 0,1 1-1 0 0,3 1 1 0 0,6 3-307 0 0,1-1 1 0 0,-1-1-1 0 0,0 0 0 0 0,1-1 1 0 0,0-1-1 0 0,0 0 1 0 0,26 1-1 0 0,96-8-2923 0 0,-113 3 2558 0 0,36-3-2070 0 0,3-5-852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341 209 1132 0 0,'14'-19'2453'0'0,"-2"0"-1"0"0,14-30 1 0 0,-23 42-1994 0 0,0 0 1 0 0,-1 0 0 0 0,0 0-1 0 0,0 0 1 0 0,0 0 0 0 0,-1-1 0 0 0,0 1-1 0 0,0-1 1 0 0,-1 1 0 0 0,0 0-1 0 0,-1-12 1 0 0,0 18-427 0 0,1 0 1 0 0,0-1-1 0 0,0 1 0 0 0,-1 0 1 0 0,1 0-1 0 0,0 0 0 0 0,-1 0 1 0 0,1 0-1 0 0,-1 0 0 0 0,0 0 0 0 0,1 0 1 0 0,-1 1-1 0 0,0-1 0 0 0,1 0 1 0 0,-1 0-1 0 0,0 0 0 0 0,0 1 1 0 0,0-1-1 0 0,0 0 0 0 0,0 1 1 0 0,1-1-1 0 0,-3 0 0 0 0,0 0-7 0 0,1 1-1 0 0,0-1 0 0 0,-1 1 0 0 0,1 0 0 0 0,0-1 1 0 0,-1 1-1 0 0,1 0 0 0 0,-1 0 0 0 0,1 1 1 0 0,-3 0-1 0 0,-5 1 25 0 0,0 1 0 0 0,0 0 0 0 0,-18 9 1 0 0,-4 7 71 0 0,0 0 0 0 0,2 2 0 0 0,1 2 0 0 0,1 0 0 0 0,-40 43 0 0 0,57-55-88 0 0,1 0-1 0 0,0 1 1 0 0,0 1 0 0 0,1 0 0 0 0,1 0-1 0 0,0 0 1 0 0,-7 19 0 0 0,14-30-25 0 0,0-1 1 0 0,1 1-1 0 0,-1 0 1 0 0,1-1-1 0 0,-1 1 1 0 0,1 0-1 0 0,-1 0 0 0 0,1 0 1 0 0,0-1-1 0 0,0 1 1 0 0,0 0-1 0 0,0 0 1 0 0,0 0-1 0 0,0 0 1 0 0,1-1-1 0 0,-1 1 1 0 0,1 0-1 0 0,-1 0 1 0 0,1-1-1 0 0,0 1 0 0 0,-1 0 1 0 0,1-1-1 0 0,0 1 1 0 0,0-1-1 0 0,0 1 1 0 0,0-1-1 0 0,0 1 1 0 0,1-1-1 0 0,-1 0 1 0 0,0 1-1 0 0,1-1 0 0 0,-1 0 1 0 0,1 0-1 0 0,-1 0 1 0 0,1 0-1 0 0,-1 0 1 0 0,1-1-1 0 0,0 1 1 0 0,-1 0-1 0 0,1-1 1 0 0,2 1-1 0 0,2 0-39 0 0,0 1 1 0 0,0-2-1 0 0,0 1 0 0 0,0-1 0 0 0,0 0 1 0 0,0 0-1 0 0,0 0 0 0 0,0-1 1 0 0,0 0-1 0 0,0 0 0 0 0,9-4 0 0 0,0-1-49 0 0,0-1-1 0 0,0-1 0 0 0,-1 0 1 0 0,0-1-1 0 0,-1-1 0 0 0,0 0 1 0 0,0 0-1 0 0,15-18 0 0 0,0-3 876 0 0,-2-2-1 0 0,24-38 0 0 0,-21 29 717 0 0,-27 41-1549 0 0,1-4-112 0 0,-4 16 77 0 0,-25 57 12 0 0,16-44-181 0 0,0 1 1 0 0,2 0-1 0 0,1 0 1 0 0,-7 43 0 0 0,14-65-269 0 0,0 1 0 0 0,0 0 1 0 0,1-1-1 0 0,-1 1 0 0 0,1-1 1 0 0,0 1-1 0 0,2 5 1 0 0,-1-8 14 0 0,-1 1 0 0 0,1-1 0 0 0,0 0 0 0 0,0 1 0 0 0,0-1 1 0 0,0 0-1 0 0,0 0 0 0 0,0-1 0 0 0,0 1 0 0 0,0 0 0 0 0,1-1 1 0 0,-1 1-1 0 0,0-1 0 0 0,0 0 0 0 0,5 1 0 0 0,9-3-3085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291 475 784 0 0,'8'-15'2360'0'0,"-1"-1"1"0"0,0 1-1 0 0,-1-1 0 0 0,0-1 0 0 0,5-30 0 0 0,-10 47-2314 0 0,-1-1-1 0 0,0 0 0 0 0,0 0 1 0 0,0 0-1 0 0,1 0 0 0 0,-1 1 1 0 0,0-1-1 0 0,0 0 0 0 0,0 0 0 0 0,0 0 1 0 0,0 0-1 0 0,-1 1 0 0 0,1-1 1 0 0,0 0-1 0 0,0 0 0 0 0,0 0 1 0 0,-1 1-1 0 0,1-1 0 0 0,0 0 1 0 0,-1 0-1 0 0,1 1 0 0 0,-1-1 0 0 0,1 0 1 0 0,-1 1-1 0 0,1-1 0 0 0,-1 0 1 0 0,1 1-1 0 0,-1-1 0 0 0,0 1 1 0 0,1-1-1 0 0,-1 1 0 0 0,0-1 1 0 0,0 1-1 0 0,1-1 0 0 0,-1 1 0 0 0,0 0 1 0 0,0 0-1 0 0,1-1 0 0 0,-1 1 1 0 0,0 0-1 0 0,0 0 0 0 0,0 0 1 0 0,0 0-1 0 0,1 0 0 0 0,-1 0 0 0 0,0 0 1 0 0,0 0-1 0 0,0 0 0 0 0,0 0 1 0 0,1 0-1 0 0,-2 1 0 0 0,-4 0 72 0 0,1 0 0 0 0,0 1 0 0 0,-1 0 0 0 0,1 0-1 0 0,0 0 1 0 0,-6 4 0 0 0,-8 6 75 0 0,0 2 1 0 0,2 0-1 0 0,-1 1 0 0 0,2 0 1 0 0,-26 32-1 0 0,22-21-96 0 0,1 1 0 0 0,1 1 0 0 0,-20 40 0 0 0,28-47 15 0 0,-14 43 1 0 0,22-57-89 0 0,0-1 1 0 0,1 1 0 0 0,0 0-1 0 0,0 0 1 0 0,0 1 0 0 0,1-1-1 0 0,0 0 1 0 0,0 0 0 0 0,1 0-1 0 0,2 13 1 0 0,-2-17-76 0 0,0-1 0 0 0,0 1 0 0 0,0-1 0 0 0,0 1 0 0 0,1-1 0 0 0,-1 0 0 0 0,0 0 1 0 0,1 1-1 0 0,0-1 0 0 0,0 0 0 0 0,-1 0 0 0 0,1-1 0 0 0,1 1 0 0 0,-1 0 0 0 0,0 0 0 0 0,0-1 0 0 0,4 2 0 0 0,-2-1-165 0 0,0-1-1 0 0,0 1 0 0 0,1-1 0 0 0,-1 0 0 0 0,1 0 0 0 0,-1-1 0 0 0,1 1 0 0 0,-1-1 0 0 0,8 0 0 0 0,0-2-378 0 0,1 0 0 0 0,-1 0 0 0 0,1-1-1 0 0,-1-1 1 0 0,0 0 0 0 0,17-8 0 0 0,-5-1-30 0 0,0-2 0 0 0,-1 0 1 0 0,0-2-1 0 0,-2 0 0 0 0,0-1 1 0 0,-1-1-1 0 0,21-26 0 0 0,9-17-2 0 0,51-83-1 0 0,11-58 3235 0 0,-17-10 4673 0 0,-95 212-7230 0 0,6-16 324 0 0,-12 23-166 0 0,-15 28-203 0 0,-21 71 767 0 0,-42 156 0 0 0,33-91-236 0 0,28-88-375 0 0,-10 28 1762 0 0,32-103-505 0 0,3-6-556 0 0,12-10-293 0 0,15-19-458 0 0,68-80 150 0 0,-78 89-298 0 0,1 1 1 0 0,1 1-1 0 0,32-21 0 0 0,-48 35 7 0 0,0 0 0 0 0,0 1 0 0 0,0-1-1 0 0,1 1 1 0 0,-1 0 0 0 0,1 0 0 0 0,-1 1 0 0 0,1 0 0 0 0,0 0-1 0 0,0 0 1 0 0,-1 1 0 0 0,12 0 0 0 0,-14 0 31 0 0,-1 1 0 0 0,1-1 0 0 0,0 1 0 0 0,0 0 1 0 0,-1 0-1 0 0,1 0 0 0 0,0 0 0 0 0,-1 1 0 0 0,1-1 0 0 0,-1 1 0 0 0,0-1 1 0 0,1 1-1 0 0,-1 0 0 0 0,0 0 0 0 0,0 0 0 0 0,0 0 0 0 0,0 0 0 0 0,-1 1 1 0 0,1-1-1 0 0,-1 1 0 0 0,1-1 0 0 0,-1 1 0 0 0,0-1 0 0 0,0 1 0 0 0,0 0 1 0 0,0-1-1 0 0,1 6 0 0 0,0 3 248 0 0,-1 1 1 0 0,0-1 0 0 0,0 1-1 0 0,-1 0 1 0 0,-1-1 0 0 0,0 1-1 0 0,-1-1 1 0 0,-3 14 0 0 0,-1 8 154 0 0,3-19-173 0 0,2-12-195 0 0,0 1 1 0 0,0 0-1 0 0,1-1 0 0 0,-1 1 1 0 0,1 0-1 0 0,0-1 1 0 0,0 1-1 0 0,0 0 0 0 0,0 0 1 0 0,0-1-1 0 0,1 1 0 0 0,0 4 1 0 0,0-6-57 0 0,-1 0 0 0 0,0 0 0 0 0,1 0 0 0 0,-1 0 1 0 0,1-1-1 0 0,0 1 0 0 0,-1 0 0 0 0,1-1 0 0 0,0 1 0 0 0,-1 0 0 0 0,1-1 1 0 0,0 1-1 0 0,0-1 0 0 0,-1 1 0 0 0,1-1 0 0 0,0 1 0 0 0,0-1 0 0 0,0 0 0 0 0,0 1 1 0 0,0-1-1 0 0,0 0 0 0 0,-1 0 0 0 0,1 1 0 0 0,0-1 0 0 0,0 0 0 0 0,1 0 1 0 0,20-2-725 0 0,-21 2 703 0 0,34-6-3193 0 0,0-1 0 0 0,54-18 0 0 0,-52 13 593 0 0,14-4-1919 0 0,3-1-2039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0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3 201 1124 0 0,'-1'-9'1525'0'0,"0"0"1"0"0,1 0-1 0 0,0-1 0 0 0,1-12 0 0 0,0 13-1038 0 0,1 1 0 0 0,0 0 0 0 0,0 0 0 0 0,0 0 0 0 0,5-8 0 0 0,-5 11-426 0 0,0 0 0 0 0,1 0 0 0 0,0 0 0 0 0,0 1 0 0 0,0-1 1 0 0,1 1-1 0 0,-1 0 0 0 0,1 0 0 0 0,0 0 0 0 0,0 1 0 0 0,0-1 0 0 0,1 1 0 0 0,-1 0 0 0 0,1 0 0 0 0,0 1 0 0 0,0-1 1 0 0,0 1-1 0 0,0 0 0 0 0,5-1 0 0 0,-7 2-50 0 0,1 0 0 0 0,-1 1 0 0 0,0 0 0 0 0,0 0 1 0 0,1 0-1 0 0,-1 0 0 0 0,0 0 0 0 0,0 0 0 0 0,0 1 0 0 0,1 0 0 0 0,-1-1 1 0 0,0 1-1 0 0,0 0 0 0 0,0 1 0 0 0,0-1 0 0 0,0 0 0 0 0,0 1 0 0 0,-1 0 0 0 0,1 0 1 0 0,0 0-1 0 0,-1 0 0 0 0,1 0 0 0 0,-1 0 0 0 0,0 1 0 0 0,0-1 0 0 0,0 1 1 0 0,0-1-1 0 0,0 1 0 0 0,0 0 0 0 0,-1 0 0 0 0,2 3 0 0 0,1 3 15 0 0,0 0-1 0 0,-1 0 0 0 0,0 0 0 0 0,-1 0 1 0 0,0 0-1 0 0,0 1 0 0 0,-1-1 1 0 0,0 1-1 0 0,0 10 0 0 0,-4 1 251 0 0,0-1 0 0 0,-2 0-1 0 0,0 0 1 0 0,-1-1 0 0 0,-1 0-1 0 0,-1 0 1 0 0,0 0-1 0 0,-21 31 1 0 0,29-49-232 0 0,0 0 0 0 0,-1-1-1 0 0,1 1 1 0 0,0 0 0 0 0,0-1-1 0 0,-1 1 1 0 0,1-1 0 0 0,-1 1 0 0 0,1-1-1 0 0,-1 1 1 0 0,1-1 0 0 0,-1 1 0 0 0,1-1-1 0 0,-1 1 1 0 0,1-1 0 0 0,-1 0-1 0 0,1 1 1 0 0,-1-1 0 0 0,0 0 0 0 0,1 0-1 0 0,-1 1 1 0 0,-1-1 0 0 0,2 0-32 0 0,0 0 1 0 0,-1-1 0 0 0,1 1-1 0 0,-1 0 1 0 0,1-1-1 0 0,-1 1 1 0 0,1 0-1 0 0,0-1 1 0 0,-1 1-1 0 0,1-1 1 0 0,0 1 0 0 0,0 0-1 0 0,-1-1 1 0 0,1 1-1 0 0,0-1 1 0 0,0 1-1 0 0,0-1 1 0 0,-1 1-1 0 0,1-1 1 0 0,0 1 0 0 0,0-2-1 0 0,-2-30 22 0 0,4 14-33 0 0,2-1-1 0 0,1 1 0 0 0,0-1 1 0 0,1 1-1 0 0,1 1 1 0 0,17-33-1 0 0,-17 38-19 0 0,0 0-1 0 0,1 1 1 0 0,0 0-1 0 0,1 0 1 0 0,0 1 0 0 0,0 1-1 0 0,1-1 1 0 0,0 1-1 0 0,1 1 1 0 0,17-10 0 0 0,-24 15 13 0 0,1 1 0 0 0,0 0 0 0 0,1 0 0 0 0,-1 0 1 0 0,0 1-1 0 0,0-1 0 0 0,1 1 0 0 0,-1 1 0 0 0,1-1 1 0 0,-1 1-1 0 0,1 0 0 0 0,-1 0 0 0 0,1 0 0 0 0,-1 1 1 0 0,0 0-1 0 0,1 0 0 0 0,-1 1 0 0 0,0-1 0 0 0,0 1 1 0 0,1 0-1 0 0,-1 0 0 0 0,-1 1 0 0 0,1 0 1 0 0,0 0-1 0 0,-1 0 0 0 0,1 0 0 0 0,-1 0 0 0 0,0 1 1 0 0,0 0-1 0 0,0 0 0 0 0,-1 0 0 0 0,0 1 0 0 0,1-1 1 0 0,-1 1-1 0 0,-1-1 0 0 0,1 1 0 0 0,-1 0 0 0 0,0 0 1 0 0,0 0-1 0 0,0 1 0 0 0,-1-1 0 0 0,1 0 0 0 0,-1 1 1 0 0,-1-1-1 0 0,1 0 0 0 0,-1 1 0 0 0,0 8 1 0 0,-2 6 117 0 0,-1 0 1 0 0,-8 29 0 0 0,11-48-109 0 0,0-1 0 0 0,-1 1 0 0 0,1-1 0 0 0,0 0 0 0 0,0 1 0 0 0,0-1 0 0 0,0 1 0 0 0,-1-1 0 0 0,1 0 1 0 0,0 1-1 0 0,0-1 0 0 0,-1 1 0 0 0,1-1 0 0 0,0 0 0 0 0,0 1 0 0 0,-1-1 0 0 0,1 0 0 0 0,0 0 0 0 0,-1 1 0 0 0,1-1 0 0 0,-1 0 0 0 0,1 0 0 0 0,0 1 0 0 0,-1-1 0 0 0,1 0 0 0 0,-1 0 0 0 0,1 0 0 0 0,0 0 0 0 0,-1 0 0 0 0,1 0 0 0 0,-1 0 0 0 0,1 0 0 0 0,-1 0 0 0 0,1 0 0 0 0,-1 0 0 0 0,1 0 0 0 0,-1 0 0 0 0,1 0 0 0 0,0 0 0 0 0,-1 0 0 0 0,1 0 0 0 0,-1 0 0 0 0,1-1 1 0 0,-1 1-1 0 0,0-3-6 0 0,1 0 0 0 0,-1 1 0 0 0,1-1 1 0 0,0 0-1 0 0,0 1 0 0 0,0-1 0 0 0,0 0 1 0 0,1 0-1 0 0,0-4 0 0 0,3-10-13 0 0,0 1 0 0 0,1-1 0 0 0,0 1 1 0 0,2 1-1 0 0,0-1 0 0 0,0 1 0 0 0,2 0 0 0 0,0 1 0 0 0,0 0 0 0 0,1 0 0 0 0,1 1 0 0 0,17-16 0 0 0,-24 25-4 0 0,0 1 0 0 0,0 0 0 0 0,0 0 0 0 0,0 1 0 0 0,0-1 0 0 0,1 1 0 0 0,-1 0 0 0 0,10-3 0 0 0,-12 4 10 0 0,1 1 0 0 0,-1-1 0 0 0,1 1 0 0 0,-1 0 0 0 0,1-1 0 0 0,-1 1 1 0 0,1 0-1 0 0,-1 1 0 0 0,1-1 0 0 0,-1 0 0 0 0,1 1 0 0 0,-1 0 0 0 0,1-1 0 0 0,-1 1 1 0 0,1 0-1 0 0,-1 0 0 0 0,4 3 0 0 0,-4-3 7 0 0,-1 0 0 0 0,1 1 0 0 0,-1-1-1 0 0,1 1 1 0 0,-1 0 0 0 0,0-1 0 0 0,1 1 0 0 0,-1 0 0 0 0,0 0 0 0 0,0 0 0 0 0,-1 0-1 0 0,1 0 1 0 0,0 0 0 0 0,0 0 0 0 0,-1 0 0 0 0,1 4 0 0 0,1 36 20 0 0,-3-30-25 0 0,0 4 41 0 0,-1 0 0 0 0,0 1-1 0 0,-6 19 1 0 0,-5 25-1807 0 0,13-54 879 0 0,-1 1 0 0 0,1-1 0 0 0,0 0 1 0 0,0 0-1 0 0,1 0 0 0 0,2 10 0 0 0,0-7-1941 0 0,0-3-795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1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61 163 2460 0 0,'10'-124'15756'0'0,"-26"166"-14782"0"0,-3 16-586 0 0,11-36-279 0 0,-7 29 0 0 0,13-42-114 0 0,-1 5 42 0 0,0-1-1 0 0,1 1 1 0 0,0 22-1 0 0,2-33-99 0 0,0 0 0 0 0,0-1 0 0 0,0 1 1 0 0,1 0-1 0 0,-1 0 0 0 0,1 0 0 0 0,-1 0 0 0 0,1 0 0 0 0,0-1 0 0 0,0 1 0 0 0,1 0 0 0 0,-1-1 0 0 0,0 1 0 0 0,1-1 0 0 0,0 1 0 0 0,-1-1 0 0 0,1 0 1 0 0,0 1-1 0 0,0-1 0 0 0,0 0 0 0 0,1 0 0 0 0,-1-1 0 0 0,5 4 0 0 0,-3-4-30 0 0,0 1 0 0 0,0-1 1 0 0,1 0-1 0 0,-1 0 0 0 0,0 0 0 0 0,1-1 1 0 0,-1 0-1 0 0,0 1 0 0 0,1-2 0 0 0,-1 1 1 0 0,1 0-1 0 0,-1-1 0 0 0,0 0 0 0 0,1 0 0 0 0,-1 0 1 0 0,0-1-1 0 0,0 1 0 0 0,0-1 0 0 0,0 0 1 0 0,0 0-1 0 0,0 0 0 0 0,0-1 0 0 0,-1 1 0 0 0,1-1 1 0 0,-1 0-1 0 0,6-7 0 0 0,-1 0 52 0 0,-1 0 0 0 0,0 0 0 0 0,0-1 0 0 0,-1 0 0 0 0,-1 0 0 0 0,0-1 1 0 0,5-18-1 0 0,0-8 364 0 0,5-42 1 0 0,-4 22 924 0 0,-6 16-561 0 0,-6 34-588 0 0,-6 27-129 0 0,-35 145 227 0 0,39-144-181 0 0,0 0 0 0 0,1 1 0 0 0,1-1 0 0 0,1 0 0 0 0,0 1 0 0 0,5 23 0 0 0,-4-39-108 0 0,0-1 0 0 0,0 0 0 0 0,0 0 0 0 0,1 0-1 0 0,0 0 1 0 0,-1-1 0 0 0,6 8 0 0 0,-6-9-50 0 0,0-1-1 0 0,0 1 1 0 0,1-1-1 0 0,-1 0 1 0 0,0 1-1 0 0,1-1 1 0 0,0 0-1 0 0,-1 0 1 0 0,1 0 0 0 0,-1 0-1 0 0,1 0 1 0 0,0 0-1 0 0,0 0 1 0 0,-1-1-1 0 0,1 1 1 0 0,0-1-1 0 0,0 1 1 0 0,0-1-1 0 0,0 0 1 0 0,0 0-1 0 0,4 0 1 0 0,5-1-753 0 0,1 0 1 0 0,-1-2-1 0 0,0 1 1 0 0,0-1-1 0 0,0-1 1 0 0,0 0-1 0 0,0 0 1 0 0,11-8-1 0 0,2-4-3334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143 159 1564 0 0,'6'-34'3561'0'0,"0"0"1"0"0,0-56-1 0 0,-6 89-2656 0 0,0 1-874 0 0,-1 0 0 0 0,0 1 0 0 0,1-1 0 0 0,-1 0 0 0 0,1 1 0 0 0,-1-1 0 0 0,0 1 0 0 0,1-1 0 0 0,-1 0 0 0 0,1 1 0 0 0,-1-1 0 0 0,1 1 0 0 0,-1-1 0 0 0,1 1 0 0 0,0 0 0 0 0,-1-1 0 0 0,1 1 0 0 0,0-1 1 0 0,-1 1-1 0 0,1 0 0 0 0,0-1 0 0 0,-1 2 0 0 0,-5 20 295 0 0,5-18-194 0 0,-126 560 2653 0 0,124-551-2738 0 0,-2 22-157 0 0,-2 37 1 0 0,6-63-234 0 0,1 0 0 0 0,0 0-1 0 0,1 0 1 0 0,0-1 0 0 0,1 1 0 0 0,-1 0 0 0 0,2-1 0 0 0,-1 1 0 0 0,7 13 0 0 0,-7-19 22 0 0,0 0-1 0 0,0-1 1 0 0,1 1 0 0 0,-1-1-1 0 0,1 0 1 0 0,0 1-1 0 0,-1-1 1 0 0,1 0-1 0 0,0-1 1 0 0,0 1 0 0 0,0 0-1 0 0,0-1 1 0 0,1 0-1 0 0,-1 0 1 0 0,0 0 0 0 0,1 0-1 0 0,-1 0 1 0 0,0-1-1 0 0,1 1 1 0 0,-1-1 0 0 0,1 0-1 0 0,-1 0 1 0 0,1 0-1 0 0,4-1 1 0 0,10-1-2747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132 309 2124 0 0,'46'-252'12983'0'0,"-38"197"-10463"0"0,-8 53-2307 0 0,-5 22 720 0 0,-20 101 1041 0 0,12-51-1268 0 0,-61 257 1309 0 0,34-156-1545 0 0,32-140-510 0 0,-9 50 318 0 0,15-71-456 0 0,1 0 0 0 0,1 0 0 0 0,-1 0 0 0 0,2 0 0 0 0,1 18 0 0 0,-1-27 31 0 0,-1 0-1 0 0,0 0 0 0 0,0 1 1 0 0,1-1-1 0 0,-1 0 0 0 0,1 0 1 0 0,-1 0-1 0 0,1 0 1 0 0,-1 0-1 0 0,1 0 0 0 0,0 0 1 0 0,-1 0-1 0 0,1 0 0 0 0,0-1 1 0 0,0 1-1 0 0,0 0 1 0 0,0 0-1 0 0,-1 0 0 0 0,1-1 1 0 0,0 1-1 0 0,0-1 0 0 0,0 1 1 0 0,1-1-1 0 0,-1 1 1 0 0,0-1-1 0 0,0 1 0 0 0,0-1 1 0 0,0 0-1 0 0,0 0 0 0 0,0 0 1 0 0,1 0-1 0 0,-1 1 1 0 0,0-1-1 0 0,0-1 0 0 0,0 1 1 0 0,0 0-1 0 0,2 0 0 0 0,4-2-1430 0 0,0 0-1 0 0,-1 0 0 0 0,1 0 0 0 0,11-6 0 0 0,-17 7 1045 0 0,15-7-6132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76 1736 0 0,'-55'-23'12113'0'0,"54"22"-11601"0"0,-5-2 13 0 0,6 3-508 0 0,0 0-1 0 0,0 0 1 0 0,0 0-1 0 0,0 0 0 0 0,0 0 1 0 0,-1 0-1 0 0,1 0 0 0 0,0 0 1 0 0,0 0-1 0 0,0 0 1 0 0,0 0-1 0 0,0 0 0 0 0,0-1 1 0 0,0 1-1 0 0,0 0 0 0 0,-1 0 1 0 0,1 0-1 0 0,0 0 1 0 0,0 0-1 0 0,0 0 0 0 0,0 0 1 0 0,0 0-1 0 0,0 0 0 0 0,0 0 1 0 0,0 0-1 0 0,0 0 1 0 0,0-1-1 0 0,0 1 0 0 0,0 0 1 0 0,0 0-1 0 0,0 0 0 0 0,-1 0 1 0 0,1 0-1 0 0,0 0 1 0 0,0 0-1 0 0,0 0 0 0 0,0-1 1 0 0,0 1-1 0 0,0 0 0 0 0,0 0 1 0 0,0 0-1 0 0,0 0 1 0 0,0 0-1 0 0,0 0 0 0 0,0 0 1 0 0,1-1-1 0 0,-1 1 0 0 0,0 0 1 0 0,0 0-1 0 0,0 0 0 0 0,0 0 1 0 0,0 0-1 0 0,0 0 1 0 0,0 0-1 0 0,0 0 0 0 0,0 0 1 0 0,0-1-1 0 0,24-4-248 0 0,0 0-1 0 0,48-2 0 0 0,-40 5-799 0 0,100-12-2255 0 0,-46 4 6595 0 0,-84 10-2248 0 0,-1 0-998 0 0,0 0-1 0 0,0 0 0 0 0,0 0 0 0 0,0 0 0 0 0,0 0 0 0 0,0 0 1 0 0,0 0-1 0 0,0 0 0 0 0,0 1 0 0 0,0-1 0 0 0,0 0 0 0 0,0 1 1 0 0,0-1-1 0 0,0 0 0 0 0,-1 1 0 0 0,1-1 0 0 0,0 1 0 0 0,0-1 1 0 0,0 1-1 0 0,-1 0 0 0 0,2 0 0 0 0,-1 1 29 0 0,-1 0-1 0 0,1-1 1 0 0,-1 1 0 0 0,1 0-1 0 0,-1 0 1 0 0,0 0 0 0 0,1-1 0 0 0,-1 1-1 0 0,0 0 1 0 0,0 0 0 0 0,-1 0-1 0 0,1 2 1 0 0,-4 23 1086 0 0,-13 52 0 0 0,1-11-561 0 0,11-41-441 0 0,1-14-91 0 0,2 0 0 0 0,-1 0 0 0 0,2 1 0 0 0,0-1 0 0 0,0 1 0 0 0,3 22 0 0 0,-2-34-100 0 0,1-1 1 0 0,-1 0-1 0 0,0 0 0 0 0,0 0 0 0 0,1 0 1 0 0,-1 1-1 0 0,1-1 0 0 0,-1 0 0 0 0,1 0 0 0 0,-1 0 1 0 0,1 0-1 0 0,0 0 0 0 0,0 0 0 0 0,-1 0 0 0 0,1 0 1 0 0,0-1-1 0 0,0 1 0 0 0,0 0 0 0 0,0 0 0 0 0,0-1 1 0 0,0 1-1 0 0,0 0 0 0 0,2 0 0 0 0,-1-1-128 0 0,0 1 1 0 0,0-1-1 0 0,0 0 0 0 0,1 0 1 0 0,-1 0-1 0 0,0 0 0 0 0,0 0 1 0 0,0 0-1 0 0,0-1 0 0 0,0 1 1 0 0,0-1-1 0 0,3-1 0 0 0,4-2-935 0 0,0 0 0 0 0,0-1-1 0 0,0 0 1 0 0,11-9-1 0 0,-13 8-173 0 0,-1 1 0 0 0,-1-1 0 0 0,1 0-1 0 0,5-8 1 0 0,6-8-3806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64 804 0 0,'-5'-9'2847'0'0,"0"0"1"0"0,0 0-1 0 0,-8-10 1 0 0,0 3-522 0 0,11 15-1586 0 0,1 1-798 0 0,0 0 0 0 0,0 0 0 0 0,0 0 0 0 0,0 0 0 0 0,0 1 0 0 0,0-1 0 0 0,0 0 0 0 0,0 1 0 0 0,0-1 0 0 0,0 1 0 0 0,0-1 0 0 0,0 1 0 0 0,0-1 0 0 0,1 1 0 0 0,-1 0 0 0 0,0-1 0 0 0,0 1 0 0 0,1 0 0 0 0,-1-1 0 0 0,0 1 0 0 0,1 0 0 0 0,-1 0 0 0 0,1 0 0 0 0,-1 0-1 0 0,1 0 1 0 0,-1 0 0 0 0,1 0 0 0 0,0 0 0 0 0,-1 0 0 0 0,1 1 0 0 0,-3 36-5520 0 0,3-34 4505 0 0,1 10-3333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2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 2476 0 0,'12'17'14094'0'0,"-12"-6"-12505"0"0,-1-1 0 0 0,0 1 0 0 0,-4 13 0 0 0,-22 61 1284 0 0,8-32-1220 0 0,-158 463 2157 0 0,69-211-2305 0 0,87-243-1813 0 0,-28 77-1244 0 0,49-139 1425 0 0,0 0 0 0 0,0 0-1 0 0,0 0 1 0 0,0 1 0 0 0,0-1-1 0 0,0 0 1 0 0,0 0 0 0 0,0 0-1 0 0,0 0 1 0 0,0 1 0 0 0,0-1-1 0 0,0 0 1 0 0,0 0 0 0 0,0 0-1 0 0,0 1 1 0 0,0-1 0 0 0,0 0-1 0 0,0 0 1 0 0,0 0 0 0 0,0 0-1 0 0,0 0 1 0 0,-3 2-2038 0 0,3-2 2038 0 0,0 0-1 0 0,0 0 1 0 0,-1 0 0 0 0,1 0-1 0 0,0 0 1 0 0,0 0 0 0 0,0 0-1 0 0,0 0 1 0 0,-1 0-1 0 0,1 0 1 0 0,0 0 0 0 0,-3-12-3133 0 0,2-20-24 0 0,3-17-4481 0 0,1 14 65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0 851 996 0 0,'9'-30'1481'0'0,"40"-107"3741"0"0,-43 124-4831 0 0,0 0 0 0 0,1 1 1 0 0,1 0-1 0 0,0 0 0 0 0,0 0 0 0 0,1 1 1 0 0,20-19-1 0 0,-24 26-249 0 0,0 0-1 0 0,1 0 1 0 0,-1 0 0 0 0,1 1-1 0 0,0 0 1 0 0,0 1-1 0 0,0-1 1 0 0,0 1 0 0 0,0 0-1 0 0,1 0 1 0 0,-1 1 0 0 0,0 0-1 0 0,1 0 1 0 0,-1 1-1 0 0,13 0 1 0 0,-11 0 7 0 0,1 2 0 0 0,0-1-1 0 0,-1 1 1 0 0,1 0 0 0 0,-1 1-1 0 0,1 0 1 0 0,-1 1 0 0 0,0-1 0 0 0,0 1-1 0 0,-1 1 1 0 0,8 5 0 0 0,-8-5 9 0 0,0 1 1 0 0,0-1-1 0 0,-1 2 1 0 0,0-1-1 0 0,0 1 1 0 0,-1-1 0 0 0,0 1-1 0 0,0 1 1 0 0,0-1-1 0 0,-1 1 1 0 0,4 9-1 0 0,-6-11 6 0 0,0 0 0 0 0,0 0 0 0 0,-1 0-1 0 0,0 1 1 0 0,0-1 0 0 0,0 1 0 0 0,-1-1-1 0 0,0 1 1 0 0,0-1 0 0 0,-1 0 0 0 0,1 1-1 0 0,-1-1 1 0 0,-1 1 0 0 0,1-1 0 0 0,-6 12-1 0 0,2-8-16 0 0,0 0-1 0 0,-1 0 0 0 0,0 0 0 0 0,-1-1 0 0 0,0 1 0 0 0,0-2 1 0 0,-1 1-1 0 0,0-1 0 0 0,-17 13 0 0 0,13-12-34 0 0,-1-1 1 0 0,0 0-1 0 0,-1-1 1 0 0,1 0-1 0 0,-1-1 0 0 0,-26 8 1 0 0,39-14-150 0 0,0 1 0 0 0,0-1 0 0 0,0 0 0 0 0,0 1 1 0 0,0-1-1 0 0,0 0 0 0 0,0 0 0 0 0,0 0 0 0 0,-1 0 1 0 0,1 0-1 0 0,0 0 0 0 0,0 0 0 0 0,0 0 0 0 0,0-1 1 0 0,0 1-1 0 0,0 0 0 0 0,0 0 0 0 0,0-1 0 0 0,0 1 1 0 0,0-1-1 0 0,1 1 0 0 0,-1-1 0 0 0,-1 0 0 0 0,0 0 5 0 0,2-1-81 0 0,0 1 1 0 0,0-1-1 0 0,0 1 0 0 0,0-1 0 0 0,0 0 1 0 0,0 1-1 0 0,0 0 0 0 0,1-1 0 0 0,-1 1 0 0 0,1-1 1 0 0,-1 1-1 0 0,1-1 0 0 0,-1 1 0 0 0,1 0 0 0 0,0-1 1 0 0,0 1-1 0 0,1-2 0 0 0,15-19-1113 0 0,2 0 0 0 0,0 2 0 0 0,40-34 0 0 0,-17 16 168 0 0,-7 6 142 0 0,149-145-3473 0 0,-135 125 3815 0 0,65-89-1 0 0,-101 122 1116 0 0,0-1 0 0 0,-2-1-1 0 0,0 0 1 0 0,-2 0 0 0 0,11-34-1 0 0,-15 39 68 0 0,-1 1 0 0 0,-1-1-1 0 0,-1-1 1 0 0,0 1-1 0 0,-1 0 1 0 0,-1 0 0 0 0,0-1-1 0 0,-5-26 1 0 0,5 42-587 0 0,0 0-1 0 0,0 0 1 0 0,0 0 0 0 0,0 0-1 0 0,0 1 1 0 0,-1-1-1 0 0,1 0 1 0 0,0 0 0 0 0,0 0-1 0 0,-1 0 1 0 0,1 1 0 0 0,-1-1-1 0 0,1 0 1 0 0,0 0-1 0 0,-1 1 1 0 0,1-1 0 0 0,-1 0-1 0 0,0 1 1 0 0,1-1 0 0 0,-1 1-1 0 0,0-1 1 0 0,1 0-1 0 0,-2 0 1 0 0,1 1-10 0 0,1 1-1 0 0,-1-1 1 0 0,0 0 0 0 0,0 0-1 0 0,1 0 1 0 0,-1 0-1 0 0,0 1 1 0 0,1-1 0 0 0,-1 0-1 0 0,0 1 1 0 0,1-1-1 0 0,-1 0 1 0 0,1 1 0 0 0,-1-1-1 0 0,0 1 1 0 0,1-1 0 0 0,-1 1-1 0 0,1-1 1 0 0,-1 1-1 0 0,0 1 1 0 0,-3 3 113 0 0,0 2-1 0 0,0-1 1 0 0,-5 13-1 0 0,-4 13 285 0 0,2 1-1 0 0,1 1 1 0 0,-5 38-1 0 0,-9 106 270 0 0,22-158-589 0 0,1-11-61 0 0,-12 159 362 0 0,12-145-324 0 0,2 1 1 0 0,1-1 0 0 0,1 0-1 0 0,0 1 1 0 0,9 25-1 0 0,-10-42-90 0 0,0-1-1 0 0,1 1 0 0 0,0 0 1 0 0,0-1-1 0 0,1 1 0 0 0,-1-1 1 0 0,1 0-1 0 0,1 0 0 0 0,-1 0 1 0 0,1-1-1 0 0,0 0 0 0 0,0 0 1 0 0,1 0-1 0 0,7 5 1 0 0,-8-7-134 0 0,1 0 1 0 0,0 0 0 0 0,1 0-1 0 0,-1-1 1 0 0,0 0 0 0 0,1 0-1 0 0,-1-1 1 0 0,1 0 0 0 0,0 0 0 0 0,-1 0-1 0 0,1-1 1 0 0,0 0 0 0 0,-1 0-1 0 0,1-1 1 0 0,11-2 0 0 0,-7 1 29 0 0,-1-1 0 0 0,1-1 0 0 0,-1 0 0 0 0,0 0 0 0 0,0-1 1 0 0,-1 0-1 0 0,1-1 0 0 0,-1 0 0 0 0,0-1 0 0 0,-1 0 0 0 0,0 0 0 0 0,0 0 0 0 0,0-1 1 0 0,-1-1-1 0 0,0 1 0 0 0,8-14 0 0 0,-4 4 651 0 0,-1-1 1 0 0,0 0 0 0 0,-1-1-1 0 0,-2 0 1 0 0,0 0-1 0 0,-1 0 1 0 0,6-32-1 0 0,-9 34 174 0 0,0 4 42 0 0,-1-1-1 0 0,0-18 0 0 0,-17 49-447 0 0,7 4-159 0 0,1 1 1 0 0,1 0-1 0 0,1 0 0 0 0,1 1 0 0 0,1-1 1 0 0,0 1-1 0 0,2 0 0 0 0,1 0 0 0 0,3 31 1 0 0,-3-51-169 0 0,0 1 0 0 0,1-1 0 0 0,-1 0 0 0 0,1 0 0 0 0,-1 1 0 0 0,1-1 0 0 0,0 0 0 0 0,0 0 0 0 0,0 0 0 0 0,0 0 0 0 0,0 0 0 0 0,0 0 0 0 0,0 0 0 0 0,1 0 0 0 0,-1 0 0 0 0,1-1 0 0 0,0 1 0 0 0,-1 0 0 0 0,1-1 0 0 0,0 0 0 0 0,0 1 0 0 0,0-1 0 0 0,0 0 0 0 0,0 0 0 0 0,0 0 0 0 0,0 0 0 0 0,4 1 0 0 0,1-1-590 0 0,0-1 1 0 0,0 0-1 0 0,1 0 1 0 0,-1 0-1 0 0,0-1 1 0 0,1 0-1 0 0,-1 0 1 0 0,10-4-1 0 0,33-16-7247 0 0,-29 9 1826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43 976 0 0,'-7'-7'2392'0'0,"-1"0"0"0"0,0 0 0 0 0,0 1 0 0 0,-15-8 0 0 0,21 13-1946 0 0,-13 0-241 0 0,3 14-2312 0 0,9 2-3482 0 0,3-3 2102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138 119 688 0 0,'0'3'3084'0'0,"0"36"6932"0"0,5-15-7089 0 0,-4-22-2610 0 0,8 7 939 0 0,0-5-981 0 0,-7-4-36 0 0,0 1-26 0 0,9 0-36 0 0,-9-1-28 0 0,1 0-13 0 0,0-1-110 0 0,0 0 0 0 0,0 0 0 0 0,0 0 0 0 0,0-1 0 0 0,0 1 0 0 0,0-1-1 0 0,0 1 1 0 0,0-1 0 0 0,-1 0 0 0 0,1 0 0 0 0,0 0 0 0 0,-1-1 0 0 0,0 1 0 0 0,0 0 0 0 0,0-1 0 0 0,0 0-1 0 0,0 1 1 0 0,0-1 0 0 0,-1 0 0 0 0,1 0 0 0 0,1-4 0 0 0,0-2-17 0 0,0 0 1 0 0,-1-1-1 0 0,0 1 1 0 0,-1 0-1 0 0,1-1 1 0 0,-2-15-1 0 0,1 20-23 0 0,-1 1-1 0 0,0 0 1 0 0,-1-1-1 0 0,1 1 1 0 0,-1 0-1 0 0,0-1 0 0 0,0 1 1 0 0,0 0-1 0 0,-1 0 1 0 0,1 0-1 0 0,-1 0 1 0 0,0 0-1 0 0,-4-6 1 0 0,5 10 4 0 0,0-1-1 0 0,-1 0 1 0 0,1 0 0 0 0,-1 1-1 0 0,1-1 1 0 0,0 0 0 0 0,-1 1-1 0 0,1 0 1 0 0,-1-1 0 0 0,1 1-1 0 0,-1 0 1 0 0,1 0 0 0 0,-1 0-1 0 0,0 0 1 0 0,1 0 0 0 0,-1 0-1 0 0,1 0 1 0 0,-1 0 0 0 0,1 1-1 0 0,-3 0 1 0 0,-7 4 32 0 0,0 0-1 0 0,1 0 0 0 0,0 1 1 0 0,0 1-1 0 0,1-1 1 0 0,0 2-1 0 0,0-1 1 0 0,0 1-1 0 0,-8 11 1 0 0,4-5 6 0 0,1 1 0 0 0,1 1 0 0 0,1-1 0 0 0,0 2 0 0 0,-9 19 1 0 0,16-28-17 0 0,-1 0 1 0 0,2 0 0 0 0,-1 0-1 0 0,1 0 1 0 0,0 1 0 0 0,1-1-1 0 0,0 1 1 0 0,0-1 0 0 0,1 1-1 0 0,0 10 1 0 0,1-16-230 0 0,0 1-1 0 0,-1-1 1 0 0,1 0-1 0 0,0 0 1 0 0,1 1 0 0 0,-1-1-1 0 0,0 0 1 0 0,1 0 0 0 0,0 0-1 0 0,0-1 1 0 0,-1 1 0 0 0,2 0-1 0 0,-1-1 1 0 0,0 1 0 0 0,1-1-1 0 0,-1 0 1 0 0,1 1 0 0 0,-1-1-1 0 0,1-1 1 0 0,0 1-1 0 0,0 0 1 0 0,0-1 0 0 0,0 1-1 0 0,0-1 1 0 0,0 0 0 0 0,1 0-1 0 0,-1 0 1 0 0,6 0 0 0 0,30 4-5758 0 0,-16-4 441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248 479 2368 0 0,'6'-8'999'0'0,"3"-3"760"0"0,1 0-1 0 0,-2-1 0 0 0,1 0 1 0 0,-2 0-1 0 0,0-1 1 0 0,0 0-1 0 0,8-23 0 0 0,-15 35-1707 0 0,0 1-1 0 0,0-1 0 0 0,0 0 1 0 0,1 1-1 0 0,-1-1 1 0 0,0 0-1 0 0,0 1 1 0 0,0-1-1 0 0,0 0 0 0 0,0 1 1 0 0,0-1-1 0 0,0 0 1 0 0,0 1-1 0 0,0-1 0 0 0,-1 0 1 0 0,1 1-1 0 0,0-1 1 0 0,0 0-1 0 0,0 1 1 0 0,-1-1-1 0 0,1 1 0 0 0,0-1 1 0 0,-1 0-1 0 0,1 1 1 0 0,-1-1-1 0 0,1 1 0 0 0,-1-1 1 0 0,0 0-12 0 0,0 1 1 0 0,0-1 0 0 0,-1 1-1 0 0,1 0 1 0 0,0-1 0 0 0,0 1-1 0 0,0 0 1 0 0,0 0 0 0 0,0 0-1 0 0,-1 0 1 0 0,1 0 0 0 0,0 0 0 0 0,0 0-1 0 0,-2 1 1 0 0,-2 0 30 0 0,-1 0-1 0 0,1 1 1 0 0,0-1 0 0 0,-1 1-1 0 0,-5 4 1 0 0,-11 8 46 0 0,0 1-1 0 0,2 1 1 0 0,-1 1 0 0 0,2 1-1 0 0,1 0 1 0 0,0 1 0 0 0,1 2-1 0 0,1-1 1 0 0,1 2 0 0 0,1 0-1 0 0,1 1 1 0 0,0 0 0 0 0,2 1-1 0 0,-8 25 1 0 0,18-44-97 0 0,-1-1 1 0 0,1 1-1 0 0,0-1 0 0 0,0 1 0 0 0,1 0 1 0 0,-1 0-1 0 0,1-1 0 0 0,0 1 1 0 0,0 0-1 0 0,2 7 0 0 0,-1-10-10 0 0,-1 0 0 0 0,1-1 0 0 0,-1 1 0 0 0,1 0 0 0 0,0-1 0 0 0,0 1 0 0 0,0-1 0 0 0,0 1 0 0 0,0-1 0 0 0,0 1 0 0 0,0-1 0 0 0,1 0 0 0 0,-1 1 0 0 0,0-1 0 0 0,1 0 0 0 0,-1 0 0 0 0,1 0 0 0 0,0 0 0 0 0,-1 0 0 0 0,1 0 0 0 0,0-1 0 0 0,-1 1 0 0 0,1 0-1 0 0,0-1 1 0 0,0 1 0 0 0,-1-1 0 0 0,1 0 0 0 0,0 0 0 0 0,3 0 0 0 0,7 0-28 0 0,0 0 0 0 0,0-1 0 0 0,0-1 0 0 0,0 0 0 0 0,0-1 0 0 0,-1 0 0 0 0,1-1 0 0 0,-1 0 0 0 0,17-9 0 0 0,0-1-260 0 0,-1-3 1 0 0,37-27-1 0 0,-20 9 76 0 0,-2-2-1 0 0,-1-2 1 0 0,-2-1-1 0 0,-2-2 1 0 0,-1-2-1 0 0,-3-1 1 0 0,-1-2-1 0 0,-3-1 1 0 0,-2-1 0 0 0,32-80-1 0 0,-29 37 547 0 0,-29 91-372 0 0,-18 13-97 0 0,4 15 257 0 0,1 0-1 0 0,-15 51 1 0 0,-8 62 138 0 0,19-69-181 0 0,5-24-1 0 0,-6 62 0 0 0,15-85-1335 0 0,1 0 1 0 0,3 32-1 0 0,-1-50-55 0 0,0 1-1 0 0,1-1 0 0 0,0 0 1 0 0,0 0-1 0 0,5 12 0 0 0,0-4-4649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97 1116 0 0,'34'-96'16354'0'0,"-220"785"-13676"0"0,178-667-2588 0 0,6-16 9 0 0,-1 0 1 0 0,1-1-1 0 0,0 1 1 0 0,1 0-1 0 0,0 0 1 0 0,-1 7-1 0 0,-1-15-51 0 0,2 2-48 0 0,1 0 0 0 0,0 0 1 0 0,0 0-1 0 0,0 0 1 0 0,-1 0-1 0 0,1 0 0 0 0,0-1 1 0 0,0 1-1 0 0,0 0 0 0 0,-1 0 1 0 0,1 0-1 0 0,0 0 1 0 0,0 0-1 0 0,0 0 0 0 0,0 0 1 0 0,-1 0-1 0 0,1 0 1 0 0,0-1-1 0 0,0 1 0 0 0,0 0 1 0 0,0 0-1 0 0,0 0 0 0 0,-1 0 1 0 0,1 0-1 0 0,0-1 1 0 0,0 1-1 0 0,0 0 0 0 0,0 0 1 0 0,0 0-1 0 0,0-1 1 0 0,0 1-1 0 0,0 0 0 0 0,0 0 1 0 0,0 0-1 0 0,0 0 0 0 0,0-1 1 0 0,0 1-1 0 0,0 0 1 0 0,0 0-1 0 0,0 0 0 0 0,0-1 1 0 0,0 1-1 0 0,0 0 1 0 0,3-15-19 0 0,1 0 0 0 0,0 0 1 0 0,2 1-1 0 0,-1 0 1 0 0,2 0-1 0 0,0 0 0 0 0,0 1 1 0 0,1 0-1 0 0,1 0 1 0 0,0 1-1 0 0,1 0 0 0 0,21-19 1 0 0,-28 28 4 0 0,1 1 0 0 0,0-1 0 0 0,-1 1 0 0 0,1 0 0 0 0,0 0 0 0 0,1 0 0 0 0,-1 1 0 0 0,0 0 0 0 0,0 0 0 0 0,1 0 0 0 0,-1 0 0 0 0,0 0 0 0 0,1 1 0 0 0,-1 0 0 0 0,8 0 0 0 0,-5 1-9 0 0,0 0-1 0 0,0 1 1 0 0,-1 0 0 0 0,1 0-1 0 0,-1 0 1 0 0,1 1 0 0 0,-1-1 0 0 0,0 2-1 0 0,10 6 1 0 0,-9-6 20 0 0,-1 1 0 0 0,0 0 0 0 0,-1 0 0 0 0,0 1 0 0 0,1 0 0 0 0,-2 0 0 0 0,1 0 0 0 0,6 12 0 0 0,-8-14 31 0 0,-1 1 0 0 0,0-1 1 0 0,-1 1-1 0 0,1 0 0 0 0,-1-1 0 0 0,0 1 0 0 0,0 0 0 0 0,0 0 0 0 0,0 0 0 0 0,-1 0 0 0 0,0 0 0 0 0,0 0 0 0 0,-2 8 1 0 0,1-8 114 0 0,0 1 0 0 0,-1-1 0 0 0,0 0 0 0 0,0 0 0 0 0,0 0 0 0 0,-1 0 0 0 0,0 0 1 0 0,1 0-1 0 0,-2-1 0 0 0,1 1 0 0 0,0-1 0 0 0,-1 0 0 0 0,-5 5 0 0 0,2-4 37 0 0,0 0-1 0 0,-1 0 1 0 0,1 0-1 0 0,-1-1 1 0 0,0 0-1 0 0,0 0 1 0 0,-13 3-1 0 0,1-2 57 0 0,-1 0 0 0 0,1-2-1 0 0,-1 0 1 0 0,0-2 0 0 0,-39-1-1 0 0,51-1-626 0 0,0 0 0 0 0,0 0-1 0 0,1 0 1 0 0,-1-1-1 0 0,0-1 1 0 0,-8-3-1 0 0,16 6 266 0 0,1-1-1 0 0,-1 1 1 0 0,1-1-1 0 0,-1 1 1 0 0,1 0-1 0 0,-1-1 0 0 0,1 1 1 0 0,0-1-1 0 0,-1 0 1 0 0,1 1-1 0 0,0-1 1 0 0,0 1-1 0 0,-1-1 0 0 0,1 1 1 0 0,0-1-1 0 0,0 0 1 0 0,0 1-1 0 0,0-1 1 0 0,0 1-1 0 0,0-1 0 0 0,0 0 1 0 0,0 1-1 0 0,0-1 1 0 0,0 1-1 0 0,0-1 1 0 0,0 0-1 0 0,0 1 0 0 0,0-1 1 0 0,1 1-1 0 0,-1-1 1 0 0,0 0-1 0 0,0 1 1 0 0,1-1-1 0 0,-1 1 0 0 0,0-1 1 0 0,1 1-1 0 0,-1-1 1 0 0,1 1-1 0 0,0-1 1 0 0,16-20-4269 0 0,-4 10-12 0 0,1-2-2245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624 9 564 0 0,'16'-8'7559'0'0,"-16"8"-7413"0"0,1 0 0 0 0,-1 0-1 0 0,0 0 1 0 0,1 0 0 0 0,-1 0-1 0 0,0 0 1 0 0,1 0 0 0 0,-1 0-1 0 0,0 0 1 0 0,1 0 0 0 0,-1 0-1 0 0,0 0 1 0 0,1 0 0 0 0,-1 1-1 0 0,0-1 1 0 0,0 0 0 0 0,1 0-1 0 0,-1 0 1 0 0,0 1 0 0 0,0-1-1 0 0,1 0 1 0 0,-1 0 0 0 0,0 1 0 0 0,0-1-1 0 0,0 0 1 0 0,1 0 0 0 0,-1 1-1 0 0,0-1 1 0 0,1 4 264 0 0,0-1 0 0 0,0 1 0 0 0,-1-1 0 0 0,0 1 0 0 0,1 0 0 0 0,-2 6 0 0 0,1-5-318 0 0,0 30 1311 0 0,6 43-1 0 0,-5-68-1297 0 0,1-1 0 0 0,0 0 0 0 0,0 1-1 0 0,1-1 1 0 0,0 0 0 0 0,1 0 0 0 0,0-1 0 0 0,0 1-1 0 0,10 14 1 0 0,-10-19-67 0 0,-1 0 0 0 0,1 0 0 0 0,0 0 0 0 0,0-1 0 0 0,0 1-1 0 0,0-1 1 0 0,0 0 0 0 0,1 0 0 0 0,0 0 0 0 0,0-1 0 0 0,-1 0 0 0 0,1 0 0 0 0,1 0-1 0 0,-1 0 1 0 0,0-1 0 0 0,0 0 0 0 0,1 0 0 0 0,-1 0 0 0 0,0-1 0 0 0,1 1 0 0 0,5-2 0 0 0,-4 0-20 0 0,-1 0 0 0 0,1 0 1 0 0,-1-1-1 0 0,0 0 0 0 0,0 0 1 0 0,0 0-1 0 0,0-1 0 0 0,0 0 1 0 0,0 0-1 0 0,-1 0 0 0 0,1-1 1 0 0,-1 0-1 0 0,0 0 0 0 0,0 0 1 0 0,-1-1-1 0 0,1 0 0 0 0,3-5 1 0 0,3-7 202 0 0,-1 1 0 0 0,0-2 0 0 0,-1 1 0 0 0,8-28 0 0 0,-16 43-240 0 0,-5 13-109 0 0,-184 413 2003 0 0,131-297-1190 0 0,50-112-605 0 0,-152 316 1472 0 0,125-270-1251 0 0,-2-2 1 0 0,-3-2 0 0 0,-59 69-1 0 0,81-107-94 0 0,-1-1 1 0 0,-1-1-1 0 0,0-1 1 0 0,-24 15-1 0 0,35-25-102 0 0,-1-1 0 0 0,0 0 0 0 0,0 0 0 0 0,0-1-1 0 0,-1 0 1 0 0,0-1 0 0 0,1 0 0 0 0,-1 0 0 0 0,0-1 0 0 0,-1-1 0 0 0,1 1-1 0 0,-19-2 1 0 0,25 0-74 0 0,1 0 0 0 0,-1-1 0 0 0,0 1 0 0 0,1-1 0 0 0,-1 0-1 0 0,1 0 1 0 0,-1 0 0 0 0,1-1 0 0 0,-1 1 0 0 0,1-1 0 0 0,0 0 0 0 0,0 0-1 0 0,0 0 1 0 0,0 0 0 0 0,0-1 0 0 0,0 1 0 0 0,0-1 0 0 0,-2-3 0 0 0,2 1-14 0 0,0 0 1 0 0,1 1-1 0 0,-1-1 0 0 0,1 0 1 0 0,0 0-1 0 0,1 0 1 0 0,-1-1-1 0 0,1 1 1 0 0,0 0-1 0 0,1-1 1 0 0,-1-7-1 0 0,1-3-53 0 0,1-1 0 0 0,1 0 1 0 0,0 1-1 0 0,1-1 0 0 0,1 1 0 0 0,1 0 1 0 0,8-19-1 0 0,3 0-299 0 0,2 1-1 0 0,1 1 1 0 0,2 0 0 0 0,1 2 0 0 0,1 0 0 0 0,2 2 0 0 0,48-45-1 0 0,-7 16-1927 0 0,3 3-1 0 0,94-58 0 0 0,-65 52-2028 0 0,-31 20-2550 0 0,-33 21 260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77 593 2528 0 0,'-5'1'514'0'0,"1"0"0"0"0,0 1-1 0 0,0-1 1 0 0,-1 1 0 0 0,1 0 0 0 0,0 0-1 0 0,1 0 1 0 0,-1 1 0 0 0,0-1 0 0 0,1 1 0 0 0,-1 0-1 0 0,1 0 1 0 0,0 0 0 0 0,-5 6 0 0 0,6-6-339 0 0,1 0 1 0 0,-1 0-1 0 0,1-1 1 0 0,-1 1-1 0 0,1 0 0 0 0,0 0 1 0 0,0 0-1 0 0,0 0 1 0 0,0 1-1 0 0,1-1 1 0 0,-1 0-1 0 0,1 0 1 0 0,0 0-1 0 0,0 1 1 0 0,0-1-1 0 0,0 0 1 0 0,1 0-1 0 0,-1 0 1 0 0,1 1-1 0 0,1 2 1 0 0,-2-5-137 0 0,1 0 1 0 0,-1 0-1 0 0,1 0 1 0 0,0 0-1 0 0,-1 0 1 0 0,1 0 0 0 0,0 0-1 0 0,0 0 1 0 0,0 0-1 0 0,-1-1 1 0 0,1 1-1 0 0,0 0 1 0 0,0 0-1 0 0,0-1 1 0 0,0 1-1 0 0,0-1 1 0 0,1 1-1 0 0,-1-1 1 0 0,0 1-1 0 0,0-1 1 0 0,0 0-1 0 0,0 0 1 0 0,0 1-1 0 0,1-1 1 0 0,-1 0-1 0 0,0 0 1 0 0,0 0-1 0 0,0 0 1 0 0,1 0-1 0 0,-1-1 1 0 0,0 1-1 0 0,1 0 1 0 0,6-2 28 0 0,-1 0 1 0 0,0 0-1 0 0,12-5 0 0 0,-4 0-48 0 0,0-1 0 0 0,-1-1-1 0 0,0 0 1 0 0,-1-1-1 0 0,0-1 1 0 0,-1 0-1 0 0,0 0 1 0 0,0-1-1 0 0,-1-1 1 0 0,-1 0-1 0 0,16-26 1 0 0,-5 4-33 0 0,-2-1 0 0 0,-2-1 0 0 0,23-66 0 0 0,-25 55 39 0 0,-2-1 0 0 0,10-71-1 0 0,-20 100 33 0 0,-1 13-58 0 0,-1 1-1 0 0,0-1 1 0 0,-1 0 0 0 0,0 0-1 0 0,0-9 1 0 0,0 16-3 0 0,0 0 1 0 0,0-1 0 0 0,0 1-1 0 0,0-1 1 0 0,0 1-1 0 0,0-1 1 0 0,0 1 0 0 0,0-1-1 0 0,0 1 1 0 0,-1-1-1 0 0,1 1 1 0 0,0 0 0 0 0,0-1-1 0 0,0 1 1 0 0,0-1-1 0 0,-1 1 1 0 0,1 0 0 0 0,0-1-1 0 0,0 1 1 0 0,-1-1-1 0 0,1 1 1 0 0,0 0 0 0 0,-1-1-1 0 0,1 1 1 0 0,0 0-1 0 0,-1 0 1 0 0,1-1 0 0 0,-1 1-1 0 0,1 0 1 0 0,0 0-1 0 0,-1 0 1 0 0,1-1 0 0 0,-1 1-1 0 0,1 0 1 0 0,-1 0-1 0 0,1 0 1 0 0,-1 0 0 0 0,1 0-1 0 0,0 0 1 0 0,-1 0-1 0 0,1 0 1 0 0,-1 0 0 0 0,1 0-1 0 0,-1 0 1 0 0,1 0 0 0 0,-1 0-1 0 0,1 0 1 0 0,0 1-1 0 0,-1-1 1 0 0,1 0 0 0 0,-1 0-1 0 0,1 0 1 0 0,0 1-1 0 0,-1-1 1 0 0,1 0 0 0 0,-1 1-1 0 0,1-1 1 0 0,-1 1-1 0 0,-18 18-62 0 0,19-19 62 0 0,-13 18 61 0 0,0 0 0 0 0,2 1 0 0 0,0 0 0 0 0,-13 34 0 0 0,-21 85 317 0 0,35-98-218 0 0,-9 76 1 0 0,18-101-117 0 0,0-1 0 0 0,1 1 0 0 0,0-1-1 0 0,1 1 1 0 0,1 0 0 0 0,0-1 0 0 0,1 0 0 0 0,9 24 0 0 0,-11-33-96 0 0,2 0 0 0 0,-1 0 0 0 0,0-1 0 0 0,1 0-1 0 0,0 1 1 0 0,0-1 0 0 0,0 0 0 0 0,1 0 0 0 0,-1-1 0 0 0,1 1 0 0 0,0-1 0 0 0,0 1 0 0 0,0-1 0 0 0,1-1 0 0 0,8 5 0 0 0,-6-4-205 0 0,-1 0 1 0 0,1-1 0 0 0,1-1-1 0 0,-1 1 1 0 0,0-1-1 0 0,0 0 1 0 0,1-1 0 0 0,-1 0-1 0 0,0 0 1 0 0,10-1 0 0 0,-1-2-313 0 0,-1 0 1 0 0,1-1 0 0 0,0-1 0 0 0,-1 0-1 0 0,0-1 1 0 0,0-1 0 0 0,-1 0 0 0 0,0-1-1 0 0,21-15 1 0 0,-15 6 322 0 0,-1-1-1 0 0,0 0 1 0 0,-1-2-1 0 0,-1 0 1 0 0,-1-1-1 0 0,-1 0 1 0 0,14-28-1 0 0,73-169 2331 0 0,-97 206-1875 0 0,40-116 3014 0 0,-16 41 171 0 0,-23 72-2702 0 0,-9 25-398 0 0,-9 31 4 0 0,10-37-170 0 0,-65 272 1761 0 0,36-139-1395 0 0,11-41-268 0 0,-9 37 855 0 0,25-117 732 0 0,11-35-791 0 0,5-13-879 0 0,3 3-123 0 0,31-45 1 0 0,-37 62-57 0 0,0 1 1 0 0,0 0-1 0 0,1 0 1 0 0,0 1-1 0 0,1 1 1 0 0,13-10-1 0 0,-23 18 26 0 0,1 0 1 0 0,-1 0-1 0 0,1 0 1 0 0,0 0-1 0 0,0 0 0 0 0,-1 0 1 0 0,1 1-1 0 0,0-1 1 0 0,0 1-1 0 0,0-1 1 0 0,0 1-1 0 0,0 0 0 0 0,0-1 1 0 0,-1 1-1 0 0,1 0 1 0 0,0 0-1 0 0,0 1 0 0 0,0-1 1 0 0,0 0-1 0 0,0 1 1 0 0,2 0-1 0 0,-1 0 5 0 0,-1 0 0 0 0,1 1 0 0 0,-1 0 0 0 0,0-1 0 0 0,0 1 0 0 0,1 0 0 0 0,-1 0 0 0 0,-1 0 1 0 0,1 0-1 0 0,0 0 0 0 0,0 1 0 0 0,2 4 0 0 0,1 3 7 0 0,0 1 1 0 0,-1 0 0 0 0,0 0-1 0 0,-1 1 1 0 0,3 17-1 0 0,-3-6 37 0 0,-1 35 0 0 0,-2-37-7 0 0,1-1-1 0 0,4 24 0 0 0,-5-42-195 0 0,1-1 1 0 0,-1 1-1 0 0,0 0 0 0 0,1-1 0 0 0,-1 1 0 0 0,1 0 1 0 0,0-1-1 0 0,-1 1 0 0 0,1-1 0 0 0,0 1 1 0 0,0-1-1 0 0,0 1 0 0 0,0-1 0 0 0,0 0 1 0 0,0 0-1 0 0,1 1 0 0 0,-1-1 0 0 0,0 0 1 0 0,1 0-1 0 0,-1 0 0 0 0,1 0 0 0 0,-1 0 1 0 0,1-1-1 0 0,2 2 0 0 0,0-1-743 0 0,-1-1 1 0 0,1 1-1 0 0,0-1 0 0 0,0 0 1 0 0,0 0-1 0 0,0 0 0 0 0,0-1 1 0 0,0 1-1 0 0,5-3 0 0 0,6 0-5412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72 2196 0 0,'-8'-16'13891'0'0,"9"15"-13875"0"0,0 0 0 0 0,0 0-1 0 0,0 0 1 0 0,0 0-1 0 0,1 0 1 0 0,-1 0 0 0 0,0 1-1 0 0,1-1 1 0 0,-1 0-1 0 0,0 1 1 0 0,1-1 0 0 0,-1 1-1 0 0,1 0 1 0 0,-1-1-1 0 0,0 1 1 0 0,3 0-1 0 0,33-4-50 0 0,-19 2-229 0 0,87-16-3309 0 0,-35 4-2538 0 0,-47 8 2146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0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94 117 432 0 0,'0'0'10492'0'0,"-14"-3"-2799"0"0,13 3-7678 0 0,1 1-1 0 0,-1-1 1 0 0,0 0 0 0 0,0 0 0 0 0,1 1-1 0 0,-1-1 1 0 0,0 0 0 0 0,1 1-1 0 0,-1-1 1 0 0,1 1 0 0 0,-1-1-1 0 0,1 1 1 0 0,-1-1 0 0 0,1 1-1 0 0,-1-1 1 0 0,1 1 0 0 0,-1-1 0 0 0,1 1-1 0 0,-1 0 1 0 0,1-1 0 0 0,0 1-1 0 0,-1 1 1 0 0,1-1 6 0 0,15 19 208 0 0,-11-18-203 0 0,0-1 0 0 0,0 1 0 0 0,0-1 0 0 0,1 0 0 0 0,-1 0 0 0 0,0-1 0 0 0,1 1 0 0 0,-1-1 0 0 0,1 0 0 0 0,-1 0 0 0 0,0 0 0 0 0,1 0 0 0 0,-1-1 0 0 0,0 0 0 0 0,1 0 0 0 0,-1 0 1 0 0,0-1-1 0 0,6-2 0 0 0,-7 3-15 0 0,0-1 1 0 0,0 0 0 0 0,0 1 0 0 0,0-1 0 0 0,0-1 0 0 0,-1 1-1 0 0,1 0 1 0 0,-1-1 0 0 0,0 1 0 0 0,1-1 0 0 0,-1 0-1 0 0,0 1 1 0 0,0-1 0 0 0,-1 0 0 0 0,1 0 0 0 0,-1-1 0 0 0,1 1-1 0 0,-1 0 1 0 0,0 0 0 0 0,0-1 0 0 0,-1 1 0 0 0,1 0 0 0 0,-1-1-1 0 0,1-5 1 0 0,-1 4 26 0 0,0 1 0 0 0,-1-1 0 0 0,1 0 0 0 0,-1 0 0 0 0,0 1 0 0 0,-1-1 0 0 0,-1-5 0 0 0,2 8-32 0 0,0 0 0 0 0,0 0 0 0 0,0 1 0 0 0,0-1 0 0 0,0 0 0 0 0,-1 0 0 0 0,1 0 0 0 0,0 1 0 0 0,-1-1 0 0 0,0 1 0 0 0,1-1 0 0 0,-1 1 0 0 0,0 0 0 0 0,0 0 0 0 0,0-1 0 0 0,0 1 0 0 0,-3-1 0 0 0,3 2-11 0 0,0-1 0 0 0,0 1 0 0 0,0 0 0 0 0,0 0 0 0 0,0 1 0 0 0,0-1 0 0 0,0 0 1 0 0,0 1-1 0 0,0-1 0 0 0,0 1 0 0 0,0-1 0 0 0,0 1 0 0 0,0 0 0 0 0,0 0 1 0 0,1 0-1 0 0,-3 1 0 0 0,-23 18-45 0 0,13-8 23 0 0,1 1-1 0 0,1 1 1 0 0,0 0 0 0 0,-18 29-1 0 0,25-35 32 0 0,0 0 0 0 0,1 0 0 0 0,1 0 0 0 0,-1 1-1 0 0,1-1 1 0 0,0 1 0 0 0,1 0 0 0 0,0 0 0 0 0,1 0 0 0 0,0 0-1 0 0,0 16 1 0 0,1-21 18 0 0,0 0 0 0 0,1-1 0 0 0,-1 1 0 0 0,1-1 0 0 0,0 0 0 0 0,0 1 0 0 0,0-1-1 0 0,1 0 1 0 0,-1 1 0 0 0,1-1 0 0 0,0 0 0 0 0,0 0 0 0 0,0 0 0 0 0,0-1 0 0 0,0 1 0 0 0,5 4 0 0 0,-3-4-98 0 0,0 0 0 0 0,1 0 1 0 0,-1 0-1 0 0,1-1 1 0 0,0 0-1 0 0,0 0 0 0 0,0 0 1 0 0,0 0-1 0 0,0-1 0 0 0,6 1 1 0 0,6 0-1098 0 0,0-1 0 0 0,0 0-1 0 0,0-1 1 0 0,1-1 0 0 0,30-6 0 0 0,-14 0-2963 0 0,4-3-2009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1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97 2520 0 0,'4'-27'7047'0'0,"-1"-37"0"0"0,-3 63-7030 0 0,0 1 0 0 0,-1 0 0 0 0,1-1 0 0 0,0 1 0 0 0,0 0 0 0 0,-1-1 0 0 0,1 1 0 0 0,0 0-1 0 0,-1 0 1 0 0,1-1 0 0 0,0 1 0 0 0,-1 0 0 0 0,1 0 0 0 0,0 0 0 0 0,-1 0 0 0 0,1-1 0 0 0,-1 1 0 0 0,1 0 0 0 0,0 0 0 0 0,-1 0 0 0 0,1 0-1 0 0,-1 0 1 0 0,1 0 0 0 0,-1 0 0 0 0,1 0 0 0 0,0 0 0 0 0,-1 0 0 0 0,1 0 0 0 0,-1 0 0 0 0,1 0 0 0 0,0 1 0 0 0,-1-1 0 0 0,1 0 0 0 0,-1 0-1 0 0,1 0 1 0 0,0 1 0 0 0,-1-1 0 0 0,1 0 0 0 0,-1 1 0 0 0,-15 6 114 0 0,16-7-128 0 0,-14 10 57 0 0,1 1 1 0 0,0 1-1 0 0,1 0 1 0 0,0 1-1 0 0,1 0 1 0 0,0 1-1 0 0,-13 22 1 0 0,3-6-16 0 0,-5 7 3 0 0,-36 69 1 0 0,52-86-20 0 0,1 1 1 0 0,1-1-1 0 0,0 1 0 0 0,2 1 1 0 0,-5 32-1 0 0,10-50-66 0 0,0 0-1 0 0,1 1 1 0 0,0-1-1 0 0,-1 0 1 0 0,2 1 0 0 0,-1-1-1 0 0,0 0 1 0 0,1 1 0 0 0,0-1-1 0 0,0 0 1 0 0,0 0-1 0 0,1 0 1 0 0,0 0 0 0 0,2 6-1 0 0,-1-7-104 0 0,-1 0 1 0 0,1 0-1 0 0,0 0 0 0 0,0-1 0 0 0,0 1 0 0 0,0-1 1 0 0,0 0-1 0 0,0 0 0 0 0,1 0 0 0 0,-1 0 0 0 0,1-1 0 0 0,-1 1 1 0 0,1-1-1 0 0,-1 0 0 0 0,1 0 0 0 0,5 1 0 0 0,6-1-768 0 0,0 0 0 0 0,0 0 0 0 0,0-2 0 0 0,0 0 0 0 0,0 0 0 0 0,0-2 0 0 0,0 1 0 0 0,-1-2 0 0 0,20-7 0 0 0,1-3-2841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94 127 1464 0 0,'4'-14'2305'0'0,"0"-2"-1"0"0,-1 1 1 0 0,0 0-1 0 0,0-17 1 0 0,-3 32-2243 0 0,0-1 1 0 0,0 1 0 0 0,0-1 0 0 0,0 1 0 0 0,0-1-1 0 0,0 1 1 0 0,0-1 0 0 0,0 1 0 0 0,0-1 0 0 0,0 1 0 0 0,0-1-1 0 0,0 1 1 0 0,0-1 0 0 0,0 1 0 0 0,-1-1 0 0 0,1 1 0 0 0,0-1-1 0 0,0 1 1 0 0,0-1 0 0 0,-1 1 0 0 0,1-1 0 0 0,0 1 0 0 0,-1 0-1 0 0,1-1 1 0 0,-1 1 0 0 0,1 0 0 0 0,0-1 0 0 0,-1 1 0 0 0,0-1-1 0 0,0 1-26 0 0,0 0 0 0 0,1 1 0 0 0,-1-1 0 0 0,0 0-1 0 0,0 0 1 0 0,0 0 0 0 0,1 1 0 0 0,-1-1 0 0 0,0 0-1 0 0,0 1 1 0 0,1-1 0 0 0,-1 1 0 0 0,0-1 0 0 0,1 1-1 0 0,-2 0 1 0 0,-21 25 483 0 0,8-1-29 0 0,-22 50 0 0 0,34-67-449 0 0,0 0 0 0 0,0 0 0 0 0,1 1 0 0 0,0-1 0 0 0,1 1 0 0 0,0 0 0 0 0,0-1 0 0 0,0 1 0 0 0,1 0 0 0 0,3 16 0 0 0,-3-22-26 0 0,1 0 0 0 0,0 0 0 0 0,0-1 0 0 0,0 1 0 0 0,0 0 1 0 0,1-1-1 0 0,-1 1 0 0 0,1-1 0 0 0,-1 1 0 0 0,1-1 0 0 0,0 0 1 0 0,0 0-1 0 0,0 0 0 0 0,0 0 0 0 0,5 4 0 0 0,-2-3 4 0 0,-1-1-1 0 0,1 1 0 0 0,0-1 0 0 0,1 0 0 0 0,-1 0 1 0 0,0 0-1 0 0,11 1 0 0 0,-2-1 6 0 0,-1-1 0 0 0,1 0 0 0 0,0-1 0 0 0,0-1 0 0 0,-1 0 0 0 0,15-4 0 0 0,-20 3 10 0 0,0 0 1 0 0,0-1 0 0 0,0 0-1 0 0,0-1 1 0 0,-1 0 0 0 0,0 0-1 0 0,0 0 1 0 0,0-1 0 0 0,0 0-1 0 0,-1 0 1 0 0,1-1-1 0 0,-1 0 1 0 0,-1 0 0 0 0,1 0-1 0 0,-1-1 1 0 0,0 0 0 0 0,-1 0-1 0 0,1 0 1 0 0,-2 0 0 0 0,1-1-1 0 0,-1 1 1 0 0,0-1 0 0 0,0 0-1 0 0,-1 0 1 0 0,0 0 0 0 0,-1-1-1 0 0,1 1 1 0 0,-2 0 0 0 0,1-1-1 0 0,-1 1 1 0 0,0 0-1 0 0,-1-1 1 0 0,0 1 0 0 0,0 0-1 0 0,-4-12 1 0 0,3 15-17 0 0,1 0 0 0 0,-1 0 0 0 0,1 1 0 0 0,-1-1 0 0 0,0 1 0 0 0,-1-1-1 0 0,1 1 1 0 0,-1 0 0 0 0,0 0 0 0 0,0 0 0 0 0,-1 0 0 0 0,1 0 0 0 0,-7-4 0 0 0,7 6-23 0 0,0 0 0 0 0,-1 0 0 0 0,1 1 0 0 0,-1-1 0 0 0,1 1 0 0 0,-1 0 0 0 0,1 0 0 0 0,-1 0 0 0 0,1 1 0 0 0,-1-1 0 0 0,0 1 0 0 0,0 0 0 0 0,1 0 0 0 0,-1 0 0 0 0,0 0 0 0 0,1 1 0 0 0,-1 0 0 0 0,0-1 0 0 0,-3 3 0 0 0,-2 0-29 0 0,-1 0 0 0 0,1 1 1 0 0,0 0-1 0 0,1 1 0 0 0,-1 0 0 0 0,1 0 0 0 0,0 1 1 0 0,-11 9-1 0 0,16-12-244 0 0,-1 0 1 0 0,1 1-1 0 0,-1-1 1 0 0,1 1-1 0 0,0 0 0 0 0,1 0 1 0 0,-1 0-1 0 0,1 0 1 0 0,-1 0-1 0 0,1 1 1 0 0,0-1-1 0 0,1 1 0 0 0,-1 0 1 0 0,1-1-1 0 0,0 1 1 0 0,0 0-1 0 0,0 0 1 0 0,1 8-1 0 0,0-11-45 0 0,0-1 1 0 0,1 1-1 0 0,-1 0 0 0 0,1 0 0 0 0,0-1 1 0 0,-1 1-1 0 0,1 0 0 0 0,0-1 1 0 0,0 1-1 0 0,0-1 0 0 0,0 1 1 0 0,0-1-1 0 0,1 0 0 0 0,-1 1 0 0 0,0-1 1 0 0,1 0-1 0 0,-1 0 0 0 0,0 0 1 0 0,1 0-1 0 0,0 0 0 0 0,-1 0 1 0 0,3 1-1 0 0,7 3-3621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1920 0 0,'41'-67'13379'0'0,"-29"77"-12492"0"0,-9-6-660 0 0,1 1 0 0 0,-1 1 0 0 0,1-1 0 0 0,-2 0 0 0 0,1 1 0 0 0,0 0 0 0 0,-1 0 0 0 0,3 11 1 0 0,7 53 700 0 0,-9-48-634 0 0,1 21 340 0 0,-2 0 1 0 0,-3 48 0 0 0,-1-20 4655 0 0,2-69-3766 0 0,-1-3-1500 0 0,0 1 0 0 0,0 0 1 0 0,0 0-1 0 0,1 0 0 0 0,-1 0 0 0 0,0-1 1 0 0,0 1-1 0 0,0-1 0 0 0,0 1 0 0 0,1 0 1 0 0,-1-1-1 0 0,0 1 0 0 0,0-1 0 0 0,1 0 0 0 0,-1 1 1 0 0,0-1-1 0 0,1 1 0 0 0,-1-1 0 0 0,1 0 1 0 0,-1 0-1 0 0,1 1 0 0 0,-1-1 0 0 0,1 0 1 0 0,-1 0-1 0 0,1 0 0 0 0,0 1 0 0 0,-1-1 1 0 0,1 0-1 0 0,0 0 0 0 0,0 0 0 0 0,0 0 0 0 0,0 0 1 0 0,0 0-1 0 0,0 0 0 0 0,0 1 0 0 0,0-3 1 0 0,4-36-175 0 0,-3 33 80 0 0,3-11-568 0 0,0 1-1 0 0,0 0 0 0 0,2 0 0 0 0,0 1 0 0 0,1-1 1 0 0,0 1-1 0 0,1 1 0 0 0,1 0 0 0 0,1 0 0 0 0,17-20 1 0 0,-13 19-2069 0 0,0 0 1 0 0,1 1 0 0 0,1 1-1 0 0,32-21 1 0 0,-31 24-3179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11 1348 0 0,'0'0'2627'0'0,"2"-11"5678"0"0,-11 171 526 0 0,-25 111-6949 0 0,22-217-1371 0 0,10-49-287 0 0,1 0 1 0 0,-1-1-1 0 0,0 1 1 0 0,-1 0-1 0 0,1-1 0 0 0,-1 0 1 0 0,0 1-1 0 0,-4 4 1 0 0,5-7-80 0 0,-2-4 60 0 0,4 2-201 0 0,0 0 0 0 0,-1 0 0 0 0,1 0-1 0 0,0 0 1 0 0,-1 0 0 0 0,1 0 0 0 0,0 0 0 0 0,-1 0 0 0 0,1 0-1 0 0,0 0 1 0 0,-1 0 0 0 0,1 0 0 0 0,0 0 0 0 0,0 0 0 0 0,-1 0 0 0 0,1 0-1 0 0,0-1 1 0 0,-1 1 0 0 0,1 0 0 0 0,0 0 0 0 0,0 0 0 0 0,-1-1-1 0 0,1 1 1 0 0,0 0 0 0 0,0 0 0 0 0,0 0 0 0 0,-1-1 0 0 0,1 1-1 0 0,0 0 1 0 0,0-1 0 0 0,-3-7-57 0 0,1 1-1 0 0,0-1 1 0 0,0 0 0 0 0,1 0-1 0 0,0-1 1 0 0,0 1-1 0 0,1 0 1 0 0,0 0 0 0 0,0 0-1 0 0,1 0 1 0 0,2-10-1 0 0,0 6-172 0 0,1 1 0 0 0,0-1 0 0 0,0 0-1 0 0,1 1 1 0 0,1 0 0 0 0,12-19-1 0 0,-6 13-997 0 0,1 1 0 0 0,1 0 0 0 0,22-20 0 0 0,-16 19-2303 0 0,0 1 1 0 0,26-16 0 0 0,-29 21-2363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21 1764 0 0,'0'0'2228'0'0,"7"19"6543"0"0,-6 3-6776 0 0,-1-16-1661 0 0,1 0-1 0 0,-1-1 1 0 0,1 1-1 0 0,0-1 1 0 0,0 1 0 0 0,4 9-1 0 0,-5-13-283 0 0,2 0-1 0 0,-1-1 1 0 0,0 1-1 0 0,0 0 1 0 0,1-1 0 0 0,-1 1-1 0 0,1 0 1 0 0,-1-1-1 0 0,1 0 1 0 0,-1 1-1 0 0,1-1 1 0 0,0 0-1 0 0,0 0 1 0 0,0 0-1 0 0,0 0 1 0 0,0 0 0 0 0,0 0-1 0 0,0-1 1 0 0,0 1-1 0 0,0-1 1 0 0,0 1-1 0 0,0-1 1 0 0,3 0-1 0 0,-2 1-18 0 0,1-1 0 0 0,-1 0-1 0 0,1 0 1 0 0,-1 0 0 0 0,1-1 0 0 0,-1 1-1 0 0,0-1 1 0 0,1 0 0 0 0,-1 0 0 0 0,0 0-1 0 0,1 0 1 0 0,-1-1 0 0 0,0 1-1 0 0,0-1 1 0 0,0 0 0 0 0,0 1 0 0 0,0-2-1 0 0,-1 1 1 0 0,5-4 0 0 0,-4 2-19 0 0,1 0 0 0 0,-1 0 1 0 0,0-1-1 0 0,-1 0 0 0 0,1 1 1 0 0,-1-1-1 0 0,1 0 0 0 0,-1 0 1 0 0,-1-1-1 0 0,1 1 0 0 0,-1 0 0 0 0,0 0 1 0 0,0-7-1 0 0,-1 12-10 0 0,0-23-35 0 0,0 23 28 0 0,0-1 1 0 0,-1 0-1 0 0,1 0 0 0 0,0 0 0 0 0,0 1 0 0 0,0-1 0 0 0,-1 0 0 0 0,1 1 0 0 0,0-1 0 0 0,-1 0 0 0 0,1 1 0 0 0,-1-1 0 0 0,1 0 0 0 0,-1 1 0 0 0,1-1 1 0 0,-1 1-1 0 0,1-1 0 0 0,-1 1 0 0 0,0-1 0 0 0,1 1 0 0 0,-1-1 0 0 0,1 1 0 0 0,-1 0 0 0 0,0-1 0 0 0,0 1 0 0 0,1 0 0 0 0,-1-1 0 0 0,0 1 0 0 0,0 0 0 0 0,1 0 1 0 0,-1 0-1 0 0,0 0 0 0 0,0 0 0 0 0,1 0 0 0 0,-1 0 0 0 0,0 0 0 0 0,-1 0 0 0 0,-8 3 33 0 0,1 0 0 0 0,-1 0 0 0 0,1 1 0 0 0,0 0 0 0 0,0 1 0 0 0,0 0 0 0 0,1 1 0 0 0,0-1-1 0 0,0 2 1 0 0,0-1 0 0 0,-12 14 0 0 0,-2 4 147 0 0,0 2 1 0 0,-24 37-1 0 0,6 5-10 0 0,36-61-140 0 0,1 0-1 0 0,0 0 0 0 0,1 0 1 0 0,0 1-1 0 0,0-1 0 0 0,0 1 1 0 0,-1 14-1 0 0,3-20-102 0 0,0 0 0 0 0,0-1 0 0 0,1 1 0 0 0,-1 0 0 0 0,0-1 0 0 0,1 1 0 0 0,-1 0 0 0 0,1-1 1 0 0,-1 1-1 0 0,1-1 0 0 0,0 1 0 0 0,0-1 0 0 0,0 1 0 0 0,0-1 0 0 0,0 1 0 0 0,0-1 0 0 0,0 0 0 0 0,0 0 0 0 0,0 1 0 0 0,1-1 0 0 0,-1 0 0 0 0,0 0 1 0 0,1 0-1 0 0,-1 0 0 0 0,1-1 0 0 0,-1 1 0 0 0,1 0 0 0 0,0-1 0 0 0,-1 1 0 0 0,1-1 0 0 0,3 1 0 0 0,2 0-585 0 0,0 0 0 0 0,0 0 0 0 0,0-1 1 0 0,0 0-1 0 0,0 0 0 0 0,10-3 0 0 0,34-9-4850 0 0,-23 3 492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157 113 1220 0 0,'80'-111'15252'0'0,"-79"110"-14622"0"0,-24 30 490 0 0,19-23-1085 0 0,0 1-1 0 0,0-1 1 0 0,1 1-1 0 0,0 0 1 0 0,0 0-1 0 0,1 1 1 0 0,-1-1-1 0 0,1 1 1 0 0,1-1-1 0 0,0 1 1 0 0,0-1-1 0 0,0 1 1 0 0,1 0-1 0 0,0-1 1 0 0,1 1-1 0 0,0 0 1 0 0,0-1-1 0 0,0 1 1 0 0,1-1-1 0 0,0 1 1 0 0,4 9-1 0 0,-3-11-1 0 0,9 25 251 0 0,15 61 0 0 0,-26-90-154 0 0,-1 0 0 0 0,0 0 0 0 0,1 0 0 0 0,-1 0 0 0 0,0 0 0 0 0,0 0 0 0 0,-1 0 0 0 0,1 0 0 0 0,0 0 0 0 0,-1 0 0 0 0,1 0 0 0 0,-1 0 0 0 0,1 0 0 0 0,-1 0 0 0 0,0-1 0 0 0,0 1 0 0 0,0 0 0 0 0,0 0 0 0 0,-2 1 0 0 0,0 0 5 0 0,1 0-1 0 0,-1 0 1 0 0,0-1 0 0 0,0 0 0 0 0,-1 0 0 0 0,1 0-1 0 0,0 0 1 0 0,-1 0 0 0 0,-5 2 0 0 0,-3 0 48 0 0,-1-1 1 0 0,0 0 0 0 0,0-1 0 0 0,-21 2-1 0 0,21-4-143 0 0,0 1-1 0 0,0-2 1 0 0,0 0-1 0 0,-17-3 1 0 0,29 4-190 0 0,0 0 0 0 0,0 0 0 0 0,0 0 0 0 0,0 0 0 0 0,0 0 0 0 0,0 0 0 0 0,0 0 0 0 0,0-1 0 0 0,0 1 1 0 0,0 0-1 0 0,0-1 0 0 0,0 1 0 0 0,0-1 0 0 0,0 1 0 0 0,1-1 0 0 0,-1 0 0 0 0,0 1 0 0 0,0-1 0 0 0,0 0 1 0 0,1 1-1 0 0,-1-1 0 0 0,0 0 0 0 0,1 0 0 0 0,-1 0 0 0 0,1 0 0 0 0,-1 0 0 0 0,1 1 0 0 0,-1-1 0 0 0,1 0 0 0 0,-1 0 1 0 0,1 0-1 0 0,0 0 0 0 0,0 0 0 0 0,0 0 0 0 0,-1-1 0 0 0,1 1 0 0 0,0 0 0 0 0,0 0 0 0 0,0 0 0 0 0,1 0 1 0 0,-1 0-1 0 0,0-1 0 0 0,2-2-923 0 0,-1 0 0 0 0,1 0 0 0 0,0 1 1 0 0,-1-1-1 0 0,2 1 0 0 0,-1-1 0 0 0,0 1 1 0 0,6-6-1 0 0,6-5-5068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882 62 1772 0 0,'5'-59'14487'0'0,"-5"57"-13998"0"0,-3 4-284 0 0,1 1-1 0 0,-1 0 1 0 0,1 0-1 0 0,0 0 1 0 0,0 0-1 0 0,-2 4 1 0 0,3-5-29 0 0,-21 42 1240 0 0,1 1 0 0 0,-24 79 0 0 0,29-78-741 0 0,-125 460 3829 0 0,38 9-1444 0 0,3-16-1223 0 0,98-487-1831 0 0,-48 184 58 0 0,40-167-61 0 0,0 1 1 0 0,-2-1-1 0 0,-2-1 1 0 0,-23 38-1 0 0,35-62-83 0 0,-1 0 0 0 0,0 0 0 0 0,0 0 0 0 0,-1 0 1 0 0,1 0-1 0 0,-1 0 0 0 0,0-1 0 0 0,0 0 0 0 0,0 0 0 0 0,0 0 0 0 0,-7 3 0 0 0,8-5 17 0 0,1 0-1 0 0,-1 0 1 0 0,0-1-1 0 0,1 0 0 0 0,-1 1 1 0 0,0-1-1 0 0,0 0 0 0 0,0 0 1 0 0,1 0-1 0 0,-1-1 0 0 0,0 1 1 0 0,0-1-1 0 0,1 0 1 0 0,-1 1-1 0 0,0-1 0 0 0,1 0 1 0 0,-1 0-1 0 0,1-1 0 0 0,-1 1 1 0 0,1-1-1 0 0,0 1 0 0 0,-4-4 1 0 0,-3-3-551 0 0,-1 0 0 0 0,2-1-1 0 0,-1 0 1 0 0,1-1 0 0 0,0 0 0 0 0,1 0 0 0 0,0-1 0 0 0,1 0 0 0 0,-7-14-1 0 0,-1-9-2123 0 0,-20-69-1 0 0,23 57-502 0 0,2-1 1 0 0,-5-64 0 0 0,9 35-3361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3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1 205 168 0 0,'15'-24'1463'0'0,"1"1"1"0"0,1 0-1 0 0,1 2 1 0 0,40-38-1 0 0,-51 53-1208 0 0,0 0 0 0 0,1 0 0 0 0,0 1 0 0 0,0 1 1 0 0,0-1-1 0 0,0 1 0 0 0,1 1 0 0 0,0-1 0 0 0,0 2 0 0 0,0-1 0 0 0,0 1 0 0 0,0 0 0 0 0,0 1 0 0 0,0 0 0 0 0,1 1 0 0 0,-1 0 0 0 0,0 0 0 0 0,18 3 0 0 0,-9 1 1 0 0,0 1 0 0 0,-1 1 0 0 0,1 0-1 0 0,-1 2 1 0 0,0-1 0 0 0,-1 2 0 0 0,0 0 0 0 0,-1 1-1 0 0,1 1 1 0 0,14 14 0 0 0,-18-15-14 0 0,0 2 1 0 0,-1-1-1 0 0,-1 1 0 0 0,0 1 0 0 0,0 0 0 0 0,-1 0 1 0 0,-1 1-1 0 0,0 0 0 0 0,-1 1 0 0 0,-1 0 0 0 0,9 29 1 0 0,-13-37-94 0 0,-1 1 1 0 0,0-1-1 0 0,0 1 1 0 0,-1 0-1 0 0,0-1 1 0 0,-1 1 0 0 0,0-1-1 0 0,0 1 1 0 0,0-1-1 0 0,-1 1 1 0 0,0-1-1 0 0,0 0 1 0 0,-1 1-1 0 0,0-1 1 0 0,0 0-1 0 0,-1-1 1 0 0,0 1 0 0 0,-8 10-1 0 0,6-10-81 0 0,1-1 0 0 0,-1 1 0 0 0,-1-1 0 0 0,1-1 0 0 0,-1 1 0 0 0,0-1 0 0 0,0 0 0 0 0,-1-1 0 0 0,1 1 0 0 0,-1-2 0 0 0,0 1 0 0 0,0-1 0 0 0,-1 0 0 0 0,1-1 0 0 0,-16 3 0 0 0,19-4-310 0 0,0-1 0 0 0,0 0 0 0 0,0 0 0 0 0,0 0 0 0 0,0-1 0 0 0,0 1 0 0 0,-5-3 0 0 0,7 3-187 0 0,1-1 0 0 0,0 0 0 0 0,-1 0 0 0 0,1 0 0 0 0,0 0 0 0 0,0-1 0 0 0,0 1 0 0 0,0-1 0 0 0,-3-2 0 0 0,5 3 23 0 0,-1 0 0 0 0,1-1 0 0 0,0 0 0 0 0,0 1 0 0 0,0-1 0 0 0,0 1 0 0 0,0-1 1 0 0,0 1-1 0 0,0-1 0 0 0,0 1 0 0 0,1-1 0 0 0,-1 1 0 0 0,0-1 0 0 0,1 1 0 0 0,0 0 0 0 0,-1-1 1 0 0,1 1-1 0 0,0-2 0 0 0,7-10-5233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12 2700 0 0,'22'-12'10699'0'0,"-21"13"-10619"0"0,0-1 1 0 0,-1 1-1 0 0,1 0 1 0 0,-1-1-1 0 0,1 1 1 0 0,-1 0-1 0 0,1-1 1 0 0,-1 1-1 0 0,1 0 1 0 0,-1 0-1 0 0,1-1 1 0 0,-1 1-1 0 0,0 0 1 0 0,0 0-1 0 0,1 0 1 0 0,-1 0-1 0 0,0-1 1 0 0,0 1-1 0 0,0 0 1 0 0,0 0-1 0 0,0 0 1 0 0,0 0-1 0 0,0 0 1 0 0,0-1-1 0 0,0 1 1 0 0,0 0-1 0 0,-1 0 1 0 0,1 0-1 0 0,-1 1 1 0 0,-10 38 1516 0 0,4-17-906 0 0,-2 16-85 0 0,6-26-469 0 0,-1 1 0 0 0,2-1 1 0 0,0 1-1 0 0,0-1 0 0 0,1 16 0 0 0,2-26-116 0 0,-1 1 0 0 0,0-1 0 0 0,1 0 1 0 0,0 0-1 0 0,-1 0 0 0 0,1 0 0 0 0,0 0 0 0 0,1 0 0 0 0,-1-1 0 0 0,1 1 0 0 0,-1 0 0 0 0,1 0 0 0 0,0-1 0 0 0,0 1 0 0 0,0-1 0 0 0,0 0 0 0 0,0 1 0 0 0,0-1 0 0 0,1 0 0 0 0,-1 0 0 0 0,1-1 0 0 0,-1 1 0 0 0,1 0 0 0 0,0-1 0 0 0,0 0 0 0 0,0 0 1 0 0,4 2-1 0 0,-3-2-8 0 0,-1 0 0 0 0,1-1 0 0 0,0 1 0 0 0,-1-1 0 0 0,1 0 0 0 0,0 0 0 0 0,0 0 0 0 0,-1 0 0 0 0,1-1 0 0 0,0 0 0 0 0,0 1 0 0 0,-1-1 0 0 0,1 0 0 0 0,-1-1 0 0 0,1 1 0 0 0,-1-1 0 0 0,1 0 0 0 0,-1 1 0 0 0,0-2 0 0 0,0 1 0 0 0,0 0 0 0 0,0 0 0 0 0,0-1 0 0 0,-1 0 0 0 0,1 1 0 0 0,-1-1 0 0 0,1 0 0 0 0,-1 0 0 0 0,0-1 0 0 0,0 1 0 0 0,-1 0 0 0 0,1-1 0 0 0,-1 1 0 0 0,1-1 0 0 0,0-4 0 0 0,1-5-11 0 0,0 0 1 0 0,0 0 0 0 0,-2 1-1 0 0,0-1 1 0 0,0 0-1 0 0,-2-16 1 0 0,1 24-14 0 0,-1-1 0 0 0,1 0 0 0 0,-1 1 0 0 0,0-1 0 0 0,-1 1 0 0 0,1 0 0 0 0,-1-1 0 0 0,-1 1 0 0 0,1 0 0 0 0,0 0 0 0 0,-1 0 0 0 0,0 1 0 0 0,0-1 0 0 0,-1 0 0 0 0,1 1 0 0 0,-9-8 0 0 0,9 10-3 0 0,-1 0-1 0 0,1-1 1 0 0,-1 1 0 0 0,1 1-1 0 0,-1-1 1 0 0,0 0 0 0 0,0 1-1 0 0,0 0 1 0 0,1 0 0 0 0,-1 0-1 0 0,0 0 1 0 0,-1 1 0 0 0,1-1-1 0 0,0 1 1 0 0,-6 1 0 0 0,4-1 1 0 0,-1 2 0 0 0,1-1-1 0 0,-1 1 1 0 0,1 0 0 0 0,0 0 0 0 0,0 1 0 0 0,0 0 0 0 0,-11 6 0 0 0,6-1 0 0 0,-1 1 1 0 0,2 0-1 0 0,-1 0 0 0 0,1 1 1 0 0,1 0-1 0 0,0 1 1 0 0,0 0-1 0 0,-10 17 1 0 0,16-22 14 0 0,-1 1 0 0 0,1-1-1 0 0,1 0 1 0 0,-1 1 0 0 0,1 0 0 0 0,0-1 0 0 0,1 1 0 0 0,-1 0 0 0 0,1 0-1 0 0,1 0 1 0 0,-1 0 0 0 0,1 0 0 0 0,1 8 0 0 0,0-11-26 0 0,0 0-1 0 0,0 0 1 0 0,0-1 0 0 0,0 1 0 0 0,1 0-1 0 0,0 0 1 0 0,0-1 0 0 0,0 1 0 0 0,0-1-1 0 0,0 0 1 0 0,1 1 0 0 0,-1-1 0 0 0,1 0-1 0 0,0-1 1 0 0,0 1 0 0 0,0 0 0 0 0,0-1-1 0 0,1 0 1 0 0,-1 1 0 0 0,0-1 0 0 0,1-1 0 0 0,0 1-1 0 0,-1 0 1 0 0,5 0 0 0 0,2 1-129 0 0,0 0 0 0 0,-1-1 1 0 0,1-1-1 0 0,0 0 1 0 0,0 0-1 0 0,0-1 0 0 0,0 0 1 0 0,0-1-1 0 0,0 0 0 0 0,0 0 1 0 0,0-1-1 0 0,-1-1 0 0 0,1 1 1 0 0,-1-2-1 0 0,1 1 1 0 0,-1-1-1 0 0,0-1 0 0 0,0 1 1 0 0,8-7-1 0 0,16-12 8 0 0,-2-1 1 0 0,-1-2-1 0 0,39-41 0 0 0,-58 56 153 0 0,-6 6-1 0 0,4-4-107 0 0,1-1 0 0 0,16-11 0 0 0,-25 21 99 0 0,-1 0-1 0 0,1 0 0 0 0,-1 0 0 0 0,0 0 0 0 0,1 0 0 0 0,-1 0 0 0 0,1 0 0 0 0,-1 0 0 0 0,1 0 0 0 0,-1 0 1 0 0,1 0-1 0 0,-1 0 0 0 0,1 0 0 0 0,-1 0 0 0 0,1 0 0 0 0,-1 1 0 0 0,1-1 0 0 0,-1 0 0 0 0,1 0 0 0 0,-1 1 1 0 0,0-1-1 0 0,1 0 0 0 0,-1 1 0 0 0,0-1 0 0 0,1 0 0 0 0,-1 1 0 0 0,0-1 0 0 0,1 0 0 0 0,-1 1 0 0 0,0-1 1 0 0,1 1-1 0 0,-1-1 0 0 0,0 0 0 0 0,0 2 0 0 0,8 13 126 0 0,-3 21 231 0 0,-2 0 1 0 0,-1 0-1 0 0,-2-1 0 0 0,-2 1 1 0 0,-5 38-1 0 0,2-32-128 0 0,3-24 531 0 0,0 0 1521 0 0,12-36-1729 0 0,7-21-556 0 0,2 1-1 0 0,2 1 0 0 0,1 1 1 0 0,38-47-1 0 0,-47 66-33 0 0,1 1 0 0 0,1 0 1 0 0,1 1-1 0 0,23-17 0 0 0,-29 24-7 0 0,1 1-1 0 0,-1 1 1 0 0,1 0-1 0 0,0 0 0 0 0,1 1 1 0 0,0 0-1 0 0,-1 1 1 0 0,21-4-1 0 0,-30 8 41 0 0,0 0 1 0 0,0 0-1 0 0,-1 0 0 0 0,1 0 0 0 0,0 0 1 0 0,0 0-1 0 0,0 0 0 0 0,0 0 0 0 0,0 1 0 0 0,0-1 1 0 0,0 1-1 0 0,-1 0 0 0 0,1-1 0 0 0,0 1 0 0 0,0 0 1 0 0,-1 0-1 0 0,1 0 0 0 0,-1 0 0 0 0,1 1 0 0 0,-1-1 1 0 0,1 0-1 0 0,-1 0 0 0 0,0 1 0 0 0,1-1 1 0 0,-1 1-1 0 0,0 0 0 0 0,0-1 0 0 0,0 1 0 0 0,0 0 1 0 0,-1-1-1 0 0,1 1 0 0 0,1 3 0 0 0,0 2 6 0 0,0 0 0 0 0,-1 0-1 0 0,0 0 1 0 0,0 0 0 0 0,0 1-1 0 0,-1 13 1 0 0,-3-3 33 0 0,0 1 0 0 0,-1-1 1 0 0,-1 0-1 0 0,-1 0 0 0 0,-11 25 0 0 0,-13 40-856 0 0,30-81 606 0 0,-1 1-1 0 0,0-1 0 0 0,1 1 1 0 0,-1-1-1 0 0,1 1 1 0 0,0 0-1 0 0,0-1 1 0 0,0 1-1 0 0,0 0 0 0 0,0-1 1 0 0,1 1-1 0 0,-1 0 1 0 0,1-1-1 0 0,0 1 1 0 0,-1-1-1 0 0,1 1 0 0 0,1-1 1 0 0,-1 0-1 0 0,0 1 1 0 0,0-1-1 0 0,3 3 0 0 0,-1-2-369 0 0,0-1-1 0 0,0 1 1 0 0,0-1-1 0 0,0 0 0 0 0,1 0 1 0 0,-1 0-1 0 0,1 0 0 0 0,-1 0 1 0 0,1-1-1 0 0,-1 0 0 0 0,1 0 1 0 0,0 0-1 0 0,7 1 0 0 0,11 1-3900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235 646 996 0 0,'11'-19'2477'0'0,"-1"0"0"0"0,-1 0 0 0 0,9-31 0 0 0,-15 40-1763 0 0,0-1 0 0 0,-1 1 1 0 0,0 0-1 0 0,-1-1 0 0 0,0 0 1 0 0,-1 1-1 0 0,0-1 1 0 0,-3-20-1 0 0,2 30-689 0 0,1 0 0 0 0,0 0 0 0 0,-1 0 0 0 0,1 0 0 0 0,-1 0 0 0 0,1 0 0 0 0,-1 0 0 0 0,0 0 1 0 0,1 0-1 0 0,-1 0 0 0 0,0 0 0 0 0,0 1 0 0 0,1-1 0 0 0,-1 0 0 0 0,0 1 0 0 0,0-1 0 0 0,0 0 0 0 0,0 1 0 0 0,0-1 0 0 0,0 1 0 0 0,0-1 0 0 0,0 1 0 0 0,0 0 1 0 0,0-1-1 0 0,0 1 0 0 0,0 0 0 0 0,-1 0 0 0 0,1 0 0 0 0,0 0 0 0 0,0 0 0 0 0,0 0 0 0 0,0 0 0 0 0,0 0 0 0 0,0 0 0 0 0,0 1 0 0 0,-1-1 0 0 0,1 0 0 0 0,0 1 1 0 0,-1 0-1 0 0,-6 1 78 0 0,0 1 0 0 0,0 0 0 0 0,-11 7 0 0 0,4-1-3 0 0,0 1-1 0 0,1 1 1 0 0,0 0 0 0 0,1 0 0 0 0,0 1 0 0 0,1 1-1 0 0,-14 17 1 0 0,12-10-34 0 0,0 1 1 0 0,1 0-1 0 0,1 1 0 0 0,-15 36 0 0 0,25-53-44 0 0,1 0-1 0 0,-1-1 1 0 0,1 1-1 0 0,-1 0 1 0 0,2 0-1 0 0,-1 0 1 0 0,0 0-1 0 0,1 1 1 0 0,0-1-1 0 0,0 0 1 0 0,1 0-1 0 0,1 7 1 0 0,-2-10-15 0 0,1 0 1 0 0,0 1-1 0 0,0-1 0 0 0,0 0 1 0 0,1 0-1 0 0,-1 0 0 0 0,0 0 1 0 0,1 0-1 0 0,0 0 0 0 0,-1 0 1 0 0,1 0-1 0 0,0-1 1 0 0,0 1-1 0 0,0-1 0 0 0,0 1 1 0 0,0-1-1 0 0,0 0 0 0 0,0 0 1 0 0,0 0-1 0 0,1 0 1 0 0,-1 0-1 0 0,0 0 0 0 0,1-1 1 0 0,-1 1-1 0 0,1-1 0 0 0,-1 1 1 0 0,3-1-1 0 0,4 0-157 0 0,0 0 1 0 0,-1 0-1 0 0,1-1 0 0 0,0 0 0 0 0,-1-1 0 0 0,1 0 0 0 0,-1 0 1 0 0,0-1-1 0 0,0 0 0 0 0,1 0 0 0 0,-2-1 0 0 0,1 0 0 0 0,0-1 1 0 0,-1 1-1 0 0,0-2 0 0 0,12-9 0 0 0,-1-3-237 0 0,0 0-1 0 0,-1 0 1 0 0,0-2-1 0 0,20-33 1 0 0,4-17-72 0 0,-3-2 0 0 0,-3-2 0 0 0,47-150 0 0 0,-67 177 1525 0 0,10-62 1 0 0,-25 107-1030 0 0,0 2-29 0 0,0-1-1 0 0,0 1 1 0 0,0 0-1 0 0,0-1 1 0 0,0 1-1 0 0,0 0 1 0 0,-1-1-1 0 0,1 1 1 0 0,0 0-1 0 0,0 0 1 0 0,0-1-1 0 0,0 1 1 0 0,-1 0-1 0 0,1 0 1 0 0,0-1-1 0 0,0 1 1 0 0,-1 0-1 0 0,1 0 1 0 0,0-1-1 0 0,0 1 1 0 0,-1 0-1 0 0,1 0 1 0 0,0 0-1 0 0,-1 0 1 0 0,1-1-1 0 0,0 1 1 0 0,-1 0-1 0 0,1 0 1 0 0,-1 0-1 0 0,-5 5 139 0 0,0 1-1 0 0,0 0 1 0 0,1 0-1 0 0,0 0 1 0 0,0 1-1 0 0,0-1 0 0 0,1 1 1 0 0,-7 14-1 0 0,-24 67 907 0 0,30-75-881 0 0,-10 29 98 0 0,3 2-1 0 0,1-1 1 0 0,2 2-1 0 0,2-1 0 0 0,1 1 1 0 0,3 0-1 0 0,2 0 1 0 0,6 61-1 0 0,-4-97-273 0 0,1-1 0 0 0,-1 0 0 0 0,1 0 0 0 0,1-1 1 0 0,0 1-1 0 0,0 0 0 0 0,0-1 0 0 0,1 1 0 0 0,0-1 0 0 0,1 0 0 0 0,-1-1 0 0 0,1 1 0 0 0,1-1 1 0 0,-1 0-1 0 0,1 0 0 0 0,7 5 0 0 0,-9-8-166 0 0,1 1-1 0 0,0-1 1 0 0,-1-1 0 0 0,1 1-1 0 0,1-1 1 0 0,-1 0 0 0 0,0 0-1 0 0,0 0 1 0 0,1-1 0 0 0,-1 1 0 0 0,1-1-1 0 0,-1-1 1 0 0,1 1 0 0 0,-1-1-1 0 0,1 0 1 0 0,0 0 0 0 0,-1-1-1 0 0,1 0 1 0 0,-1 0 0 0 0,1 0-1 0 0,-1 0 1 0 0,1-1 0 0 0,-1 0 0 0 0,6-3-1 0 0,0-1-80 0 0,-1 0 0 0 0,0 0-1 0 0,-1-2 1 0 0,1 1 0 0 0,-1-1-1 0 0,-1 0 1 0 0,1-1 0 0 0,-1 0 0 0 0,-1 0-1 0 0,0-1 1 0 0,11-20 0 0 0,-1-3 955 0 0,-1 0 1 0 0,16-56-1 0 0,-20 42 1549 0 0,2-6-272 0 0,-14 52-1896 0 0,-11 25 857 0 0,-1 7-470 0 0,2 1 0 0 0,1 0-1 0 0,1 1 1 0 0,2-1 0 0 0,2 1 0 0 0,-1 35 0 0 0,4-64-441 0 0,1 0 1 0 0,1-1-1 0 0,-1 1 1 0 0,0 0 0 0 0,1-1-1 0 0,0 1 1 0 0,0-1-1 0 0,0 1 1 0 0,0-1 0 0 0,1 1-1 0 0,-1-1 1 0 0,1 0-1 0 0,0 1 1 0 0,2 2 0 0 0,-2-5-148 0 0,-1 1 1 0 0,1-1 0 0 0,0 1 0 0 0,-1-1 0 0 0,1 0 0 0 0,0 0 0 0 0,0 0 0 0 0,0 0-1 0 0,0 0 1 0 0,0 0 0 0 0,0-1 0 0 0,0 1 0 0 0,0-1 0 0 0,0 1 0 0 0,1-1 0 0 0,-1 0-1 0 0,0 0 1 0 0,0 1 0 0 0,0-2 0 0 0,0 1 0 0 0,1 0 0 0 0,-1 0 0 0 0,0-1 0 0 0,3 0-1 0 0,0-1-555 0 0,0 1-1 0 0,-1-1 0 0 0,1 0 1 0 0,0 0-1 0 0,-1 0 0 0 0,1-1 0 0 0,-1 0 1 0 0,6-4-1 0 0,14-17-6260 0 0,-9 6 113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86 3272 0 0,'-50'-46'11439'0'0,"20"12"-8522"0"0,22 28-3968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24 106 448 0 0,'-7'-14'4900'0'0,"4"7"-3507"0"0,0 1-1 0 0,1-1 0 0 0,-1 1 0 0 0,1-1 0 0 0,-2-12 0 0 0,4 19-1351 0 0,1-1 0 0 0,-1 0 0 0 0,1 1 0 0 0,-1-1 0 0 0,1 1 0 0 0,-1-1 0 0 0,1 0 0 0 0,-1 1 0 0 0,1-1 0 0 0,0 1 0 0 0,-1 0 0 0 0,1-1 0 0 0,-1 1 0 0 0,1-1 0 0 0,0 1 0 0 0,0 0 0 0 0,-1 0 0 0 0,1-1 0 0 0,0 1 0 0 0,0 0 0 0 0,-1 0 0 0 0,1 0 0 0 0,0 0 0 0 0,0 0 0 0 0,-1 0 0 0 0,1 0 0 0 0,0 0 0 0 0,0 0 0 0 0,-1 0 0 0 0,1 0 0 0 0,0 0 0 0 0,0 1 0 0 0,-1-1 0 0 0,1 0 0 0 0,0 1 0 0 0,12 3 45 0 0,-1 1-1 0 0,0 0 0 0 0,-1 1 0 0 0,1 0 0 0 0,-1 0 0 0 0,0 2 0 0 0,-1-1 1 0 0,0 1-1 0 0,0 1 0 0 0,-1 0 0 0 0,13 15 0 0 0,-17-18 4 0 0,0 0 0 0 0,0 0-1 0 0,-1 1 1 0 0,0 0 0 0 0,0 0-1 0 0,-1 0 1 0 0,0 1 0 0 0,0-1-1 0 0,0 1 1 0 0,-1-1 0 0 0,0 1-1 0 0,-1 0 1 0 0,0 0 0 0 0,0 0 0 0 0,-1 0-1 0 0,1 0 1 0 0,-2 0 0 0 0,1 0-1 0 0,-1 0 1 0 0,-3 10 0 0 0,0-7 415 0 0,0-1 1 0 0,-1 1 0 0 0,-1-1 0 0 0,-11 15-1 0 0,16-22-318 0 0,1-3-165 0 0,0 0 0 0 0,-1 1 0 0 0,1-1 0 0 0,0 0 0 0 0,0 1 0 0 0,0-1 0 0 0,-1 0 1 0 0,1 1-1 0 0,0-1 0 0 0,0 0 0 0 0,-1 0 0 0 0,1 1 0 0 0,0-1 0 0 0,0 0 0 0 0,-1 0 0 0 0,1 0 1 0 0,0 1-1 0 0,-1-1 0 0 0,1 0 0 0 0,0 0 0 0 0,-1 0 0 0 0,1 0 0 0 0,0 0 0 0 0,-1 0 1 0 0,1 0-1 0 0,0 0 0 0 0,-1 0 0 0 0,1 0 0 0 0,-1 0 0 0 0,1 0 0 0 0,0 0 0 0 0,-1 0 1 0 0,1 0-1 0 0,0 0 0 0 0,-1 0 0 0 0,1 0 0 0 0,0 0 0 0 0,-1 0 0 0 0,1-1 0 0 0,0 1 1 0 0,-1 0-1 0 0,1 0 0 0 0,0 0 0 0 0,0-1 0 0 0,-1 1 0 0 0,1 0 0 0 0,0 0 0 0 0,0-1 0 0 0,-1 1 1 0 0,1-1-1 0 0,-1 0-4 0 0,0 1 0 0 0,1-1 0 0 0,-1 0 0 0 0,1 0 0 0 0,-1 0 0 0 0,1 0 0 0 0,0 0 0 0 0,-1 0 0 0 0,1 0 0 0 0,0 0 0 0 0,-1 0 0 0 0,1 0 0 0 0,0-1 0 0 0,0 0 0 0 0,4-12 4 0 0,0 0-1 0 0,1 1 1 0 0,0 0-1 0 0,1 0 1 0 0,1 0-1 0 0,0 1 1 0 0,16-22-1 0 0,-4 10-65 0 0,1 1 1 0 0,37-34-1 0 0,-41 42 0 0 0,1 1-1 0 0,0 1 0 0 0,1 0 0 0 0,1 1 0 0 0,0 1 0 0 0,0 1 0 0 0,1 0 1 0 0,31-9-1 0 0,-49 18 42 0 0,0 0 0 0 0,0 1 1 0 0,1-1-1 0 0,-1 1 0 0 0,0 0 1 0 0,0 0-1 0 0,0 0 0 0 0,1 0 1 0 0,-1 0-1 0 0,0 0 0 0 0,0 0 1 0 0,0 1-1 0 0,0-1 0 0 0,1 1 1 0 0,-1 0-1 0 0,0 0 0 0 0,0-1 1 0 0,0 1-1 0 0,0 0 0 0 0,-1 1 1 0 0,1-1-1 0 0,0 0 0 0 0,0 1 1 0 0,-1-1-1 0 0,1 1 0 0 0,-1-1 1 0 0,1 1-1 0 0,-1 0 0 0 0,1-1 1 0 0,-1 1-1 0 0,0 0 0 0 0,0 0 1 0 0,0 0-1 0 0,0 0 0 0 0,0 0 1 0 0,-1 0-1 0 0,1 0 0 0 0,0 5 1 0 0,1 2 18 0 0,0 0 1 0 0,-1 0-1 0 0,-1 1 1 0 0,0-1-1 0 0,0 1 1 0 0,0-1-1 0 0,-4 14 1 0 0,-4 12 86 0 0,-14 38-1 0 0,0-4-1298 0 0,22-68 1046 0 0,-1 1-1 0 0,1-1 1 0 0,-1 0 0 0 0,1 0-1 0 0,0 1 1 0 0,0-1 0 0 0,-1 0 0 0 0,1 1-1 0 0,0-1 1 0 0,0 0 0 0 0,0 0-1 0 0,1 1 1 0 0,-1-1 0 0 0,0 0-1 0 0,0 1 1 0 0,1-1 0 0 0,-1 0 0 0 0,1 0-1 0 0,-1 1 1 0 0,1-1 0 0 0,-1 0-1 0 0,1 0 1 0 0,0 0 0 0 0,0 0-1 0 0,-1 0 1 0 0,1 0 0 0 0,0 0 0 0 0,0 0-1 0 0,0 0 1 0 0,0 0 0 0 0,0 0-1 0 0,0-1 1 0 0,0 1 0 0 0,1 0-1 0 0,-1-1 1 0 0,0 1 0 0 0,2 0 0 0 0,2 0-763 0 0,0 0 1 0 0,1 0 0 0 0,-1-1-1 0 0,0 1 1 0 0,1-1 0 0 0,-1 0-1 0 0,0-1 1 0 0,10-1 0 0 0,7-2-3422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945 154 2892 0 0,'8'-10'1699'0'0,"0"-1"0"0"0,-1 0 0 0 0,-1-1 0 0 0,0 1 0 0 0,0-1 0 0 0,-1-1 0 0 0,0 1-1 0 0,5-24 1 0 0,-10 35-1629 0 0,0 0-1 0 0,0 0 0 0 0,1 0 0 0 0,-1 0 0 0 0,0 0 0 0 0,0 0 1 0 0,0 1-1 0 0,0-1 0 0 0,0 0 0 0 0,0 0 0 0 0,0 0 1 0 0,0 0-1 0 0,0 0 0 0 0,-1 0 0 0 0,1 0 0 0 0,0 1 1 0 0,0-1-1 0 0,-1 0 0 0 0,1 0 0 0 0,-1 0 0 0 0,1 1 0 0 0,-1-1 1 0 0,1 0-1 0 0,-1 0 0 0 0,1 1 0 0 0,-1-1 0 0 0,0 0 1 0 0,-1 0-21 0 0,1 1 0 0 0,0 0 1 0 0,-1-1-1 0 0,1 1 0 0 0,0 0 0 0 0,-1 0 1 0 0,1 0-1 0 0,0 0 0 0 0,-1 0 1 0 0,1 0-1 0 0,0 1 0 0 0,-1-1 1 0 0,1 0-1 0 0,0 1 0 0 0,-3 0 0 0 0,-5 3 114 0 0,-1 1 0 0 0,1 0 0 0 0,-12 8 0 0 0,21-13-160 0 0,-26 18 198 0 0,0 2 0 0 0,1 1 0 0 0,1 1 0 0 0,2 1 0 0 0,0 1 0 0 0,1 1 0 0 0,-25 41 0 0 0,43-62-180 0 0,1 0 0 0 0,-1 0 1 0 0,1 0-1 0 0,0 1 0 0 0,1-1 1 0 0,-1 1-1 0 0,1-1 0 0 0,0 1 1 0 0,0 0-1 0 0,0 0 0 0 0,1-1 0 0 0,-1 10 1 0 0,2-11-11 0 0,-1-1 0 0 0,1 0-1 0 0,0 0 1 0 0,0 1 0 0 0,-1-1 0 0 0,1 0 0 0 0,1 0 0 0 0,-1 0 0 0 0,0 0 0 0 0,0 0 0 0 0,1 0-1 0 0,-1-1 1 0 0,1 1 0 0 0,0 0 0 0 0,-1-1 0 0 0,1 1 0 0 0,0-1 0 0 0,0 0 0 0 0,0 1 0 0 0,0-1-1 0 0,0 0 1 0 0,0 0 0 0 0,0 0 0 0 0,0-1 0 0 0,1 1 0 0 0,-1 0 0 0 0,0-1 0 0 0,4 1 0 0 0,0 0-30 0 0,1 0 0 0 0,0 0 1 0 0,-1-1-1 0 0,1 0 1 0 0,0 0-1 0 0,-1-1 0 0 0,1 0 1 0 0,-1 0-1 0 0,1 0 1 0 0,-1-1-1 0 0,1 0 0 0 0,-1 0 1 0 0,0-1-1 0 0,0 0 1 0 0,0 0-1 0 0,0 0 0 0 0,0-1 1 0 0,-1 0-1 0 0,1 0 1 0 0,7-8-1 0 0,6-7-36 0 0,-1-1 1 0 0,-1-2-1 0 0,26-40 1 0 0,-19 25-38 0 0,-23 36 77 0 0,0 0 1 0 0,-1 0-1 0 0,1 0 1 0 0,0 0-1 0 0,-1 0 1 0 0,1 0 0 0 0,0 1-1 0 0,0-1 1 0 0,0 0-1 0 0,0 0 1 0 0,0 0-1 0 0,0 1 1 0 0,0-1-1 0 0,2 0 1 0 0,-3 1 6 0 0,0 0 0 0 0,1 0 0 0 0,-1 0 0 0 0,0 1 1 0 0,1-1-1 0 0,-1 0 0 0 0,0 0 0 0 0,0 0 0 0 0,1 1 0 0 0,-1-1 0 0 0,0 0 0 0 0,0 0 1 0 0,0 1-1 0 0,1-1 0 0 0,-1 0 0 0 0,0 1 0 0 0,0-1 0 0 0,0 0 0 0 0,0 1 0 0 0,0-1 1 0 0,0 0-1 0 0,1 1 0 0 0,-1-1 0 0 0,0 0 0 0 0,0 1 0 0 0,0-1 0 0 0,0 0 1 0 0,0 1-1 0 0,0-1 0 0 0,0 0 0 0 0,-1 1 0 0 0,-3 41-184 0 0,4-40 207 0 0,-20 105 525 0 0,-51 157-1 0 0,-60 96 1141 0 0,95-270-1045 0 0,-4-1 0 0 0,-81 131 0 0 0,99-187-254 0 0,-1-1-1 0 0,-2-1 0 0 0,0 0 0 0 0,-2-2 0 0 0,-2-1 1 0 0,0-2-1 0 0,-2-1 0 0 0,-1-1 0 0 0,-39 23 0 0 0,58-40-243 0 0,-2 0 0 0 0,1-1 0 0 0,0 0 0 0 0,-1-1-1 0 0,0 0 1 0 0,0-2 0 0 0,-22 4 0 0 0,32-7-104 0 0,-1 1 0 0 0,1-1-1 0 0,-1 0 1 0 0,1 0 0 0 0,-1-1 0 0 0,1 1 0 0 0,-1-1 0 0 0,1-1 0 0 0,-1 1 0 0 0,1-1-1 0 0,0 0 1 0 0,0 0 0 0 0,0 0 0 0 0,0-1 0 0 0,0 1 0 0 0,0-1 0 0 0,1 0 0 0 0,-1-1 0 0 0,1 1-1 0 0,0-1 1 0 0,0 0 0 0 0,0 0 0 0 0,-6-9 0 0 0,7 6-33 0 0,0 0 0 0 0,0 0 0 0 0,0 0 0 0 0,0 0 0 0 0,1-1 0 0 0,1 1 0 0 0,-1 0 0 0 0,1-1 0 0 0,0 0 0 0 0,1 1 0 0 0,0-1 0 0 0,0 1 0 0 0,1-1 0 0 0,-1 0 0 0 0,2 1 0 0 0,1-8 0 0 0,3-9 0 0 0,2 0 0 0 0,0 1 0 0 0,18-37 0 0 0,-3 18-165 0 0,2 0 0 0 0,2 1 0 0 0,54-63 0 0 0,-22 40-349 0 0,79-68-1 0 0,-87 89-1066 0 0,2 2 0 0 0,2 3-1 0 0,68-37 1 0 0,-68 47-4321 0 0,99-36 0 0 0,-134 57 1661 0 0,1 0-2063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227 461 904 0 0,'-3'-2'2269'0'0,"0"-1"0"0"0,0 1 0 0 0,-1-1 0 0 0,1 1 1 0 0,-8-3-1 0 0,11 6-2228 0 0,0 0 0 0 0,-1 0 0 0 0,1 1 0 0 0,0-1 0 0 0,0 0 0 0 0,0 0 1 0 0,0 0-1 0 0,0 0 0 0 0,0 1 0 0 0,0-1 0 0 0,0 0 0 0 0,1 0 0 0 0,-1 0 1 0 0,0 0-1 0 0,0 0 0 0 0,1 1 0 0 0,-1-1 0 0 0,1 0 0 0 0,-1 0 0 0 0,1 0 0 0 0,0 0 1 0 0,-1 0-1 0 0,1 0 0 0 0,0-1 0 0 0,0 1 0 0 0,0 0 0 0 0,-1 0 0 0 0,1 0 1 0 0,0-1-1 0 0,0 1 0 0 0,1 0 0 0 0,1 1-2 0 0,-1 0 0 0 0,0 0 0 0 0,0-1-1 0 0,0 1 1 0 0,1-1 0 0 0,-1 0 0 0 0,1 1 0 0 0,-1-1 0 0 0,1 0 0 0 0,-1-1 0 0 0,1 1 0 0 0,0 0-1 0 0,0-1 1 0 0,4 1 0 0 0,-4-1-17 0 0,1-1 0 0 0,-1 0 0 0 0,1 0 0 0 0,-1 0-1 0 0,0 0 1 0 0,0 0 0 0 0,0-1 0 0 0,0 1 0 0 0,0-1 0 0 0,0 0-1 0 0,0 0 1 0 0,0 0 0 0 0,0 0 0 0 0,-1-1 0 0 0,4-3 0 0 0,-3 2-5 0 0,1-1 1 0 0,-1 0 0 0 0,0 0 0 0 0,0 0 0 0 0,-1 0 0 0 0,1-1 0 0 0,-1 1 0 0 0,3-11 0 0 0,-4 8-2 0 0,1 1 0 0 0,-1-1 0 0 0,0 0 0 0 0,-1 0 0 0 0,0 1 1 0 0,0-1-1 0 0,0 0 0 0 0,-1 0 0 0 0,0 0 0 0 0,-1 1 0 0 0,0-1 0 0 0,0 1 1 0 0,-1-1-1 0 0,-4-9 0 0 0,6 15-20 0 0,-1 0 0 0 0,1 0 1 0 0,0 0-1 0 0,-1 0 0 0 0,1 1 1 0 0,-1-1-1 0 0,0 1 0 0 0,0-1 0 0 0,1 1 1 0 0,-1-1-1 0 0,0 1 0 0 0,0 0 1 0 0,0 0-1 0 0,0 0 0 0 0,0 0 0 0 0,-1 0 1 0 0,1 1-1 0 0,0-1 0 0 0,0 1 1 0 0,-1-1-1 0 0,1 1 0 0 0,0 0 0 0 0,0 0 1 0 0,-1 0-1 0 0,1 0 0 0 0,0 0 1 0 0,0 0-1 0 0,-1 1 0 0 0,1-1 0 0 0,0 1 1 0 0,-3 1-1 0 0,-4 1 13 0 0,1 0 1 0 0,0 1-1 0 0,-1 0 0 0 0,2 1 1 0 0,-1 0-1 0 0,-11 9 1 0 0,0 3 83 0 0,2 0 0 0 0,0 1 0 0 0,1 1 0 0 0,0 1 0 0 0,2 0 0 0 0,1 1 1 0 0,0 0-1 0 0,1 1 0 0 0,2 0 0 0 0,0 1 0 0 0,1 1 0 0 0,-6 26 0 0 0,13-41-51 0 0,0 0-1 0 0,1 1 0 0 0,0-1 1 0 0,0 1-1 0 0,1 0 0 0 0,0-1 0 0 0,1 1 1 0 0,3 14-1 0 0,-4-20-24 0 0,2 0-1 0 0,-1-1 1 0 0,0 1 0 0 0,1-1-1 0 0,-1 1 1 0 0,1-1 0 0 0,0 1-1 0 0,0-1 1 0 0,0 0 0 0 0,1 0-1 0 0,-1 0 1 0 0,1 0 0 0 0,0 0-1 0 0,0-1 1 0 0,0 1 0 0 0,0-1-1 0 0,0 0 1 0 0,0 0-1 0 0,1 0 1 0 0,-1 0 0 0 0,0-1-1 0 0,1 1 1 0 0,6 1 0 0 0,3 0-44 0 0,1-1 0 0 0,0 0 0 0 0,0-1 0 0 0,0-1 1 0 0,0 0-1 0 0,0 0 0 0 0,0-2 0 0 0,0 0 0 0 0,0 0 0 0 0,-1-1 1 0 0,1-1-1 0 0,17-7 0 0 0,-5 0-249 0 0,0-1 0 0 0,0-2 0 0 0,-2 0 0 0 0,0-1 0 0 0,25-21 0 0 0,-22 12-65 0 0,0-1-1 0 0,-2-1 1 0 0,-1-1 0 0 0,38-57 0 0 0,-20 17-44 0 0,39-84 0 0 0,-29 23 750 0 0,-25 57 1016 0 0,-16 31-837 0 0,-11 38-469 0 0,-3 8 62 0 0,0-1 0 0 0,-1 1 0 0 0,2 0-1 0 0,-1 0 1 0 0,1 0 0 0 0,0 0 0 0 0,0 0 0 0 0,0 0-1 0 0,0 9 1 0 0,-3 8 322 0 0,-18 63 303 0 0,5 0 1 0 0,3 1-1 0 0,-3 108 1 0 0,17-186-734 0 0,1 1 0 0 0,0-1 0 0 0,1 0 0 0 0,0 0 0 0 0,0 0 0 0 0,1 0 0 0 0,0 0 0 0 0,1-1 0 0 0,6 17 0 0 0,-7-21-98 0 0,1 0 0 0 0,-1-1 1 0 0,1 1-1 0 0,0-1 1 0 0,0 1-1 0 0,0-1 1 0 0,0 0-1 0 0,0 0 0 0 0,1-1 1 0 0,-1 1-1 0 0,1 0 1 0 0,0-1-1 0 0,0 0 1 0 0,0 0-1 0 0,0 0 0 0 0,0-1 1 0 0,0 1-1 0 0,1-1 1 0 0,-1 0-1 0 0,0 0 0 0 0,9 0 1 0 0,-5-1-81 0 0,0 0-1 0 0,0-1 1 0 0,0 0 0 0 0,0 0 0 0 0,-1-1 0 0 0,1 1-1 0 0,0-2 1 0 0,-1 1 0 0 0,1-1 0 0 0,-1-1 0 0 0,0 1-1 0 0,0-1 1 0 0,0 0 0 0 0,-1-1 0 0 0,11-8-1 0 0,-3 1 30 0 0,-1-1-1 0 0,0 0 1 0 0,-1-1-1 0 0,0 0 1 0 0,15-27-1 0 0,-7 5 500 0 0,-3-2 0 0 0,-1-1 0 0 0,-2 0 0 0 0,15-62 0 0 0,-26 90-183 0 0,-3 10-186 0 0,1 0 0 0 0,-1 0 0 0 0,1-1 0 0 0,-1 1 1 0 0,0 0-1 0 0,0 0 0 0 0,0-1 0 0 0,0 1 0 0 0,0 0 0 0 0,0 0 1 0 0,0 0-1 0 0,0-1 0 0 0,0 1 0 0 0,-1-2 0 0 0,1 3-11 0 0,0 0 1 0 0,-1-1-1 0 0,1 1 0 0 0,0 0 0 0 0,-1 0 0 0 0,1 0 0 0 0,0 0 1 0 0,-1 0-1 0 0,1 0 0 0 0,0 0 0 0 0,-1 0 0 0 0,1 0 0 0 0,0 0 1 0 0,-1 0-1 0 0,1 0 0 0 0,0 0 0 0 0,0 0 0 0 0,-1 0 1 0 0,1 0-1 0 0,0 0 0 0 0,-1 1 0 0 0,1-1 0 0 0,0 0 0 0 0,-1 0 1 0 0,1 0-1 0 0,0 0 0 0 0,0 1 0 0 0,-1-1 0 0 0,1 0 0 0 0,0 0 1 0 0,0 1-1 0 0,-1-1 0 0 0,-3 4-17 0 0,1-1 0 0 0,-1 1 0 0 0,1 0 1 0 0,-1 0-1 0 0,-3 7 0 0 0,-5 12-4 0 0,1 0 1 0 0,1 1-1 0 0,-12 39 1 0 0,19-51 35 0 0,0 0 0 0 0,0 0 1 0 0,2 1-1 0 0,-1-1 1 0 0,2 1-1 0 0,-1 0 1 0 0,2-1-1 0 0,0 1 0 0 0,3 16 1 0 0,-3-26-130 0 0,0 1 0 0 0,1 0 0 0 0,-1 0 0 0 0,1-1 0 0 0,0 1 1 0 0,0-1-1 0 0,0 0 0 0 0,1 0 0 0 0,-1 0 0 0 0,1 0 0 0 0,-1 0 0 0 0,1 0 1 0 0,0 0-1 0 0,0-1 0 0 0,0 0 0 0 0,1 1 0 0 0,-1-1 0 0 0,0 0 0 0 0,1-1 0 0 0,0 1 1 0 0,-1-1-1 0 0,1 1 0 0 0,0-1 0 0 0,0 0 0 0 0,0-1 0 0 0,-1 1 0 0 0,1 0 1 0 0,0-1-1 0 0,7 0 0 0 0,-3 0-175 0 0,0-1 0 0 0,1 1 0 0 0,-1-1 0 0 0,0-1 0 0 0,1 0 0 0 0,-1 0 1 0 0,0 0-1 0 0,0-1 0 0 0,-1 0 0 0 0,1-1 0 0 0,0 0 0 0 0,12-9 0 0 0,-6 2 246 0 0,-2-2 0 0 0,1 0 0 0 0,-1-1-1 0 0,-1 0 1 0 0,-1 0 0 0 0,15-27 0 0 0,-2-3 1776 0 0,20-53 1 0 0,-43 96-1718 0 0,1 0 0 0 0,-1-1-1 0 0,1 1 1 0 0,-1 0 0 0 0,1 0 0 0 0,0-1 0 0 0,0 1 0 0 0,0 0 0 0 0,-1 0 0 0 0,1 0-1 0 0,0 0 1 0 0,2-2 0 0 0,-2 3-12 0 0,-1 0 0 0 0,1 0 0 0 0,-1 0 1 0 0,0 0-1 0 0,1-1 0 0 0,-1 1 0 0 0,1 0 0 0 0,-1 0 0 0 0,1 0 0 0 0,-1 0 0 0 0,1 0 0 0 0,-1 0 0 0 0,1 0 0 0 0,-1 0 1 0 0,1 0-1 0 0,-1 0 0 0 0,1 0 0 0 0,-1 1 0 0 0,0-1 0 0 0,1 0 0 0 0,-1 0 0 0 0,1 0 0 0 0,-1 1 0 0 0,1-1 0 0 0,1 2 28 0 0,0 0-1 0 0,0-1 0 0 0,-1 1 0 0 0,1 0 1 0 0,-1 0-1 0 0,1 0 0 0 0,-1 1 0 0 0,0-1 0 0 0,0 0 1 0 0,0 0-1 0 0,1 3 0 0 0,1 5 130 0 0,-1 0 0 0 0,0 1 0 0 0,0-1 0 0 0,-1 0 0 0 0,0 1-1 0 0,-2 19 1 0 0,-1-4 278 0 0,-10 41-1 0 0,11-59-243 0 0,-1 0 1 0 0,0 0 0 0 0,-1 0-1 0 0,0 0 1 0 0,0 0 0 0 0,-1-1-1 0 0,0 1 1 0 0,0-1 0 0 0,-11 13 0 0 0,14-19-164 0 0,1 0 1 0 0,-1 0 0 0 0,0 0-1 0 0,0 0 1 0 0,0-1 0 0 0,0 1-1 0 0,0 0 1 0 0,0-1 0 0 0,0 1-1 0 0,0 0 1 0 0,0-1 0 0 0,-1 1-1 0 0,1-1 1 0 0,0 0 0 0 0,0 1-1 0 0,0-1 1 0 0,-1 0 0 0 0,1 0-1 0 0,0 0 1 0 0,-2 0 0 0 0,2 0-17 0 0,0 0 0 0 0,0-1 1 0 0,0 1-1 0 0,0-1 1 0 0,0 1-1 0 0,0-1 0 0 0,0 0 1 0 0,0 1-1 0 0,0-1 0 0 0,0 0 1 0 0,1 0-1 0 0,-1 1 1 0 0,0-1-1 0 0,0 0 0 0 0,1 0 1 0 0,-1 0-1 0 0,1 0 0 0 0,-2-1 1 0 0,1-2-9 0 0,-1 0 0 0 0,1 0 0 0 0,0 0 0 0 0,0 0 0 0 0,0 0 0 0 0,0 0 1 0 0,1 0-1 0 0,-1 0 0 0 0,1 0 0 0 0,1-8 0 0 0,0 4-17 0 0,1 0 0 0 0,1 0-1 0 0,-1 0 1 0 0,1 1 0 0 0,0-1 0 0 0,1 1-1 0 0,0 0 1 0 0,0 0 0 0 0,1 0 0 0 0,-1 0 0 0 0,2 1-1 0 0,-1 0 1 0 0,1 0 0 0 0,-1 0 0 0 0,2 1 0 0 0,-1 0-1 0 0,1 0 1 0 0,-1 0 0 0 0,14-6 0 0 0,-13 8-11 0 0,0 0 1 0 0,0 0-1 0 0,1 1 0 0 0,-1 0 1 0 0,1 0-1 0 0,-1 0 1 0 0,1 1-1 0 0,-1 1 1 0 0,1-1-1 0 0,0 1 0 0 0,-1 0 1 0 0,1 1-1 0 0,-1 0 1 0 0,1 0-1 0 0,-1 1 1 0 0,1 0-1 0 0,-1 0 1 0 0,0 0-1 0 0,1 1 0 0 0,-1 0 1 0 0,8 5-1 0 0,-9-4 24 0 0,1 0 0 0 0,-1 1 0 0 0,0-1 0 0 0,0 1-1 0 0,0 1 1 0 0,-1-1 0 0 0,0 1 0 0 0,0 0 0 0 0,0 0 0 0 0,0 0 0 0 0,-1 1-1 0 0,0-1 1 0 0,-1 1 0 0 0,0 0 0 0 0,0 0 0 0 0,0 0 0 0 0,-1 1 0 0 0,0-1-1 0 0,0 1 1 0 0,-1-1 0 0 0,1 9 0 0 0,-2-13 47 0 0,0-1 0 0 0,0 1 0 0 0,-1 0 0 0 0,1 0 0 0 0,-1-1 0 0 0,1 1 0 0 0,-1 0 0 0 0,0 0 0 0 0,0-1 0 0 0,0 1 0 0 0,-1-1 0 0 0,1 1 0 0 0,-1-1 1 0 0,1 0-1 0 0,-4 4 0 0 0,3-4 66 0 0,1-13 116 0 0,2 1-224 0 0,0 0 0 0 0,1 1 0 0 0,0-1 0 0 0,0 1 0 0 0,1 0 0 0 0,1 0 0 0 0,-1 0 0 0 0,2 0 0 0 0,-1 0 0 0 0,1 1 0 0 0,10-13 0 0 0,-1 2-38 0 0,1 1 0 0 0,1 0 0 0 0,30-26 0 0 0,-35 35-9 0 0,1 0 0 0 0,-1 2 1 0 0,1-1-1 0 0,0 1 0 0 0,1 1 1 0 0,0 0-1 0 0,15-5 0 0 0,-24 11 24 0 0,-1-1 1 0 0,0 1-1 0 0,1 0 0 0 0,-1 0 0 0 0,0 0 0 0 0,1 0 1 0 0,6 2-1 0 0,-7-2 15 0 0,-2 0 0 0 0,1 1 0 0 0,0 0 0 0 0,0-1 0 0 0,0 1 0 0 0,0 0 0 0 0,0 0 0 0 0,-1 0 0 0 0,1 0 0 0 0,0 0 1 0 0,-1 0-1 0 0,1 0 0 0 0,-1 1 0 0 0,1-1 0 0 0,-1 1 0 0 0,0-1 0 0 0,1 1 0 0 0,-1-1 0 0 0,0 1 0 0 0,0 0 0 0 0,1 2 0 0 0,13 37 60 0 0,-15-41-58 0 0,4 15-90 0 0,-2 1 1 0 0,2 29-1 0 0,4 21-2940 0 0,-7-60 1954 0 0,1 0 0 0 0,0 0 0 0 0,0 0 0 0 0,0 0 0 0 0,1-1-1 0 0,-1 1 1 0 0,1-1 0 0 0,7 9 0 0 0,1-1-4978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46 248 2276 0 0,'8'-19'7769'0'0,"1"-1"-3162"0"0,-9 18-4130 0 0,0 2-431 0 0,1 0-1 0 0,-1-1 1 0 0,0 1-1 0 0,0-1 1 0 0,0 1-1 0 0,1-1 1 0 0,-1 1-1 0 0,0 0 1 0 0,1-1-1 0 0,-1 1 1 0 0,0 0-1 0 0,1-1 1 0 0,-1 1-1 0 0,0 0 1 0 0,1 0-1 0 0,-1-1 1 0 0,1 1-1 0 0,-1 0 1 0 0,0 0-1 0 0,1-1 1 0 0,-1 1-1 0 0,1 0 1 0 0,-1 0-1 0 0,1 0 1 0 0,-1 0-1 0 0,1 0 1 0 0,-1 0-1 0 0,1 0 1 0 0,-1 0-1 0 0,1 0 0 0 0,-1 0 1 0 0,1 0-1 0 0,-1 0 1 0 0,0 0-1 0 0,1 0 1 0 0,-1 0-1 0 0,1 1 1 0 0,-1-1-1 0 0,1 0 1 0 0,15 6 599 0 0,0-4-339 0 0,-12-2-248 0 0,0 1 1 0 0,0-1-1 0 0,0 0 0 0 0,1 0 0 0 0,-1-1 0 0 0,0 1 0 0 0,0-1 1 0 0,0 0-1 0 0,0 0 0 0 0,0 0 0 0 0,0 0 0 0 0,0-1 0 0 0,-1 0 1 0 0,1 0-1 0 0,0 0 0 0 0,4-3 0 0 0,-4 1-43 0 0,-1 1 0 0 0,0-1-1 0 0,0 0 1 0 0,0 1 0 0 0,-1-1 0 0 0,1 0 0 0 0,-1-1 0 0 0,0 1-1 0 0,0 0 1 0 0,0-1 0 0 0,-1 1 0 0 0,1-1 0 0 0,0-7-1 0 0,0 2 11 0 0,-1 0 0 0 0,-1 0 1 0 0,0 0-1 0 0,-1-14 0 0 0,-1-7 89 0 0,3 30-120 0 0,-1 0 1 0 0,0-1 0 0 0,0 1 0 0 0,-1 0-1 0 0,1 0 1 0 0,0 0 0 0 0,0-1-1 0 0,-1 1 1 0 0,1 0 0 0 0,0 0-1 0 0,-1 0 1 0 0,1 0 0 0 0,-1 0-1 0 0,0 0 1 0 0,1 0 0 0 0,-1 0-1 0 0,0 0 1 0 0,1 0 0 0 0,-1 0 0 0 0,0 0-1 0 0,0 1 1 0 0,0-1 0 0 0,0 0-1 0 0,0 1 1 0 0,0-1 0 0 0,0 0-1 0 0,0 1 1 0 0,0-1 0 0 0,0 1-1 0 0,0 0 1 0 0,0-1 0 0 0,-1 1 0 0 0,-1-1-1 0 0,1 1-7 0 0,-1 0 0 0 0,0 0-1 0 0,0 0 1 0 0,0 0 0 0 0,0 0-1 0 0,1 1 1 0 0,-1-1 0 0 0,0 1 0 0 0,0 0-1 0 0,1 0 1 0 0,-1 0 0 0 0,-3 1-1 0 0,-3 4-8 0 0,-1 1 0 0 0,1-1 0 0 0,0 2-1 0 0,1-1 1 0 0,-1 1 0 0 0,2 1 0 0 0,-1 0-1 0 0,1 0 1 0 0,0 0 0 0 0,1 1-1 0 0,-6 11 1 0 0,3-2 28 0 0,0 0 0 0 0,1 0-1 0 0,1 1 1 0 0,1-1 0 0 0,-4 27 0 0 0,9-39-147 0 0,0-1 1 0 0,0 1-1 0 0,1 0 0 0 0,0 0 1 0 0,0-1-1 0 0,1 1 1 0 0,0 0-1 0 0,0-1 0 0 0,0 1 1 0 0,1 0-1 0 0,0-1 1 0 0,0 0-1 0 0,5 10 1 0 0,-5-13-237 0 0,0 0 0 0 0,0-1 1 0 0,0 1-1 0 0,0 0 0 0 0,0-1 1 0 0,1 1-1 0 0,0-1 1 0 0,-1 0-1 0 0,1 0 0 0 0,0 0 1 0 0,0 0-1 0 0,0 0 0 0 0,0-1 1 0 0,0 1-1 0 0,0-1 0 0 0,1 0 1 0 0,-1 0-1 0 0,0 0 1 0 0,1 0-1 0 0,-1-1 0 0 0,0 1 1 0 0,1-1-1 0 0,-1 0 0 0 0,1 0 1 0 0,-1 0-1 0 0,1-1 1 0 0,4 0-1 0 0,8-2-3455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2276 0 0,'14'-19'2701'0'0,"1"1"0"0"0,20-18-1 0 0,-35 35-2649 0 0,1 1 0 0 0,0 0 0 0 0,-1-1 0 0 0,1 1 0 0 0,0 0 0 0 0,-1-1-1 0 0,1 1 1 0 0,0 0 0 0 0,-1 0 0 0 0,1-1 0 0 0,0 1 0 0 0,0 0 0 0 0,-1 0 0 0 0,1 0-1 0 0,0 0 1 0 0,0 0 0 0 0,-1 0 0 0 0,1 0 0 0 0,0 0 0 0 0,-1 0 0 0 0,1 1 0 0 0,0-1-1 0 0,0 0 1 0 0,-1 0 0 0 0,1 1 0 0 0,0-1 0 0 0,-1 0 0 0 0,1 1 0 0 0,0-1 0 0 0,-1 0-1 0 0,2 2 1 0 0,12 16 1032 0 0,-9-7-718 0 0,-1 1 0 0 0,-1-1 0 0 0,0 1-1 0 0,-1 0 1 0 0,0 0 0 0 0,-1 0 0 0 0,0 16-1 0 0,-7 85 888 0 0,1-80-107 0 0,-11 43 0 0 0,15-72-870 0 0,-4 5 234 0 0,1-9-35 0 0,4-1-465 0 0,0 1 0 0 0,-1-1 0 0 0,1 0 0 0 0,0 1 0 0 0,0-1 0 0 0,-1 1 0 0 0,1-1 0 0 0,0 0 0 0 0,0 1 0 0 0,0-1 0 0 0,0 0 0 0 0,0 1 0 0 0,0-1 0 0 0,0 1 0 0 0,0-1 0 0 0,0 0 0 0 0,0 1 0 0 0,1-1 0 0 0,-1 0 0 0 0,0 1 0 0 0,0-1 0 0 0,0 1 0 0 0,1-1 0 0 0,12-23-46 0 0,1 1 1 0 0,1 1 0 0 0,1 1-1 0 0,1 0 1 0 0,35-33 0 0 0,-19 24-84 0 0,1 2 0 0 0,66-41 1 0 0,-95 66 98 0 0,0 0 0 0 0,0 0 0 0 0,0 1-1 0 0,0 0 1 0 0,0 0 0 0 0,1 0 0 0 0,-1 1 0 0 0,1 0 0 0 0,-1 0 0 0 0,1 0 0 0 0,-1 0 0 0 0,1 1-1 0 0,0 0 1 0 0,10 2 0 0 0,-14-2 25 0 0,1 1 0 0 0,-1 0 0 0 0,1 0-1 0 0,-1 0 1 0 0,0 1 0 0 0,1-1 0 0 0,-1 1 0 0 0,0-1-1 0 0,0 1 1 0 0,0 0 0 0 0,0-1 0 0 0,0 1 0 0 0,-1 0 0 0 0,1 0-1 0 0,-1 1 1 0 0,1-1 0 0 0,-1 0 0 0 0,0 0 0 0 0,1 1-1 0 0,-1-1 1 0 0,0 1 0 0 0,-1-1 0 0 0,2 5 0 0 0,0 0 32 0 0,-1 1 0 0 0,1-1 0 0 0,-1 1 0 0 0,-1 0 0 0 0,0-1 0 0 0,-1 12 0 0 0,-12 59 202 0 0,8-53-1775 0 0,0 0 0 0 0,0 37-1 0 0,6-41-1548 0 0,4-9-1746 0 0,1-3-945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129 170 2196 0 0,'22'-53'6448'0'0,"-11"28"-2288"0"0,-1-2 1 0 0,10-38-1 0 0,-20 65-4109 0 0,0 1 0 0 0,0-1 0 0 0,0 0 0 0 0,0 0 0 0 0,0 1 0 0 0,0-1 0 0 0,0 0 0 0 0,0 0-1 0 0,0 1 1 0 0,1-1 0 0 0,-1 0 0 0 0,0 0 0 0 0,0 1 0 0 0,0-1 0 0 0,0 0 0 0 0,1 0 0 0 0,-1 0 0 0 0,0 1 0 0 0,0-1 0 0 0,0 0-1 0 0,1 0 1 0 0,-1 0 0 0 0,0 0 0 0 0,0 1 0 0 0,1-1 0 0 0,-1 0 0 0 0,0 0 0 0 0,0 0 0 0 0,1 0 0 0 0,-1 0 0 0 0,0 0-1 0 0,1 0 1 0 0,-1 0 0 0 0,0 0 0 0 0,0 0 0 0 0,1 0 0 0 0,-1 0 0 0 0,0 0 0 0 0,1 0 0 0 0,-1 0 0 0 0,0 0 0 0 0,0 0 0 0 0,1 0-1 0 0,-1-1 1 0 0,0 1 0 0 0,0 0 0 0 0,1 0 0 0 0,-1 0 0 0 0,0 0 0 0 0,0 0 0 0 0,0-1 0 0 0,1 1 0 0 0,-1 0 0 0 0,0 0-1 0 0,0-1 1 0 0,0 1 0 0 0,1 0 0 0 0,-1 0 0 0 0,0 0 0 0 0,0-1 0 0 0,1 27 659 0 0,-1 0 0 0 0,-1 0 0 0 0,-2 0 0 0 0,-8 38 0 0 0,-33 105 3779 0 0,27-112-3992 0 0,-41 112-497 0 0,32-101 0 0 0,-17 73 0 0 0,42-114-3040 0 0,1-26 2916 0 0,0-1 1 0 0,0 1-1 0 0,0 0 1 0 0,0 0-1 0 0,0 0 1 0 0,1-1-1 0 0,-1 1 1 0 0,0 0-1 0 0,0 0 1 0 0,1-1-1 0 0,-1 1 0 0 0,1 0 1 0 0,-1 0-1 0 0,1-1 1 0 0,-1 1-1 0 0,1-1 1 0 0,-1 1-1 0 0,1 0 1 0 0,-1-1-1 0 0,1 1 1 0 0,0-1-1 0 0,-1 1 1 0 0,1-1-1 0 0,0 0 0 0 0,0 1 1 0 0,-1-1-1 0 0,1 0 1 0 0,0 1-1 0 0,0-1 1 0 0,-1 0-1 0 0,2 0 1 0 0,3 1-664 0 0,-1-1 0 0 0,1 0 0 0 0,0 0 0 0 0,-1 0-1 0 0,1-1 1 0 0,-1 0 0 0 0,1 0 0 0 0,-1 0 0 0 0,1 0 0 0 0,6-4 0 0 0,15-9-5947 0 0,-4 0-1244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77 2096 0 0,'-90'-20'9097'0'0,"-28"-4"664"0"0,103 20-7845 0 0,28 2-1739 0 0,26-1-853 0 0,141-2-4164 0 0,-61-8-4388 0 0,-87 8 3329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0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54 1792 0 0,'30'-49'17286'0'0,"-23"45"-16314"0"0,-10 43-582 0 0,-1 0 0 0 0,-12 45 0 0 0,12-63-297 0 0,-1 1-147 0 0,-11 76-1412 0 0,15-87-401 0 0,0 0-1 0 0,1 0 1 0 0,3 18-1 0 0,4-15-8051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1588 0 0,'45'-94'15606'0'0,"-44"93"-14855"0"0,8 7-372 0 0,-8-3-247 0 0,1 1 0 0 0,-1 0 0 0 0,0 0 0 0 0,-1 0-1 0 0,1 0 1 0 0,-1 0 0 0 0,0 0 0 0 0,0 8 0 0 0,0-2 163 0 0,0 76 1237 0 0,-15 120 0 0 0,10-165-593 0 0,2-21 1840 0 0,0-16-951 0 0,2-13-1247 0 0,2-4-555 0 0,1-1 0 0 0,0 1 1 0 0,0 0-1 0 0,2 0 0 0 0,-1 0 1 0 0,2 0-1 0 0,0 1 0 0 0,7-15 1 0 0,0 4-81 0 0,1 0 0 0 0,2 1 0 0 0,21-26 1 0 0,-23 32-5 0 0,0 2 0 0 0,1 0 0 0 0,0 1 0 0 0,1 0 0 0 0,0 1 0 0 0,1 1 0 0 0,1 0 1 0 0,0 2-1 0 0,0-1 0 0 0,1 2 0 0 0,32-11 0 0 0,-47 18 29 0 0,0 0 1 0 0,0 1-1 0 0,1-1 0 0 0,-1 0 1 0 0,0 1-1 0 0,1 0 0 0 0,-1 0 1 0 0,0 0-1 0 0,1 0 0 0 0,-1 0 0 0 0,0 1 1 0 0,1-1-1 0 0,-1 1 0 0 0,0 0 1 0 0,0 0-1 0 0,0 0 0 0 0,0 1 1 0 0,5 2-1 0 0,-5-2 12 0 0,1 1 0 0 0,-1 0 0 0 0,0 1 0 0 0,0-1 0 0 0,0 0 0 0 0,0 1 0 0 0,-1-1 0 0 0,1 1 0 0 0,-1 0 0 0 0,0 0 0 0 0,0 0 0 0 0,1 5 0 0 0,3 10 22 0 0,-2 1 0 0 0,0-1 0 0 0,-1 1 0 0 0,1 35 0 0 0,-4-52-2 0 0,2 49 71 0 0,-2-22 192 0 0,7 42 0 0 0,-7-70-245 0 0,0-2-50 0 0,0 1 0 0 0,0-1 1 0 0,0 1-1 0 0,1-1 0 0 0,-1 0 1 0 0,0 1-1 0 0,0-1 0 0 0,0 0 1 0 0,0 1-1 0 0,1-1 0 0 0,-1 0 1 0 0,0 1-1 0 0,0-1 0 0 0,1 0 1 0 0,-1 0-1 0 0,0 1 0 0 0,0-1 1 0 0,1 0-1 0 0,-1 0 0 0 0,0 1 1 0 0,1-1-1 0 0,-1 0 0 0 0,0 0 1 0 0,1 0-1 0 0,-1 0 0 0 0,0 1 1 0 0,1-1-1 0 0,-1 0 0 0 0,1 0 1 0 0,-1 0-1 0 0,0 0 0 0 0,1 0 1 0 0,17-2-1814 0 0,-8-3 387 0 0,-1 0 1 0 0,1-1-1 0 0,-1 0 0 0 0,13-10 1 0 0,15-16-6841 0 0,-20 15 842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29 5949 0 0,'-2'-1'2971'0'0,"-11"-5"991"0"0,-9-4 3354 0 0,14 6-6363 0 0,6 3-448 0 0,-5-2-302 0 0,-3 0-4761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307 142 1856 0 0,'6'-8'1742'0'0,"0"0"1"0"0,-1-1-1 0 0,0 0 0 0 0,4-11 0 0 0,-7 17-1337 0 0,-1 0 0 0 0,0-1 0 0 0,-1 1 0 0 0,1-1 0 0 0,-1 1 0 0 0,1-1 0 0 0,-1 1 0 0 0,0-1 0 0 0,0 1 0 0 0,-1-1 0 0 0,1 1 0 0 0,-1 0 0 0 0,1-1 0 0 0,-3-5 0 0 0,2 7-334 0 0,0 0 1 0 0,0 0-1 0 0,0 0 1 0 0,0 1 0 0 0,0-1-1 0 0,-1 0 1 0 0,1 1 0 0 0,0-1-1 0 0,-1 1 1 0 0,1-1 0 0 0,-1 1-1 0 0,1 0 1 0 0,-1 0 0 0 0,0-1-1 0 0,0 1 1 0 0,0 0 0 0 0,1 1-1 0 0,-1-1 1 0 0,0 0 0 0 0,0 0-1 0 0,0 1 1 0 0,0-1 0 0 0,0 1-1 0 0,0 0 1 0 0,-1 0 0 0 0,1-1-1 0 0,-2 2 1 0 0,-1-1-60 0 0,-1 0 1 0 0,0 1-1 0 0,1 0 0 0 0,-1 0 1 0 0,1 0-1 0 0,0 1 0 0 0,-1-1 1 0 0,-7 5-1 0 0,-5 5 10 0 0,0 0 0 0 0,1 2 1 0 0,0 0-1 0 0,1 1 0 0 0,0 0 0 0 0,1 2 0 0 0,1 0 0 0 0,0 0 1 0 0,1 1-1 0 0,1 1 0 0 0,1 0 0 0 0,1 0 0 0 0,0 1 0 0 0,1 1 1 0 0,-7 23-1 0 0,14-37-3 0 0,0-1 1 0 0,1 1 0 0 0,0-1 0 0 0,0 1-1 0 0,1 0 1 0 0,-1-1 0 0 0,1 1-1 0 0,0 0 1 0 0,1-1 0 0 0,-1 1 0 0 0,3 7-1 0 0,-3-11-6 0 0,1 1 0 0 0,0-1 0 0 0,0 0 0 0 0,1 0 0 0 0,-1 0-1 0 0,0 1 1 0 0,1-1 0 0 0,-1 0 0 0 0,1-1 0 0 0,-1 1 0 0 0,1 0-1 0 0,0 0 1 0 0,0-1 0 0 0,0 1 0 0 0,0-1 0 0 0,0 0 0 0 0,0 1-1 0 0,0-1 1 0 0,1 0 0 0 0,-1 0 0 0 0,0 0 0 0 0,1-1 0 0 0,-1 1-1 0 0,0-1 1 0 0,1 1 0 0 0,-1-1 0 0 0,1 0 0 0 0,2 0-1 0 0,8 0 5 0 0,0-1 0 0 0,-1 0 0 0 0,0-1 0 0 0,1 0-1 0 0,-1-1 1 0 0,0 0 0 0 0,0-1 0 0 0,0-1 0 0 0,-1 0-1 0 0,1 0 1 0 0,20-15 0 0 0,-3 0 9 0 0,-1-1 0 0 0,-1-1 0 0 0,25-27 0 0 0,-9 2 583 0 0,32-32 1697 0 0,-58 66-2455 0 0,-15 12 154 0 0,3 13-80 0 0,-4 7 87 0 0,-1-1-1 0 0,-1 0 1 0 0,0 0-1 0 0,-1 0 1 0 0,-1 0 0 0 0,-6 18-1 0 0,3-10-2403 0 0,-5 49-1 0 0,10-66 1401 0 0,0 15-2314 0 0,2-10-2152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2888 0 0,'3'-7'1147'0'0,"1"-1"0"0"0,1 1 0 0 0,-1 0 0 0 0,1 0 0 0 0,0 1 0 0 0,0 0 0 0 0,1-1 0 0 0,11-8 0 0 0,-16 15-1098 0 0,0-1 0 0 0,0 1 0 0 0,0 0 0 0 0,0-1 0 0 0,0 1 0 0 0,0 0 0 0 0,0 0 0 0 0,0 0 0 0 0,0 0 0 0 0,0 0 0 0 0,0 0 1 0 0,0 0-1 0 0,0 0 0 0 0,0 0 0 0 0,0 0 0 0 0,0 0 0 0 0,0 1 0 0 0,0-1 0 0 0,0 1 0 0 0,0-1 0 0 0,0 0 0 0 0,2 2 0 0 0,16 14 1042 0 0,-12-7-721 0 0,-1 0-1 0 0,-1 1 1 0 0,1-1-1 0 0,-2 1 1 0 0,1 0-1 0 0,-1 1 1 0 0,-1-1-1 0 0,0 1 1 0 0,-1 0-1 0 0,0 0 1 0 0,0 0-1 0 0,0 17 1 0 0,-2-20-96 0 0,-1 0 0 0 0,1 0 0 0 0,-1 0 0 0 0,-1 0 0 0 0,1-1 0 0 0,-2 1 1 0 0,1 0-1 0 0,-6 11 0 0 0,7-18 12 0 0,1 0-228 0 0,0-1-1 0 0,-1 1 0 0 0,1 0 0 0 0,0-1 1 0 0,-1 0-1 0 0,1 1 0 0 0,-1-1 0 0 0,1 1 1 0 0,-1-1-1 0 0,1 0 0 0 0,-1 1 0 0 0,1-1 0 0 0,-1 0 1 0 0,1 1-1 0 0,-1-1 0 0 0,1 0 0 0 0,-1 0 1 0 0,-1 1-1 0 0,1-3-37 0 0,-1 0-1 0 0,1 1 1 0 0,-1-1-1 0 0,1 0 1 0 0,0 0 0 0 0,0 0-1 0 0,0 0 1 0 0,0 0 0 0 0,0-1-1 0 0,0 1 1 0 0,0 0 0 0 0,1 0-1 0 0,-1 0 1 0 0,1-1 0 0 0,0 1-1 0 0,0 0 1 0 0,-1-1 0 0 0,2 1-1 0 0,-1 0 1 0 0,0-1 0 0 0,0 1-1 0 0,1 0 1 0 0,0-3 0 0 0,2-11-34 0 0,1 1 1 0 0,7-18 0 0 0,-10 30 13 0 0,4-10-36 0 0,0 1-1 0 0,1 0 1 0 0,1 1 0 0 0,0 0 0 0 0,0 0 0 0 0,1 0-1 0 0,1 1 1 0 0,0 0 0 0 0,0 1 0 0 0,0 0-1 0 0,2 0 1 0 0,-1 1 0 0 0,1 0 0 0 0,0 1 0 0 0,0 0-1 0 0,1 1 1 0 0,0 0 0 0 0,0 1 0 0 0,0 0-1 0 0,1 1 1 0 0,0 1 0 0 0,0 0 0 0 0,14-2 0 0 0,-24 4 24 0 0,0 1 1 0 0,0-1 0 0 0,1 1 0 0 0,-1 0 0 0 0,0 0 0 0 0,0 0 0 0 0,0 0 0 0 0,0 1 0 0 0,0-1-1 0 0,0 1 1 0 0,0 0 0 0 0,0 0 0 0 0,0 0 0 0 0,0 0 0 0 0,-1 0 0 0 0,1 0 0 0 0,0 1 0 0 0,-1-1 0 0 0,1 1-1 0 0,-1 0 1 0 0,1 0 0 0 0,-1 0 0 0 0,0 0 0 0 0,0 0 0 0 0,0 1 0 0 0,0-1 0 0 0,0 1 0 0 0,0-1 0 0 0,-1 1-1 0 0,1 0 1 0 0,-1-1 0 0 0,0 1 0 0 0,0 0 0 0 0,1 3 0 0 0,1 8-60 0 0,-1 0 0 0 0,-1 0-1 0 0,0 0 1 0 0,0 0 0 0 0,-4 27 0 0 0,2-25-278 0 0,0-8-316 0 0,1 0 0 0 0,0 0-1 0 0,0 0 1 0 0,1 0-1 0 0,2 9 1 0 0,-3-15 167 0 0,1 0 0 0 0,0 1 0 0 0,0-1 0 0 0,0 1 0 0 0,0-1 0 0 0,0 0 0 0 0,0 0 0 0 0,1 0 0 0 0,-1 1 0 0 0,1-2 0 0 0,-1 1 0 0 0,1 0 0 0 0,0 0 0 0 0,0 0 0 0 0,0-1 0 0 0,0 1 0 0 0,0-1 0 0 0,0 1 0 0 0,5 1 0 0 0,6 2-5619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74 488 0 0,'1'-2'2271'0'0,"3"-6"-314"0"0,-2 5-655 0 0,0-1 0 0 0,-1 1 1 0 0,1-1-1 0 0,-1 0 0 0 0,0 1 0 0 0,0-1 1 0 0,1-5-1 0 0,-1 35-1177 0 0,0-1 0 0 0,7 34 0 0 0,-7-55-104 0 0,0 0-1 0 0,-1 0 1 0 0,1 0 0 0 0,1 0 0 0 0,-1 0 0 0 0,1 0 0 0 0,-1 0-1 0 0,1-1 1 0 0,0 1 0 0 0,0 0 0 0 0,1-1 0 0 0,-1 0 0 0 0,1 1-1 0 0,-1-1 1 0 0,1 0 0 0 0,0-1 0 0 0,1 1 0 0 0,-1 0 0 0 0,0-1-1 0 0,1 0 1 0 0,-1 1 0 0 0,1-1 0 0 0,0-1 0 0 0,-1 1 0 0 0,1 0-1 0 0,0-1 1 0 0,0 0 0 0 0,0 0 0 0 0,0 0 0 0 0,0-1 0 0 0,1 1-1 0 0,-1-1 1 0 0,0 0 0 0 0,0 0 0 0 0,0 0 0 0 0,0-1 0 0 0,0 1-1 0 0,0-1 1 0 0,4-2 0 0 0,0 1-6 0 0,0 0-1 0 0,-1 0 0 0 0,0-1 1 0 0,0-1-1 0 0,0 1 0 0 0,0-1 1 0 0,0 0-1 0 0,-1-1 0 0 0,1 1 1 0 0,-1-1-1 0 0,-1-1 0 0 0,1 1 1 0 0,6-9-1 0 0,3-6 39 0 0,-1-1-1 0 0,21-42 1 0 0,-8 14 408 0 0,-27 49-466 0 0,0-1 1 0 0,0 1-1 0 0,0 0 0 0 0,-1 0 0 0 0,1 0 1 0 0,0 0-1 0 0,0 0 0 0 0,0 0 0 0 0,0-1 1 0 0,0 1-1 0 0,0 0 0 0 0,1 0 0 0 0,-1 0 0 0 0,0 0 1 0 0,0 0-1 0 0,0 0 0 0 0,0 0 0 0 0,0-1 1 0 0,0 1-1 0 0,0 0 0 0 0,0 0 0 0 0,0 0 1 0 0,0 0-1 0 0,0 0 0 0 0,0 0 0 0 0,0 0 1 0 0,0-1-1 0 0,1 1 0 0 0,-1 0 0 0 0,0 0 0 0 0,0 0 1 0 0,0 0-1 0 0,0 0 0 0 0,0 0 0 0 0,0 0 1 0 0,0 0-1 0 0,1 0 0 0 0,-1 0 0 0 0,0 0 1 0 0,0 0-1 0 0,0 0 0 0 0,0 0 0 0 0,0 0 0 0 0,0 0 1 0 0,1 0-1 0 0,-1 0 0 0 0,0 0 0 0 0,0 0 1 0 0,0 0-1 0 0,0 0 0 0 0,0 0 0 0 0,0 0 1 0 0,1 0-1 0 0,-1 0 0 0 0,0 0 0 0 0,0 0 0 0 0,0 0 1 0 0,0 0-1 0 0,0 0 0 0 0,0 1 0 0 0,0-1 1 0 0,1 0-1 0 0,-1 0 0 0 0,0 0 0 0 0,0 0 1 0 0,1 14-65 0 0,-4 22 282 0 0,3-34-177 0 0,-71 378 3256 0 0,63-346-3093 0 0,-83 297 829 0 0,60-241-481 0 0,-69 139 0 0 0,83-198-37 0 0,-1 0 0 0 0,-1-1 0 0 0,-44 51 0 0 0,52-69-247 0 0,0 0 0 0 0,0-2 0 0 0,-1 1 0 0 0,0-1 0 0 0,-1-1 1 0 0,0 0-1 0 0,-1-1 0 0 0,0-1 0 0 0,0 0 0 0 0,0-1 0 0 0,-19 6 0 0 0,26-10-221 0 0,1 0 1 0 0,-1-1-1 0 0,0 0 0 0 0,1-1 0 0 0,-1 1 1 0 0,0-1-1 0 0,0 0 0 0 0,1-1 1 0 0,-1 0-1 0 0,0 0 0 0 0,1 0 1 0 0,-1-1-1 0 0,1 0 0 0 0,-1 0 1 0 0,1 0-1 0 0,0-1 0 0 0,0 0 1 0 0,0-1-1 0 0,0 1 0 0 0,1-1 1 0 0,-1 0-1 0 0,1 0 0 0 0,0-1 1 0 0,0 1-1 0 0,1-1 0 0 0,-1 0 1 0 0,1-1-1 0 0,0 1 0 0 0,0-1 0 0 0,1 0 1 0 0,0 0-1 0 0,0 0 0 0 0,0 0 1 0 0,1 0-1 0 0,0-1 0 0 0,0 1 1 0 0,-2-11-1 0 0,3 1-166 0 0,1 1-1 0 0,0 0 1 0 0,0 0 0 0 0,2-1 0 0 0,0 1-1 0 0,0 0 1 0 0,2 0 0 0 0,0 1 0 0 0,0-1-1 0 0,2 1 1 0 0,0 0 0 0 0,15-27 0 0 0,2 3-411 0 0,1 2 1 0 0,2 1-1 0 0,38-41 1 0 0,-23 33-834 0 0,1 3-1 0 0,2 1 1 0 0,89-59-1 0 0,64-15-9578 0 0,-151 89 4079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171 112 2288 0 0,'4'-19'4362'0'0,"1"-15"3978"0"0,-24 44-7339 0 0,1 9-772 0 0,0 0 0 0 0,2 2 0 0 0,0 0 1 0 0,2 1-1 0 0,0 1 0 0 0,1 0 0 0 0,-13 34 0 0 0,21-45-179 0 0,1-1 0 0 0,0 1 1 0 0,0 1-1 0 0,1-1 0 0 0,-2 23 0 0 0,5-32-38 0 0,0-1 0 0 0,0 1-1 0 0,0 0 1 0 0,0-1 0 0 0,0 1 0 0 0,0 0 0 0 0,1-1 0 0 0,-1 1 0 0 0,1 0 0 0 0,0-1 0 0 0,-1 1 0 0 0,1-1 0 0 0,1 1 0 0 0,-1-1 0 0 0,0 0 0 0 0,0 0 0 0 0,1 1-1 0 0,0-1 1 0 0,-1 0 0 0 0,1 0 0 0 0,0 0 0 0 0,0 0 0 0 0,0-1 0 0 0,0 1 0 0 0,0 0 0 0 0,0-1 0 0 0,1 0 0 0 0,-1 1 0 0 0,0-1 0 0 0,1 0 0 0 0,-1 0-1 0 0,6 1 1 0 0,-2-1 2 0 0,0 0 0 0 0,0-1 0 0 0,1 1 0 0 0,-1-1 0 0 0,0-1-1 0 0,0 1 1 0 0,0-1 0 0 0,0 0 0 0 0,1-1 0 0 0,-1 1 0 0 0,-1-1 0 0 0,1 0-1 0 0,0-1 1 0 0,0 1 0 0 0,-1-1 0 0 0,1 0 0 0 0,-1-1 0 0 0,0 1 0 0 0,0-1-1 0 0,0 0 1 0 0,-1 0 0 0 0,0-1 0 0 0,6-6 0 0 0,0-1-1 0 0,0-1 0 0 0,-1 0-1 0 0,0 0 1 0 0,-1-1 0 0 0,-1-1 0 0 0,0 1 0 0 0,8-28 0 0 0,-9 21 8 0 0,-1 1 0 0 0,-1-1 1 0 0,2-30-1 0 0,-6 42-33 0 0,0-1 0 0 0,0 0 0 0 0,-1 1 0 0 0,0-1 1 0 0,0 0-1 0 0,-1 1 0 0 0,0-1 0 0 0,-1 1 0 0 0,-6-14 0 0 0,8 21-81 0 0,0 0 0 0 0,0 0-1 0 0,1 1 1 0 0,-2-1-1 0 0,1 1 1 0 0,0-1-1 0 0,0 1 1 0 0,0-1 0 0 0,-1 1-1 0 0,1 0 1 0 0,0 0-1 0 0,-1-1 1 0 0,1 1-1 0 0,-1 0 1 0 0,0 0 0 0 0,1 0-1 0 0,-1 1 1 0 0,0-1-1 0 0,0 0 1 0 0,1 1-1 0 0,-1-1 1 0 0,0 1 0 0 0,0 0-1 0 0,0-1 1 0 0,0 1-1 0 0,0 0 1 0 0,0 0-1 0 0,1 0 1 0 0,-1 0 0 0 0,0 1-1 0 0,0-1 1 0 0,0 0-1 0 0,0 1 1 0 0,-3 1-1 0 0,2-1-493 0 0,-1 1 0 0 0,1-1 0 0 0,0 1-1 0 0,-1 0 1 0 0,1 0 0 0 0,0 1 0 0 0,0-1-1 0 0,1 1 1 0 0,-1-1 0 0 0,0 1 0 0 0,1 0-1 0 0,0 0 1 0 0,-1 0 0 0 0,1 0 0 0 0,0 0-1 0 0,-1 4 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25 584 0 0,'7'-13'2365'0'0,"0"2"3851"0"0,-5 11-3994 0 0,0 8-1972 0 0,-2-1 117 0 0,0 0 1 0 0,0 0-1 0 0,-1 0 0 0 0,0 0 1 0 0,0-1-1 0 0,-1 1 0 0 0,-4 11 1 0 0,-1 4 339 0 0,-61 204 2727 0 0,3-15-2455 0 0,51-154-1260 0 0,-13 100-1 0 0,25-142-457 0 0,1 1-1 0 0,2 20 1 0 0,6-4-2166 0 0,-6-29 2022 0 0,0 1 0 0 0,1-1-1 0 0,0 1 1 0 0,0-1-1 0 0,0 0 1 0 0,3 4 0 0 0,3 4-4540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137 241 552 0 0,'-22'-14'4069'0'0,"0"1"0"0"0,-43-19 0 0 0,62 31-3676 0 0,2 1-365 0 0,0 0 0 0 0,0 0 0 0 0,0 0 1 0 0,1-1-1 0 0,-1 1 0 0 0,0 0 0 0 0,0 0 0 0 0,0 0 0 0 0,0 1 1 0 0,0-1-1 0 0,0 0 0 0 0,0 0 0 0 0,0 0 0 0 0,0 1 0 0 0,0-1 1 0 0,1 0-1 0 0,-1 1 0 0 0,0-1 0 0 0,0 1 0 0 0,0-1 0 0 0,1 1 1 0 0,-1-1-1 0 0,0 1 0 0 0,0 0 0 0 0,1-1 0 0 0,-1 1 0 0 0,0 1 1 0 0,1-2-22 0 0,0 1 0 0 0,0-1 0 0 0,0 1 0 0 0,0-1 1 0 0,1 1-1 0 0,-1 0 0 0 0,0-1 0 0 0,0 1 0 0 0,0-1 0 0 0,1 0 1 0 0,-1 1-1 0 0,0-1 0 0 0,1 1 0 0 0,-1-1 0 0 0,0 1 1 0 0,1-1-1 0 0,-1 0 0 0 0,1 1 0 0 0,-1-1 0 0 0,1 0 0 0 0,-1 1 1 0 0,1-1-1 0 0,-1 0 0 0 0,1 0 0 0 0,-1 1 0 0 0,1-1 1 0 0,-1 0-1 0 0,1 0 0 0 0,15 7 105 0 0,0-2-396 0 0,-1-1 0 0 0,1 0 0 0 0,-1-1 0 0 0,1-1 0 0 0,0-1 0 0 0,0 0 0 0 0,22-2 0 0 0,-16-1-498 0 0,-1 0 0 0 0,1-2 0 0 0,-1 0 0 0 0,40-15 0 0 0,-50 14 552 0 0,0 0 0 0 0,0-1 0 0 0,0-1 0 0 0,-1 0 0 0 0,1 0 0 0 0,-2-1 0 0 0,1 0-1 0 0,15-18 1 0 0,-14 13 900 0 0,-1-1-1 0 0,0 0 1 0 0,0 0 0 0 0,-2-1-1 0 0,13-29 1 0 0,-20 41-97 0 0,-2 6-173 0 0,-7 12 34 0 0,-10 25 46 0 0,-25 84 1164 0 0,-45 209-1 0 0,63-225-1288 0 0,1-1 1492 0 0,24-105-1277 0 0,6-12-380 0 0,14-24-176 0 0,-6 8-118 0 0,0 0 0 0 0,2 2 0 0 0,1 0 0 0 0,1 1 0 0 0,39-40 0 0 0,-42 51 45 0 0,0 0 0 0 0,1 0 0 0 0,0 2 0 0 0,1 0-1 0 0,0 1 1 0 0,0 0 0 0 0,1 1 0 0 0,31-8 0 0 0,-47 15 53 0 0,0 1 1 0 0,0-1-1 0 0,0 1 1 0 0,0 0 0 0 0,0-1-1 0 0,0 1 1 0 0,0 0-1 0 0,0 0 1 0 0,0 1 0 0 0,0-1-1 0 0,0 0 1 0 0,0 1 0 0 0,0-1-1 0 0,0 1 1 0 0,0-1-1 0 0,0 1 1 0 0,0 0 0 0 0,-1 0-1 0 0,1 0 1 0 0,0 0-1 0 0,0 0 1 0 0,-1 1 0 0 0,1-1-1 0 0,-1 0 1 0 0,1 1-1 0 0,-1-1 1 0 0,1 1 0 0 0,-1-1-1 0 0,0 1 1 0 0,0 0 0 0 0,0 0-1 0 0,0-1 1 0 0,0 1-1 0 0,0 0 1 0 0,1 4 0 0 0,0 1 149 0 0,0 1 0 0 0,-1 0 0 0 0,1-1 0 0 0,-1 1 0 0 0,-1 0 0 0 0,0 0 0 0 0,-1 15 0 0 0,-17 70 503 0 0,12-70-520 0 0,1 1 0 0 0,2 0 0 0 0,-2 29 0 0 0,5-52-116 0 0,0 1 1 0 0,0-1-1 0 0,0 1 0 0 0,0-1 0 0 0,0 0 1 0 0,1 1-1 0 0,-1-1 0 0 0,0 0 0 0 0,1 1 0 0 0,-1-1 1 0 0,1 0-1 0 0,0 1 0 0 0,-1-1 0 0 0,1 0 1 0 0,0 0-1 0 0,0 0 0 0 0,0 1 0 0 0,0-1 1 0 0,0 0-1 0 0,0 0 0 0 0,0-1 0 0 0,0 1 1 0 0,0 0-1 0 0,0 0 0 0 0,1 0 0 0 0,-1-1 0 0 0,0 1 1 0 0,0-1-1 0 0,1 1 0 0 0,-1-1 0 0 0,1 1 1 0 0,-1-1-1 0 0,0 0 0 0 0,1 0 0 0 0,-1 1 1 0 0,1-1-1 0 0,-1 0 0 0 0,3-1 0 0 0,2 1-62 0 0,0-1-1 0 0,0 1 1 0 0,0-1-1 0 0,-1-1 1 0 0,1 1-1 0 0,0-1 1 0 0,-1 0-1 0 0,7-3 1 0 0,5-6-182 0 0,0 0 1 0 0,-1 0-1 0 0,0-2 1 0 0,-1 0-1 0 0,0-1 1 0 0,-1 0-1 0 0,-1-1 1 0 0,18-26-1 0 0,-10 11 145 0 0,-2-1 0 0 0,-2-1 0 0 0,26-64 0 0 0,-41 89 128 0 0,2-2-76 0 0,-1 0 0 0 0,0 0 0 0 0,2-11 1 0 0,-5 20 31 0 0,0-1 0 0 0,0 1 0 0 0,0 0 0 0 0,0-1 1 0 0,0 1-1 0 0,0 0 0 0 0,0 0 0 0 0,0-1 1 0 0,-1 1-1 0 0,1 0 0 0 0,0-1 0 0 0,0 1 0 0 0,0 0 1 0 0,0 0-1 0 0,0-1 0 0 0,0 1 0 0 0,-1 0 1 0 0,1 0-1 0 0,0-1 0 0 0,0 1 0 0 0,0 0 1 0 0,-1 0-1 0 0,1-1 0 0 0,0 1 0 0 0,0 0 0 0 0,-1 0 1 0 0,1 0-1 0 0,0 0 0 0 0,0 0 0 0 0,-1-1 1 0 0,1 1-1 0 0,0 0 0 0 0,0 0 0 0 0,-1 0 1 0 0,1 0-1 0 0,0 0 0 0 0,-1 0 0 0 0,1 0 0 0 0,0 0 1 0 0,-1 0-1 0 0,1 0 0 0 0,0 0 0 0 0,0 0 1 0 0,-1 0-1 0 0,1 0 0 0 0,0 0 0 0 0,-1 0 0 0 0,-12 4-51 0 0,13-4 61 0 0,-6 4-28 0 0,0 0-1 0 0,1 0 0 0 0,-1 0 1 0 0,1 1-1 0 0,0 0 0 0 0,0 0 1 0 0,0 0-1 0 0,1 1 0 0 0,-1-1 0 0 0,1 1 1 0 0,-4 9-1 0 0,5-10-1 0 0,-8 14 35 0 0,0 0 1 0 0,2 0 0 0 0,-14 42-1 0 0,19-49 43 0 0,1 0 0 0 0,0 0 0 0 0,1 0-1 0 0,0 0 1 0 0,1 1 0 0 0,0-1-1 0 0,1 1 1 0 0,3 16 0 0 0,-3-25-46 0 0,1 0 0 0 0,0-1 0 0 0,0 1 1 0 0,0-1-1 0 0,0 1 0 0 0,1-1 0 0 0,0 1 0 0 0,-1-1 1 0 0,1 0-1 0 0,0 0 0 0 0,1 0 0 0 0,-1 0 0 0 0,0 0 0 0 0,1 0 1 0 0,0-1-1 0 0,3 4 0 0 0,-1-3 20 0 0,0-1-1 0 0,0 1 1 0 0,0 0 0 0 0,0-1 0 0 0,1 0-1 0 0,-1 0 1 0 0,0-1 0 0 0,1 0-1 0 0,10 2 1 0 0,-3-3 13 0 0,1 1 0 0 0,-1-2 1 0 0,0 0-1 0 0,0 0 0 0 0,0-1 0 0 0,0-1 0 0 0,0 0 0 0 0,17-7 1 0 0,-16 4-40 0 0,0-1 1 0 0,-1-1 0 0 0,0 0-1 0 0,0-1 1 0 0,-1 0 0 0 0,0-1-1 0 0,-1 0 1 0 0,0-1 0 0 0,14-17-1 0 0,-12 11 135 0 0,-1 0 0 0 0,-1-1 0 0 0,0 0-1 0 0,-1 0 1 0 0,-1-1 0 0 0,9-29 0 0 0,-14 35-20 0 0,-1 0 1 0 0,-1 1-1 0 0,0-1 0 0 0,0-1 1 0 0,-2 1-1 0 0,0-20 1 0 0,0 32-129 0 0,-1 0 1 0 0,1 0-1 0 0,0-1 1 0 0,0 1-1 0 0,-1 0 1 0 0,1 0-1 0 0,-1 0 0 0 0,1 0 1 0 0,-1-1-1 0 0,0 1 1 0 0,1 0-1 0 0,-1 0 1 0 0,0 0-1 0 0,1 0 1 0 0,-1 0-1 0 0,0 1 1 0 0,0-1-1 0 0,0 0 1 0 0,0 0-1 0 0,0 1 0 0 0,0-1 1 0 0,0 0-1 0 0,0 1 1 0 0,-1-1-1 0 0,1 1 1 0 0,0-1-1 0 0,0 1 1 0 0,0 0-1 0 0,0-1 1 0 0,-1 1-1 0 0,1 0 1 0 0,0 0-1 0 0,-2 0 0 0 0,-1 0-10 0 0,1 0-1 0 0,-1 0 0 0 0,0 0 1 0 0,0 1-1 0 0,1 0 0 0 0,-1-1 0 0 0,-6 4 1 0 0,8-4-17 0 0,-1 11 115 0 0,3-10-66 0 0,0 0 1 0 0,1 0-1 0 0,-1 0 1 0 0,1 0-1 0 0,-1 0 0 0 0,1 0 1 0 0,0-1-1 0 0,-1 1 1 0 0,1 0-1 0 0,0 0 0 0 0,0 0 1 0 0,0 0-1 0 0,-1-1 1 0 0,1 1-1 0 0,0-1 0 0 0,0 1 1 0 0,0 0-1 0 0,0-1 1 0 0,0 1-1 0 0,0-1 0 0 0,0 0 1 0 0,0 1-1 0 0,2-1 1 0 0,27 6 134 0 0,-25-6-123 0 0,10 1 5 0 0,1 0-1 0 0,-1-1 1 0 0,1-1-1 0 0,-1-1 0 0 0,1 0 1 0 0,25-7-1 0 0,-7-2 536 0 0,57-25 1 0 0,-45 15 956 0 0,-44 20-1514 0 0,0 1 5 0 0,8-1-7 0 0,-10 1 7 0 0,0 1 0 0 0,0-1 1 0 0,0 0-1 0 0,1 0 0 0 0,-1 0 0 0 0,0 0 0 0 0,0 0 1 0 0,0 1-1 0 0,0-1 0 0 0,0 0 0 0 0,1 0 1 0 0,-1 0-1 0 0,0 1 0 0 0,0-1 0 0 0,0 0 0 0 0,0 0 1 0 0,0 0-1 0 0,0 1 0 0 0,0-1 0 0 0,0 0 1 0 0,0 0-1 0 0,0 1 0 0 0,0-1 0 0 0,0 0 1 0 0,0 0-1 0 0,0 0 0 0 0,0 1 0 0 0,0-1 0 0 0,0 0 1 0 0,0 0-1 0 0,0 1 0 0 0,0-1 0 0 0,0 0 1 0 0,0 0-1 0 0,0 0 0 0 0,-1 0 0 0 0,1 1 0 0 0,0-1 1 0 0,0 0-1 0 0,0 0 0 0 0,0 0 0 0 0,0 1 1 0 0,-1-1-1 0 0,1 0 0 0 0,0 0 0 0 0,0 0 0 0 0,0 0 1 0 0,0 0-1 0 0,-1 0 0 0 0,1 0 0 0 0,0 1 1 0 0,0-1-1 0 0,-1 0 0 0 0,-16 19 794 0 0,0 0-376 0 0,1 0 1 0 0,1 0 0 0 0,1 2 0 0 0,-20 36 0 0 0,32-54-494 0 0,0 1 0 0 0,1-1 0 0 0,0 1 0 0 0,0 0 0 0 0,0 0 0 0 0,0-1 0 0 0,0 1 0 0 0,1 0 0 0 0,-1 0 0 0 0,1 0 0 0 0,0 0 0 0 0,1 0 0 0 0,-1 0 0 0 0,0 0 0 0 0,1-1 0 0 0,0 1 0 0 0,2 7 0 0 0,-1-8-205 0 0,1 1-1 0 0,-1-1 1 0 0,0 0 0 0 0,1 0 0 0 0,0 0-1 0 0,0 0 1 0 0,-1-1 0 0 0,2 1-1 0 0,-1-1 1 0 0,0 1 0 0 0,0-1 0 0 0,1 0-1 0 0,-1 0 1 0 0,1-1 0 0 0,0 1 0 0 0,-1-1-1 0 0,8 2 1 0 0,14 3-2958 0 0,0-1 0 0 0,31 2 0 0 0,-9-3-4215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8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48 445 1532 0 0,'-16'17'5671'0'0,"12"-12"-5282"0"0,0 1-1 0 0,1-1 1 0 0,0 1-1 0 0,0-1 0 0 0,0 1 1 0 0,1 0-1 0 0,0 0 1 0 0,0 0-1 0 0,0 0 1 0 0,1 0-1 0 0,-1 7 0 0 0,2-11 221 0 0,10 5 855 0 0,-4-9-1344 0 0,1 0 1 0 0,-1 0-1 0 0,-1-1 1 0 0,1 1-1 0 0,0-1 1 0 0,-1-1-1 0 0,1 1 1 0 0,-1-1-1 0 0,0 0 1 0 0,0 0-1 0 0,0 0 1 0 0,-1-1-1 0 0,0 0 1 0 0,6-7-1 0 0,4-7-39 0 0,0-1 1 0 0,17-33-1 0 0,-21 31-23 0 0,0-1 0 0 0,-1 1-1 0 0,-1-2 1 0 0,-1 1 0 0 0,6-43-1 0 0,-11 47 12 0 0,0 0-1 0 0,-1 0 1 0 0,-1 0-1 0 0,-1-1 1 0 0,-1 1-1 0 0,-1 0 1 0 0,-9-34-1 0 0,12 50-77 0 0,-1 1-1 0 0,0 0 1 0 0,0 0-1 0 0,0 1 1 0 0,0-1-1 0 0,0 0 0 0 0,0 0 1 0 0,-1 0-1 0 0,1 1 1 0 0,-3-3-1 0 0,4 4 7 0 0,-1-1-1 0 0,0 0 0 0 0,1 1 1 0 0,-1-1-1 0 0,0 1 0 0 0,0 0 1 0 0,0-1-1 0 0,1 1 0 0 0,-1 0 1 0 0,0-1-1 0 0,0 1 0 0 0,0 0 1 0 0,0 0-1 0 0,0 0 0 0 0,0 0 1 0 0,0 0-1 0 0,0 0 0 0 0,0 0 1 0 0,1 0-1 0 0,-1 0 0 0 0,0 0 1 0 0,0 0-1 0 0,0 1 1 0 0,0-1-1 0 0,0 0 0 0 0,0 1 1 0 0,1-1-1 0 0,-1 0 0 0 0,-1 2 1 0 0,-3 1-9 0 0,0 0 1 0 0,1 1 0 0 0,-1 0 0 0 0,1 0 0 0 0,0 0 0 0 0,0 1 0 0 0,0 0 0 0 0,1-1 0 0 0,0 1 0 0 0,0 0 0 0 0,0 1 0 0 0,0-1 0 0 0,1 0 0 0 0,0 1 0 0 0,0 0 0 0 0,0-1 0 0 0,1 1 0 0 0,0 0 0 0 0,0 0 0 0 0,0 0 0 0 0,1 0 0 0 0,0-1 0 0 0,0 1 0 0 0,0 0 0 0 0,1 0 0 0 0,0 0 0 0 0,2 7 0 0 0,-2-11 12 0 0,-1-1 1 0 0,1 1-1 0 0,0 0 1 0 0,0-1-1 0 0,1 1 0 0 0,-1-1 1 0 0,0 1-1 0 0,0-1 1 0 0,1 0-1 0 0,-1 1 1 0 0,1-1-1 0 0,-1 0 1 0 0,1 0-1 0 0,-1 0 0 0 0,1 0 1 0 0,0 0-1 0 0,0-1 1 0 0,-1 1-1 0 0,1 0 1 0 0,3 0-1 0 0,35 5 27 0 0,-15-6-15 0 0,1 0 1 0 0,-1-2-1 0 0,46-9 0 0 0,72-26 67 0 0,-120 31-50 0 0,-15 3 113 0 0,1-1 1 0 0,-1 1 0 0 0,0-1 0 0 0,-1 0 0 0 0,1-1 0 0 0,-1 0 0 0 0,8-7 0 0 0,-13 11 67 0 0,-19 15-229 0 0,-2 5-15 0 0,2 1 0 0 0,0 2 0 0 0,1-1-1 0 0,1 2 1 0 0,-20 41 0 0 0,30-55 32 0 0,0 1 0 0 0,1 1 1 0 0,0-1-1 0 0,1 0 0 0 0,0 1 0 0 0,0 0 1 0 0,1 0-1 0 0,0 11 0 0 0,2-19-54 0 0,-1 1 0 0 0,1-1 0 0 0,1 0 0 0 0,-1 1 0 0 0,0-1 0 0 0,1 0-1 0 0,0 1 1 0 0,0-1 0 0 0,0 0 0 0 0,0 0 0 0 0,0 0 0 0 0,1 0 0 0 0,-1 0 0 0 0,1 0 0 0 0,0 0-1 0 0,0 0 1 0 0,0-1 0 0 0,0 1 0 0 0,0-1 0 0 0,1 1 0 0 0,-1-1 0 0 0,1 0 0 0 0,-1 0-1 0 0,1 0 1 0 0,0 0 0 0 0,0-1 0 0 0,0 1 0 0 0,0-1 0 0 0,6 3 0 0 0,4-1-328 0 0,1 1 1 0 0,0-2-1 0 0,1 0 1 0 0,-1 0-1 0 0,0-2 1 0 0,0 1-1 0 0,1-2 1 0 0,-1 0 0 0 0,0-1-1 0 0,16-3 1 0 0,-17 2 280 0 0,-1-1 0 0 0,1 0 0 0 0,-1 0 0 0 0,0-1 0 0 0,0-1 0 0 0,-1 0 0 0 0,0 0 1 0 0,0-1-1 0 0,0 0 0 0 0,-1-1 0 0 0,12-12 0 0 0,-16 13 321 0 0,-1 1 0 0 0,0-1 1 0 0,0-1-1 0 0,0 1 0 0 0,-1-1 0 0 0,0 0 0 0 0,0 0 1 0 0,3-14-1 0 0,0-3 1548 0 0,4-41-1 0 0,-6 29-449 0 0,-6 26-1097 0 0,-6 14-118 0 0,-8 16-112 0 0,8-3 8 0 0,0 0 1 0 0,2 0-1 0 0,0 1 0 0 0,1 0 0 0 0,-4 30 0 0 0,7-39 17 0 0,0-1 0 0 0,1 1-1 0 0,0 0 1 0 0,1 0 0 0 0,0-1-1 0 0,0 1 1 0 0,0 0 0 0 0,1-1-1 0 0,0 1 1 0 0,1-1 0 0 0,0 1 0 0 0,0-1-1 0 0,0 0 1 0 0,1-1 0 0 0,5 8-1 0 0,-5-9-1 0 0,0-1 0 0 0,1 0 0 0 0,0 1 0 0 0,0-2 0 0 0,0 1 0 0 0,0-1 0 0 0,0 0 0 0 0,1 0 0 0 0,-1 0 0 0 0,1-1 0 0 0,0 0 0 0 0,0 0 0 0 0,0 0 0 0 0,0-1 0 0 0,0 0 0 0 0,0 0 0 0 0,0 0-1 0 0,0-1 1 0 0,1 0 0 0 0,8-1 0 0 0,-8 1 1 0 0,1-1 1 0 0,-1 0-1 0 0,1-1 0 0 0,-1 0 0 0 0,0 0 0 0 0,0 0 0 0 0,1-1 0 0 0,-2 0 0 0 0,1 0 0 0 0,0-1 0 0 0,-1 0 0 0 0,1 0 0 0 0,-1 0 0 0 0,0-1 1 0 0,-1 0-1 0 0,8-8 0 0 0,-6 3 52 0 0,0 0 0 0 0,-1-1 0 0 0,0 1 1 0 0,-1-2-1 0 0,-1 1 0 0 0,1 0 0 0 0,-2-1 1 0 0,1 0-1 0 0,1-17 0 0 0,-2 11 109 0 0,-2 0 1 0 0,0 0-1 0 0,0 1 1 0 0,-2-1-1 0 0,-5-32 1 0 0,6 47-179 0 0,-1 1 0 0 0,1-1 0 0 0,-1 0 0 0 0,1 0 1 0 0,-1 1-1 0 0,0-1 0 0 0,0 1 0 0 0,0-1 1 0 0,0 1-1 0 0,-1-1 0 0 0,1 1 0 0 0,-1-1 1 0 0,1 1-1 0 0,-1 0 0 0 0,0 0 0 0 0,0 0 0 0 0,0 0 1 0 0,0 0-1 0 0,0 1 0 0 0,-1-1 0 0 0,1 0 1 0 0,0 1-1 0 0,-1 0 0 0 0,1-1 0 0 0,-1 1 1 0 0,1 0-1 0 0,-1 0 0 0 0,0 1 0 0 0,1-1 0 0 0,-1 1 1 0 0,0-1-1 0 0,0 1 0 0 0,1 0 0 0 0,-1 0 1 0 0,0 0-1 0 0,0 0 0 0 0,0 0 0 0 0,1 1 1 0 0,-6 0-1 0 0,5 0-179 0 0,-1 1-1 0 0,0-1 1 0 0,0 0 0 0 0,1 1-1 0 0,-1 0 1 0 0,1-1 0 0 0,-1 1-1 0 0,1 1 1 0 0,0-1 0 0 0,-1 0 0 0 0,1 1-1 0 0,1 0 1 0 0,-1 0 0 0 0,0 0-1 0 0,-4 6 1 0 0,4-4-525 0 0,-1 1 1 0 0,1-1-1 0 0,1 1 0 0 0,-1 0 1 0 0,1 0-1 0 0,0 0 0 0 0,0 0 1 0 0,-1 9-1 0 0,5 0-2963 0 0,-1-12 2699 0 0,3 7-2817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2488 0 0,'28'-43'15768'0'0,"-29"56"-15531"0"0,-1-1 0 0 0,0 0 0 0 0,-5 19 0 0 0,-4 22 58 0 0,9-33-205 0 0,0-1 0 0 0,1 1-1 0 0,4 38 1 0 0,-2-53-69 0 0,0 0 0 0 0,0 0 0 0 0,0 0 1 0 0,1 0-1 0 0,-1 0 0 0 0,1 0 0 0 0,0 0 0 0 0,1 0 0 0 0,-1-1 0 0 0,1 0 0 0 0,0 1 0 0 0,0-1 0 0 0,1 0 0 0 0,-1 0 0 0 0,1 0 1 0 0,0-1-1 0 0,-1 0 0 0 0,2 1 0 0 0,6 3 0 0 0,-7-6-9 0 0,-1 0-1 0 0,1 0 1 0 0,-1 0 0 0 0,1-1 0 0 0,0 0 0 0 0,-1 0 0 0 0,1 0-1 0 0,0 0 1 0 0,-1 0 0 0 0,1-1 0 0 0,-1 0 0 0 0,1 1-1 0 0,-1-1 1 0 0,6-3 0 0 0,-9 4-11 0 0,7-3 4 0 0,0 0 1 0 0,-1 0-1 0 0,0-1 0 0 0,0 0 1 0 0,0 0-1 0 0,0-1 1 0 0,0 1-1 0 0,-1-1 0 0 0,0-1 1 0 0,0 1-1 0 0,5-7 1 0 0,1-4-1 0 0,0 0 0 0 0,17-34 1 0 0,58-125-283 0 0,-85 173 207 0 0,-2 24-162 0 0,-8 21 148 0 0,4-21 59 0 0,1 0 1 0 0,-1 30-1 0 0,4-46 41 0 0,1 0-1 0 0,0-1 1 0 0,1 1-1 0 0,-1 0 1 0 0,1 0-1 0 0,1-1 0 0 0,-1 1 1 0 0,1 0-1 0 0,0-1 1 0 0,0 0-1 0 0,0 1 1 0 0,1-1-1 0 0,0 0 0 0 0,3 5 1 0 0,-5-8 30 0 0,1 0 0 0 0,-1-1 1 0 0,0 1-1 0 0,1 0 0 0 0,0 0 1 0 0,-1-1-1 0 0,1 1 0 0 0,0-1 1 0 0,0 1-1 0 0,0-1 0 0 0,0 0 0 0 0,0 0 1 0 0,0 0-1 0 0,0 0 0 0 0,0 0 1 0 0,0 0-1 0 0,1-1 0 0 0,-1 1 1 0 0,0-1-1 0 0,1 1 0 0 0,-1-1 0 0 0,0 0 1 0 0,1 0-1 0 0,-1 0 0 0 0,0 0 1 0 0,1 0-1 0 0,-1-1 0 0 0,0 1 1 0 0,0-1-1 0 0,1 1 0 0 0,-1-1 0 0 0,0 0 1 0 0,0 0-1 0 0,0 0 0 0 0,0 0 1 0 0,0 0-1 0 0,0-1 0 0 0,4-2 0 0 0,0-1 59 0 0,0-1 0 0 0,-1 0 0 0 0,1 0 0 0 0,-1 0-1 0 0,0 0 1 0 0,-1-1 0 0 0,0 0 0 0 0,0 0 0 0 0,0 0-1 0 0,2-8 1 0 0,-2 4-64 0 0,-1 0-1 0 0,0 0 1 0 0,0 0-1 0 0,-2-1 0 0 0,1 1 1 0 0,-2 0-1 0 0,1-1 1 0 0,-1 1-1 0 0,-1 0 1 0 0,0-1-1 0 0,-1 1 1 0 0,-3-12-1 0 0,3 16-141 0 0,1 0 1 0 0,0 0-1 0 0,0-1 0 0 0,0-12 1 0 0,1 18 47 0 0,45-3-628 0 0,127-23-4182 0 0,-57 4-3800 0 0,-72 15 2312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63 2360 0 0,'9'-12'5065'0'0,"0"-1"0"0"0,14-25 1 0 0,-22 69-3518 0 0,-8 8-987 0 0,-2-1-1 0 0,-18 48 0 0 0,-1 3-260 0 0,18-58-330 0 0,6-20-633 0 0,1 0 0 0 0,0 0 0 0 0,0 0 0 0 0,1 1 0 0 0,0-1 0 0 0,1 0 0 0 0,1 21 0 0 0,8-11-7363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94 180 0 0,'4'-8'2033'0'0,"-1"4"-995"0"0,0-1 0 0 0,0 0 0 0 0,0 0 0 0 0,-1 0 1 0 0,0 0-1 0 0,0-1 0 0 0,0 1 0 0 0,-1-1 1 0 0,0 1-1 0 0,0-1 0 0 0,0 1 0 0 0,0-7 0 0 0,-1 11-984 0 0,0 1-1 0 0,-1-1 1 0 0,1 1-1 0 0,0-1 1 0 0,0 1-1 0 0,-1-1 0 0 0,1 0 1 0 0,0 1-1 0 0,0-1 1 0 0,-1 1-1 0 0,1-1 1 0 0,-1 1-1 0 0,1-1 0 0 0,0 1 1 0 0,-1 0-1 0 0,1-1 1 0 0,-1 1-1 0 0,1-1 1 0 0,-1 1-1 0 0,0 0 0 0 0,1-1 1 0 0,-1 1-1 0 0,1 0 1 0 0,-1 0-1 0 0,1 0 1 0 0,-1-1-1 0 0,0 1 0 0 0,1 0 1 0 0,-1 0-1 0 0,1 0 1 0 0,-1 0-1 0 0,-1 0 1 0 0,-19 3 441 0 0,12 0-402 0 0,0 1 1 0 0,0 0-1 0 0,1 1 0 0 0,-1 0 0 0 0,1 0 0 0 0,0 1 0 0 0,0 0 0 0 0,1 0 0 0 0,0 1 0 0 0,0 0 0 0 0,1 0 0 0 0,-1 1 1 0 0,1 0-1 0 0,1 0 0 0 0,0 0 0 0 0,0 0 0 0 0,1 1 0 0 0,-4 10 0 0 0,7-17-12 0 0,0 0-1 0 0,1 0 1 0 0,0 0 0 0 0,-1 0-1 0 0,1 0 1 0 0,0 0-1 0 0,0 0 1 0 0,0 1 0 0 0,0-1-1 0 0,0 0 1 0 0,1 0-1 0 0,-1 0 1 0 0,1 0 0 0 0,-1 0-1 0 0,1 0 1 0 0,0 0-1 0 0,0 0 1 0 0,0 0 0 0 0,0 0-1 0 0,0 0 1 0 0,0 0-1 0 0,2 2 1 0 0,2 2 118 0 0,1-1 1 0 0,-1 1-1 0 0,1-1 0 0 0,11 8 0 0 0,-1-2 48 0 0,-1 1-1 0 0,17 17 1 0 0,-26-22 86 0 0,0-1 0 0 0,-1 1 0 0 0,0-1 0 0 0,0 1 0 0 0,0 1 0 0 0,-1-1-1 0 0,4 11 1 0 0,-7-16-189 0 0,0 1 0 0 0,-1-1 0 0 0,0 1 0 0 0,1 0-1 0 0,-1-1 1 0 0,0 1 0 0 0,0 0 0 0 0,-1-1 0 0 0,1 1-1 0 0,-1-1 1 0 0,1 1 0 0 0,-1-1 0 0 0,0 1 0 0 0,0-1-1 0 0,0 1 1 0 0,0-1 0 0 0,0 0 0 0 0,0 1 0 0 0,-1-1-1 0 0,1 0 1 0 0,-1 0 0 0 0,1 0 0 0 0,-1 0 0 0 0,0 0-1 0 0,0-1 1 0 0,0 1 0 0 0,-3 2 0 0 0,-3 2 23 0 0,-1 0 0 0 0,1-1 1 0 0,-1 0-1 0 0,0 0 0 0 0,-13 5 1 0 0,12-6-309 0 0,0-1 1 0 0,-1 1-1 0 0,1-2 1 0 0,-1 1 0 0 0,-19 0-1 0 0,27-2-211 0 0,0-1 1 0 0,0-1-1 0 0,0 1 0 0 0,0 0 0 0 0,0-1 1 0 0,0 0-1 0 0,0 1 0 0 0,1-1 0 0 0,-1 0 1 0 0,0-1-1 0 0,0 1 0 0 0,1 0 1 0 0,-1-1-1 0 0,1 1 0 0 0,-1-1 0 0 0,1 0 1 0 0,0 0-1 0 0,0 0 0 0 0,-1 0 0 0 0,1 0 1 0 0,1-1-1 0 0,-1 1 0 0 0,0 0 0 0 0,1-1 1 0 0,-1 0-1 0 0,-2-4 0 0 0,1-2-1763 0 0,0-1 1 0 0,0 1-1 0 0,1 0 0 0 0,-2-15 1 0 0,1-1-5590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0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34 142 1080 0 0,'-1'-3'1118'0'0,"-4"-23"6818"0"0,-16-48 1 0 0,15 41-6037 0 0,5 28-5581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39 273 152 0 0,'-10'-24'7414'0'0,"-13"-25"3580"0"0,22 47-10576 0 0,-4-4 795 0 0,9 9-1195 0 0,0 0 1 0 0,1-1-1 0 0,-1 1 1 0 0,0-1-1 0 0,1 0 1 0 0,0 0-1 0 0,-1 0 1 0 0,1-1-1 0 0,0 1 1 0 0,0-1-1 0 0,0-1 1 0 0,6 2-1 0 0,67 1 103 0 0,-70-3-107 0 0,22 0 41 0 0,0-2 1 0 0,0-1-1 0 0,0-1 0 0 0,-1-1 1 0 0,35-12-1 0 0,-56 14 15 0 0,18-3 110 0 0,-26 6-182 0 0,0 0 0 0 0,0 0 1 0 0,0 0-1 0 0,1 0 0 0 0,-1 0 0 0 0,0 0 0 0 0,0 0 1 0 0,1 0-1 0 0,-1 0 0 0 0,0 0 0 0 0,0 0 0 0 0,0 1 1 0 0,0-1-1 0 0,1 0 0 0 0,-1 0 0 0 0,0 0 1 0 0,0 0-1 0 0,0 1 0 0 0,0-1 0 0 0,1 0 0 0 0,-1 0 1 0 0,0 0-1 0 0,0 0 0 0 0,0 1 0 0 0,0-1 0 0 0,0 0 1 0 0,0 0-1 0 0,0 0 0 0 0,0 1 0 0 0,0-1 0 0 0,0 0 1 0 0,0 0-1 0 0,1 1 0 0 0,-1-1 0 0 0,0 0 1 0 0,0 0-1 0 0,-1 0 0 0 0,1 1 0 0 0,0-1 0 0 0,0 0 1 0 0,0 0-1 0 0,0 1 0 0 0,0-1 0 0 0,0 0 0 0 0,0 0 1 0 0,0 0-1 0 0,0 1 0 0 0,0-1 0 0 0,-1 0 0 0 0,-7 10-14 0 0,7-8 13 0 0,-25 27-26 0 0,-95 121 70 0 0,110-134-28 0 0,1 0-1 0 0,1 1 1 0 0,0 0-1 0 0,1 1 1 0 0,1 0-1 0 0,0 0 1 0 0,-6 34-1 0 0,12-44-7 0 0,0 0 0 0 0,1 0-1 0 0,1 0 1 0 0,-1 0 0 0 0,1 0-1 0 0,0 0 1 0 0,1 0 0 0 0,0 0 0 0 0,0-1-1 0 0,1 1 1 0 0,6 12 0 0 0,5 8 29 0 0,32 44 1 0 0,-16-25-12 0 0,-14-21 61 0 0,20 48-1 0 0,-32-66 202 0 0,-1 0-1 0 0,0 1 0 0 0,-1-1 1 0 0,0 1-1 0 0,-1 0 1 0 0,1 0-1 0 0,-2-1 0 0 0,1 1 1 0 0,-1 0-1 0 0,-2 13 1 0 0,1-17-106 0 0,0-1 1 0 0,-1 0 0 0 0,1 0-1 0 0,-1 0 1 0 0,0 0-1 0 0,0 0 1 0 0,-1 0 0 0 0,1 0-1 0 0,-1-1 1 0 0,0 1 0 0 0,0-1-1 0 0,0 0 1 0 0,0 0 0 0 0,0 0-1 0 0,-1 0 1 0 0,1-1-1 0 0,-1 1 1 0 0,0-1 0 0 0,0 0-1 0 0,-6 3 1 0 0,-2 0 242 0 0,-1-1 0 0 0,1 0 0 0 0,-1 0 1 0 0,0-1-1 0 0,-17 1 0 0 0,25-3-353 0 0,0-1 0 0 0,1 0 1 0 0,-1 0-1 0 0,0 0 0 0 0,1-1 1 0 0,-1 1-1 0 0,1-1 0 0 0,-1 0 1 0 0,1-1-1 0 0,-1 1 0 0 0,1-1 1 0 0,0 1-1 0 0,0-1 0 0 0,0-1 1 0 0,0 1-1 0 0,0-1 0 0 0,0 1 1 0 0,-4-4-1 0 0,6 3-96 0 0,0 1 0 0 0,0-1 0 0 0,0 1 0 0 0,0-1 0 0 0,0 0 0 0 0,1 0 0 0 0,-1 0 0 0 0,1 0 0 0 0,0 0 0 0 0,-1 0 0 0 0,2 0-1 0 0,-1 0 1 0 0,0 0 0 0 0,0-1 0 0 0,1 1 0 0 0,0 0 0 0 0,0 0 0 0 0,0-1 0 0 0,0 1 0 0 0,0 0 0 0 0,1-1 0 0 0,-1 1 0 0 0,1 0 0 0 0,0 0 0 0 0,1-4 0 0 0,3-5-209 0 0,1-1 1 0 0,0 1-1 0 0,1 1 0 0 0,0-1 1 0 0,15-18-1 0 0,52-49-985 0 0,-55 59 935 0 0,246-209-2727 0 0,-203 179 2468 0 0,-24 19 222 0 0,6-4-102 0 0,66-66 1 0 0,-99 89 396 0 0,0 0 1 0 0,-1-1-1 0 0,0 0 0 0 0,-1-1 0 0 0,-1 0 0 0 0,0-1 0 0 0,-1 0 1 0 0,-1 0-1 0 0,0 0 0 0 0,5-21 0 0 0,-10 34 14 0 0,-1 0 0 0 0,1-1 0 0 0,-1 1 0 0 0,1 0 0 0 0,-1 0 0 0 0,0-1 0 0 0,0 1 0 0 0,0 0 0 0 0,0-1-1 0 0,0 1 1 0 0,-1 0 0 0 0,1-1 0 0 0,-1 1 0 0 0,1 0 0 0 0,-1 0 0 0 0,0 0 0 0 0,0-1 0 0 0,0 1 0 0 0,0 0 0 0 0,0 0 0 0 0,-1 0 0 0 0,1 1-1 0 0,0-1 1 0 0,-1 0 0 0 0,0 0 0 0 0,1 1 0 0 0,-3-2 0 0 0,2 2 4 0 0,0 1-1 0 0,1-1 1 0 0,-1 1 0 0 0,0 0 0 0 0,0 0-1 0 0,0 0 1 0 0,0 0 0 0 0,0 0-1 0 0,0 0 1 0 0,0 0 0 0 0,0 1-1 0 0,1-1 1 0 0,-1 1 0 0 0,0-1-1 0 0,-3 2 1 0 0,-23 13-67 0 0,15-5 51 0 0,1-1 1 0 0,1 1-1 0 0,0 1 0 0 0,0 0 0 0 0,1 0 1 0 0,-14 22-1 0 0,18-25 20 0 0,1 1 0 0 0,0 0 0 0 0,1 0 0 0 0,0 0 0 0 0,0 1 0 0 0,1-1 0 0 0,0 1 0 0 0,0 0 0 0 0,2 0 0 0 0,-1 0-1 0 0,0 11 1 0 0,2-17 10 0 0,0 1 0 0 0,0-1-1 0 0,1 0 1 0 0,-1 1-1 0 0,1-1 1 0 0,0 0-1 0 0,0 0 1 0 0,1 1 0 0 0,-1-1-1 0 0,1 0 1 0 0,0 0-1 0 0,0-1 1 0 0,0 1 0 0 0,1 0-1 0 0,-1-1 1 0 0,1 1-1 0 0,0-1 1 0 0,0 0-1 0 0,0 0 1 0 0,5 4 0 0 0,-2-3-6 0 0,1 0 1 0 0,-1-1-1 0 0,1 0 0 0 0,-1 0 1 0 0,1-1-1 0 0,0 1 1 0 0,0-2-1 0 0,0 1 1 0 0,1-1-1 0 0,-1 0 1 0 0,12 0-1 0 0,4-1-51 0 0,0-1 0 0 0,1-1-1 0 0,-1-1 1 0 0,0-1 0 0 0,0-1 0 0 0,0-1-1 0 0,-1-1 1 0 0,0-1 0 0 0,0-1 0 0 0,-1-1-1 0 0,0-1 1 0 0,33-24 0 0 0,-40 26 42 0 0,0-2-1 0 0,-1 0 1 0 0,0 0 0 0 0,-1-1-1 0 0,-1-1 1 0 0,0 0 0 0 0,0-1-1 0 0,-2 0 1 0 0,0 0 0 0 0,0-1-1 0 0,-1 0 1 0 0,-1-1 0 0 0,0 1-1 0 0,-2-1 1 0 0,0-1 0 0 0,0 1-1 0 0,-1-1 1 0 0,1-19 0 0 0,-5 33-11 0 0,1-1 1 0 0,-1 1-1 0 0,0 0 1 0 0,0-1-1 0 0,0 1 0 0 0,0-1 1 0 0,-1 1-1 0 0,0 0 1 0 0,1-1-1 0 0,-1 1 1 0 0,0 0-1 0 0,-3-6 1 0 0,3 7-23 0 0,0 2 2 0 0,-1 0 37 0 0,1 0 0 0 0,0 1 0 0 0,0-1 0 0 0,0 0 0 0 0,0 1 0 0 0,0-1 0 0 0,0 0 0 0 0,0 1 0 0 0,0-1 0 0 0,0 1 0 0 0,0 0 0 0 0,0-1 0 0 0,0 1 0 0 0,0 0 0 0 0,0 0 0 0 0,1-1 0 0 0,-1 1 0 0 0,0 0 0 0 0,0 0 0 0 0,1 0 0 0 0,-1 0 0 0 0,1 0 0 0 0,-1 0 0 0 0,1 0 0 0 0,-1 0 0 0 0,1 0 0 0 0,0 0 0 0 0,-1 0 0 0 0,1 0 0 0 0,0 1 0 0 0,0-1 0 0 0,0 0 0 0 0,0 0-1 0 0,0 0 1 0 0,0 0 0 0 0,0 2 0 0 0,0 3-38 0 0,1-1-1 0 0,-1 0 0 0 0,1 0 0 0 0,0 0 0 0 0,0 0 0 0 0,1-1 0 0 0,3 10 0 0 0,-2-9-47 0 0,0-1-1 0 0,0 1 1 0 0,0 0 0 0 0,1-1 0 0 0,0 0-1 0 0,0 0 1 0 0,0 0 0 0 0,0 0 0 0 0,0-1-1 0 0,1 1 1 0 0,-1-1 0 0 0,1-1 0 0 0,5 4-1 0 0,7 1-283 0 0,1 0-1 0 0,27 6 1 0 0,-27-8 224 0 0,-16-4 181 0 0,1-1 1 0 0,0 1-1 0 0,0-1 0 0 0,-1 0 0 0 0,1 0 1 0 0,0 0-1 0 0,0 0 0 0 0,-1 0 0 0 0,1-1 1 0 0,0 1-1 0 0,0-1 0 0 0,-1 0 0 0 0,1 0 1 0 0,0 0-1 0 0,-1 0 0 0 0,1 0 0 0 0,-1 0 1 0 0,0-1-1 0 0,1 1 0 0 0,-1-1 0 0 0,0 0 1 0 0,0 0-1 0 0,0 1 0 0 0,0-1 0 0 0,0-1 1 0 0,0 1-1 0 0,-1 0 0 0 0,1 0 0 0 0,-1-1 1 0 0,1 1-1 0 0,-1-1 0 0 0,0 1 0 0 0,0-1 1 0 0,0 1-1 0 0,0-1 0 0 0,-1 0 0 0 0,1 0 1 0 0,-1 1-1 0 0,1-1 0 0 0,-1 0 0 0 0,0 0 1 0 0,0 1-1 0 0,0-1 0 0 0,-2-5 0 0 0,2 7-21 0 0,0 0-1 0 0,0 0 0 0 0,0 1 0 0 0,-1-1 1 0 0,1 0-1 0 0,0 1 0 0 0,-1-1 0 0 0,1 0 0 0 0,-1 1 1 0 0,1-1-1 0 0,-1 1 0 0 0,1-1 0 0 0,-1 1 0 0 0,1-1 1 0 0,-1 1-1 0 0,0-1 0 0 0,1 1 0 0 0,-1-1 1 0 0,1 1-1 0 0,-1 0 0 0 0,0-1 0 0 0,0 1 0 0 0,1 0 1 0 0,-1 0-1 0 0,0-1 0 0 0,1 1 0 0 0,-1 0 0 0 0,0 0 1 0 0,0 0-1 0 0,1 0 0 0 0,-1 0 0 0 0,0 0 1 0 0,0 0-1 0 0,1 0 0 0 0,-1 0 0 0 0,0 1 0 0 0,0-1 1 0 0,1 0-1 0 0,-1 0 0 0 0,-1 1 0 0 0,-2 1 19 0 0,-1 0 1 0 0,1 0-1 0 0,0 0 0 0 0,0 1 0 0 0,-4 3 1 0 0,-2 2 42 0 0,0 1 1 0 0,1 1 0 0 0,0-1-1 0 0,1 2 1 0 0,0-1 0 0 0,1 1-1 0 0,0 0 1 0 0,1 0 0 0 0,0 1-1 0 0,1 0 1 0 0,0 0 0 0 0,1 1-1 0 0,0-1 1 0 0,1 1 0 0 0,0 0-1 0 0,1 0 1 0 0,1 0 0 0 0,-1 23-1 0 0,3-32-91 0 0,-1 0 0 0 0,1 1 0 0 0,-1-1 0 0 0,1 0-1 0 0,1 0 1 0 0,-1 0 0 0 0,0 0 0 0 0,1 0 0 0 0,0 0 0 0 0,0 0-1 0 0,0-1 1 0 0,1 1 0 0 0,-1-1 0 0 0,1 1 0 0 0,0-1 0 0 0,4 4-1 0 0,-2-2-86 0 0,1-1 0 0 0,0 0-1 0 0,0 0 1 0 0,0-1-1 0 0,1 0 1 0 0,-1 0 0 0 0,1 0-1 0 0,0-1 1 0 0,8 2 0 0 0,3 0-270 0 0,1-2 1 0 0,-1 0 0 0 0,1-1 0 0 0,0-1 0 0 0,-1 0 0 0 0,33-6 0 0 0,-36 4 274 0 0,0-2 0 0 0,0 0 0 0 0,0-1 0 0 0,-1 0 0 0 0,0-1 1 0 0,0 0-1 0 0,0-2 0 0 0,-1 1 0 0 0,0-2 0 0 0,0 0 0 0 0,-1 0 0 0 0,0-1 1 0 0,11-12-1 0 0,-11 8 505 0 0,0 0 0 0 0,-1-1-1 0 0,-1 0 1 0 0,0-1 0 0 0,-1 0 0 0 0,10-26 0 0 0,-8 18 507 0 0,-7 16-595 0 0,0 0 0 0 0,-1 0-1 0 0,0 0 1 0 0,0 0-1 0 0,0-1 1 0 0,-1 0 0 0 0,1-9-1 0 0,-3 18-311 0 0,0-1 0 0 0,0 1 0 0 0,0 0 1 0 0,0 0-1 0 0,0-1 0 0 0,0 1 0 0 0,0 0 0 0 0,0 0 0 0 0,0 0 0 0 0,0-1 0 0 0,0 1 0 0 0,-1 0 0 0 0,1 0 0 0 0,0-1 0 0 0,0 1 0 0 0,0 0 0 0 0,0 0 0 0 0,0 0 0 0 0,0-1 0 0 0,0 1 0 0 0,-1 0 0 0 0,1 0 0 0 0,0 0 0 0 0,0 0 0 0 0,0-1 0 0 0,-1 1 0 0 0,1 0 0 0 0,0 0 0 0 0,0 0 0 0 0,0 0 0 0 0,-1 0 0 0 0,1 0 1 0 0,0 0-1 0 0,0 0 0 0 0,0 0 0 0 0,-1-1 0 0 0,1 1 0 0 0,0 0 0 0 0,-7 9 8 0 0,1 0 1 0 0,0 1 0 0 0,0 0 0 0 0,1 0 0 0 0,1 0-1 0 0,0 0 1 0 0,0 0 0 0 0,1 1 0 0 0,-4 20-1 0 0,5-23 21 0 0,1 1 0 0 0,0 0 0 0 0,1 0 0 0 0,0-1 0 0 0,0 1 0 0 0,1 0 0 0 0,0 0 0 0 0,0-1 0 0 0,1 1 0 0 0,0-1 0 0 0,1 1 0 0 0,0-1 0 0 0,5 10 0 0 0,-7-14 22 0 0,1-1 0 0 0,0 0 0 0 0,1 0 0 0 0,-1 0 1 0 0,0 0-1 0 0,1-1 0 0 0,0 1 0 0 0,-1-1 0 0 0,1 1 0 0 0,0-1 0 0 0,0 0 0 0 0,0 0 0 0 0,1-1 0 0 0,-1 1 0 0 0,0 0 0 0 0,1-1 1 0 0,-1 0-1 0 0,1 0 0 0 0,0 0 0 0 0,-1 0 0 0 0,1-1 0 0 0,0 1 0 0 0,-1-1 0 0 0,1 0 0 0 0,0 0 0 0 0,-1 0 0 0 0,1-1 1 0 0,0 1-1 0 0,6-3 0 0 0,-2 1 134 0 0,0-1 0 0 0,0 0 0 0 0,-1 0 0 0 0,1-1 0 0 0,-1 0 0 0 0,0 0 0 0 0,0-1 1 0 0,-1 0-1 0 0,1 0 0 0 0,-1-1 0 0 0,0 1 0 0 0,8-11 0 0 0,-6 5-70 0 0,-1-1 0 0 0,0 1 0 0 0,0-1 0 0 0,-1-1-1 0 0,-1 1 1 0 0,0-1 0 0 0,-1 0 0 0 0,0 0 0 0 0,-1 0 0 0 0,0-1 0 0 0,-1 1 0 0 0,0-22-1 0 0,-2 27-109 0 0,0-1-1 0 0,0 1 1 0 0,-1 0-1 0 0,0-1 1 0 0,-1 1 0 0 0,0 0-1 0 0,0-1 1 0 0,-1 1-1 0 0,0 1 1 0 0,0-1-1 0 0,-1 0 1 0 0,0 1-1 0 0,0-1 1 0 0,-1 1-1 0 0,0 1 1 0 0,0-1-1 0 0,0 1 1 0 0,-1-1-1 0 0,0 1 1 0 0,0 1-1 0 0,-9-6 1 0 0,11 8-124 0 0,0 1 1 0 0,-1 0 0 0 0,1 0-1 0 0,0 0 1 0 0,-1 1-1 0 0,0-1 1 0 0,1 1-1 0 0,-1 0 1 0 0,0 1-1 0 0,1-1 1 0 0,-1 1-1 0 0,0 0 1 0 0,0 0-1 0 0,0 0 1 0 0,1 1-1 0 0,-1 0 1 0 0,0 0-1 0 0,1 0 1 0 0,-1 0-1 0 0,0 1 1 0 0,1-1 0 0 0,-7 5-1 0 0,3-2-918 0 0,0 0-1 0 0,1 1 1 0 0,0 0-1 0 0,-13 12 1 0 0,14-11-1068 0 0,0 0-1 0 0,0 1 1 0 0,1 0 0 0 0,-8 12 0 0 0,6-7-5703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3712 0 0,'49'-3'14011'0'0,"-9"1"-5484"0"0,-37 1-7538 0 0,-1 1-223 0 0,25-3-1346 0 0,-24 3-409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84 123 2076 0 0,'-61'-48'15326'0'0,"60"47"-14626"0"0,-2-1-63 0 0,0 0 1 0 0,0 0 0 0 0,1 0-1 0 0,-1-1 1 0 0,1 1 0 0 0,-4-5-1 0 0,27 1-412 0 0,0 0-1 0 0,1 1 0 0 0,0 2 0 0 0,0 0 1 0 0,29 0-1 0 0,-1 0-101 0 0,300-19-947 0 0,-202 20-7824 0 0,-145 2 7017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15 2848 0 0,'-11'-2'1319'0'0,"-18"-5"8871"0"0,23 5-9462 0 0,3 1 524 0 0,2 1-963 0 0,-1-1 0 0 0,0 1 0 0 0,0-1 0 0 0,1 1-1 0 0,-1-1 1 0 0,0 1 0 0 0,0 0 0 0 0,0 0 0 0 0,0 0-1 0 0,1 0 1 0 0,-1 0 0 0 0,0 1 0 0 0,0-1-1 0 0,-2 1 1 0 0,5 2-206 0 0,0 1-1 0 0,-1-1 0 0 0,1 1 1 0 0,0-1-1 0 0,1 1 0 0 0,-1-1 1 0 0,1 0-1 0 0,-1 0 0 0 0,1 0 1 0 0,0 0-1 0 0,0 0 0 0 0,0 0 1 0 0,4 3-1 0 0,39 38 211 0 0,-32-31-214 0 0,22 16-18 0 0,0-2 1 0 0,2-1-1 0 0,1-1 0 0 0,1-2 1 0 0,1-2-1 0 0,71 26 0 0 0,-107-45-61 0 0,46 19-48 0 0,-46-19 47 0 0,1 1 0 0 0,-1-1 0 0 0,0 1 0 0 0,0 0 0 0 0,0-1 0 0 0,0 2 0 0 0,6 6 0 0 0,-10-10 1 0 0,0 1 0 0 0,0-1-1 0 0,0 1 1 0 0,0-1 0 0 0,0 1 0 0 0,0-1 0 0 0,0 1 0 0 0,0 0 0 0 0,0-1 0 0 0,0 1 0 0 0,-1-1-1 0 0,1 1 1 0 0,0-1 0 0 0,0 1 0 0 0,0-1 0 0 0,-1 1 0 0 0,1-1 0 0 0,0 1 0 0 0,-1-1 0 0 0,1 1-1 0 0,0-1 1 0 0,-1 0 0 0 0,1 1 0 0 0,-1-1 0 0 0,1 0 0 0 0,0 1 0 0 0,-1-1 0 0 0,1 0 0 0 0,-1 1 0 0 0,0-1-1 0 0,-17 10 34 0 0,-294 85-4 0 0,195-64 3 0 0,-389 124 1105 0 0,486-144-694 0 0,14-4 346 0 0,6-6-757 0 0,1-1 1 0 0,-1 0 0 0 0,0 1 0 0 0,0-1 0 0 0,1 0 0 0 0,-1 1 0 0 0,0-1 0 0 0,1 0 0 0 0,-1 1 0 0 0,0-1 0 0 0,1 0 0 0 0,-1 0-1 0 0,0 0 1 0 0,1 1 0 0 0,-1-1 0 0 0,0 0 0 0 0,1 0 0 0 0,-1 0 0 0 0,0 0 0 0 0,1 0 0 0 0,-1 0 0 0 0,1 0 0 0 0,-1 0 0 0 0,0 1 0 0 0,1-1-1 0 0,0-1 1 0 0,29 4 397 0 0,0-2 1 0 0,58-5-1 0 0,-11 0-293 0 0,517 24 161 0 0,-424-10-267 0 0,-82-4-39 0 0,-86-6 16 0 0,20 2-346 0 0,-11-1 71 0 0,-8-1-44 0 0,0 0-627 0 0,7 0 310 0 0,-8 0-180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62 912 0 0,'0'-3'3011'0'0,"1"-12"757"0"0,1-12 5100 0 0,-4 12-5945 0 0,1 14-1810 0 0,-1 64 120 0 0,-3-1 0 0 0,-3 1 0 0 0,-3-1 0 0 0,-21 72 0 0 0,23-105-854 0 0,0-1-1 0 0,-21 40 1 0 0,24-56-113 0 0,-1 1 1 0 0,-1-1-1 0 0,0 0 1 0 0,-1-1 0 0 0,0 0-1 0 0,-1 0 1 0 0,-13 11-1 0 0,19-19-253 0 0,0 0 0 0 0,0-1-1 0 0,0 0 1 0 0,0 1 0 0 0,0-2 0 0 0,-1 1-1 0 0,1 0 1 0 0,0-1 0 0 0,-1 0 0 0 0,0 0-1 0 0,1 0 1 0 0,-1 0 0 0 0,0-1 0 0 0,1 0 0 0 0,-1 0-1 0 0,0 0 1 0 0,1 0 0 0 0,-1-1 0 0 0,0 0-1 0 0,1 0 1 0 0,-1 0 0 0 0,1 0 0 0 0,-1-1-1 0 0,1 0 1 0 0,0 0 0 0 0,0 0 0 0 0,-1 0-1 0 0,-4-5 1 0 0,2 2-512 0 0,0 0 0 0 0,-1-1 0 0 0,2 0 0 0 0,-1 0 0 0 0,1-1 0 0 0,0 0-1 0 0,0 0 1 0 0,1 0 0 0 0,0-1 0 0 0,0 0 0 0 0,1 0 0 0 0,0 0 0 0 0,-6-17 0 0 0,7 8-1513 0 0,0 1 1 0 0,1-1 0 0 0,0 0 0 0 0,2 0-1 0 0,0 0 1 0 0,3-25 0 0 0,2 6-4917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0 113 836 0 0,'29'-42'11144'0'0,"0"-1"-2217"0"0,-7 17-7881 0 0,-21 25-1530 0 0,0 1 437 0 0,29 3-5023 0 0,-27-2 4239 0 0,-1 0-1 0 0,0 0 1 0 0,-1 0-1 0 0,1 0 1 0 0,0 0-1 0 0,0 0 1 0 0,0 1-1 0 0,2 2 1 0 0,3 4-5634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2312 0 0,'-40'58'18006'0'0,"25"-32"-14153"0"0,14-25-3506 0 0,1 1-244 0 0,0-1 1 0 0,0 1 0 0 0,0-1 0 0 0,0 1 0 0 0,1 0 0 0 0,-1-1-1 0 0,0 1 1 0 0,1-1 0 0 0,-1 1 0 0 0,2 1 0 0 0,6 0-220 0 0,0-1 0 0 0,0 0 0 0 0,1-1 0 0 0,-1 0 0 0 0,0 0 0 0 0,1-1 0 0 0,-1 0 0 0 0,15-2 0 0 0,26-6-4390 0 0,-6-3-5258 0 0,-29 6 1822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1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19 1304 0 0,'-14'6'6454'0'0,"-16"3"1003"0"0,24-7-5610 0 0,4-2-721 0 0,-23 8 1923 0 0,23-7-2749 0 0,1-1-278 0 0,1 0 1 0 0,0 0 0 0 0,0 0 0 0 0,0 0 0 0 0,0 0 0 0 0,-1 0 0 0 0,1 0-1 0 0,0 0 1 0 0,0 0 0 0 0,0 0 0 0 0,0 0 0 0 0,-1 0 0 0 0,1 0 0 0 0,0 0-1 0 0,0 0 1 0 0,0 1 0 0 0,0-1 0 0 0,-1 0 0 0 0,1 0 0 0 0,0 0-1 0 0,0 0 1 0 0,0 0 0 0 0,0 0 0 0 0,0 1 0 0 0,0-1 0 0 0,0 0 0 0 0,-1 0-1 0 0,1 0 1 0 0,0 0 0 0 0,0 1 0 0 0,0-1 0 0 0,0 0 0 0 0,0 0 0 0 0,0 0-1 0 0,0 0 1 0 0,0 1 0 0 0,0-1 0 0 0,0 0 0 0 0,0 0 0 0 0,0 0-1 0 0,0 1 1 0 0,0-1 0 0 0,0 0-11 0 0,1 1 0 0 0,-1-1-1 0 0,0 0 1 0 0,0 1 0 0 0,1-1-1 0 0,-1 0 1 0 0,0 1 0 0 0,1-1 0 0 0,-1 0-1 0 0,0 0 1 0 0,1 1 0 0 0,-1-1 0 0 0,0 0-1 0 0,1 0 1 0 0,-1 0 0 0 0,0 0-1 0 0,1 1 1 0 0,-1-1 0 0 0,1 0 0 0 0,-1 0-1 0 0,0 0 1 0 0,1 0 0 0 0,-1 0-1 0 0,1 0 1 0 0,-1 0 0 0 0,0 0 0 0 0,1 0-1 0 0,-1 0 1 0 0,1 0 0 0 0,31-4-1596 0 0,34-9 0 0 0,34-14-9324 0 0,-70 17 4517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87 1968 0 0,'-2'-15'6479'0'0,"0"1"1"0"0,-1-1-1 0 0,-9-27 1261 0 0,11 43-7567 0 0,1 0 0 0 0,-1 0 0 0 0,1 0 1 0 0,-1 0-1 0 0,1 0 0 0 0,-1 0 0 0 0,1 0 0 0 0,-1 1 0 0 0,1-1 0 0 0,0 0 1 0 0,0 0-1 0 0,-1 1 0 0 0,1-1 0 0 0,0 0 0 0 0,0 0 0 0 0,0 1 1 0 0,1-1-1 0 0,-1 1 0 0 0,0-1-157 0 0,-17 327 798 0 0,-6-133-53 0 0,7-65-4017 0 0,-7 51-10440 0 0,21-162 7813 0 0,2-5-2905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4 104 80 0 0,'0'0'30846'0'0,"-1"0"-30821"0"0,1 0 0 0 0,0 0 0 0 0,0 0 0 0 0,0 0 0 0 0,0 0 1 0 0,-1 0-1 0 0,1 1 0 0 0,0-1 0 0 0,0 0 0 0 0,0 0 0 0 0,0 0 0 0 0,0 0 0 0 0,0 1 0 0 0,-1-1 0 0 0,1 0 0 0 0,0 0 0 0 0,0 0 0 0 0,0 0 0 0 0,0 1 0 0 0,0-1 0 0 0,0 0 0 0 0,0 0 0 0 0,0 0 1 0 0,0 1-1 0 0,0-1 0 0 0,0 0 0 0 0,0 0 0 0 0,0 0 0 0 0,0 1 0 0 0,0-1 0 0 0,0 0 0 0 0,0 0 0 0 0,0 0 0 0 0,0 1 0 0 0,0-1 0 0 0,1 0 0 0 0,-1 0 0 0 0,0 0 0 0 0,0 0 0 0 0,0 1 0 0 0,0-1 1 0 0,0 0-1 0 0,0 0 0 0 0,1 0 0 0 0,-1 0 0 0 0,0 0 0 0 0,0 1 0 0 0,0-1 0 0 0,1 0 0 0 0,29-4-1180 0 0,1-1 1 0 0,55-18-1 0 0,60-30-10058 0 0,-113 40 5285 0 0,-3-1-3242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44 656 0 0,'4'-35'11358'0'0,"-5"32"-9607"0"0,-1-2 456 0 0,-1 15-1447 0 0,-42 284 2963 0 0,42-279-3174 0 0,0 1-1 0 0,-1 23 1 0 0,4-38-40 0 0,-1 0-452 0 0,1-1 0 0 0,0 0 0 0 0,0 0 0 0 0,0 1 1 0 0,0-1-1 0 0,0 0 0 0 0,0 0 0 0 0,0 0 0 0 0,-1 1 0 0 0,1-1 0 0 0,0 0 0 0 0,0 0 0 0 0,0 1 0 0 0,0-1 0 0 0,0 0 1 0 0,0 0-1 0 0,0 1 0 0 0,0-1 0 0 0,0 0 0 0 0,0 0 0 0 0,0 1 0 0 0,1-1 0 0 0,-1 0 0 0 0,0 0 0 0 0,0 1 1 0 0,0-1-1 0 0,0 0 0 0 0,0 0 0 0 0,1 1 0 0 0,5-7 30 0 0,0 0 1 0 0,0-1 0 0 0,0 1-1 0 0,-1-1 1 0 0,7-10-1 0 0,8-11-18 0 0,14-13-93 0 0,3 1 0 0 0,0 2 1 0 0,3 1-1 0 0,54-39 0 0 0,-90 73-5 0 0,1 1 0 0 0,-1-1 1 0 0,0 1-1 0 0,1 0 0 0 0,0 0 0 0 0,0 0 0 0 0,-1 1 0 0 0,1-1 0 0 0,0 1 0 0 0,0 1 0 0 0,10-2 0 0 0,-12 2 22 0 0,-1 1 1 0 0,1-1-1 0 0,-1 1 0 0 0,1-1 0 0 0,-1 1 0 0 0,1 0 0 0 0,-1 0 0 0 0,1 0 0 0 0,-1 0 1 0 0,1 0-1 0 0,-1 0 0 0 0,0 1 0 0 0,0-1 0 0 0,0 1 0 0 0,0 0 0 0 0,0 0 1 0 0,0-1-1 0 0,0 1 0 0 0,-1 0 0 0 0,1 0 0 0 0,-1 1 0 0 0,1-1 0 0 0,-1 0 0 0 0,2 5 1 0 0,3 6-20 0 0,-1 0 1 0 0,-1 1-1 0 0,0 0 1 0 0,-1-1 0 0 0,2 22-1 0 0,0 71 510 0 0,-1-8-4020 0 0,-3-82 1210 0 0,2-1 0 0 0,0 0 0 0 0,0 1 0 0 0,8 18 0 0 0,-1-14-4715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1800 0 0,'10'-29'14880'0'0,"-5"12"-11600"0"0,-5 15-2425 0 0,5-7-32 0 0,3 6-763 0 0,-1 1 0 0 0,0-1 1 0 0,1 1-1 0 0,-1 1 0 0 0,1-1 0 0 0,10 1 0 0 0,52-1-916 0 0,-53 2 271 0 0,17 1-967 0 0,1 0-2146 0 0,-3-2-4075 0 0,-18 0 2582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1188 0 0,'-62'34'14356'0'0,"39"-21"-10916"0"0,22-12-2932 0 0,1-1-462 0 0,0 1 0 0 0,1-1-1 0 0,-1 1 1 0 0,0-1 0 0 0,1 1-1 0 0,-1-1 1 0 0,1 1-1 0 0,-1-1 1 0 0,0 1 0 0 0,1-1-1 0 0,-1 1 1 0 0,1-1-1 0 0,-1 0 1 0 0,1 1 0 0 0,-1-1-1 0 0,1 0 1 0 0,0 1-1 0 0,-1-1 1 0 0,1 0 0 0 0,-1 0-1 0 0,2 1 1 0 0,32 2-341 0 0,0-1 0 0 0,0-2 0 0 0,41-4 0 0 0,108-21-7189 0 0,-125 16 3557 0 0,-1-3-1574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345 179 268 0 0,'5'-13'2336'0'0,"-1"-1"0"0"0,0 0 0 0 0,-1 0 0 0 0,-1 0 0 0 0,1-24 0 0 0,-3 37-2293 0 0,0 0-1 0 0,0 0 1 0 0,0 1-1 0 0,0-1 1 0 0,0 0-1 0 0,0 0 1 0 0,0 1 0 0 0,0-1-1 0 0,0 0 1 0 0,0 0-1 0 0,0 1 1 0 0,-1-1-1 0 0,1 0 1 0 0,0 1-1 0 0,-1-1 1 0 0,1 0 0 0 0,0 1-1 0 0,-1-1 1 0 0,1 0-1 0 0,-1 1 1 0 0,1-1-1 0 0,-1 1 1 0 0,1-1 0 0 0,-1 0-1 0 0,1 1 1 0 0,-1 0-1 0 0,1-1 1 0 0,-1 1-1 0 0,0-1 1 0 0,1 1 0 0 0,-1 0-1 0 0,0-1 1 0 0,0 1-1 0 0,1 0 1 0 0,-1 0-1 0 0,0 0 1 0 0,0-1-1 0 0,1 1 1 0 0,-1 0 0 0 0,0 0-1 0 0,0 0 1 0 0,1 0-1 0 0,-1 0 1 0 0,0 0-1 0 0,0 1 1 0 0,1-1 0 0 0,-1 0-1 0 0,0 0 1 0 0,1 0-1 0 0,-1 1 1 0 0,-1 0-1 0 0,-3 1 103 0 0,-1 0-1 0 0,1 1 0 0 0,0-1 1 0 0,-8 7-1 0 0,-5 6 384 0 0,-1 1 1 0 0,2 0-1 0 0,0 2 1 0 0,-29 37-1 0 0,-45 87 1607 0 0,72-110-1720 0 0,2 1 0 0 0,1 1 0 0 0,-13 37 0 0 0,26-60-316 0 0,-1 0 0 0 0,1 0 0 0 0,1 0 0 0 0,0 0 1 0 0,0 0-1 0 0,2 0 0 0 0,-1 0 0 0 0,1 1 0 0 0,1-1 0 0 0,0 0 0 0 0,0 0 1 0 0,1 1-1 0 0,1-1 0 0 0,5 16 0 0 0,-5-21-47 0 0,0 1 0 0 0,1-1-1 0 0,0 1 1 0 0,1-1 0 0 0,-1 0 0 0 0,1-1 0 0 0,0 1-1 0 0,1-1 1 0 0,-1 0 0 0 0,10 6 0 0 0,-5-4 5 0 0,1-1 0 0 0,0 0 0 0 0,0 0 1 0 0,0-1-1 0 0,23 6 0 0 0,-11-6 32 0 0,0-1 0 0 0,1 0-1 0 0,-1-2 1 0 0,1 0 0 0 0,0-2-1 0 0,25-3 1 0 0,-30 1 29 0 0,-1-1 1 0 0,0 0-1 0 0,0-2 0 0 0,0 0 1 0 0,0-1-1 0 0,-1-1 0 0 0,0-1 1 0 0,-1 0-1 0 0,1-1 0 0 0,-1-1 1 0 0,-1 0-1 0 0,0-1 0 0 0,-1-1 1 0 0,0 0-1 0 0,-1-1 0 0 0,0 0 1 0 0,-1-1-1 0 0,0-1 0 0 0,-1 0 0 0 0,-1 0 1 0 0,0-1-1 0 0,-2-1 0 0 0,1 1 1 0 0,-2-1-1 0 0,6-20 0 0 0,-6 13-99 0 0,0 0 0 0 0,-2 0 0 0 0,0-1-1 0 0,-2 1 1 0 0,-1-1 0 0 0,-1-37 0 0 0,-2 44-42 0 0,-1 1 0 0 0,-1 0 0 0 0,0 0 1 0 0,-1 0-1 0 0,-1 0 0 0 0,0 1 1 0 0,-1-1-1 0 0,-1 1 0 0 0,-1 1 0 0 0,-10-18 1 0 0,12 25-185 0 0,0 0 0 0 0,-1 0 0 0 0,0 1 0 0 0,0 0 0 0 0,0 0 0 0 0,-1 0 0 0 0,0 1 0 0 0,0 1 0 0 0,-1-1 0 0 0,0 1 0 0 0,0 0 0 0 0,0 1 0 0 0,0 0 0 0 0,-1 1 0 0 0,1 0 0 0 0,-1 0 0 0 0,0 1 0 0 0,-20-2 0 0 0,11 3-730 0 0,-1 1 0 0 0,1 0 0 0 0,0 2 0 0 0,0 0 0 0 0,0 1 0 0 0,0 1 0 0 0,0 1 0 0 0,1 1 0 0 0,-22 9 0 0 0,-56 29-6251 0 0,46-18 448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277 122 1072 0 0,'3'-4'1884'0'0,"-1"0"0"0"0,1 0 0 0 0,-1 0 0 0 0,1 0 0 0 0,1-6-1 0 0,-2 7-957 0 0,-1 0-1 0 0,0-1 1 0 0,0 1-1 0 0,-1-1 1 0 0,1 0-1 0 0,-1-5 1 0 0,0 6-703 0 0,0 0 0 0 0,0 0 1 0 0,-1 0-1 0 0,1 0 1 0 0,-1 0-1 0 0,0 0 1 0 0,0 0-1 0 0,0 1 0 0 0,0-1 1 0 0,0 0-1 0 0,-1 0 1 0 0,1 1-1 0 0,-1-1 1 0 0,0 1-1 0 0,0-1 0 0 0,0 1 1 0 0,0 0-1 0 0,-3-3 1 0 0,3 4-212 0 0,0 0 1 0 0,0 0-1 0 0,0 0 0 0 0,0 1 1 0 0,0-1-1 0 0,0 0 0 0 0,0 1 1 0 0,0-1-1 0 0,0 1 1 0 0,0 0-1 0 0,-1 0 0 0 0,1 0 1 0 0,0 0-1 0 0,0 0 0 0 0,0 0 1 0 0,0 1-1 0 0,0-1 1 0 0,-1 1-1 0 0,1-1 0 0 0,0 1 1 0 0,0 0-1 0 0,-2 1 0 0 0,-10 4-12 0 0,0 2-1 0 0,1 0 0 0 0,0 0 0 0 0,0 1 0 0 0,1 0 0 0 0,-18 19 0 0 0,14-12-8 0 0,2 0 0 0 0,0 0 0 0 0,1 2 0 0 0,-13 22-1 0 0,21-31 7 0 0,1 0-1 0 0,-1 0 0 0 0,1 1 1 0 0,1-1-1 0 0,0 1 0 0 0,0 0 1 0 0,1 0-1 0 0,-1 16 0 0 0,2-23 1 0 0,1 0 0 0 0,0 0 0 0 0,0 0 0 0 0,1 0-1 0 0,-1 0 1 0 0,1 0 0 0 0,-1 1 0 0 0,1-1-1 0 0,0-1 1 0 0,0 1 0 0 0,1 0 0 0 0,-1 0 0 0 0,1 0-1 0 0,-1-1 1 0 0,1 1 0 0 0,0 0 0 0 0,0-1 0 0 0,0 0-1 0 0,0 1 1 0 0,0-1 0 0 0,0 0 0 0 0,1 0-1 0 0,-1 0 1 0 0,1 0 0 0 0,-1-1 0 0 0,1 1 0 0 0,0-1-1 0 0,0 0 1 0 0,0 1 0 0 0,0-1 0 0 0,3 0-1 0 0,0 1 7 0 0,0 0-1 0 0,0-1 0 0 0,0 0 0 0 0,0-1 0 0 0,0 1 0 0 0,0-1 0 0 0,0 0 0 0 0,0-1 0 0 0,0 1 0 0 0,0-1 0 0 0,0 0 0 0 0,0-1 0 0 0,0 1 0 0 0,6-4 0 0 0,-4 2-13 0 0,-1-2 0 0 0,1 1 0 0 0,0-1 0 0 0,-1 0 0 0 0,0-1 0 0 0,-1 1 0 0 0,1-1 0 0 0,9-12 0 0 0,3-7 195 0 0,-1-2 0 0 0,-1 0-1 0 0,-2-1 1 0 0,14-35 0 0 0,-24 53-12 0 0,20-42 87 0 0,-24 51-308 0 0,7 21-158 0 0,-7 48 10 0 0,10 72 0 0 0,10-35-3864 0 0,-14-81 441 0 0,1 0-1 0 0,12 27 1 0 0,-10-34-2881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4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1 147 376 0 0,'0'-4'1510'0'0,"10"-63"13431"0"0,-2 27-10143 0 0,-7 34-4346 0 0,3-8 678 0 0,1 14-688 0 0,2 10-84 0 0,1 7 113 0 0,-1 0 0 0 0,0 0 0 0 0,-2 0 0 0 0,0 1 0 0 0,5 34 0 0 0,-5-16-47 0 0,-2-1-1 0 0,-2 44 1 0 0,-12 13 818 0 0,6-62-402 0 0,-3 12 1684 0 0,4-35-2467 0 0,-2-16-57 0 0,5 5 0 0 0,0-2 0 0 0,0 1 0 0 0,1 0 0 0 0,0 0 0 0 0,0 0 0 0 0,0 0 0 0 0,1 0 0 0 0,-1 0 0 0 0,1 0 0 0 0,0 0 0 0 0,2-5 0 0 0,23-54 0 0 0,-24 59 0 0 0,8-15-5 0 0,1 0 1 0 0,1 1-1 0 0,1 0 1 0 0,27-31-1 0 0,70-59-57 0 0,-1 15-1857 0 0,-108 93 1582 0 0,8-8-1234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5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50 2856 0 0,'0'-8'2657'0'0,"1"-27"18267"0"0,1 29-18156 0 0,-11 130 717 0 0,-2-38-3437 0 0,-27 99 0 0 0,23-133-52 0 0,-1-1-1 0 0,-3 0 0 0 0,-27 51 0 0 0,39-88 5 0 0,-1-1 0 0 0,0-1 0 0 0,-1 1 0 0 0,-11 12 0 0 0,16-20 0 0 0,-1-1 0 0 0,0 1 0 0 0,0-1 0 0 0,0 0 0 0 0,-1 0 0 0 0,1 0 0 0 0,-1-1 0 0 0,0 0 0 0 0,0 0 0 0 0,0-1 0 0 0,-13 4 0 0 0,1-4 0 0 0,11-2-360 0 0,1 0 0 0 0,0-1 1 0 0,-1 0-1 0 0,1 0 0 0 0,-1 0 0 0 0,1-1 0 0 0,0 0 1 0 0,0 0-1 0 0,0-1 0 0 0,0 0 0 0 0,0 0 0 0 0,1 0 0 0 0,-1 0 1 0 0,1-1-1 0 0,0 0 0 0 0,0 0 0 0 0,0-1 0 0 0,1 1 1 0 0,-1-1-1 0 0,-4-6 0 0 0,5 5-311 0 0,1-1 1 0 0,-1 1-1 0 0,1-1 0 0 0,0 1 1 0 0,1-1-1 0 0,-1 0 0 0 0,1 0 0 0 0,1 0 1 0 0,-1 0-1 0 0,1-1 0 0 0,0 1 1 0 0,1 0-1 0 0,0 0 0 0 0,0-1 1 0 0,1 1-1 0 0,0 0 0 0 0,3-15 1 0 0,4-8-10065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0 201 848 0 0,'18'-37'8699'0'0,"18"-55"0"0"0,-28 70-7034 0 0,-5 11-969 0 0,7-15-868 0 0,-1 13-3291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472 172 2220 0 0,'3'-12'2173'0'0,"0"5"-1077"0"0,-1 0-1 0 0,-1 0 1 0 0,1 0 0 0 0,-1-1-1 0 0,0 1 1 0 0,-1 0 0 0 0,0-1-1 0 0,0 1 1 0 0,0 0 0 0 0,-1 0-1 0 0,-2-9 1 0 0,2 13-917 0 0,0-1 0 0 0,0 1 0 0 0,0-1 0 0 0,0 1-1 0 0,-1 0 1 0 0,0 0 0 0 0,1 0 0 0 0,-1-1 0 0 0,0 2 0 0 0,0-1 0 0 0,-1 0 0 0 0,1 0 0 0 0,-1 1 0 0 0,1-1-1 0 0,-1 1 1 0 0,0 0 0 0 0,-5-4 0 0 0,3 5-142 0 0,1-1-1 0 0,0 1 0 0 0,0 0 1 0 0,-1 0-1 0 0,1 0 0 0 0,-1 0 1 0 0,1 1-1 0 0,-1 0 0 0 0,1 0 1 0 0,-1 0-1 0 0,1 1 1 0 0,-1-1-1 0 0,1 1 0 0 0,-5 1 1 0 0,-5 2-19 0 0,0 1 1 0 0,0 0-1 0 0,1 1 1 0 0,0 1 0 0 0,0 0-1 0 0,-18 13 1 0 0,1 2-25 0 0,-36 35 1 0 0,47-40 7 0 0,1 2 1 0 0,1 0 0 0 0,0 0-1 0 0,2 2 1 0 0,0 0-1 0 0,1 1 1 0 0,1 0-1 0 0,-13 30 1 0 0,25-47 8 0 0,-1-1 0 0 0,1 1 0 0 0,0-1 1 0 0,0 1-1 0 0,0-1 0 0 0,1 1 0 0 0,-1-1 0 0 0,1 1 1 0 0,0 0-1 0 0,0-1 0 0 0,1 1 0 0 0,0-1 1 0 0,-1 1-1 0 0,3 6 0 0 0,-2-8-1 0 0,1-1 0 0 0,-1 0 0 0 0,0 1 0 0 0,1-1-1 0 0,-1 0 1 0 0,1 0 0 0 0,-1 0 0 0 0,1 0 0 0 0,0-1 0 0 0,0 1 0 0 0,0 0 0 0 0,0-1 0 0 0,0 1 0 0 0,1-1-1 0 0,-1 0 1 0 0,0 1 0 0 0,1-1 0 0 0,-1 0 0 0 0,0-1 0 0 0,1 1 0 0 0,-1 0 0 0 0,1-1 0 0 0,0 1-1 0 0,-1-1 1 0 0,1 0 0 0 0,-1 0 0 0 0,4 0 0 0 0,5-1 7 0 0,0 0-1 0 0,0-1 1 0 0,0 0 0 0 0,-1-1-1 0 0,1 0 1 0 0,-1-1 0 0 0,1 0-1 0 0,-1 0 1 0 0,0-1 0 0 0,-1-1-1 0 0,1 0 1 0 0,-1 0 0 0 0,16-15 0 0 0,-6 4 15 0 0,-1-1 1 0 0,0-1 0 0 0,-2-1 0 0 0,28-41-1 0 0,67-117 1852 0 0,-110 176-1922 0 0,1 5-77 0 0,-1-3 114 0 0,-1 0 0 0 0,0 0 1 0 0,0 0-1 0 0,1 0 0 0 0,-1 0 1 0 0,0 0-1 0 0,0 0 0 0 0,0 0 0 0 0,1 1 1 0 0,-1-1-1 0 0,0 0 0 0 0,0 0 1 0 0,0 0-1 0 0,0 0 0 0 0,1 1 1 0 0,-1-1-1 0 0,0 0 0 0 0,0 0 1 0 0,0 0-1 0 0,0 1 0 0 0,0-1 1 0 0,0 0-1 0 0,1 0 0 0 0,-1 0 0 0 0,0 1 1 0 0,0-1-1 0 0,0 0 0 0 0,0 0 1 0 0,0 1-1 0 0,0-1 0 0 0,0 0 1 0 0,0 0-1 0 0,0 0 0 0 0,0 1 1 0 0,0-1-1 0 0,0 0 0 0 0,0 1 1 0 0,-11 96 206 0 0,-4 76 740 0 0,13-132-2121 0 0,2 0 1 0 0,7 51 0 0 0,-6-83 160 0 0,1 0 1 0 0,0-1 0 0 0,5 13 0 0 0,-6-17-94 0 0,1-1-1 0 0,0 1 1 0 0,-1-1 0 0 0,1 0-1 0 0,1 1 1 0 0,2 2 0 0 0,5 3-6310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229 134 316 0 0,'8'-20'4322'0'0,"0"0"0"0"0,-1 0 0 0 0,-1-1 0 0 0,3-21 0 0 0,-8 39-3897 0 0,-1 3-390 0 0,0 0-1 0 0,0-1 1 0 0,0 1 0 0 0,0-1 0 0 0,-1 1 0 0 0,1 0 0 0 0,0-1 0 0 0,0 1 0 0 0,0 0-1 0 0,0-1 1 0 0,0 1 0 0 0,-1 0 0 0 0,1-1 0 0 0,0 1 0 0 0,0 0 0 0 0,0 0 0 0 0,-1-1-1 0 0,1 1 1 0 0,0 0 0 0 0,-1 0 0 0 0,1-1 0 0 0,0 1 0 0 0,0 0 0 0 0,-1 0 0 0 0,0-1-1 0 0,-6 4 153 0 0,0 0-1 0 0,1 0 0 0 0,-1 1 0 0 0,1-1 0 0 0,-1 1 0 0 0,-10 10 0 0 0,-32 31 270 0 0,47-43-449 0 0,1-1 4 0 0,-1 1 1 0 0,1-1 0 0 0,0 1-1 0 0,-1-1 1 0 0,1 1-1 0 0,0 0 1 0 0,0-1-1 0 0,0 1 1 0 0,0 0-1 0 0,0 0 1 0 0,0 0-1 0 0,1 0 1 0 0,-1 0-1 0 0,0 0 1 0 0,1 0-1 0 0,0 0 1 0 0,-1 0-1 0 0,1 0 1 0 0,0 0-1 0 0,0 0 1 0 0,0 0-1 0 0,0 0 1 0 0,1 0 0 0 0,-1 0-1 0 0,1 0 1 0 0,-1 0-1 0 0,1 0 1 0 0,-1 0-1 0 0,1 0 1 0 0,0-1-1 0 0,0 1 1 0 0,0 0-1 0 0,0 0 1 0 0,0-1-1 0 0,3 4 1 0 0,4 3 12 0 0,0 0-1 0 0,1 0 1 0 0,0-1 0 0 0,0 0 0 0 0,11 7-1 0 0,-8-6-74 0 0,-1-1 119 0 0,-1 1 0 0 0,0 0 0 0 0,0 1 0 0 0,-1 0 0 0 0,0 0 1 0 0,0 1-1 0 0,7 12 0 0 0,-14-19 112 0 0,0-1 0 0 0,-1 1 0 0 0,1-1 0 0 0,-1 1 0 0 0,0 0 0 0 0,0 0 0 0 0,0 0 0 0 0,0-1 0 0 0,0 1 0 0 0,-1 0 0 0 0,1 0 0 0 0,-1 0 0 0 0,0 0-1 0 0,0 0 1 0 0,0 0 0 0 0,0 0 0 0 0,-1 0 0 0 0,1 0 0 0 0,-1 0 0 0 0,0 0 0 0 0,0 0 0 0 0,0 0 0 0 0,0 0 0 0 0,0 0 0 0 0,0-1 0 0 0,-1 1 0 0 0,1-1 0 0 0,-1 1 0 0 0,0-1 0 0 0,0 1 0 0 0,0-1 0 0 0,0 0 0 0 0,0 0 0 0 0,0 0 0 0 0,-1 0 0 0 0,-3 2 0 0 0,-3 2-177 0 0,-1 0 1 0 0,0 0-1 0 0,-1-1 1 0 0,1 0-1 0 0,-1-1 0 0 0,0 0 1 0 0,0-1-1 0 0,-1 0 1 0 0,-21 3-1 0 0,28-5-3 0 0,-1-1 0 0 0,0 1 0 0 0,1-1 0 0 0,-1 0 0 0 0,0 0 0 0 0,-6-1 0 0 0,0-1 0 0 0,-38-11 0 0 0,35 8 0 0 0,1-2 0 0 0,11 6-294 0 0,1 0 0 0 0,0 0 0 0 0,0-1-1 0 0,-1 1 1 0 0,1-1 0 0 0,0 1 0 0 0,1-1 0 0 0,-4-2 0 0 0,5 4 87 0 0,0-1 0 0 0,0 1 1 0 0,-1 0-1 0 0,1-1 0 0 0,0 1 0 0 0,0 0 1 0 0,0-1-1 0 0,0 1 0 0 0,-1 0 1 0 0,1-1-1 0 0,0 1 0 0 0,0 0 0 0 0,0-1 1 0 0,0 1-1 0 0,0-1 0 0 0,0 1 0 0 0,0 0 1 0 0,0-1-1 0 0,0 1 0 0 0,0-1 1 0 0,0 1-1 0 0,0 0 0 0 0,0-1 0 0 0,1 1 1 0 0,-1 0-1 0 0,0-1 0 0 0,0 1 0 0 0,0 0 1 0 0,1-1-1 0 0,0-1-845 0 0,1 1-1 0 0,-1 0 1 0 0,1 0 0 0 0,0 0-1 0 0,-1 0 1 0 0,1 0 0 0 0,0 0-1 0 0,0 0 1 0 0,0 1-1 0 0,-1-1 1 0 0,4 0 0 0 0,12-3-7834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60 2320 0 0,'13'-52'20347'0'0,"-13"44"-14798"0"0,-8 34-3076 0 0,-148 490-395 0 0,108-412-2078 0 0,35-82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1060 0 0,'37'-56'12852'0'0,"-34"50"-11849"0"0,0 1 0 0 0,0-1 1 0 0,-1 0-1 0 0,3-10 0 0 0,7-3-1760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16 800 0 0,'0'0'5071'0'0,"12"-7"698"0"0,2-2-10248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1116 0 0,'0'0'6321'0'0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7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1 984 0 0,'-12'7'716'0'0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40 1648 0 0,'0'0'11721'0'0,"-14"5"-9816"0"0,6 4-1435 0 0,-1-1 0 0 0,0 0 0 0 0,-1 0 0 0 0,1-1 0 0 0,-2 0 0 0 0,1-1 1 0 0,-1 0-1 0 0,0 0 0 0 0,0-1 0 0 0,-12 3 0 0 0,7-2-322 0 0,-1-1 1 0 0,0-1-1 0 0,0-1 1 0 0,0-1 0 0 0,0 0-1 0 0,-29-1 1 0 0,41-1-302 0 0,0 0 0 0 0,-1-1 1 0 0,1 0-1 0 0,0 0 1 0 0,0 0-1 0 0,0-1 0 0 0,0 0 1 0 0,0 0-1 0 0,0 0 1 0 0,0 0-1 0 0,1-1 0 0 0,-1 0 1 0 0,1 0-1 0 0,0 0 1 0 0,0 0-1 0 0,-4-5 0 0 0,5 5-367 0 0,1 0-1 0 0,0 0 0 0 0,0 0 1 0 0,0 0-1 0 0,0-1 0 0 0,1 1 1 0 0,0 0-1 0 0,-1-1 0 0 0,1 0 1 0 0,0 1-1 0 0,0-1 0 0 0,1 0 0 0 0,-1 1 1 0 0,1-1-1 0 0,0 0 0 0 0,0 0 1 0 0,0 1-1 0 0,1-1 0 0 0,-1 0 1 0 0,1 0-1 0 0,0 1 0 0 0,2-8 1 0 0,5-9-3991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1104 0 0,'0'0'4174'0'0,"-4"-2"-1607"0"0,3-2-3486 0 0,9 0-3603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1464 0 0,'0'0'1996'0'0,"15"4"41"0"0,-29-3-2526 0 0,-1-6-2115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0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0 156 0 0,'-38'0'1708'0'0,"3"2"-492"0"0,8-2-276 0 0,1 2-184 0 0,2-2-188 0 0,4 0-139 0 0,3 1-89 0 0,2 1 148 0 0,-7 0-240 0 0,7 1-252 0 0,-1-1-1453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6 508 0 0,'4'-6'12803'0'0,"-90"132"-8341"0"0,14-21-5071 0 0,7 6-7952 0 0,52-85 2362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334 925 2548 0 0,'-66'93'17074'0'0,"67"-95"-16969"0"0,0-1 0 0 0,0 1 0 0 0,1-1 1 0 0,-1 1-1 0 0,1-1 0 0 0,-1 1 0 0 0,1 0 0 0 0,0 0 0 0 0,0 0 1 0 0,2-2-1 0 0,-1 0 20 0 0,46-62 200 0 0,-2-3 1 0 0,66-133 0 0 0,-79 127-408 0 0,38-116 0 0 0,6-84-152 0 0,-66 232 200 0 0,5-20-330 0 0,-17 61 289 0 0,2 4-50 0 0,-1 0 117 0 0,1 0 0 0 0,-1 0 0 0 0,0 0 1 0 0,0 0-1 0 0,0 1 0 0 0,-1-1 1 0 0,1 0-1 0 0,0 1 0 0 0,-1-1 1 0 0,0 0-1 0 0,1 1 0 0 0,-1-1 0 0 0,0 3 1 0 0,-3 38-52 0 0,1-25 44 0 0,-96 945 2180 0 0,57-596-1535 0 0,-46 351-18 0 0,86-708-595 0 0,0-3-12 0 0,0-1 1 0 0,0 1-1 0 0,1-1 0 0 0,0 1 0 0 0,0-1 0 0 0,0 1 0 0 0,1-1 0 0 0,2 9 1 0 0,-3-15-14 0 0,1 1 1 0 0,-1-1 0 0 0,1 1-1 0 0,0-1 1 0 0,-1 1 0 0 0,1-1-1 0 0,0 0 1 0 0,-1 1 0 0 0,1-1-1 0 0,0 0 1 0 0,-1 0 0 0 0,1 0-1 0 0,0 1 1 0 0,0-1 0 0 0,-1 0-1 0 0,1 0 1 0 0,0 0 0 0 0,0 0-1 0 0,-1 0 1 0 0,1 0 0 0 0,0 0-1 0 0,0-1 1 0 0,-1 1 0 0 0,1 0-1 0 0,0 0 1 0 0,-1 0 0 0 0,1-1-1 0 0,0 1 1 0 0,-1 0 0 0 0,1-1-1 0 0,0 1 1 0 0,-1-1 0 0 0,1 1-1 0 0,0-1 1 0 0,23-14-230 0 0,-13 4 199 0 0,-1 1 0 0 0,0-1-1 0 0,0-1 1 0 0,-1 0 0 0 0,-1 0 0 0 0,0-1 0 0 0,-1 0-1 0 0,0 0 1 0 0,-1-1 0 0 0,0 0 0 0 0,-1 0-1 0 0,-1 0 1 0 0,0 0 0 0 0,-1-1 0 0 0,-1 0 0 0 0,1-16-1 0 0,-2 12 40 0 0,-1-1 0 0 0,-1 0 0 0 0,0 0-1 0 0,-2 1 1 0 0,-1-1 0 0 0,0 1 0 0 0,-1 0-1 0 0,-1 0 1 0 0,-1 0 0 0 0,0 1 0 0 0,-17-29-1 0 0,6 21-25 0 0,0 0-1 0 0,-2 1 0 0 0,0 1 1 0 0,-2 1-1 0 0,0 1 0 0 0,-2 1 0 0 0,0 2 1 0 0,-47-31-1 0 0,-11 3-101 0 0,-141-60 1 0 0,219 106-6 0 0,0-1 0 0 0,0 0-1 0 0,0 0 1 0 0,0-1 0 0 0,0 1 0 0 0,0-1 0 0 0,1 1 0 0 0,-1-1 0 0 0,-3-5 0 0 0,6 7 13 0 0,0-1 1 0 0,0 1-1 0 0,1-1 1 0 0,-1 1 0 0 0,1-1-1 0 0,-1 1 1 0 0,1-1-1 0 0,-1 1 1 0 0,1-1 0 0 0,0 0-1 0 0,0 1 1 0 0,0-1 0 0 0,0 1-1 0 0,0-1 1 0 0,0 0-1 0 0,0 1 1 0 0,1-1 0 0 0,-1 1-1 0 0,0-1 1 0 0,1 0-1 0 0,-1 1 1 0 0,1-1 0 0 0,0 1-1 0 0,0 0 1 0 0,-1-1-1 0 0,1 1 1 0 0,0 0 0 0 0,2-3-1 0 0,11-12-973 0 0,-1 2-1 0 0,2-1 0 0 0,0 2 0 0 0,1 0 0 0 0,31-20 1 0 0,-27 19 31 0 0,19-14-2192 0 0,0-2-1273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39 2240 0 0,'17'-38'11254'0'0,"-26"62"-9967"0"0,8-22-1223 0 0,-43 148 2411 0 0,39-129-2372 0 0,1 0 0 0 0,2 1 1 0 0,0 0-1 0 0,1-1 0 0 0,2 27 0 0 0,0-43-86 0 0,-1-1 0 0 0,1 1 0 0 0,0-1 0 0 0,0 0 0 0 0,0 1 0 0 0,0-1 0 0 0,1 0 0 0 0,0 0 0 0 0,0 0 0 0 0,0 0 0 0 0,0 0 0 0 0,0 0 0 0 0,1-1 1 0 0,0 1-1 0 0,0-1 0 0 0,0 0 0 0 0,0 1 0 0 0,0-1 0 0 0,1-1 0 0 0,-1 1 0 0 0,1 0 0 0 0,4 1 0 0 0,-2-1-2 0 0,0-1 0 0 0,0 0-1 0 0,1 0 1 0 0,-1-1 0 0 0,1 1 0 0 0,-1-2 0 0 0,1 1-1 0 0,-1-1 1 0 0,1 0 0 0 0,-1 0 0 0 0,1 0 0 0 0,-1-1-1 0 0,1 0 1 0 0,8-3 0 0 0,-6 1 14 0 0,0-1 1 0 0,0 1-1 0 0,0-2 0 0 0,-1 1 0 0 0,0-1 1 0 0,0-1-1 0 0,0 1 0 0 0,0-1 1 0 0,-1-1-1 0 0,0 1 0 0 0,0-1 0 0 0,-1-1 1 0 0,0 1-1 0 0,0-1 0 0 0,-1 0 1 0 0,0 0-1 0 0,8-17 0 0 0,-7 11 167 0 0,0-1 1 0 0,-1 0-1 0 0,0 0 1 0 0,-1 0-1 0 0,-1-1 0 0 0,0 1 1 0 0,-1-1-1 0 0,-1 0 0 0 0,-1 0 1 0 0,-1-19-1 0 0,0 27-129 0 0,0 1 1 0 0,-1 0 0 0 0,0 0-1 0 0,0 0 1 0 0,-4-8-1 0 0,5 12-59 0 0,0 0 0 0 0,-1 0-1 0 0,0 0 1 0 0,1 1 0 0 0,-1-1 0 0 0,0 0 0 0 0,0 1-1 0 0,-1-1 1 0 0,1 1 0 0 0,0 0 0 0 0,-1 0-1 0 0,1 0 1 0 0,-4-2 0 0 0,4 3-11 0 0,-1 1 0 0 0,1-1 0 0 0,0 1 0 0 0,-1-1 0 0 0,1 1 0 0 0,0 0 1 0 0,-1 0-1 0 0,1 0 0 0 0,0 0 0 0 0,-1 0 0 0 0,1 1 0 0 0,-1-1 0 0 0,1 1 0 0 0,0-1 0 0 0,0 1 0 0 0,-1 0 0 0 0,1 0 0 0 0,0 0 1 0 0,-2 1-1 0 0,-3 2-48 0 0,0 0 1 0 0,0 1 0 0 0,1 0 0 0 0,-7 6 0 0 0,7-5-205 0 0,0 0 0 0 0,1 1 0 0 0,-1 0 0 0 0,2 0 0 0 0,-1 0 0 0 0,1 1 0 0 0,0-1 0 0 0,-6 15 0 0 0,9-18-151 0 0,0-1 0 0 0,0 1 0 0 0,0-1 0 0 0,0 1 0 0 0,0 0 0 0 0,1-1 0 0 0,0 1 0 0 0,-1 0 0 0 0,1-1 0 0 0,1 1 0 0 0,-1 0 0 0 0,0-1 0 0 0,1 1 0 0 0,0 0 0 0 0,0-1 0 0 0,0 1 0 0 0,0-1 0 0 0,1 1 0 0 0,-1-1 0 0 0,1 0 0 0 0,0 1 0 0 0,3 3 0 0 0,4 0-2755 0 0,0-3-1086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0 147 172 0 0,'51'-60'12103'0'0,"-50"60"-12012"0"0,0-1 1 0 0,-1 1-1 0 0,1-1 1 0 0,0 1-1 0 0,0-1 0 0 0,-1 1 1 0 0,1 0-1 0 0,0-1 0 0 0,0 1 1 0 0,0 0-1 0 0,0 0 0 0 0,0 0 1 0 0,-1-1-1 0 0,1 1 0 0 0,0 0 1 0 0,0 0-1 0 0,0 0 0 0 0,0 1 1 0 0,0-1-1 0 0,0 0 0 0 0,-1 0 1 0 0,1 0-1 0 0,0 1 0 0 0,0-1 1 0 0,0 0-1 0 0,-1 1 1 0 0,1-1-1 0 0,0 1 0 0 0,0-1 1 0 0,-1 1-1 0 0,1-1 0 0 0,0 1 1 0 0,-1-1-1 0 0,1 1 0 0 0,0 0 1 0 0,2 2 125 0 0,0 0 0 0 0,-1 0 0 0 0,1 0 1 0 0,-1 0-1 0 0,1 0 0 0 0,1 4 0 0 0,6 15 350 0 0,-1 1 0 0 0,-1 0-1 0 0,-1 0 1 0 0,6 33 0 0 0,7 96 2731 0 0,-18-124-1731 0 0,1-12 857 0 0,-3-16-2405 0 0,0 0-1 0 0,0 0 1 0 0,0 1-1 0 0,0-1 1 0 0,0 0-1 0 0,0 0 0 0 0,0 0 1 0 0,0 0-1 0 0,0 0 1 0 0,0 0-1 0 0,0 0 1 0 0,0 0-1 0 0,0 0 1 0 0,0 0-1 0 0,0 0 1 0 0,0 0-1 0 0,0 0 0 0 0,0 1 1 0 0,0-1-1 0 0,0 0 1 0 0,0 0-1 0 0,0 0 1 0 0,0 0-1 0 0,0 0 1 0 0,0 0-1 0 0,0 0 1 0 0,0 0-1 0 0,0 0 0 0 0,0 0 1 0 0,0 0-1 0 0,0 0 1 0 0,0 0-1 0 0,1 0 1 0 0,-1 0-1 0 0,0 0 1 0 0,0 0-1 0 0,0 0 0 0 0,0 0 1 0 0,0 0-1 0 0,0 0 1 0 0,0 0-1 0 0,0 0 1 0 0,0 1-1 0 0,0-1 1 0 0,0 0-1 0 0,0 0 1 0 0,0 0-1 0 0,1 0 0 0 0,-1-1 1 0 0,0 1-1 0 0,0 0 1 0 0,0 0-1 0 0,0 0 1 0 0,0 0-1 0 0,0 0 1 0 0,0 0-1 0 0,0 0 1 0 0,0 0-1 0 0,0 0 0 0 0,0 0 1 0 0,0 0-1 0 0,0 0 1 0 0,0 0-1 0 0,1 0 1 0 0,-1 0-1 0 0,0 0 1 0 0,0 0-1 0 0,0 0 1 0 0,6-22 575 0 0,-2 3-403 0 0,4-2-291 0 0,0 1 0 0 0,2 0 0 0 0,0 0-1 0 0,1 1 1 0 0,1 1 0 0 0,17-21 0 0 0,2 2-1943 0 0,64-58-1 0 0,-77 79 812 0 0,0 2 0 0 0,1 0-1 0 0,1 1 1 0 0,23-11 0 0 0,45-13-7802 0 0,-55 26 2155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51 408 0 0,'7'-17'4258'0'0,"9"-13"3021"0"0,-15 29-6331 0 0,13-1 1690 0 0,-10 5-2337 0 0,0 1 0 0 0,0-1 0 0 0,0 1 1 0 0,0 0-1 0 0,-1 0 0 0 0,1 0 0 0 0,-1 1 0 0 0,0-1 1 0 0,-1 1-1 0 0,1 0 0 0 0,-1 0 0 0 0,0 0 0 0 0,2 5 0 0 0,4 16 425 0 0,7 33-1 0 0,-13-52-624 0 0,3 19 477 0 0,0 0 0 0 0,-2 0 0 0 0,-1 1-1 0 0,-1 0 1 0 0,-1-1 0 0 0,-8 51 0 0 0,6-57 1670 0 0,2-15-641 0 0,-1-14-1192 0 0,3-1-339 0 0,-1 0 1 0 0,1 0-1 0 0,1 1 1 0 0,-1-1-1 0 0,2 1 0 0 0,6-15 1 0 0,-2 5-20 0 0,3-7-94 0 0,2 0 1 0 0,0 0-1 0 0,33-46 0 0 0,-32 55-895 0 0,0 0-1 0 0,1 0 1 0 0,20-15-1 0 0,-33 30 592 0 0,0 0 0 0 0,0 0 0 0 0,1 1 0 0 0,-1-1 0 0 0,0 1 0 0 0,0 0 0 0 0,1 0 0 0 0,-1 0 0 0 0,1 0 0 0 0,-1 0 0 0 0,1 0 0 0 0,0 0 0 0 0,-1 1 0 0 0,1 0 0 0 0,-1-1 0 0 0,1 1 0 0 0,0 0 0 0 0,-1 0 0 0 0,4 1 0 0 0,-3 0-385 0 0,-1-1 1 0 0,1 1 0 0 0,-1 0-1 0 0,0 0 1 0 0,0 0-1 0 0,1 1 1 0 0,-1-1 0 0 0,0 0-1 0 0,0 1 1 0 0,0 0 0 0 0,-1-1-1 0 0,1 1 1 0 0,3 3 0 0 0,2 4-6225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2764 0 0,'0'0'2722'0'0,"-3"19"6237"0"0,0-7-6516 0 0,-13 30 148 0 0,8-18-1671 0 0,-14 25 1 0 0,-21 27-159 0 0,-1 0-2235 0 0,21-26-4484 0 0,21-39-558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180 108 2824 0 0,'8'-12'1675'0'0,"17"-30"4296"0"0,-24 39-5531 0 0,1-1-1 0 0,-1 1 0 0 0,0 0 0 0 0,0-1 0 0 0,0 1 1 0 0,-1-1-1 0 0,1 1 0 0 0,-1-1 0 0 0,0 0 0 0 0,0 1 1 0 0,0-4-1 0 0,0 6-393 0 0,-1 0 0 0 0,1 1 0 0 0,-1-1 0 0 0,1 1 1 0 0,-1-1-1 0 0,1 1 0 0 0,-1-1 0 0 0,1 1 0 0 0,-1-1 1 0 0,0 1-1 0 0,1 0 0 0 0,-1-1 0 0 0,0 1 0 0 0,1 0 0 0 0,-1-1 1 0 0,0 1-1 0 0,1 0 0 0 0,-1 0 0 0 0,0 0 0 0 0,0 0 1 0 0,1 0-1 0 0,-1-1 0 0 0,0 1 0 0 0,1 0 0 0 0,-1 1 0 0 0,0-1 1 0 0,0 0-1 0 0,1 0 0 0 0,-2 0 0 0 0,-21 4 646 0 0,9 1-445 0 0,0 1 0 0 0,1 0 0 0 0,0 0-1 0 0,0 1 1 0 0,0 1 0 0 0,1 0 0 0 0,0 1-1 0 0,-10 11 1 0 0,20-19-232 0 0,0 1 1 0 0,1 0-1 0 0,-1 0 0 0 0,1 0 1 0 0,0 0-1 0 0,-1 0 0 0 0,1 0 1 0 0,0 0-1 0 0,0 1 0 0 0,0-1 0 0 0,1 0 1 0 0,-1 1-1 0 0,1-1 0 0 0,-1 0 1 0 0,1 1-1 0 0,0-1 0 0 0,0 1 1 0 0,0-1-1 0 0,0 1 0 0 0,0-1 0 0 0,0 0 1 0 0,1 1-1 0 0,-1-1 0 0 0,1 1 1 0 0,0-1-1 0 0,-1 0 0 0 0,1 0 0 0 0,0 1 1 0 0,1-1-1 0 0,-1 0 0 0 0,0 0 1 0 0,0 0-1 0 0,3 2 0 0 0,5 8 33 0 0,1-1 1 0 0,1 0-1 0 0,0 0 0 0 0,15 11 0 0 0,-12-10-25 0 0,1 0 238 0 0,-1 2-1 0 0,-1 0 1 0 0,0 0-1 0 0,-1 1 1 0 0,0 0-1 0 0,14 27 1 0 0,-26-40-131 0 0,1-1 1 0 0,0 1-1 0 0,-1-1 1 0 0,1 1 0 0 0,-1 0-1 0 0,0-1 1 0 0,1 1-1 0 0,-1 0 1 0 0,0-1-1 0 0,0 1 1 0 0,0 0 0 0 0,0-1-1 0 0,-1 1 1 0 0,1 0-1 0 0,0-1 1 0 0,-1 1-1 0 0,1-1 1 0 0,-1 1 0 0 0,1 0-1 0 0,-1-1 1 0 0,0 1-1 0 0,0-1 1 0 0,0 0 0 0 0,0 1-1 0 0,0-1 1 0 0,0 0-1 0 0,0 1 1 0 0,0-1-1 0 0,0 0 1 0 0,-1 0 0 0 0,1 0-1 0 0,0 0 1 0 0,-3 1-1 0 0,-1 2 92 0 0,0-1-1 0 0,-1 0 1 0 0,0-1 0 0 0,1 1-1 0 0,-1-1 1 0 0,0 0-1 0 0,0-1 1 0 0,-8 2 0 0 0,6-2-144 0 0,0-1-1 0 0,-1 0 1 0 0,1 0 0 0 0,0-1 0 0 0,0 0 0 0 0,0 0 0 0 0,0-1-1 0 0,-15-6 1 0 0,18 7-350 0 0,0-1-1 0 0,1 0 1 0 0,0 0-1 0 0,-1 0 1 0 0,1-1-1 0 0,0 1 1 0 0,0-1 0 0 0,0 0-1 0 0,1-1 1 0 0,-1 1-1 0 0,1 0 1 0 0,0-1-1 0 0,0 0 1 0 0,0 0-1 0 0,0 0 1 0 0,1 0-1 0 0,-4-7 1 0 0,5 9-38 0 0,1 0 0 0 0,0-1 0 0 0,-1 1 0 0 0,1 0 0 0 0,0 0 0 0 0,0-1 0 0 0,0 1 0 0 0,1 0 0 0 0,-1-1 0 0 0,1 1 0 0 0,-1 0 0 0 0,1 0 0 0 0,-1 0 0 0 0,1 0 0 0 0,0 0 0 0 0,0 0 0 0 0,0 0 0 0 0,1 0 0 0 0,-1 0 0 0 0,3-3 0 0 0,1-2-1899 0 0,1 0-1 0 0,1 1 1 0 0,13-12 0 0 0,1 2-4917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3600 0 0,'1'-1'3117'0'0,"8"-6"1982"0"0,-6 5-4216 0 0,0 0 1 0 0,1 0-1 0 0,-1 1 1 0 0,1-1-1 0 0,-1 1 1 0 0,1 0-1 0 0,0 0 1 0 0,4-1 0 0 0,3 2-583 0 0,0-1 1 0 0,1 1 0 0 0,13 2-1 0 0,12 0 343 0 0,72-3-668 0 0,-59 1-3184 0 0,-3-1-5795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84 0 0,'-5'3'1661'0'0,"-38"17"7619"0"0,21-5-6060 0 0,21-14-2704 0 0,5 1-367 0 0,1-1 1 0 0,-1 1 0 0 0,1-1 0 0 0,-1 0 0 0 0,1 0-1 0 0,-1-1 1 0 0,1 0 0 0 0,-1 1 0 0 0,6-2 0 0 0,45-5-447 0 0,-30 3-176 0 0,118-22-7287 0 0,-102 16 2435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39 2684 0 0,'-2'-2'2656'0'0,"-38"-26"10061"0"0,38 27-11750 0 0,2 1-878 0 0,0-1 0 0 0,-1 0-1 0 0,1 1 1 0 0,-1-1 0 0 0,1 1-1 0 0,-1-1 1 0 0,1 1-1 0 0,-1 0 1 0 0,0-1 0 0 0,1 1-1 0 0,-1-1 1 0 0,1 1 0 0 0,-1 0-1 0 0,0 0 1 0 0,1-1 0 0 0,-1 1-1 0 0,0 0 1 0 0,1 0-1 0 0,-1 0 1 0 0,0 0 0 0 0,0 0-1 0 0,1 0 1 0 0,-1 0 0 0 0,0 0-1 0 0,1 0 1 0 0,-1 0-1 0 0,0 0 1 0 0,1 0 0 0 0,-1 0-1 0 0,0 1 1 0 0,1-1 0 0 0,-1 0-1 0 0,0 1 1 0 0,1-1 0 0 0,-1 0-1 0 0,0 1 1 0 0,1-1-1 0 0,-1 1 1 0 0,1-1 0 0 0,-1 0-1 0 0,1 1 1 0 0,-1 0 0 0 0,1-1-1 0 0,0 1 1 0 0,-1 0-1 0 0,-26 180 4182 0 0,-58 169-3991 0 0,43-187-10291 0 0,34-142 2180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41 1652 0 0,'44'-34'15948'0'0,"-42"32"-14826"0"0,7-1 1045 0 0,-8 3-2096 0 0,-1 0-1 0 0,0-1 1 0 0,1 1 0 0 0,-1 0-1 0 0,0 0 1 0 0,1 0 0 0 0,-1 0 0 0 0,0 0-1 0 0,0 0 1 0 0,1 0 0 0 0,-1 0-1 0 0,0 0 1 0 0,1 0 0 0 0,-1 0 0 0 0,0 0-1 0 0,1 0 1 0 0,-1 0 0 0 0,0 0-1 0 0,1 0 1 0 0,-1 1 0 0 0,0-1 0 0 0,0 0-1 0 0,1 0 1 0 0,-1 0 0 0 0,0 0-1 0 0,0 1 1 0 0,1-1 0 0 0,-1 0 0 0 0,0 0-1 0 0,0 0 1 0 0,1 1 0 0 0,-1-1-1 0 0,0 0 1 0 0,0 0 0 0 0,0 1 0 0 0,0-1-1 0 0,0 0 1 0 0,1 0 0 0 0,-1 1-1 0 0,0-1 1 0 0,0 0 0 0 0,0 1 0 0 0,-1 9 542 0 0,0-1 1 0 0,-1 0-1 0 0,0 1 1 0 0,0-1 0 0 0,-1 0-1 0 0,0 0 1 0 0,0-1 0 0 0,-8 14-1 0 0,-44 67 126 0 0,48-78-601 0 0,-38 53-3575 0 0,27-40-1944 0 0,11-16 1565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31 156 1248 0 0,'10'-19'3195'0'0,"-2"0"-511"0"0,2 1 0 0 0,0 0-1 0 0,1 1 1 0 0,15-19 0 0 0,-23 33-2575 0 0,1 0 1 0 0,-1 0-1 0 0,1 1 0 0 0,0-1 0 0 0,0 1 0 0 0,0 0 0 0 0,0 0 0 0 0,0 0 0 0 0,0 1 0 0 0,0-1 1 0 0,1 1-1 0 0,-1 0 0 0 0,0 0 0 0 0,1 1 0 0 0,-1-1 0 0 0,1 1 0 0 0,-1 0 0 0 0,1 0 0 0 0,-1 1 1 0 0,1-1-1 0 0,-1 1 0 0 0,0 0 0 0 0,1 0 0 0 0,6 3 0 0 0,-5-2-83 0 0,0 0-1 0 0,0 1 1 0 0,0 0-1 0 0,0 0 1 0 0,0 0-1 0 0,-1 1 1 0 0,1-1-1 0 0,-1 2 0 0 0,0-1 1 0 0,0 0-1 0 0,-1 1 1 0 0,1 0-1 0 0,-1 0 1 0 0,0 0-1 0 0,0 1 1 0 0,4 7-1 0 0,-6-7 70 0 0,-1 0 1 0 0,0-1-1 0 0,0 1 0 0 0,0 0 0 0 0,0 0 1 0 0,-1-1-1 0 0,0 1 0 0 0,0 0 0 0 0,-1 0 1 0 0,0 0-1 0 0,0-1 0 0 0,0 1 0 0 0,0 0 1 0 0,-1-1-1 0 0,0 1 0 0 0,0-1 0 0 0,-1 0 0 0 0,-5 10 1 0 0,-5 6 339 0 0,-1 0 0 0 0,-32 37 1 0 0,-86 72 1587 0 0,55-57 872 0 0,76-72-2846 0 0,1-1-1 0 0,-1 1 1 0 0,0 0-1 0 0,0 0 1 0 0,0-1-1 0 0,1 1 1 0 0,-1 0-1 0 0,0 0 1 0 0,1 0-1 0 0,-1 0 1 0 0,1 0-1 0 0,-1 0 1 0 0,1 0-1 0 0,0 0 0 0 0,-1 0 1 0 0,1 0-1 0 0,0 0 1 0 0,0 1-1 0 0,0-1-34 0 0,0-1-1 0 0,0 1 1 0 0,1-1-1 0 0,-1 1 1 0 0,0-1-1 0 0,1 0 1 0 0,-1 1-1 0 0,0-1 1 0 0,1 0-1 0 0,-1 1 1 0 0,1-1-1 0 0,-1 0 1 0 0,1 0-1 0 0,-1 1 1 0 0,0-1-1 0 0,1 0 0 0 0,-1 0 1 0 0,1 0-1 0 0,-1 1 1 0 0,1-1-1 0 0,-1 0 1 0 0,1 0-1 0 0,-1 0 1 0 0,1 0-1 0 0,0 0 1 0 0,0 0-1 0 0,8 0-122 0 0,0-1-1 0 0,1 1 1 0 0,9-4-1 0 0,-8 3-206 0 0,119-19-5485 0 0,-59 9 1394 0 0,1 1-3748 0 0,-30 5-666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10 1952 0 0,'15'-10'19247'0'0,"-17"19"-19501"0"0,-8 16 2787 0 0,-23 38-1 0 0,-19 22-1026 0 0,-10 16-5867 0 0,51-84 1220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111 140 2488 0 0,'6'-18'3077'0'0,"-1"4"-710"0"0,-1 1 0 0 0,2 0 0 0 0,13-22-1 0 0,-17 31-2168 0 0,1 1 0 0 0,-1 0 0 0 0,1-1 0 0 0,0 1 1 0 0,0 0-1 0 0,1 0 0 0 0,-1 1 0 0 0,1-1 0 0 0,-1 1 0 0 0,1-1 0 0 0,0 1 0 0 0,0 0 0 0 0,0 0 0 0 0,0 1 0 0 0,0-1 0 0 0,7 0 0 0 0,-4 1-117 0 0,-1 0 1 0 0,1 0-1 0 0,-1 1 0 0 0,1 0 0 0 0,-1 1 1 0 0,0-1-1 0 0,1 1 0 0 0,-1 1 1 0 0,0-1-1 0 0,1 1 0 0 0,-1 0 0 0 0,0 0 1 0 0,10 6-1 0 0,-14-7-66 0 0,1 1-1 0 0,-1-1 1 0 0,1 1-1 0 0,-1 0 1 0 0,0 0 0 0 0,0 0-1 0 0,1 0 1 0 0,-1 0-1 0 0,-1 0 1 0 0,1 0 0 0 0,0 1-1 0 0,0-1 1 0 0,-1 1-1 0 0,0-1 1 0 0,1 1 0 0 0,-1 0-1 0 0,0 0 1 0 0,0-1 0 0 0,0 1-1 0 0,-1 0 1 0 0,1 0-1 0 0,-1 0 1 0 0,0 0 0 0 0,0 0-1 0 0,0 0 1 0 0,0 0-1 0 0,0 0 1 0 0,0 0 0 0 0,-1 0-1 0 0,1-1 1 0 0,-2 5-1 0 0,-2 3 17 0 0,0-1-1 0 0,0 1 1 0 0,-1-1-1 0 0,0 0 1 0 0,-1-1-1 0 0,-12 16 0 0 0,-46 43 286 0 0,37-42 247 0 0,-2 5 738 0 0,28-29-1199 0 0,5 4-78 0 0,-1-1 0 0 0,1 0 1 0 0,1 1-1 0 0,-1-2 0 0 0,0 1 0 0 0,1 0 1 0 0,0-1-1 0 0,0 0 0 0 0,9 5 1 0 0,11 7 1 0 0,-7-2 62 0 0,-1 1 1 0 0,0 1-1 0 0,26 29 1 0 0,-36-36 363 0 0,-1 1 0 0 0,0 0 0 0 0,0 0 1 0 0,0 0-1 0 0,-2 1 0 0 0,1-1 1 0 0,-1 1-1 0 0,0 0 0 0 0,4 20 1 0 0,-8-25-337 0 0,0 0 0 0 0,0 0 0 0 0,0 0 1 0 0,0 0-1 0 0,-1 0 0 0 0,0-1 0 0 0,0 1 0 0 0,0 0 1 0 0,0-1-1 0 0,-1 1 0 0 0,0-1 0 0 0,0 1 1 0 0,0-1-1 0 0,-1 0 0 0 0,1 1 0 0 0,-1-1 1 0 0,0-1-1 0 0,0 1 0 0 0,0 0 0 0 0,-1-1 1 0 0,1 0-1 0 0,-1 1 0 0 0,-6 3 0 0 0,-3 2 273 0 0,0 0 0 0 0,-1-1 0 0 0,0-1-1 0 0,-1 0 1 0 0,-27 9 0 0 0,28-12-389 0 0,0 0 0 0 0,0-1 0 0 0,0-1 0 0 0,0 0 0 0 0,-1-1 0 0 0,1-1 0 0 0,-1 0 0 0 0,1-1 0 0 0,0-1 0 0 0,0 0 0 0 0,-19-5 0 0 0,27 5-535 0 0,0 0 1 0 0,0 0-1 0 0,0 0 0 0 0,-10-6 1 0 0,14 7 134 0 0,0-1 0 0 0,1 1 0 0 0,-1-1 0 0 0,0 0 0 0 0,0 0 0 0 0,1 0 0 0 0,-1 0 0 0 0,0-2 0 0 0,1 3 85 0 0,1 0-1 0 0,-1 0 1 0 0,1 1-1 0 0,-1-1 0 0 0,1 0 1 0 0,0 0-1 0 0,0 0 1 0 0,-1 0-1 0 0,1 0 0 0 0,0 0 1 0 0,0 0-1 0 0,0 0 1 0 0,0 0-1 0 0,0 0 1 0 0,0 0-1 0 0,0 0 0 0 0,1 1 1 0 0,-1-1-1 0 0,0 0 1 0 0,0 0-1 0 0,1 0 0 0 0,-1 0 1 0 0,1 0-1 0 0,0-1 1 0 0,0 0-701 0 0,1 0 1 0 0,-1 0 0 0 0,1 0 0 0 0,0 0-1 0 0,0 0 1 0 0,-1 0 0 0 0,1 1 0 0 0,3-2 0 0 0,6-4-6049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0 640 0 0,'17'6'7850'0'0,"4"0"-2660"0"0,-10-3-2140 0 0,-9-2-1883 0 0,-1-1-900 0 0,0 1-1 0 0,1-1 1 0 0,-1 1 0 0 0,1-1-1 0 0,-1 1 1 0 0,0 0-1 0 0,1 0 1 0 0,-1 0 0 0 0,0 0-1 0 0,0 0 1 0 0,0 0 0 0 0,0 0-1 0 0,2 2 1 0 0,1 18 971 0 0,-4-13-4625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1908 0 0,'28'-20'12024'0'0,"-7"5"-6603"0"0,-19 14-4791 0 0,22-10 720 0 0,-13 7-2417 0 0,0 1 0 0 0,1 0 0 0 0,14-2 0 0 0,9-3-6686 0 0,-15 3 845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1200 0 0,'2'0'6281'0'0,"4"0"-4989"0"0,9-1 5768 0 0,-1 1-1106 0 0,-8-1-6626 0 0,-4 1 1147 0 0,1 1-607 0 0,24 5-2829 0 0,-4-4-6124 0 0,-6-4 2077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20 880 0 0,'0'0'2128'0'0,"6"-6"1593"0"0,4-2-2621 0 0,1 3-2240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0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6 452 0 0,'-9'-1'2223'0'0,"-17"-2"11395"0"0,15 2-10469 0 0,6 2-2541 0 0,4-1-575 0 0,1 0 0 0 0,-1 0 1 0 0,1 0-1 0 0,-1 0 0 0 0,1 0 1 0 0,-1 0-1 0 0,1 0 0 0 0,-1 0 1 0 0,1 0-1 0 0,-1 0 0 0 0,1 0 1 0 0,0 1-1 0 0,-1-1 0 0 0,1 0 1 0 0,-1 0-1 0 0,1 0 0 0 0,-1 1 1 0 0,1-1-1 0 0,0 0 1 0 0,-1 1-1 0 0,0-1 0 0 0,-3 15 705 0 0,0 0-1 0 0,1 0 1 0 0,1 0-1 0 0,0 0 0 0 0,1 19 1 0 0,-6 39 274 0 0,2-46-741 0 0,0 1 15 0 0,-1 0 1 0 0,-1 0 0 0 0,-16 40-1 0 0,22-65-242 0 0,0-1 1 0 0,-1 0-1 0 0,1 1 0 0 0,-1-1 0 0 0,1 0 1 0 0,-1 1-1 0 0,0-1 0 0 0,0 0 0 0 0,0 0 1 0 0,0-1-1 0 0,-4 4 0 0 0,5-4-27 0 0,0-1 1 0 0,-1 1-1 0 0,1-1 1 0 0,0 1-1 0 0,0-1 0 0 0,0 0 1 0 0,0 1-1 0 0,0-1 0 0 0,-1 0 1 0 0,1 0-1 0 0,0 0 0 0 0,0 0 1 0 0,0 0-1 0 0,0 0 0 0 0,-1 0 1 0 0,1 0-1 0 0,0 0 0 0 0,0-1 1 0 0,0 1-1 0 0,0 0 1 0 0,0-1-1 0 0,-1 1 0 0 0,1-1 1 0 0,0 0-1 0 0,0 1 0 0 0,0-1 1 0 0,-1-1-1 0 0,1 1-13 0 0,0-1-1 0 0,0 1 1 0 0,0 0 0 0 0,0-1 0 0 0,1 1-1 0 0,-1 0 1 0 0,0-1 0 0 0,1 1 0 0 0,0-1-1 0 0,-1 1 1 0 0,1-1 0 0 0,0 0-1 0 0,-1 1 1 0 0,1-1 0 0 0,0 1 0 0 0,0-1-1 0 0,0 1 1 0 0,1-4 0 0 0,5-25-61 0 0,1 12 39 0 0,0 1 1 0 0,0 1-1 0 0,2 0 0 0 0,0 0 1 0 0,1 0-1 0 0,0 1 0 0 0,2 0 1 0 0,-1 1-1 0 0,2 1 0 0 0,15-14 0 0 0,-20 20-11 0 0,0 0 0 0 0,1 0 0 0 0,0 1 0 0 0,0 0 0 0 0,0 0 0 0 0,1 1 0 0 0,0 1 0 0 0,0 0 0 0 0,0 0 0 0 0,0 1 0 0 0,0 0 0 0 0,1 0 0 0 0,0 1 0 0 0,-1 1-1 0 0,1 0 1 0 0,0 1 0 0 0,0 0 0 0 0,15 1 0 0 0,-20 1 44 0 0,1 0 1 0 0,0 0-1 0 0,-1 0 0 0 0,0 1 1 0 0,1 0-1 0 0,-1 0 0 0 0,0 0 0 0 0,-1 1 1 0 0,1 0-1 0 0,-1 0 0 0 0,1 0 0 0 0,-1 1 1 0 0,-1 0-1 0 0,1 0 0 0 0,-1 0 0 0 0,1 1 1 0 0,-2-1-1 0 0,1 1 0 0 0,-1 0 0 0 0,1 0 1 0 0,-2 0-1 0 0,1 1 0 0 0,2 8 0 0 0,1 5 48 0 0,-1-1 0 0 0,-1 1 0 0 0,-1 0-1 0 0,-1 0 1 0 0,-1 0 0 0 0,-1 36 0 0 0,-1-4-3777 0 0,6-19-2769 0 0,2-25 2381 0 0,13-9-7922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1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237 223 1556 0 0,'22'-31'3759'0'0,"25"-42"2614"0"0,-42 64-5470 0 0,0-1-1 0 0,-1 0 0 0 0,0 0 1 0 0,0-1-1 0 0,3-18 0 0 0,-6 28-824 0 0,-1-1 0 0 0,0 1 0 0 0,1-1 0 0 0,-1 1 0 0 0,0-1-1 0 0,0 0 1 0 0,0 1 0 0 0,0-1 0 0 0,0 1 0 0 0,0-1 0 0 0,0 0 0 0 0,-1 1-1 0 0,1-1 1 0 0,-1 1 0 0 0,1-1 0 0 0,-1 1 0 0 0,1-1 0 0 0,-1 1 0 0 0,0 0-1 0 0,0-1 1 0 0,-1-1 0 0 0,1 2-56 0 0,0 1 0 0 0,-1-1 0 0 0,1 1-1 0 0,0-1 1 0 0,0 1 0 0 0,-1-1 0 0 0,1 1 0 0 0,0 0 0 0 0,-1 0 0 0 0,1-1-1 0 0,0 1 1 0 0,-1 0 0 0 0,1 0 0 0 0,0 1 0 0 0,-1-1 0 0 0,1 0-1 0 0,0 0 1 0 0,-1 1 0 0 0,-1 0 0 0 0,-6 2-22 0 0,-1 1 0 0 0,1 0 0 0 0,0 1 0 0 0,-17 11 0 0 0,-1 4 6 0 0,1 1-1 0 0,1 1 0 0 0,-37 41 1 0 0,50-49-7 0 0,0 1 1 0 0,1 1 0 0 0,1 0 0 0 0,0 1 0 0 0,1-1 0 0 0,1 2 0 0 0,-11 32-1 0 0,17-45 7 0 0,1-1-1 0 0,0 1 1 0 0,0-1-1 0 0,1 1 1 0 0,-1-1-1 0 0,1 1 1 0 0,0-1-1 0 0,0 1 0 0 0,1 0 1 0 0,-1-1-1 0 0,3 8 1 0 0,-2-10-5 0 0,0 1-1 0 0,0-1 1 0 0,0 0 0 0 0,0 0 0 0 0,1 1 0 0 0,-1-1 0 0 0,1 0 0 0 0,-1 0-1 0 0,1 0 1 0 0,0-1 0 0 0,0 1 0 0 0,0 0 0 0 0,0-1 0 0 0,0 1-1 0 0,0-1 1 0 0,1 0 0 0 0,-1 1 0 0 0,0-1 0 0 0,1 0 0 0 0,-1 0 0 0 0,5 0-1 0 0,-2 1-12 0 0,0-1-1 0 0,-1 0 1 0 0,1-1-1 0 0,0 1 1 0 0,0-1 0 0 0,0 0-1 0 0,0-1 1 0 0,0 1-1 0 0,-1-1 1 0 0,1 0-1 0 0,0 0 1 0 0,0 0-1 0 0,7-3 1 0 0,-6 0 5 0 0,1 1 0 0 0,-1-1 0 0 0,0 0 1 0 0,0 0-1 0 0,0-1 0 0 0,0 0 1 0 0,-1 0-1 0 0,6-7 0 0 0,4-8 13 0 0,0-1-1 0 0,-1-1 1 0 0,-2 0-1 0 0,11-24 1 0 0,-22 45-6 0 0,26-63 137 0 0,-16 36 158 0 0,21-37 0 0 0,-32 65-300 0 0,0-1 0 0 0,0 0 0 0 0,1 1 0 0 0,-1-1 0 0 0,0 1 0 0 0,1-1-1 0 0,-1 1 1 0 0,0-1 0 0 0,1 1 0 0 0,-1-1 0 0 0,0 1 0 0 0,1 0 0 0 0,-1-1-1 0 0,1 1 1 0 0,-1-1 0 0 0,1 1 0 0 0,-1 0 0 0 0,1 0 0 0 0,-1-1 0 0 0,1 1-1 0 0,-1 0 1 0 0,1 0 0 0 0,0-1 0 0 0,0 1 0 0 0,-1 1 3 0 0,1-1 0 0 0,-1 0 0 0 0,0 1 1 0 0,1-1-1 0 0,-1 1 0 0 0,1-1 0 0 0,-1 0 1 0 0,0 1-1 0 0,0-1 0 0 0,1 1 0 0 0,-1-1 1 0 0,0 1-1 0 0,0 0 0 0 0,1-1 0 0 0,-1 1 1 0 0,0-1-1 0 0,0 1 0 0 0,0-1 0 0 0,0 2 0 0 0,2 36 21 0 0,-2-35-27 0 0,-1 28-265 0 0,4 70 256 0 0,5-51-3224 0 0,7-2-4916 0 0,-10-37 2526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1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2944 0 0,'2'-5'810'0'0,"-1"-1"0"0"0,1 1 0 0 0,0 0 0 0 0,0 0 0 0 0,0 0 0 0 0,1 1 0 0 0,0-1 0 0 0,0 1 0 0 0,0-1 0 0 0,0 1 0 0 0,6-5 0 0 0,-9 9-754 0 0,1-1 1 0 0,0 1 0 0 0,0 0-1 0 0,0 0 1 0 0,0-1 0 0 0,0 1-1 0 0,0 0 1 0 0,0 0 0 0 0,0 0-1 0 0,0 0 1 0 0,0 0 0 0 0,0 0-1 0 0,-1 1 1 0 0,1-1 0 0 0,0 0-1 0 0,0 0 1 0 0,0 1 0 0 0,0-1-1 0 0,0 0 1 0 0,0 1 0 0 0,-1-1-1 0 0,3 2 1 0 0,15 13 622 0 0,-12-8-438 0 0,0 0 0 0 0,-1 0-1 0 0,0 1 1 0 0,0 0 0 0 0,0 0 0 0 0,-1 0 0 0 0,-1 0-1 0 0,1 1 1 0 0,-1-1 0 0 0,-1 1 0 0 0,1 0 0 0 0,-2 0-1 0 0,2 17 1 0 0,-2-16 2 0 0,0 0-1 0 0,-2 0 0 0 0,1 0 1 0 0,-1-1-1 0 0,0 1 1 0 0,-1 0-1 0 0,0-1 1 0 0,-1 1-1 0 0,0-1 0 0 0,-1 0 1 0 0,1 0-1 0 0,-11 16 1 0 0,13-23-202 0 0,0-1 0 0 0,0 1 0 0 0,0-1 1 0 0,0 1-1 0 0,0-1 0 0 0,-1 0 0 0 0,1 1 1 0 0,0-1-1 0 0,-1 0 0 0 0,1 0 0 0 0,-1 0 1 0 0,0 0-1 0 0,1 0 0 0 0,-1-1 0 0 0,0 1 1 0 0,1 0-1 0 0,-1-1 0 0 0,0 1 0 0 0,0-1 0 0 0,1 0 1 0 0,-1 1-1 0 0,0-1 0 0 0,0 0 0 0 0,-2 0 1 0 0,3-1-33 0 0,-1 1 1 0 0,1-1-1 0 0,-1 1 0 0 0,1-1 1 0 0,0 0-1 0 0,-1 1 1 0 0,1-1-1 0 0,0 0 1 0 0,-1 0-1 0 0,1 0 1 0 0,0 0-1 0 0,0 0 0 0 0,0 0 1 0 0,0 0-1 0 0,0 0 1 0 0,0-1-1 0 0,0 1 1 0 0,0 0-1 0 0,1-1 0 0 0,-1 1 1 0 0,0 0-1 0 0,1-1 1 0 0,-1 1-1 0 0,1-1 1 0 0,0 1-1 0 0,-1-1 1 0 0,1 1-1 0 0,0-3 0 0 0,-1-9-7 0 0,1 1 0 0 0,1-1-1 0 0,0 1 1 0 0,0 0 0 0 0,1 0-1 0 0,1 0 1 0 0,0 0 0 0 0,1 0 0 0 0,0 0-1 0 0,0 1 1 0 0,2 0 0 0 0,-1 0-1 0 0,1 0 1 0 0,1 0 0 0 0,0 1-1 0 0,0 0 1 0 0,13-12 0 0 0,-10 11-19 0 0,0 1 0 0 0,0 0 0 0 0,2 1 0 0 0,-1 0 1 0 0,1 0-1 0 0,0 1 0 0 0,0 1 0 0 0,1 0 0 0 0,0 1 0 0 0,1 0 1 0 0,-1 1-1 0 0,1 1 0 0 0,0 0 0 0 0,23-4 0 0 0,-29 8 10 0 0,0-1-1 0 0,0 1 0 0 0,0 1 1 0 0,0 0-1 0 0,0 0 0 0 0,0 0 0 0 0,-1 1 1 0 0,1 0-1 0 0,0 0 0 0 0,-1 1 1 0 0,13 7-1 0 0,-16-8 17 0 0,-1 0-1 0 0,1 0 1 0 0,-1 1-1 0 0,0-1 1 0 0,0 1 0 0 0,0 0-1 0 0,0 0 1 0 0,0 0 0 0 0,-1 0-1 0 0,0 1 1 0 0,1-1-1 0 0,-1 1 1 0 0,0-1 0 0 0,-1 1-1 0 0,1 0 1 0 0,-1 0 0 0 0,1-1-1 0 0,-1 1 1 0 0,0 0 0 0 0,-1 0-1 0 0,1 0 1 0 0,-1 1-1 0 0,0-1 1 0 0,0 6 0 0 0,-2 7-211 0 0,-1 1 0 0 0,0-1 1 0 0,-12 32-1 0 0,8-29-2787 0 0,-8 42 0 0 0,15-60 2147 0 0,0 1 0 0 0,0 0 0 0 0,0-1-1 0 0,0 1 1 0 0,1-1 0 0 0,-1 1 0 0 0,1-1 0 0 0,0 4 0 0 0,4 2-4765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274 773 1476 0 0,'11'-14'1898'0'0,"-1"0"-1"0"0,0 0 1 0 0,-1-1-1 0 0,0-1 1 0 0,-1 1-1 0 0,-1-2 1 0 0,10-29-1 0 0,-17 45-1857 0 0,0 1 0 0 0,0-1 0 0 0,0 0 0 0 0,0 1 0 0 0,1-1 0 0 0,-1 1 0 0 0,0-1 0 0 0,0 0 0 0 0,0 1 0 0 0,-1-1 0 0 0,1 0-1 0 0,0 1 1 0 0,0-1 0 0 0,0 1 0 0 0,0-1 0 0 0,0 0 0 0 0,-1 1 0 0 0,1-1 0 0 0,0 1 0 0 0,-1-1 0 0 0,1 1 0 0 0,0-1 0 0 0,-1 1 0 0 0,1-1 0 0 0,-1 1 0 0 0,1-1 0 0 0,0 1 0 0 0,-1-1 0 0 0,0 1-1 0 0,-1-1 10 0 0,1 1-1 0 0,-1-1 1 0 0,1 1-1 0 0,-1-1 0 0 0,1 1 1 0 0,-1 0-1 0 0,1 0 0 0 0,-1 0 1 0 0,0 0-1 0 0,1 0 0 0 0,-3 0 1 0 0,-3 2 80 0 0,0-1 0 0 0,0 1 1 0 0,0 0-1 0 0,-7 3 0 0 0,-8 7 46 0 0,0 0 0 0 0,1 1 0 0 0,0 1 0 0 0,1 1 0 0 0,0 1 0 0 0,2 0 1 0 0,0 2-1 0 0,0 0 0 0 0,2 1 0 0 0,1 0 0 0 0,0 2 0 0 0,1 0 0 0 0,-19 39 0 0 0,31-55-157 0 0,0-1 0 0 0,0 1 0 0 0,1 0 0 0 0,-1-1 0 0 0,1 1 0 0 0,0 0 0 0 0,1 0 0 0 0,-1 0 1 0 0,1 0-1 0 0,0 0 0 0 0,0 0 0 0 0,0-1 0 0 0,3 11 0 0 0,-2-13-21 0 0,-1 0 1 0 0,1 1 0 0 0,1-1-1 0 0,-1 0 1 0 0,0 0 0 0 0,1 0-1 0 0,-1 0 1 0 0,1 0 0 0 0,-1 0-1 0 0,1 0 1 0 0,0-1 0 0 0,0 1-1 0 0,-1-1 1 0 0,1 1-1 0 0,1-1 1 0 0,-1 0 0 0 0,0 0-1 0 0,0 1 1 0 0,0-1 0 0 0,1-1-1 0 0,-1 1 1 0 0,0 0 0 0 0,1-1-1 0 0,-1 1 1 0 0,1-1-1 0 0,-1 0 1 0 0,0 0 0 0 0,1 1-1 0 0,3-2 1 0 0,3 0-66 0 0,0 0-1 0 0,0 0 1 0 0,0-1 0 0 0,0-1-1 0 0,-1 1 1 0 0,1-1-1 0 0,-1-1 1 0 0,0 0 0 0 0,0 0-1 0 0,0 0 1 0 0,0-1 0 0 0,-1 0-1 0 0,1-1 1 0 0,-2 0 0 0 0,10-9-1 0 0,4-5-147 0 0,-1-2 0 0 0,-2 0 0 0 0,26-40 0 0 0,-19 20-127 0 0,-2-1-1 0 0,-1-2 0 0 0,24-77 1 0 0,23-146-176 0 0,-22-10 2702 0 0,-47 265-2173 0 0,-3 17 29 0 0,-5 17 214 0 0,-2 21 232 0 0,1 1 0 0 0,3 0 0 0 0,-2 50 0 0 0,6 134 270 0 0,13-43-1034 0 0,-6-147-1270 0 0,2 0 0 0 0,20 69-1 0 0,-23-98 856 0 0,0 0 0 0 0,0 0 0 0 0,1-1 0 0 0,6 11-1 0 0,14 10-4645 0 0,0-6-1561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65 134 460 0 0,'-47'-30'11720'0'0,"30"16"-7510"0"0,20 15-4084 0 0,-1-1 1 0 0,1 1 0 0 0,0-1 0 0 0,0 1 0 0 0,-1 0 0 0 0,1 0 0 0 0,-1 1 0 0 0,1-1-1 0 0,-1 0 1 0 0,1 1 0 0 0,-1-1 0 0 0,0 1 0 0 0,3 3 0 0 0,28 30 971 0 0,-26-28-828 0 0,7 10 80 0 0,-1 0-1 0 0,0 0 0 0 0,-1 1 1 0 0,-1 1-1 0 0,12 27 0 0 0,-19-37-172 0 0,-1 0 0 0 0,0 0 0 0 0,0 0 0 0 0,0 0 0 0 0,-1 1 0 0 0,-1-1 0 0 0,0 1 0 0 0,0 0 0 0 0,-1-1 0 0 0,0 1 0 0 0,0 0-1 0 0,-1-1 1 0 0,0 1 0 0 0,-4 12 0 0 0,3-18 11 0 0,1-1 0 0 0,0 1 0 0 0,-1-1 0 0 0,0 1 0 0 0,0-1 0 0 0,0 0 0 0 0,0 0 0 0 0,-1 0 0 0 0,-2 3 0 0 0,4-5-82 0 0,0 0-1 0 0,-1 0 1 0 0,1 1-1 0 0,-1-1 1 0 0,1 0-1 0 0,-1-1 1 0 0,0 1-1 0 0,1 0 1 0 0,-1 0-1 0 0,0-1 0 0 0,0 1 1 0 0,1-1-1 0 0,-1 1 1 0 0,0-1-1 0 0,0 0 1 0 0,0 0-1 0 0,0 0 1 0 0,1 0-1 0 0,-3 0 1 0 0,3 0-80 0 0,0-1 0 0 0,0 1-1 0 0,0 0 1 0 0,0-1 0 0 0,0 1 0 0 0,0-1 0 0 0,0 0 0 0 0,0 1 0 0 0,1-1-1 0 0,-1 0 1 0 0,0 1 0 0 0,0-1 0 0 0,1 0 0 0 0,-1 0 0 0 0,0 0 0 0 0,1 1-1 0 0,-1-1 1 0 0,1 0 0 0 0,-1 0 0 0 0,1 0 0 0 0,-1 0 0 0 0,1 0 0 0 0,-1-2-1 0 0,-4-23 244 0 0,5 26-262 0 0,-1-10 30 0 0,1 0 1 0 0,0 1-1 0 0,0-1 0 0 0,1 0 1 0 0,0 0-1 0 0,1 1 0 0 0,0-1 1 0 0,1 1-1 0 0,6-18 0 0 0,-2 13-11 0 0,0 1 1 0 0,0 0-1 0 0,1 0 0 0 0,1 1 0 0 0,19-22 0 0 0,-8 14-168 0 0,1 2 1 0 0,0 0-1 0 0,2 1 0 0 0,0 1 0 0 0,0 1 1 0 0,40-18-1 0 0,-23 16-1206 0 0,0 1 0 0 0,2 2 0 0 0,59-12 0 0 0,-23 13-3746 0 0,0 8-3672 0 0,-54 4 1714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2148 0 0,'0'0'2999'0'0,"-8"21"9466"0"0,7-14-9628 0 0,3-5-2680 0 0,0-1 0 0 0,0 0 0 0 0,0 1 0 0 0,0-1 1 0 0,0 0-1 0 0,0-1 0 0 0,0 1 0 0 0,1 0 0 0 0,-1 0 0 0 0,0-1 0 0 0,1 0 0 0 0,-1 1 0 0 0,0-1 0 0 0,0 0 0 0 0,1 0 0 0 0,2 0 0 0 0,51-2 257 0 0,-42 1-198 0 0,130 0-1322 0 0,-99 1-1269 0 0,12 3-6033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4 1736 0 0,'-121'42'12969'0'0,"118"-42"-12656"0"0,1 1 0 0 0,0 0 1 0 0,0 0-1 0 0,-1 0 0 0 0,1 0 1 0 0,0 0-1 0 0,0 1 1 0 0,0-1-1 0 0,0 1 0 0 0,0-1 1 0 0,1 1-1 0 0,-1 0 0 0 0,0-1 1 0 0,1 1-1 0 0,-3 3 0 0 0,4-4-248 0 0,0-1 0 0 0,0 1 0 0 0,0-1 0 0 0,0 1-1 0 0,0-1 1 0 0,0 1 0 0 0,0-1 0 0 0,0 1-1 0 0,1-1 1 0 0,-1 1 0 0 0,0-1 0 0 0,0 1-1 0 0,0-1 1 0 0,1 1 0 0 0,-1-1 0 0 0,0 0-1 0 0,0 1 1 0 0,1-1 0 0 0,-1 1 0 0 0,0-1 0 0 0,1 0-1 0 0,-1 1 1 0 0,0-1 0 0 0,1 0 0 0 0,-1 1-1 0 0,1-1 1 0 0,-1 0 0 0 0,1 0 0 0 0,-1 1-1 0 0,0-1 1 0 0,1 0 0 0 0,-1 0 0 0 0,2 1 0 0 0,15 5 923 0 0,10 0-518 0 0,1-1 0 0 0,0-2 0 0 0,0-1 0 0 0,49-2 0 0 0,-38-4-1744 0 0,0 0 0 0 0,68-19 0 0 0,-91 19-343 0 0,0-2 1 0 0,29-13-1 0 0,1-10-5705 0 0,-25 12 461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69 432 0 0,'-26'-61'17806'0'0,"26"61"-17726"0"0,0-1-1 0 0,0 1 1 0 0,-1-1 0 0 0,1 1-1 0 0,0 0 1 0 0,0-1-1 0 0,0 1 1 0 0,0 0-1 0 0,0-1 1 0 0,-1 1-1 0 0,1 0 1 0 0,0-1-1 0 0,0 1 1 0 0,-1 0 0 0 0,1 0-1 0 0,0-1 1 0 0,0 1-1 0 0,-1 0 1 0 0,1 0-1 0 0,0-1 1 0 0,-1 1-1 0 0,1 0 1 0 0,0 0 0 0 0,-1 0-1 0 0,1 0 1 0 0,0 0-1 0 0,-1-1 1 0 0,1 1-1 0 0,0 0 1 0 0,-1 0-1 0 0,1 0 1 0 0,-1 0-1 0 0,1 0 1 0 0,0 0 0 0 0,-1 0-1 0 0,1 0 1 0 0,0 0-1 0 0,-1 0 1 0 0,1 1-1 0 0,-1-1 1 0 0,1 0-1 0 0,0 0 1 0 0,-1 0 0 0 0,1 0-1 0 0,0 0 1 0 0,-1 1-1 0 0,1-1 1 0 0,0 0-1 0 0,0 0 1 0 0,-1 1-1 0 0,1-1 1 0 0,0 0 0 0 0,-1 0-1 0 0,1 1 1 0 0,0-1-1 0 0,0 0 1 0 0,0 1-1 0 0,-1-1 1 0 0,1 0-1 0 0,0 1 1 0 0,0-1-1 0 0,0 0 1 0 0,0 1 0 0 0,0 0-1 0 0,-11 23 1727 0 0,-84 420 4029 0 0,56-229-4118 0 0,5-6-7650 0 0,34-204 3147 0 0,1-2 2964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92 524 0 0,'13'-18'3996'0'0,"0"0"2515"0"0,16-29 0 0 0,-28 46-5929 0 0,-3-1-437 0 0,0 1-1 0 0,0 1 0 0 0,0-1 0 0 0,-1 0 0 0 0,1 0 1 0 0,0 1-1 0 0,0-1 0 0 0,0 1 0 0 0,-1 0 0 0 0,1 0 1 0 0,0-1-1 0 0,0 1 0 0 0,-1 1 0 0 0,1-1 0 0 0,0 0 1 0 0,0 1-1 0 0,-1-1 0 0 0,1 1 0 0 0,-3 1 0 0 0,-51 17 1088 0 0,47-15-925 0 0,-11 3-53 0 0,1 1 0 0 0,1 0-1 0 0,0 2 1 0 0,0 0 0 0 0,-33 25 0 0 0,50-33-243 0 0,-1-1 0 0 0,0 1 0 0 0,1 0 0 0 0,-1 0 0 0 0,1 0 1 0 0,0 0-1 0 0,-1 0 0 0 0,1 0 0 0 0,0 0 0 0 0,0 0 0 0 0,0 0 0 0 0,1 1 1 0 0,-1-1-1 0 0,0 0 0 0 0,1 1 0 0 0,0-1 0 0 0,-1 0 0 0 0,1 1 1 0 0,0-1-1 0 0,0 0 0 0 0,0 1 0 0 0,1-1 0 0 0,-1 0 0 0 0,1 1 1 0 0,-1-1-1 0 0,1 0 0 0 0,0 1 0 0 0,0-1 0 0 0,-1 0 0 0 0,2 0 0 0 0,-1 0 1 0 0,0 0-1 0 0,2 2 0 0 0,6 9-3 0 0,0-1 1 0 0,0-1-1 0 0,2 0 1 0 0,14 12-1 0 0,-8-6 3 0 0,13 12 629 0 0,-2 2 0 0 0,-1 1 0 0 0,37 57 0 0 0,-60-82-272 0 0,-2-3 13 0 0,1-1-1 0 0,-1 0 0 0 0,0 1 0 0 0,0-1 1 0 0,-1 1-1 0 0,1 0 0 0 0,-1 0 1 0 0,0 0-1 0 0,0 0 0 0 0,0-1 0 0 0,0 1 1 0 0,-1 0-1 0 0,0 8 0 0 0,-3-2-367 0 0,-7 2-13 0 0,-5-4 0 0 0,-5-3 0 0 0,-18 0 0 0 0,29-6 0 0 0,1-1 0 0 0,-5 1-303 0 0,1 0 0 0 0,0-1-1 0 0,0-1 1 0 0,0 0 0 0 0,0-1 0 0 0,0 0 0 0 0,0 0-1 0 0,1-1 1 0 0,0-1 0 0 0,0 0 0 0 0,0 0 0 0 0,1-1-1 0 0,0-1 1 0 0,0 0 0 0 0,-14-15 0 0 0,23 22-233 0 0,1 0 1 0 0,-1 0-1 0 0,1 0 0 0 0,0 0 1 0 0,0 0-1 0 0,-1 0 1 0 0,1 0-1 0 0,0 0 0 0 0,0 0 1 0 0,0-1-1 0 0,0 1 1 0 0,0 0-1 0 0,0 0 0 0 0,1 0 1 0 0,-1 0-1 0 0,0 0 0 0 0,0 0 1 0 0,1 0-1 0 0,-1 0 1 0 0,0 0-1 0 0,1 0 0 0 0,-1 1 1 0 0,1-1-1 0 0,0 0 1 0 0,-1 0-1 0 0,1 0 0 0 0,0 0 1 0 0,1-1-1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5404 0 0,'21'1'12835'0'0,"38"0"0"0"0,-38-3-10378 0 0,4 0-3444 0 0,-22 2-221 0 0,5-4-4753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4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65 2488 0 0,'13'-42'10557'0'0,"-13"40"-9299"0"0,3-18 5510 0 0,-7 39-5809 0 0,1-1 0 0 0,-1 29 0 0 0,-2 8-346 0 0,-46 203-1639 0 0,52-257 863 0 0,-12 40-2495 0 0,6-27-1054 0 0,0 0-3970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1560 0 0,'8'-86'18418'0'0,"-7"84"-17749"0"0,0-5 2480 0 0,18 57-2659 0 0,2 0 1 0 0,3-2 0 0 0,2 0 0 0 0,2-2 0 0 0,1-1 0 0 0,3-1 0 0 0,45 48 0 0 0,-44-55 1551 0 0,-32-35-1737 0 0,0-3-273 0 0,0 1 0 0 0,-1 0 0 0 0,1-1 0 0 0,0 1 0 0 0,-1 0 0 0 0,1-1 0 0 0,0 1 0 0 0,-1-1 0 0 0,1 1 0 0 0,-1-1 0 0 0,1 0 0 0 0,-1 1-1 0 0,1-1 1 0 0,-1 1 0 0 0,1-1 0 0 0,-1 0 0 0 0,1 1 0 0 0,-1-1 0 0 0,0 0 0 0 0,0 0 0 0 0,1 1 0 0 0,-1-1 0 0 0,0-1 0 0 0,6-22 260 0 0,-5 20-238 0 0,24-178 392 0 0,-13 80-449 0 0,-5 30-491 0 0,-1 2-3247 0 0,3 26-5402 0 0,-7 38 4974 0 0,1 3 2049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68 2504 0 0,'-20'-66'13047'0'0,"19"64"-12007"0"0,17 18 1465 0 0,-1 4-2148 0 0,-1 0 1 0 0,0 1-1 0 0,-2 1 1 0 0,-1 0 0 0 0,0 1-1 0 0,-1 0 1 0 0,-2 0-1 0 0,-1 1 1 0 0,0 0-1 0 0,-2 0 1 0 0,0 1 0 0 0,-2 0-1 0 0,0 41 1 0 0,-4-27-284 0 0,-2 1 1 0 0,-1-1 0 0 0,-2-1-1 0 0,-2 1 1 0 0,-2-1 0 0 0,-1 0-1 0 0,-31 70 1 0 0,-8-7-1377 0 0,-97 146-1 0 0,-7-30-8923 0 0,93-138 762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4780 0 0,'17'-15'3889'0'0,"-3"3"-905"0"0,-1-2-332 0 0,-1 2-355 0 0,-3 1-161 0 0,-1 0-500 0 0,1-1-180 0 0,-1 2-416 0 0,-1-2-88 0 0,0 2-336 0 0,-1 2-252 0 0,1-2-748 0 0,-2 3-616 0 0,2 0-688 0 0,0 2-532 0 0,8-4-6149 0 0,-5 3-368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333 116 172 0 0,'3'-94'12616'0'0,"-3"73"-9999"0"0,-10 27-1891 0 0,7-2-588 0 0,1 0-1 0 0,-1 0 0 0 0,1 1 0 0 0,0 0 0 0 0,1-1 0 0 0,-1 1 1 0 0,1 0-1 0 0,-1 5 0 0 0,-2 8 128 0 0,-139 361 2446 0 0,5-12-2450 0 0,116-309-4108 0 0,21-56 2562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0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0 144 1716 0 0,'10'-35'6026'0'0,"27"-63"-1"0"0,-37 97-5936 0 0,1 1-1 0 0,-1-1 0 0 0,0 1 0 0 0,0-1 1 0 0,1 0-1 0 0,-1 1 0 0 0,1-1 1 0 0,-1 1-1 0 0,0-1 0 0 0,1 1 0 0 0,-1 0 1 0 0,1-1-1 0 0,-1 1 0 0 0,1-1 1 0 0,-1 1-1 0 0,1 0 0 0 0,-1-1 1 0 0,1 1-1 0 0,-1 0 0 0 0,1 0 0 0 0,0-1 1 0 0,-1 1-1 0 0,1 0 0 0 0,-1 0 1 0 0,1 0-1 0 0,0 0 0 0 0,-1 0 0 0 0,1 0 1 0 0,0 0-1 0 0,1 0 21 0 0,0 1 0 0 0,-1-1 0 0 0,1 1 0 0 0,-1 0 0 0 0,1 0 0 0 0,-1-1 0 0 0,0 1 0 0 0,1 0 0 0 0,-1 0 0 0 0,0 0 0 0 0,2 2 0 0 0,25 34 1219 0 0,-28-36-1298 0 0,111 211 2300 0 0,-57-102-1955 0 0,-9-16-225 0 0,20 36-183 0 0,-49-102-2386 0 0,20 25 0 0 0,-29-45 1338 0 0,9 7-7457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0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202 141 1132 0 0,'4'-14'1665'0'0,"2"-8"1732"0"0,-1 1 0 0 0,0-2 0 0 0,2-38 0 0 0,-16 88-927 0 0,-52 180 791 0 0,33-122-2836 0 0,-20 50-16 0 0,-5 18-703 0 0,28-50-3344 0 0,21-55-487 0 0,10-17-3079 0 0,-1-21 1919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74 266 616 0 0,'5'-17'3477'0'0,"0"0"0"0"0,2-23 0 0 0,3-10 4311 0 0,-21 61-7068 0 0,5-2-574 0 0,1 1 0 0 0,1 0 0 0 0,0 0 0 0 0,0 0 0 0 0,0 0 0 0 0,2 0 0 0 0,-1 1-1 0 0,-1 15 1 0 0,2-12-72 0 0,0-5-30 0 0,1 1 0 0 0,0 0-1 0 0,0-1 1 0 0,1 1 0 0 0,0 0 0 0 0,1 0 0 0 0,0-1-1 0 0,3 12 1 0 0,-3-17-28 0 0,0 0-1 0 0,1 0 0 0 0,-1 0 1 0 0,1 0-1 0 0,0 0 0 0 0,0-1 1 0 0,0 1-1 0 0,0 0 0 0 0,1-1 1 0 0,0 0-1 0 0,-1 0 0 0 0,1 0 1 0 0,0 0-1 0 0,0 0 1 0 0,1 0-1 0 0,-1-1 0 0 0,1 1 1 0 0,-1-1-1 0 0,1 0 0 0 0,0 0 1 0 0,4 1-1 0 0,-2-1-3 0 0,0 0-1 0 0,1 0 1 0 0,0-1-1 0 0,-1 0 1 0 0,1 0-1 0 0,-1 0 1 0 0,1-1 0 0 0,0 0-1 0 0,0-1 1 0 0,-1 1-1 0 0,1-1 1 0 0,-1 0 0 0 0,1-1-1 0 0,-1 0 1 0 0,1 0-1 0 0,-1 0 1 0 0,0-1-1 0 0,0 1 1 0 0,0-2 0 0 0,7-3-1 0 0,-7 2-7 0 0,1-1 0 0 0,-1 1 0 0 0,0-1 0 0 0,0-1-1 0 0,0 1 1 0 0,-1-1 0 0 0,0 0 0 0 0,0 0 0 0 0,-1 0 0 0 0,0-1-1 0 0,0 0 1 0 0,-1 1 0 0 0,0-1 0 0 0,-1-1 0 0 0,3-10 0 0 0,-2 4-7 0 0,-1 0 0 0 0,-1 0 0 0 0,-1 1 0 0 0,0-1 1 0 0,0 0-1 0 0,-2 0 0 0 0,-5-27 0 0 0,4 31 0 0 0,0 1-1 0 0,0 0 1 0 0,-1 0 0 0 0,0 0-1 0 0,-1 0 1 0 0,0 1 0 0 0,0-1-1 0 0,-1 2 1 0 0,-1-1 0 0 0,1 0-1 0 0,-14-12 1 0 0,17 18 2 0 0,-1 0 0 0 0,0 0 0 0 0,0 1 0 0 0,0-1 0 0 0,-1 1 1 0 0,1 0-1 0 0,-1 0 0 0 0,1 0 0 0 0,-1 1 0 0 0,1-1 0 0 0,-1 1 0 0 0,0 0 0 0 0,0 1 0 0 0,0-1 0 0 0,1 1 0 0 0,-7 0 1 0 0,4 1-39 0 0,-1 0-1 0 0,1 0 1 0 0,-1 1 0 0 0,1 0 0 0 0,0 0 0 0 0,-1 1 0 0 0,1 0 0 0 0,1 0 0 0 0,-13 8 0 0 0,10-5-310 0 0,1 0 0 0 0,1 0 0 0 0,-1 0 0 0 0,1 1 1 0 0,0 0-1 0 0,1 1 0 0 0,-9 11 0 0 0,11-13-252 0 0,1-1 0 0 0,0 1-1 0 0,0 0 1 0 0,0 0 0 0 0,1 0 0 0 0,0 0 0 0 0,0 1-1 0 0,0-1 1 0 0,1 0 0 0 0,0 1 0 0 0,0 7-1 0 0,1 0-3123 0 0,3 0-1650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2240 0 0,'2'-3'605'0'0,"2"-5"1985"0"0,1 0 0 0 0,0 0-1 0 0,10-11 1 0 0,-14 18-1677 0 0,0 1-766 0 0,0 0 0 0 0,0 0 1 0 0,0 0-1 0 0,-1 0 1 0 0,1 1-1 0 0,0-1 1 0 0,0 0-1 0 0,0 1 0 0 0,-1-1 1 0 0,1 0-1 0 0,0 1 1 0 0,0-1-1 0 0,-1 1 1 0 0,1-1-1 0 0,0 2 1 0 0,4 8 225 0 0,-1 1 1 0 0,0-1-1 0 0,-1 1 1 0 0,0 0-1 0 0,-1 1 1 0 0,0-1-1 0 0,0 0 1 0 0,-1 16-1 0 0,-6 95 469 0 0,2-82-194 0 0,-14 60 0 0 0,17-97-477 0 0,0-3-161 0 0,0 0 0 0 0,0 0 0 0 0,0 0 0 0 0,0 1 0 0 0,0-1 0 0 0,-1 0 0 0 0,1 0 0 0 0,0 0 0 0 0,0 1 0 0 0,0-1 0 0 0,0 0 0 0 0,0 0 0 0 0,0 0 0 0 0,0 0 0 0 0,-1 1-1 0 0,1-1 1 0 0,0 0 0 0 0,0 0 0 0 0,0 0 0 0 0,0 0 0 0 0,0 0 0 0 0,-1 0 0 0 0,1 1 0 0 0,0-1 0 0 0,0 0 0 0 0,0 0 0 0 0,-1 0 0 0 0,1 0 0 0 0,0 0 0 0 0,0 0 0 0 0,0 0 0 0 0,-1 0 0 0 0,1 0 0 0 0,0 0 0 0 0,0 0 0 0 0,0 0 0 0 0,-1 0 0 0 0,0-7 12 0 0,0 0-1 0 0,1 0 1 0 0,0 0 0 0 0,0 0 0 0 0,0 0-1 0 0,1 0 1 0 0,0 0 0 0 0,2-7 0 0 0,18-59-20 0 0,-15 55 11 0 0,-1 4-24 0 0,0-1 1 0 0,1 1-1 0 0,1 0 1 0 0,1 1-1 0 0,-1 0 0 0 0,2 0 1 0 0,0 0-1 0 0,18-19 0 0 0,-23 28 6 0 0,0 1-1 0 0,0-1 1 0 0,0 1-1 0 0,0-1 1 0 0,1 1 0 0 0,-1 0-1 0 0,1 1 1 0 0,-1-1-1 0 0,1 1 1 0 0,0 0-1 0 0,0 0 1 0 0,0 1-1 0 0,1-1 1 0 0,-1 1-1 0 0,0 0 1 0 0,0 1 0 0 0,1-1-1 0 0,-1 1 1 0 0,0 0-1 0 0,1 0 1 0 0,-1 1-1 0 0,0-1 1 0 0,1 1-1 0 0,-1 0 1 0 0,0 1-1 0 0,0-1 1 0 0,0 1 0 0 0,7 4-1 0 0,-5-3 5 0 0,0 1 0 0 0,0 1 0 0 0,0-1 0 0 0,0 1 0 0 0,-1 0 0 0 0,1 1 0 0 0,-1 0 0 0 0,-1 0 0 0 0,1 0 0 0 0,-1 0 0 0 0,0 1 0 0 0,0 0 0 0 0,-1 0 0 0 0,0 0 0 0 0,4 12-1 0 0,-6-12-20 0 0,0 0-1 0 0,0 0 1 0 0,-1 1-1 0 0,0-1 0 0 0,0 0 1 0 0,0 1-1 0 0,-1-1 1 0 0,-1 1-1 0 0,1-1 0 0 0,-1 0 1 0 0,0 1-1 0 0,-1-1 1 0 0,0 0-1 0 0,0 0 0 0 0,0 0 1 0 0,-1 0-1 0 0,-6 10 1 0 0,-1 2-1329 0 0,-4 6-1958 0 0,5-6-5545 0 0,5-9 2713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36 0 0,'4'-16'9017'0'0,"-4"13"-8168"0"0,1 1-1 0 0,-1-1 1 0 0,1 0 0 0 0,0 1-1 0 0,0-1 1 0 0,0 1 0 0 0,0-1 0 0 0,3-3-1 0 0,-2 4-454 0 0,-1 0-1 0 0,1-1 0 0 0,0 1 1 0 0,0 0-1 0 0,0 1 0 0 0,0-1 1 0 0,4-2-1 0 0,1 0-96 0 0,1 0 0 0 0,0 1-1 0 0,0 0 1 0 0,0 1 0 0 0,9-3 0 0 0,168-30 294 0 0,-143 29-3069 0 0,-12 0-7890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235 118 2236 0 0,'17'-26'4904'0'0,"-11"18"-3294"0"0,-1-1 0 0 0,0 1 0 0 0,0-1-1 0 0,4-10 1 0 0,-9 18-1552 0 0,1 0-1 0 0,-1 0 0 0 0,1 0 0 0 0,-1 0 1 0 0,0 0-1 0 0,0 0 0 0 0,1 0 1 0 0,-1-1-1 0 0,0 1 0 0 0,0 0 0 0 0,0 0 1 0 0,0 0-1 0 0,0 0 0 0 0,0 0 1 0 0,0 0-1 0 0,0 0 0 0 0,-1 0 0 0 0,1 0 1 0 0,0 0-1 0 0,-1-1 0 0 0,1 1 0 0 0,-1 0 1 0 0,1 1-1 0 0,-1-1 0 0 0,1 0 1 0 0,-1 0-1 0 0,0 0 0 0 0,1 0 0 0 0,-1 0 1 0 0,0 0-1 0 0,0 1 0 0 0,0-1 0 0 0,0 0 1 0 0,0 1-1 0 0,1-1 0 0 0,-1 1 1 0 0,0-1-1 0 0,0 1 0 0 0,0-1 0 0 0,0 1 1 0 0,-1 0-1 0 0,1-1 0 0 0,0 1 0 0 0,0 0 1 0 0,0 0-1 0 0,0 0 0 0 0,0 0 1 0 0,0 0-1 0 0,-1 0 0 0 0,-5 0-11 0 0,1 0-1 0 0,-1 0 1 0 0,1 1 0 0 0,0 0-1 0 0,0 0 1 0 0,-12 5-1 0 0,-2 1 9 0 0,1 2 0 0 0,1 0 0 0 0,-27 18 0 0 0,38-23-43 0 0,1 0 1 0 0,1 1-1 0 0,-1 0 1 0 0,1 0-1 0 0,-1 0 1 0 0,2 0 0 0 0,-1 1-1 0 0,0 0 1 0 0,1 0-1 0 0,0 0 1 0 0,1 0 0 0 0,-1 1-1 0 0,-2 9 1 0 0,5-14-10 0 0,1-1 1 0 0,0 1 0 0 0,0 0 0 0 0,0-1-1 0 0,0 1 1 0 0,0 0 0 0 0,0 0 0 0 0,0-1 0 0 0,1 1-1 0 0,-1 0 1 0 0,0-1 0 0 0,1 1 0 0 0,0-1-1 0 0,-1 1 1 0 0,1 0 0 0 0,0-1 0 0 0,0 1-1 0 0,0-1 1 0 0,0 0 0 0 0,0 1 0 0 0,0-1-1 0 0,0 0 1 0 0,0 1 0 0 0,0-1 0 0 0,3 2-1 0 0,3 2 18 0 0,0-1-1 0 0,0 1 0 0 0,15 6 0 0 0,-15-8-15 0 0,63 26-19 0 0,-54-24 13 0 0,-1 1-1 0 0,0 0 0 0 0,0 1 0 0 0,-1 0 0 0 0,0 1 1 0 0,0 1-1 0 0,21 17 0 0 0,-33-24 91 0 0,-1-1-1 0 0,1 1 1 0 0,-1-1-1 0 0,1 1 1 0 0,-1 0-1 0 0,0 0 1 0 0,1-1 0 0 0,-1 1-1 0 0,0 0 1 0 0,0 0-1 0 0,0 0 1 0 0,0 0-1 0 0,-1 1 1 0 0,1-1 0 0 0,-1 0-1 0 0,1 0 1 0 0,-1 0-1 0 0,0 1 1 0 0,0-1-1 0 0,0 3 1 0 0,0-2-3 0 0,-1-1 1 0 0,0 0-1 0 0,0 1 0 0 0,0-1 0 0 0,0 0 1 0 0,0 0-1 0 0,-1 0 0 0 0,1 0 0 0 0,-1 0 1 0 0,1 0-1 0 0,-1 0 0 0 0,0 0 1 0 0,0-1-1 0 0,1 1 0 0 0,-5 1 0 0 0,-4 4 139 0 0,0-2-1 0 0,-1 1 0 0 0,0-2 1 0 0,0 1-1 0 0,0-1 0 0 0,-14 3 0 0 0,11-4-181 0 0,0-1-1 0 0,0 0 0 0 0,0-1 0 0 0,0 0 1 0 0,0-1-1 0 0,0-1 0 0 0,0 0 0 0 0,0-1 1 0 0,0 0-1 0 0,0-1 0 0 0,1-1 0 0 0,-14-5 1 0 0,26 9-139 0 0,1 0 0 0 0,-1 0 0 0 0,0-1 0 0 0,1 1 1 0 0,-1 0-1 0 0,0 0 0 0 0,1-1 0 0 0,-1 1 0 0 0,1 0 1 0 0,-1-1-1 0 0,1 1 0 0 0,-1-1 0 0 0,0 1 1 0 0,1 0-1 0 0,-1-1 0 0 0,1 1 0 0 0,0-1 0 0 0,-1 0 1 0 0,1 1-1 0 0,-1-1 0 0 0,1 1 0 0 0,0-1 1 0 0,0 0-1 0 0,-1 1 0 0 0,1-1 0 0 0,0 1 0 0 0,0-1 1 0 0,0 0-1 0 0,-1 1 0 0 0,1-1 0 0 0,0 0 0 0 0,0 0 1 0 0,0 1-1 0 0,0-1 0 0 0,0 0 0 0 0,1 1 1 0 0,-1-1-1 0 0,0 0 0 0 0,0 1 0 0 0,0-1 0 0 0,0 0 1 0 0,1 1-1 0 0,-1-1 0 0 0,0 1 0 0 0,1-1 0 0 0,-1 0 1 0 0,0 1-1 0 0,1-1 0 0 0,-1 1 0 0 0,2-2 1 0 0,0 0-501 0 0,1-1 0 0 0,-1 0 0 0 0,1 1 0 0 0,0 0 0 0 0,0-1 0 0 0,0 1 1 0 0,4-1-1 0 0,25-10-5979 0 0,-14 5 1099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52 2680 0 0,'36'-46'13742'0'0,"-34"44"-12838"0"0,-2 2-769 0 0,0-1-1 0 0,0 1 1 0 0,1 0-1 0 0,-1 0 1 0 0,0-1-1 0 0,1 1 1 0 0,-1 0-1 0 0,0 0 1 0 0,1 0-1 0 0,-1-1 1 0 0,0 1-1 0 0,1 0 1 0 0,-1 0-1 0 0,1 0 1 0 0,-1 0-1 0 0,0 0 1 0 0,1 0-1 0 0,-1 0 1 0 0,1 0-1 0 0,-1 0 1 0 0,1 0-1 0 0,-3 22 1026 0 0,0 0 0 0 0,-2 0 0 0 0,-11 39 0 0 0,-4 22-703 0 0,-4 25-710 0 0,17-72-3560 0 0,6-34 2442 0 0,0 7-1613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2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27 131 1384 0 0,'0'-20'2468'0'0,"0"0"-367"0"0,-3 6-461 0 0,3-1-216 0 0,-2 0-252 0 0,1 3-232 0 0,-1 2-224 0 0,2-2 288 0 0,-5 0-244 0 0,-2 24-2720 0 0,5 1 508 0 0,1-1-1772 0 0,-3 5-1345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57 36 0 0,'0'0'3203'0'0,"0"12"4012"0"0,1 5-4863 0 0,1 0 1 0 0,6 23-1 0 0,3 30-1378 0 0,-10-49-573 0 0,-1-1-1 0 0,0 1 1 0 0,-6 34-1 0 0,5-52-279 0 0,0-1 0 0 0,0 0 0 0 0,0 0 0 0 0,0 1-1 0 0,-1-1 1 0 0,1 0 0 0 0,-1 0 0 0 0,1 0 0 0 0,-1-1-1 0 0,0 1 1 0 0,0 0 0 0 0,-2 1 0 0 0,3-2 44 0 0,-3-2 21 0 0,4 1-178 0 0,-1 0-1 0 0,1 0 0 0 0,-1 0 1 0 0,1-1-1 0 0,-1 1 1 0 0,1 0-1 0 0,-1 0 1 0 0,1 0-1 0 0,0 0 1 0 0,-1 0-1 0 0,1 0 0 0 0,-1-1 1 0 0,1 1-1 0 0,0 0 1 0 0,-1 0-1 0 0,1-1 1 0 0,-1 1-1 0 0,1 0 0 0 0,0 0 1 0 0,-1-1-1 0 0,1 1 1 0 0,-2-5 9 0 0,0 0 1 0 0,1 1-1 0 0,0-1 1 0 0,0 0-1 0 0,0 0 0 0 0,1 1 1 0 0,-1-1-1 0 0,1 0 1 0 0,0 0-1 0 0,0 0 1 0 0,1 0-1 0 0,0 0 1 0 0,1-6-1 0 0,3-7-2 0 0,0 0 1 0 0,8-21-1 0 0,-7 26-22 0 0,1 0 1 0 0,0 0 0 0 0,0 1-1 0 0,1 0 1 0 0,0 0 0 0 0,1 1 0 0 0,1 0-1 0 0,0 0 1 0 0,0 1 0 0 0,1 1-1 0 0,0-1 1 0 0,1 2 0 0 0,0 0-1 0 0,23-12 1 0 0,-23 15-5 0 0,-1 0 1 0 0,1 0-1 0 0,1 1 0 0 0,-1 1 0 0 0,1 0 0 0 0,-1 0 1 0 0,1 2-1 0 0,0-1 0 0 0,0 2 0 0 0,0 0 0 0 0,-1 0 1 0 0,1 1-1 0 0,0 1 0 0 0,0 0 0 0 0,-1 0 0 0 0,23 9 1 0 0,-30-9 8 0 0,0 0 0 0 0,0 1 0 0 0,0-1 0 0 0,0 1 0 0 0,-1 0 0 0 0,1 1 0 0 0,-1-1 1 0 0,0 1-1 0 0,0 0 0 0 0,0 0 0 0 0,6 8 0 0 0,-8-9 7 0 0,0 0 0 0 0,0 1 0 0 0,-1-1 0 0 0,1 0-1 0 0,-1 1 1 0 0,1 0 0 0 0,-1-1 0 0 0,0 1 0 0 0,-1 0 0 0 0,1 0 0 0 0,-1-1 0 0 0,1 1 0 0 0,-1 0-1 0 0,0 0 1 0 0,-1 0 0 0 0,1 0 0 0 0,-2 6 0 0 0,-4 10-246 0 0,-13 31 0 0 0,12-37-1308 0 0,1 1 0 0 0,1-1-1 0 0,1 1 1 0 0,-4 20 0 0 0,10-10-4661 0 0,2-14 802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687 208 992 0 0,'1'-2'456'0'0,"56"-89"9124"0"0,-49 77-8091 0 0,-2 0-1 0 0,1 0 1 0 0,-2-1 0 0 0,7-27 0 0 0,-11 41-1466 0 0,-1 1 1 0 0,0-1-1 0 0,0 1 1 0 0,0-1-1 0 0,0 1 1 0 0,0-1-1 0 0,0 1 1 0 0,0-1 0 0 0,0 1-1 0 0,0-1 1 0 0,0 1-1 0 0,0-1 1 0 0,0 1-1 0 0,0 0 1 0 0,0-1-1 0 0,0 1 1 0 0,-1-1-1 0 0,1 1 1 0 0,0-1-1 0 0,0 1 1 0 0,-1-1 0 0 0,1 1-1 0 0,0 0 1 0 0,0-1-1 0 0,-1 1 1 0 0,1-1-1 0 0,0 1 1 0 0,-1 0-1 0 0,1-1 1 0 0,-1 1-1 0 0,1 0 1 0 0,0 0-1 0 0,-1-1 1 0 0,1 1 0 0 0,-1 0-1 0 0,1 0 1 0 0,-1 0-1 0 0,1-1 1 0 0,-1 1-1 0 0,1 0 1 0 0,-1 0-1 0 0,1 0 1 0 0,-1 0-1 0 0,1 0 1 0 0,-1 0-1 0 0,1 0 1 0 0,-1 0 0 0 0,1 0-1 0 0,-1 0 1 0 0,1 0-1 0 0,-1 1 1 0 0,1-1-1 0 0,0 0 1 0 0,-2 1-1 0 0,-24 9 229 0 0,4 3-202 0 0,2 1 0 0 0,0 2-1 0 0,0 0 1 0 0,2 1-1 0 0,0 1 1 0 0,1 0 0 0 0,1 2-1 0 0,0 0 1 0 0,2 0-1 0 0,-13 25 1 0 0,22-37-30 0 0,1 0-1 0 0,1 1 1 0 0,0-1 0 0 0,0 1-1 0 0,0 0 1 0 0,-1 10-1 0 0,4-16-12 0 0,-1-1-1 0 0,1 0 1 0 0,0 0-1 0 0,0 0 1 0 0,0 0-1 0 0,0 0 1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0,3 2 1 0 0,-2-2-3 0 0,0 1 0 0 0,0 0 0 0 0,1-1 0 0 0,-1 0 0 0 0,0 0 0 0 0,0 0 0 0 0,1 0 0 0 0,-1 0 0 0 0,0-1 0 0 0,0 1 0 0 0,1-1 1 0 0,-1 0-1 0 0,0 0 0 0 0,4-2 0 0 0,-1 0 1 0 0,0-1 1 0 0,-1 1 0 0 0,1-1-1 0 0,-1 0 1 0 0,0 0-1 0 0,8-9 1 0 0,1-4-11 0 0,-1-1 0 0 0,0 0 0 0 0,13-27 0 0 0,12-25-175 0 0,-37 68 160 0 0,0 3-3 0 0,0 0 20 0 0,-1 0 0 0 0,1 0 0 0 0,-1 0 0 0 0,1 0 0 0 0,-1 0 0 0 0,1 0 0 0 0,-1 1 0 0 0,0-1 0 0 0,1 0 0 0 0,-1 0 0 0 0,0 0 0 0 0,0 0 0 0 0,0 0 0 0 0,0 1 0 0 0,0-1 0 0 0,0 2 0 0 0,-6 23-23 0 0,3-14 16 0 0,-19 104 476 0 0,-6-1 0 0 0,-5-2 0 0 0,-87 203 0 0 0,107-288-17 0 0,-1-1 1 0 0,-1 0 0 0 0,-1-1 0 0 0,-1 0-1 0 0,-32 34 1 0 0,43-53-277 0 0,0-1 1 0 0,-1 0-1 0 0,0 0 0 0 0,0-1 0 0 0,0 0 0 0 0,0 0 0 0 0,-1-1 0 0 0,0 0 1 0 0,0 0-1 0 0,0 0 0 0 0,-1-1 0 0 0,1-1 0 0 0,-1 1 0 0 0,1-2 0 0 0,-1 1 1 0 0,0-1-1 0 0,0 0 0 0 0,0-1 0 0 0,1 0 0 0 0,-1 0 0 0 0,0-1 0 0 0,0 0 1 0 0,-13-4-1 0 0,8 1-70 0 0,1 0-1 0 0,-1-2 1 0 0,1 1 0 0 0,0-2 0 0 0,0 0 0 0 0,0 0 0 0 0,1-1 0 0 0,1-1-1 0 0,-1 0 1 0 0,1 0 0 0 0,-17-20 0 0 0,24 24-95 0 0,-1-1 0 0 0,1 1 1 0 0,0-1-1 0 0,0 0 0 0 0,1 0 1 0 0,0 0-1 0 0,0-1 0 0 0,0 1 0 0 0,1-1 1 0 0,0 1-1 0 0,0-1 0 0 0,1 0 0 0 0,0 0 1 0 0,0 0-1 0 0,0 0 0 0 0,1 0 0 0 0,0 0 1 0 0,1 0-1 0 0,-1 0 0 0 0,1 0 1 0 0,1 0-1 0 0,-1 1 0 0 0,1-1 0 0 0,0 0 1 0 0,1 1-1 0 0,4-9 0 0 0,4-4-102 0 0,1 1 0 0 0,0-1-1 0 0,2 2 1 0 0,0 0 0 0 0,1 1-1 0 0,1 0 1 0 0,26-20 0 0 0,3 3-1741 0 0,88-50 1 0 0,36 1-4177 0 0,-54 33-4212 0 0,-77 34 2410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75 48 0 0,'5'-12'2749'0'0,"-2"6"-844"0"0,0 0 1 0 0,0-1-1 0 0,-1 0 0 0 0,0 1 0 0 0,0-1 1 0 0,-1 0-1 0 0,2-10 0 0 0,-22 35-440 0 0,5 2-862 0 0,0 0 1 0 0,2 2 0 0 0,-15 33-1 0 0,22-44-545 0 0,1 0 0 0 0,1 1-1 0 0,0-1 1 0 0,0 1 0 0 0,1 0-1 0 0,0 0 1 0 0,1-1 0 0 0,1 1 0 0 0,1 17-1 0 0,-1-26-51 0 0,0 1 0 0 0,1-1 0 0 0,0 1 0 0 0,0-1 0 0 0,0 1-1 0 0,0-1 1 0 0,0 0 0 0 0,1 1 0 0 0,-1-1 0 0 0,1 0 0 0 0,0 0-1 0 0,0 0 1 0 0,0 0 0 0 0,0-1 0 0 0,1 1 0 0 0,-1 0 0 0 0,5 3-1 0 0,-3-4-103 0 0,0 0-1 0 0,0 0 0 0 0,0 0 1 0 0,0 0-1 0 0,0-1 0 0 0,1 1 1 0 0,-1-1-1 0 0,0 0 0 0 0,1-1 1 0 0,-1 1-1 0 0,1-1 0 0 0,6 0 1 0 0,0-1-164 0 0,1 0 1 0 0,-1-1 0 0 0,1 0 0 0 0,-1-1-1 0 0,0 0 1 0 0,0-1 0 0 0,0 0 0 0 0,0-1-1 0 0,17-11 1 0 0,4-7-14 0 0,-2-2-1 0 0,0-1 1 0 0,36-42 0 0 0,-16 15 794 0 0,-49 53-508 0 0,-1-1 0 0 0,0 1 0 0 0,0 0 0 0 0,0-1 1 0 0,1 1-1 0 0,-1 0 0 0 0,0-1 0 0 0,1 1 0 0 0,-1 0 0 0 0,0 0 0 0 0,1-1 0 0 0,-1 1 0 0 0,0 0 0 0 0,1 0 1 0 0,-1-1-1 0 0,1 1 0 0 0,-1 0 0 0 0,0 0 0 0 0,1 0 0 0 0,-1 0 0 0 0,1 0 0 0 0,-1 0 0 0 0,0 0 1 0 0,1-1-1 0 0,-1 1 0 0 0,1 0 0 0 0,-1 1 0 0 0,1-1 0 0 0,-1 0 0 0 0,0 0 0 0 0,2 0 0 0 0,0 13 665 0 0,-7 22 447 0 0,5-34-1113 0 0,-7 31 518 0 0,-9 48 24 0 0,15-72-493 0 0,0 1 0 0 0,0 0 0 0 0,1 0 0 0 0,1 0 0 0 0,0-1 0 0 0,3 17 0 0 0,-4-23-159 0 0,1 0 0 0 0,-1 0 0 0 0,1 0-1 0 0,0 0 1 0 0,0 0 0 0 0,0 0 0 0 0,0 0 0 0 0,0-1 0 0 0,0 1 0 0 0,0 0 0 0 0,0-1-1 0 0,1 1 1 0 0,-1-1 0 0 0,1 1 0 0 0,-1-1 0 0 0,1 0 0 0 0,-1 1 0 0 0,1-1 0 0 0,0 0-1 0 0,0 0 1 0 0,0 0 0 0 0,-1-1 0 0 0,1 1 0 0 0,0 0 0 0 0,0-1 0 0 0,0 1 0 0 0,0-1-1 0 0,0 1 1 0 0,0-1 0 0 0,0 0 0 0 0,1 0 0 0 0,-1 0 0 0 0,0 0 0 0 0,0-1 0 0 0,0 1-1 0 0,0 0 1 0 0,0-1 0 0 0,2 0 0 0 0,3-1-621 0 0,1-1 0 0 0,-1 0-1 0 0,0 0 1 0 0,0-1 0 0 0,0 1 0 0 0,-1-1 0 0 0,1-1-1 0 0,-1 1 1 0 0,6-7 0 0 0,9-11-2723 0 0,2-3-1371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161 308 392 0 0,'16'-43'2694'0'0,"-1"0"1"0"0,-2-1-1 0 0,-3 0 0 0 0,6-48 0 0 0,-14 81-2216 0 0,-2 10-374 0 0,1-1 1 0 0,-1 1-1 0 0,0-1 0 0 0,1 1 0 0 0,-1-1 1 0 0,0 1-1 0 0,0-1 0 0 0,0 0 0 0 0,0 1 0 0 0,0-1 1 0 0,-1 1-1 0 0,1-1 0 0 0,0 1 0 0 0,-1-1 1 0 0,1 1-1 0 0,-1-1 0 0 0,0 1 0 0 0,0-2 0 0 0,-1 3-4 0 0,1 1 0 0 0,-1-1-1 0 0,1 1 1 0 0,0-1-1 0 0,-1 1 1 0 0,1 0-1 0 0,0 0 1 0 0,0 0-1 0 0,-1 0 1 0 0,1 0-1 0 0,0 0 1 0 0,0 0-1 0 0,0 0 1 0 0,-1 2-1 0 0,-8 13 412 0 0,0 0 0 0 0,1 1 0 0 0,1 0 1 0 0,0 1-1 0 0,1 0 0 0 0,-7 32 0 0 0,6-23-196 0 0,-60 247 938 0 0,21-72-1152 0 0,41-179-1102 0 0,1 0 1 0 0,-3 42-1 0 0,7-57 298 0 0,1-1 1 0 0,0 1 0 0 0,0-1 0 0 0,1 0 0 0 0,0 1 0 0 0,0-1 0 0 0,1 0 0 0 0,0 0-1 0 0,0 1 1 0 0,1-1 0 0 0,0-1 0 0 0,6 13 0 0 0,2-6-2877 0 0,2-1-1369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269 212 2264 0 0,'12'-13'1387'0'0,"1"1"0"0"0,-2-1 0 0 0,0-1 0 0 0,0 0 0 0 0,-2-1-1 0 0,0 0 1 0 0,0 0 0 0 0,-1-1 0 0 0,8-25 0 0 0,-15 39-1336 0 0,-1 1 1 0 0,1 0-1 0 0,-1 0 1 0 0,1-1-1 0 0,-1 1 1 0 0,0 0-1 0 0,0-1 1 0 0,0 1-1 0 0,0 0 1 0 0,0 0-1 0 0,0-1 1 0 0,0 1-1 0 0,0 0 0 0 0,0-1 1 0 0,0 1-1 0 0,-1 0 1 0 0,1 0-1 0 0,-1-1 1 0 0,1 1-1 0 0,-1 0 1 0 0,1 0-1 0 0,-1 0 1 0 0,0 0-1 0 0,1 0 1 0 0,-1-1-1 0 0,0 1 1 0 0,0 1-1 0 0,0-1 1 0 0,0 0-1 0 0,0 0 1 0 0,0 0-1 0 0,0 0 1 0 0,0 1-1 0 0,0-1 1 0 0,0 0-1 0 0,-1 1 0 0 0,1-1 1 0 0,0 1-1 0 0,0-1 1 0 0,-1 1-1 0 0,1 0 1 0 0,0 0-1 0 0,0-1 1 0 0,-1 1-1 0 0,1 0 1 0 0,0 0-1 0 0,-1 0 1 0 0,1 1-1 0 0,0-1 1 0 0,0 0-1 0 0,-1 0 1 0 0,0 1-1 0 0,-14 3 132 0 0,0 1 1 0 0,1 1-1 0 0,0 1 0 0 0,1 0 0 0 0,-1 0 1 0 0,-20 16-1 0 0,1 2 69 0 0,-40 38 1 0 0,55-46-155 0 0,-26 31 1 0 0,40-41-74 0 0,0 0 0 0 0,0 0 0 0 0,0 1-1 0 0,1-1 1 0 0,0 1 0 0 0,0 0 0 0 0,1 0-1 0 0,-3 13 1 0 0,5-19-14 0 0,1 0-1 0 0,-1 0 0 0 0,1 0 1 0 0,0 0-1 0 0,0 0 0 0 0,0 0 1 0 0,0 0-1 0 0,0 0 0 0 0,0 0 1 0 0,0 0-1 0 0,1 0 0 0 0,-1 0 1 0 0,1-1-1 0 0,-1 1 0 0 0,1 0 0 0 0,0 0 1 0 0,0 0-1 0 0,0 0 0 0 0,0-1 1 0 0,0 1-1 0 0,2 2 0 0 0,-1-2-2 0 0,1 0 0 0 0,-1 0 0 0 0,0-1 0 0 0,1 1 0 0 0,-1-1 0 0 0,1 0 0 0 0,0 0 0 0 0,0 0 0 0 0,-1 0-1 0 0,1 0 1 0 0,0 0 0 0 0,0-1 0 0 0,4 1 0 0 0,3-1-3 0 0,1 1 0 0 0,0-2 0 0 0,-1 0 1 0 0,1 0-1 0 0,-1-1 0 0 0,1 0 0 0 0,11-4 0 0 0,-7 0-21 0 0,1-1 0 0 0,-1-1-1 0 0,0 0 1 0 0,0-1 0 0 0,19-15 0 0 0,61-61-44 0 0,-21 16-94 0 0,-72 68 120 0 0,-2 1 5 0 0,1 0 28 0 0,-1 0 0 0 0,1 0-1 0 0,0 0 1 0 0,-1 0-1 0 0,1 0 1 0 0,-1 0-1 0 0,1 0 1 0 0,-1 1-1 0 0,1-1 1 0 0,-1 0 0 0 0,1 0-1 0 0,-1 1 1 0 0,1-1-1 0 0,-1 0 1 0 0,1 1-1 0 0,-1-1 1 0 0,1 0 0 0 0,-1 1-1 0 0,0-1 1 0 0,1 1-1 0 0,-1-1 1 0 0,0 0-1 0 0,1 1 1 0 0,-1-1-1 0 0,0 1 1 0 0,3 18 45 0 0,-14 26 138 0 0,8-34-136 0 0,-11 41-48 0 0,-8 37 334 0 0,20-77-917 0 0,1 0 0 0 0,0 0 1 0 0,1 0-1 0 0,0 0 0 0 0,3 22 0 0 0,6 0-3011 0 0,2-15-3303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0 238 728 0 0,'12'-24'2165'0'0,"11"-24"1902"0"0,3 2 0 0 0,35-51 0 0 0,-60 95-3980 0 0,0 1 1 0 0,0-1-1 0 0,0 1 0 0 0,0-1 1 0 0,0 1-1 0 0,0 0 0 0 0,0 0 1 0 0,1-1-1 0 0,-1 1 0 0 0,0 0 0 0 0,1 0 1 0 0,-1 0-1 0 0,1 1 0 0 0,0-1 1 0 0,-1 0-1 0 0,1 0 0 0 0,-1 1 1 0 0,1-1-1 0 0,0 1 0 0 0,0 0 1 0 0,-1-1-1 0 0,1 1 0 0 0,0 0 0 0 0,0 0 1 0 0,-1 0-1 0 0,1 0 0 0 0,0 0 1 0 0,0 0-1 0 0,-1 1 0 0 0,1-1 1 0 0,0 1-1 0 0,-1-1 0 0 0,1 1 1 0 0,0 0-1 0 0,-1-1 0 0 0,1 1 0 0 0,-1 0 1 0 0,1 0-1 0 0,1 2 0 0 0,3 1 66 0 0,-1 1 0 0 0,-1 0 0 0 0,1 0 0 0 0,-1 1-1 0 0,0-1 1 0 0,0 1 0 0 0,-1 0 0 0 0,1 0 0 0 0,2 7 0 0 0,2 7 66 0 0,0 1 0 0 0,-2 0 1 0 0,0 1-1 0 0,-2-1 0 0 0,4 37 1 0 0,-7-47-3 0 0,0 1 1 0 0,-1-1-1 0 0,-1 1 1 0 0,0 0-1 0 0,-1-1 1 0 0,0 0-1 0 0,0 1 0 0 0,-2-1 1 0 0,1 0-1 0 0,-1 0 1 0 0,-1-1-1 0 0,-8 15 1 0 0,11-21 34 0 0,1-2-89 0 0,0 0 1 0 0,0 1-1 0 0,0-1 0 0 0,-1 0 1 0 0,1-1-1 0 0,0 1 0 0 0,-1 0 1 0 0,0 0-1 0 0,1 0 0 0 0,-1-1 1 0 0,0 1-1 0 0,0-1 0 0 0,0 0 1 0 0,0 1-1 0 0,0-1 0 0 0,0 0 1 0 0,0 0-1 0 0,-1 0 0 0 0,-2 0 1 0 0,4-1-136 0 0,0 1 1 0 0,0-1 0 0 0,0-1 0 0 0,0 1 0 0 0,0 0 0 0 0,0 0 0 0 0,1 0 0 0 0,-1 0 0 0 0,0-1 0 0 0,0 1 0 0 0,0 0-1 0 0,0-1 1 0 0,0 1 0 0 0,1-1 0 0 0,-1 1 0 0 0,0-1 0 0 0,0 1 0 0 0,0-1 0 0 0,1 1 0 0 0,-1-1 0 0 0,0 0 0 0 0,1 0 0 0 0,-1 1-1 0 0,1-1 1 0 0,-1 0 0 0 0,1 0 0 0 0,-1-1 0 0 0,0 0-1 0 0,0-1 0 0 0,1 1 0 0 0,0-1 0 0 0,-1 1 0 0 0,1-1 0 0 0,0 1 0 0 0,0-1 0 0 0,0 1 0 0 0,1-1 0 0 0,0-3 0 0 0,1-4 22 0 0,1 1 0 0 0,0-1 0 0 0,1 1 0 0 0,6-13 0 0 0,0 6-23 0 0,1 0 0 0 0,1 0 0 0 0,0 1 0 0 0,0 1 0 0 0,2 0 0 0 0,0 1 0 0 0,0 1 0 0 0,1 0 0 0 0,19-11 1 0 0,-4 5-425 0 0,0 1 1 0 0,1 2-1 0 0,0 1 1 0 0,40-12 0 0 0,-19 12-3343 0 0,-48 13 2540 0 0,1 0 0 0 0,0 1 0 0 0,0-1 0 0 0,-1 1 0 0 0,1 0-1 0 0,0 0 1 0 0,0 1 0 0 0,6 0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3268 0 0,'12'-33'14906'0'0,"-7"17"-9955"0"0,-5 15-3718 0 0,3-8-1708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5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27 1728 0 0,'-2'-11'5248'0'0,"0"-3"-951"0"0,2 13-4211 0 0,0 1 1 0 0,0 0-1 0 0,1 0 0 0 0,-1 0 1 0 0,0 0-1 0 0,0 0 0 0 0,0 0 1 0 0,1 0-1 0 0,-1 0 0 0 0,0 0 0 0 0,0 0 1 0 0,0 0-1 0 0,1 0 0 0 0,-1 0 1 0 0,0 0-1 0 0,0 0 0 0 0,0 0 1 0 0,1 0-1 0 0,-1 0 0 0 0,0 0 1 0 0,0 0-1 0 0,0 0 0 0 0,1 0 1 0 0,-1 0-1 0 0,0 0 0 0 0,0 1 1 0 0,0-1-1 0 0,1 0 0 0 0,-1 0 1 0 0,0 0-1 0 0,0 0 0 0 0,0 0 1 0 0,0 1-1 0 0,1-1 0 0 0,1 2 100 0 0,1 1-1 0 0,-1-1 1 0 0,0 0-1 0 0,0 1 0 0 0,0 0 1 0 0,0-1-1 0 0,2 6 0 0 0,5 13 175 0 0,-1 1 0 0 0,-1 1 0 0 0,-1-1 0 0 0,3 26 0 0 0,7 95-17 0 0,-11-86-205 0 0,1-16-142 0 0,1 27 4062 0 0,-7-67-4026 0 0,0-1 1 0 0,0 0-1 0 0,0 0 1 0 0,0 1-1 0 0,0-1 0 0 0,0 0 1 0 0,1 0-1 0 0,-1 0 0 0 0,0 1 1 0 0,0-1-1 0 0,0 0 1 0 0,0 0-1 0 0,1 0 0 0 0,-1 1 1 0 0,0-1-1 0 0,0 0 1 0 0,0 0-1 0 0,1 0 0 0 0,-1 0 1 0 0,0 0-1 0 0,0 0 0 0 0,1 1 1 0 0,-1-1-1 0 0,0 0 1 0 0,0 0-1 0 0,0 0 0 0 0,1 0 1 0 0,-1 0-1 0 0,0 0 0 0 0,0 0 1 0 0,1 0-1 0 0,-1 0 1 0 0,0 0-1 0 0,0 0 0 0 0,1 0 1 0 0,-1 0-1 0 0,0 0 1 0 0,0 0-1 0 0,1-1 0 0 0,-1 1 1 0 0,0 0-1 0 0,0 0 0 0 0,1 0 1 0 0,-1 0-1 0 0,0 0 1 0 0,0 0-1 0 0,0-1 0 0 0,1 1 1 0 0,-1 0-1 0 0,0 0 0 0 0,0 0 1 0 0,0-1-1 0 0,14-9 477 0 0,4-13-308 0 0,-2-1 0 0 0,0-1 0 0 0,-2 0 0 0 0,17-40 0 0 0,-8 17-25 0 0,40-97 111 0 0,-42 84-2567 0 0,-19 51 827 0 0,2-3-1978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84 2120 0 0,'15'-81'13626'0'0,"-15"79"-13097"0"0,4 2-15 0 0,1 1-380 0 0,0 1 0 0 0,0-1 0 0 0,0 1 1 0 0,-1 0-1 0 0,1 1 0 0 0,0-1 0 0 0,-1 1 0 0 0,0 0 1 0 0,1 0-1 0 0,-1 0 0 0 0,0 0 0 0 0,0 1 0 0 0,-1 0 1 0 0,6 6-1 0 0,3 6 47 0 0,0 0 0 0 0,16 28 1 0 0,-14-18-105 0 0,-2 0 1 0 0,0 1-1 0 0,-2 1 1 0 0,-1 0-1 0 0,-1 0 1 0 0,6 46-1 0 0,-10-36-12 0 0,-1-1-1 0 0,-2 1 1 0 0,-2 0-1 0 0,-8 57 0 0 0,-5-23-33 0 0,-3-1 0 0 0,-4-1 0 0 0,-2-1 0 0 0,-59 122 0 0 0,36-101-1671 0 0,-80 118-1 0 0,-13-25-6612 0 0,81-116 1826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39 194 1412 0 0,'-36'-60'11961'0'0,"35"59"-11581"0"0,1-1 3 0 0,0 1-362 0 0,-1 1 0 0 0,1 0-1 0 0,0-1 1 0 0,0 1 0 0 0,0 0 0 0 0,0-1 0 0 0,0 1 0 0 0,0-1-1 0 0,0 1 1 0 0,0 0 0 0 0,0-1 0 0 0,0 1 0 0 0,0 0 0 0 0,0-1-1 0 0,0 1 1 0 0,0-1 0 0 0,0 1 0 0 0,0 0 0 0 0,0-1 0 0 0,0 1-1 0 0,0 0 1 0 0,1-1 0 0 0,-1 1 0 0 0,14-5 332 0 0,0 0 1 0 0,1 2-1 0 0,-1 0 0 0 0,1 0 1 0 0,29 0-1 0 0,3-2-37 0 0,551-79 506 0 0,-514 74-4493 0 0,-81 9 2356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 36 0 0,'-3'0'2749'0'0,"-2"0"-1800"0"0,0 1 0 0 0,1 0 0 0 0,-1 0 0 0 0,0 0 0 0 0,0 0 0 0 0,1 1-1 0 0,-6 2 1 0 0,7-2-647 0 0,0 0-1 0 0,0 0 0 0 0,1 0 0 0 0,-1 0 0 0 0,1 1 0 0 0,-1-1 1 0 0,1 1-1 0 0,0 0 0 0 0,0-1 0 0 0,0 1 0 0 0,-3 6 1 0 0,-12 29 989 0 0,1 2 0 0 0,2-1 0 0 0,-15 75 1 0 0,12-44-868 0 0,-77 252 366 0 0,78-269-671 0 0,1 3 221 0 0,9-32-2754 0 0,1-6-2882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2352 0 0,'38'-41'7272'0'0,"-38"41"-7180"0"0,0-1 1 0 0,1 1 0 0 0,0-1 0 0 0,-1 1-1 0 0,1-1 1 0 0,-1 1 0 0 0,1 0 0 0 0,0-1 0 0 0,-1 1-1 0 0,1 0 1 0 0,0-1 0 0 0,-1 1 0 0 0,1 0-1 0 0,0 0 1 0 0,-1 0 0 0 0,1 0 0 0 0,0-1 0 0 0,0 1-1 0 0,-1 0 1 0 0,1 0 0 0 0,0 0 0 0 0,-1 0-1 0 0,1 1 1 0 0,0-1 0 0 0,0 0 0 0 0,0 0 0 0 0,1 1 40 0 0,-1 0 0 0 0,1 0 1 0 0,0 0-1 0 0,-1 0 1 0 0,0 0-1 0 0,1 0 0 0 0,-1 1 1 0 0,1-1-1 0 0,-1 0 1 0 0,1 3-1 0 0,20 34 1230 0 0,-7-1-1102 0 0,-1 1 0 0 0,-3 0 0 0 0,-1 0 0 0 0,-1 1 0 0 0,4 54 0 0 0,-9-31 2870 0 0,-2-1 3339 0 0,-1-80-6341 0 0,0 0-1 0 0,2-1 0 0 0,0 1 0 0 0,1 0 1 0 0,1 0-1 0 0,1 1 0 0 0,1-1 1 0 0,14-28-1 0 0,-9 25-176 0 0,1 1 1 0 0,0 0-1 0 0,2 1 1 0 0,0 1-1 0 0,1 0 0 0 0,28-25 1 0 0,-38 39-342 0 0,-1 1 0 0 0,1-1 0 0 0,0 1 0 0 0,1 0-1 0 0,-1 1 1 0 0,1-1 0 0 0,-1 1 0 0 0,1 1 0 0 0,0-1 0 0 0,0 1 0 0 0,11-2 0 0 0,-11 4-471 0 0,0-1-1 0 0,1 1 1 0 0,-1 0-1 0 0,1 1 1 0 0,-1 0-1 0 0,1 0 1 0 0,-1 0 0 0 0,0 1-1 0 0,1 0 1 0 0,-1 1-1 0 0,8 3 1 0 0,2 2-3041 0 0,3 1-1748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308 153 1020 0 0,'1'-7'1065'0'0,"0"1"-1"0"0,-1 0 1 0 0,0-1 0 0 0,-1 1-1 0 0,1-1 1 0 0,-1 1 0 0 0,0 0-1 0 0,-1 0 1 0 0,0-1-1 0 0,-4-9 1 0 0,3 8-541 0 0,-1 0 0 0 0,0 0 0 0 0,0 1 0 0 0,-1-1-1 0 0,0 1 1 0 0,-11-13 0 0 0,15 20-507 0 0,0-1-1 0 0,0 0 1 0 0,0 0 0 0 0,0 1-1 0 0,0-1 1 0 0,0 1-1 0 0,0-1 1 0 0,-1 1-1 0 0,1-1 1 0 0,0 1 0 0 0,0 0-1 0 0,-1-1 1 0 0,1 1-1 0 0,0 0 1 0 0,0 0 0 0 0,-1 0-1 0 0,1 0 1 0 0,0 0-1 0 0,-3 1 1 0 0,-21 7 79 0 0,14-2-78 0 0,1 0 1 0 0,0 1 0 0 0,0 0-1 0 0,1 1 1 0 0,0 0 0 0 0,0 0 0 0 0,1 1-1 0 0,0 0 1 0 0,-11 17 0 0 0,2 0-13 0 0,1 1-1 0 0,-19 44 1 0 0,27-54 6 0 0,2 1 1 0 0,-9 34-1 0 0,13-47 10 0 0,1 1 1 0 0,1-1 0 0 0,-1 0 0 0 0,1 1-1 0 0,-1-1 1 0 0,1 1 0 0 0,1-1 0 0 0,-1 0-1 0 0,1 1 1 0 0,0-1 0 0 0,0 0-1 0 0,1 1 1 0 0,0-1 0 0 0,3 7 0 0 0,-5-11-17 0 0,1-1 0 0 0,0 1 0 0 0,0 0 0 0 0,0 0 1 0 0,0-1-1 0 0,0 1 0 0 0,0 0 0 0 0,0-1 0 0 0,0 1 1 0 0,1-1-1 0 0,-1 0 0 0 0,0 1 0 0 0,0-1 0 0 0,0 0 1 0 0,0 0-1 0 0,1 1 0 0 0,-1-1 0 0 0,0 0 0 0 0,0 0 1 0 0,1 0-1 0 0,-1-1 0 0 0,0 1 0 0 0,1 0 0 0 0,26-7 59 0 0,-19 2-51 0 0,-1 1 1 0 0,1-2-1 0 0,-1 1 1 0 0,-1-1-1 0 0,1 0 1 0 0,-1-1-1 0 0,0 0 1 0 0,0 0-1 0 0,9-13 1 0 0,5-10 28 0 0,20-39 0 0 0,-26 43-27 0 0,-1 1-13 0 0,-1 1-129 0 0,24-33-1 0 0,-35 56 101 0 0,0 1-29 0 0,-1 1 53 0 0,0 0-1 0 0,0-1 1 0 0,1 1 0 0 0,-1 0-1 0 0,0 0 1 0 0,0 0 0 0 0,0 0 0 0 0,0 0-1 0 0,0 0 1 0 0,0 0 0 0 0,0 0-1 0 0,0 0 1 0 0,-1 0 0 0 0,1 0 0 0 0,0 1-1 0 0,-1-1 1 0 0,1 0 0 0 0,-1 0-1 0 0,1 1 1 0 0,-1-1 0 0 0,1 0-1 0 0,-1 1 1 0 0,0-1 0 0 0,0 1 0 0 0,0-1-1 0 0,0 0 1 0 0,0 1 0 0 0,0-1-1 0 0,0 1 1 0 0,-1 2 0 0 0,1 0-11 0 0,-8 113 220 0 0,1-28-1448 0 0,7-30-3046 0 0,3-38-1075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1864 0 0,'12'-22'2512'0'0,"25"-38"2524"0"0,-34 55-4692 0 0,1-1 0 0 0,1 1 1 0 0,-1 0-1 0 0,1 1 0 0 0,0-1 0 0 0,0 1 0 0 0,0 0 1 0 0,7-4-1 0 0,-11 7-283 0 0,1 0 0 0 0,0 0-1 0 0,0 0 1 0 0,0 0 0 0 0,0 1 0 0 0,0-1 0 0 0,0 0 0 0 0,1 1 0 0 0,-1 0 0 0 0,0-1 0 0 0,0 1-1 0 0,0 0 1 0 0,1 0 0 0 0,-1 0 0 0 0,0 0 0 0 0,0 1 0 0 0,0-1 0 0 0,0 1 0 0 0,0-1 0 0 0,0 1-1 0 0,4 1 1 0 0,-3 0 13 0 0,0 0 0 0 0,0 1-1 0 0,0-1 1 0 0,0 1-1 0 0,0-1 1 0 0,-1 1 0 0 0,1 0-1 0 0,-1 0 1 0 0,0 0-1 0 0,0 1 1 0 0,3 4 0 0 0,0 5 29 0 0,0-1 1 0 0,0 1-1 0 0,-2 0 0 0 0,1 0 1 0 0,-2 0-1 0 0,2 16 1 0 0,-2 3 114 0 0,-1 0 1 0 0,-2 0 0 0 0,-1-1-1 0 0,-1 1 1 0 0,-15 56 0 0 0,17-83-94 0 0,1-4-71 0 0,0-1-1 0 0,0 0 1 0 0,1 1 0 0 0,-1-1 0 0 0,0 1 0 0 0,0-1 0 0 0,-1 1 0 0 0,1-1 0 0 0,0 1 0 0 0,0-1 0 0 0,0 0 0 0 0,0 1 0 0 0,0-1-1 0 0,0 1 1 0 0,0-1 0 0 0,-1 0 0 0 0,1 1 0 0 0,0-1 0 0 0,0 0 0 0 0,-1 1 0 0 0,1-1 0 0 0,0 1 0 0 0,0-1 0 0 0,-1 0 0 0 0,1 0-1 0 0,0 1 1 0 0,-1-1 0 0 0,1 0 0 0 0,-1 0 0 0 0,1 1 0 0 0,0-1 0 0 0,-1 0 0 0 0,1 0 0 0 0,-1 0 0 0 0,1 0 0 0 0,0 0 0 0 0,-1 1-1 0 0,1-1 1 0 0,-1 0 0 0 0,1 0 0 0 0,-1 0 0 0 0,1 0 0 0 0,0 0 0 0 0,-1 0 0 0 0,0-1 0 0 0,0 0-32 0 0,0-1 1 0 0,1 0-1 0 0,-1 0 1 0 0,0 1-1 0 0,1-1 1 0 0,0 0 0 0 0,-1 0-1 0 0,1 0 1 0 0,0 0-1 0 0,0 0 1 0 0,0 0-1 0 0,0 0 1 0 0,0 0-1 0 0,0-2 1 0 0,2-9 5 0 0,0 0 1 0 0,1-1-1 0 0,0 1 1 0 0,0 0-1 0 0,2 0 1 0 0,0 1-1 0 0,0-1 1 0 0,8-11-1 0 0,-1 4-35 0 0,1 0 1 0 0,1 0-1 0 0,28-30 0 0 0,-32 41-6 0 0,-1 0-1 0 0,1 1 0 0 0,0 0 1 0 0,1 1-1 0 0,0 0 0 0 0,0 1 1 0 0,1 0-1 0 0,-1 0 0 0 0,1 2 1 0 0,15-5-1 0 0,-24 8 12 0 0,-1 0 0 0 0,1 1-1 0 0,0-1 1 0 0,0 1 0 0 0,0 0 0 0 0,-1-1-1 0 0,1 1 1 0 0,0 1 0 0 0,0-1 0 0 0,0 0 0 0 0,0 1-1 0 0,-1-1 1 0 0,1 1 0 0 0,0 0 0 0 0,0 0-1 0 0,-1 0 1 0 0,1 0 0 0 0,-1 1 0 0 0,1-1-1 0 0,-1 1 1 0 0,1-1 0 0 0,-1 1 0 0 0,0 0-1 0 0,0 0 1 0 0,0 0 0 0 0,0 0 0 0 0,0 0-1 0 0,0 0 1 0 0,-1 1 0 0 0,1-1 0 0 0,-1 1-1 0 0,0-1 1 0 0,1 1 0 0 0,0 3 0 0 0,1 3 6 0 0,0-1 0 0 0,-1 0 1 0 0,0 1-1 0 0,0-1 0 0 0,-1 1 1 0 0,0-1-1 0 0,0 1 0 0 0,-1 0 0 0 0,-2 15 1 0 0,-3 2 66 0 0,-1-1 1 0 0,-16 40 0 0 0,13-43-1189 0 0,2 0 0 0 0,0 1 1 0 0,-5 35-1 0 0,12-33-1776 0 0,7-9-1873 0 0,1-6-675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272 113 1512 0 0,'5'-6'1194'0'0,"-1"-1"0"0"0,-1 1 1 0 0,1-1-1 0 0,-1 0 0 0 0,-1 0 0 0 0,1-1 0 0 0,-1 1 1 0 0,0-1-1 0 0,1-14 0 0 0,-3 21-1145 0 0,0-1 0 0 0,-1 1 0 0 0,1 0 0 0 0,0 0 0 0 0,-1-1 0 0 0,1 1 0 0 0,0 0 0 0 0,-1 0 0 0 0,1 0 0 0 0,-1 0 0 0 0,0 0 0 0 0,1 0 0 0 0,-1 0 0 0 0,0 0 0 0 0,0 0 0 0 0,0 0 0 0 0,0 0 0 0 0,0 0 0 0 0,0 0 0 0 0,0 1 0 0 0,0-1 0 0 0,0 0 0 0 0,0 1 0 0 0,0-1 0 0 0,0 1 0 0 0,0-1 0 0 0,-1 1 0 0 0,1-1 0 0 0,0 1 0 0 0,0 0 0 0 0,-1 0 0 0 0,1 0 0 0 0,0 0 0 0 0,0-1 0 0 0,-1 2 0 0 0,1-1 0 0 0,-2 0 0 0 0,-5 0-3 0 0,1 1 1 0 0,-1 0 0 0 0,0 0-1 0 0,-9 3 1 0 0,4-1 5 0 0,6-1-31 0 0,0 0-1 0 0,1 0 0 0 0,-1 1 0 0 0,1 0 1 0 0,-9 5-1 0 0,-14 8-29 0 0,18-8 31 0 0,11-5-15 0 0,0-2 0 0 0,-1 1 19 0 0,18 14 54 0 0,-3-10-98 0 0,0 0 0 0 0,0 1-1 0 0,-1 1 1 0 0,0 0 0 0 0,0 1-1 0 0,15 13 1 0 0,-25-18 82 0 0,1-1-1 0 0,-1 1 1 0 0,0-1 0 0 0,0 1-1 0 0,0 0 1 0 0,-1 1-1 0 0,1-1 1 0 0,-1 0 0 0 0,0 1-1 0 0,0-1 1 0 0,-1 1-1 0 0,1-1 1 0 0,-1 1 0 0 0,0 0-1 0 0,0 0 1 0 0,-1 0-1 0 0,1 0 1 0 0,-1-1 0 0 0,0 1-1 0 0,0 0 1 0 0,-1 0-1 0 0,0 0 1 0 0,0 0 0 0 0,-2 6-1 0 0,1-4 226 0 0,0 0-1 0 0,-1 0 1 0 0,0-1-1 0 0,0 1 1 0 0,-1-1-1 0 0,0 0 0 0 0,0 0 1 0 0,0 0-1 0 0,-1-1 1 0 0,1 0-1 0 0,-2 1 1 0 0,1-2-1 0 0,0 1 1 0 0,-1-1-1 0 0,0 1 1 0 0,0-1-1 0 0,0-1 1 0 0,-1 1-1 0 0,1-1 0 0 0,-1-1 1 0 0,0 1-1 0 0,-7 1 1 0 0,9-3-156 0 0,1 0-1 0 0,-1 0 1 0 0,0-1 0 0 0,1 0-1 0 0,-1 1 1 0 0,0-2 0 0 0,1 1-1 0 0,-1-1 1 0 0,0 1 0 0 0,1-1-1 0 0,-1 0 1 0 0,1-1 0 0 0,-1 1-1 0 0,1-1 1 0 0,0 0 0 0 0,0 0-1 0 0,0 0 1 0 0,-5-4 0 0 0,3 1-156 0 0,-1 0 0 0 0,1 0 0 0 0,1-1 0 0 0,-1 0-1 0 0,1 0 1 0 0,0 0 0 0 0,0-1 0 0 0,0 0 0 0 0,-4-10 0 0 0,8 16-244 0 0,0-1-1 0 0,0 1 1 0 0,1-1 0 0 0,-1 1-1 0 0,1-1 1 0 0,-1 1 0 0 0,1-1 0 0 0,0 0-1 0 0,-1 1 1 0 0,1-1 0 0 0,0 1-1 0 0,0-1 1 0 0,0 0 0 0 0,0 1-1 0 0,0-1 1 0 0,1 0 0 0 0,-1 1-1 0 0,0-1 1 0 0,1 1 0 0 0,-1-1-1 0 0,1 1 1 0 0,0-1 0 0 0,-1 1-1 0 0,3-4 1 0 0,-2 4-599 0 0,0 0 0 0 0,1-1 0 0 0,-1 1 1 0 0,1 0-1 0 0,-1 0 0 0 0,1-1 0 0 0,-1 1 0 0 0,1 0 0 0 0,0 1 0 0 0,-1-1 0 0 0,4-1 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90 16 0 0,'1'-28'6216'0'0,"-1"17"-3156"0"0,1 0 1 0 0,-2 0 0 0 0,-1-17-1 0 0,1 27-2328 0 0,0 3-625 0 0,-1-1 0 0 0,1 1-1 0 0,0 0 1 0 0,0 0-1 0 0,0 0 1 0 0,0 0-1 0 0,0 0 1 0 0,0 0 0 0 0,0 0-1 0 0,0 0 1 0 0,1 0-1 0 0,-1 0 1 0 0,1 3 0 0 0,-74 397 5986 0 0,27-134-4800 0 0,42-241-1230 0 0,-157 732 1329 0 0,160-752-1764 0 0,0 0-1 0 0,0 0 1 0 0,0 0 0 0 0,-1 0-1 0 0,0-1 1 0 0,0 1-1 0 0,-6 7 1 0 0,9-14 232 0 0,-1 1 1 0 0,1-1-1 0 0,-1 0 0 0 0,1 1 0 0 0,0-1 0 0 0,-1 0 1 0 0,1 1-1 0 0,-1-1 0 0 0,1 0 0 0 0,-1 1 1 0 0,1-1-1 0 0,-1 0 0 0 0,1 0 0 0 0,-1 0 0 0 0,1 0 1 0 0,-1 1-1 0 0,1-1 0 0 0,-1 0 0 0 0,1 0 0 0 0,-1 0 1 0 0,1 0-1 0 0,-1 0 0 0 0,1 0 0 0 0,-1 0 1 0 0,1 0-1 0 0,-1-1 0 0 0,1 1 0 0 0,-1 0 0 0 0,1 0 1 0 0,-1 0-1 0 0,1 0 0 0 0,-1-1 0 0 0,1 1 1 0 0,-1 0-1 0 0,1 0 0 0 0,-1-1 0 0 0,1 1 0 0 0,0 0 1 0 0,-1-2-1 0 0,-12-15-3872 0 0,8-4-1729 0 0,0-7-3072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1 247 4 0 0,'19'-41'3909'0'0,"25"-43"-1"0"0,-37 72-3435 0 0,1 1 1 0 0,1 0-1 0 0,-1 0 0 0 0,2 0 0 0 0,-1 1 0 0 0,1 1 0 0 0,1-1 0 0 0,11-6 0 0 0,-17 13-390 0 0,0 0 0 0 0,1 0 0 0 0,-1 1 0 0 0,0 0 0 0 0,1 0 0 0 0,-1 1 0 0 0,1 0 0 0 0,0-1 0 0 0,-1 2 0 0 0,1-1 0 0 0,0 1-1 0 0,-1 0 1 0 0,1 0 0 0 0,0 0 0 0 0,0 1 0 0 0,-1 0 0 0 0,1 0 0 0 0,-1 1 0 0 0,1-1 0 0 0,-1 1 0 0 0,1 0 0 0 0,-1 1 0 0 0,0-1 0 0 0,0 1 0 0 0,0 0 0 0 0,0 0 0 0 0,-1 1 0 0 0,1 0 0 0 0,4 5 0 0 0,-4-5 23 0 0,1 1 1 0 0,-2 0-1 0 0,1 1 1 0 0,-1-1-1 0 0,1 1 1 0 0,-2 0 0 0 0,1 0-1 0 0,-1 0 1 0 0,0 1-1 0 0,0-1 1 0 0,0 1 0 0 0,-1-1-1 0 0,0 1 1 0 0,0 0-1 0 0,-1 0 1 0 0,0 0-1 0 0,0 0 1 0 0,-1 0 0 0 0,0 0-1 0 0,0 0 1 0 0,-1 0-1 0 0,1 0 1 0 0,-4 11 0 0 0,0-7 1 0 0,0 0 0 0 0,-1 0 1 0 0,-1 0-1 0 0,0-1 1 0 0,0 0-1 0 0,-1 0 1 0 0,0-1-1 0 0,-1 0 1 0 0,0 0-1 0 0,0 0 0 0 0,-18 13 1 0 0,13-12-45 0 0,-2-1-1 0 0,1 0 1 0 0,-1-1 0 0 0,-1 0 0 0 0,1-1 0 0 0,-1-1-1 0 0,-25 6 1 0 0,38-11-171 0 0,-1 0-1 0 0,0-1 1 0 0,1 1 0 0 0,-1-1-1 0 0,0 0 1 0 0,1 0-1 0 0,-1 0 1 0 0,-4-2 0 0 0,7 2-185 0 0,-1 0-1 0 0,0-1 1 0 0,1 1 0 0 0,-1-1 0 0 0,1 1 0 0 0,-1-1 0 0 0,0 0 0 0 0,1 0 0 0 0,0 0 0 0 0,-1 0-1 0 0,1 0 1 0 0,0 0 0 0 0,-1 0 0 0 0,1 0 0 0 0,0 0 0 0 0,0 0 0 0 0,-2-3-1 0 0,3 3 58 0 0,0 0-1 0 0,0 0 0 0 0,0 1 0 0 0,0-1 0 0 0,0 0 0 0 0,0 0 0 0 0,0 0 0 0 0,0 0 0 0 0,0 0 0 0 0,0 0 0 0 0,0 0 0 0 0,0 1 0 0 0,1-1 0 0 0,-1 0 0 0 0,0 0 0 0 0,1 0 0 0 0,-1 0 0 0 0,1 1 0 0 0,0-2 0 0 0,0 1-611 0 0,5-12-3895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20 1896 0 0,'22'-15'8803'0'0,"-22"15"-8749"0"0,0 0 1 0 0,0 0-1 0 0,0 0 0 0 0,0 0 1 0 0,0 0-1 0 0,1 0 0 0 0,-1 0 1 0 0,0 0-1 0 0,0 0 0 0 0,0 0 1 0 0,0 0-1 0 0,0 0 0 0 0,0 0 1 0 0,0 0-1 0 0,0 0 0 0 0,0 0 1 0 0,1 0-1 0 0,-1 0 0 0 0,0 0 1 0 0,0 0-1 0 0,0 0 0 0 0,0 0 1 0 0,0 1-1 0 0,0-1 0 0 0,0 0 1 0 0,0 0-1 0 0,0 0 0 0 0,0 0 1 0 0,0 0-1 0 0,0 0 0 0 0,0 0 0 0 0,0 0 1 0 0,0 0-1 0 0,0 0 0 0 0,0 0 1 0 0,0 1-1 0 0,0-1 0 0 0,0 0 1 0 0,1 0-1 0 0,-1 0 0 0 0,0 0 1 0 0,0 0-1 0 0,0 0 0 0 0,-1 0 1 0 0,1 0-1 0 0,0 0 0 0 0,0 1 1 0 0,0-1-1 0 0,0 0 0 0 0,0 0 1 0 0,0 0-1 0 0,0 0 0 0 0,0 0 1 0 0,0 0-1 0 0,0 0 0 0 0,0 0 1 0 0,0 0-1 0 0,0 0 0 0 0,-7 16 880 0 0,-7 10-100 0 0,1 2 1 0 0,-17 52-1 0 0,27-67-746 0 0,-1 0 0 0 0,2 0 0 0 0,0 0 0 0 0,0 1 0 0 0,1-1 0 0 0,1 0 0 0 0,0 1 0 0 0,4 23 0 0 0,-4-34-51 0 0,0 0-1 0 0,1 0 1 0 0,0-1-1 0 0,-1 1 1 0 0,1 0-1 0 0,0-1 1 0 0,1 1-1 0 0,-1 0 1 0 0,0-1-1 0 0,1 0 1 0 0,-1 1 0 0 0,1-1-1 0 0,0 0 1 0 0,-1 0-1 0 0,1 0 1 0 0,0 0-1 0 0,1 0 1 0 0,-1 0-1 0 0,0 0 1 0 0,0-1 0 0 0,1 1-1 0 0,-1-1 1 0 0,1 0-1 0 0,-1 1 1 0 0,1-1-1 0 0,0-1 1 0 0,-1 1-1 0 0,1 0 1 0 0,0 0-1 0 0,0-1 1 0 0,0 0 0 0 0,-1 0-1 0 0,1 1 1 0 0,0-2-1 0 0,0 1 1 0 0,0 0-1 0 0,-1 0 1 0 0,6-2-1 0 0,0 0 5 0 0,-1 0-1 0 0,1-1 1 0 0,-1 0-1 0 0,0 0 0 0 0,0 0 1 0 0,0-1-1 0 0,-1 0 1 0 0,1 0-1 0 0,-1-1 0 0 0,0 0 1 0 0,0 0-1 0 0,-1 0 0 0 0,7-9 1 0 0,-5 4-15 0 0,0 0 0 0 0,-1-1 0 0 0,0 0-1 0 0,-1 0 1 0 0,-1-1 0 0 0,1 1 0 0 0,-2-1 0 0 0,0 0 0 0 0,0 0 0 0 0,1-14 0 0 0,-3 19-27 0 0,-1 0 1 0 0,1 0-1 0 0,-1 0 1 0 0,-1 0 0 0 0,1 1-1 0 0,-1-1 1 0 0,0 0-1 0 0,-1 0 1 0 0,0 0 0 0 0,0 1-1 0 0,0-1 1 0 0,-1 1-1 0 0,0 0 1 0 0,0-1 0 0 0,-1 1-1 0 0,1 1 1 0 0,-1-1-1 0 0,-1 0 1 0 0,-6-6 0 0 0,8 10-18 0 0,0-1 0 0 0,-1 1 1 0 0,1 0-1 0 0,-1 0 0 0 0,0 0 1 0 0,0 0-1 0 0,1 1 0 0 0,-1 0 1 0 0,0 0-1 0 0,0 0 0 0 0,0 0 1 0 0,-1 0-1 0 0,1 1 0 0 0,0 0 1 0 0,0 0-1 0 0,0 0 0 0 0,0 0 1 0 0,0 1-1 0 0,0-1 0 0 0,-1 1 1 0 0,1 0-1 0 0,1 1 0 0 0,-1-1 1 0 0,0 1-1 0 0,-7 3 0 0 0,7-3-337 0 0,0 0-1 0 0,-1 1 0 0 0,1-1 0 0 0,0 1 0 0 0,0 0 1 0 0,0 0-1 0 0,1 1 0 0 0,-1-1 0 0 0,1 1 0 0 0,0 0 1 0 0,-1-1-1 0 0,2 1 0 0 0,-1 1 0 0 0,0-1 0 0 0,1 0 1 0 0,0 1-1 0 0,0-1 0 0 0,0 1 0 0 0,1 0 0 0 0,0 0 1 0 0,-1 5-1 0 0,1-8-86 0 0,1-1 0 0 0,1 1 1 0 0,-1 0-1 0 0,0-1 1 0 0,0 1-1 0 0,0-1 0 0 0,1 1 1 0 0,-1-1-1 0 0,1 1 0 0 0,-1-1 1 0 0,2 3-1 0 0,5 6-3968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90 1488 0 0,'5'-9'1221'0'0,"-3"5"-472"0"0,0 0-1 0 0,1 0 1 0 0,-1-1-1 0 0,-1 1 1 0 0,1-1-1 0 0,-1 1 1 0 0,1-1-1 0 0,-1 1 1 0 0,0-1-1 0 0,-1 0 1 0 0,1 0-1 0 0,-1 1 1 0 0,-1-7 0 0 0,1 10-714 0 0,0 1 1 0 0,0-1 0 0 0,-1 0 0 0 0,1 1 0 0 0,0-1 0 0 0,-1 0-1 0 0,1 1 1 0 0,0-1 0 0 0,-1 1 0 0 0,1-1 0 0 0,-1 1 0 0 0,1-1 0 0 0,-1 1-1 0 0,1 0 1 0 0,-1-1 0 0 0,0 1 0 0 0,1-1 0 0 0,-1 1 0 0 0,1 0-1 0 0,-1 0 1 0 0,0-1 0 0 0,1 1 0 0 0,-1 0 0 0 0,0 0 0 0 0,1 0 0 0 0,-1 0-1 0 0,0-1 1 0 0,1 1 0 0 0,-1 0 0 0 0,0 0 0 0 0,0 1 0 0 0,1-1-1 0 0,-1 0 1 0 0,0 0 0 0 0,1 0 0 0 0,-2 1 0 0 0,-21 5 294 0 0,19-3-306 0 0,0-1 0 0 0,0 1 1 0 0,0 0-1 0 0,0 0 0 0 0,0 1 1 0 0,1-1-1 0 0,-1 1 0 0 0,1 0 1 0 0,0 0-1 0 0,0 0 0 0 0,0 0 1 0 0,1 0-1 0 0,-1 1 0 0 0,1-1 1 0 0,0 1-1 0 0,1 0 0 0 0,-1 0 1 0 0,1-1-1 0 0,0 1 0 0 0,0 0 1 0 0,0 0-1 0 0,1 0 1 0 0,-1 0-1 0 0,1 0 0 0 0,0 0 1 0 0,2 6-1 0 0,0 8 32 0 0,2 0 0 0 0,0 0 1 0 0,1-1-1 0 0,1 0 0 0 0,11 25 0 0 0,-2-4-6 0 0,-8-20 87 0 0,19 36 0 0 0,-25-52 102 0 0,0-1 0 0 0,0 1 0 0 0,0-1 0 0 0,0 1 0 0 0,-1-1 0 0 0,1 1 0 0 0,-1 0 0 0 0,0-1 0 0 0,0 1 0 0 0,1 0 0 0 0,-2 3 0 0 0,1 0 774 0 0,0-5-859 0 0,-1 0-1 0 0,1 0 0 0 0,0 0 1 0 0,-1 1-1 0 0,1-1 0 0 0,-1 0 1 0 0,0 0-1 0 0,1 0 0 0 0,-1 0 0 0 0,0 0 1 0 0,0 0-1 0 0,1 0 0 0 0,-1 0 1 0 0,0-1-1 0 0,0 1 0 0 0,0 0 0 0 0,0 0 1 0 0,0-1-1 0 0,0 1 0 0 0,-1 0 1 0 0,1-1-1 0 0,0 0 0 0 0,0 1 1 0 0,0-1-1 0 0,0 1 0 0 0,-1-1 0 0 0,1 0 1 0 0,0 0-1 0 0,0 0 0 0 0,0 0 1 0 0,-1 0-1 0 0,0 0 0 0 0,-40-1 1654 0 0,-64-23-582 0 0,104 23-1291 0 0,-14-5-1662 0 0,50-20-15716 0 0,-20 19 10951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2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39 104 3200 0 0,'18'-17'10594'0'0,"-17"16"-10332"0"0,0 1-1 0 0,0-1 1 0 0,0 0 0 0 0,0 0-1 0 0,0 1 1 0 0,0-1 0 0 0,0 0 0 0 0,1 1-1 0 0,-1-1 1 0 0,0 1 0 0 0,0 0-1 0 0,1-1 1 0 0,-1 1 0 0 0,0 0-1 0 0,0 0 1 0 0,1 0 0 0 0,-1 0 0 0 0,0 0-1 0 0,0 0 1 0 0,1 0 0 0 0,-1 0-1 0 0,0 0 1 0 0,1 0 0 0 0,-1 1-1 0 0,0-1 1 0 0,0 1 0 0 0,0-1 0 0 0,1 1-1 0 0,-1-1 1 0 0,0 1 0 0 0,0 0-1 0 0,0 0 1 0 0,0-1 0 0 0,0 1-1 0 0,2 2 1 0 0,11 6 800 0 0,-8-5-932 0 0,1-1 0 0 0,-1 0 1 0 0,0 0-1 0 0,1 0 0 0 0,0-1 0 0 0,0 0 1 0 0,0 0-1 0 0,-1-1 0 0 0,2 0 0 0 0,-1 0 1 0 0,0 0-1 0 0,0-1 0 0 0,0 0 1 0 0,0-1-1 0 0,9-1 0 0 0,-14 2-134 0 0,0-1 0 0 0,0 0 0 0 0,1 0 0 0 0,-1 0 0 0 0,0 0 0 0 0,0 0 0 0 0,0 0-1 0 0,0-1 1 0 0,0 1 0 0 0,-1-1 0 0 0,1 1 0 0 0,0-1 0 0 0,-1 0 0 0 0,1 0 0 0 0,-1 1 0 0 0,1-1 0 0 0,-1 0 0 0 0,0 0 0 0 0,0 0 0 0 0,0-1 0 0 0,0 1-1 0 0,0 0 1 0 0,0-4 0 0 0,1 0-65 0 0,-1 0-1 0 0,0 0 0 0 0,0 0 0 0 0,-1 0 1 0 0,0-1-1 0 0,-1-9 0 0 0,1 14 62 0 0,0 1-1 0 0,-1 0 1 0 0,1 0-1 0 0,0 0 1 0 0,-1 0 0 0 0,1 0-1 0 0,-1 0 1 0 0,1 0-1 0 0,-1 0 1 0 0,0 0-1 0 0,1 0 1 0 0,-1 0 0 0 0,0 0-1 0 0,0 1 1 0 0,0-1-1 0 0,0 0 1 0 0,0 0 0 0 0,0 1-1 0 0,0-1 1 0 0,0 1-1 0 0,0-1 1 0 0,-2 0-1 0 0,-22-4-84 0 0,16 5 83 0 0,-1 1 1 0 0,1 1 0 0 0,0 0 0 0 0,0 0 0 0 0,0 1-1 0 0,0 0 1 0 0,0 0 0 0 0,1 1 0 0 0,-1 0-1 0 0,-7 6 1 0 0,4-3 19 0 0,0 1 0 0 0,1 0 0 0 0,1 1 0 0 0,-1 0 0 0 0,1 1 0 0 0,-9 11 0 0 0,14-14 40 0 0,0 0-1 0 0,0 0 0 0 0,1 0 1 0 0,0 1-1 0 0,0-1 0 0 0,1 1 1 0 0,0 0-1 0 0,-4 16 0 0 0,6-21 4 0 0,1 0 0 0 0,-1 0-1 0 0,1 0 1 0 0,0 1 0 0 0,0-1-1 0 0,0 0 1 0 0,1 0 0 0 0,-1 0-1 0 0,1 0 1 0 0,-1 0 0 0 0,1 0-1 0 0,0 0 1 0 0,0 0 0 0 0,1 0-1 0 0,-1 0 1 0 0,1-1 0 0 0,-1 1-1 0 0,1 0 1 0 0,0-1 0 0 0,0 1-1 0 0,0-1 1 0 0,0 0 0 0 0,0 1-1 0 0,1-1 1 0 0,-1 0 0 0 0,1 0 0 0 0,2 1-1 0 0,7 4 62 0 0,1-1 0 0 0,0-1 0 0 0,0 0 0 0 0,0 0 0 0 0,1-1 0 0 0,-1-1-1 0 0,1-1 1 0 0,26 3 0 0 0,-5-4-59 0 0,0-1-1 0 0,47-6 1 0 0,-63 3-827 0 0,0 0-1 0 0,35-12 1 0 0,2-7-5339 0 0,-55 21 5509 0 0,1 1 0 0 0,-1-1 0 0 0,1 0 1 0 0,-1 0-1 0 0,0 0 0 0 0,0 0 0 0 0,1 0 0 0 0,-1 0 0 0 0,0 0 1 0 0,0-1-1 0 0,1-1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162 334 976 0 0,'2'-12'3120'0'0,"-1"0"0"0"0,0 0 0 0 0,-1-12 0 0 0,-3-12 189 0 0,3 36-3284 0 0,-1-1 1 0 0,1 1-1 0 0,0-1 1 0 0,0 1-1 0 0,-1-1 1 0 0,1 1-1 0 0,0-1 0 0 0,-1 1 1 0 0,1 0-1 0 0,0-1 1 0 0,-1 1-1 0 0,1 0 1 0 0,-1-1-1 0 0,1 1 0 0 0,-1 0 1 0 0,1 0-1 0 0,0-1 1 0 0,-1 1-1 0 0,1 0 1 0 0,-1 0-1 0 0,1 0 1 0 0,-1 0-1 0 0,1-1 0 0 0,-1 1 1 0 0,1 0-1 0 0,-1 0 1 0 0,0 0-1 0 0,1 0 1 0 0,-1 0-1 0 0,1 0 1 0 0,-1 0-1 0 0,1 1 0 0 0,-1-1 1 0 0,1 0-1 0 0,-1 0 1 0 0,1 0-1 0 0,-1 0 1 0 0,1 1-1 0 0,0-1 0 0 0,-1 0 1 0 0,1 0-1 0 0,-1 1 1 0 0,1-1-1 0 0,-1 1 1 0 0,0-1-40 0 0,-3 2 45 0 0,0 1 0 0 0,1-1 0 0 0,-1 0 0 0 0,0 1 0 0 0,1 0 0 0 0,0 0 0 0 0,0 0 0 0 0,0 0 0 0 0,-4 6 0 0 0,-20 32 79 0 0,26-40-108 0 0,-14 26 46 0 0,-17 37 0 0 0,28-56-28 0 0,1-1 0 0 0,1 1 0 0 0,-1 1-1 0 0,1-1 1 0 0,1 0 0 0 0,-1 1 0 0 0,1-1 0 0 0,1 0 0 0 0,0 1 0 0 0,1 8 0 0 0,-1-15 5 0 0,0 0 0 0 0,0 0 1 0 0,1 0-1 0 0,-1 0 0 0 0,1 0 0 0 0,-1 0 1 0 0,1-1-1 0 0,0 1 0 0 0,0 0 0 0 0,0 0 1 0 0,0-1-1 0 0,0 1 0 0 0,0 0 0 0 0,1-1 0 0 0,-1 1 1 0 0,0-1-1 0 0,1 1 0 0 0,-1-1 0 0 0,1 0 1 0 0,-1 0-1 0 0,1 0 0 0 0,2 1 0 0 0,-1 0 6 0 0,0-1 0 0 0,0-1-1 0 0,1 1 1 0 0,-1 0 0 0 0,0-1 0 0 0,0 0-1 0 0,1 0 1 0 0,-1 0 0 0 0,0 0-1 0 0,1 0 1 0 0,-1-1 0 0 0,4 0 0 0 0,4-2 17 0 0,-1 0 1 0 0,0-1-1 0 0,0 0 1 0 0,0-1-1 0 0,0 0 1 0 0,-1 0 0 0 0,12-9-1 0 0,-10 5-37 0 0,0-1 0 0 0,-1 0 0 0 0,-1-1 0 0 0,0 0 0 0 0,0 0 0 0 0,-1-1 0 0 0,0 0 0 0 0,-1 0 1 0 0,0-1-1 0 0,-1 0 0 0 0,-1 0 0 0 0,0-1 0 0 0,-1 0 0 0 0,0 1 0 0 0,-1-1 0 0 0,0 0 0 0 0,-2-1 0 0 0,1 1 0 0 0,-2 0 0 0 0,0-1 0 0 0,-1 1 0 0 0,0 0 0 0 0,-1 0 0 0 0,-6-23 0 0 0,8 35-17 0 0,0 0 0 0 0,-1 1 0 0 0,1-1 0 0 0,-1 1 0 0 0,0 0 0 0 0,1-1-1 0 0,-1 1 1 0 0,0-1 0 0 0,0 1 0 0 0,0 0 0 0 0,0 0 0 0 0,0-1 0 0 0,0 1 0 0 0,0 0 0 0 0,0 0 0 0 0,-1 0-1 0 0,1 0 1 0 0,0 0 0 0 0,-1 1 0 0 0,1-1 0 0 0,0 0 0 0 0,-2 0 0 0 0,1 1 1 0 0,0-1 0 0 0,-1 1 0 0 0,1 0 0 0 0,0 0 0 0 0,0 0 0 0 0,0 1 0 0 0,0-1 0 0 0,0 0 0 0 0,0 1 0 0 0,0-1 0 0 0,0 1 0 0 0,0 0 0 0 0,0 0 0 0 0,-2 1 0 0 0,-3 2-10 0 0,0 1-1 0 0,0-1 1 0 0,1 1 0 0 0,0 1 0 0 0,0-1-1 0 0,1 1 1 0 0,-8 9 0 0 0,8-8 11 0 0,1 0 1 0 0,-1 0-1 0 0,1 0 1 0 0,1 1-1 0 0,0 0 1 0 0,0-1 0 0 0,0 1-1 0 0,1 1 1 0 0,0-1-1 0 0,0 0 1 0 0,1 0-1 0 0,0 1 1 0 0,1-1-1 0 0,0 9 1 0 0,0-12 9 0 0,1 0 1 0 0,0 0 0 0 0,0 0-1 0 0,1 0 1 0 0,-1 0 0 0 0,1-1-1 0 0,0 1 1 0 0,0 0 0 0 0,0-1-1 0 0,1 1 1 0 0,0-1-1 0 0,0 0 1 0 0,0 0 0 0 0,0 0-1 0 0,1 0 1 0 0,-1-1 0 0 0,1 0-1 0 0,0 1 1 0 0,0-1 0 0 0,0 0-1 0 0,1-1 1 0 0,-1 1 0 0 0,1-1-1 0 0,5 2 1 0 0,2 1 6 0 0,0-1 1 0 0,0-1-1 0 0,0 0 1 0 0,0-1-1 0 0,1 0 1 0 0,-1-1-1 0 0,1-1 1 0 0,0 0-1 0 0,-1 0 1 0 0,1-1-1 0 0,-1-1 1 0 0,0 0-1 0 0,1-1 1 0 0,-1 0-1 0 0,13-5 1 0 0,-11 2-4 0 0,0 0-1 0 0,0-1 1 0 0,-1 0-1 0 0,0-1 1 0 0,0 0-1 0 0,-1-1 1 0 0,0-1 0 0 0,-1 0-1 0 0,0 0 1 0 0,0-1-1 0 0,-1-1 1 0 0,10-13 0 0 0,-5-2-1 0 0,-1 1 0 0 0,-2-2 1 0 0,0 0-1 0 0,-2 0 1 0 0,8-34-1 0 0,3-8-66 0 0,-19 60-18 0 0,-6 15 21 0 0,-7 18 13 0 0,-156 613 502 0 0,24-75 225 0 0,89-401-461 0 0,45-140 82 0 0,0 0 0 0 0,-1-1 0 0 0,0-1 0 0 0,-2 1 1 0 0,-25 30-1 0 0,31-43-116 0 0,-1 0 1 0 0,0-1 0 0 0,1 0 0 0 0,-2 0-1 0 0,1 0 1 0 0,0-1 0 0 0,-1 0-1 0 0,0 0 1 0 0,0-1 0 0 0,0 0-1 0 0,0-1 1 0 0,-13 3 0 0 0,17-4-98 0 0,0 0 0 0 0,-1-1 0 0 0,1 1 1 0 0,0-1-1 0 0,0 0 0 0 0,0 0 1 0 0,0-1-1 0 0,0 1 0 0 0,0-1 0 0 0,0 0 1 0 0,0 0-1 0 0,0 0 0 0 0,0-1 0 0 0,0 1 1 0 0,1-1-1 0 0,-1 0 0 0 0,1 0 1 0 0,-1 0-1 0 0,1 0 0 0 0,-1-1 0 0 0,1 0 1 0 0,0 1-1 0 0,0-1 0 0 0,1 0 1 0 0,-1 0-1 0 0,1-1 0 0 0,-1 1 0 0 0,-2-5 1 0 0,3 3-51 0 0,1-1 0 0 0,-1 1 0 0 0,1-1-1 0 0,0 1 1 0 0,0-1 0 0 0,0 1 0 0 0,1-1 0 0 0,0 0 0 0 0,0 0 0 0 0,0 1 0 0 0,1-1 0 0 0,0 1 0 0 0,0-1 0 0 0,0 0 0 0 0,1 1 0 0 0,-1 0 0 0 0,1-1 0 0 0,4-5 0 0 0,4-10 6 0 0,1 0 0 0 0,27-37 0 0 0,-1 10-13 0 0,1 2 0 0 0,2 2 0 0 0,2 2 0 0 0,63-49-1 0 0,-11 20-1052 0 0,125-70 0 0 0,-206 133 798 0 0,104-58-2474 0 0,-38 30-2121 0 0,-62 35 1872 0 0,-17 1 2675 0 0,1 0-1 0 0,-1 0 1 0 0,0 0 0 0 0,1-1 0 0 0,-1 1 0 0 0,1 0 0 0 0,-1 0 0 0 0,0 0 0 0 0,1 0 0 0 0,-1 1 0 0 0,1-1 0 0 0,-1 0 0 0 0,0 0 0 0 0,1 0 0 0 0,-1 0 0 0 0,1 0 0 0 0,-1 0 0 0 0,0 1 0 0 0,1-1 0 0 0,-1 0 0 0 0,0 0 0 0 0,1 0 0 0 0,-1 1 0 0 0,0-1-1 0 0,1 1-797 0 0,0-1 798 0 0,-1 1 0 0 0,0-1 0 0 0,1 1 0 0 0,-4 6-5688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452 135 1484 0 0,'2'-6'969'0'0,"-1"1"0"0"0,-1-1-1 0 0,1 1 1 0 0,-1-1 0 0 0,0 0 0 0 0,0 1 0 0 0,-2-10-1 0 0,1 10-525 0 0,0 1-1 0 0,0-1 0 0 0,0 1 0 0 0,-1 0 0 0 0,0-1 1 0 0,0 1-1 0 0,0 0 0 0 0,-5-7 0 0 0,4 8-357 0 0,1 0-1 0 0,-1 0 1 0 0,0 1-1 0 0,0-1 1 0 0,0 1-1 0 0,0-1 1 0 0,0 1-1 0 0,-1 0 1 0 0,1 0-1 0 0,-1 1 1 0 0,1-1-1 0 0,-1 1 1 0 0,0-1-1 0 0,0 1 1 0 0,1 0-1 0 0,-1 1 1 0 0,0-1-1 0 0,0 1 1 0 0,0 0-1 0 0,0-1 1 0 0,0 2-1 0 0,0-1 1 0 0,0 0-1 0 0,-6 2 1 0 0,-3 2-50 0 0,0 0 1 0 0,0 1-1 0 0,1 0 1 0 0,-1 1 0 0 0,1 0-1 0 0,1 1 1 0 0,-1 1-1 0 0,1-1 1 0 0,-18 17-1 0 0,3 1-5 0 0,1 1-1 0 0,-33 43 0 0 0,42-47-27 0 0,1 0-1 0 0,-21 41 1 0 0,32-54 9 0 0,0 0 1 0 0,0 0-1 0 0,1 1 1 0 0,0-1-1 0 0,1 1 1 0 0,0-1-1 0 0,0 1 0 0 0,1 0 1 0 0,0 0-1 0 0,1 16 1 0 0,0-24-5 0 0,1 0 0 0 0,-1 0 0 0 0,0 0 0 0 0,1 0 0 0 0,0 0 0 0 0,-1 0 0 0 0,1 0 0 0 0,0-1 0 0 0,0 1 0 0 0,0 0 0 0 0,0-1 0 0 0,0 1 0 0 0,0 0 0 0 0,0-1 0 0 0,1 1 0 0 0,-1-1 0 0 0,0 0 0 0 0,1 1 0 0 0,-1-1 0 0 0,1 0 0 0 0,0 0 0 0 0,-1 0 0 0 0,1 0 0 0 0,0 0 0 0 0,2 0 0 0 0,0 0 4 0 0,0 0 1 0 0,0 0 0 0 0,0-1 0 0 0,0 1-1 0 0,0-1 1 0 0,0 0 0 0 0,0 0 0 0 0,0-1-1 0 0,0 1 1 0 0,0-1 0 0 0,6-2-1 0 0,2-1 4 0 0,-1-1-1 0 0,1 0 0 0 0,-1 0 0 0 0,0-2 0 0 0,-1 1 0 0 0,0-1 1 0 0,0-1-1 0 0,0 0 0 0 0,-1 0 0 0 0,9-11 0 0 0,12-16 41 0 0,34-51 0 0 0,-53 70-43 0 0,46-75 17 0 0,7-9 71 0 0,-64 100-100 0 0,0 0-1 0 0,0-1 0 0 0,0 1 1 0 0,0 0-1 0 0,0 0 1 0 0,0-1-1 0 0,1 1 1 0 0,-1 0-1 0 0,0 0 0 0 0,0-1 1 0 0,0 1-1 0 0,1 0 1 0 0,-1 0-1 0 0,0 0 1 0 0,0-1-1 0 0,0 1 0 0 0,1 0 1 0 0,-1 0-1 0 0,0 0 1 0 0,1 0-1 0 0,-1 0 1 0 0,0 0-1 0 0,0-1 0 0 0,1 1 1 0 0,-1 0-1 0 0,0 0 1 0 0,1 0-1 0 0,-1 0 0 0 0,0 0 1 0 0,0 0-1 0 0,1 0 1 0 0,-1 0-1 0 0,0 0 1 0 0,1 0-1 0 0,-1 1 0 0 0,0-1 1 0 0,0 0-1 0 0,1 0 1 0 0,-1 0-1 0 0,0 0 1 0 0,1 1-1 0 0,5 13 18 0 0,-2 22-2 0 0,-11 55-42 0 0,2-52-129 0 0,2 0 0 0 0,1 0 0 0 0,3 1 0 0 0,6 47 0 0 0,-7-83-144 0 0,1-1-1 0 0,0 1 0 0 0,0-1 1 0 0,0 1-1 0 0,0-1 0 0 0,0 0 1 0 0,1 1-1 0 0,2 3 0 0 0,-3-6-194 0 0,0 1 0 0 0,0-1 0 0 0,0 0 0 0 0,0 0 0 0 0,1 0 0 0 0,-1 0-1 0 0,0 0 1 0 0,1 0 0 0 0,-1 0 0 0 0,1-1 0 0 0,-1 1 0 0 0,3 0 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1 115 616 0 0,'59'-105'12060'0'0,"-57"103"-11486"0"0,-1 2-514 0 0,0 0-1 0 0,1 1 1 0 0,-1-1 0 0 0,0 1 0 0 0,1-1 0 0 0,-1 1-1 0 0,0 0 1 0 0,0 0 0 0 0,0-1 0 0 0,0 1 0 0 0,0 0-1 0 0,1 0 1 0 0,-2 0 0 0 0,1 0 0 0 0,0 0 0 0 0,0 0-1 0 0,0 0 1 0 0,0 1 0 0 0,-1-1 0 0 0,1 0 0 0 0,0 0-1 0 0,-1 1 1 0 0,1-1 0 0 0,-1 0 0 0 0,0 0 0 0 0,1 1-1 0 0,-1 2 1 0 0,8 48 906 0 0,-6-35-630 0 0,3 26 194 0 0,-3 1 0 0 0,-4 53 1 0 0,1-23 1584 0 0,0-62-644 0 0,1-14-114 0 0,1-17-747 0 0,5-3-607 0 0,2 1 0 0 0,0-1 0 0 0,2 1 0 0 0,0 1 1 0 0,1 0-1 0 0,1 0 0 0 0,1 1 0 0 0,1 1 0 0 0,0 0 0 0 0,1 1 0 0 0,1 1 0 0 0,1 0 0 0 0,0 1 0 0 0,1 1 0 0 0,1 0 1 0 0,0 2-1 0 0,1 0 0 0 0,36-16 0 0 0,-52 26-9 0 0,0 1 1 0 0,0-1 0 0 0,1 1 0 0 0,-1 0-1 0 0,0 0 1 0 0,1 1 0 0 0,-1-1-1 0 0,0 1 1 0 0,1 0 0 0 0,-1 0-1 0 0,1 0 1 0 0,-1 1 0 0 0,0 0-1 0 0,1-1 1 0 0,-1 2 0 0 0,0-1-1 0 0,0 0 1 0 0,8 5 0 0 0,-8-4 7 0 0,0 1 0 0 0,0 0 0 0 0,0 1 0 0 0,-1-1 1 0 0,1 1-1 0 0,-1 0 0 0 0,0-1 0 0 0,0 1 0 0 0,-1 1 1 0 0,1-1-1 0 0,-1 0 0 0 0,0 1 0 0 0,0-1 0 0 0,0 1 0 0 0,0-1 1 0 0,1 10-1 0 0,2 12 20 0 0,2 36 0 0 0,2 11-160 0 0,0-32-3364 0 0,-8-40 3332 0 0,-1 0-1 0 0,0-1 1 0 0,1 1 0 0 0,-1-1-1 0 0,1 1 1 0 0,-1-1-1 0 0,1 1 1 0 0,0-1-1 0 0,-1 1 1 0 0,1-1 0 0 0,0 0-1 0 0,-1 1 1 0 0,1-1-1 0 0,0 0 1 0 0,-1 1 0 0 0,1-1-1 0 0,0 0 1 0 0,-1 0-1 0 0,1 0 1 0 0,0 0 0 0 0,0 1-1 0 0,-1-1 1 0 0,1 0-1 0 0,0 0 1 0 0,0-1 0 0 0,-1 1-1 0 0,1 0 1 0 0,1 0-1 0 0,19-4-5773 0 0,-7-1-535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86 139 552 0 0,'1'-14'3452'0'0,"0"-1"0"0"0,-2-25-1 0 0,0 35-2941 0 0,1-1 0 0 0,-1 1 0 0 0,-1 0 0 0 0,1 0 0 0 0,-1 0 0 0 0,-2-5 0 0 0,4 8-309 0 0,-13 6 93 0 0,11-2-268 0 0,0 0 0 0 0,0-1 0 0 0,0 1 0 0 0,0 0 0 0 0,0 0-1 0 0,1 0 1 0 0,-1 0 0 0 0,1 0 0 0 0,-1 1 0 0 0,1-1 0 0 0,-2 4 0 0 0,-11 30 78 0 0,11-27-75 0 0,-2 7 7 0 0,0 0 0 0 0,1 0 0 0 0,1 0-1 0 0,0 1 1 0 0,1 0 0 0 0,1-1 0 0 0,1 27 0 0 0,1-38 6 0 0,-1 1 1 0 0,1-1 0 0 0,1 1-1 0 0,-1-1 1 0 0,1 0 0 0 0,0 1 0 0 0,0-1-1 0 0,0 0 1 0 0,1 0 0 0 0,0-1-1 0 0,4 7 1 0 0,-5-8 14 0 0,1 0-1 0 0,1 0 1 0 0,-1 0-1 0 0,0-1 1 0 0,1 1-1 0 0,-1-1 1 0 0,1 0-1 0 0,0 0 1 0 0,0 0-1 0 0,0 0 1 0 0,0-1 0 0 0,0 1-1 0 0,0-1 1 0 0,0 0-1 0 0,0 0 1 0 0,6 0-1 0 0,-5-1-33 0 0,0 0 0 0 0,0 0-1 0 0,0 0 1 0 0,0-1 0 0 0,0 0-1 0 0,0 0 1 0 0,0 0 0 0 0,0-1 0 0 0,0 1-1 0 0,0-1 1 0 0,0 0 0 0 0,-1 0-1 0 0,1-1 1 0 0,-1 0 0 0 0,0 0 0 0 0,0 0-1 0 0,0 0 1 0 0,0 0 0 0 0,0-1-1 0 0,-1 1 1 0 0,0-1 0 0 0,1 0-1 0 0,3-8 1 0 0,0 2-2 0 0,-1-1 0 0 0,-1 0 0 0 0,1 0 0 0 0,-2 0 0 0 0,0 0 0 0 0,0-1 0 0 0,-1 0 0 0 0,3-19 0 0 0,-4 16-15 0 0,-1 0 0 0 0,-1 0 0 0 0,0 0 0 0 0,-4-27 0 0 0,3 38-12 0 0,0-1 0 0 0,0 1 0 0 0,0 0 0 0 0,0-1 0 0 0,-1 1 0 0 0,1 0 0 0 0,-1 0-1 0 0,0 0 1 0 0,-1 0 0 0 0,1 0 0 0 0,-1 0 0 0 0,0 0 0 0 0,1 1 0 0 0,-1 0 0 0 0,-1-1 0 0 0,1 1 0 0 0,-1 0-1 0 0,1 1 1 0 0,-6-4 0 0 0,3 4 2 0 0,-25-1 4 0 0,19 7-9 0 0,5-1-20 0 0,4-1-121 0 0,0-1-1 0 0,0 0 0 0 0,0 1 0 0 0,0 0 1 0 0,0-1-1 0 0,1 1 0 0 0,-1 0 1 0 0,1 0-1 0 0,-1 1 0 0 0,1-1 1 0 0,0 0-1 0 0,0 1 0 0 0,-4 5 0 0 0,2 0-1485 0 0,0 1-1 0 0,0-1 0 0 0,-3 13 1 0 0,7-20 1403 0 0,0 3-2634 0 0,3 10-749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5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1484 0 0,'2'-2'402'0'0,"0"0"-1"0"0,0 0 1 0 0,0 0-1 0 0,1 1 0 0 0,-1-1 1 0 0,0 0-1 0 0,1 1 1 0 0,0 0-1 0 0,-1-1 1 0 0,1 1-1 0 0,0 0 1 0 0,0 0-1 0 0,0 1 1 0 0,-1-1-1 0 0,1 1 1 0 0,0-1-1 0 0,0 1 1 0 0,0 0-1 0 0,4 0 1 0 0,-3 1-140 0 0,1 0 0 0 0,0 0 0 0 0,0 1 0 0 0,-1 0 1 0 0,1-1-1 0 0,-1 1 0 0 0,0 1 0 0 0,0-1 1 0 0,1 1-1 0 0,6 5 0 0 0,-2 0-98 0 0,0 1 1 0 0,-1-1-1 0 0,0 2 0 0 0,0-1 1 0 0,-1 1-1 0 0,0 0 1 0 0,0 1-1 0 0,7 17 0 0 0,-9-17 120 0 0,-1 0-1 0 0,0 0 1 0 0,-1 0 0 0 0,-1 0-1 0 0,1 1 1 0 0,-2-1-1 0 0,0 1 1 0 0,0-1 0 0 0,-1 1-1 0 0,0 0 1 0 0,-1-1-1 0 0,0 1 1 0 0,-1-1-1 0 0,-7 22 1 0 0,9-31-185 0 0,0 0 0 0 0,-1-1 0 0 0,0 1 0 0 0,1-1 0 0 0,-1 1 0 0 0,0-1 0 0 0,0 1 1 0 0,0-1-1 0 0,0 0 0 0 0,0 1 0 0 0,0-1 0 0 0,0 0 0 0 0,0 0 0 0 0,-1 0 0 0 0,-1 2 0 0 0,3-3-76 0 0,-1 0-1 0 0,1 0 1 0 0,-1 0-1 0 0,1 0 1 0 0,0 0-1 0 0,-1 0 1 0 0,1 0-1 0 0,0 0 1 0 0,-1 0-1 0 0,1 0 1 0 0,-1 0-1 0 0,1 0 1 0 0,0 0-1 0 0,-1 0 1 0 0,1 0 0 0 0,0 0-1 0 0,-1 0 1 0 0,1 0-1 0 0,0 0 1 0 0,-1-1-1 0 0,1 1 1 0 0,0 0-1 0 0,-1 0 1 0 0,1 0-1 0 0,-1-1 1 0 0,-7-15 136 0 0,7 9-140 0 0,0 1 1 0 0,1 0 0 0 0,0 0-1 0 0,0-1 1 0 0,0 1 0 0 0,1 0-1 0 0,0 0 1 0 0,0 0 0 0 0,0 0-1 0 0,1 0 1 0 0,0 0 0 0 0,2-6-1 0 0,3-4-22 0 0,1 0-1 0 0,18-27 1 0 0,-17 29-87 0 0,1 1 1 0 0,0 1-1 0 0,1 0 0 0 0,1 1 1 0 0,0 0-1 0 0,0 1 1 0 0,26-17-1 0 0,1 5-3424 0 0,62-25-1 0 0,-51 24-2002 0 0,-31 13 478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72 816 0 0,'-4'-40'9601'0'0,"1"10"-5567"0"0,3 28-3052 0 0,-11 19-279 0 0,-20 200 2053 0 0,-1 110-3018 0 0,31-305-865 0 0,0 12-1181 0 0,-5-13-4967 0 0,0-9 1759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40 314 1588 0 0,'-9'-11'3420'0'0,"0"0"-1"0"0,-11-10 0 0 0,19 20-2871 0 0,88 10 275 0 0,-21-8-743 0 0,0-4 0 0 0,0-2 0 0 0,108-23 0 0 0,-162 25-106 0 0,1 0 1 0 0,0-1 0 0 0,-1 0-1 0 0,0-1 1 0 0,0 0 0 0 0,-1-1-1 0 0,1 0 1 0 0,15-13 0 0 0,-19 13 7 0 0,-1-1 1 0 0,0 0 0 0 0,0-1-1 0 0,-1 1 1 0 0,0-1 0 0 0,-1 0-1 0 0,0 0 1 0 0,0-1 0 0 0,0 0-1 0 0,-1 0 1 0 0,5-18 0 0 0,9-40 1281 0 0,-15 59-1147 0 0,-3 9-24 0 0,-3 13-29 0 0,-2 33 667 0 0,2 1 0 0 0,6 69-1 0 0,0-18-457 0 0,2 154 2017 0 0,9-286-2062 0 0,-8 16-226 0 0,1 1-1 0 0,1 0 0 0 0,0 1 1 0 0,1-1-1 0 0,0 2 0 0 0,2-1 0 0 0,0 1 1 0 0,0 1-1 0 0,1 0 0 0 0,1 1 0 0 0,0 0 1 0 0,1 1-1 0 0,0 0 0 0 0,0 1 0 0 0,1 1 1 0 0,1 0-1 0 0,0 1 0 0 0,29-11 0 0 0,-40 18-8 0 0,-1-1-1 0 0,1 1 0 0 0,-1 0 0 0 0,1 0 0 0 0,0 0 1 0 0,0 1-1 0 0,-1 0 0 0 0,1 0 0 0 0,0 0 0 0 0,0 0 0 0 0,-1 1 1 0 0,1 0-1 0 0,0 0 0 0 0,-1 0 0 0 0,1 0 0 0 0,6 3 1 0 0,-8-2 5 0 0,0 0 1 0 0,0 0 0 0 0,0 1 0 0 0,0-1 0 0 0,-1 0 0 0 0,1 1-1 0 0,-1 0 1 0 0,1 0 0 0 0,-1 0 0 0 0,0 0 0 0 0,0 0 0 0 0,0 0-1 0 0,-1 0 1 0 0,1 0 0 0 0,-1 1 0 0 0,0-1 0 0 0,0 1-1 0 0,0-1 1 0 0,0 1 0 0 0,0-1 0 0 0,-1 5 0 0 0,1 55 21 0 0,-2-5-1832 0 0,2-53 983 0 0,-1 1-1 0 0,1 0 0 0 0,1 0 1 0 0,-1-1-1 0 0,1 1 0 0 0,0 0 1 0 0,4 7-1 0 0,1-3-2772 0 0,2-4-1451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33 140 740 0 0,'10'-83'14045'0'0,"-10"82"-12807"0"0,-1 1-1220 0 0,0 1-1 0 0,0-1 1 0 0,0 1-1 0 0,1 0 0 0 0,-1 0 1 0 0,0-1-1 0 0,0 1 0 0 0,0 0 1 0 0,0 0-1 0 0,1 0 1 0 0,-1 0-1 0 0,0 0 0 0 0,1 0 1 0 0,-1 0-1 0 0,1 0 0 0 0,-1 0 1 0 0,1 0-1 0 0,-1 2 1 0 0,-7 21 124 0 0,3-3-39 0 0,0 1 0 0 0,1-1 0 0 0,-1 28 0 0 0,4-43-67 0 0,1-1 1 0 0,0 1 0 0 0,0-1 0 0 0,1 1 0 0 0,-1-1 0 0 0,1 0 0 0 0,0 1 0 0 0,1-1-1 0 0,-1 0 1 0 0,1 0 0 0 0,0 0 0 0 0,1 0 0 0 0,-1 0 0 0 0,1 0 0 0 0,0-1 0 0 0,0 1 0 0 0,0-1-1 0 0,8 8 1 0 0,-8-10-18 0 0,0 1 0 0 0,0-1 0 0 0,0 0 0 0 0,0 0 0 0 0,0 0 0 0 0,1 0 0 0 0,-1-1-1 0 0,1 1 1 0 0,-1-1 0 0 0,1 0 0 0 0,0 0 0 0 0,-1 0 0 0 0,1-1 0 0 0,0 1 0 0 0,0-1 0 0 0,0 0-1 0 0,-1 0 1 0 0,1 0 0 0 0,0-1 0 0 0,0 1 0 0 0,-1-1 0 0 0,1 0 0 0 0,0 0 0 0 0,-1 0 0 0 0,1 0-1 0 0,-1-1 1 0 0,1 0 0 0 0,-1 1 0 0 0,6-5 0 0 0,-3 1-5 0 0,0 0 1 0 0,1 0-1 0 0,-2-1 1 0 0,1 0-1 0 0,-1 0 0 0 0,1 0 1 0 0,-2-1-1 0 0,1 0 1 0 0,-1 0-1 0 0,0 0 1 0 0,0 0-1 0 0,4-15 0 0 0,-4 8-5 0 0,0 0 0 0 0,-1-1-1 0 0,0 1 1 0 0,-1-1-1 0 0,0-26 1 0 0,-2 35-15 0 0,-1 1 1 0 0,1-1-1 0 0,-1 1 1 0 0,0 0-1 0 0,0-1 1 0 0,0 1-1 0 0,-1 0 1 0 0,0 0-1 0 0,0 0 0 0 0,0 0 1 0 0,-1 0-1 0 0,1 1 1 0 0,-1-1-1 0 0,0 1 1 0 0,-1-1-1 0 0,1 1 1 0 0,-1 0-1 0 0,0 1 1 0 0,-4-5-1 0 0,5 6-35 0 0,0 1 0 0 0,0-1 0 0 0,1 1 0 0 0,-1 0 0 0 0,0 0 0 0 0,0 0 0 0 0,0 0 0 0 0,0 0 0 0 0,-1 1 0 0 0,1 0 0 0 0,0-1 0 0 0,0 1 0 0 0,0 0 0 0 0,0 0 0 0 0,0 1 0 0 0,0-1 0 0 0,-1 1 0 0 0,1-1 0 0 0,-5 3 0 0 0,4-2-296 0 0,1 1 0 0 0,-1-1 0 0 0,1 1-1 0 0,0 0 1 0 0,-1 0 0 0 0,1 0-1 0 0,0 0 1 0 0,0 0 0 0 0,0 1 0 0 0,1-1-1 0 0,-1 1 1 0 0,1 0 0 0 0,-1 0 0 0 0,1 0-1 0 0,0 0 1 0 0,-2 4 0 0 0,2-4-216 0 0,-1 1-66 0 0,3 1-3186 0 0,2 9-564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718 121 2196 0 0,'5'-4'795'0'0,"0"0"-1"0"0,-1-1 0 0 0,0 1 0 0 0,0-1 1 0 0,0 0-1 0 0,0 0 0 0 0,-1-1 1 0 0,4-6-1 0 0,-6 11-621 0 0,0-1-1 0 0,0 0 1 0 0,0 0 0 0 0,0 0-1 0 0,-1 0 1 0 0,1 0 0 0 0,-1 0-1 0 0,1-1 1 0 0,-1 1 0 0 0,0 0-1 0 0,0 0 1 0 0,0 0 0 0 0,0 0 0 0 0,0 0-1 0 0,0 0 1 0 0,-1-1 0 0 0,1 1-1 0 0,-1 0 1 0 0,1 0 0 0 0,-1 0-1 0 0,0 0 1 0 0,0 0 0 0 0,0 0-1 0 0,0 1 1 0 0,0-1 0 0 0,0 0-1 0 0,-3-2 1 0 0,2 2-116 0 0,0 1 1 0 0,0-1-1 0 0,0 1 1 0 0,0 0-1 0 0,-1 0 1 0 0,1 0-1 0 0,0 0 1 0 0,-1 0-1 0 0,1 1 1 0 0,-1-1-1 0 0,1 1 1 0 0,-1-1-1 0 0,1 1 1 0 0,-1 0-1 0 0,1 0 1 0 0,-1 0-1 0 0,1 0 1 0 0,-1 1-1 0 0,1-1 1 0 0,-4 2-1 0 0,-3 0-9 0 0,1 0 0 0 0,0 1 0 0 0,0 0 0 0 0,0 1 0 0 0,-7 4 0 0 0,-3 3-17 0 0,1 0 0 0 0,0 1 0 0 0,1 1 0 0 0,0 0 0 0 0,1 1 0 0 0,1 1-1 0 0,0 1 1 0 0,1 0 0 0 0,0 0 0 0 0,2 1 0 0 0,0 1 0 0 0,1 0 0 0 0,-12 30-1 0 0,20-44-14 0 0,1 0 0 0 0,0 0-1 0 0,1 0 1 0 0,-1 0-1 0 0,1 0 1 0 0,-1 0-1 0 0,1 0 1 0 0,0 0 0 0 0,1 0-1 0 0,-1 0 1 0 0,2 6-1 0 0,-1-8-8 0 0,-1-1 0 0 0,1 1 0 0 0,-1-1 0 0 0,1 1 0 0 0,0-1 0 0 0,-1 0 0 0 0,1 1 0 0 0,0-1 0 0 0,0 0 0 0 0,0 1 0 0 0,0-1 0 0 0,0 0 0 0 0,0 0 0 0 0,1 0 0 0 0,-1 0 0 0 0,0 0 0 0 0,0 0 0 0 0,1 0 0 0 0,-1-1 0 0 0,1 1 0 0 0,-1 0 0 0 0,1-1 0 0 0,-1 1 0 0 0,1-1 0 0 0,-1 1 0 0 0,1-1 0 0 0,-1 0 0 0 0,1 0 0 0 0,-1 0 0 0 0,1 0 0 0 0,0 0 1 0 0,-1 0-1 0 0,1 0 0 0 0,2-1 0 0 0,3 0 2 0 0,0-1 0 0 0,0 0 1 0 0,-1 0-1 0 0,1-1 0 0 0,0 0 1 0 0,-1 0-1 0 0,0-1 0 0 0,0 0 1 0 0,0 0-1 0 0,0 0 1 0 0,0-1-1 0 0,-1 1 0 0 0,6-8 1 0 0,8-10 5 0 0,0-1 1 0 0,14-26 0 0 0,0 3-150 0 0,-33 46 130 0 0,0-1 0 0 0,0 1 0 0 0,0 0 1 0 0,0 0-1 0 0,0-1 0 0 0,1 1 1 0 0,-1 0-1 0 0,0 0 0 0 0,0-1 1 0 0,0 1-1 0 0,1 0 0 0 0,-1 0 1 0 0,0 0-1 0 0,0 0 0 0 0,0-1 0 0 0,1 1 1 0 0,-1 0-1 0 0,0 0 0 0 0,0 0 1 0 0,1 0-1 0 0,-1 0 0 0 0,0 0 1 0 0,0-1-1 0 0,1 1 0 0 0,-1 0 1 0 0,0 0-1 0 0,1 0 0 0 0,-1 0 1 0 0,0 0-1 0 0,0 0 0 0 0,1 0 0 0 0,-1 0 1 0 0,0 0-1 0 0,1 1 0 0 0,-1-1 1 0 0,1 0-1 0 0,3 10-25 0 0,-2 17 47 0 0,-9 26 700 0 0,-2-1 0 0 0,-23 72 0 0 0,-50 96 738 0 0,-23-5-477 0 0,88-185-538 0 0,-2-1 1 0 0,-1-1-1 0 0,-1-1 1 0 0,-47 47-1 0 0,60-68-237 0 0,1 1 1 0 0,-2-1-1 0 0,1 0 0 0 0,0-1 0 0 0,-1 1 0 0 0,0-2 1 0 0,0 1-1 0 0,-1-2 0 0 0,1 1 0 0 0,-1-1 1 0 0,0 0-1 0 0,1-1 0 0 0,-18 1 0 0 0,21-2-144 0 0,-1-1-1 0 0,0-1 1 0 0,1 1-1 0 0,-1-1 1 0 0,0-1-1 0 0,1 1 1 0 0,-1-1-1 0 0,1 0 1 0 0,0 0-1 0 0,0-1 1 0 0,0 0-1 0 0,0 0 1 0 0,0 0-1 0 0,0-1 1 0 0,1 0-1 0 0,0 0 1 0 0,0 0-1 0 0,0-1 1 0 0,0 0-1 0 0,1 0 1 0 0,-6-7 0 0 0,6 7-33 0 0,0-1 0 0 0,0 0 0 0 0,1 0 0 0 0,0-1 0 0 0,0 1 0 0 0,1-1 0 0 0,-1 1 0 0 0,1-1 0 0 0,1 0 0 0 0,-1 0 0 0 0,1 0 0 0 0,0 0 0 0 0,1-7 0 0 0,0 3-51 0 0,1 1 0 0 0,0 0 0 0 0,1 0-1 0 0,0 0 1 0 0,1 1 0 0 0,0-1-1 0 0,1 0 1 0 0,5-10 0 0 0,4-3-250 0 0,1 1 0 0 0,0 0 1 0 0,2 1-1 0 0,0 1 0 0 0,2 1 1 0 0,22-21-1 0 0,-11 15-655 0 0,1 1-1 0 0,1 2 1 0 0,57-31-1 0 0,109-41-8398 0 0,-147 72 5152 0 0,-7 2-1843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7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133 116 1036 0 0,'-1'-2'2468'0'0,"0"-1"-1822"0"0,0 0 0 0 0,0 1-1 0 0,0-1 1 0 0,0 1 0 0 0,0-1 0 0 0,-1 1-1 0 0,1 0 1 0 0,-1-1 0 0 0,0 1 0 0 0,-3-3-1 0 0,4 4-558 0 0,0 1 1 0 0,0-1-1 0 0,0 1 0 0 0,-1 0 0 0 0,1-1 0 0 0,0 1 0 0 0,0 0 0 0 0,-1 0 0 0 0,1 0 1 0 0,0 0-1 0 0,-1 0 0 0 0,1 0 0 0 0,0 0 0 0 0,0 0 0 0 0,-1 1 0 0 0,1-1 0 0 0,0 0 1 0 0,0 1-1 0 0,0-1 0 0 0,0 1 0 0 0,-1-1 0 0 0,1 1 0 0 0,0 0 0 0 0,0-1 1 0 0,0 1-1 0 0,0 0 0 0 0,0 0 0 0 0,0 0 0 0 0,-1 1 0 0 0,-5 5 79 0 0,0 1 0 0 0,0 0-1 0 0,0 0 1 0 0,1 0 0 0 0,0 1-1 0 0,1 0 1 0 0,0 0 0 0 0,0 1-1 0 0,1-1 1 0 0,0 1 0 0 0,1 0-1 0 0,0 0 1 0 0,0 0 0 0 0,1 0-1 0 0,1 1 1 0 0,0-1 0 0 0,0 1-1 0 0,1 13 1 0 0,1-20-65 0 0,-1-1 0 0 0,1 1 0 0 0,0-1 1 0 0,0 1-1 0 0,0-1 0 0 0,0 1 0 0 0,0-1 0 0 0,1 0 1 0 0,0 0-1 0 0,-1 0 0 0 0,1 0 0 0 0,1 0 0 0 0,-1 0 1 0 0,0 0-1 0 0,1-1 0 0 0,-1 1 0 0 0,4 2 0 0 0,-2-2-27 0 0,0-1 0 0 0,1 0 0 0 0,-1 0-1 0 0,0 0 1 0 0,1 0 0 0 0,-1-1 0 0 0,1 1-1 0 0,-1-1 1 0 0,1-1 0 0 0,0 1 0 0 0,8 0-1 0 0,-4-1-36 0 0,-1-1-1 0 0,0 1 1 0 0,1-2-1 0 0,-1 1 0 0 0,0-1 1 0 0,0 0-1 0 0,0-1 0 0 0,0 0 1 0 0,0 0-1 0 0,0-1 1 0 0,-1 0-1 0 0,0 0 0 0 0,0 0 1 0 0,9-8-1 0 0,-9 4-26 0 0,0 0 0 0 0,-1-1 0 0 0,0 1 0 0 0,0-1 0 0 0,-1-1 0 0 0,0 1 0 0 0,0-1 0 0 0,-1 0 0 0 0,-1 0 0 0 0,0 0 0 0 0,0 0 1 0 0,-1 0-1 0 0,0-1 0 0 0,-1 1 0 0 0,0-1 0 0 0,-1-15 0 0 0,0 19-15 0 0,-1 0 1 0 0,1 0 0 0 0,-2 0 0 0 0,1 1-1 0 0,-1-1 1 0 0,0 0 0 0 0,0 0 0 0 0,-1 1 0 0 0,0 0-1 0 0,0-1 1 0 0,-6-7 0 0 0,6 10-2 0 0,0 0 0 0 0,-1 0 0 0 0,1 1 1 0 0,-1-1-1 0 0,0 1 0 0 0,0 0 0 0 0,-1 0 0 0 0,1 0 0 0 0,-1 0 1 0 0,1 1-1 0 0,-1 0 0 0 0,0 0 0 0 0,0 0 0 0 0,0 0 0 0 0,0 1 1 0 0,-8-2-1 0 0,6 3-47 0 0,-1-1 0 0 0,1 1 0 0 0,0 0 0 0 0,-1 1 0 0 0,1 0 0 0 0,0 0 0 0 0,-1 0 0 0 0,1 1 0 0 0,0 0 0 0 0,0 0 0 0 0,0 1 1 0 0,-6 4-1 0 0,7-5-353 0 0,1 1 1 0 0,1 0 0 0 0,-1 0 0 0 0,0 0-1 0 0,1 1 1 0 0,0 0 0 0 0,0-1 0 0 0,0 2-1 0 0,0-1 1 0 0,0 0 0 0 0,1 1 0 0 0,0 0-1 0 0,0-1 1 0 0,0 1 0 0 0,1 0 0 0 0,-3 7-1 0 0,5-11 11 0 0,0 0-1 0 0,-1 1 1 0 0,1-1-1 0 0,0 0 1 0 0,0 1-1 0 0,0-1 0 0 0,0 0 1 0 0,0 1-1 0 0,1-1 1 0 0,-1 0-1 0 0,0 1 1 0 0,1 1-1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 2472 0 0,'1'0'194'0'0,"0"-1"0"0"0,-1 0 0 0 0,1 1-1 0 0,0-1 1 0 0,0 1 0 0 0,0-1 0 0 0,0 1 0 0 0,0-1-1 0 0,-1 1 1 0 0,1 0 0 0 0,0-1 0 0 0,0 1-1 0 0,0 0 1 0 0,0 0 0 0 0,0 0 0 0 0,0 0 0 0 0,0 0-1 0 0,0 0 1 0 0,0 0 0 0 0,0 0 0 0 0,0 0-1 0 0,0 0 1 0 0,0 0 0 0 0,0 0 0 0 0,0 1 0 0 0,0-1-1 0 0,0 1 1 0 0,0-1 0 0 0,-1 0 0 0 0,1 1 0 0 0,0-1-1 0 0,0 1 1 0 0,0 0 0 0 0,-1-1 0 0 0,1 1-1 0 0,1 1 1 0 0,0 2 36 0 0,0 0-1 0 0,-1 0 1 0 0,1 0-1 0 0,-1 0 0 0 0,0 1 1 0 0,0-1-1 0 0,0 7 1 0 0,0 3 188 0 0,0 0 0 0 0,-1-1 0 0 0,-1 1 0 0 0,0 0 0 0 0,-6 27 0 0 0,-25 66 1235 0 0,27-89-1299 0 0,-2-1 1459 0 0,5-11 218 0 0,11-18-1388 0 0,9-12-614 0 0,2 1 0 0 0,0 1 0 0 0,1 1 0 0 0,2 0 0 0 0,0 2 0 0 0,1 0 0 0 0,0 2 0 0 0,2 1 0 0 0,0 1 0 0 0,1 1 0 0 0,37-14 0 0 0,-58 26-38 0 0,0 0-1 0 0,0 1 1 0 0,0-1 0 0 0,0 1 0 0 0,0 1-1 0 0,1-1 1 0 0,-1 1 0 0 0,0 0-1 0 0,0 0 1 0 0,1 1 0 0 0,-1 0 0 0 0,9 2-1 0 0,-13-2 9 0 0,1 0-1 0 0,0 0 0 0 0,0 0 0 0 0,-1 1 1 0 0,1-1-1 0 0,0 1 0 0 0,-1 0 0 0 0,0 0 0 0 0,1 0 1 0 0,-1 0-1 0 0,0 0 0 0 0,0 0 0 0 0,0 1 1 0 0,0-1-1 0 0,-1 1 0 0 0,1-1 0 0 0,-1 1 1 0 0,1-1-1 0 0,-1 1 0 0 0,0 0 0 0 0,0 0 0 0 0,0 0 1 0 0,0 0-1 0 0,-1 0 0 0 0,1 0 0 0 0,-1 0 1 0 0,0 4-1 0 0,0 8-139 0 0,-1 0 0 0 0,0 0 0 0 0,-2-1 1 0 0,1 1-1 0 0,-9 23 0 0 0,-2 16-3198 0 0,12-51 2965 0 0,1 0 1 0 0,0-1-1 0 0,0 1 1 0 0,0 0 0 0 0,0-1-1 0 0,0 1 1 0 0,0-1 0 0 0,1 1-1 0 0,-1 0 1 0 0,1-1-1 0 0,0 1 1 0 0,0-1 0 0 0,0 1-1 0 0,0-1 1 0 0,0 0 0 0 0,0 1-1 0 0,1-1 1 0 0,-1 0 0 0 0,1 0-1 0 0,0 0 1 0 0,0 0-1 0 0,-1 0 1 0 0,1 0 0 0 0,0-1-1 0 0,1 1 1 0 0,-1 0 0 0 0,4 1-1 0 0,7 3-3241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8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143 694 1044 0 0,'27'-18'2259'0'0,"-1"-1"0"0"0,-1-1-1 0 0,0-1 1 0 0,-2-1 0 0 0,34-41 0 0 0,-55 61-2105 0 0,0-1 0 0 0,-1 0 1 0 0,1 1-1 0 0,0-1 0 0 0,-1 0 1 0 0,0 0-1 0 0,2-4 0 0 0,-3 6-120 0 0,0 0-1 0 0,0 0 1 0 0,0 0 0 0 0,0 0-1 0 0,0 1 1 0 0,0-1-1 0 0,0 0 1 0 0,0 0-1 0 0,0 0 1 0 0,0 0-1 0 0,0 0 1 0 0,-1 0-1 0 0,1 0 1 0 0,0 0 0 0 0,-1 0-1 0 0,1 0 1 0 0,-1 0-1 0 0,1 1 1 0 0,-1-1-1 0 0,1 0 1 0 0,-1 0-1 0 0,0 0 1 0 0,1 1-1 0 0,-1-1 1 0 0,-1 0 0 0 0,0 0-17 0 0,0 0 1 0 0,0 0 0 0 0,0 1 0 0 0,0-1 0 0 0,0 1-1 0 0,-1 0 1 0 0,1-1 0 0 0,0 1 0 0 0,0 0 0 0 0,0 0-1 0 0,-1 0 1 0 0,1 1 0 0 0,-3 0 0 0 0,2-1 10 0 0,-10 2 6 0 0,0 1 1 0 0,0 1 0 0 0,0 0-1 0 0,1 0 1 0 0,0 2-1 0 0,-1-1 1 0 0,-13 10 0 0 0,5-2 5 0 0,0 2 0 0 0,-36 32 0 0 0,47-38-15 0 0,0 1 1 0 0,1-1 0 0 0,1 2-1 0 0,0-1 1 0 0,0 1 0 0 0,1 0-1 0 0,-11 24 1 0 0,17-35-20 0 0,1 1 0 0 0,0 0 0 0 0,-1 0 0 0 0,1 0 0 0 0,0-1 0 0 0,0 1 0 0 0,-1 0 0 0 0,1 0 0 0 0,0 0 0 0 0,0 0 0 0 0,0 0 0 0 0,0 0 0 0 0,0 0 0 0 0,0-1 0 0 0,0 1-1 0 0,1 0 1 0 0,-1 0 0 0 0,0 0 0 0 0,0 0 0 0 0,1 0 0 0 0,-1-1 0 0 0,0 1 0 0 0,1 0 0 0 0,-1 0 0 0 0,1-1 0 0 0,0 2 0 0 0,0-1 2 0 0,1 0 1 0 0,-1 0-1 0 0,1 0 0 0 0,-1 0 0 0 0,1 0 1 0 0,-1-1-1 0 0,1 1 0 0 0,0-1 0 0 0,-1 1 1 0 0,1-1-1 0 0,0 1 0 0 0,2-1 0 0 0,2 1 4 0 0,0-1 0 0 0,1 0 0 0 0,-1 0 0 0 0,0-1 0 0 0,0 0 0 0 0,8-2 0 0 0,10-6 38 0 0,-1-1 0 0 0,28-18 0 0 0,18-7-141 0 0,-68 34 88 0 0,0 1-1 0 0,-1 0 0 0 0,1 0 0 0 0,0-1 1 0 0,0 1-1 0 0,0 0 0 0 0,-1 0 0 0 0,1 0 1 0 0,0 0-1 0 0,0-1 0 0 0,0 1 1 0 0,0 1-1 0 0,-1-1 0 0 0,1 0 0 0 0,0 0 1 0 0,0 0-1 0 0,0 0 0 0 0,-1 0 0 0 0,1 1 1 0 0,0-1-1 0 0,0 0 0 0 0,0 1 0 0 0,-1-1 1 0 0,1 1-1 0 0,0-1 0 0 0,0 1 1 0 0,0 1-3 0 0,1-1 0 0 0,-1 1 1 0 0,0 0-1 0 0,0-1 0 0 0,0 1 1 0 0,0 0-1 0 0,0 0 0 0 0,0 0 1 0 0,-1 0-1 0 0,2 3 0 0 0,0 4-1 0 0,-1 1 0 0 0,0-1 1 0 0,0 16-1 0 0,-1-21 84 0 0,0 0 0 0 0,0 0 0 0 0,1 0 0 0 0,-1 0 0 0 0,1 0 0 0 0,0 0 0 0 0,-1 0 0 0 0,2 0 1 0 0,-1-1-1 0 0,0 1 0 0 0,1 0 0 0 0,0-1 0 0 0,0 1 0 0 0,0-1 0 0 0,0 0 0 0 0,0 0 0 0 0,4 4 0 0 0,-3-5-8 0 0,0 0 0 0 0,0 0 0 0 0,1 0 0 0 0,-1 0-1 0 0,0 0 1 0 0,1-1 0 0 0,-1 0 0 0 0,1 0 0 0 0,0 0-1 0 0,-1 0 1 0 0,1 0 0 0 0,0-1 0 0 0,0 1 0 0 0,-1-1-1 0 0,1 0 1 0 0,0 0 0 0 0,0-1 0 0 0,4 0 0 0 0,10-2-20 0 0,0-2 0 0 0,0 1 1 0 0,-1-2-1 0 0,0 0 1 0 0,0-2-1 0 0,0 1 1 0 0,-1-2-1 0 0,21-14 1 0 0,0-4-24 0 0,-2 0 1 0 0,40-42 0 0 0,-40 33-39 0 0,-3-1 1 0 0,0-2-1 0 0,-3-1 1 0 0,-1-1-1 0 0,-2-1 1 0 0,-2-2-1 0 0,-2-1 0 0 0,29-84 1 0 0,-46 115-6 0 0,-1 0 1 0 0,0 0-1 0 0,-1-1 0 0 0,-1 1 1 0 0,0-1-1 0 0,-1 0 0 0 0,-1-21 1 0 0,0 35 13 0 0,0 0 1 0 0,0 0-1 0 0,0-1 1 0 0,0 1-1 0 0,0 0 1 0 0,0 0 0 0 0,-1 0-1 0 0,1-1 1 0 0,0 1-1 0 0,-1 0 1 0 0,1 0-1 0 0,-1 0 1 0 0,1 0 0 0 0,-1 0-1 0 0,0 0 1 0 0,1 0-1 0 0,-1 0 1 0 0,0 0-1 0 0,0 0 1 0 0,0 1 0 0 0,0-1-1 0 0,1 0 1 0 0,-1 0-1 0 0,0 1 1 0 0,0-1-1 0 0,-1 0 1 0 0,1 1-1 0 0,0-1 1 0 0,0 1 0 0 0,0 0-1 0 0,0-1 1 0 0,0 1-1 0 0,0 0 1 0 0,-1 0-1 0 0,1-1 1 0 0,0 1 0 0 0,0 0-1 0 0,0 0 1 0 0,-1 1-1 0 0,1-1 1 0 0,0 0-1 0 0,0 0 1 0 0,0 0 0 0 0,-2 1-1 0 0,-3 1-2 0 0,0 0-1 0 0,1 1 1 0 0,-1 0 0 0 0,1 0-1 0 0,-1 0 1 0 0,1 0-1 0 0,-7 6 1 0 0,-9 11 34 0 0,1 0 0 0 0,0 1 0 0 0,2 0 0 0 0,1 2 0 0 0,0 0 0 0 0,2 1 0 0 0,0 1 0 0 0,2 0 0 0 0,1 1 0 0 0,1 0 0 0 0,1 1 0 0 0,-12 52 0 0 0,20-68-44 0 0,0 0-1 0 0,1 1 0 0 0,0-1 0 0 0,0 0 1 0 0,1 0-1 0 0,1 1 0 0 0,0-1 1 0 0,1 0-1 0 0,0 0 0 0 0,0 0 0 0 0,1 0 1 0 0,1-1-1 0 0,0 1 0 0 0,0-1 1 0 0,1 0-1 0 0,1 0 0 0 0,-1 0 0 0 0,1-1 1 0 0,1 1-1 0 0,0-2 0 0 0,0 1 1 0 0,1-1-1 0 0,0 0 0 0 0,0 0 0 0 0,1-1 1 0 0,0-1-1 0 0,12 8 0 0 0,-3-3-849 0 0,2-1-1 0 0,-1 0 0 0 0,1-2 1 0 0,22 7-1 0 0,-26-11-1119 0 0,0 0 0 0 0,0-1 0 0 0,24 1 0 0 0,-2-4-3914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55 2212 0 0,'-34'-46'7202'0'0,"28"38"-6251"0"0,13 9 96 0 0,12 9-251 0 0,-12-3-679 0 0,0 1 1 0 0,-1 0-1 0 0,0 0 0 0 0,0 1 1 0 0,-1 0-1 0 0,0 0 1 0 0,0 0-1 0 0,-1 1 1 0 0,-1-1-1 0 0,1 1 0 0 0,-1 0 1 0 0,-1 0-1 0 0,3 19 1 0 0,-4-16-48 0 0,0-1 0 0 0,-1 1 1 0 0,0-1-1 0 0,-1 1 0 0 0,0-1 1 0 0,-1 1-1 0 0,-1-1 0 0 0,0 0 1 0 0,0 0-1 0 0,-10 23 0 0 0,7-24 95 0 0,5-8-52 0 0,0 0 0 0 0,-1 0 1 0 0,1-1-1 0 0,-1 1 0 0 0,1-1 0 0 0,-1 1 1 0 0,-4 3-1 0 0,5-5 36 0 0,-3-4 10 0 0,4 3-156 0 0,0 0 1 0 0,-1 0 0 0 0,1 0-1 0 0,0 0 1 0 0,-1 0-1 0 0,1 0 1 0 0,0 0 0 0 0,0 0-1 0 0,-1 0 1 0 0,1-1-1 0 0,0 1 1 0 0,0 0 0 0 0,-1 0-1 0 0,1 0 1 0 0,0 0-1 0 0,0-1 1 0 0,-1 1 0 0 0,1 0-1 0 0,0 0 1 0 0,0 0-1 0 0,0-1 1 0 0,-1 1-1 0 0,1 0 1 0 0,0 0 0 0 0,0-1-1 0 0,0 1 1 0 0,0 0-1 0 0,0-1 1 0 0,0 1 0 0 0,0 0-1 0 0,0-1 1 0 0,-1-7 15 0 0,1-1 0 0 0,1 0 0 0 0,0 1-1 0 0,0-1 1 0 0,1 1 0 0 0,0 0 0 0 0,0-1 0 0 0,1 1 0 0 0,0 0 0 0 0,0 0 0 0 0,1 1 0 0 0,5-10 0 0 0,0 2-19 0 0,1 1 1 0 0,0-1-1 0 0,1 2 1 0 0,1 0 0 0 0,14-14-1 0 0,-19 22-7 0 0,-1-1-1 0 0,1 1 1 0 0,1 0 0 0 0,-1 0-1 0 0,1 1 1 0 0,0 0 0 0 0,0 0-1 0 0,0 1 1 0 0,0 0 0 0 0,0 1-1 0 0,1 0 1 0 0,16-2 0 0 0,-19 3 0 0 0,1 1 1 0 0,-1 0 0 0 0,1 1 0 0 0,-1-1-1 0 0,0 2 1 0 0,1-1 0 0 0,-1 0 0 0 0,0 1-1 0 0,0 0 1 0 0,0 1 0 0 0,0-1 0 0 0,0 1 0 0 0,-1 0-1 0 0,1 1 1 0 0,-1-1 0 0 0,0 1 0 0 0,0 0-1 0 0,6 6 1 0 0,-4-2 15 0 0,0 0 0 0 0,0 0 0 0 0,-1 0 0 0 0,0 1 0 0 0,-1 0 0 0 0,0 0 0 0 0,0 1 0 0 0,-1 0 1 0 0,0-1-1 0 0,-1 1 0 0 0,0 0 0 0 0,-1 1 0 0 0,0-1 0 0 0,0 0 0 0 0,-1 1 0 0 0,0-1 0 0 0,-1 1 0 0 0,0-1 0 0 0,-1 1 0 0 0,0-1 0 0 0,-1 1 0 0 0,-3 13 0 0 0,4-21 34 0 0,-6 16 59 0 0,7-19-93 0 0,-1 0 1 0 0,1 0-1 0 0,0 1 0 0 0,0-1 1 0 0,0 0-1 0 0,0 0 1 0 0,0 1-1 0 0,-1-1 1 0 0,1 0-1 0 0,0 0 0 0 0,0 0 1 0 0,0 1-1 0 0,-1-1 1 0 0,1 0-1 0 0,0 0 1 0 0,0 0-1 0 0,-1 0 0 0 0,1 0 1 0 0,0 1-1 0 0,0-1 1 0 0,-1 0-1 0 0,1 0 1 0 0,0 0-1 0 0,0 0 0 0 0,-1 0 1 0 0,1 0-1 0 0,0 0 1 0 0,-1 0-1 0 0,1 0 1 0 0,0 0-1 0 0,0 0 0 0 0,-1 0 1 0 0,1 0-1 0 0,0 0 1 0 0,-1 0-1 0 0,1 0 1 0 0,0 0-1 0 0,0-1 0 0 0,-1 1 1 0 0,1 0-1 0 0,0 0 1 0 0,0 0-1 0 0,-1 0 1 0 0,1 0-1 0 0,0-1 0 0 0,0 1 1 0 0,0 0-1 0 0,-1 0 1 0 0,1-1-1 0 0,0 0-1 0 0,0 0 1 0 0,-1 0-1 0 0,1 1 0 0 0,0-1 0 0 0,0 0 0 0 0,0 0 0 0 0,0 0 1 0 0,0 0-1 0 0,0 0 0 0 0,1 0 0 0 0,-1 0 0 0 0,0 0 0 0 0,0 0 1 0 0,1 0-1 0 0,-1 1 0 0 0,1-2 0 0 0,-1 1 7 0 0,7-20 1 0 0,0 1-1 0 0,1 0 0 0 0,1 0 0 0 0,1 0 1 0 0,1 2-1 0 0,1-1 0 0 0,0 1 1 0 0,1 1-1 0 0,1 0 0 0 0,1 1 0 0 0,0 1 1 0 0,1 0-1 0 0,22-16 0 0 0,-27 23-26 0 0,0 0 0 0 0,1 1-1 0 0,-1 0 1 0 0,2 0 0 0 0,-1 1-1 0 0,21-6 1 0 0,-29 10 8 0 0,-1 1 0 0 0,1 1-1 0 0,-1-1 1 0 0,1 0 0 0 0,-1 1 0 0 0,1 0 0 0 0,0 0-1 0 0,-1 0 1 0 0,1 0 0 0 0,0 0 0 0 0,4 2 0 0 0,-2-1 0 0 0,-4 0 2 0 0,0-1 0 0 0,-1 1 0 0 0,1-1 0 0 0,-1 1 1 0 0,1 0-1 0 0,-1-1 0 0 0,1 1 0 0 0,-1 0 1 0 0,1 0-1 0 0,-1 0 0 0 0,0 0 0 0 0,1 0 0 0 0,-1 1 1 0 0,0-1-1 0 0,0 0 0 0 0,0 0 0 0 0,0 1 1 0 0,0-1-1 0 0,0 1 0 0 0,0-1 0 0 0,-1 1 1 0 0,1-1-1 0 0,-1 1 0 0 0,1-1 0 0 0,-1 1 0 0 0,1 0 1 0 0,-1-1-1 0 0,0 1 0 0 0,1 1 0 0 0,-1 4 9 0 0,0 0 0 0 0,0 1 0 0 0,0-1 0 0 0,-2 13 0 0 0,-14 42 90 0 0,10-44-346 0 0,1 0 0 0 0,1 1 0 0 0,-4 36 0 0 0,8-51-175 0 0,0 1 1 0 0,0-1-1 0 0,0 1 0 0 0,0-1 1 0 0,1 0-1 0 0,0 1 0 0 0,0-1 1 0 0,0 0-1 0 0,1 0 0 0 0,-1 0 0 0 0,1 0 1 0 0,0 0-1 0 0,0 0 0 0 0,1 0 1 0 0,-1-1-1 0 0,1 1 0 0 0,-1-1 0 0 0,1 0 1 0 0,0 1-1 0 0,0-1 0 0 0,7 5 1 0 0,8 3-4223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0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211 209 2228 0 0,'7'-15'1267'0'0,"0"-1"0"0"0,0 1 0 0 0,-2-1 1 0 0,0-1-1 0 0,-1 1 0 0 0,0-1 0 0 0,-1 1 0 0 0,0-21 0 0 0,-3 33-1112 0 0,0 1 1 0 0,0 0-1 0 0,0 0 1 0 0,-1 0-1 0 0,0 0 1 0 0,1 0-1 0 0,-3-6 1 0 0,2 8-142 0 0,1 0 0 0 0,0 1 0 0 0,-1-1 1 0 0,1 0-1 0 0,-1 0 0 0 0,0 1 1 0 0,1-1-1 0 0,-1 0 0 0 0,0 1 0 0 0,1-1 1 0 0,-1 0-1 0 0,0 1 0 0 0,0-1 0 0 0,0 1 1 0 0,1-1-1 0 0,-1 1 0 0 0,0 0 1 0 0,0-1-1 0 0,0 1 0 0 0,0 0 0 0 0,0 0 1 0 0,0 0-1 0 0,0-1 0 0 0,1 1 0 0 0,-1 0 1 0 0,0 0-1 0 0,0 0 0 0 0,0 0 1 0 0,0 1-1 0 0,-1-1 0 0 0,-6 2 25 0 0,-1 1-1 0 0,1 0 1 0 0,0 0 0 0 0,1 1-1 0 0,-1 0 1 0 0,1 1 0 0 0,-1-1-1 0 0,1 1 1 0 0,1 1 0 0 0,-1-1-1 0 0,1 1 1 0 0,-8 9 0 0 0,-5 6 50 0 0,1 2 1 0 0,-23 37-1 0 0,31-44-48 0 0,-14 30 0 0 0,22-42-22 0 0,1 1 1 0 0,-1-1-1 0 0,1 1 1 0 0,-1-1-1 0 0,1 1 0 0 0,1 0 1 0 0,-1-1-1 0 0,1 1 0 0 0,0 0 1 0 0,0 0-1 0 0,0-1 0 0 0,2 9 1 0 0,-2-11-8 0 0,1 0 1 0 0,1 1-1 0 0,-1-1 0 0 0,0 0 1 0 0,0-1-1 0 0,1 1 0 0 0,-1 0 1 0 0,1 0-1 0 0,-1-1 0 0 0,1 1 1 0 0,0 0-1 0 0,0-1 1 0 0,-1 0-1 0 0,1 1 0 0 0,0-1 1 0 0,1 0-1 0 0,-1 0 0 0 0,0 0 1 0 0,0-1-1 0 0,0 1 0 0 0,0 0 1 0 0,1-1-1 0 0,-1 1 0 0 0,0-1 1 0 0,5 0-1 0 0,0 0 0 0 0,-1-1-1 0 0,0 0 1 0 0,1-1-1 0 0,-1 1 1 0 0,0-1-1 0 0,0 0 1 0 0,0-1-1 0 0,0 0 1 0 0,-1 0-1 0 0,1 0 1 0 0,0 0-1 0 0,-1-1 1 0 0,0 0-1 0 0,0 0 1 0 0,0 0-1 0 0,-1-1 1 0 0,8-9-1 0 0,7-10 19 0 0,-2-1 1 0 0,23-43-1 0 0,-25 42 2 0 0,32-63 1528 0 0,-46 87-1458 0 0,3 4-68 0 0,-4-2-34 0 0,1 0 1 0 0,-1 0 0 0 0,0 0-1 0 0,0 0 1 0 0,1 0 0 0 0,-1 0-1 0 0,0 0 1 0 0,0 0 0 0 0,1 0-1 0 0,-1 0 1 0 0,0 0 0 0 0,1 1-1 0 0,-1-1 1 0 0,0 0 0 0 0,0 0-1 0 0,1 0 1 0 0,-1 0 0 0 0,0 0-1 0 0,0 0 1 0 0,0 1 0 0 0,1-1-1 0 0,-1 0 1 0 0,0 0 0 0 0,0 0-1 0 0,0 1 1 0 0,0-1 0 0 0,1 0-1 0 0,-1 0 1 0 0,0 1 0 0 0,0-1-1 0 0,0 0 1 0 0,0 0 0 0 0,0 1-1 0 0,0-1 1 0 0,0 0 0 0 0,0 0-1 0 0,1 1 1 0 0,-10 179 1644 0 0,1-61-1280 0 0,7-101-274 0 0,1 0-1 0 0,5 31 1 0 0,-5-44-408 0 0,1 1-1 0 0,1 0 1 0 0,-1 0 0 0 0,1-1 0 0 0,0 1-1 0 0,0-1 1 0 0,1 0 0 0 0,-1 1-1 0 0,1-1 1 0 0,1 0 0 0 0,6 8 0 0 0,-9-12-36 0 0,0 0 0 0 0,0-1 0 0 0,0 1 0 0 0,0 0 1 0 0,0-1-1 0 0,0 1 0 0 0,0-1 0 0 0,1 1 0 0 0,-1-1 1 0 0,0 0-1 0 0,0 1 0 0 0,1-1 0 0 0,-1 0 0 0 0,0 0 1 0 0,0 0-1 0 0,1 0 0 0 0,-1 0 0 0 0,0 0 0 0 0,0 0 1 0 0,1 0-1 0 0,-1-1 0 0 0,0 1 0 0 0,0 0 0 0 0,1-1 1 0 0,0 0-1 0 0,11-7-5340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0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122 207 1276 0 0,'15'-45'5093'0'0,"-2"-1"-1"0"0,8-62 1 0 0,-22 101-3384 0 0,-5 17-791 0 0,-7 18 301 0 0,-2 26 703 0 0,2 1 0 0 0,-9 79-1 0 0,7-38-626 0 0,-54 360 740 0 0,61-399-2594 0 0,0 21-3687 0 0,8-53-523 0 0,-1-1-4700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77 174 1324 0 0,'-73'-83'15726'0'0,"73"82"-15692"0"0,-1 1 1 0 0,1-1-1 0 0,0 1 0 0 0,-1-1 0 0 0,1 1 0 0 0,0-1 0 0 0,0 1 0 0 0,-1-1 1 0 0,1 1-1 0 0,0-1 0 0 0,0 1 0 0 0,0-1 0 0 0,0 1 0 0 0,0-1 0 0 0,0 1 1 0 0,0-1-1 0 0,0 0 0 0 0,0 1 0 0 0,0-1 0 0 0,0 1 0 0 0,0-1 0 0 0,0 1 1 0 0,0-1-1 0 0,0 1 0 0 0,0-1 0 0 0,1 0 0 0 0,-1 1 0 0 0,0-1 0 0 0,0 1 1 0 0,1-1-1 0 0,-1 1 0 0 0,1-1 0 0 0,13-10 294 0 0,3 4-255 0 0,0 2 0 0 0,1 0-1 0 0,-1 1 1 0 0,1 1 0 0 0,0 1 0 0 0,19 0 0 0 0,-10-1-39 0 0,346-27 69 0 0,-369 30-110 0 0,-1 0 0 0 0,1 0 0 0 0,-1 0 1 0 0,1 1-1 0 0,-1-1 0 0 0,0 1 0 0 0,1 0 0 0 0,-1 0 1 0 0,0 0-1 0 0,0 0 0 0 0,0 1 0 0 0,0-1 0 0 0,0 1 1 0 0,0 0-1 0 0,0 0 0 0 0,0 0 0 0 0,-1 0 0 0 0,1 0 1 0 0,-1 1-1 0 0,1-1 0 0 0,-1 1 0 0 0,0 0 1 0 0,0-1-1 0 0,0 1 0 0 0,-1 0 0 0 0,4 6 0 0 0,2 6 14 0 0,-1 1-1 0 0,-1 0 0 0 0,0 0 0 0 0,2 19 0 0 0,-4-22 1 0 0,6 25 563 0 0,7 78 0 0 0,-15-103-215 0 0,-1 0 0 0 0,-1 0 1 0 0,0 1-1 0 0,0-1 1 0 0,-1 0-1 0 0,-1 0 1 0 0,0 0-1 0 0,-1 0 1 0 0,-9 21-1 0 0,12-31-245 0 0,-1-1-1 0 0,1 1 1 0 0,-1-1 0 0 0,0 1-1 0 0,0-1 1 0 0,0 1 0 0 0,0-1-1 0 0,0 0 1 0 0,0 0 0 0 0,-1 0-1 0 0,1 0 1 0 0,-1 0 0 0 0,1-1-1 0 0,-1 1 1 0 0,0-1 0 0 0,1 0-1 0 0,-1 1 1 0 0,0-1 0 0 0,0-1-1 0 0,0 1 1 0 0,-5 1 0 0 0,6-2-78 0 0,-1 0 0 0 0,1-1 0 0 0,0 1 0 0 0,-1 0 0 0 0,1-1 0 0 0,0 1 0 0 0,-1-1 0 0 0,1 0 0 0 0,0 0 0 0 0,-1 1 0 0 0,1-2 0 0 0,0 1 0 0 0,0 0 0 0 0,0 0 0 0 0,0-1 0 0 0,0 1 0 0 0,0-1 0 0 0,1 1 0 0 0,-1-1 0 0 0,0 0 0 0 0,1 0 1 0 0,-1 0-1 0 0,1 0 0 0 0,0 0 0 0 0,0 0 0 0 0,0 0 0 0 0,-2-4 0 0 0,1 2-28 0 0,1-1 1 0 0,-1 1-1 0 0,1 0 1 0 0,0-1-1 0 0,1 1 1 0 0,-1 0-1 0 0,1-1 1 0 0,-1 1-1 0 0,1-1 1 0 0,1 1-1 0 0,-1-1 1 0 0,0 1-1 0 0,1 0 1 0 0,2-7-1 0 0,-1 4-72 0 0,1 1-1 0 0,0-1 0 0 0,0 1 1 0 0,1-1-1 0 0,0 1 0 0 0,0 0 1 0 0,0 0-1 0 0,7-6 0 0 0,2-1-229 0 0,1 0-1 0 0,1 1 0 0 0,0 1 1 0 0,0 0-1 0 0,1 1 1 0 0,18-8-1 0 0,49-21-1394 0 0,106-33 0 0 0,-114 39 2151 0 0,-73 32-308 0 0,8 1 63 0 0,-10 0-206 0 0,0-1 1 0 0,0 1-1 0 0,1 0 0 0 0,-1 0 1 0 0,0 0-1 0 0,1 0 0 0 0,-1 0 1 0 0,0 0-1 0 0,1 0 1 0 0,-1-1-1 0 0,1 1 0 0 0,-1 0 1 0 0,0 0-1 0 0,1 0 0 0 0,-1 0 1 0 0,0 1-1 0 0,1-1 1 0 0,-1 0-1 0 0,0 0 0 0 0,1 0 1 0 0,-1 0-1 0 0,0 0 0 0 0,1 0 1 0 0,-1 0-1 0 0,0 1 1 0 0,1-1-1 0 0,-1 0 0 0 0,0 0 1 0 0,0 1-1 0 0,1-1 1 0 0,-1 0-1 0 0,0 0 0 0 0,0 1 1 0 0,1-1-1 0 0,-1 0 0 0 0,0 0 1 0 0,0 1-1 0 0,0-1 1 0 0,1 0-1 0 0,-1 1 0 0 0,0-1 1 0 0,0 0-1 0 0,0 1 0 0 0,0-1 1 0 0,0 0-1 0 0,0 1 1 0 0,0-1-1 0 0,0 1 0 0 0,0-1 1 0 0,0 0-1 0 0,0 1 0 0 0,0-1 1 0 0,0 0-1 0 0,0 1 1 0 0,0-1-1 0 0,0 0 0 0 0,0 1 1 0 0,-1-1-1 0 0,1 0 0 0 0,0 1 1 0 0,0-1-1 0 0,0 0 1 0 0,-1 1-1 0 0,-30 113 2317 0 0,19-78-2003 0 0,2 1 1 0 0,1 0 0 0 0,2 1 0 0 0,-4 62-1 0 0,11-97-315 0 0,1 0-1 0 0,-1 1 1 0 0,0-1-1 0 0,1 0 0 0 0,0 0 1 0 0,0-1-1 0 0,-1 1 1 0 0,4 5-1 0 0,-4-7-97 0 0,1 0 0 0 0,-1 0 1 0 0,1 0-1 0 0,0 0 0 0 0,0 0 0 0 0,-1 0 1 0 0,1 0-1 0 0,0 0 0 0 0,0 0 0 0 0,0-1 1 0 0,0 1-1 0 0,0 0 0 0 0,0-1 0 0 0,0 1 1 0 0,0-1-1 0 0,0 1 0 0 0,0-1 0 0 0,0 1 1 0 0,0-1-1 0 0,0 0 0 0 0,0 1 0 0 0,1-1 1 0 0,-1 0-1 0 0,0 0 0 0 0,0 0 0 0 0,2 0 1 0 0,2 0-533 0 0,0-1 1 0 0,0 0-1 0 0,0 0 1 0 0,0-1-1 0 0,0 1 1 0 0,-1-1-1 0 0,1 0 1 0 0,0 0-1 0 0,7-5 1 0 0,-6 2-1017 0 0,0 1 0 0 0,-1-1 0 0 0,0 0 0 0 0,7-7 1 0 0,6-9-5303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53 1764 0 0,'-6'-12'2396'0'0,"-1"3"-447"0"0,2 2-417 0 0,0 1 624 0 0,-2-6-876 0 0,-2 5-220 0 0,-8 7-1352 0 0,9 7-1132 0 0,1 5-2756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2380 0 0,'0'0'10655'0'0,"2"1"-9383"0"0,4 2-613 0 0,0 1 0 0 0,0 0 0 0 0,-1 0 0 0 0,1 1-1 0 0,-1 0 1 0 0,0 0 0 0 0,0 0 0 0 0,6 9 0 0 0,33 52 2314 0 0,-42-63-2824 0 0,108 203 3107 0 0,-49-65-4421 0 0,-55-129 548 0 0,1-5-3439 0 0,-6-6 3777 0 0,-1-1 1 0 0,1 0 0 0 0,-1 0-1 0 0,1 0 1 0 0,-1 0-1 0 0,1 0 1 0 0,-1 0-1 0 0,1 0 1 0 0,-1 0-1 0 0,1 0 1 0 0,-1 0-1 0 0,1 0 1 0 0,-1 0-1 0 0,1-1 1 0 0,-1 1-1 0 0,1 0 1 0 0,-1 0-1 0 0,1 0 1 0 0,-1-1-1 0 0,1 1 1 0 0,-1 0-1 0 0,1-1 1 0 0,-1 1-1 0 0,0 0 1 0 0,1-1-1 0 0,-1 1 1 0 0,1 0 0 0 0,-1-1-1 0 0,0 1 1 0 0,0-1-1 0 0,1 1 1 0 0,-1-1-1 0 0,0 1 1 0 0,0-1-1 0 0,1 1 1 0 0,-1-1-1 0 0,0 1 1 0 0,0-1-1 0 0,0 1 1 0 0,0-1-1 0 0,0 0 1 0 0,5-11-6399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479 111 1840 0 0,'2'-13'2449'0'0,"1"-1"-1"0"0,-2 0 0 0 0,0-26 1 0 0,-1 31-1528 0 0,0 8-864 0 0,0 0 0 0 0,0 0-1 0 0,-1 0 1 0 0,1 1 0 0 0,0-1-1 0 0,0 0 1 0 0,0 0 0 0 0,-1 0-1 0 0,1 1 1 0 0,0-1 0 0 0,-1 0 0 0 0,1 0-1 0 0,0 1 1 0 0,-1-1 0 0 0,1 0-1 0 0,-1 1 1 0 0,1-1 0 0 0,-1 0-1 0 0,0 1 1 0 0,1-1 0 0 0,-1 1 0 0 0,0-1-1 0 0,1 1 1 0 0,-1-1 0 0 0,0 1-1 0 0,1 0 1 0 0,-1-1 0 0 0,0 1-1 0 0,0 0 1 0 0,0-1 0 0 0,1 1 0 0 0,-1 0-1 0 0,0 0 1 0 0,0 0 0 0 0,0 0-1 0 0,0 0 1 0 0,1 0 0 0 0,-1 0-1 0 0,0 0 1 0 0,0 0 0 0 0,0 0 0 0 0,0 1-1 0 0,1-1 1 0 0,-3 1 0 0 0,-34 11 836 0 0,36-11-814 0 0,-25 12 207 0 0,2 1 0 0 0,0 0 1 0 0,1 2-1 0 0,0 1 0 0 0,-21 21 0 0 0,5 0-65 0 0,-56 69 0 0 0,24-8-1398 0 0,30-31-7903 0 0,32-53 3503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29 460 0 0,'-23'-29'18236'0'0,"18"32"-17707"0"0,5-3-507 0 0,-1 0 0 0 0,1 0-1 0 0,-1 0 1 0 0,1 1 0 0 0,-1-1-1 0 0,1 0 1 0 0,-1 0 0 0 0,1 0-1 0 0,-1 0 1 0 0,1 1 0 0 0,0-1-1 0 0,-1 0 1 0 0,1 0 0 0 0,-1 1-1 0 0,1-1 1 0 0,0 0 0 0 0,-1 1-1 0 0,1-1 1 0 0,0 0 0 0 0,-1 1-1 0 0,1-1 1 0 0,0 0 0 0 0,0 1-1 0 0,-1 0 1 0 0,-49 121 2089 0 0,-43 111-1310 0 0,73-181-4724 0 0,20-50 2405 0 0,19-6-6983 0 0,-6-6 2168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91 2624 0 0,'56'-77'10431'0'0,"-55"77"-10398"0"0,-1 0 0 0 0,0 0 0 0 0,0-1 0 0 0,1 1 0 0 0,-1 0 1 0 0,0 0-1 0 0,0-1 0 0 0,1 1 0 0 0,-1 0 0 0 0,0 0 0 0 0,0-1 1 0 0,0 1-1 0 0,0 0 0 0 0,1-1 0 0 0,-1 1 0 0 0,0 0 1 0 0,0 0-1 0 0,0-1 0 0 0,0 1 0 0 0,0 0 0 0 0,0-1 0 0 0,0 1 1 0 0,0 0-1 0 0,0-1 0 0 0,0 1 0 0 0,0 0 0 0 0,0-1 0 0 0,0 1 1 0 0,0 0-1 0 0,0-1 0 0 0,0 1 0 0 0,-1 0 0 0 0,1-1 1 0 0,0 1-1 0 0,0 0 0 0 0,0-1 0 0 0,0 1 0 0 0,-1 0 0 0 0,1 0 1 0 0,0-1-1 0 0,0 1 0 0 0,0 0 0 0 0,-1 0 0 0 0,1 0 0 0 0,0-1 1 0 0,0 1-1 0 0,-1 0 0 0 0,1 0 0 0 0,0 0 0 0 0,-1 0 0 0 0,1-1 1 0 0,0 1-1 0 0,-1 0 0 0 0,1 0 0 0 0,0 0 0 0 0,-1 0 1 0 0,1 0-1 0 0,0 0 0 0 0,-1 0 0 0 0,1 0 0 0 0,-1 0 0 0 0,-19 1 868 0 0,6 4-642 0 0,0 0 1 0 0,0 1-1 0 0,0 1 0 0 0,1 0 1 0 0,0 0-1 0 0,0 2 0 0 0,1-1 0 0 0,-18 17 1 0 0,27-22-219 0 0,-1 1 1 0 0,1-1 0 0 0,-1 1 0 0 0,1 0 0 0 0,0-1-1 0 0,1 1 1 0 0,-1 1 0 0 0,-3 7 0 0 0,5-11-33 0 0,1 0 0 0 0,0 0 0 0 0,0 0 1 0 0,0 0-1 0 0,0 0 0 0 0,0 0 1 0 0,0 0-1 0 0,0 0 0 0 0,0 0 0 0 0,0 0 1 0 0,0 0-1 0 0,1 0 0 0 0,-1 0 0 0 0,0 0 1 0 0,1 0-1 0 0,-1 0 0 0 0,0 0 0 0 0,1 0 1 0 0,-1-1-1 0 0,1 1 0 0 0,0 0 0 0 0,-1 0 1 0 0,1 0-1 0 0,0-1 0 0 0,-1 1 0 0 0,1 0 1 0 0,0-1-1 0 0,1 2 0 0 0,26 15 112 0 0,-24-15-106 0 0,18 7 127 0 0,34 11 1 0 0,-41-16-88 0 0,-1 0 1 0 0,1 2-1 0 0,-1 0 1 0 0,0 0 0 0 0,-1 1-1 0 0,22 15 1 0 0,-33-21 42 0 0,0 1 1 0 0,1 0 0 0 0,-1 0-1 0 0,0 0 1 0 0,0 0 0 0 0,0 1-1 0 0,0-1 1 0 0,-1 0 0 0 0,1 1-1 0 0,-1-1 1 0 0,1 1 0 0 0,-1 0-1 0 0,0-1 1 0 0,0 1-1 0 0,0 0 1 0 0,0 0 0 0 0,-1-1-1 0 0,1 1 1 0 0,-1 0 0 0 0,1 0-1 0 0,-1 0 1 0 0,0 0 0 0 0,0 0-1 0 0,-1 0 1 0 0,1 0 0 0 0,0 0-1 0 0,-1 0 1 0 0,0-1-1 0 0,0 1 1 0 0,0 0 0 0 0,0 0-1 0 0,0-1 1 0 0,0 1 0 0 0,-1-1-1 0 0,-2 4 1 0 0,0 0 115 0 0,-1 0-1 0 0,1-1 1 0 0,-1 1 0 0 0,-1-1 0 0 0,1 0-1 0 0,-1-1 1 0 0,0 0 0 0 0,0 1-1 0 0,0-2 1 0 0,0 1 0 0 0,-1-1 0 0 0,0 0-1 0 0,-7 2 1 0 0,6-2-162 0 0,-1-1 0 0 0,0-1 0 0 0,1 0 0 0 0,-1 0 0 0 0,0 0 0 0 0,1-1 0 0 0,-1-1 0 0 0,0 1 0 0 0,1-2 0 0 0,-1 1 0 0 0,0-1 0 0 0,-15-5 0 0 0,19 5-332 0 0,0-1 0 0 0,0 1 0 0 0,1-1 0 0 0,-1 0 0 0 0,1 0 0 0 0,-1 0 0 0 0,1-1 0 0 0,0 0 0 0 0,-5-5 0 0 0,6 5-346 0 0,0 0 0 0 0,1 0-1 0 0,-1-1 1 0 0,1 1 0 0 0,0-1-1 0 0,0 1 1 0 0,0-1 0 0 0,1 0-1 0 0,-1 1 1 0 0,1-1 0 0 0,-1-7 0 0 0,0-27-6695 0 0,3 17 342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3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94 1352 0 0,'-1'-12'3658'0'0,"0"0"0"0"0,-6-22 0 0 0,-4 1-579 0 0,10 31-3523 0 0,-15 10-4633 0 0,13-4 1882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93 141 608 0 0,'12'-36'8554'0'0,"-11"33"-8021"0"0,0-1 0 0 0,0 0 0 0 0,0 1 0 0 0,-1-1 0 0 0,0 0 1 0 0,0 0-1 0 0,0 1 0 0 0,-1-6 0 0 0,1 8-517 0 0,0 1 1 0 0,0 0-1 0 0,0-1 1 0 0,0 1-1 0 0,-1 0 1 0 0,1-1-1 0 0,0 1 0 0 0,0 0 1 0 0,-1-1-1 0 0,1 1 1 0 0,0 0-1 0 0,-1 0 1 0 0,1-1-1 0 0,0 1 0 0 0,-1 0 1 0 0,1 0-1 0 0,0 0 1 0 0,-1-1-1 0 0,1 1 1 0 0,0 0-1 0 0,-1 0 1 0 0,1 0-1 0 0,-1 0 0 0 0,1 0 1 0 0,0 0-1 0 0,-1 0 1 0 0,1 0-1 0 0,-1 0 1 0 0,1 0-1 0 0,0 0 0 0 0,-1 0 1 0 0,1 0-1 0 0,-1 0 1 0 0,1 0-1 0 0,0 0 1 0 0,-1 0-1 0 0,1 0 1 0 0,-1 1-1 0 0,1-1 0 0 0,0 0 1 0 0,-1 0-1 0 0,1 0 1 0 0,0 1-1 0 0,-1-1 1 0 0,1 0-1 0 0,-1 1 0 0 0,-15 12 212 0 0,8-4-195 0 0,0 1-1 0 0,0 0 1 0 0,1 0-1 0 0,1 1 1 0 0,0 0-1 0 0,0 0 1 0 0,1 1-1 0 0,1 0 1 0 0,0 0-1 0 0,0 0 1 0 0,1 0-1 0 0,1 0 1 0 0,0 0-1 0 0,0 1 1 0 0,2-1-1 0 0,-1 1 1 0 0,3 17-1 0 0,-1-24 47 0 0,0 1 0 0 0,1 0-1 0 0,0-1 1 0 0,0 0-1 0 0,1 1 1 0 0,0-1-1 0 0,0 0 1 0 0,0 0 0 0 0,0 0-1 0 0,1-1 1 0 0,0 1-1 0 0,1-1 1 0 0,-1 0-1 0 0,1 0 1 0 0,0-1 0 0 0,0 1-1 0 0,0-1 1 0 0,1 0-1 0 0,-1 0 1 0 0,1-1-1 0 0,0 0 1 0 0,13 5 0 0 0,-12-5-29 0 0,1-1 0 0 0,0 0 1 0 0,0 0-1 0 0,0 0 0 0 0,0-1 1 0 0,0-1-1 0 0,0 1 1 0 0,0-1-1 0 0,0-1 0 0 0,0 1 1 0 0,0-1-1 0 0,0-1 1 0 0,0 0-1 0 0,0 0 0 0 0,-1 0 1 0 0,1-1-1 0 0,-1 0 1 0 0,1 0-1 0 0,7-6 0 0 0,-10 6-22 0 0,0-1 0 0 0,0 0-1 0 0,0 0 1 0 0,0-1-1 0 0,-1 1 1 0 0,1-1-1 0 0,-1 0 1 0 0,-1 0 0 0 0,1-1-1 0 0,0 1 1 0 0,-1-1-1 0 0,4-9 1 0 0,-4 5-9 0 0,0 1-1 0 0,-1 0 0 0 0,0-1 1 0 0,0 0-1 0 0,-1 1 1 0 0,0-1-1 0 0,-1-18 1 0 0,-2 13-19 0 0,0-1 0 0 0,0 0 0 0 0,-2 1 0 0 0,0-1 0 0 0,0 1 0 0 0,-2 0 0 0 0,0 1 0 0 0,0-1 0 0 0,-1 1 0 0 0,-11-16 0 0 0,14 25-8 0 0,0 0 0 0 0,-1 0 0 0 0,1 1 0 0 0,-1-1 0 0 0,0 1 1 0 0,0 0-1 0 0,0 0 0 0 0,-1 0 0 0 0,1 1 0 0 0,-1 0 0 0 0,0 0 0 0 0,0 1 0 0 0,0-1 0 0 0,0 1 0 0 0,-1 0 0 0 0,-11-1 0 0 0,13 2 5 0 0,0 1-1 0 0,-1 0 0 0 0,1 0 0 0 0,0 0 0 0 0,0 0 0 0 0,0 1 1 0 0,-1 0-1 0 0,1 0 0 0 0,0 1 0 0 0,0-1 0 0 0,0 1 1 0 0,0 0-1 0 0,1 0 0 0 0,-1 1 0 0 0,1-1 0 0 0,-1 1 0 0 0,1 0 1 0 0,0 1-1 0 0,0-1 0 0 0,0 1 0 0 0,-6 6 0 0 0,9-9 5 0 0,0 1 0 0 0,0-1 0 0 0,-1 0-1 0 0,1 1 1 0 0,0-1 0 0 0,0 1 0 0 0,0-1-1 0 0,0 1 1 0 0,1-1 0 0 0,-1 1 0 0 0,0 0-1 0 0,1-1 1 0 0,-1 1 0 0 0,1 0 0 0 0,0-1-1 0 0,-1 1 1 0 0,1 0 0 0 0,0 0 0 0 0,0 0-1 0 0,0-1 1 0 0,0 1 0 0 0,0 0-1 0 0,1 0 1 0 0,-1-1 0 0 0,1 1 0 0 0,-1 0-1 0 0,1-1 1 0 0,-1 1 0 0 0,1 0 0 0 0,0-1-1 0 0,0 1 1 0 0,0-1 0 0 0,0 1 0 0 0,0-1-1 0 0,0 1 1 0 0,0-1 0 0 0,2 2 0 0 0,1 0 3 0 0,0 0 0 0 0,1 0 0 0 0,-1 0 0 0 0,1-1 0 0 0,-1 0 0 0 0,1 0 0 0 0,0 0 0 0 0,0-1 0 0 0,0 1 0 0 0,0-1 0 0 0,0 0 0 0 0,6 0 0 0 0,20-1-2 0 0,1-1 0 0 0,-1-1 0 0 0,1-2 0 0 0,-1-1 0 0 0,31-9 0 0 0,-26 5-27 0 0,0 2 0 0 0,1 2 0 0 0,39-2 0 0 0,-70 8 18 0 0,1-1 0 0 0,-1 1-1 0 0,0 0 1 0 0,0 0 0 0 0,0 1 0 0 0,0 0-1 0 0,0 0 1 0 0,0 0 0 0 0,0 1 0 0 0,-1 0-1 0 0,1 0 1 0 0,-1 0 0 0 0,0 1 0 0 0,0-1-1 0 0,0 1 1 0 0,0 1 0 0 0,-1-1 0 0 0,0 1-1 0 0,0-1 1 0 0,0 1 0 0 0,0 1 0 0 0,-1-1 0 0 0,0 0-1 0 0,5 12 1 0 0,-1-1 10 0 0,-1 0 1 0 0,0 0-1 0 0,-2 1 1 0 0,0-1-1 0 0,-1 1 1 0 0,0 0-1 0 0,-1 34 1 0 0,-1-45 217 0 0,-2-1 1 0 0,1 0-1 0 0,-1 0 1 0 0,0 0-1 0 0,0 0 1 0 0,0 0-1 0 0,-1 0 1 0 0,1 0 0 0 0,-1 0-1 0 0,-1-1 1 0 0,1 1-1 0 0,0 0 1 0 0,-6 5-1 0 0,7-9-147 0 0,0 0 0 0 0,0-1 0 0 0,-1 1 0 0 0,1-1 0 0 0,0 1 0 0 0,-1-1-1 0 0,1 1 1 0 0,-1-1 0 0 0,1 0 0 0 0,0 1 0 0 0,-1-1 0 0 0,1 0 0 0 0,-1 0 0 0 0,1 0-1 0 0,-1 0 1 0 0,1-1 0 0 0,-1 1 0 0 0,1 0 0 0 0,0-1 0 0 0,-1 1 0 0 0,1 0 0 0 0,-1-1-1 0 0,1 0 1 0 0,0 1 0 0 0,0-1 0 0 0,-1 0 0 0 0,1 0 0 0 0,0 1 0 0 0,-1-2 0 0 0,0 0-59 0 0,1 0 0 0 0,-1 0 0 0 0,1 0 1 0 0,0 0-1 0 0,0 0 0 0 0,0 0 0 0 0,0 0 1 0 0,0 0-1 0 0,0 0 0 0 0,1-1 0 0 0,-1 1 1 0 0,1 0-1 0 0,0 0 0 0 0,-1-1 0 0 0,1 1 1 0 0,0 0-1 0 0,0-1 0 0 0,0 1 0 0 0,2-4 1 0 0,-1 1-33 0 0,0 0 1 0 0,1 1 0 0 0,0-1-1 0 0,0 1 1 0 0,1 0 0 0 0,-1 0 0 0 0,1 0-1 0 0,0 0 1 0 0,4-4 0 0 0,6-6-464 0 0,1 1 0 0 0,1 1 0 0 0,29-20 1 0 0,51-29-3106 0 0,64-44-7832 0 0,-132 85 6794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4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102 112 1536 0 0,'5'-13'2081'0'0,"-1"0"1"0"0,-1-1-1 0 0,0 0 0 0 0,-1 0 1 0 0,0-24-1 0 0,-2 37-2055 0 0,0 1 0 0 0,0 0-1 0 0,0 0 1 0 0,0 0 0 0 0,0 0 0 0 0,0 0 0 0 0,0-1 0 0 0,0 1 0 0 0,1 0-1 0 0,-1 0 1 0 0,0 0 0 0 0,0 0 0 0 0,0-1 0 0 0,-1 1 0 0 0,1 0-1 0 0,0 0 1 0 0,0 0 0 0 0,0 0 0 0 0,0 0 0 0 0,0-1 0 0 0,0 1-1 0 0,0 0 1 0 0,0 0 0 0 0,0 0 0 0 0,0 0 0 0 0,0 0 0 0 0,0-1-1 0 0,0 1 1 0 0,-1 0 0 0 0,1 0 0 0 0,0 0 0 0 0,0 0 0 0 0,0 0 0 0 0,0 0-1 0 0,0 0 1 0 0,0 0 0 0 0,-1-1 0 0 0,1 1 0 0 0,0 0 0 0 0,0 0-1 0 0,0 0 1 0 0,0 0 0 0 0,0 0 0 0 0,-1 0 0 0 0,1 0 0 0 0,0 0-1 0 0,0 0 1 0 0,0 0 0 0 0,0 0 0 0 0,-1 0 0 0 0,1 0 0 0 0,0 0-1 0 0,0 0 1 0 0,0 0 0 0 0,0 0 0 0 0,-1 0 0 0 0,1 0 0 0 0,0 1 0 0 0,0-1-1 0 0,0 0 1 0 0,-9 12 1214 0 0,-7 22 487 0 0,7-6-596 0 0,1-1 1 0 0,1 2-1 0 0,-5 41 1 0 0,0 90 1682 0 0,7-71-1902 0 0,-10 84 304 0 0,-7 120-1436 0 0,21-254-1884 0 0,3-16-3431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56 258 1760 0 0,'-55'-58'11995'0'0,"54"57"-11101"0"0,1 0-865 0 0,0 1-1 0 0,1-1 1 0 0,-1 1-1 0 0,0-1 0 0 0,0 1 1 0 0,1-1-1 0 0,-1 1 1 0 0,1-1-1 0 0,-1 1 1 0 0,0 0-1 0 0,1-1 0 0 0,-1 1 1 0 0,1 0-1 0 0,-1-1 1 0 0,0 1-1 0 0,1 0 1 0 0,-1-1-1 0 0,1 1 0 0 0,-1 0 1 0 0,1 0-1 0 0,-1 0 1 0 0,1 0-1 0 0,0-1 1 0 0,-1 1-1 0 0,1 0 0 0 0,-1 0 1 0 0,2 0-1 0 0,15-1 157 0 0,-16 1-173 0 0,119 0 517 0 0,12-1-321 0 0,-108 0-278 0 0,1-2-1 0 0,-1-1 1 0 0,32-8-1 0 0,-48 9-3 0 0,1 0 0 0 0,-1 0 0 0 0,1-1 0 0 0,-1 0 0 0 0,-1 0-1 0 0,1-1 1 0 0,0 0 0 0 0,-1-1 0 0 0,0 1 0 0 0,11-13 0 0 0,-6 3-13 0 0,0 0 1 0 0,-1-1 0 0 0,-1-1 0 0 0,11-24 0 0 0,-19 38-24 0 0,-8 12 138 0 0,-8 17 254 0 0,1 10 399 0 0,1 1-1 0 0,2 1 0 0 0,-7 52 0 0 0,-5 120 619 0 0,17-149-1119 0 0,2-23 10 0 0,-6 99 1423 0 0,9-135-920 0 0,6-9-651 0 0,0-1 1 0 0,-1 1 0 0 0,0-1-1 0 0,0-1 1 0 0,6-12 0 0 0,11-21-62 0 0,-13 29-12 0 0,1 0-1 0 0,0 0 1 0 0,1 1 0 0 0,1 1-1 0 0,0 0 1 0 0,0 0 0 0 0,25-16-1 0 0,-35 26 23 0 0,-1 0 0 0 0,1 0 0 0 0,-1 1 0 0 0,1-1 0 0 0,0 0 0 0 0,-1 0 0 0 0,1 1-1 0 0,0-1 1 0 0,-1 1 0 0 0,1-1 0 0 0,0 1 0 0 0,0 0 0 0 0,-1 0 0 0 0,1 0 0 0 0,0 0 0 0 0,0 0 0 0 0,0 0-1 0 0,-1 0 1 0 0,1 0 0 0 0,0 1 0 0 0,2 0 0 0 0,-2 0 7 0 0,0 1-1 0 0,0-1 1 0 0,-1 0 0 0 0,1 1-1 0 0,-1-1 1 0 0,1 1-1 0 0,-1 0 1 0 0,1-1 0 0 0,-1 1-1 0 0,0 0 1 0 0,0 0-1 0 0,0 0 1 0 0,0 0 0 0 0,0 0-1 0 0,0 2 1 0 0,2 7 9 0 0,0 0 0 0 0,-1 0 0 0 0,-1 0 0 0 0,0 1 0 0 0,0 13 0 0 0,-1-6-459 0 0,1 0 0 0 0,0 1 0 0 0,2-1 0 0 0,7 33 0 0 0,-8-46-99 0 0,0-1 1 0 0,1 1-1 0 0,-1 0 0 0 0,1-1 0 0 0,0 0 0 0 0,0 1 1 0 0,1-1-1 0 0,5 6 0 0 0,-7-9 19 0 0,1 1-1 0 0,0-1 1 0 0,0 1-1 0 0,0-1 1 0 0,0 0-1 0 0,1 0 1 0 0,-1 0-1 0 0,0-1 1 0 0,1 1-1 0 0,-1-1 1 0 0,1 0-1 0 0,0 0 1 0 0,-1 0-1 0 0,7 1 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3568 0 0,'14'-29'2368'0'0,"-1"1"0"0"0,-2-2 0 0 0,0 0 0 0 0,8-46 0 0 0,-16 66-1697 0 0,-3 7-112 0 0,-3 26-263 0 0,0-12-162 0 0,1 0 0 0 0,1 1-1 0 0,0-1 1 0 0,0 0 0 0 0,1 1 0 0 0,0-1-1 0 0,1 1 1 0 0,3 12 0 0 0,-3-20-34 0 0,0 1 1 0 0,0-1-1 0 0,0 0 1 0 0,1 0-1 0 0,-1 1 1 0 0,1-1-1 0 0,0 0 1 0 0,0 0-1 0 0,1-1 1 0 0,-1 1-1 0 0,1 0 1 0 0,-1-1-1 0 0,1 0 0 0 0,1 1 1 0 0,-1-1-1 0 0,0 0 1 0 0,1-1-1 0 0,-1 1 1 0 0,1-1-1 0 0,0 1 1 0 0,0-1-1 0 0,0 0 1 0 0,6 2-1 0 0,-6-3-32 0 0,1 0 0 0 0,-1 0-1 0 0,0 0 1 0 0,0-1-1 0 0,1 0 1 0 0,-1 1 0 0 0,1-2-1 0 0,-1 1 1 0 0,0 0 0 0 0,1-1-1 0 0,-1 0 1 0 0,0 0 0 0 0,0 0-1 0 0,0 0 1 0 0,0-1-1 0 0,5-2 1 0 0,-4 1-31 0 0,0-1 0 0 0,0 1 1 0 0,0-1-1 0 0,-1 0 0 0 0,1 0 0 0 0,-1 0 0 0 0,0-1 1 0 0,-1 1-1 0 0,1-1 0 0 0,5-10 0 0 0,-4 6-40 0 0,-1 1-1 0 0,-1-1 0 0 0,1 0 0 0 0,-1-1 1 0 0,-1 1-1 0 0,0 0 0 0 0,0-1 0 0 0,-1 1 1 0 0,0-1-1 0 0,0 0 0 0 0,-1 1 0 0 0,-1-1 1 0 0,0 1-1 0 0,-3-16 0 0 0,2 18-20 0 0,-1 0 0 0 0,0 1 1 0 0,-1 0-1 0 0,0-1 0 0 0,0 1 0 0 0,0 0 0 0 0,0 1 0 0 0,-1-1 1 0 0,0 1-1 0 0,0 0 0 0 0,-1 0 0 0 0,1 1 0 0 0,-1-1 1 0 0,0 1-1 0 0,0 0 0 0 0,-1 1 0 0 0,-6-4 0 0 0,9 5-169 0 0,0 1-1 0 0,0-1 1 0 0,0 0-1 0 0,-1 1 0 0 0,1 0 1 0 0,0 0-1 0 0,0 0 1 0 0,-1 1-1 0 0,1-1 1 0 0,0 1-1 0 0,-1 0 1 0 0,1 0-1 0 0,-1 0 1 0 0,1 1-1 0 0,0 0 0 0 0,0 0 1 0 0,-1 0-1 0 0,1 0 1 0 0,0 1-1 0 0,0-1 1 0 0,0 1-1 0 0,0 0 1 0 0,0 0-1 0 0,1 1 1 0 0,-1-1-1 0 0,1 1 0 0 0,-1 0 1 0 0,1-1-1 0 0,-4 6 1 0 0,6-7-80 0 0,0 1 0 0 0,0-1 0 0 0,0 0 1 0 0,0 1-1 0 0,1-1 0 0 0,-1 1 0 0 0,1-1 0 0 0,-1 0 0 0 0,1 1 1 0 0,-1-1-1 0 0,1 1 0 0 0,0-1 0 0 0,0 1 0 0 0,0-1 1 0 0,0 1-1 0 0,0 0 0 0 0,0-1 0 0 0,0 1 0 0 0,0-1 1 0 0,1 1-1 0 0,-1-1 0 0 0,1 1 0 0 0,-1-1 0 0 0,1 0 0 0 0,-1 1 1 0 0,1-1-1 0 0,0 0 0 0 0,0 1 0 0 0,0-1 0 0 0,-1 0 1 0 0,1 0-1 0 0,2 2 0 0 0,7 7-4137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6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850 191 1668 0 0,'1'-4'582'0'0,"0"-1"1"0"0,1 1-1 0 0,-2 0 0 0 0,1 0 0 0 0,0-1 0 0 0,-1 1 1 0 0,0 0-1 0 0,0-1 0 0 0,0 1 0 0 0,0 0 0 0 0,-1-1 0 0 0,0 1 1 0 0,0 0-1 0 0,0-1 0 0 0,0 1 0 0 0,-1 0 0 0 0,0 0 1 0 0,-3-6-1 0 0,4 9-525 0 0,0 0 1 0 0,-1 0 0 0 0,1 0-1 0 0,0 0 1 0 0,-1 0-1 0 0,1 1 1 0 0,-1-1-1 0 0,1 0 1 0 0,0 1-1 0 0,-1-1 1 0 0,0 1 0 0 0,1 0-1 0 0,-1-1 1 0 0,1 1-1 0 0,-1 0 1 0 0,1 0-1 0 0,-1 0 1 0 0,-2 0-1 0 0,-1 1 32 0 0,0-1 0 0 0,1 1-1 0 0,-1 0 1 0 0,1 0 0 0 0,-7 2-1 0 0,-5 5 104 0 0,1 0 0 0 0,0 1 0 0 0,0 1 0 0 0,1 0 0 0 0,1 1 0 0 0,0 0 0 0 0,0 1 0 0 0,1 1 0 0 0,1 0 0 0 0,-14 19 0 0 0,15-17-61 0 0,0 1 1 0 0,-13 28 0 0 0,6 8 66 0 0,15-48-178 0 0,1-1 1 0 0,1 0-1 0 0,-1 1 0 0 0,1-1 1 0 0,-1 1-1 0 0,1-1 0 0 0,0 1 0 0 0,0-1 1 0 0,0 0-1 0 0,1 1 0 0 0,-1-1 0 0 0,1 1 1 0 0,0-1-1 0 0,0 0 0 0 0,0 1 1 0 0,0-1-1 0 0,1 0 0 0 0,-1 0 0 0 0,1 0 1 0 0,0 0-1 0 0,0 0 0 0 0,0 0 0 0 0,0-1 1 0 0,0 1-1 0 0,0-1 0 0 0,1 1 0 0 0,0-1 1 0 0,-1 0-1 0 0,5 2 0 0 0,-6-3-12 0 0,1-1 0 0 0,0 1 0 0 0,0-1 0 0 0,0 0 0 0 0,0 1 0 0 0,0-1 0 0 0,0 0 0 0 0,0-1 0 0 0,0 1 0 0 0,0 0 0 0 0,0-1 0 0 0,0 1-1 0 0,0-1 1 0 0,0 1 0 0 0,0-1 0 0 0,1-1 0 0 0,29-16 43 0 0,-21 5-40 0 0,1 1 0 0 0,-2-2 0 0 0,0 1 0 0 0,0-1 0 0 0,-1-1 0 0 0,-1 0 0 0 0,7-17 0 0 0,16-26 153 0 0,-24 48-200 0 0,-3 10-12 0 0,-4 21 30 0 0,-78 553 4391 0 0,28-244-3023 0 0,36-263-982 0 0,-3-1 0 0 0,-48 120 0 0 0,59-172-174 0 0,-1 0-1 0 0,0 0 1 0 0,-1-1 0 0 0,0 0-1 0 0,-1 0 1 0 0,-1-1 0 0 0,0 0-1 0 0,-1-1 1 0 0,-23 20 0 0 0,28-27-85 0 0,0 0 1 0 0,0 0 0 0 0,-1 0-1 0 0,0-1 1 0 0,0 0-1 0 0,0 0 1 0 0,0-1 0 0 0,0 0-1 0 0,0 0 1 0 0,-1-1-1 0 0,1 0 1 0 0,-1 0 0 0 0,1-1-1 0 0,-1 0 1 0 0,1 0-1 0 0,-1 0 1 0 0,1-1 0 0 0,0 0-1 0 0,-1-1 1 0 0,1 0-1 0 0,0 0 1 0 0,-11-5 0 0 0,0-1-20 0 0,0-1 0 0 0,1-1 0 0 0,1-1 0 0 0,-1 0 1 0 0,2-2-1 0 0,-1 1 0 0 0,2-2 0 0 0,0 0 1 0 0,-24-30-1 0 0,27 29-91 0 0,0-1 0 0 0,1 0-1 0 0,1-1 1 0 0,0 0 0 0 0,1 0 0 0 0,1-1 0 0 0,1 0 0 0 0,0 0 0 0 0,1 0 0 0 0,-3-29 0 0 0,7 31-115 0 0,1-1 0 0 0,1 1 0 0 0,1 0 0 0 0,0 0 0 0 0,1 0 0 0 0,1 0 0 0 0,0 0 0 0 0,1 1 0 0 0,1 0 0 0 0,0 0 0 0 0,1 0 0 0 0,1 1 0 0 0,0 0 0 0 0,13-16 0 0 0,6-5-600 0 0,1 0 1 0 0,2 2-1 0 0,67-55 1 0 0,-31 34-581 0 0,78-45 0 0 0,80-35-745 0 0,-96 59 678 0 0,122-92 0 0 0,-227 149 1200 0 0,-1 0 0 0 0,19-23 0 0 0,-35 35 168 0 0,0-1 0 0 0,0 1 0 0 0,-1-1 0 0 0,-1-1 1 0 0,1 1-1 0 0,-1-1 0 0 0,0 1 0 0 0,-1-1 0 0 0,0 0 0 0 0,4-17 1 0 0,-6 24-5 0 0,-1 0 0 0 0,0 1 0 0 0,0-1 0 0 0,1 0 0 0 0,-1 0 0 0 0,0 0 1 0 0,0 0-1 0 0,0 0 0 0 0,0 0 0 0 0,0 0 0 0 0,-1 0 0 0 0,1 0 0 0 0,0 0 0 0 0,0 0 1 0 0,-1 0-1 0 0,1 0 0 0 0,-1 0 0 0 0,1 0 0 0 0,0 0 0 0 0,-1 0 0 0 0,-1-1 0 0 0,2 2 1 0 0,-1-1-1 0 0,0 1 0 0 0,0 0 1 0 0,0-1-1 0 0,0 1 0 0 0,1 0 1 0 0,-1 0-1 0 0,0-1 0 0 0,0 1 0 0 0,0 0 1 0 0,0 0-1 0 0,0 0 0 0 0,0 0 1 0 0,1 0-1 0 0,-1 0 0 0 0,0 0 1 0 0,0 1-1 0 0,-2-1 0 0 0,-2 2 15 0 0,-1 1 0 0 0,0-1-1 0 0,0 1 1 0 0,1 0-1 0 0,-7 4 1 0 0,-1 3 93 0 0,0 1 1 0 0,0 0-1 0 0,1 1 0 0 0,0 1 0 0 0,1-1 1 0 0,-13 21-1 0 0,10-11 57 0 0,1 0 0 0 0,1 1 0 0 0,-13 36 0 0 0,22-53-118 0 0,1 1-1 0 0,0 0 1 0 0,0 0-1 0 0,1 1 1 0 0,0-1-1 0 0,0 0 1 0 0,1 0-1 0 0,-1 1 1 0 0,2-1-1 0 0,-1 0 1 0 0,1 0-1 0 0,2 10 1 0 0,-1-12-21 0 0,0 0 0 0 0,0 0 0 0 0,0 0 0 0 0,0 0 1 0 0,1-1-1 0 0,-1 1 0 0 0,1-1 0 0 0,0 0 0 0 0,1 0 1 0 0,-1 0-1 0 0,1 0 0 0 0,0-1 0 0 0,0 1 0 0 0,0-1 1 0 0,0 0-1 0 0,0 0 0 0 0,8 3 0 0 0,-5-2-6 0 0,0-1 0 0 0,1 0-1 0 0,-1 0 1 0 0,1-1 0 0 0,-1 0 0 0 0,1 0-1 0 0,-1-1 1 0 0,1 0 0 0 0,0 0 0 0 0,0-1-1 0 0,0 0 1 0 0,-1-1 0 0 0,1 1 0 0 0,10-4-1 0 0,-11 3-12 0 0,0-2-1 0 0,-1 1 0 0 0,1-1 0 0 0,-1 0 0 0 0,0 0 0 0 0,0-1 0 0 0,-1 0 1 0 0,1 0-1 0 0,-1 0 0 0 0,1-1 0 0 0,-1 0 0 0 0,-1 0 0 0 0,1 0 0 0 0,-1 0 1 0 0,0-1-1 0 0,6-9 0 0 0,-1-3-39 0 0,0 0 0 0 0,-2-1 0 0 0,0 0 0 0 0,-1-1 0 0 0,0 1 0 0 0,-2-1 0 0 0,2-25 1 0 0,-2 1-67 0 0,-2 0 0 0 0,-4-56 0 0 0,2 98 97 0 0,-1-11-27 0 0,0 0 0 0 0,-1 1-1 0 0,0-1 1 0 0,-7-20-1 0 0,9 31 24 0 0,-1 0 0 0 0,0 0 0 0 0,1 0 0 0 0,-1 0 0 0 0,0 0 0 0 0,0 0 0 0 0,0 0 0 0 0,-1 0-1 0 0,1 1 1 0 0,0-1 0 0 0,-1 1 0 0 0,1-1 0 0 0,-1 1 0 0 0,1-1 0 0 0,-1 1 0 0 0,0 0 0 0 0,1-1 0 0 0,-1 1-1 0 0,0 0 1 0 0,0 0 0 0 0,0 1 0 0 0,0-1 0 0 0,0 0 0 0 0,0 1 0 0 0,0-1 0 0 0,0 1 0 0 0,0-1 0 0 0,0 1-1 0 0,0 0 1 0 0,0 0 0 0 0,0 0 0 0 0,-1 0 0 0 0,1 1 0 0 0,0-1 0 0 0,0 0 0 0 0,0 1 0 0 0,-2 0-1 0 0,-6 3 3 0 0,0 0 0 0 0,0 1 0 0 0,1 1 0 0 0,-1-1 0 0 0,1 1 0 0 0,1 1 0 0 0,-1-1 0 0 0,1 2 0 0 0,0-1-1 0 0,0 1 1 0 0,1 0 0 0 0,0 1 0 0 0,-8 13 0 0 0,5-6 43 0 0,1 0-1 0 0,0 1 1 0 0,1 0-1 0 0,1 0 1 0 0,1 0-1 0 0,0 1 1 0 0,-3 21-1 0 0,7-30-11 0 0,1-1 1 0 0,1 1-1 0 0,0 0 0 0 0,0 0 1 0 0,1-1-1 0 0,-1 1 0 0 0,2 0 0 0 0,0 0 1 0 0,0-1-1 0 0,0 1 0 0 0,1-1 0 0 0,0 0 1 0 0,1 0-1 0 0,7 13 0 0 0,-8-17-22 0 0,-1-1-1 0 0,1 1 0 0 0,0-1 1 0 0,0 1-1 0 0,0-1 0 0 0,0 0 1 0 0,1 0-1 0 0,-1 0 0 0 0,1-1 1 0 0,0 1-1 0 0,0-1 0 0 0,0 0 1 0 0,0 0-1 0 0,0 0 1 0 0,0-1-1 0 0,0 1 0 0 0,1-1 1 0 0,-1 0-1 0 0,0-1 0 0 0,1 1 1 0 0,-1-1-1 0 0,1 1 0 0 0,-1-1 1 0 0,1-1-1 0 0,-1 1 0 0 0,1 0 1 0 0,-1-1-1 0 0,1 0 1 0 0,-1 0-1 0 0,6-3 0 0 0,1 0-7 0 0,0-1 0 0 0,0 0 0 0 0,-1-1 0 0 0,1 0-1 0 0,-1-1 1 0 0,-1 0 0 0 0,12-11 0 0 0,59-66-239 0 0,-28 28-37 0 0,-8 10-26 0 0,-44 45 302 0 0,1 0 0 0 0,0 1 0 0 0,0-1 0 0 0,-1 0 1 0 0,1 1-1 0 0,0-1 0 0 0,0 1 0 0 0,0-1 1 0 0,0 1-1 0 0,-1 0 0 0 0,1-1 0 0 0,0 1 1 0 0,0 0-1 0 0,0-1 0 0 0,0 1 0 0 0,0 0 1 0 0,0 0-1 0 0,0 0 0 0 0,0 0 0 0 0,0 0 1 0 0,0 0-1 0 0,0 0 0 0 0,0 0 0 0 0,0 1 0 0 0,0-1 1 0 0,0 0-1 0 0,0 0 0 0 0,-1 1 0 0 0,1-1 1 0 0,0 1-1 0 0,0-1 0 0 0,0 1 0 0 0,0-1 1 0 0,-1 1-1 0 0,1-1 0 0 0,0 1 0 0 0,0 0 1 0 0,-1-1-1 0 0,1 1 0 0 0,0 1 0 0 0,2 1 24 0 0,-1 0 0 0 0,1 1-1 0 0,-1-1 1 0 0,0 0 0 0 0,0 1-1 0 0,0 0 1 0 0,2 6 0 0 0,3 22 16 0 0,-1 0 1 0 0,-1 1-1 0 0,-1 0 1 0 0,-2 38 0 0 0,-2-70 62 0 0,0 0 1 0 0,-1 1-1 0 0,1-1 1 0 0,0 0 0 0 0,0 1-1 0 0,1-1 1 0 0,-1 0 0 0 0,0 1-1 0 0,0-1 1 0 0,1 0 0 0 0,-1 0-1 0 0,0 1 1 0 0,1-1 0 0 0,0 0-1 0 0,-1 0 1 0 0,1 0 0 0 0,0 0-1 0 0,0 1 1 0 0,0-1-77 0 0,-1-1 0 0 0,1 0-1 0 0,0 0 1 0 0,-1 0 0 0 0,1 0 0 0 0,-1 0 0 0 0,1 0-1 0 0,0 0 1 0 0,-1 0 0 0 0,1 0 0 0 0,-1 0 0 0 0,1-1-1 0 0,0 1 1 0 0,-1 0 0 0 0,1 0 0 0 0,-1-1 0 0 0,1 1-1 0 0,-1 0 1 0 0,1 0 0 0 0,-1-1 0 0 0,1 1 0 0 0,-1-1 0 0 0,1 1-1 0 0,-1 0 1 0 0,1-1 0 0 0,-1 0 0 0 0,9-8-65 0 0,-1 0 0 0 0,12-20 0 0 0,-12 17 206 0 0,143-179-707 0 0,-151 190 541 0 0,1 0 0 0 0,0 0 0 0 0,-1 0 0 0 0,1 0-1 0 0,0 1 1 0 0,0-1 0 0 0,0 0 0 0 0,-1 1 0 0 0,1-1 0 0 0,0 0 0 0 0,0 1 0 0 0,0-1 0 0 0,0 1 0 0 0,0 0 0 0 0,0-1 0 0 0,0 1 0 0 0,0 0 0 0 0,0-1 0 0 0,1 1 0 0 0,-1 0 0 0 0,0 0 0 0 0,0 0-1 0 0,0 0 1 0 0,0 0 0 0 0,0 0 0 0 0,0 0 0 0 0,0 1 0 0 0,0-1 0 0 0,0 0 0 0 0,0 1 0 0 0,1-1 0 0 0,-1 0 0 0 0,0 1 0 0 0,-1-1 0 0 0,1 1 0 0 0,0 0 0 0 0,0-1 0 0 0,0 1 0 0 0,0 0 0 0 0,0-1-1 0 0,-1 1 1 0 0,1 0 0 0 0,0 0 0 0 0,0 0 0 0 0,-1 0 0 0 0,1 0 0 0 0,-1 0 0 0 0,1 0 0 0 0,-1 0 0 0 0,1 0 0 0 0,-1 0 0 0 0,0 0 0 0 0,1 0 0 0 0,-1 0 0 0 0,0 0 0 0 0,0 0 0 0 0,0 0 0 0 0,0 0-1 0 0,0 2 1 0 0,0 17 32 0 0,0-1 0 0 0,-1 1 0 0 0,-1-1 0 0 0,-1 1 0 0 0,-1-1-1 0 0,-7 22 1 0 0,-5 29-1956 0 0,14-57-958 0 0,0 0 0 0 0,2 20 0 0 0,0-32 2650 0 0,0 0-1 0 0,0-1 1 0 0,1 1 0 0 0,-1-1 0 0 0,0 1-1 0 0,1-1 1 0 0,-1 1 0 0 0,1-1 0 0 0,-1 1 0 0 0,1-1-1 0 0,-1 1 1 0 0,0-1 0 0 0,1 1 0 0 0,0-1-1 0 0,-1 0 1 0 0,1 1 0 0 0,-1-1 0 0 0,1 0 0 0 0,-1 1-1 0 0,1-1 1 0 0,0 0 0 0 0,0 0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244 593 1316 0 0,'8'-14'1581'0'0,"19"-40"4206"0"0,-26 50-5401 0 0,1 0 1 0 0,-1-1-1 0 0,0 1 1 0 0,0-1-1 0 0,0 0 1 0 0,0 1-1 0 0,-1-1 1 0 0,0 0-1 0 0,0 1 1 0 0,-1-7-1 0 0,1 10-344 0 0,0 0-1 0 0,0 0 1 0 0,-1-1-1 0 0,1 1 1 0 0,0 0 0 0 0,-1-1-1 0 0,0 1 1 0 0,1 0-1 0 0,-1 0 1 0 0,0 0-1 0 0,1 0 1 0 0,-1 0-1 0 0,0 0 1 0 0,0 0-1 0 0,0 0 1 0 0,0 0 0 0 0,0 0-1 0 0,0 0 1 0 0,0 0-1 0 0,0 1 1 0 0,0-1-1 0 0,-1 0 1 0 0,1 1-1 0 0,0-1 1 0 0,0 1 0 0 0,-1-1-1 0 0,1 1 1 0 0,0 0-1 0 0,-1 0 1 0 0,1-1-1 0 0,0 1 1 0 0,-1 0-1 0 0,1 0 1 0 0,0 0 0 0 0,-1 0-1 0 0,1 1 1 0 0,0-1-1 0 0,-1 0 1 0 0,-1 1-1 0 0,-4 1 31 0 0,-1 0 1 0 0,1 1-1 0 0,0-1 0 0 0,0 1 0 0 0,-9 6 0 0 0,0 1 107 0 0,1 0-1 0 0,1 1 1 0 0,0 0-1 0 0,0 1 0 0 0,1 1 1 0 0,1 0-1 0 0,-16 21 1 0 0,19-22-71 0 0,1 0 0 0 0,1 1 1 0 0,0 0-1 0 0,0 0 0 0 0,1 1 0 0 0,1-1 1 0 0,0 1-1 0 0,1 1 0 0 0,-4 22 0 0 0,8-34-84 0 0,0 0 0 0 0,-1-1 0 0 0,1 1 1 0 0,0 0-1 0 0,0 0 0 0 0,0-1 0 0 0,1 1 0 0 0,-1 0 0 0 0,1-1 0 0 0,-1 1 0 0 0,1 0 0 0 0,0-1 0 0 0,0 1 0 0 0,0-1 0 0 0,0 1 0 0 0,1-1 0 0 0,-1 0 0 0 0,1 0 0 0 0,-1 1 1 0 0,1-1-1 0 0,0 0 0 0 0,0 0 0 0 0,0 0 0 0 0,0-1 0 0 0,0 1 0 0 0,0 0 0 0 0,0-1 0 0 0,1 0 0 0 0,-1 1 0 0 0,1-1 0 0 0,-1 0 0 0 0,1 0 0 0 0,-1 0 0 0 0,1-1 1 0 0,-1 1-1 0 0,1 0 0 0 0,0-1 0 0 0,0 0 0 0 0,-1 0 0 0 0,1 0 0 0 0,0 0 0 0 0,3 0 0 0 0,0-2-12 0 0,1 1 0 0 0,-1-1 0 0 0,0 0-1 0 0,0 0 1 0 0,-1-1 0 0 0,1 1 0 0 0,0-2 0 0 0,-1 1 0 0 0,1 0 0 0 0,-1-1-1 0 0,0 0 1 0 0,0 0 0 0 0,-1-1 0 0 0,6-6 0 0 0,1-1-51 0 0,-1-1-1 0 0,0 0 1 0 0,-1-1 0 0 0,9-19 0 0 0,45-108 1412 0 0,-63 140-1360 0 0,-2 24-17 0 0,-6 40 63 0 0,5-42 2 0 0,0-1 0 0 0,1 1 0 0 0,1 0 0 0 0,3 30 0 0 0,-2-48 53 0 0,1 1 1 0 0,0 0-1 0 0,-1-1 1 0 0,1 1-1 0 0,0-1 1 0 0,1 1-1 0 0,-1-1 1 0 0,1 0-1 0 0,-1 1 1 0 0,1-1 0 0 0,3 4-1 0 0,-4-6-54 0 0,1 1 0 0 0,0-1 0 0 0,-1 1-1 0 0,1-1 1 0 0,0 0 0 0 0,0 0 0 0 0,0 0 0 0 0,0 0 0 0 0,0 0-1 0 0,0-1 1 0 0,0 1 0 0 0,0-1 0 0 0,0 1 0 0 0,0-1-1 0 0,0 0 1 0 0,1 1 0 0 0,-1-1 0 0 0,0 0 0 0 0,0-1 0 0 0,4 1-1 0 0,-1-1-32 0 0,1-1-1 0 0,-1 1 0 0 0,0-1 1 0 0,0 0-1 0 0,0-1 0 0 0,0 1 1 0 0,0-1-1 0 0,0 0 0 0 0,-1 0 1 0 0,0 0-1 0 0,1-1 1 0 0,5-5-1 0 0,5-7 0 0 0,22-28 0 0 0,-37 44-27 0 0,40-57-22 0 0,-3-2-1 0 0,-2-1 0 0 0,-4-2 0 0 0,-1-1 0 0 0,25-83 0 0 0,-41 107-4 0 0,-1-1-1 0 0,-3-1 1 0 0,11-80 0 0 0,-20 121 23 0 0,-1-1 1 0 0,0 0-1 0 0,0 0 1 0 0,0 0-1 0 0,0 1 1 0 0,0-1-1 0 0,0 0 0 0 0,0 0 1 0 0,0 0-1 0 0,0 0 1 0 0,0 1-1 0 0,0-1 1 0 0,-1 0-1 0 0,1 0 1 0 0,0 0-1 0 0,-1 1 0 0 0,1-1 1 0 0,0 0-1 0 0,-1 0 1 0 0,1 1-1 0 0,-1-1 1 0 0,1 0-1 0 0,-1 1 1 0 0,0-1-1 0 0,1 1 1 0 0,-1-1-1 0 0,1 1 0 0 0,-1-1 1 0 0,0 1-1 0 0,0-1 1 0 0,-1 0-1 0 0,1 1 1 0 0,-1 0-1 0 0,1 0 0 0 0,-1 0 1 0 0,1 0-1 0 0,-1 0 0 0 0,1 0 1 0 0,-1 0-1 0 0,1 1 0 0 0,-1-1 1 0 0,1 1-1 0 0,0-1 0 0 0,-1 1 1 0 0,1-1-1 0 0,0 1 0 0 0,-3 1 1 0 0,-2 3-17 0 0,-1 0 0 0 0,1 0 1 0 0,0 1-1 0 0,0 0 0 0 0,0 0 0 0 0,1 1 1 0 0,0 0-1 0 0,-8 14 0 0 0,0 3-94 0 0,-13 34-1 0 0,14-24 165 0 0,2-1 0 0 0,1 1 0 0 0,1 1 1 0 0,2 0-1 0 0,2 0 0 0 0,1 0 0 0 0,1 0 1 0 0,7 69-1 0 0,-1-72-1746 0 0,1-1-1 0 0,2 0 1 0 0,12 34-1 0 0,-8-39-3667 0 0,1-2-2952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18 1712 0 0,'0'0'14490'0'0,"-7"-11"-8979"0"0,4 9-7799 0 0,-11-3-8004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92 908 0 0,'-10'-10'4900'0'0,"1"-2"-2305"0"0,0 0 1 0 0,-8-16-1 0 0,7 10-748 0 0,9 17-1574 0 0,-3-7 175 0 0,8 13-149 0 0,0 0-277 0 0,-1 0-1 0 0,0 0 1 0 0,0 0 0 0 0,0 1-1 0 0,-1-1 1 0 0,4 12 0 0 0,1-1 31 0 0,7 23-46 0 0,16 61 0 0 0,-6-14 1533 0 0,-23-82-1015 0 0,5 11 2741 0 0,-2-15-1842 0 0,2-7-981 0 0,4-17-191 0 0,-1-1 1 0 0,-2 0-1 0 0,6-30 1 0 0,2-5-175 0 0,16-29-2721 0 0,-30 87 2396 0 0,-1 0 0 0 0,1 1 0 0 0,0-1-1 0 0,0 0 1 0 0,0 1 0 0 0,0-1 0 0 0,0 0-1 0 0,1 1 1 0 0,-1 0 0 0 0,0-1 0 0 0,1 1-1 0 0,-1 0 1 0 0,1-1 0 0 0,-1 1 0 0 0,1 0-1 0 0,0 0 1 0 0,-1 0 0 0 0,1 0 0 0 0,0 1-1 0 0,0-1 1 0 0,2 0 0 0 0,1 0-1100 0 0,0 1 0 0 0,0-1 0 0 0,0 1 0 0 0,0 0-1 0 0,9 2 1 0 0,-8-2-561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43 2168 0 0,'1'-7'2753'0'0,"1"1"0"0"0,-1-1 0 0 0,-1 1 0 0 0,1-11 2341 0 0,-8 40-4791 0 0,-3 36-512 0 0,3 1-1 0 0,2 0 0 0 0,5 102 1 0 0,1-157-725 0 0,0-1 0 0 0,0 0 0 0 0,0 0 0 0 0,0 1 0 0 0,0-1 0 0 0,1 0 1 0 0,2 4-1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9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2128 0 0,'3'-77'8665'0'0,"13"83"-7388"0"0,-10-1-986 0 0,0 1 1 0 0,0-1 0 0 0,0 1-1 0 0,0 0 1 0 0,-1 1-1 0 0,0-1 1 0 0,5 11 0 0 0,-3-7 7 0 0,16 27 124 0 0,-1 1 1 0 0,-3 1-1 0 0,-1 1 0 0 0,-1 1 1 0 0,-3 0-1 0 0,-1 0 0 0 0,-2 2 1 0 0,-2-1-1 0 0,4 56 0 0 0,-7-18-239 0 0,-3-1 0 0 0,-4 1 0 0 0,-4-1 0 0 0,-16 95-1 0 0,8-105-102 0 0,-3-1-1 0 0,-3 0 0 0 0,-49 117 1 0 0,45-135-2711 0 0,-35 54 1 0 0,41-85-4035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556 592 1500 0 0,'1'0'357'0'0,"-1"0"0"0"0,1 0 0 0 0,0 0 0 0 0,0 1 0 0 0,-1-1 0 0 0,1 0 0 0 0,0 1 1 0 0,-1-1-1 0 0,1 1 0 0 0,-1-1 0 0 0,1 1 0 0 0,0-1 0 0 0,-1 1 0 0 0,1-1 0 0 0,-1 1 0 0 0,1-1 0 0 0,-1 1 0 0 0,1 0 0 0 0,-1-1 0 0 0,1 3 1297 0 0,-2-1-1186 0 0,-1 0-1 0 0,1-1 1 0 0,-1 1-1 0 0,1-1 1 0 0,-1 0 0 0 0,0 1-1 0 0,0-1 1 0 0,0 0-1 0 0,0 0 1 0 0,0 0 0 0 0,0-1-1 0 0,0 1 1 0 0,0 0-1 0 0,-2 0 1 0 0,-8 0 229 0 0,0 0 0 0 0,0 0 0 0 0,0-1 0 0 0,0 0 0 0 0,0-1 0 0 0,0-1 0 0 0,-21-5 0 0 0,26 5-630 0 0,1-1 0 0 0,-1 0 1 0 0,1-1-1 0 0,-1 1 0 0 0,1-1 1 0 0,0 0-1 0 0,0 0 0 0 0,1-1 1 0 0,-1 0-1 0 0,1 0 0 0 0,0 0 1 0 0,1-1-1 0 0,-1 0 0 0 0,1 0 1 0 0,0 0-1 0 0,0 0 0 0 0,1 0 0 0 0,0-1 1 0 0,0 0-1 0 0,1 1 0 0 0,-1-1 1 0 0,1 0-1 0 0,1 0 0 0 0,-1 0 1 0 0,1-1-1 0 0,1 1 0 0 0,-1 0 1 0 0,1 0-1 0 0,1-1 0 0 0,-1 1 1 0 0,4-14-1 0 0,4-6-68 0 0,1 1 1 0 0,2 0-1 0 0,1 0 1 0 0,19-31-1 0 0,8-16 8 0 0,45-107-28 0 0,-82 178-308 0 0,-1 6 128 0 0,-1 19 68 0 0,-5 31 113 0 0,-13 310-234 0 0,5-52 317 0 0,7-247 5 0 0,-3 0-1 0 0,-28 106 1 0 0,35-162 35 0 0,-1 0 0 0 0,-1-1-1 0 0,0 1 1 0 0,0-1 0 0 0,0 1 0 0 0,-1-1 0 0 0,0 0 0 0 0,-1-1 0 0 0,-9 11-1 0 0,10-13-35 0 0,-1-1-1 0 0,1 0 0 0 0,-1 0 0 0 0,1 0 1 0 0,-1-1-1 0 0,0 0 0 0 0,0 0 0 0 0,-1 0 0 0 0,1-1 1 0 0,0 0-1 0 0,-1 0 0 0 0,0 0 0 0 0,-11 0 0 0 0,-1 0 42 0 0,1-1 0 0 0,-1-1 0 0 0,1-1 0 0 0,-1-1 0 0 0,-28-5 0 0 0,38 4-301 0 0,-1 1 0 0 0,0-1-1 0 0,1-1 1 0 0,0 0 0 0 0,0 0 0 0 0,0 0 0 0 0,0-2-1 0 0,1 1 1 0 0,0-1 0 0 0,0 0 0 0 0,-14-13 0 0 0,21 17-86 0 0,-1 1 1 0 0,1-1 0 0 0,0 0-1 0 0,0 1 1 0 0,-1-1 0 0 0,1 0-1 0 0,0 0 1 0 0,1 0 0 0 0,-1 0 0 0 0,0 0-1 0 0,0 0 1 0 0,1 0 0 0 0,-1 0-1 0 0,1 0 1 0 0,0 0 0 0 0,0 0-1 0 0,-1 0 1 0 0,1 0 0 0 0,1 0-1 0 0,-1-1 1 0 0,0 1 0 0 0,0 0 0 0 0,1 0-1 0 0,-1 0 1 0 0,2-4 0 0 0,1 2-752 0 0,-1-1 0 0 0,1 1 0 0 0,0 0 0 0 0,0 0 0 0 0,1 0 0 0 0,-1 0 0 0 0,1 0 0 0 0,0 1 0 0 0,6-6 0 0 0,6-1-3666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367 713 328 0 0,'0'-5'1040'0'0,"0"0"0"0"0,0 0-1 0 0,0 1 1 0 0,0-1 0 0 0,-1 0 0 0 0,0 1-1 0 0,0-1 1 0 0,-3-7 0 0 0,1 4-255 0 0,0 1 0 0 0,0 1 0 0 0,-1-1 0 0 0,0 0 0 0 0,-6-7 0 0 0,6 10-573 0 0,1-1-1 0 0,-2 0 1 0 0,1 1 0 0 0,0 0-1 0 0,-1 0 1 0 0,0 0 0 0 0,1 0-1 0 0,-1 1 1 0 0,-1 0 0 0 0,1 0-1 0 0,-1 0 1 0 0,1 1 0 0 0,-1 0-1 0 0,-11-3 1 0 0,11 4-186 0 0,0 1 0 0 0,1 1 0 0 0,-1-1 0 0 0,0 1 0 0 0,0 0 1 0 0,1 0-1 0 0,-1 1 0 0 0,1-1 0 0 0,-1 1 0 0 0,1 1 0 0 0,0-1 0 0 0,0 1 0 0 0,0-1 0 0 0,0 2 1 0 0,0-1-1 0 0,1 0 0 0 0,-6 6 0 0 0,-4 4-2 0 0,0 2 0 0 0,1-1 0 0 0,-17 25 0 0 0,17-20-24 0 0,1-1 1 0 0,1 2-1 0 0,-10 20 0 0 0,18-31 11 0 0,-1 0 0 0 0,1-1 0 0 0,1 1 0 0 0,-1 1 0 0 0,2-1 0 0 0,-1 0 0 0 0,1 0 0 0 0,1 1 0 0 0,-1-1 0 0 0,2 10 0 0 0,-1-17-4 0 0,1 0 1 0 0,-1 0-1 0 0,0 0 0 0 0,1 0 1 0 0,-1 0-1 0 0,1 0 0 0 0,0 0 1 0 0,0 0-1 0 0,0 0 0 0 0,0 0 1 0 0,0-1-1 0 0,0 1 0 0 0,0 0 1 0 0,0-1-1 0 0,1 1 0 0 0,-1 0 1 0 0,1-1-1 0 0,-1 0 0 0 0,1 1 1 0 0,0-1-1 0 0,-1 0 0 0 0,1 0 1 0 0,0 0-1 0 0,0 0 0 0 0,0 0 1 0 0,3 1-1 0 0,-1-1-1 0 0,0-1 1 0 0,1 1-1 0 0,-1-1 1 0 0,0 0 0 0 0,1 0-1 0 0,-1 0 1 0 0,0-1-1 0 0,1 1 1 0 0,-1-1-1 0 0,0 0 1 0 0,0 0-1 0 0,5-2 1 0 0,10-6-187 0 0,-1 0 0 0 0,0-1 1 0 0,0 0-1 0 0,-1-2 0 0 0,0 0 1 0 0,-1-1-1 0 0,-1 0 0 0 0,0-2 1 0 0,-1 0-1 0 0,17-22 0 0 0,-3-2-217 0 0,-1-1 0 0 0,-2-1-1 0 0,25-57 1 0 0,-11 4 522 0 0,-4-1 1 0 0,40-180-1 0 0,-69 249 143 0 0,-4 11-130 0 0,2 1 1 0 0,4-15 0 0 0,-7 28-113 0 0,-4 16-8 0 0,-63 266 555 0 0,7-35 327 0 0,50-198-838 0 0,2 1 0 0 0,3 0 0 0 0,1 56 1 0 0,4-96-42 0 0,-1 0 1 0 0,1 0 0 0 0,1 0-1 0 0,0 0 1 0 0,0 0-1 0 0,1-1 1 0 0,0 1 0 0 0,0 0-1 0 0,1-1 1 0 0,0 0 0 0 0,0 0-1 0 0,6 8 1 0 0,-6-12-34 0 0,-1 0 0 0 0,1 0 1 0 0,-1-1-1 0 0,1 1 0 0 0,0-1 0 0 0,1 0 1 0 0,-1 0-1 0 0,1 0 0 0 0,-1-1 1 0 0,1 1-1 0 0,0-1 0 0 0,0 0 0 0 0,-1-1 1 0 0,2 1-1 0 0,-1-1 0 0 0,0 0 0 0 0,0 0 1 0 0,0 0-1 0 0,0-1 0 0 0,1 0 0 0 0,-1 0 1 0 0,6-1-1 0 0,-4 0-31 0 0,1 0-1 0 0,-1 0 1 0 0,0-1-1 0 0,0 0 1 0 0,-1-1-1 0 0,1 1 1 0 0,0-1 0 0 0,-1-1-1 0 0,0 1 1 0 0,0-1-1 0 0,9-6 1 0 0,-7 2 12 0 0,0 1-1 0 0,0-2 1 0 0,0 1 0 0 0,-1-1 0 0 0,-1 0 0 0 0,11-18 0 0 0,-8 11 78 0 0,-2-1 0 0 0,0 0 0 0 0,-1 0 0 0 0,-1 0 0 0 0,0 0 0 0 0,-1-1 1 0 0,-1 0-1 0 0,-1 0 0 0 0,0-19 0 0 0,-8-21 306 0 0,6 57-352 0 0,0 1 0 0 0,0-1-1 0 0,-1 1 1 0 0,1-1 0 0 0,0 1 0 0 0,-1-1-1 0 0,1 1 1 0 0,0-1 0 0 0,-1 1-1 0 0,1-1 1 0 0,-1 1 0 0 0,1-1 0 0 0,-1 1-1 0 0,1-1 1 0 0,-1 1 0 0 0,1 0-1 0 0,-1-1 1 0 0,1 1 0 0 0,-1 0 0 0 0,0 0-1 0 0,1-1 1 0 0,-1 1 0 0 0,1 0-1 0 0,-1 0 1 0 0,0 0 0 0 0,1 0 0 0 0,-1 0-1 0 0,0 0 1 0 0,1 0 0 0 0,-1 0-1 0 0,1 0 1 0 0,-1 0 0 0 0,0 0 0 0 0,1 0-1 0 0,-1 0 1 0 0,0 1 0 0 0,1-1-1 0 0,-1 0 1 0 0,0 1 0 0 0,-2 0-1 0 0,0 0 1 0 0,0 0-1 0 0,0 0 1 0 0,0 1-1 0 0,1-1 0 0 0,-1 1 1 0 0,-2 2-1 0 0,-4 6 2 0 0,-1 0 0 0 0,2 1-1 0 0,0 0 1 0 0,0 0 0 0 0,1 1 0 0 0,0 0-1 0 0,-9 24 1 0 0,5-5 3 0 0,0 2 0 0 0,-5 33-1 0 0,14-55 18 0 0,0-1 0 0 0,0 1 0 0 0,2 0 0 0 0,-1 0-1 0 0,1 0 1 0 0,1 0 0 0 0,0 0 0 0 0,0 0 0 0 0,6 19-1 0 0,-6-27-10 0 0,0 1-1 0 0,1-1 1 0 0,-1 0-1 0 0,1 1 0 0 0,0-1 1 0 0,0 0-1 0 0,0 0 1 0 0,0 0-1 0 0,0 0 0 0 0,1 0 1 0 0,-1-1-1 0 0,1 1 1 0 0,0-1-1 0 0,-1 0 0 0 0,1 1 1 0 0,0-1-1 0 0,1 0 1 0 0,-1-1-1 0 0,0 1 0 0 0,1-1 1 0 0,-1 1-1 0 0,0-1 1 0 0,1 0-1 0 0,0 0 0 0 0,-1-1 1 0 0,1 1-1 0 0,-1-1 1 0 0,1 0-1 0 0,0 0 0 0 0,-1 0 1 0 0,1 0-1 0 0,4-1 1 0 0,0 0-14 0 0,1-1 0 0 0,-1 0 1 0 0,1-1-1 0 0,-1 0 0 0 0,0 0 1 0 0,0-1-1 0 0,0 1 1 0 0,0-2-1 0 0,-1 1 0 0 0,0-1 1 0 0,0 0-1 0 0,0-1 0 0 0,6-6 1 0 0,9-11-109 0 0,0-1 0 0 0,21-33 0 0 0,-14 18 75 0 0,-2 2-9 0 0,-21 26 9 0 0,1 1 0 0 0,1-1 0 0 0,0 2 1 0 0,0-1-1 0 0,14-10 0 0 0,-19 18 3 0 0,-1 1 30 0 0,-1 1-1 0 0,1 0 1 0 0,0-1 0 0 0,-1 1 0 0 0,1 0-1 0 0,0 0 1 0 0,-1 0 0 0 0,1 0-1 0 0,0 0 1 0 0,-1 0 0 0 0,1 1-1 0 0,-1-1 1 0 0,1 1 0 0 0,0-1 0 0 0,-1 1-1 0 0,1-1 1 0 0,-1 1 0 0 0,1 0-1 0 0,-1 0 1 0 0,0-1 0 0 0,1 1 0 0 0,-1 0-1 0 0,0 1 1 0 0,1-1 0 0 0,-1 0-1 0 0,0 0 1 0 0,0 0 0 0 0,0 1-1 0 0,0-1 1 0 0,0 0 0 0 0,0 1 0 0 0,-1-1-1 0 0,1 1 1 0 0,0-1 0 0 0,-1 1-1 0 0,1-1 1 0 0,-1 3 0 0 0,2-1-6 0 0,9 24 25 0 0,-1 1 0 0 0,-1 0 1 0 0,-2 0-1 0 0,-1 0 0 0 0,-1 1 0 0 0,-1 0 0 0 0,-1 0 1 0 0,-2 0-1 0 0,-3 39 0 0 0,1-65 78 0 0,1 0-1 0 0,0 0 1 0 0,-1 0-1 0 0,0-1 1 0 0,0 1-1 0 0,0 0 1 0 0,0 0 0 0 0,0-1-1 0 0,0 1 1 0 0,-2 2-1 0 0,2-4 64 0 0,-10-9 167 0 0,9 2-309 0 0,0-1 0 0 0,0 0-1 0 0,1 0 1 0 0,0 0 0 0 0,0 0-1 0 0,1 0 1 0 0,0 0 0 0 0,0 0 0 0 0,1 0-1 0 0,0 0 1 0 0,0 0 0 0 0,0 0 0 0 0,1 0-1 0 0,4-9 1 0 0,2-7-23 0 0,2-1 0 0 0,22-37 0 0 0,-22 44-4 0 0,1 1-1 0 0,1 0 0 0 0,0 1 0 0 0,16-15 0 0 0,-21 23-2 0 0,0 0 0 0 0,1 0 0 0 0,0 1 1 0 0,0 1-1 0 0,0-1 0 0 0,1 1 0 0 0,-1 1 0 0 0,1-1 0 0 0,17-4 0 0 0,-23 8 8 0 0,0 0 0 0 0,-1 1 0 0 0,1-1-1 0 0,0 1 1 0 0,0 0 0 0 0,0-1 0 0 0,-1 1-1 0 0,1 1 1 0 0,0-1 0 0 0,0 0 0 0 0,0 1 0 0 0,0-1-1 0 0,-1 1 1 0 0,1 0 0 0 0,0 0 0 0 0,-1 0 0 0 0,1 0-1 0 0,-1 1 1 0 0,5 2 0 0 0,-4-2 1 0 0,0 1 0 0 0,-1 0 0 0 0,1 0 1 0 0,-1 1-1 0 0,1-1 0 0 0,-1 0 0 0 0,0 1 0 0 0,0-1 0 0 0,0 1 0 0 0,-1 0 0 0 0,1 0 1 0 0,0 4-1 0 0,1 8-3 0 0,0-1 1 0 0,-1 1 0 0 0,-1-1-1 0 0,0 1 1 0 0,-3 28-1 0 0,-2-15-29 0 0,1-9 63 0 0,2 0 0 0 0,-1 20 0 0 0,2-35-58 0 0,1-1 0 0 0,-1 1 0 0 0,1-1 0 0 0,-1 0 0 0 0,1 0 0 0 0,1 1 0 0 0,-1-1-1 0 0,0 0 1 0 0,1 0 0 0 0,0 0 0 0 0,0 0 0 0 0,0 0 0 0 0,1-1 0 0 0,4 7 0 0 0,-3-7-141 0 0,0 0-1 0 0,0 0 1 0 0,0-1-1 0 0,0 0 1 0 0,0 1-1 0 0,0-1 1 0 0,0-1-1 0 0,1 1 1 0 0,-1-1 0 0 0,1 0-1 0 0,-1 0 1 0 0,1 0-1 0 0,0 0 1 0 0,-1-1-1 0 0,1 0 1 0 0,8-1-1 0 0,-2 1-381 0 0,1-2-1 0 0,0 0 1 0 0,0 0-1 0 0,-1-1 1 0 0,17-6-1 0 0,-14 2 179 0 0,-1 0-1 0 0,0 0 1 0 0,0-2-1 0 0,-1 1 1 0 0,0-2-1 0 0,0 1 0 0 0,-1-2 1 0 0,-1 1-1 0 0,0-2 1 0 0,17-22-1 0 0,-3-3 111 0 0,0-1 0 0 0,24-58 0 0 0,-17 26 850 0 0,-4-2 0 0 0,23-94-1 0 0,12-156 5181 0 0,-50 246-3949 0 0,-12 74-1450 0 0,-2 4-296 0 0,-2 3-46 0 0,0 0 0 0 0,1 0 1 0 0,-1 1-1 0 0,1-1 1 0 0,0 1-1 0 0,0 0 0 0 0,-2 7 1 0 0,-15 52 389 0 0,12-35-99 0 0,-29 90 566 0 0,5 2 0 0 0,-25 187 1 0 0,54-280-841 0 0,-2 10 84 0 0,2 0 1 0 0,2 40 0 0 0,2-69-134 0 0,-1 0 1 0 0,2 0 0 0 0,-1-1-1 0 0,1 1 1 0 0,1 0-1 0 0,-1-1 1 0 0,2 1 0 0 0,-1-1-1 0 0,1 0 1 0 0,1 0-1 0 0,0-1 1 0 0,0 1 0 0 0,8 9-1 0 0,-9-14-128 0 0,0 0-1 0 0,0-1 0 0 0,0 1 1 0 0,0-1-1 0 0,0 0 0 0 0,1 0 1 0 0,0-1-1 0 0,-1 0 0 0 0,1 1 0 0 0,0-1 1 0 0,0-1-1 0 0,0 1 0 0 0,0-1 1 0 0,1 0-1 0 0,-1 0 0 0 0,0 0 1 0 0,0-1-1 0 0,1 0 0 0 0,-1 0 1 0 0,0 0-1 0 0,1-1 0 0 0,-1 1 1 0 0,0-1-1 0 0,0-1 0 0 0,0 1 1 0 0,0-1-1 0 0,0 0 0 0 0,0 0 1 0 0,0 0-1 0 0,0-1 0 0 0,-1 1 1 0 0,1-1-1 0 0,-1 0 0 0 0,0-1 0 0 0,5-3 1 0 0,5-9 155 0 0,-1 0 0 0 0,-1 0 0 0 0,0-1 0 0 0,-1-1 0 0 0,0 0 0 0 0,-2 0 0 0 0,13-33 0 0 0,-2-10 2700 0 0,15-73 1 0 0,-27 104-1872 0 0,-8 27-773 0 0,3-3 156 0 0,-9 90 916 0 0,3-56-685 0 0,1 0-1 0 0,3 44 1 0 0,1-51-328 0 0,3 26 186 0 0,-5-43-302 0 0,1-1 1 0 0,0 0-1 0 0,0 0 1 0 0,0 0-1 0 0,0 0 1 0 0,0 0-1 0 0,1 0 1 0 0,-1 0-1 0 0,1 0 0 0 0,0-1 1 0 0,2 4-1 0 0,-2-5-183 0 0,-1 0 1 0 0,0 0-1 0 0,1 0 0 0 0,-1 0 0 0 0,0 0 0 0 0,1-1 0 0 0,0 1 0 0 0,-1 0 0 0 0,1-1 0 0 0,-1 1 0 0 0,1-1 0 0 0,0 1 1 0 0,-1-1-1 0 0,1 0 0 0 0,0 0 0 0 0,-1 0 0 0 0,1 0 0 0 0,0 0 0 0 0,-1 0 0 0 0,1 0 0 0 0,0-1 0 0 0,-1 1 0 0 0,1-1 0 0 0,-1 1 1 0 0,1-1-1 0 0,-1 1 0 0 0,1-1 0 0 0,-1 0 0 0 0,1 0 0 0 0,-1 0 0 0 0,1 0 0 0 0,1-2 0 0 0,4-2-1890 0 0,0-1 0 0 0,-1 0 0 0 0,0 0 1 0 0,10-12-1 0 0,-1-3-5418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49 128 2996 0 0,'-14'-53'9542'0'0,"2"6"-3555"0"0,8 34-4167 0 0,0 4-4341 0 0,3 9 2196 0 0,1-1-1 0 0,0 1 1 0 0,0-1-1 0 0,-1 1 1 0 0,1 0 0 0 0,-1-1-1 0 0,1 1 1 0 0,0 0-1 0 0,-1-1 1 0 0,1 1 0 0 0,-1 0-1 0 0,1-1 1 0 0,-1 1-1 0 0,1 0 1 0 0,-1 0 0 0 0,1 0-1 0 0,-1 0 1 0 0,1-1-1 0 0,-1 1 1 0 0,1 0 0 0 0,-1 0-1 0 0,1 0 1 0 0,-1 0-1 0 0,1 0 1 0 0,-1 0 0 0 0,1 0-1 0 0,-1 0 1 0 0,-1 1-1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2100 0 0,'-98'1'12579'0'0,"37"-1"-6175"0"0,55 2-5325 0 0,18 2-790 0 0,23 3-498 0 0,19-5-1330 0 0,53 2-2869 0 0,-36-5-2266 0 0,-27-1-543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59 1408 0 0,'0'-17'7531'0'0,"0"-12"1163"0"0,0 27-7519 0 0,2-8 5137 0 0,-4 71-2889 0 0,-20 119 1 0 0,-29 59-2306 0 0,-11 70-3835 0 0,60-297 1685 0 0,1 0 0 0 0,0 0 1 0 0,1 0-1 0 0,0 1 0 0 0,3 12 0 0 0,-2-21 277 0 0,0 1 0 0 0,0 0 0 0 0,1 0 0 0 0,0 0-1 0 0,0 0 1 0 0,3 5 0 0 0,-3-7-32 0 0,0 0-1 0 0,0 0 0 0 0,1 0 1 0 0,-1-1-1 0 0,0 1 1 0 0,1-1-1 0 0,0 0 0 0 0,0 1 1 0 0,-1-1-1 0 0,5 2 1 0 0,11 3-7037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216 114 1772 0 0,'4'-114'18032'0'0,"-9"146"-17180"0"0,0-6-483 0 0,4-10-193 0 0,0 1 1 0 0,2-1-1 0 0,0 0 1 0 0,1 0-1 0 0,0 0 1 0 0,1 0 0 0 0,6 17-1 0 0,-8-29-152 0 0,1 0-1 0 0,-1 0 1 0 0,1 0 0 0 0,0 0-1 0 0,0-1 1 0 0,0 1 0 0 0,1 0-1 0 0,-1-1 1 0 0,1 0-1 0 0,0 1 1 0 0,0-1 0 0 0,0 0-1 0 0,0-1 1 0 0,0 1 0 0 0,1 0-1 0 0,0-1 1 0 0,-1 0 0 0 0,1 0-1 0 0,0 0 1 0 0,0 0-1 0 0,0-1 1 0 0,0 1 0 0 0,0-1-1 0 0,0 0 1 0 0,0 0 0 0 0,1-1-1 0 0,-1 1 1 0 0,0-1 0 0 0,1 0-1 0 0,-1 0 1 0 0,7-1-1 0 0,-5 0-13 0 0,1 0-1 0 0,-1-1 1 0 0,1 0-1 0 0,-1 0 1 0 0,0 0-1 0 0,0-1 0 0 0,0 1 1 0 0,0-2-1 0 0,0 1 1 0 0,-1 0-1 0 0,1-1 1 0 0,-1 0-1 0 0,0-1 0 0 0,0 1 1 0 0,-1-1-1 0 0,8-9 1 0 0,1-5 130 0 0,0 0 1 0 0,-2-1-1 0 0,14-31 1 0 0,-8 14 635 0 0,-16 34-671 0 0,11-18 406 0 0,-8 19-412 0 0,-5 13-45 0 0,-63 261 2129 0 0,20-100-556 0 0,36-138-1333 0 0,-52 215 1047 0 0,38-178-485 0 0,-42 99 0 0 0,59-160-844 0 0,-1 1 1 0 0,-1-1-1 0 0,1 1 1 0 0,-2-2 0 0 0,1 1-1 0 0,-1-1 1 0 0,-1 0 0 0 0,1-1-1 0 0,-2 0 1 0 0,-17 12-1 0 0,23-17-11 0 0,-1 0 0 0 0,0-1 0 0 0,0 0 0 0 0,0 0 0 0 0,0 0 0 0 0,0 0 0 0 0,-1-1 0 0 0,1 0 0 0 0,0 0 0 0 0,-1 0 0 0 0,-7-1 0 0 0,8 0-1 0 0,1-1 0 0 0,0 1 0 0 0,-1-1 0 0 0,1-1-1 0 0,0 1 1 0 0,0 0 0 0 0,0-1 0 0 0,0 0 0 0 0,0 0 0 0 0,1 0 0 0 0,-1 0 0 0 0,0-1 0 0 0,1 0 0 0 0,0 1 0 0 0,0-1 0 0 0,-4-4 0 0 0,3 3-3 0 0,1-1 1 0 0,-1 1-1 0 0,1-1 1 0 0,0 0-1 0 0,1 1 1 0 0,-1-1-1 0 0,1-1 1 0 0,0 1-1 0 0,0 0 1 0 0,0 0-1 0 0,1-1 1 0 0,-1-6-1 0 0,1 3-15 0 0,0-1 1 0 0,1 1-1 0 0,1-1 0 0 0,-1 1 0 0 0,1-1 1 0 0,4-14-1 0 0,3-2-152 0 0,1 0 1 0 0,1 0-1 0 0,27-47 1 0 0,25-29-6803 0 0,123-153-1 0 0,-107 153-1083 0 0,-42 54 529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28 2032 0 0,'-40'-2'3932'0'0,"-125"-11"10849"0"0,161 13-13682 0 0,20-6-406 0 0,-2 3-553 0 0,0 1 0 0 0,0 1 0 0 0,27 1-1 0 0,-11 0-248 0 0,109 2-2327 0 0,-46 4-1940 0 0,-24-2-2353 0 0,-39-3-313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59 788 0 0,'36'-39'12436'0'0,"-10"21"-9244"0"0,-23 18-3127 0 0,-1-1 1 0 0,0 1 0 0 0,1 0 0 0 0,-1-1 0 0 0,0 1 0 0 0,1 0 0 0 0,-1 0 0 0 0,0 1 0 0 0,1-1 0 0 0,-1 0 0 0 0,1 1 0 0 0,-1-1 0 0 0,0 1 0 0 0,0 0 0 0 0,1 0 0 0 0,-1 0 0 0 0,0 0 0 0 0,0 0-1 0 0,0 0 1 0 0,0 1 0 0 0,3 2 0 0 0,1 2-24 0 0,-1 0 0 0 0,0 0 0 0 0,0 0-1 0 0,0 0 1 0 0,-1 1 0 0 0,0-1 0 0 0,-1 1-1 0 0,1 0 1 0 0,-1 1 0 0 0,0-1 0 0 0,-1 0-1 0 0,0 1 1 0 0,0-1 0 0 0,-1 1 0 0 0,1 10 0 0 0,0 3 3 0 0,-1 1 1 0 0,-2-1-1 0 0,0 0 1 0 0,-5 30-1 0 0,0-17 311 0 0,-2 0-1 0 0,-2 0 0 0 0,-16 40 1 0 0,25-72-61 0 0,1-2-289 0 0,-1 0 0 0 0,1 0 1 0 0,-1-1-1 0 0,1 1 0 0 0,0 0 0 0 0,-1 0 0 0 0,1 0 0 0 0,-1-1 0 0 0,1 1 1 0 0,0 0-1 0 0,-1 0 0 0 0,1-1 0 0 0,-1 1 0 0 0,1 0 0 0 0,0-1 0 0 0,-1 1 1 0 0,1 0-1 0 0,0-1 0 0 0,0 1 0 0 0,-1-1 0 0 0,1 1 0 0 0,0 0 0 0 0,0-1 1 0 0,0 1-1 0 0,-1-1 0 0 0,1 1 0 0 0,0-1 0 0 0,0 1 0 0 0,0-1 0 0 0,0 1 1 0 0,0-1-1 0 0,0 1 0 0 0,0-1 0 0 0,0 1 0 0 0,0 0 0 0 0,0-1 0 0 0,0 1 1 0 0,1-2-1 0 0,3-19 35 0 0,2 7-46 0 0,0 0 0 0 0,1 0-1 0 0,1 1 1 0 0,0 0 0 0 0,1 0 0 0 0,0 1 0 0 0,1 0-1 0 0,0 1 1 0 0,1 0 0 0 0,0 0 0 0 0,1 1 0 0 0,0 1-1 0 0,0 0 1 0 0,1 0 0 0 0,0 2 0 0 0,1-1 0 0 0,16-5 0 0 0,-26 11-1 0 0,1 1 1 0 0,0 0 0 0 0,-1 0-1 0 0,1 0 1 0 0,0 0-1 0 0,0 1 1 0 0,0-1 0 0 0,0 1-1 0 0,0 1 1 0 0,-1-1 0 0 0,1 1-1 0 0,0 0 1 0 0,0 0 0 0 0,-1 0-1 0 0,1 0 1 0 0,0 1 0 0 0,-1 0-1 0 0,1 0 1 0 0,-1 0 0 0 0,0 1-1 0 0,0-1 1 0 0,0 1-1 0 0,0 0 1 0 0,0 0 0 0 0,-1 0-1 0 0,1 1 1 0 0,-1 0 0 0 0,0-1-1 0 0,5 8 1 0 0,-1-1 11 0 0,0 1-1 0 0,-1 0 1 0 0,-1 0-1 0 0,0 1 1 0 0,0-1-1 0 0,-1 1 1 0 0,-1 0-1 0 0,0 0 1 0 0,0 0-1 0 0,1 20 1 0 0,-1 56 408 0 0,-3-86-362 0 0,5-21-133 0 0,3-5 54 0 0,2 0 0 0 0,0 0 1 0 0,2 1-1 0 0,0 1 0 0 0,26-35 1 0 0,-25 39 11 0 0,1 1 1 0 0,1 1 0 0 0,0 1 0 0 0,1 0 0 0 0,1 1 0 0 0,36-24 0 0 0,-49 35 9 0 0,0 1 1 0 0,1-1 0 0 0,-1 1 0 0 0,1 0 0 0 0,-1 1 0 0 0,1-1 0 0 0,-1 1 0 0 0,1 0 0 0 0,0 0 0 0 0,0 0 0 0 0,0 1-1 0 0,0 0 1 0 0,-1 0 0 0 0,1 0 0 0 0,7 1 0 0 0,-9 0 4 0 0,0 0-1 0 0,1 1 1 0 0,-1-1-1 0 0,0 1 1 0 0,0-1-1 0 0,0 1 1 0 0,0 0-1 0 0,-1 0 0 0 0,1 1 1 0 0,0-1-1 0 0,-1 0 1 0 0,1 1-1 0 0,-1-1 1 0 0,0 1-1 0 0,0 0 1 0 0,0 0-1 0 0,0 0 1 0 0,-1 0-1 0 0,1 0 1 0 0,-1 0-1 0 0,3 7 1 0 0,-1 0-2 0 0,-1 0-1 0 0,0 0 1 0 0,0 0 0 0 0,-1 0 0 0 0,0 0 0 0 0,-1 16-1 0 0,-9 63 266 0 0,5-66-1476 0 0,1 0 1 0 0,1 0-1 0 0,2 33 1 0 0,1-51 563 0 0,-1-1 0 0 0,1 0 0 0 0,0 0 0 0 0,1 0 0 0 0,-1 0-1 0 0,0 0 1 0 0,1 0 0 0 0,0 0 0 0 0,0 0 0 0 0,0-1 0 0 0,3 4 0 0 0,7 7-5171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222 188 2204 0 0,'9'-17'3289'0'0,"-1"0"-1"0"0,9-35 1 0 0,-15 46-2832 0 0,-1 1 1 0 0,1-1-1 0 0,-1 0 1 0 0,-1 0-1 0 0,1-1 1 0 0,-1 1-1 0 0,0 0 0 0 0,-1 0 1 0 0,1 0-1 0 0,-1 0 1 0 0,-1 0-1 0 0,1 0 1 0 0,-3-6-1 0 0,3 11-425 0 0,1 0 0 0 0,-1 0 0 0 0,0 1 1 0 0,0-1-1 0 0,1 0 0 0 0,-1 0 0 0 0,0 1 0 0 0,0-1 0 0 0,0 0 0 0 0,0 1 0 0 0,0-1 0 0 0,0 1 0 0 0,0-1 0 0 0,0 1 0 0 0,0 0 0 0 0,0-1 0 0 0,0 1 0 0 0,-1 0 0 0 0,1 0 0 0 0,0 0 0 0 0,0 0 0 0 0,0 0 0 0 0,0 0 0 0 0,0 0 0 0 0,0 0 1 0 0,-1 0-1 0 0,1 1 0 0 0,0-1 0 0 0,0 0 0 0 0,0 1 0 0 0,-1 0 0 0 0,-4 0 17 0 0,0 2 0 0 0,0-1 1 0 0,1 0-1 0 0,-10 7 0 0 0,-4 5-19 0 0,1 1 0 0 0,1 1 0 0 0,0 0 0 0 0,1 2 0 0 0,1-1 0 0 0,1 2 0 0 0,0 0 0 0 0,1 1 0 0 0,-16 35 0 0 0,27-51-9 0 0,0 0 0 0 0,1 0 0 0 0,0 0 0 0 0,-1 0 0 0 0,1 1 0 0 0,1-1 0 0 0,-1 0 1 0 0,1 0-1 0 0,0 6 0 0 0,0-9-16 0 0,0 1-1 0 0,0-1 1 0 0,0 0 0 0 0,1 0 0 0 0,-1 0 0 0 0,0 0 0 0 0,1 0 0 0 0,-1 0 0 0 0,1 0 0 0 0,-1 1 0 0 0,1-1-1 0 0,0-1 1 0 0,-1 1 0 0 0,1 0 0 0 0,0 0 0 0 0,0 0 0 0 0,0 0 0 0 0,0 0 0 0 0,-1-1 0 0 0,1 1 0 0 0,0 0-1 0 0,0-1 1 0 0,0 1 0 0 0,1-1 0 0 0,-1 1 0 0 0,0-1 0 0 0,0 1 0 0 0,0-1 0 0 0,0 0 0 0 0,0 0-1 0 0,1 1 1 0 0,-1-1 0 0 0,0 0 0 0 0,0 0 0 0 0,0 0 0 0 0,0 0 0 0 0,1-1 0 0 0,-1 1 0 0 0,2-1 0 0 0,4 0 0 0 0,0 0 0 0 0,1-1 0 0 0,-1 0 0 0 0,0-1 0 0 0,0 0 0 0 0,0 0 0 0 0,0 0 0 0 0,-1-1 0 0 0,0 0 0 0 0,1 0 0 0 0,-1-1 0 0 0,10-9 0 0 0,7-9 42 0 0,34-45 0 0 0,-28 32 158 0 0,-13 19-224 0 0,-9 16-32 0 0,-4 2 63 0 0,-1 2-13 0 0,-1-1 0 0 0,0 1 0 0 0,1 0 0 0 0,-1-1 0 0 0,0 1 0 0 0,-1 0 0 0 0,1 0 0 0 0,0-1 0 0 0,-1 4 0 0 0,3 16-543 0 0,-1 33 0 0 0,-3-40-139 0 0,1 1 0 0 0,1 0 0 0 0,1-1 0 0 0,0 1 0 0 0,8 27 0 0 0,-9-40 553 0 0,1 1 0 0 0,0 0-1 0 0,0-1 1 0 0,0 1 0 0 0,0-1-1 0 0,1 1 1 0 0,-1-1 0 0 0,1 0-1 0 0,0 0 1 0 0,0 0 0 0 0,0-1-1 0 0,0 1 1 0 0,0-1 0 0 0,1 1-1 0 0,-1-1 1 0 0,1 0 0 0 0,-1 0-1 0 0,1-1 1 0 0,0 1 0 0 0,0-1-1 0 0,0 0 1 0 0,0 0-1 0 0,0 0 1 0 0,0 0 0 0 0,0-1-1 0 0,0 1 1 0 0,4-1 0 0 0,9-2-3737 0 0,-2-1-1776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6 328 1460 0 0,'59'-288'15882'0'0,"-57"281"-15532"0"0,-2 3-141 0 0,1 0 0 0 0,0 1 0 0 0,0-1 0 0 0,0 1 0 0 0,0-1 0 0 0,1 1 0 0 0,2-5 0 0 0,-3 9-95 0 0,0 0 0 0 0,-1 0-1 0 0,1 1 1 0 0,0-1-1 0 0,0 0 1 0 0,-1 1 0 0 0,1-1-1 0 0,-1 0 1 0 0,1 1-1 0 0,-1-1 1 0 0,0 0 0 0 0,1 2-1 0 0,3 35 1257 0 0,-1-1 0 0 0,-2 1 0 0 0,-5 52-1 0 0,-23 115 14 0 0,11-100-897 0 0,-11 113-2521 0 0,14-72-8322 0 0,11-126 5064 0 0,-2-4-2807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9 237 920 0 0,'-3'-11'1244'0'0,"1"-1"-1"0"0,0 0 1 0 0,1 0-1 0 0,1 0 1 0 0,0 1 0 0 0,0-1-1 0 0,3-17 1 0 0,-2 24-1081 0 0,1 0-1 0 0,-1-1 1 0 0,1 1 0 0 0,0 0 0 0 0,1 0 0 0 0,-1 0-1 0 0,1 0 1 0 0,0 0 0 0 0,0 1 0 0 0,0-1 0 0 0,1 1-1 0 0,-1 0 1 0 0,1 0 0 0 0,0 0 0 0 0,1 1 0 0 0,-1-1-1 0 0,0 1 1 0 0,6-3 0 0 0,3-1-62 0 0,1 1 0 0 0,-1 1 0 0 0,1 0 0 0 0,0 1 0 0 0,1 1 0 0 0,-1 0 0 0 0,0 1 0 0 0,1 0-1 0 0,0 1 1 0 0,-1 1 0 0 0,17 1 0 0 0,-6 1 118 0 0,0 1 0 0 0,0 1 0 0 0,0 1 0 0 0,-1 2-1 0 0,40 15 1 0 0,-51-17-39 0 0,-2 1 0 0 0,1 1 0 0 0,0 0 0 0 0,-1 1-1 0 0,-1 0 1 0 0,1 0 0 0 0,-1 1 0 0 0,-1 1 0 0 0,1-1 0 0 0,-2 2-1 0 0,1-1 1 0 0,-2 1 0 0 0,1 0 0 0 0,-1 1 0 0 0,-1 0 0 0 0,0 0-1 0 0,-1 0 1 0 0,0 1 0 0 0,-1-1 0 0 0,0 1 0 0 0,-1 0 0 0 0,-1 1-1 0 0,0-1 1 0 0,-1 0 0 0 0,0 1 0 0 0,-1-1 0 0 0,0 1 0 0 0,-1-1-1 0 0,-1 0 1 0 0,0 1 0 0 0,-1-1 0 0 0,-8 25 0 0 0,6-25 843 0 0,-1 1 0 0 0,0-1 0 0 0,-15 23 0 0 0,21-36-983 0 0,0 0 0 0 0,0 1 1 0 0,-1-1-1 0 0,1 1 0 0 0,0-1 0 0 0,0 0 0 0 0,-1 1 0 0 0,1-1 1 0 0,0 0-1 0 0,0 0 0 0 0,-1 1 0 0 0,1-1 0 0 0,0 0 0 0 0,-1 0 1 0 0,1 1-1 0 0,-1-1 0 0 0,1 0 0 0 0,0 0 0 0 0,-1 0 0 0 0,1 1 1 0 0,-1-1-1 0 0,1 0 0 0 0,0 0 0 0 0,-1 0 0 0 0,1 0 0 0 0,-1 0 0 0 0,1 0 1 0 0,-1 0-1 0 0,1 0 0 0 0,0 0 0 0 0,-1 0 0 0 0,1 0 0 0 0,-1 0 1 0 0,1-1-1 0 0,0 1 0 0 0,-1 0 0 0 0,1 0 0 0 0,-1 0 0 0 0,1 0 1 0 0,0-1-1 0 0,-1 1 0 0 0,1 0 0 0 0,-1-1 0 0 0,-7-13 493 0 0,8 9-500 0 0,0 0-1 0 0,0 0 0 0 0,1 0 1 0 0,-1 0-1 0 0,1 0 0 0 0,0 0 1 0 0,0 0-1 0 0,1 1 0 0 0,0-1 1 0 0,3-7-1 0 0,27-44 1 0 0,-30 53-28 0 0,13-19-48 0 0,2-1 1 0 0,0 2 0 0 0,1 0-1 0 0,1 2 1 0 0,1 0-1 0 0,0 1 1 0 0,2 0 0 0 0,0 2-1 0 0,1 1 1 0 0,0 1 0 0 0,1 1-1 0 0,51-20 1 0 0,-72 32 38 0 0,0 0 1 0 0,0 0-1 0 0,1 0 0 0 0,-1 0 1 0 0,0 1-1 0 0,1-1 0 0 0,-1 1 1 0 0,0 0-1 0 0,1 0 0 0 0,-1 1 1 0 0,0-1-1 0 0,0 0 0 0 0,1 1 1 0 0,-1 0-1 0 0,0 0 0 0 0,0 0 1 0 0,0 0-1 0 0,0 1 0 0 0,0-1 1 0 0,0 1-1 0 0,0-1 0 0 0,0 1 1 0 0,0 0-1 0 0,2 3 0 0 0,-1-1 14 0 0,-1 0-1 0 0,0 0 1 0 0,-1 0-1 0 0,1 0 0 0 0,-1 0 1 0 0,1 1-1 0 0,-1-1 0 0 0,0 1 1 0 0,-1-1-1 0 0,1 1 1 0 0,-1 0-1 0 0,0 0 0 0 0,0 0 1 0 0,-1-1-1 0 0,1 1 1 0 0,-1 6-1 0 0,-10 156-459 0 0,1-98-9038 0 0,9-60 3284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44 213 2360 0 0,'-8'-39'4841'0'0,"-25"-106"7659"0"0,32 143-12536 0 0,1 1 1 0 0,-1-1-1 0 0,1 1 0 0 0,0-1 1 0 0,0 0-1 0 0,0 1 0 0 0,0-1 1 0 0,0 1-1 0 0,0-1 0 0 0,0 1 1 0 0,0-1-1 0 0,0 1 0 0 0,1-1 0 0 0,-1 1 1 0 0,1-1-1 0 0,0-1 0 0 0,2 5-1340 0 0,-1 1 0 0 0,0 0 0 0 0,0 0 0 0 0,1 0 0 0 0,-1 0 0 0 0,-1 0 0 0 0,3 5 0 0 0,0 0-4306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6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3832 0 0,'1'-1'4174'0'0,"2"-8"2761"0"0,-3 9-6757 0 0,1-1 1 0 0,-1 1-1 0 0,0-1 0 0 0,0 1 0 0 0,0 0 0 0 0,0-1 0 0 0,0 1 0 0 0,1-1 0 0 0,-1 1 0 0 0,0 0 0 0 0,0-1 0 0 0,1 1 0 0 0,-1-1 1 0 0,0 1-1 0 0,1 0 0 0 0,-1 0 0 0 0,0-1 0 0 0,1 1 0 0 0,-1 0 0 0 0,0 0 0 0 0,1-1 0 0 0,-1 1 0 0 0,0 0 0 0 0,1 0 1 0 0,-1 0-1 0 0,1-1 0 0 0,-1 1 0 0 0,1 0 0 0 0,-1 0 0 0 0,0 0 0 0 0,1 0 0 0 0,-1 0 0 0 0,1 0 0 0 0,-1 0 0 0 0,1 0 0 0 0,-1 0 1 0 0,1 0-1 0 0,0 1 0 0 0,1 0 104 0 0,0 0 0 0 0,0 0 0 0 0,0 0 0 0 0,0 0 0 0 0,0 1 0 0 0,0-1 0 0 0,0 1 0 0 0,2 2 0 0 0,32 41 1203 0 0,-35-43-1175 0 0,19 31 158 0 0,-2 1 0 0 0,-1 1 0 0 0,-1 0 1 0 0,-2 1-1 0 0,9 38 0 0 0,-6-21-889 0 0,-3-1-2944 0 0,-1-3-5558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80 468 0 0,'-3'-17'3231'0'0,"2"9"-1335"0"0,0-1-1 0 0,-1 1 1 0 0,0 0 0 0 0,-5-10-1 0 0,7 17-1757 0 0,-1 0-1 0 0,0 0 0 0 0,1 0 1 0 0,-1 1-1 0 0,0-1 0 0 0,1 0 0 0 0,-1 1 1 0 0,0-1-1 0 0,0 1 0 0 0,0-1 1 0 0,1 1-1 0 0,-1-1 0 0 0,0 1 1 0 0,0-1-1 0 0,0 1 0 0 0,0 0 1 0 0,0-1-1 0 0,0 1 0 0 0,0 0 1 0 0,0 0-1 0 0,0 0 0 0 0,0 0 1 0 0,0 0-1 0 0,-2 0 0 0 0,-24 5 1168 0 0,18-2-1051 0 0,0 1 1 0 0,0 0-1 0 0,0 0 0 0 0,0 1 1 0 0,1 0-1 0 0,-12 10 0 0 0,-44 42 416 0 0,55-49-577 0 0,-41 43 545 0 0,-74 96 0 0 0,57-56-3704 0 0,7-12-5730 0 0,44-59 1328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0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97 2244 0 0,'6'-34'7140'0'0,"3"-11"-1652"0"0,-7 36-4596 0 0,-2 7-651 0 0,-1-4 357 0 0,-1 11-341 0 0,1 20-248 0 0,0-8 46 0 0,-31 181 330 0 0,10-76-3809 0 0,23-89-3886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73 1716 0 0,'36'-61'11979'0'0,"-36"61"-11947"0"0,0 0 1 0 0,1-1-1 0 0,-1 1 0 0 0,0 0 0 0 0,0 0 0 0 0,0-1 0 0 0,1 1 1 0 0,-1 0-1 0 0,0-1 0 0 0,0 1 0 0 0,0 0 0 0 0,0-1 0 0 0,0 1 1 0 0,0 0-1 0 0,0-1 0 0 0,0 1 0 0 0,0 0 0 0 0,0-1 0 0 0,0 1 1 0 0,0 0-1 0 0,0-1 0 0 0,0 1 0 0 0,0 0 0 0 0,0-1 0 0 0,0 1 1 0 0,0 0-1 0 0,-1-1 0 0 0,1 1 0 0 0,0 0 0 0 0,0 0 0 0 0,0-1 1 0 0,0 1-1 0 0,-1-1 0 0 0,-11 1 672 0 0,-15 10-200 0 0,-6 12-318 0 0,1 2 0 0 0,1 1 0 0 0,-45 46 0 0 0,76-71-181 0 0,0 1 1 0 0,0-1-1 0 0,-1 0 0 0 0,1 0 1 0 0,0 0-1 0 0,0 1 1 0 0,0-1-1 0 0,-1 0 0 0 0,1 0 1 0 0,0 1-1 0 0,0-1 1 0 0,0 0-1 0 0,0 0 0 0 0,-1 1 1 0 0,1-1-1 0 0,0 0 1 0 0,0 1-1 0 0,0-1 0 0 0,0 0 1 0 0,0 1-1 0 0,0-1 1 0 0,0 0-1 0 0,0 1 0 0 0,0-1 1 0 0,0 0-1 0 0,0 0 1 0 0,0 1-1 0 0,0-1 0 0 0,0 0 1 0 0,0 1-1 0 0,0-1 1 0 0,1 0-1 0 0,-1 1 0 0 0,0-1 1 0 0,0 1-1 0 0,13 5 103 0 0,19-1 16 0 0,-30-5-111 0 0,-1 0-8 0 0,20 2 21 0 0,-1 1 0 0 0,39 9 0 0 0,-54-10-14 0 0,1-1 0 0 0,-1 1 0 0 0,0 0 0 0 0,0 1 0 0 0,0-1 0 0 0,0 1 0 0 0,-1 0 0 0 0,1 0 0 0 0,-1 1 1 0 0,0-1-1 0 0,0 1 0 0 0,0 0 0 0 0,0 0 0 0 0,0 0 0 0 0,-1 1 0 0 0,5 7 0 0 0,-7-9 97 0 0,0-1 0 0 0,0 1 0 0 0,0 0 0 0 0,0 0 0 0 0,0 0 0 0 0,-1 0 0 0 0,1 0-1 0 0,-1 0 1 0 0,0 0 0 0 0,0 0 0 0 0,0 0 0 0 0,0 0 0 0 0,-1 0 0 0 0,-1 5 0 0 0,0-2 18 0 0,0 0 0 0 0,0-1 1 0 0,0 0-1 0 0,-1 1 0 0 0,0-1 0 0 0,0 0 1 0 0,-5 6-1 0 0,1-3-31 0 0,0-1 0 0 0,0 1 0 0 0,-1-1 0 0 0,0 0 0 0 0,0-1 0 0 0,-1 0 0 0 0,0 0 1 0 0,-12 5-1 0 0,14-8-170 0 0,-1 2-81 0 0,-1-2 0 0 0,1 1-1 0 0,-1-1 1 0 0,0 0 0 0 0,0-1 0 0 0,0 0-1 0 0,0 0 1 0 0,0-1 0 0 0,0 0-1 0 0,-18-1 1 0 0,7-4-2254 0 0,17 3 1682 0 0,0 1 0 0 0,0-1 1 0 0,1 0-1 0 0,-1 0 0 0 0,0-1 0 0 0,1 1 0 0 0,-1 0 0 0 0,1-1 0 0 0,0 0 0 0 0,-1 1 0 0 0,1-1 1 0 0,-2-2-1 0 0,0-3-4214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73 1696 0 0,'-10'-13'2852'0'0,"5"3"-755"0"0,-2 1-381 0 0,0 3 628 0 0,-3-10-856 0 0,3 6-564 0 0,-1 2-368 0 0,6 16-6852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286 245 888 0 0,'10'-15'1485'0'0,"0"-1"0"0"0,-1 0 0 0 0,0-1 0 0 0,-2 0 0 0 0,0-1 0 0 0,0 0 0 0 0,4-26 1 0 0,-10 38-1115 0 0,0-1 1 0 0,-1 1 0 0 0,0-1 0 0 0,-1 0 0 0 0,1 1 0 0 0,-1-1 0 0 0,0 1 0 0 0,-3-9-1 0 0,3 14-352 0 0,0 0 0 0 0,0 0-1 0 0,0 0 1 0 0,-1-1 0 0 0,1 1-1 0 0,0 0 1 0 0,0 1 0 0 0,-1-1-1 0 0,1 0 1 0 0,-1 0-1 0 0,1 0 1 0 0,-1 1 0 0 0,1-1-1 0 0,-1 1 1 0 0,1-1 0 0 0,-1 1-1 0 0,1 0 1 0 0,-3-1 0 0 0,4 1-17 0 0,-2 0 1 0 0,1 0 0 0 0,-1-1-1 0 0,1 1 1 0 0,0 0 0 0 0,-1 0 0 0 0,1 0-1 0 0,-1 0 1 0 0,1 0 0 0 0,-1 0-1 0 0,1 1 1 0 0,-1-1 0 0 0,1 0 0 0 0,0 1-1 0 0,-1-1 1 0 0,-1 2 0 0 0,-3 0 2 0 0,-5 1-5 0 0,0 1 1 0 0,0 1-1 0 0,0 0 0 0 0,1 0 1 0 0,0 1-1 0 0,0 1 1 0 0,0 0-1 0 0,-16 14 0 0 0,6-2-29 0 0,1 1-1 0 0,-26 35 1 0 0,29-34-20 0 0,2 1 0 0 0,-20 39 0 0 0,28-48 33 0 0,0 1-1 0 0,1-1 1 0 0,1 1-1 0 0,0-1 1 0 0,1 1-1 0 0,-2 23 0 0 0,5-35 16 0 0,-1 0-1 0 0,1 0 0 0 0,0 0 0 0 0,0-1 1 0 0,0 1-1 0 0,0 0 0 0 0,0 0 0 0 0,1 0 0 0 0,-1 0 1 0 0,0 0-1 0 0,1-1 0 0 0,0 1 0 0 0,-1 0 0 0 0,1 0 1 0 0,0-1-1 0 0,0 1 0 0 0,0 0 0 0 0,0-1 1 0 0,0 1-1 0 0,0-1 0 0 0,0 1 0 0 0,0-1 0 0 0,1 0 1 0 0,-1 0-1 0 0,1 1 0 0 0,-1-1 0 0 0,1 0 0 0 0,-1 0 1 0 0,1 0-1 0 0,0 0 0 0 0,-1-1 0 0 0,1 1 0 0 0,0 0 1 0 0,0-1-1 0 0,-1 1 0 0 0,1-1 0 0 0,2 1 1 0 0,1-1-8 0 0,0 0 1 0 0,-1-1 0 0 0,1 1-1 0 0,-1-1 1 0 0,1 0 0 0 0,-1 0 0 0 0,1 0-1 0 0,-1 0 1 0 0,0-1 0 0 0,0 0 0 0 0,0 0-1 0 0,1 0 1 0 0,-2 0 0 0 0,8-6-1 0 0,1-3 3 0 0,0 0-1 0 0,-1 0 1 0 0,-1-1-1 0 0,0-1 0 0 0,-1 1 1 0 0,10-18-1 0 0,40-88 83 0 0,-47 92-31 0 0,20-44 236 0 0,-31 69-304 0 0,3 2-5 0 0,-4-1 27 0 0,1 0 0 0 0,-1 0 1 0 0,0 0-1 0 0,0 0 0 0 0,1 0 0 0 0,-1 0 0 0 0,0 0 1 0 0,1 0-1 0 0,-1 0 0 0 0,0 0 0 0 0,0 0 1 0 0,1 0-1 0 0,-1 0 0 0 0,0 0 0 0 0,0 1 0 0 0,1-1 1 0 0,-1 0-1 0 0,0 0 0 0 0,1 0 0 0 0,-1 0 0 0 0,0 0 1 0 0,0 1-1 0 0,0-1 0 0 0,1 0 0 0 0,-1 0 1 0 0,0 0-1 0 0,0 1 0 0 0,0-1 0 0 0,0 0 0 0 0,1 0 1 0 0,-1 1-1 0 0,5 23 6 0 0,0-1 1 0 0,0 28 0 0 0,-3-29-431 0 0,1 1 0 0 0,1-1 0 0 0,7 24 0 0 0,-7-34-371 0 0,0 0 0 0 0,11 19 0 0 0,-13-27 351 0 0,1-1 0 0 0,-1 1 0 0 0,1-1 0 0 0,0 1 0 0 0,0-1 0 0 0,0 0 0 0 0,0 0-1 0 0,0 0 1 0 0,1 0 0 0 0,-1-1 0 0 0,5 3 0 0 0,-4-4-1626 0 0,10 0-303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5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1 294 2412 0 0,'39'-94'3392'0'0,"25"-51"735"0"0,-44 121-3537 0 0,-18 22-365 0 0,1 2 29 0 0,-2 1-214 0 0,1-1 0 0 0,0 0 0 0 0,-1 1 1 0 0,1-1-1 0 0,-1 1 0 0 0,0-1 0 0 0,1 1 1 0 0,-1 0-1 0 0,1-1 0 0 0,-1 1 0 0 0,0 0 1 0 0,0 0-1 0 0,1 0 0 0 0,-1 0 0 0 0,0 0 1 0 0,0 1-1 0 0,0-1 0 0 0,0 0 0 0 0,1 2 1 0 0,0 1 30 0 0,0 0 0 0 0,0 0 0 0 0,0 1 0 0 0,-1-1 1 0 0,1 0-1 0 0,0 8 0 0 0,1 6 44 0 0,-1 1-1 0 0,-1 25 1 0 0,-1-3 152 0 0,-2-1-1 0 0,-8 41 1 0 0,10-77-101 0 0,0-2-17 0 0,-1 0-1 0 0,1 1 0 0 0,-1-1 0 0 0,1 1 0 0 0,-1-1 0 0 0,0 0 0 0 0,0 0 0 0 0,0 1 0 0 0,0-1 1 0 0,0 0-1 0 0,-3 4 0 0 0,3-5 31 0 0,0-4-126 0 0,0-1 0 0 0,0 1 0 0 0,1 0 0 0 0,0-1-1 0 0,-1 1 1 0 0,1 0 0 0 0,1-5 0 0 0,-1 8-49 0 0,1-11 25 0 0,1 0-1 0 0,0 1 1 0 0,0 0 0 0 0,1-1-1 0 0,1 1 1 0 0,0 0 0 0 0,0 0 0 0 0,9-13-1 0 0,6-8-3 0 0,25-30 0 0 0,-32 45-34 0 0,1 1-1 0 0,1 1 0 0 0,25-22 1 0 0,-30 29-11 0 0,1 0 0 0 0,-1 1 1 0 0,1 0-1 0 0,0 1 0 0 0,0 0 0 0 0,1 0 1 0 0,17-5-1 0 0,-25 10 18 0 0,-1-1 1 0 0,0 1-1 0 0,1 0 1 0 0,-1 0-1 0 0,0 0 1 0 0,1 0-1 0 0,-1 0 1 0 0,0 0-1 0 0,1 1 1 0 0,-1-1-1 0 0,0 1 1 0 0,0-1 0 0 0,0 1-1 0 0,1 0 1 0 0,-1 0-1 0 0,0 0 1 0 0,0 0-1 0 0,0 0 1 0 0,0 0-1 0 0,0 1 1 0 0,0-1-1 0 0,-1 1 1 0 0,1-1-1 0 0,0 1 1 0 0,-1 0-1 0 0,1 0 1 0 0,-1-1-1 0 0,0 1 1 0 0,0 0-1 0 0,2 5 1 0 0,1-1 12 0 0,-2 0 1 0 0,1 1-1 0 0,-1 0 1 0 0,0 0 0 0 0,-1-1-1 0 0,1 1 1 0 0,-1 0-1 0 0,0 11 1 0 0,-3 19 38 0 0,-2 0 1 0 0,-9 40 0 0 0,0 4 150 0 0,13-80-185 0 0,-1 0 0 0 0,1 0-1 0 0,0-1 1 0 0,0 1 0 0 0,0 0 0 0 0,0 0-1 0 0,0 0 1 0 0,0 0 0 0 0,0 0-1 0 0,0-1 1 0 0,1 1 0 0 0,-1 0 0 0 0,0 0-1 0 0,0 0 1 0 0,1 0 0 0 0,-1-1-1 0 0,0 1 1 0 0,1 0 0 0 0,-1 0 0 0 0,1-1-1 0 0,-1 1 1 0 0,1 0 0 0 0,0-1 0 0 0,-1 1-1 0 0,1 0 1 0 0,0 0 0 0 0,1 0-21 0 0,0-1-1 0 0,-1 1 1 0 0,1-1 0 0 0,-1 0 0 0 0,1 1 0 0 0,0-1-1 0 0,-1 0 1 0 0,1 0 0 0 0,-1 0 0 0 0,1 0 0 0 0,0 0-1 0 0,-1 0 1 0 0,3-1 0 0 0,7-2-427 0 0,0 0 0 0 0,0-1-1 0 0,13-6 1 0 0,-16 6-208 0 0,75-34-6503 0 0,-48 22 2187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171 202 52 0 0,'-1'-2'2580'0'0,"-6"-8"90"0"0,1 1 0 0 0,0-1 0 0 0,1-1 0 0 0,-6-12 0 0 0,-8-17 1322 0 0,18 38-3702 0 0,-13 8-33 0 0,7 4-223 0 0,0 0-1 0 0,0 0 1 0 0,1 1-1 0 0,0 0 1 0 0,-6 17-1 0 0,2 1-5 0 0,-8 34 1 0 0,13-43-13 0 0,1-1 0 0 0,-2 33 0 0 0,6-48-7 0 0,0 1 0 0 0,-1-1 0 0 0,2 1 0 0 0,-1 0 0 0 0,1-1 0 0 0,-1 1 0 0 0,1-1 1 0 0,0 1-1 0 0,1-1 0 0 0,-1 0 0 0 0,1 1 0 0 0,0-1 0 0 0,0 0 0 0 0,0 0 0 0 0,1 0 0 0 0,-1 0 1 0 0,6 5-1 0 0,-5-6-2 0 0,0-1 0 0 0,1 0 0 0 0,-1 0 0 0 0,1-1 0 0 0,0 1 0 0 0,-1 0 0 0 0,1-1 0 0 0,0 0 0 0 0,0 0 0 0 0,0 0 0 0 0,0-1 0 0 0,0 1 0 0 0,0-1 0 0 0,0 0 0 0 0,0 0 0 0 0,0 0 0 0 0,0-1 0 0 0,0 0 0 0 0,6-1 0 0 0,1-1 12 0 0,0 0 0 0 0,0-1-1 0 0,0 0 1 0 0,0-1 0 0 0,15-9 0 0 0,-18 8-16 0 0,0 0 0 0 0,-1 0 0 0 0,1 0 0 0 0,-1-1-1 0 0,-1 0 1 0 0,1-1 0 0 0,-1 1 0 0 0,-1-1 0 0 0,0 0 0 0 0,0-1 0 0 0,0 1 0 0 0,-1-1 0 0 0,0 0-1 0 0,-1 0 1 0 0,0 0 0 0 0,0-1 0 0 0,-1 1 0 0 0,0-1 0 0 0,0-13 0 0 0,-1 8-16 0 0,0 0 1 0 0,-1 1-1 0 0,-1-1 1 0 0,-1 0 0 0 0,0 0-1 0 0,-1 1 1 0 0,0 0-1 0 0,-1-1 1 0 0,-1 1-1 0 0,0 1 1 0 0,-1-1-1 0 0,-9-15 1 0 0,12 25 1 0 0,1 0 1 0 0,-1 0 0 0 0,0 1-1 0 0,0-1 1 0 0,0 0-1 0 0,-1 1 1 0 0,1 0-1 0 0,-1 0 1 0 0,0 0-1 0 0,0 0 1 0 0,0 1-1 0 0,0-1 1 0 0,0 1-1 0 0,-5-2 1 0 0,5 3 1 0 0,1 0 0 0 0,-1 1-1 0 0,1-1 1 0 0,-1 1 0 0 0,0-1 0 0 0,1 1 0 0 0,-1 0 0 0 0,0 0 0 0 0,1 1-1 0 0,-1-1 1 0 0,0 1 0 0 0,1 0 0 0 0,-1 0 0 0 0,1 0 0 0 0,-1 0 0 0 0,1 0 0 0 0,0 1-1 0 0,-6 3 1 0 0,-1 2-2 0 0,0 1 1 0 0,1 0-1 0 0,0 0 0 0 0,0 1 0 0 0,1 0 1 0 0,0 0-1 0 0,0 1 0 0 0,1 0 0 0 0,1 1 1 0 0,0-1-1 0 0,-7 18 0 0 0,8-17-18 0 0,1-1-1 0 0,0 1 1 0 0,1 0-1 0 0,0 0 1 0 0,1 1-1 0 0,0-1 1 0 0,1 1-1 0 0,0-1 1 0 0,1 1 0 0 0,0-1-1 0 0,1 1 1 0 0,2 15-1 0 0,-2-22-10 0 0,1-1 0 0 0,-1 0 0 0 0,0 0 0 0 0,1 0 0 0 0,0 0 0 0 0,0 0 0 0 0,0 0 0 0 0,1 0-1 0 0,-1-1 1 0 0,1 1 0 0 0,0-1 0 0 0,0 0 0 0 0,0 0 0 0 0,0 0 0 0 0,8 5 0 0 0,-5-4-67 0 0,0-1 0 0 0,0 0 1 0 0,0-1-1 0 0,0 0 0 0 0,0 0 1 0 0,1 0-1 0 0,-1-1 0 0 0,1 1 1 0 0,11-1-1 0 0,-1-1-92 0 0,0 0 1 0 0,0-2-1 0 0,0 0 1 0 0,0-1-1 0 0,0 0 1 0 0,-1-2-1 0 0,24-8 1 0 0,-10 0 75 0 0,-2-1 1 0 0,1-2-1 0 0,34-25 1 0 0,72-65-26 0 0,-43 32-17 0 0,-89 72 156 0 0,-1 0-1 0 0,1 0 0 0 0,-1 0 1 0 0,1 1-1 0 0,0-1 0 0 0,0 1 1 0 0,0 0-1 0 0,0 0 1 0 0,0 0-1 0 0,0 0 0 0 0,0 0 1 0 0,0 1-1 0 0,0-1 1 0 0,1 1-1 0 0,-1 0 0 0 0,0 0 1 0 0,0 0-1 0 0,4 1 1 0 0,-5 0 15 0 0,0 0 1 0 0,0-1 0 0 0,0 1 0 0 0,1 1 0 0 0,-2-1-1 0 0,1 0 1 0 0,0 0 0 0 0,0 1 0 0 0,0-1 0 0 0,0 1 0 0 0,-1-1-1 0 0,1 1 1 0 0,-1 0 0 0 0,1-1 0 0 0,-1 1 0 0 0,0 0-1 0 0,0 0 1 0 0,0 0 0 0 0,0 0 0 0 0,0 1 0 0 0,0-1 0 0 0,0 0-1 0 0,-1 0 1 0 0,1 0 0 0 0,0 5 0 0 0,1 6 153 0 0,0 0 0 0 0,-1 0 0 0 0,0 0 0 0 0,-1 0 0 0 0,-1 0 0 0 0,0 0 0 0 0,-1 0 0 0 0,0 0 0 0 0,-1 0 0 0 0,0-1 0 0 0,-1 1 0 0 0,-1-1 0 0 0,0 0 0 0 0,0 0 0 0 0,-1-1 0 0 0,-1 1 0 0 0,-11 15 0 0 0,13-23 162 0 0,1 0 0 0 0,-1 0 0 0 0,1 0 0 0 0,-1-1 0 0 0,0 1 0 0 0,-9 3 0 0 0,12-6-54 0 0,-1-1-42 0 0,-17-6 146 0 0,19 6-366 0 0,0-1 0 0 0,1 1 0 0 0,-1 0 0 0 0,0-1 0 0 0,1 1 0 0 0,-1-1 0 0 0,1 1 0 0 0,-1-1 0 0 0,1 1 0 0 0,-1-1 0 0 0,1 0 0 0 0,-1 1 0 0 0,1-1 0 0 0,0 0 0 0 0,-1 1 0 0 0,1-1 0 0 0,0 0 0 0 0,-1 1 0 0 0,1-1 0 0 0,0 0 0 0 0,0 1 0 0 0,0-1 0 0 0,0 0 0 0 0,0 0 0 0 0,0 1 0 0 0,0-1 0 0 0,0 0 0 0 0,0 0 0 0 0,0 1 0 0 0,0-1 0 0 0,0 0 0 0 0,0 0 0 0 0,1 1 0 0 0,-1-1 0 0 0,0 0 0 0 0,1-1 0 0 0,4-6-134 0 0,0 0 1 0 0,0 0-1 0 0,1 0 1 0 0,0 0-1 0 0,0 1 0 0 0,1 0 1 0 0,-1 1-1 0 0,13-10 1 0 0,71-45-2695 0 0,-53 37 1262 0 0,-15 10 620 0 0,137-97-8756 0 0,-130 87 5851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143 147 24 0 0,'7'-33'6342'0'0,"5"-42"0"0"0,-8 39-3151 0 0,-3 34-2532 0 0,-2 2-587 0 0,0 1 0 0 0,0-1-1 0 0,0 0 1 0 0,0 1 0 0 0,1-1 0 0 0,-1 1-1 0 0,0-1 1 0 0,0 1 0 0 0,1-1 0 0 0,-1 1-1 0 0,0-1 1 0 0,1 1 0 0 0,-1 0 0 0 0,1-1-1 0 0,-1 1 1 0 0,1 0 0 0 0,-1 0 0 0 0,1-1-1 0 0,-1 3 1 0 0,-9 18 540 0 0,8-16-397 0 0,-16 45 679 0 0,2 1 1 0 0,3 0-1 0 0,-9 65 1 0 0,19-98-806 0 0,-12 64-40 0 0,-23 135 782 0 0,23-72-3687 0 0,15-117-610 0 0,3-11-5446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103 263 2392 0 0,'-43'-28'6120'0'0,"31"21"-4469"0"0,0-1 0 0 0,1 0 0 0 0,-12-11 1 0 0,22 18-1265 0 0,41-2 75 0 0,35 0-700 0 0,0-4-1 0 0,0-3 1 0 0,97-26 0 0 0,-150 29 136 0 0,-1-1 1 0 0,-1-1 0 0 0,0 0-1 0 0,0-2 1 0 0,-1 0 0 0 0,0-1-1 0 0,-1-1 1 0 0,32-30 0 0 0,-49 42 91 0 0,-1 1 1 0 0,1-1-1 0 0,0 0 1 0 0,-1 1-1 0 0,1-1 0 0 0,-1 1 1 0 0,1-1-1 0 0,0 0 1 0 0,-1 1-1 0 0,1 0 1 0 0,0-1-1 0 0,0 1 1 0 0,0-1-1 0 0,-1 1 1 0 0,1 0-1 0 0,0-1 1 0 0,0 1-1 0 0,0 0 1 0 0,0 0-1 0 0,-1 0 0 0 0,1 0 1 0 0,0 0-1 0 0,1 0 1 0 0,-1 0 7 0 0,0 1-1 0 0,-1-1 1 0 0,1 1 0 0 0,-1 0-1 0 0,1-1 1 0 0,-1 1 0 0 0,1 0-1 0 0,-1-1 1 0 0,0 1 0 0 0,1 0-1 0 0,-1-1 1 0 0,0 1 0 0 0,1 0-1 0 0,-1 0 1 0 0,0 0 0 0 0,0-1-1 0 0,0 1 1 0 0,0 0 0 0 0,0 0-1 0 0,0 1 1 0 0,1 10 105 0 0,-2 0 0 0 0,-2 20 0 0 0,1-19 91 0 0,-11 104 680 0 0,-2 43 205 0 0,5 100 618 0 0,10-259-1391 0 0,15-34-132 0 0,-5 16-158 0 0,-1 1 0 0 0,2 1 0 0 0,0 0 0 0 0,1 1 0 0 0,16-16 0 0 0,72-57-60 0 0,-83 73 5 0 0,1 1 1 0 0,0 1 0 0 0,1 1-1 0 0,0 1 1 0 0,1 0-1 0 0,37-12 1 0 0,-55 21 34 0 0,0 0 0 0 0,1 1-1 0 0,-1-1 1 0 0,0 1 0 0 0,0 0 0 0 0,1 0-1 0 0,-1 0 1 0 0,0 0 0 0 0,1 0 0 0 0,-1 0 0 0 0,0 1-1 0 0,0-1 1 0 0,0 1 0 0 0,1-1 0 0 0,-1 1-1 0 0,0 0 1 0 0,0 0 0 0 0,0 0 0 0 0,0 0 0 0 0,0 0-1 0 0,0 1 1 0 0,0-1 0 0 0,-1 0 0 0 0,1 1-1 0 0,0 0 1 0 0,-1-1 0 0 0,2 3 0 0 0,0 0 7 0 0,-1-1 0 0 0,0 1 1 0 0,0 0-1 0 0,0 0 0 0 0,0 0 0 0 0,-1 0 1 0 0,1 1-1 0 0,-1-1 0 0 0,0 0 0 0 0,-1 0 1 0 0,1 1-1 0 0,-1 6 0 0 0,-6 56 11 0 0,3-55-638 0 0,2 0 0 0 0,-1 0 0 0 0,1 0 0 0 0,1 0 0 0 0,0 0 0 0 0,1 0 0 0 0,0 0-1 0 0,4 16 1 0 0,-3-24 61 0 0,-1 0-1 0 0,1 0 1 0 0,0-1-1 0 0,0 1 1 0 0,1 0-1 0 0,-1-1 1 0 0,1 1-1 0 0,0-1 1 0 0,-1 0-1 0 0,7 5 1 0 0,5 4-3395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84 0 0,'13'-26'3340'0'0,"-2"0"-1"0"0,-1-1 1 0 0,-1 0 0 0 0,8-38 0 0 0,-12 44-2181 0 0,-9 25-1080 0 0,3-4-76 0 0,1 0-1 0 0,0 0 1 0 0,-1 1-1 0 0,1-1 1 0 0,0 0-1 0 0,-1 0 1 0 0,1 0-1 0 0,0 0 1 0 0,-1 1 0 0 0,1-1-1 0 0,0 0 1 0 0,0 0-1 0 0,-1 0 1 0 0,1 1-1 0 0,0-1 1 0 0,0 0-1 0 0,-1 0 1 0 0,1 1-1 0 0,0-1 1 0 0,0 0-1 0 0,0 1 1 0 0,-1-1-1 0 0,1 0 1 0 0,0 1-1 0 0,0-1 1 0 0,0 0-1 0 0,0 1 1 0 0,0-1-1 0 0,0 1 1 0 0,-16 42 172 0 0,8-25-123 0 0,2 1 0 0 0,-7 28 0 0 0,12-42-32 0 0,0 0 0 0 0,0 0 0 0 0,1 0 0 0 0,-1 0 0 0 0,1 0 0 0 0,1 0 0 0 0,-1 0 0 0 0,1 0 1 0 0,0 0-1 0 0,0 0 0 0 0,0 0 0 0 0,1 0 0 0 0,-1 0 0 0 0,5 7 0 0 0,-4-9-2 0 0,-1-1-1 0 0,1 1 1 0 0,0-1 0 0 0,0 1-1 0 0,0-1 1 0 0,0 0-1 0 0,1 1 1 0 0,-1-1 0 0 0,0 0-1 0 0,1-1 1 0 0,0 1 0 0 0,-1 0-1 0 0,1-1 1 0 0,0 1 0 0 0,0-1-1 0 0,5 1 1 0 0,-4-1 38 0 0,1 0 0 0 0,0-1 0 0 0,-1 1 0 0 0,1-1 0 0 0,-1 0 1 0 0,1-1-1 0 0,-1 1 0 0 0,1-1 0 0 0,-1 0 0 0 0,8-2 0 0 0,-3 0 31 0 0,0-1-1 0 0,0 0 1 0 0,-1 0-1 0 0,1-1 1 0 0,-1 0-1 0 0,0-1 1 0 0,0 1-1 0 0,-1-2 1 0 0,1 1-1 0 0,6-9 1 0 0,-5 3-47 0 0,-1 1 0 0 0,0-1 1 0 0,-1-1-1 0 0,0 1 0 0 0,-1-1 1 0 0,0 0-1 0 0,-1-1 0 0 0,-1 1 0 0 0,3-17 1 0 0,-5 20-42 0 0,0 0 1 0 0,-1-1 0 0 0,0 1-1 0 0,-1-1 1 0 0,0 1 0 0 0,0-1-1 0 0,-1 1 1 0 0,-1-1 0 0 0,0 1-1 0 0,0 0 1 0 0,-1 0 0 0 0,0 0-1 0 0,-5-10 1 0 0,6 17-8 0 0,0-1-1 0 0,1 1 1 0 0,-1 0-1 0 0,0 0 1 0 0,-1 0-1 0 0,1 1 1 0 0,0-1 0 0 0,-1 0-1 0 0,0 1 1 0 0,1 0-1 0 0,-1-1 1 0 0,0 1 0 0 0,0 0-1 0 0,0 1 1 0 0,0-1-1 0 0,-1 0 1 0 0,1 1 0 0 0,0 0-1 0 0,-1 0 1 0 0,1 0-1 0 0,-1 0 1 0 0,-6 0 0 0 0,3 1-178 0 0,0 1 1 0 0,0 0-1 0 0,0 0 1 0 0,0 1 0 0 0,0 0-1 0 0,0 0 1 0 0,1 1 0 0 0,-1 0-1 0 0,-11 6 1 0 0,14-6-281 0 0,0-1 1 0 0,0 1 0 0 0,1 0-1 0 0,-1 0 1 0 0,1 0-1 0 0,-1 0 1 0 0,1 0-1 0 0,0 1 1 0 0,0-1-1 0 0,1 1 1 0 0,-1 0 0 0 0,1 0-1 0 0,-1 0 1 0 0,1 0-1 0 0,1 1 1 0 0,-1-1-1 0 0,-1 8 1 0 0,3-2-2930 0 0,3 0-1377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9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432 162 2152 0 0,'6'-11'2228'0'0,"-1"0"0"0"0,0-1 0 0 0,-1 0 0 0 0,3-18 0 0 0,-5 25-1747 0 0,-2 5-445 0 0,0-1-1 0 0,1 0 1 0 0,-1 1 0 0 0,0-1-1 0 0,0 0 1 0 0,0 0-1 0 0,1 1 1 0 0,-1-1 0 0 0,0 0-1 0 0,0 1 1 0 0,0-1-1 0 0,0 0 1 0 0,0 0-1 0 0,-1 1 1 0 0,1-1 0 0 0,0 0-1 0 0,0 1 1 0 0,0-1-1 0 0,0 0 1 0 0,-1 0 0 0 0,1 1-1 0 0,0-1 1 0 0,-1 1-1 0 0,1-1 1 0 0,-1 0 0 0 0,1 1-1 0 0,-1-1 1 0 0,1 1-1 0 0,-1-1 1 0 0,1 1-1 0 0,-1-1 1 0 0,1 1 0 0 0,-1-1-1 0 0,1 1 1 0 0,-1 0-1 0 0,0-1 1 0 0,1 1 0 0 0,-1 0-1 0 0,0-1 1 0 0,1 1-1 0 0,-1 0 1 0 0,0 0 0 0 0,0 0-1 0 0,1 0 1 0 0,-1 0-1 0 0,0 0 1 0 0,0 0-1 0 0,1 0 1 0 0,-1 0 0 0 0,0 0-1 0 0,-1 0 1 0 0,-2 1-4 0 0,0-1 1 0 0,0 1-1 0 0,0 0 0 0 0,0 1 1 0 0,0-1-1 0 0,0 1 0 0 0,-6 2 1 0 0,-3 5 8 0 0,0 0 0 0 0,1 1 0 0 0,0 0 0 0 0,1 0 0 0 0,-17 20 0 0 0,24-25-27 0 0,-1 1-1 0 0,1-1 0 0 0,1 1 0 0 0,-1 0 0 0 0,1 0 0 0 0,0 1 1 0 0,0-1-1 0 0,0 0 0 0 0,1 1 0 0 0,0 0 0 0 0,1-1 0 0 0,0 1 1 0 0,0 0-1 0 0,0 0 0 0 0,0 8 0 0 0,2-12-2 0 0,-1 0-1 0 0,0 0 1 0 0,1 0-1 0 0,0 0 1 0 0,0 0-1 0 0,0 0 1 0 0,0 0-1 0 0,0-1 0 0 0,0 1 1 0 0,1 0-1 0 0,-1-1 1 0 0,1 1-1 0 0,0-1 1 0 0,0 1-1 0 0,0-1 1 0 0,4 4-1 0 0,-2-3 0 0 0,-1-1-1 0 0,1 1 1 0 0,0-1-1 0 0,0 0 1 0 0,0 0 0 0 0,1 0-1 0 0,-1-1 1 0 0,1 1-1 0 0,-1-1 1 0 0,6 1-1 0 0,-1-1 5 0 0,0 0-1 0 0,0-1 0 0 0,0 0 0 0 0,0 0 0 0 0,0-1 1 0 0,0 0-1 0 0,0-1 0 0 0,0 0 0 0 0,0 0 1 0 0,15-7-1 0 0,-7-1 27 0 0,-1 0-1 0 0,0-2 1 0 0,0 0 0 0 0,-2 0-1 0 0,1-1 1 0 0,12-17 0 0 0,-4 7 341 0 0,-21 21-318 0 0,17-15 62 0 0,-19 16-123 0 0,0 1 0 0 0,0 0 0 0 0,1-1 0 0 0,-1 1 0 0 0,0 0 0 0 0,1-1 0 0 0,-1 1 0 0 0,1 0 0 0 0,-1 0 0 0 0,0 0 0 0 0,1-1 0 0 0,-1 1 0 0 0,0 0 1 0 0,1 0-1 0 0,-1 0 0 0 0,1 0 0 0 0,-1 0 0 0 0,1 0 0 0 0,-1 0 0 0 0,0 0 0 0 0,1 0 0 0 0,-1 0 0 0 0,1 0 0 0 0,-1 0 0 0 0,1 0 0 0 0,-1 0 0 0 0,0 0 0 0 0,1 0 0 0 0,-1 0 0 0 0,1 0 0 0 0,-1 1 0 0 0,0-1 0 0 0,1 0 0 0 0,-1 0 0 0 0,1 1 0 0 0,-1-1 0 0 0,0 0 0 0 0,1 0 0 0 0,-1 1 0 0 0,0-1 0 0 0,0 0 0 0 0,1 1 0 0 0,-1-1 0 0 0,0 0 0 0 0,0 1 1 0 0,1-1-1 0 0,-1 1 0 0 0,0-1 0 0 0,0 1 0 0 0,3 10 211 0 0,0 0 1 0 0,-1 1 0 0 0,-1-1 0 0 0,0 0 0 0 0,0 1 0 0 0,-2 13-1 0 0,-9 75 1012 0 0,7-78-1046 0 0,-18 120 465 0 0,-5 0 0 0 0,-81 249 1 0 0,101-374-358 0 0,-1-1-1 0 0,0 0 1 0 0,-1 0 0 0 0,-1 0 0 0 0,-1-1 0 0 0,0-1 0 0 0,-1 1 0 0 0,0-2 0 0 0,-17 16 0 0 0,22-24-109 0 0,0 0 0 0 0,-1 0 1 0 0,1 0-1 0 0,-1-1 1 0 0,0 0-1 0 0,-1 0 1 0 0,1 0-1 0 0,-1-1 0 0 0,1-1 1 0 0,-1 1-1 0 0,0-1 1 0 0,0 0-1 0 0,0-1 1 0 0,0 0-1 0 0,0 0 0 0 0,-1-1 1 0 0,1 0-1 0 0,0 0 1 0 0,0-1-1 0 0,0 0 1 0 0,0-1-1 0 0,-8-2 0 0 0,4 1-188 0 0,1-1 0 0 0,0-1 0 0 0,0 0-1 0 0,0 0 1 0 0,1-1 0 0 0,0 0-1 0 0,0-1 1 0 0,1-1 0 0 0,0 1 0 0 0,0-1-1 0 0,0-1 1 0 0,1 1 0 0 0,1-1-1 0 0,-1-1 1 0 0,1 0 0 0 0,1 0 0 0 0,0 0-1 0 0,0 0 1 0 0,1-1 0 0 0,1 0-1 0 0,0 0 1 0 0,0-1 0 0 0,1 1 0 0 0,0-1-1 0 0,1 0 1 0 0,0 1 0 0 0,1-1-1 0 0,1 0 1 0 0,0 0 0 0 0,0 0 0 0 0,1 0-1 0 0,4-16 1 0 0,1 6-367 0 0,2-1-1 0 0,0 1 1 0 0,2 1-1 0 0,0 0 1 0 0,2 0 0 0 0,0 1-1 0 0,15-18 1 0 0,13-12-1047 0 0,60-60 0 0 0,-28 41-1484 0 0,126-93 1 0 0,95-39-5081 0 0,-282 194 8141 0 0,0 0 1 0 0,-1-1 0 0 0,0 0 0 0 0,-1-1 0 0 0,0 0 0 0 0,0-1 0 0 0,-1 0 0 0 0,0 0 0 0 0,-1 0 0 0 0,0-1 0 0 0,0 0-1 0 0,5-14 1 0 0,-2-4 1589 0 0,-10 27-1491 0 0,0 0 46 0 0,0 1-278 0 0,0 1 0 0 0,0 0 1 0 0,0 0-1 0 0,0-1 0 0 0,0 1 0 0 0,0 0 1 0 0,0 0-1 0 0,0-1 0 0 0,0 1 0 0 0,0 0 1 0 0,0 0-1 0 0,0 0 0 0 0,0-1 0 0 0,0 1 1 0 0,0 0-1 0 0,-1 0 0 0 0,1-1 1 0 0,0 1-1 0 0,0 0 0 0 0,0 0 0 0 0,0-1 1 0 0,0 1-1 0 0,0 0 0 0 0,-1 0 0 0 0,1 0 1 0 0,0 0-1 0 0,0-1 0 0 0,0 1 0 0 0,-1 0 1 0 0,1 0-1 0 0,0 0 0 0 0,0 0 0 0 0,0 0 1 0 0,-1-1-1 0 0,1 1 0 0 0,0 0 0 0 0,-1 0 1 0 0,-5 3 124 0 0,1 0 0 0 0,-1 0 0 0 0,1 0 0 0 0,-1 1 0 0 0,1-1 0 0 0,0 1 0 0 0,0 1 0 0 0,1-1 0 0 0,-1 1 0 0 0,1 0 0 0 0,0 0 0 0 0,0 0 0 0 0,0 0 0 0 0,1 1 0 0 0,-4 8 0 0 0,-1 2 28 0 0,0 1 0 0 0,2 0 0 0 0,0 0 0 0 0,-5 25 0 0 0,10-37-150 0 0,0 1-1 0 0,1-1 1 0 0,-1 1 0 0 0,1 0-1 0 0,1-1 1 0 0,-1 1-1 0 0,1 0 1 0 0,0-1 0 0 0,0 1-1 0 0,1-1 1 0 0,-1 1-1 0 0,1-1 1 0 0,1 0 0 0 0,-1 0-1 0 0,1 0 1 0 0,0 0-1 0 0,0 0 1 0 0,0 0-1 0 0,0-1 1 0 0,1 0 0 0 0,0 1-1 0 0,0-1 1 0 0,0-1-1 0 0,0 1 1 0 0,1-1 0 0 0,7 5-1 0 0,-5-3-1 0 0,0-1 1 0 0,1 0-1 0 0,-1-1 0 0 0,1 1 0 0 0,0-2 0 0 0,0 1 0 0 0,1-1 0 0 0,-1 0 1 0 0,0 0-1 0 0,1-1 0 0 0,-1-1 0 0 0,1 1 0 0 0,-1-1 0 0 0,1-1 1 0 0,-1 1-1 0 0,0-1 0 0 0,10-3 0 0 0,-13 3-12 0 0,-1-1 0 0 0,0 0-1 0 0,0 0 1 0 0,0 0 0 0 0,0 0 0 0 0,0 0 0 0 0,-1-1-1 0 0,1 0 1 0 0,-1 0 0 0 0,1 0 0 0 0,-1 0-1 0 0,0 0 1 0 0,4-6 0 0 0,-3 3-4 0 0,0 0 0 0 0,-1-1 0 0 0,0 0 0 0 0,0 0 0 0 0,0 0 1 0 0,-1 0-1 0 0,3-12 0 0 0,-3 7-18 0 0,0 0 1 0 0,-1 0-1 0 0,-1 0 0 0 0,1-1 1 0 0,-2 1-1 0 0,0 0 1 0 0,-1 0-1 0 0,0 0 1 0 0,-6-20-1 0 0,7 29 5 0 0,0 0 0 0 0,0 0-1 0 0,0 0 1 0 0,-1 0 0 0 0,1 1 0 0 0,-1-1-1 0 0,1 0 1 0 0,-1 1 0 0 0,0-1 0 0 0,0 1-1 0 0,0 0 1 0 0,-1 0 0 0 0,1 0 0 0 0,0 0 0 0 0,-1 0-1 0 0,0 0 1 0 0,1 0 0 0 0,-1 1 0 0 0,0-1-1 0 0,0 1 1 0 0,0 0 0 0 0,0 0 0 0 0,0 0-1 0 0,0 0 1 0 0,-4 0 0 0 0,1 1-2 0 0,1 0 0 0 0,0 0 0 0 0,-1 1 0 0 0,1 0 0 0 0,0 0 0 0 0,0 0 1 0 0,0 1-1 0 0,-1-1 0 0 0,2 1 0 0 0,-1 0 0 0 0,0 1 0 0 0,0-1 0 0 0,1 1 0 0 0,-6 4 0 0 0,1-1 6 0 0,1 1 0 0 0,0 1 0 0 0,0-1-1 0 0,1 1 1 0 0,0 1 0 0 0,1-1-1 0 0,-1 1 1 0 0,2 0 0 0 0,-10 19 0 0 0,13-24 9 0 0,0 0 0 0 0,1 0 1 0 0,-1 0-1 0 0,1 0 1 0 0,0 0-1 0 0,0 1 1 0 0,1-1-1 0 0,-1 1 0 0 0,1-1 1 0 0,0 0-1 0 0,0 1 1 0 0,0-1-1 0 0,1 1 1 0 0,-1-1-1 0 0,1 0 1 0 0,0 1-1 0 0,0-1 0 0 0,1 0 1 0 0,-1 0-1 0 0,1 0 1 0 0,0 0-1 0 0,0 0 1 0 0,1 0-1 0 0,-1-1 0 0 0,1 1 1 0 0,5 5-1 0 0,-4-5-1 0 0,1 0 0 0 0,0-1 0 0 0,0 1-1 0 0,1-1 1 0 0,-1-1 0 0 0,1 1 0 0 0,0-1-1 0 0,-1 0 1 0 0,1 0 0 0 0,0 0 0 0 0,0-1 0 0 0,0 0-1 0 0,1 0 1 0 0,-1-1 0 0 0,0 1 0 0 0,0-1-1 0 0,0-1 1 0 0,10-1 0 0 0,1 0-42 0 0,0-2 0 0 0,0 0-1 0 0,-1 0 1 0 0,0-2 0 0 0,24-11 0 0 0,-8-1-8 0 0,0-1 0 0 0,-2-1 0 0 0,32-29 1 0 0,-27 21-76 0 0,52-32 0 0 0,-85 59 114 0 0,0-1 0 0 0,-1 1 0 0 0,1 0 0 0 0,0 0 0 0 0,0 1 0 0 0,-1-1 0 0 0,1 0 1 0 0,0 0-1 0 0,0 1 0 0 0,0-1 0 0 0,0 1 0 0 0,0 0 0 0 0,0 0 0 0 0,0-1 0 0 0,0 1 0 0 0,0 1 1 0 0,0-1-1 0 0,0 0 0 0 0,0 0 0 0 0,0 1 0 0 0,0-1 0 0 0,0 1 0 0 0,0-1 0 0 0,0 1 1 0 0,0 0-1 0 0,-1 0 0 0 0,1 0 0 0 0,0 0 0 0 0,-1 0 0 0 0,1 0 0 0 0,0 1 0 0 0,-1-1 0 0 0,1 0 1 0 0,-1 1-1 0 0,0-1 0 0 0,0 1 0 0 0,1 0 0 0 0,-1-1 0 0 0,0 1 0 0 0,0 0 0 0 0,0 0 0 0 0,1 3 1 0 0,2 12 26 0 0,0 1 1 0 0,0-1 0 0 0,-2 1 0 0 0,0 0 0 0 0,-1 0 0 0 0,-1 0-1 0 0,-4 34 1 0 0,2-6 987 0 0,2-45 424 0 0,0-1-1421 0 0,0 0-1 0 0,-1 0 1 0 0,1-1 0 0 0,0 1-1 0 0,-1 0 1 0 0,1-1 0 0 0,0 1-1 0 0,0 0 1 0 0,-1-1 0 0 0,1 1-1 0 0,0 0 1 0 0,0-1 0 0 0,0 1-1 0 0,-1 0 1 0 0,1-1 0 0 0,0 1-1 0 0,0-1 1 0 0,0 1 0 0 0,0-1-1 0 0,0 1 1 0 0,0 0 0 0 0,0-1-1 0 0,0 0 1 0 0,6-14 13 0 0,0 1 1 0 0,1 0-1 0 0,0 0 1 0 0,1 1-1 0 0,1 0 1 0 0,0 0-1 0 0,19-20 1 0 0,-11 16-47 0 0,1 1 1 0 0,0 0-1 0 0,1 1 0 0 0,32-18 1 0 0,-46 30 7 0 0,-1 1 0 0 0,1-1 1 0 0,1 1-1 0 0,-1 0 0 0 0,0 1 1 0 0,0-1-1 0 0,1 1 0 0 0,-1 0 1 0 0,1 0-1 0 0,-1 1 0 0 0,1 0 1 0 0,-1 0-1 0 0,1 0 0 0 0,-1 1 0 0 0,0-1 1 0 0,1 1-1 0 0,6 2 0 0 0,-9-1 13 0 0,1-1 0 0 0,-1 1-1 0 0,0-1 1 0 0,0 1 0 0 0,0 0-1 0 0,0 0 1 0 0,0 0 0 0 0,0 0-1 0 0,-1 1 1 0 0,1-1 0 0 0,-1 1-1 0 0,0-1 1 0 0,1 1 0 0 0,-1 0-1 0 0,0 0 1 0 0,-1 0 0 0 0,1 0-1 0 0,-1 1 1 0 0,1-1 0 0 0,-1 0-1 0 0,0 1 1 0 0,0-1 0 0 0,0 0-1 0 0,-1 1 1 0 0,1 0 0 0 0,-1-1-1 0 0,0 1 1 0 0,0 3 0 0 0,-1 15-51 0 0,-6 32 0 0 0,4-37-1431 0 0,1 0 0 0 0,1 0 1 0 0,1 31-1 0 0,6-17-4711 0 0,1-17 508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214 965 748 0 0,'10'-14'1693'0'0,"0"-1"-1"0"0,0 1 1 0 0,-1-2-1 0 0,-1 1 1 0 0,-1-1 0 0 0,0-1-1 0 0,-1 1 1 0 0,5-24-1 0 0,-11 39-1622 0 0,1 0-1 0 0,-1 0 1 0 0,0 0-1 0 0,1-1 1 0 0,-1 1-1 0 0,0 0 0 0 0,0-1 1 0 0,0 1-1 0 0,0 0 1 0 0,0 0-1 0 0,0-1 1 0 0,-1 1-1 0 0,1 0 1 0 0,0 0-1 0 0,-1-1 0 0 0,1 1 1 0 0,-1 0-1 0 0,1 0 1 0 0,-1 0-1 0 0,1-1 1 0 0,-1 1-1 0 0,0 0 0 0 0,0 0 1 0 0,-1-1-1 0 0,1 1-48 0 0,0 0 0 0 0,-1 1 1 0 0,0-1-1 0 0,1 1 0 0 0,-1-1 0 0 0,1 1 0 0 0,-1-1 0 0 0,0 1 0 0 0,1 0 0 0 0,-1 0 1 0 0,1 0-1 0 0,-1 0 0 0 0,0 0 0 0 0,1 0 0 0 0,-1 0 0 0 0,0 1 0 0 0,1-1 0 0 0,-1 0 1 0 0,-3 2-1 0 0,-13 5 17 0 0,1 1 0 0 0,-1 0 0 0 0,1 1 1 0 0,1 1-1 0 0,0 0 0 0 0,0 2 0 0 0,1 0 0 0 0,0 0 1 0 0,1 1-1 0 0,1 1 0 0 0,0 1 0 0 0,0 0 1 0 0,2 0-1 0 0,-11 19 0 0 0,19-29-14 0 0,1-1 0 0 0,0 1 0 0 0,0 0 0 0 0,1 0 0 0 0,-1 1-1 0 0,1-1 1 0 0,-1 9 0 0 0,2-12-16 0 0,0-1 0 0 0,0 1-1 0 0,0-1 1 0 0,0 1 0 0 0,0-1 0 0 0,0 1-1 0 0,1-1 1 0 0,-1 1 0 0 0,1-1-1 0 0,-1 0 1 0 0,1 1 0 0 0,-1-1 0 0 0,1 0-1 0 0,0 1 1 0 0,-1-1 0 0 0,1 0 0 0 0,0 0-1 0 0,0 0 1 0 0,0 1 0 0 0,0-1-1 0 0,0 0 1 0 0,0 0 0 0 0,0 0 0 0 0,1-1-1 0 0,-1 1 1 0 0,0 0 0 0 0,0 0 0 0 0,1-1-1 0 0,-1 1 1 0 0,0-1 0 0 0,1 1 0 0 0,-1-1-1 0 0,1 1 1 0 0,-1-1 0 0 0,2 0-1 0 0,4 1 5 0 0,0-1-1 0 0,0 1 0 0 0,0-2 1 0 0,0 1-1 0 0,0-1 1 0 0,0 0-1 0 0,-1 0 0 0 0,1-1 1 0 0,0 0-1 0 0,-1 0 0 0 0,1-1 1 0 0,-1 0-1 0 0,0 0 0 0 0,0 0 1 0 0,0-1-1 0 0,0 0 0 0 0,0 0 1 0 0,-1 0-1 0 0,6-6 0 0 0,9-11 74 0 0,0-1-1 0 0,-1 0 0 0 0,19-31 0 0 0,-23 30 108 0 0,-15 23-192 0 0,1 0 0 0 0,-1 0 0 0 0,0 0-1 0 0,0 0 1 0 0,0-1 0 0 0,0 1-1 0 0,0 0 1 0 0,0 0 0 0 0,0 0 0 0 0,0-1-1 0 0,0 1 1 0 0,1 0 0 0 0,-1 0-1 0 0,0 0 1 0 0,0 0 0 0 0,0 0 0 0 0,0-1-1 0 0,1 1 1 0 0,-1 0 0 0 0,0 0-1 0 0,0 0 1 0 0,0 0 0 0 0,0 0 0 0 0,1 0-1 0 0,-1 0 1 0 0,0 0 0 0 0,0 0-1 0 0,0 0 1 0 0,1 0 0 0 0,-1 0 0 0 0,0 0-1 0 0,0 0 1 0 0,0 0 0 0 0,1 0-1 0 0,-1 0 1 0 0,0 0 0 0 0,0 0 0 0 0,0 0-1 0 0,1 0 1 0 0,2 10-28 0 0,-4 23-33 0 0,1-24 51 0 0,0-5 11 0 0,-1 8 35 0 0,2 0-1 0 0,-1 0 0 0 0,2 0 1 0 0,-1 0-1 0 0,5 12 0 0 0,-6-21-27 0 0,1 0 0 0 0,0 0-1 0 0,0-1 1 0 0,1 1 0 0 0,-1 0-1 0 0,0-1 1 0 0,1 1-1 0 0,0-1 1 0 0,-1 1 0 0 0,1-1-1 0 0,0 0 1 0 0,0 0 0 0 0,1 0-1 0 0,-1 0 1 0 0,0 0 0 0 0,1-1-1 0 0,-1 1 1 0 0,1-1-1 0 0,-1 1 1 0 0,1-1 0 0 0,0 0-1 0 0,0 0 1 0 0,-1 0 0 0 0,1 0-1 0 0,0-1 1 0 0,0 1 0 0 0,4 0-1 0 0,0-1 4 0 0,-1 0 0 0 0,1 0 1 0 0,-1-1-1 0 0,1 0 0 0 0,-1 0 0 0 0,1 0 0 0 0,-1-1 0 0 0,0 0 0 0 0,1 0 0 0 0,-1-1 0 0 0,0 0 1 0 0,6-3-1 0 0,-1-1 2 0 0,-1-1-1 0 0,0 0 1 0 0,0 0 0 0 0,-1-1 0 0 0,16-17 0 0 0,-3-5 3 0 0,-1 0 1 0 0,-1-1-1 0 0,21-45 1 0 0,-9 3-52 0 0,-3 0 0 0 0,-3-2 0 0 0,-4-1 0 0 0,-3-1 0 0 0,-3-1 0 0 0,6-92 1 0 0,-22 165 30 0 0,2-8-17 0 0,0 0 0 0 0,-1-1 0 0 0,-1 1 0 0 0,0 0 1 0 0,-1 0-1 0 0,-1 0 0 0 0,-6-25 0 0 0,8 37 16 0 0,0 1 0 0 0,-1 0 0 0 0,1 0 0 0 0,-1 0 0 0 0,1 0 0 0 0,-1 0 0 0 0,1 0 0 0 0,-1 0 0 0 0,0 0 0 0 0,1 1 0 0 0,-1-1-1 0 0,0 0 1 0 0,0 0 0 0 0,0 0 0 0 0,1 1 0 0 0,-1-1 0 0 0,0 0 0 0 0,0 1 0 0 0,0-1 0 0 0,0 1 0 0 0,0-1 0 0 0,0 1 0 0 0,0 0 0 0 0,-2-1 0 0 0,1 1 2 0 0,0 0 0 0 0,0 0-1 0 0,0 0 1 0 0,1 1 0 0 0,-1-1 0 0 0,0 1-1 0 0,0-1 1 0 0,0 1 0 0 0,1-1 0 0 0,-1 1-1 0 0,0 0 1 0 0,0 0 0 0 0,-1 1 0 0 0,-5 4-5 0 0,0 0 1 0 0,1 1-1 0 0,0-1 1 0 0,-9 11-1 0 0,2 1 17 0 0,1 1-1 0 0,1 0 1 0 0,0 1-1 0 0,1 0 1 0 0,2 0 0 0 0,0 1-1 0 0,-7 26 1 0 0,4-5 151 0 0,2 1 0 0 0,-9 77 0 0 0,16-77-51 0 0,2-1 1 0 0,1 1 0 0 0,3-1-1 0 0,1 0 1 0 0,2 0-1 0 0,13 49 1 0 0,-12-65-535 0 0,1 0 0 0 0,2 0 0 0 0,0-2 0 0 0,2 1 0 0 0,0-1 0 0 0,2-1 0 0 0,1 0 0 0 0,0-1 0 0 0,2-1 0 0 0,33 35 0 0 0,-13-27-2599 0 0,-11-15-1901 0 0,-7-6-1282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72 288 0 0,'5'-26'6689'0'0,"3"-9"-2620"0"0,-8 34-4043 0 0,0 1 1 0 0,0-1-1 0 0,1 1 0 0 0,-1 0 1 0 0,0-1-1 0 0,0 1 1 0 0,0-1-1 0 0,0 1 0 0 0,0-1 1 0 0,1 1-1 0 0,-1 0 1 0 0,0-1-1 0 0,0 1 1 0 0,1-1-1 0 0,-1 1 0 0 0,0 0 1 0 0,1-1-1 0 0,-1 1 1 0 0,0 0-1 0 0,1 0 0 0 0,-1-1 1 0 0,1 1-1 0 0,-1 0 1 0 0,0 0-1 0 0,1-1 1 0 0,-1 1-1 0 0,1 0 0 0 0,-1 0 1 0 0,1 0-1 0 0,-1 0 1 0 0,0 0-1 0 0,1 0 1 0 0,-1 0-1 0 0,1 0 0 0 0,-1 0 1 0 0,1 0-1 0 0,-1 0 1 0 0,1 0-1 0 0,-1 0 0 0 0,1 0 1 0 0,-1 0-1 0 0,0 0 1 0 0,1 0-1 0 0,-1 1 1 0 0,1-1-1 0 0,-1 0 0 0 0,1 0 1 0 0,-1 1-1 0 0,1-1 1 0 0,13 13 397 0 0,-10-6-278 0 0,-1-1 0 0 0,1 1 0 0 0,-2-1 0 0 0,1 1 0 0 0,-1 0 0 0 0,0 0 0 0 0,0 0 0 0 0,-1 0 0 0 0,0 1 1 0 0,0 12-1 0 0,-1 8 144 0 0,-5 40 0 0 0,3-50-190 0 0,-4 16 361 0 0,-1 0 0 0 0,-2 0 0 0 0,-1-1 0 0 0,-15 34 1 0 0,25-67-429 0 0,0 1 1 0 0,0-1-1 0 0,0 1 1 0 0,0-1 0 0 0,0 1-1 0 0,0-1 1 0 0,-1 0-1 0 0,1 1 1 0 0,0-1 0 0 0,0 1-1 0 0,0-1 1 0 0,-1 0-1 0 0,1 1 1 0 0,0-1 0 0 0,0 0-1 0 0,-1 1 1 0 0,1-1-1 0 0,0 0 1 0 0,-1 0 0 0 0,1 1-1 0 0,0-1 1 0 0,-1 0-1 0 0,1 0 1 0 0,0 1 0 0 0,-1-1-1 0 0,1 0 1 0 0,0 0-1 0 0,-1 0 1 0 0,1 0 0 0 0,-1 0-1 0 0,1 1 1 0 0,0-1-1 0 0,-1 0 1 0 0,1 0 0 0 0,-1 0-1 0 0,1 0 1 0 0,-1 0-1 0 0,1 0 1 0 0,0 0 0 0 0,-1-1-1 0 0,1 1 1 0 0,-1 0-1 0 0,1 0 1 0 0,0 0 0 0 0,-1 0-1 0 0,1 0 1 0 0,-1-1 0 0 0,1 1-1 0 0,-1-1 1 0 0,1 1-23 0 0,-1-1 0 0 0,1 0 0 0 0,0 0-1 0 0,-1 0 1 0 0,1 1 0 0 0,0-1 0 0 0,0 0 0 0 0,0 0 0 0 0,0 0 0 0 0,0 0 0 0 0,0 0 0 0 0,0 0 0 0 0,0 1 0 0 0,0-1 0 0 0,0 0 0 0 0,0 0-1 0 0,1-1 1 0 0,-1 1 7 0 0,3-16 25 0 0,0 0 1 0 0,1 0 0 0 0,1 0-1 0 0,1 0 1 0 0,0 1 0 0 0,10-17-1 0 0,-3 9-38 0 0,1 1 0 0 0,1 0 0 0 0,20-24-1 0 0,-28 39-19 0 0,1 0-1 0 0,0 0 0 0 0,0 1 1 0 0,1-1-1 0 0,0 2 0 0 0,0-1 0 0 0,0 2 1 0 0,1-1-1 0 0,0 1 0 0 0,0 1 0 0 0,1-1 1 0 0,15-3-1 0 0,-20 7 9 0 0,-1 0-1 0 0,0 0 1 0 0,0 0 0 0 0,0 1 0 0 0,0 0-1 0 0,1 0 1 0 0,-1 0 0 0 0,0 1-1 0 0,0 0 1 0 0,0 0 0 0 0,0 0-1 0 0,0 0 1 0 0,0 1 0 0 0,0 0 0 0 0,0 0-1 0 0,0 0 1 0 0,-1 1 0 0 0,1 0-1 0 0,-1 0 1 0 0,0 0 0 0 0,0 0 0 0 0,0 0-1 0 0,0 1 1 0 0,0 0 0 0 0,-1 0-1 0 0,0 0 1 0 0,0 0 0 0 0,4 7-1 0 0,-1-2 21 0 0,-1 1-1 0 0,-1 1 0 0 0,1-1 0 0 0,-2 1 0 0 0,0-1 1 0 0,0 1-1 0 0,-1 0 0 0 0,0 0 0 0 0,0 1 0 0 0,-2-1 1 0 0,1 0-1 0 0,-1 0 0 0 0,-1 0 0 0 0,0 1 1 0 0,-1-1-1 0 0,0 0 0 0 0,0 0 0 0 0,-2 0 0 0 0,1-1 1 0 0,-1 1-1 0 0,0-1 0 0 0,-8 12 0 0 0,10-20 3 0 0,0 1 1 0 0,0-1-1 0 0,-1 0 0 0 0,1 0 0 0 0,-1 0 0 0 0,0 0 1 0 0,1 0-1 0 0,-1 0 0 0 0,0-1 0 0 0,-4 2 0 0 0,5-2 8 0 0,-2-2 8 0 0,2 1-29 0 0,0 0 1 0 0,1-1-1 0 0,-1 1 1 0 0,0-1-1 0 0,0 1 1 0 0,0-1-1 0 0,0 0 1 0 0,0 0-1 0 0,0 0 0 0 0,1 0 1 0 0,-1 0-1 0 0,0 0 1 0 0,1 0-1 0 0,-1-1 1 0 0,1 1-1 0 0,-1-1 1 0 0,1 1-1 0 0,0-1 1 0 0,0 1-1 0 0,0-1 1 0 0,0 0-1 0 0,0 0 1 0 0,0 1-1 0 0,0-1 0 0 0,0 0 1 0 0,1 0-1 0 0,-1 0 1 0 0,1 0-1 0 0,-1-4 1 0 0,0 1-5 0 0,1-1 0 0 0,-1 1 0 0 0,1-1 0 0 0,1 0 0 0 0,-1 1 0 0 0,1-1 0 0 0,0 1-1 0 0,0-1 1 0 0,1 1 0 0 0,0 0 0 0 0,0-1 0 0 0,0 1 0 0 0,0 0 0 0 0,1 0 0 0 0,4-6 0 0 0,4-5-15 0 0,1 0 0 0 0,26-28 0 0 0,-23 29-13 0 0,1 0-1 0 0,0 2 0 0 0,1 0 0 0 0,0 0 0 0 0,1 2 0 0 0,1 0 0 0 0,0 1 1 0 0,0 1-1 0 0,36-12 0 0 0,-52 20 28 0 0,-1 0 0 0 0,1 0 1 0 0,-1 1-1 0 0,1-1 0 0 0,-1 1 0 0 0,1 0 1 0 0,0-1-1 0 0,-1 1 0 0 0,1 0 0 0 0,-1 1 1 0 0,1-1-1 0 0,0 0 0 0 0,-1 1 0 0 0,1 0 1 0 0,-1-1-1 0 0,1 1 0 0 0,-1 0 0 0 0,1 0 1 0 0,-1 0-1 0 0,0 1 0 0 0,0-1 0 0 0,1 0 1 0 0,-1 1-1 0 0,0 0 0 0 0,0-1 0 0 0,0 1 1 0 0,-1 0-1 0 0,1 0 0 0 0,0 0 0 0 0,-1 0 1 0 0,1 0-1 0 0,-1 1 0 0 0,0-1 0 0 0,0 0 1 0 0,0 1-1 0 0,1 2 0 0 0,1 3 8 0 0,-1-1 0 0 0,0 1-1 0 0,-1 0 1 0 0,0 0 0 0 0,0-1-1 0 0,-1 1 1 0 0,1 0 0 0 0,-2 0-1 0 0,1 0 1 0 0,-3 11 0 0 0,-28 86 120 0 0,-1 2-867 0 0,32-106 582 0 0,0 1 1 0 0,-1-1-1 0 0,1 0 0 0 0,0 1 0 0 0,0-1 1 0 0,-1 0-1 0 0,1 0 0 0 0,0 1 1 0 0,0-1-1 0 0,1 0 0 0 0,-1 1 0 0 0,0-1 1 0 0,0 0-1 0 0,1 1 0 0 0,-1-1 0 0 0,1 0 1 0 0,-1 0-1 0 0,1 1 0 0 0,-1-1 1 0 0,1 0-1 0 0,0 0 0 0 0,-1 0 0 0 0,1 0 1 0 0,2 2-1 0 0,-2-2-45 0 0,1 0 1 0 0,0-1-1 0 0,-1 1 0 0 0,1 0 1 0 0,0-1-1 0 0,0 1 0 0 0,0-1 1 0 0,0 0-1 0 0,-1 1 1 0 0,1-1-1 0 0,0 0 0 0 0,0 0 1 0 0,0 0-1 0 0,0-1 0 0 0,2 1 1 0 0,5-2-853 0 0,1-1 0 0 0,-1 1 1 0 0,1-2-1 0 0,-1 1 0 0 0,12-8 1 0 0,1-1-1636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143 917 1752 0 0,'25'-26'3209'0'0,"33"-41"-1"0"0,-51 58-2499 0 0,-1-1 0 0 0,1 0 0 0 0,-2 0 0 0 0,0 0-1 0 0,0 0 1 0 0,-1-1 0 0 0,0 0 0 0 0,4-19 0 0 0,-8 30-679 0 0,0-1 0 0 0,0 0 0 0 0,1 0 0 0 0,-1 1 1 0 0,0-1-1 0 0,0 0 0 0 0,0 0 0 0 0,0 1 1 0 0,0-1-1 0 0,0 0 0 0 0,-1 0 0 0 0,1 1 0 0 0,0-1 1 0 0,0 0-1 0 0,0 0 0 0 0,-1 1 0 0 0,1-1 0 0 0,0 0 1 0 0,-1 1-1 0 0,1-1 0 0 0,0 1 0 0 0,-1-1 0 0 0,1 0 1 0 0,-1 1-1 0 0,1-1 0 0 0,-2 0 0 0 0,1 0-6 0 0,0 1-1 0 0,-1-1 0 0 0,1 1 1 0 0,0 0-1 0 0,-1 0 0 0 0,1-1 1 0 0,0 1-1 0 0,-1 0 0 0 0,1 0 0 0 0,0 0 1 0 0,-1 0-1 0 0,1 0 0 0 0,-2 1 1 0 0,-4 1 30 0 0,0-1-1 0 0,1 1 1 0 0,-1 1 0 0 0,-7 4 0 0 0,-4 4 5 0 0,1 0 0 0 0,0 2 0 0 0,1 0 0 0 0,1 1 0 0 0,0 1 0 0 0,1 0 0 0 0,0 1 0 0 0,2 0-1 0 0,0 1 1 0 0,0 0 0 0 0,2 1 0 0 0,-17 37 0 0 0,25-49-47 0 0,0 0 0 0 0,0 0 0 0 0,1 0 0 0 0,0 0 0 0 0,0 0 0 0 0,0 0 0 0 0,1 0 0 0 0,-1 1 0 0 0,2-1 0 0 0,-1 0 0 0 0,2 8 0 0 0,-1-11-2 0 0,-1 0 0 0 0,1 0 0 0 0,0 0 0 0 0,0-1 1 0 0,1 1-1 0 0,-1 0 0 0 0,0-1 0 0 0,1 1 0 0 0,0-1 1 0 0,-1 0-1 0 0,1 1 0 0 0,0-1 0 0 0,0 0 0 0 0,1 0 0 0 0,-1 0 1 0 0,0 0-1 0 0,1-1 0 0 0,-1 1 0 0 0,1-1 0 0 0,-1 1 1 0 0,1-1-1 0 0,0 0 0 0 0,-1 0 0 0 0,1 0 0 0 0,0 0 1 0 0,0-1-1 0 0,3 1 0 0 0,-2 0-7 0 0,0-1 0 0 0,0 0 0 0 0,0 0 1 0 0,0 0-1 0 0,-1 0 0 0 0,1 0 0 0 0,0-1 0 0 0,0 0 0 0 0,0 0 1 0 0,0 0-1 0 0,0 0 0 0 0,-1-1 0 0 0,1 1 0 0 0,0-1 0 0 0,3-3 1 0 0,0 1 1 0 0,-1-1 0 0 0,-1 0 0 0 0,1 0 0 0 0,0-1 0 0 0,-1 0 0 0 0,0 0 0 0 0,6-9 1 0 0,0-4 12 0 0,-1-1 0 0 0,-1 1 1 0 0,0-2-1 0 0,10-37 0 0 0,-10 25 242 0 0,11-35 722 0 0,-20 66-959 0 0,-4 13 25 0 0,-2 6-35 0 0,2-1 0 0 0,-1 1 0 0 0,2 0 0 0 0,0 0 0 0 0,1 0 0 0 0,1 1 0 0 0,1-1 0 0 0,0 0-1 0 0,5 30 1 0 0,-3-40 6 0 0,0-1 0 0 0,0 1 0 0 0,1-1 0 0 0,0 0 0 0 0,0 1 0 0 0,0-1 0 0 0,1 0 0 0 0,6 7 0 0 0,-8-11-28 0 0,0 0 0 0 0,0 0 1 0 0,0 0-1 0 0,0 0 1 0 0,0 0-1 0 0,0 0 1 0 0,1-1-1 0 0,-1 1 1 0 0,0-1-1 0 0,1 1 1 0 0,0-1-1 0 0,-1 0 1 0 0,1 0-1 0 0,0 0 0 0 0,-1 0 1 0 0,1-1-1 0 0,0 1 1 0 0,0-1-1 0 0,0 0 1 0 0,-1 0-1 0 0,1 0 1 0 0,0 0-1 0 0,0 0 1 0 0,5-2-1 0 0,1-1-78 0 0,-1 0 1 0 0,1-1-1 0 0,-1 0 0 0 0,0-1 1 0 0,-1 0-1 0 0,1 0 1 0 0,-1 0-1 0 0,0-1 0 0 0,0 0 1 0 0,-1-1-1 0 0,1 1 0 0 0,-2-1 1 0 0,9-12-1 0 0,7-14-367 0 0,33-65 0 0 0,-45 78 378 0 0,27-58 3 0 0,-5 0 0 0 0,-2-2 0 0 0,-4-2 0 0 0,-4 0 0 0 0,17-130 0 0 0,-24 5 1810 0 0,-14 207-1735 0 0,0-1 1 0 0,0 1-1 0 0,0-1 1 0 0,0 1-1 0 0,0-1 0 0 0,0 1 1 0 0,0-1-1 0 0,0 1 1 0 0,0-1-1 0 0,0 1 0 0 0,0-1 1 0 0,-1 1-1 0 0,1-1 1 0 0,0 1-1 0 0,0 0 0 0 0,0-1 1 0 0,-1 1-1 0 0,1-1 0 0 0,0 1 1 0 0,-1-1-1 0 0,1 1 1 0 0,-1-1-1 0 0,-7 5 22 0 0,-6 16-26 0 0,2 10 116 0 0,1 0 0 0 0,-10 52 0 0 0,-5 68 817 0 0,16-90-595 0 0,10-58-325 0 0,-38 269 745 0 0,33-214-631 0 0,2 0 0 0 0,9 101 0 0 0,-5-146-94 0 0,1 1-1 0 0,1-1 0 0 0,0 1 1 0 0,0-1-1 0 0,1 0 1 0 0,1 0-1 0 0,0-1 0 0 0,0 1 1 0 0,12 16-1 0 0,-14-24-19 0 0,0 0-1 0 0,0-1 0 0 0,0 1 1 0 0,1-1-1 0 0,0 1 0 0 0,-1-1 1 0 0,1 0-1 0 0,1 0 1 0 0,-1-1-1 0 0,0 1 0 0 0,1-1 1 0 0,-1 0-1 0 0,1 0 0 0 0,0 0 1 0 0,-1-1-1 0 0,1 0 1 0 0,0 0-1 0 0,0 0 0 0 0,0 0 1 0 0,0-1-1 0 0,0 0 0 0 0,0 0 1 0 0,0 0-1 0 0,0 0 1 0 0,0-1-1 0 0,9-2 0 0 0,-4-1-14 0 0,1 0-1 0 0,-1 0 0 0 0,0 0 0 0 0,0-2 1 0 0,0 1-1 0 0,-1-1 0 0 0,0 0 0 0 0,0-1 1 0 0,0 0-1 0 0,-1-1 0 0 0,0 0 1 0 0,7-9-1 0 0,6-10-66 0 0,0 0 1 0 0,25-48-1 0 0,-29 45 54 0 0,-3 0 0 0 0,23-64 0 0 0,-31 74 7 0 0,0 0-1 0 0,-2 0 0 0 0,-1-1 0 0 0,0 1 0 0 0,-2-1 0 0 0,0-22 0 0 0,-1 40 2 0 0,0 0-1 0 0,0 0 1 0 0,-1-1-1 0 0,1 1 1 0 0,-1 0-1 0 0,1 0 1 0 0,-1 0-1 0 0,0 0 1 0 0,0 0-1 0 0,-1 1 1 0 0,1-1-1 0 0,0 0 1 0 0,-1 0 0 0 0,0 1-1 0 0,0-1 1 0 0,1 1-1 0 0,-1-1 1 0 0,-1 1-1 0 0,1 0 1 0 0,0 0-1 0 0,-1 0 1 0 0,-4-3-1 0 0,6 5 5 0 0,0 0-1 0 0,-1-1 1 0 0,1 1-1 0 0,0 0 0 0 0,-1 0 1 0 0,1 0-1 0 0,-1 0 1 0 0,1 0-1 0 0,0 0 1 0 0,-1 1-1 0 0,1-1 0 0 0,0 0 1 0 0,-1 1-1 0 0,1-1 1 0 0,0 1-1 0 0,0-1 1 0 0,-1 1-1 0 0,-1 1 1 0 0,-18 16-54 0 0,19-15 49 0 0,0 0 1 0 0,0 0 0 0 0,1 0 0 0 0,-1 0 0 0 0,1 0 0 0 0,-1 1 0 0 0,1-1 0 0 0,0 0 0 0 0,0 1 0 0 0,1-1-1 0 0,-1 1 1 0 0,1-1 0 0 0,-1 1 0 0 0,1-1 0 0 0,0 1 0 0 0,1-1 0 0 0,-1 1 0 0 0,0-1 0 0 0,1 0 0 0 0,0 1 0 0 0,1 3-1 0 0,0-3-49 0 0,0 1 0 0 0,1-1 0 0 0,-1 1 0 0 0,1-1 0 0 0,0 0-1 0 0,1 0 1 0 0,-1 0 0 0 0,1-1 0 0 0,-1 1 0 0 0,1-1 0 0 0,0 0 0 0 0,0 0-1 0 0,1 0 1 0 0,4 2 0 0 0,6 3-187 0 0,0-1-1 0 0,0-1 1 0 0,0-1-1 0 0,1 0 1 0 0,0-1-1 0 0,0-1 1 0 0,23 3 0 0 0,-28-5 155 0 0,-1-1 0 0 0,1 1 0 0 0,-1-2 0 0 0,1 0 0 0 0,-1 0 0 0 0,0-1 0 0 0,1 0 1 0 0,-1 0-1 0 0,0-1 0 0 0,0-1 0 0 0,0 0 0 0 0,15-8 0 0 0,-21 9 87 0 0,-1 0-1 0 0,1 1 1 0 0,-1-2 0 0 0,1 1-1 0 0,-1 0 1 0 0,0 0-1 0 0,-1-1 1 0 0,1 0 0 0 0,0 1-1 0 0,-1-1 1 0 0,3-5 0 0 0,-1-3 242 0 0,1 0 1 0 0,3-20-1 0 0,-2 8 287 0 0,-5 22-483 0 0,-2 0-1 0 0,-3-4 6 0 0,-2 10 1 0 0,0 0 0 0 0,0 0 0 0 0,1 0 0 0 0,0 1 0 0 0,0 0 0 0 0,0 0 0 0 0,0 0 0 0 0,1 0 0 0 0,0 1 0 0 0,-5 7 0 0 0,-5 13 306 0 0,-13 30-1 0 0,18-36-259 0 0,-2 5 17 0 0,1 1 1 0 0,1-1-1 0 0,-6 32 0 0 0,12-44-69 0 0,0-1 0 0 0,2 1 0 0 0,0 0 1 0 0,0 0-1 0 0,1 0 0 0 0,1 0 0 0 0,0 0 0 0 0,5 22 0 0 0,-4-30-93 0 0,-1 0 0 0 0,1 0-1 0 0,1 0 1 0 0,-1-1 0 0 0,1 1 0 0 0,0-1 0 0 0,0 1-1 0 0,0-1 1 0 0,0 0 0 0 0,1-1 0 0 0,0 1-1 0 0,-1 0 1 0 0,1-1 0 0 0,1 0 0 0 0,-1 0-1 0 0,0 0 1 0 0,1-1 0 0 0,0 1 0 0 0,-1-1 0 0 0,1 0-1 0 0,0 0 1 0 0,0-1 0 0 0,0 1 0 0 0,0-1-1 0 0,9 1 1 0 0,-5-1-228 0 0,0-1 1 0 0,0 0-1 0 0,0 0 0 0 0,0 0 0 0 0,0-1 1 0 0,0 0-1 0 0,0-1 0 0 0,-1 0 0 0 0,1-1 1 0 0,0 0-1 0 0,-1 0 0 0 0,0 0 0 0 0,0-1 1 0 0,10-6-1 0 0,-5-1 186 0 0,0 0-1 0 0,0 0 1 0 0,-1-1 0 0 0,-1-1 0 0 0,0 0 0 0 0,-1 0-1 0 0,0-1 1 0 0,-1 0 0 0 0,10-22 0 0 0,2-9 2378 0 0,26-91 0 0 0,-29 83-1010 0 0,-17 51-1162 0 0,-1 3-101 0 0,1-1 0 0 0,-1 0 0 0 0,0 0-1 0 0,1 1 1 0 0,-1-1 0 0 0,0 0 0 0 0,1 1-1 0 0,-1-1 1 0 0,0 0 0 0 0,0 1 0 0 0,1-1-1 0 0,-1 0 1 0 0,0 1 0 0 0,0-1 0 0 0,0 0-1 0 0,0 1 1 0 0,0-1 0 0 0,1 1 0 0 0,-1-1-1 0 0,0 1 1 0 0,0-1 0 0 0,0 0 0 0 0,0 1-1 0 0,0-1 1 0 0,0 1 0 0 0,0-1 0 0 0,0 0-1 0 0,-1 1 1 0 0,1 19 373 0 0,-1-15-249 0 0,-2 76 754 0 0,1 26-349 0 0,2-91-675 0 0,1 0 0 0 0,1 0 0 0 0,1 0 1 0 0,6 21-1 0 0,-6-28-336 0 0,0-1 0 0 0,0 0 1 0 0,1-1-1 0 0,1 1 0 0 0,-1-1 0 0 0,1 1 1 0 0,0-1-1 0 0,7 7 0 0 0,-5-8-1126 0 0,0 1 0 0 0,0-1 1 0 0,0 0-1 0 0,10 6 0 0 0,1-2-4629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96 912 0 0,'-3'-93'14749'0'0,"3"91"-13870"0"0,13 1 499 0 0,-4 8-968 0 0,-1 1 0 0 0,1-1 0 0 0,-2 1 0 0 0,1 1 0 0 0,8 12 0 0 0,31 55 501 0 0,-19-30-546 0 0,-10-18-265 0 0,25 36-4412 0 0,-38-59 2949 0 0,4-4-6307 0 0,-8-1 7122 0 0,2-1-1096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362 131 448 0 0,'-6'-109'15107'0'0,"6"108"-15038"0"0,0 0 1 0 0,-1 0-1 0 0,1 0 0 0 0,0 0 0 0 0,0 0 0 0 0,-1 0 0 0 0,1 0 0 0 0,0 0 0 0 0,-1 0 0 0 0,1 1 0 0 0,-1-1 0 0 0,1 0 0 0 0,-1 0 0 0 0,0 0 0 0 0,1 1 1 0 0,-1-1-1 0 0,0 0 0 0 0,1 1 0 0 0,-1-1 0 0 0,0 1 0 0 0,0-1 0 0 0,0 1 0 0 0,1-1 0 0 0,-1 1 0 0 0,0-1 0 0 0,0 1 0 0 0,0 0 0 0 0,0-1 0 0 0,0 1 0 0 0,0 0 1 0 0,0 0-1 0 0,0 0 0 0 0,0 0 0 0 0,0 0 0 0 0,0 0 0 0 0,0 0 0 0 0,0 0 0 0 0,0 0 0 0 0,0 0 0 0 0,0 1 0 0 0,0-1 0 0 0,0 0 0 0 0,1 1 0 0 0,-1-1 0 0 0,-1 1 1 0 0,-5 1 177 0 0,1 1 0 0 0,-1 0 1 0 0,1 0-1 0 0,-11 7 0 0 0,-5 6 85 0 0,1 2 1 0 0,0 0-1 0 0,1 1 0 0 0,2 2 1 0 0,-20 24-1 0 0,8-3-430 0 0,-45 83 0 0 0,61-94-1431 0 0,3-6-2149 0 0,2-8-3866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19 187 2196 0 0,'-3'-26'6289'0'0,"1"-1"1"0"0,2-49-1 0 0,1 27-3621 0 0,-1 47-2905 0 0,4-4-534 0 0,-7 23-13367 0 0,-13-6 7956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10 3852 0 0,'-102'-5'11604'0'0,"10"0"-242"0"0,267 10-17249 0 0,-16 1-4055 0 0,-87-5 1357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3680 0 0,'18'-2'4514'0'0,"0"-2"-1"0"0,0 0 1 0 0,0 0-1 0 0,26-12 0 0 0,3-8 1825 0 0,4-5-6380 0 0,-48 27-1640 0 0,9-5-3784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44 1992 0 0,'12'-44'15295'0'0,"-3"58"-13540"0"0,-8 29-970 0 0,-2 1-1 0 0,-2 0 1 0 0,-12 59 0 0 0,3-14-535 0 0,0-6-179 0 0,-2 26-345 0 0,10-38-5895 0 0,7-60-720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69 772 0 0,'21'-68'16470'0'0,"-20"74"-15822"0"0,0-1 0 0 0,0 1 0 0 0,-1 0 0 0 0,1 0 0 0 0,-1 0 0 0 0,-1 7 0 0 0,-14 120 3246 0 0,2-26-3324 0 0,8 0-4090 0 0,7-86-359 0 0,1-5-5092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0 129 828 0 0,'24'-129'20319'0'0,"-21"132"-19207"0"0,-2-3-1076 0 0,-1 0 1 0 0,0 0-1 0 0,1 1 1 0 0,-1-1-1 0 0,0 0 1 0 0,1 0-1 0 0,-1 0 1 0 0,0 0 0 0 0,0 0-1 0 0,1 0 1 0 0,-1 1-1 0 0,0-1 1 0 0,1 0-1 0 0,-1 0 1 0 0,0 0-1 0 0,0 1 1 0 0,1-1-1 0 0,-1 0 1 0 0,0 0 0 0 0,0 0-1 0 0,0 1 1 0 0,0-1-1 0 0,1 0 1 0 0,-1 1-1 0 0,0-1 1 0 0,0 0-1 0 0,0 0 1 0 0,0 1-1 0 0,0-1 1 0 0,0 1-1 0 0,8 53 1283 0 0,-3 1-1 0 0,-2 59 0 0 0,-1-20-1604 0 0,4-17-4710 0 0,3-30-7473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81 2488 0 0,'-15'-64'7802'0'0,"15"63"-7721"0"0,0 1 0 0 0,0-1 0 0 0,0 1 0 0 0,-1-1 0 0 0,1 1 0 0 0,0-1 0 0 0,0 1 0 0 0,0-1 0 0 0,0 1 0 0 0,0-1 0 0 0,0 1 0 0 0,0-1 0 0 0,1 1 0 0 0,-1-1 0 0 0,0 1 0 0 0,0-1 0 0 0,0 1 0 0 0,0 0 0 0 0,1-1 0 0 0,-1 1 0 0 0,0-1 0 0 0,0 1 1 0 0,1-1-1 0 0,-1 1 0 0 0,0 0 0 0 0,1-1 0 0 0,-1 1 0 0 0,0 0 0 0 0,1-1 0 0 0,-1 1 0 0 0,0 0 0 0 0,1-1 0 0 0,-1 1 0 0 0,1 0 0 0 0,-1 0 0 0 0,1 0 0 0 0,-1-1 0 0 0,1 1 0 0 0,-1 0 0 0 0,1 0 0 0 0,-1 0 0 0 0,1 0 0 0 0,-1 0 0 0 0,1 0 0 0 0,22 1 1654 0 0,-7 5-1147 0 0,-1 0 0 0 0,0 1 0 0 0,0 0 0 0 0,-1 1 0 0 0,0 1 0 0 0,18 14 0 0 0,-6-1-61 0 0,0 2 0 0 0,23 27 0 0 0,-31-31-396 0 0,-2 1 1 0 0,0 1-1 0 0,-1 1 0 0 0,-1 0 1 0 0,-1 1-1 0 0,-2 0 0 0 0,0 1 0 0 0,-1 0 1 0 0,-2 1-1 0 0,0 0 0 0 0,-2 0 1 0 0,-1 1-1 0 0,-1 0 0 0 0,-2 0 1 0 0,0 0-1 0 0,-2 0 0 0 0,-3 31 1 0 0,-4-10-306 0 0,-2 1 1 0 0,-2-1-1 0 0,-2-1 1 0 0,-29 71 0 0 0,-27 28-3303 0 0,-12-7-4971 0 0,43-80-91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19:5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79 1676 0 0,'2'-14'2824'0'0,"0"4"-1083"0"0,-2 0 139 0 0,-2-7-1660 0 0,2 7-712 0 0,-3 1-1973 0 0,3 1-515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542 168 1536 0 0,'9'-2'14655'0'0,"-39"-2"-13768"0"0,-43-13 0 0 0,40 9-796 0 0,18 1-471 0 0,15 7 375 0 0,0-1 0 0 0,0 1-1 0 0,0 0 1 0 0,0 0 0 0 0,0 0 0 0 0,-1-1-1 0 0,1 1 1 0 0,0 0 0 0 0,0 0-1 0 0,0 0 1 0 0,0-1 0 0 0,0 1 0 0 0,0 0-1 0 0,0 0 1 0 0,1 0 0 0 0,-1-1 0 0 0,0 1-1 0 0,0 0 1 0 0,0 0 0 0 0,0 0-1 0 0,0-1 1 0 0,0 1 0 0 0,0 0 0 0 0,0 0-1 0 0,0 0 1 0 0,1 0 0 0 0,-1-1-1 0 0,0 1 1 0 0,0 0 0 0 0,0 0 0 0 0,0 0-1 0 0,0 0 1 0 0,1 0 0 0 0,-1 0-1 0 0,0-1 1 0 0,1 1 0 0 0,21-9-79 0 0,207-33 74 0 0,-113 23-3 0 0,-84 14 3 0 0,-16 3 52 0 0,-1 0 1 0 0,1-1 0 0 0,-1-1 0 0 0,0 0 0 0 0,0-2 0 0 0,14-6 0 0 0,-28 12-41 0 0,0-1 0 0 0,-1 0 0 0 0,1 1-1 0 0,0-1 1 0 0,0 0 0 0 0,-1 1 0 0 0,1-1 0 0 0,0 0-1 0 0,-1 0 1 0 0,1 0 0 0 0,0 0 0 0 0,-1 0-1 0 0,1 0 1 0 0,-1-1 0 0 0,-1 1-10 0 0,-5 8 8 0 0,-31 64 28 0 0,3 2 1 0 0,-31 97-1 0 0,25-64-3 0 0,-1 7 23 0 0,-20 51 29 0 0,46-130 42 0 0,-1-1 0 0 0,-36 53 0 0 0,47-78-31 0 0,-1 0-1 0 0,0-1 1 0 0,0 0 0 0 0,-1 0-1 0 0,0 0 1 0 0,0-1 0 0 0,0 0 0 0 0,-1-1-1 0 0,0 1 1 0 0,-14 6 0 0 0,15-10-50 0 0,-1 1 1 0 0,1-1-1 0 0,0 0 1 0 0,-1-1 0 0 0,1 1-1 0 0,-1-1 1 0 0,0-1-1 0 0,1 0 1 0 0,-1 0-1 0 0,1 0 1 0 0,-1-1 0 0 0,0 0-1 0 0,-11-4 1 0 0,-10-3-3 0 0,1-2-1 0 0,1-1 1 0 0,-35-18 0 0 0,-74-52-108 0 0,92 54-36 0 0,40 24 43 0 0,0 1 0 0 0,1-1 0 0 0,-1 0 0 0 0,0 0 0 0 0,-3-5 0 0 0,6 7-19 0 0,1 1-1 0 0,-1-1 0 0 0,1 1 0 0 0,-1-1 0 0 0,1 1 0 0 0,-1-1 0 0 0,1 0 0 0 0,0 1 1 0 0,-1-1-1 0 0,1 0 0 0 0,0 1 0 0 0,-1-1 0 0 0,1 0 0 0 0,0 1 0 0 0,0-1 1 0 0,0 0-1 0 0,0 0 0 0 0,0 1 0 0 0,0-1 0 0 0,0 0 0 0 0,0 0 0 0 0,0 1 1 0 0,0-1-1 0 0,0 0 0 0 0,0 1 0 0 0,1-1 0 0 0,-1 0 0 0 0,0 0 0 0 0,0 1 0 0 0,1-1 1 0 0,-1 0-1 0 0,0 1 0 0 0,1-1 0 0 0,-1 1 0 0 0,1-1 0 0 0,-1 1 0 0 0,1-1 1 0 0,-1 1-1 0 0,1-1 0 0 0,0 1 0 0 0,-1-1 0 0 0,1 1 0 0 0,-1-1 0 0 0,1 1 0 0 0,0 0 1 0 0,0-1-1 0 0,86-37-8651 0 0,-61 27 4511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51 2096 0 0,'42'-51'10142'0'0,"-41"53"-9995"0"0,0-1 1 0 0,-1 0 0 0 0,1 1-1 0 0,-1-1 1 0 0,0 0 0 0 0,0 1-1 0 0,1-1 1 0 0,-1 0-1 0 0,0 1 1 0 0,0-1 0 0 0,0 1-1 0 0,0-1 1 0 0,0 0-1 0 0,-1 1 1 0 0,1-1 0 0 0,-1 3-1 0 0,-62 202 4436 0 0,-21 106-3117 0 0,15-54-1036 0 0,69-256-425 0 0,-57 174 451 0 0,56-174-449 0 0,-6 12 115 0 0,7-14-120 0 0,-1 1-1 0 0,1-1 0 0 0,0 0 0 0 0,-1 1 0 0 0,1-1 0 0 0,0 0 1 0 0,-1 0-1 0 0,1 1 0 0 0,-1-1 0 0 0,1 0 0 0 0,0 0 0 0 0,-1 0 0 0 0,1 1 1 0 0,-1-1-1 0 0,1 0 0 0 0,0 0 0 0 0,-1 0 0 0 0,1 0 0 0 0,-1 0 0 0 0,1 0 1 0 0,-1 0-1 0 0,1 0 0 0 0,-1 0 0 0 0,1 0 0 0 0,0 0 0 0 0,-1 0 1 0 0,0-1-1 0 0,0 0-5 0 0,1 0 0 0 0,-1 0 0 0 0,0-1 0 0 0,1 1 1 0 0,-1 0-1 0 0,1-1 0 0 0,-1 1 0 0 0,1-1 0 0 0,0 1 1 0 0,-1-1-1 0 0,1 1 0 0 0,0-1 0 0 0,0 1 0 0 0,0 0 1 0 0,0-1-1 0 0,1-2 0 0 0,-1 2-1 0 0,0-18 5 0 0,2 1 0 0 0,1-1 1 0 0,0 0-1 0 0,1 1 0 0 0,1 0 0 0 0,9-22 0 0 0,-8 26-31 0 0,0 0 0 0 0,1 1 0 0 0,1 0 1 0 0,0 0-1 0 0,1 1 0 0 0,0 0 0 0 0,2 0 0 0 0,11-12 1 0 0,-16 20 11 0 0,-1 0-1 0 0,1 1 1 0 0,1-1 0 0 0,-1 1 0 0 0,0 0 0 0 0,1 1 0 0 0,0-1 0 0 0,0 1 0 0 0,0 1 0 0 0,0-1 0 0 0,1 1 0 0 0,11-1 0 0 0,-14 2 16 0 0,-1 1 0 0 0,1 0 0 0 0,-1 0 0 0 0,1 0 0 0 0,-1 1 0 0 0,1 0 0 0 0,-1-1 0 0 0,0 2 0 0 0,1-1 0 0 0,-1 0 0 0 0,0 1 0 0 0,0 0 0 0 0,0 0 0 0 0,0 0 0 0 0,0 0 0 0 0,0 1 0 0 0,-1 0 0 0 0,1 0 0 0 0,-1 0 0 0 0,0 0 1 0 0,0 0-1 0 0,5 6 0 0 0,-4-2 16 0 0,0 0 0 0 0,-1 0 1 0 0,0 1-1 0 0,0-1 0 0 0,0 1 1 0 0,-1-1-1 0 0,0 1 0 0 0,-1 0 1 0 0,1 0-1 0 0,-2 0 0 0 0,1 0 1 0 0,-1 0-1 0 0,0 0 0 0 0,-3 15 1 0 0,-2 11 7 0 0,-1-1 0 0 0,-12 35 0 0 0,17-64-23 0 0,-21 83-51 0 0,22-83 40 0 0,0-3 13 0 0,0 0 0 0 0,0 1 0 0 0,0-1 0 0 0,0 0 0 0 0,0 0 0 0 0,1 0 1 0 0,-1 1-1 0 0,0-1 0 0 0,1 0 0 0 0,-1 0 0 0 0,1 0 0 0 0,-1 0 0 0 0,1 0 0 0 0,0 0 0 0 0,-1 0 0 0 0,1 0 0 0 0,0 0 1 0 0,0 0-1 0 0,1 1 0 0 0,-1-1-1 0 0,1-1 1 0 0,-1 1-1 0 0,0-1 1 0 0,0 0-1 0 0,0 0 1 0 0,0 0-1 0 0,1 0 1 0 0,-1 0 0 0 0,0 0-1 0 0,0 0 1 0 0,0 0-1 0 0,3-1 1 0 0,-1 1-9 0 0,16-4-119 0 0,-1 0 1 0 0,0-1-1 0 0,0-1 1 0 0,0-1 0 0 0,-1 0-1 0 0,21-12 1 0 0,98-66-696 0 0,-105 62 670 0 0,48-42-1 0 0,-65 52 156 0 0,-1-1 1 0 0,0-1-1 0 0,-1 0 1 0 0,-1-1-1 0 0,13-21 1 0 0,-22 32 33 0 0,0 0 1 0 0,0 0-1 0 0,0-1 0 0 0,-1 1 1 0 0,0 0-1 0 0,1-9 0 0 0,-3 13-34 0 0,1 1 0 0 0,-1-1 0 0 0,0 1 0 0 0,1 0-1 0 0,-1 0 1 0 0,1-1 0 0 0,-1 1 0 0 0,0 0-1 0 0,1 0 1 0 0,-1 0 0 0 0,0-1 0 0 0,1 1 0 0 0,-1 0-1 0 0,0 0 1 0 0,1 0 0 0 0,-1 0 0 0 0,0 0-1 0 0,1 0 1 0 0,-1 0 0 0 0,0 1 0 0 0,-3 0 6 0 0,0 1-1 0 0,0-1 1 0 0,1 1 0 0 0,-1 0 0 0 0,1 1-1 0 0,-1-1 1 0 0,1 0 0 0 0,0 1 0 0 0,0 0 0 0 0,0 0-1 0 0,0 0 1 0 0,1 0 0 0 0,-4 5 0 0 0,-5 4 65 0 0,-6 6 74 0 0,2 1 1 0 0,1 0-1 0 0,-16 25 1 0 0,24-34-110 0 0,1 1-1 0 0,-1 0 1 0 0,2 0 0 0 0,-1 0 0 0 0,2 0 0 0 0,-1 1-1 0 0,2 0 1 0 0,-3 17 0 0 0,5-26-23 0 0,0 0 0 0 0,0 1 0 0 0,0-1 1 0 0,0 0-1 0 0,1 0 0 0 0,-1 0 0 0 0,1 1 0 0 0,0-1 0 0 0,0 0 1 0 0,0 0-1 0 0,0 0 0 0 0,1 0 0 0 0,-1 0 0 0 0,1-1 0 0 0,0 1 1 0 0,0 0-1 0 0,3 4 0 0 0,-1-4-48 0 0,0 1 0 0 0,1-1-1 0 0,-1 0 1 0 0,1 0 0 0 0,-1-1 0 0 0,1 1-1 0 0,0-1 1 0 0,0 0 0 0 0,10 3 0 0 0,6-1-618 0 0,1 0 1 0 0,0-2-1 0 0,0 0 1 0 0,23-2-1 0 0,-44 0 617 0 0,144-6-8172 0 0,-84-1 1396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2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192 365 1220 0 0,'-67'12'11421'0'0,"60"-11"-10381"0"0,0 1 1 0 0,1 1 0 0 0,-13 5 0 0 0,17-7-757 0 0,0 1 0 0 0,0-1 1 0 0,0 0-1 0 0,0 0 1 0 0,0 0-1 0 0,0-1 0 0 0,0 1 1 0 0,0 0-1 0 0,0-1 1 0 0,0 1-1 0 0,0-1 0 0 0,-1 0 1 0 0,-1 0-1 0 0,4 0-265 0 0,0 0 0 0 0,0 0 0 0 0,-1 0 0 0 0,1 0 0 0 0,0 0 0 0 0,0 0 0 0 0,0 0-1 0 0,0 0 1 0 0,0-1 0 0 0,0 1 0 0 0,0 0 0 0 0,0 0 0 0 0,-1 0 0 0 0,1 0 0 0 0,0 0 0 0 0,0-1 0 0 0,0 1 0 0 0,0 0-1 0 0,0 0 1 0 0,0 0 0 0 0,0 0 0 0 0,0 0 0 0 0,0-1 0 0 0,0 1 0 0 0,0 0 0 0 0,0 0 0 0 0,0 0 0 0 0,0 0 0 0 0,0-1-1 0 0,0 1 1 0 0,0 0 0 0 0,0 0 0 0 0,0 0 0 0 0,0 0 0 0 0,0 0 0 0 0,1-1 0 0 0,-1 1 0 0 0,0 0 0 0 0,0 0 0 0 0,0 0 0 0 0,0 0-1 0 0,10-12 46 0 0,159-142 340 0 0,-140 124-395 0 0,-1-1 1 0 0,-2-2-1 0 0,31-49 1 0 0,-50 71-11 0 0,-4 6-47 0 0,1 0 0 0 0,-1-1-1 0 0,-1 1 1 0 0,4-11 0 0 0,-5 14 0 0 0,-2 1 39 0 0,0 1 0 0 0,0 0 0 0 0,0-1-1 0 0,0 1 1 0 0,1 0 0 0 0,-1-1 0 0 0,0 1-1 0 0,0 0 1 0 0,0 0 0 0 0,0 0 0 0 0,0 0 0 0 0,0 0-1 0 0,0 0 1 0 0,0 0 0 0 0,0 0 0 0 0,0 1-1 0 0,0-1 1 0 0,0 0 0 0 0,0 0 0 0 0,0 1-1 0 0,0-1 1 0 0,0 1 0 0 0,0-1 0 0 0,1 1 0 0 0,-2 0-1 0 0,-7 4-21 0 0,1 1 1 0 0,0 1-1 0 0,0-1 0 0 0,0 1 0 0 0,1 0 0 0 0,0 1 0 0 0,0 0 0 0 0,-8 12 0 0 0,12-15 21 0 0,1 0-1 0 0,-1 0 0 0 0,1 0 1 0 0,0 0-1 0 0,0 1 0 0 0,1-1 1 0 0,0 0-1 0 0,0 1 0 0 0,0-1 1 0 0,0 1-1 0 0,1-1 0 0 0,0 1 1 0 0,0-1-1 0 0,0 1 0 0 0,1-1 1 0 0,0 1-1 0 0,0-1 0 0 0,2 6 1 0 0,6 13 11 0 0,1 0 0 0 0,20 34-1 0 0,-19-41 82 0 0,-2 1 0 0 0,0 0 0 0 0,-1 1 0 0 0,11 37 0 0 0,-19-54-37 0 0,0 0-1 0 0,0 0 1 0 0,0 0 0 0 0,0-1 0 0 0,-1 1 0 0 0,1 0 0 0 0,0 0 0 0 0,-1 0 0 0 0,1-1 0 0 0,-1 1 0 0 0,0 0-1 0 0,0 0 1 0 0,1-1 0 0 0,-1 1 0 0 0,0-1 0 0 0,0 1 0 0 0,0-1 0 0 0,-1 1 0 0 0,1-1 0 0 0,0 0 0 0 0,-1 1-1 0 0,1-1 1 0 0,0 0 0 0 0,-1 0 0 0 0,0 0 0 0 0,1 0 0 0 0,-1 0 0 0 0,-2 1 0 0 0,-2 1 82 0 0,0-1 1 0 0,-1 1-1 0 0,1-1 1 0 0,-1 0-1 0 0,1 0 1 0 0,-8 0-1 0 0,-10-1 9 0 0,-1-2 0 0 0,1 0 0 0 0,0-2 0 0 0,0 0 0 0 0,0-2 0 0 0,-34-10 0 0 0,-16-3-178 0 0,73 18-118 0 0,-1 0 1 0 0,1-1-1 0 0,-1 1 1 0 0,0 0-1 0 0,1-1 0 0 0,-1 1 1 0 0,1-1-1 0 0,0 0 1 0 0,-1 1-1 0 0,1-1 0 0 0,-1 0 1 0 0,1 0-1 0 0,0 0 1 0 0,0 0-1 0 0,-1 0 0 0 0,1 0 1 0 0,0 0-1 0 0,0 0 1 0 0,0 0-1 0 0,0 0 0 0 0,0-1 1 0 0,1 1-1 0 0,-2-2 1 0 0,2 2-8 0 0,0 0 1 0 0,0 0-1 0 0,0 0 1 0 0,0 1 0 0 0,0-1-1 0 0,1 0 1 0 0,-1 0 0 0 0,0 0-1 0 0,1 1 1 0 0,-1-1-1 0 0,0 0 1 0 0,1 1 0 0 0,-1-1-1 0 0,1 0 1 0 0,-1 1 0 0 0,1-1-1 0 0,-1 0 1 0 0,1 1-1 0 0,-1-1 1 0 0,1 1 0 0 0,1-1-1 0 0,14-10-2277 0 0,-15 10 2343 0 0,36-20-7188 0 0,-22 12 2427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2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2664 0 0,'59'-63'16492'0'0,"-59"63"-16459"0"0,0 0 0 0 0,0 0-1 0 0,0 0 1 0 0,0-1-1 0 0,0 1 1 0 0,0 0-1 0 0,0 0 1 0 0,0 0-1 0 0,0 0 1 0 0,1 0-1 0 0,-1 0 1 0 0,0 0-1 0 0,0-1 1 0 0,0 1 0 0 0,0 0-1 0 0,0 0 1 0 0,0 0-1 0 0,0 0 1 0 0,0 0-1 0 0,1 0 1 0 0,-1 0-1 0 0,0 0 1 0 0,0 0-1 0 0,0 0 1 0 0,0 0 0 0 0,0 0-1 0 0,0 0 1 0 0,1 0-1 0 0,-1 0 1 0 0,0 0-1 0 0,0 0 1 0 0,0 0-1 0 0,0 0 1 0 0,0 0-1 0 0,0 0 1 0 0,1 0 0 0 0,-1 0-1 0 0,0 0 1 0 0,0 0-1 0 0,0 0 1 0 0,0 0-1 0 0,0 0 1 0 0,0 0-1 0 0,1 0 1 0 0,-1 0-1 0 0,0 0 1 0 0,0 1 0 0 0,0-1-1 0 0,0 0 1 0 0,0 0-1 0 0,0 0 1 0 0,0 0-1 0 0,0 0 1 0 0,0 0-1 0 0,0 0 1 0 0,1 0-1 0 0,-1 1 1 0 0,0 12 742 0 0,-6 21-473 0 0,6-30-141 0 0,-8 35 114 0 0,0-3-94 0 0,-4 51 0 0 0,11-78-169 0 0,1 1-1 0 0,0-1 1 0 0,1 1 0 0 0,0-1-1 0 0,0 0 1 0 0,0 1-1 0 0,2-1 1 0 0,-1 0-1 0 0,1 0 1 0 0,6 14-1 0 0,-7-20-95 0 0,0 0 1 0 0,1 0-1 0 0,-1-1 0 0 0,1 1 1 0 0,-1 0-1 0 0,1-1 1 0 0,0 1-1 0 0,0-1 0 0 0,0 0 1 0 0,0 0-1 0 0,1 0 0 0 0,-1-1 1 0 0,0 1-1 0 0,1-1 0 0 0,-1 0 1 0 0,1 0-1 0 0,-1 0 0 0 0,1 0 1 0 0,0 0-1 0 0,7-1 0 0 0,-4 1-109 0 0,0-1 0 0 0,0 0 0 0 0,0-1 0 0 0,0 0 0 0 0,0 0 0 0 0,0 0 0 0 0,0-1 0 0 0,0 0 0 0 0,0 0 0 0 0,8-5 0 0 0,-5 1 88 0 0,-1 0 0 0 0,-1 0 1 0 0,1-1-1 0 0,-1 0 0 0 0,0 0 1 0 0,-1-1-1 0 0,0-1 0 0 0,0 1 1 0 0,10-17-1 0 0,2-9 1129 0 0,21-47-1 0 0,-37 73-654 0 0,4-4 192 0 0,-5 10-470 0 0,0-1-1 0 0,-1 0 1 0 0,1 0 0 0 0,-1 0-1 0 0,1 1 1 0 0,-1-1 0 0 0,0 0-1 0 0,-1-1 1 0 0,2-3 0 0 0,-4 30 188 0 0,0 0-1 0 0,-2 0 1 0 0,-1 0 0 0 0,-8 26 0 0 0,4-19-1115 0 0,-7 48-1 0 0,16-78 793 0 0,-1 9-975 0 0,0 0 0 0 0,1 0 0 0 0,0 14 0 0 0,1-21 284 0 0,-1 1 0 0 0,1 0 0 0 0,-1-1 0 0 0,1 1 0 0 0,0-1 0 0 0,0 1 1 0 0,0-1-1 0 0,1 1 0 0 0,1 2 0 0 0,12 2-7116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1 137 912 0 0,'16'-42'6674'0'0,"6"-13"945"0"0,-21 53-7257 0 0,2 0 32 0 0,-3 2-375 0 0,0-1 0 0 0,0 1 0 0 0,0 0 0 0 0,1 0 0 0 0,-1 0 0 0 0,0-1 0 0 0,0 1 0 0 0,0 0 0 0 0,0 0 1 0 0,0 0-1 0 0,1 0 0 0 0,-1-1 0 0 0,0 1 0 0 0,0 0 0 0 0,0 0 0 0 0,0 0 0 0 0,1 0 0 0 0,-1 0 0 0 0,0 0 0 0 0,0 0 0 0 0,1 0 0 0 0,-1-1 0 0 0,0 1 1 0 0,0 0-1 0 0,0 0 0 0 0,1 0 0 0 0,-1 0 0 0 0,0 0 0 0 0,0 0 0 0 0,0 0 0 0 0,1 0 0 0 0,-1 0 0 0 0,0 1 0 0 0,0-1 0 0 0,1 0 0 0 0,-1 0 0 0 0,0 0 1 0 0,4 3 132 0 0,-1 0 1 0 0,0 1-1 0 0,-1-1 1 0 0,1 1 0 0 0,-1-1-1 0 0,1 1 1 0 0,-1 0 0 0 0,0 0-1 0 0,0 0 1 0 0,-1 0 0 0 0,1 1-1 0 0,-1-1 1 0 0,0 0 0 0 0,0 1-1 0 0,0 5 1 0 0,1 7 31 0 0,-1-1 1 0 0,0 0-1 0 0,-3 18 1 0 0,2-28-122 0 0,-1 0 0 0 0,0 1 0 0 0,0-1 0 0 0,0 0 0 0 0,-1 0 0 0 0,0 0 0 0 0,0-1 0 0 0,-1 1 0 0 0,0 0 0 0 0,0-1 0 0 0,-6 10 0 0 0,7-13 0 0 0,2-2-61 0 0,-1 0 0 0 0,1 1 0 0 0,0-1 0 0 0,-1 1 0 0 0,1-1 0 0 0,-1 0 0 0 0,1 0-1 0 0,-1 1 1 0 0,1-1 0 0 0,-1 0 0 0 0,1 0 0 0 0,-1 1 0 0 0,1-1 0 0 0,-1 0 0 0 0,1 0 0 0 0,-1 0 0 0 0,0 0-1 0 0,1 0 1 0 0,-1 0 0 0 0,1 0 0 0 0,-1 0 0 0 0,1 0 0 0 0,-1 0 0 0 0,1 0 0 0 0,-1 0 0 0 0,0 0 0 0 0,1 0-1 0 0,-1-1 1 0 0,1 1 0 0 0,-1 0 0 0 0,1 0 0 0 0,-1-1 0 0 0,1 1 0 0 0,-1 0 0 0 0,1-1 0 0 0,0 1 0 0 0,-1 0 0 0 0,1-1-1 0 0,-1 1 1 0 0,1 0 0 0 0,0-1 0 0 0,-1 1 0 0 0,1-1 0 0 0,0 1 0 0 0,0-1 0 0 0,-1 1 0 0 0,1-2 0 0 0,-1-5-21 0 0,1-1 0 0 0,1 0 0 0 0,-1 0 0 0 0,1 1 0 0 0,1-1 0 0 0,-1 0 0 0 0,1 1 0 0 0,1-1 0 0 0,-1 1 0 0 0,1 0 0 0 0,1 0 0 0 0,-1 0 0 0 0,1 0 0 0 0,0 1 0 0 0,7-8 0 0 0,-6 7-10 0 0,0 0-1 0 0,1 1 1 0 0,0 0-1 0 0,1 0 0 0 0,-1 0 1 0 0,1 1-1 0 0,0 0 1 0 0,0 1-1 0 0,1-1 1 0 0,0 1-1 0 0,-1 1 0 0 0,1 0 1 0 0,13-4-1 0 0,-16 6 20 0 0,-1 1 0 0 0,0-1-1 0 0,0 1 1 0 0,1 0 0 0 0,-1 0 0 0 0,0 1-1 0 0,0-1 1 0 0,1 1 0 0 0,-1 0 0 0 0,0 0-1 0 0,0 1 1 0 0,0-1 0 0 0,0 1 0 0 0,0 0-1 0 0,-1 0 1 0 0,1 0 0 0 0,0 1 0 0 0,-1-1-1 0 0,0 1 1 0 0,1-1 0 0 0,-1 1 0 0 0,0 0-1 0 0,2 4 1 0 0,2 2 22 0 0,0-1 0 0 0,-1 1 0 0 0,0 0 0 0 0,-1 1 0 0 0,0-1 0 0 0,0 1 0 0 0,5 18 0 0 0,-8-18-18 0 0,0-1-1 0 0,0 1 1 0 0,-1 0-1 0 0,0-1 0 0 0,-1 1 1 0 0,0 0-1 0 0,0 0 1 0 0,-1-1-1 0 0,-3 14 1 0 0,4-21-225 0 0,-2-3-733 0 0,2 0 947 0 0,0 1 1 0 0,0 0-1 0 0,0-1 0 0 0,-1 1 1 0 0,1 0-1 0 0,0-1 1 0 0,0 1-1 0 0,0 0 1 0 0,0-1-1 0 0,0 1 0 0 0,0 0 1 0 0,0-1-1 0 0,-1 1 1 0 0,1 0-1 0 0,0-1 1 0 0,0 1-1 0 0,0 0 0 0 0,0-1 1 0 0,1 1-1 0 0,-1 0 1 0 0,0-1-1 0 0,0 1 0 0 0,0 0 1 0 0,0-1-1 0 0,0 1 1 0 0,0 0-1 0 0,0-1 1 0 0,1 1-1 0 0,-1 0 0 0 0,0-1 1 0 0,6-15-192 0 0,-5 15 151 0 0,8-23-125 0 0,2 0 1 0 0,1 1-1 0 0,1 0 0 0 0,27-36 1 0 0,-30 46 123 0 0,1 0 0 0 0,0 2 0 0 0,1-1 1 0 0,0 1-1 0 0,1 1 0 0 0,0 0 0 0 0,1 1 0 0 0,24-13 0 0 0,-36 20 73 0 0,1 1-1 0 0,-1 0 1 0 0,1 0-1 0 0,0 0 0 0 0,-1 0 1 0 0,1 1-1 0 0,0-1 0 0 0,0 0 1 0 0,-1 1-1 0 0,1 0 1 0 0,0 0-1 0 0,0 0 0 0 0,0 0 1 0 0,0 0-1 0 0,-1 1 0 0 0,1-1 1 0 0,0 1-1 0 0,0 0 1 0 0,-1 0-1 0 0,1 0 0 0 0,-1 0 1 0 0,1 0-1 0 0,-1 0 0 0 0,4 3 1 0 0,-4-2 114 0 0,1 0-1 0 0,-1 1 1 0 0,0-1 0 0 0,0 1 0 0 0,-1 0 0 0 0,1 0 0 0 0,0 0-1 0 0,-1-1 1 0 0,0 1 0 0 0,0 1 0 0 0,0-1 0 0 0,0 0 0 0 0,0 0-1 0 0,0 0 1 0 0,-1 0 0 0 0,0 1 0 0 0,1-1 0 0 0,-1 0 0 0 0,-1 0-1 0 0,1 1 1 0 0,-1 3 0 0 0,-5 24 536 0 0,-2 1 1 0 0,-1-1-1 0 0,-21 48 1 0 0,27-72-618 0 0,2-6-38 0 0,1 0-1 0 0,-1-1 0 0 0,1 1 0 0 0,0 0 0 0 0,0 0 0 0 0,-1-1 0 0 0,1 1 1 0 0,0 0-1 0 0,0 0 0 0 0,0 0 0 0 0,0-1 0 0 0,0 1 0 0 0,0 0 0 0 0,0 0 1 0 0,0 0-1 0 0,0-1 0 0 0,0 1 0 0 0,0 0 0 0 0,0 0 0 0 0,1-1 0 0 0,-1 1 1 0 0,0 0-1 0 0,0 0 0 0 0,1-1 0 0 0,-1 1 0 0 0,1 1 0 0 0,0-2-22 0 0,0 1 0 0 0,0-1-1 0 0,0 1 1 0 0,0-1 0 0 0,0 1 0 0 0,0-1-1 0 0,1 0 1 0 0,-1 0 0 0 0,0 1-1 0 0,0-1 1 0 0,0 0 0 0 0,0 0-1 0 0,0 0 1 0 0,1 0 0 0 0,1-1 0 0 0,6 0-368 0 0,1-1 0 0 0,-1-1 1 0 0,12-4-1 0 0,-19 6 179 0 0,157-69-10221 0 0,-147 65 9096 0 0,32-16-5174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286 482 672 0 0,'-3'-38'6246'0'0,"0"-11"2019"0"0,-4 20-5558 0 0,6 28-2487 0 0,-2 2-48 0 0,-6 1-123 0 0,0 1 0 0 0,0 0 0 0 0,1 1 0 0 0,0-1 0 0 0,0 2 1 0 0,0-1-1 0 0,0 1 0 0 0,1 1 0 0 0,-12 10 0 0 0,-61 63 43 0 0,64-61-88 0 0,1 0 0 0 0,-15 24 0 0 0,25-35-1 0 0,1 1-1 0 0,-1-1 1 0 0,2 1-1 0 0,-1 1 1 0 0,1-1 0 0 0,0 0-1 0 0,1 1 1 0 0,0 0-1 0 0,-1 9 1 0 0,3-17 1 0 0,0 0 1 0 0,0 1-1 0 0,0-1 0 0 0,0 1 0 0 0,0-1 1 0 0,0 0-1 0 0,0 1 0 0 0,0-1 0 0 0,1 0 0 0 0,-1 1 1 0 0,1-1-1 0 0,-1 0 0 0 0,1 1 0 0 0,-1-1 1 0 0,1 0-1 0 0,0 0 0 0 0,0 1 0 0 0,-1-1 1 0 0,1 0-1 0 0,0 0 0 0 0,0 0 0 0 0,0 0 1 0 0,0 0-1 0 0,0 0 0 0 0,0-1 0 0 0,1 1 1 0 0,-1 0-1 0 0,0 0 0 0 0,0-1 0 0 0,1 1 1 0 0,-1-1-1 0 0,0 1 0 0 0,1-1 0 0 0,2 1 0 0 0,2 0 9 0 0,0-1-1 0 0,0 1 0 0 0,0-1 1 0 0,0-1-1 0 0,0 1 0 0 0,11-3 1 0 0,-5 0-3 0 0,1-1 0 0 0,-1 0-1 0 0,0 0 1 0 0,-1-2 0 0 0,1 1 0 0 0,-1-1 0 0 0,0-1 0 0 0,-1 0 0 0 0,1-1 0 0 0,-1 0-1 0 0,-1 0 1 0 0,0-1 0 0 0,0 0 0 0 0,0-1 0 0 0,-1 0 0 0 0,-1 0 0 0 0,8-15 0 0 0,-6 11-14 0 0,-2 0 0 0 0,0 0 0 0 0,-1-1 1 0 0,0 0-1 0 0,-1-1 0 0 0,-1 1 0 0 0,-1-1 1 0 0,0 0-1 0 0,0 1 0 0 0,-2-1 0 0 0,0-1 1 0 0,-1 1-1 0 0,-3-21 0 0 0,3 33-10 0 0,0 0 0 0 0,-1 0 1 0 0,0 0-1 0 0,0 0 0 0 0,0 0 0 0 0,0 0 0 0 0,-1 0 0 0 0,0 0 0 0 0,1 1 1 0 0,-1-1-1 0 0,-1 0 0 0 0,1 1 0 0 0,0 0 0 0 0,-1-1 0 0 0,0 1 1 0 0,0 0-1 0 0,0 0 0 0 0,0 1 0 0 0,0-1 0 0 0,0 1 0 0 0,-6-4 0 0 0,7 6 10 0 0,1-1 0 0 0,0 1-1 0 0,0 0 1 0 0,0 0-1 0 0,-1 0 1 0 0,1 0-1 0 0,0 0 1 0 0,0 0 0 0 0,0 0-1 0 0,-1 0 1 0 0,1 0-1 0 0,0 0 1 0 0,0 1-1 0 0,0-1 1 0 0,-1 0 0 0 0,0 2-1 0 0,-2-1-7 0 0,-2 1 1 0 0,0 0 0 0 0,1 0-1 0 0,-1 0 1 0 0,1 1 0 0 0,0 0-1 0 0,-1 0 1 0 0,1 1 0 0 0,0-1 0 0 0,1 1-1 0 0,-1 0 1 0 0,1 1 0 0 0,-7 7-1 0 0,-1 3 4 0 0,2 0-1 0 0,-17 29 0 0 0,22-34 11 0 0,1-1 1 0 0,0 1 0 0 0,0-1-1 0 0,1 1 1 0 0,0 0 0 0 0,1 1-1 0 0,0-1 1 0 0,1 0 0 0 0,0 1-1 0 0,0-1 1 0 0,2 19 0 0 0,0-25-1 0 0,-1 1 1 0 0,1 0-1 0 0,0-1 1 0 0,1 1-1 0 0,-1-1 1 0 0,1 1-1 0 0,0-1 1 0 0,0 0-1 0 0,0 0 1 0 0,1 0-1 0 0,-1 0 1 0 0,1 0-1 0 0,0 0 1 0 0,0-1-1 0 0,0 1 1 0 0,1-1-1 0 0,-1 0 1 0 0,1 0-1 0 0,0 0 1 0 0,0-1-1 0 0,0 1 1 0 0,0-1-1 0 0,0 0 1 0 0,0 0-1 0 0,1 0 1 0 0,-1-1-1 0 0,9 2 1 0 0,7 1 5 0 0,0-1 0 0 0,-1-2 0 0 0,1 0 0 0 0,0-1 0 0 0,0 0 0 0 0,0-2 0 0 0,0-1 0 0 0,31-7 0 0 0,-22 2-4 0 0,0-2 0 0 0,-1 0 0 0 0,-1-2-1 0 0,0 0 1 0 0,29-20 0 0 0,-33 16-8 0 0,0-1-1 0 0,-1-1 1 0 0,-1-1-1 0 0,0-1 0 0 0,-2 0 1 0 0,0-2-1 0 0,25-38 1 0 0,-7 1 241 0 0,55-124 0 0 0,-57 106 120 0 0,-34 76-375 0 0,-3 21-43 0 0,-18 105 57 0 0,-10 86 714 0 0,25-154-408 0 0,-82 813 1722 0 0,79-761-1965 0 0,-7 48 134 0 0,14-153-4 0 0,0 0-1 0 0,1 0 0 0 0,0 0 0 0 0,0 0 0 0 0,0 0 0 0 0,1-1 0 0 0,-1 1 0 0 0,1 0 0 0 0,0 0 0 0 0,0 0 0 0 0,0 0 0 0 0,2 3 0 0 0,11-11 103 0 0,-7 1-249 0 0,-1 0 0 0 0,0-1 0 0 0,0 1 0 0 0,0-1-1 0 0,-1-1 1 0 0,1 1 0 0 0,-1-1 0 0 0,0 0 0 0 0,0 0 0 0 0,-1 0 0 0 0,0-1 0 0 0,0 1 0 0 0,4-8-1 0 0,6-6 79 0 0,-1 1-102 0 0,-2-1 0 0 0,0 0 0 0 0,-1 0-1 0 0,-1-1 1 0 0,-1 0 0 0 0,-1-1 0 0 0,0 0 0 0 0,-2 0-1 0 0,0-1 1 0 0,-2 1 0 0 0,0-1 0 0 0,-1 0 0 0 0,-2 0 0 0 0,-3-40-1 0 0,2 49-27 0 0,-2 0-1 0 0,1 0 0 0 0,-2 0 0 0 0,0 0 0 0 0,0 0 1 0 0,-1 1-1 0 0,-1 0 0 0 0,0 0 0 0 0,-10-15 0 0 0,6 14 0 0 0,-1-1 0 0 0,0 1 0 0 0,-1 1 0 0 0,0 0-1 0 0,-1 1 1 0 0,-20-14 0 0 0,-13-3-57 0 0,-1 3-1 0 0,-1 1 1 0 0,-83-27-1 0 0,68 27-55 0 0,-16-8-492 0 0,78 32 585 0 0,0 0 0 0 0,1-1 0 0 0,-1 1 0 0 0,1 0 0 0 0,-1-1-1 0 0,0 1 1 0 0,1 0 0 0 0,-1-1 0 0 0,1 1 0 0 0,-1-1 0 0 0,1 1 0 0 0,-1-1-1 0 0,1 1 1 0 0,-1-1 0 0 0,1 0 0 0 0,0 1 0 0 0,-1-1 0 0 0,1 1-1 0 0,0-1 1 0 0,0 0 0 0 0,-1 1 0 0 0,1-1 0 0 0,0 0 0 0 0,0 1 0 0 0,0-1-1 0 0,0 0 1 0 0,0-1 0 0 0,0 1-20 0 0,0-1 1 0 0,1 1-1 0 0,-1 0 1 0 0,1-1-1 0 0,-1 1 0 0 0,1 0 1 0 0,0-1-1 0 0,0 1 1 0 0,0 0-1 0 0,-1 0 0 0 0,1 0 1 0 0,2-2-1 0 0,2-2-222 0 0,1 0-1 0 0,0 0 1 0 0,11-6 0 0 0,31-16-2368 0 0,2 3 0 0 0,1 2 1 0 0,74-22-1 0 0,-83 30-890 0 0,5-1-2752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5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88 816 0 0,'32'-86'15229'0'0,"-31"84"-13767"0"0,-1 4-975 0 0,0 22 298 0 0,0-1 0 0 0,-2 0 0 0 0,0 0-1 0 0,-1 0 1 0 0,-8 23 0 0 0,4-10-133 0 0,-67 275 2353 0 0,-15 86-1676 0 0,89-395-1348 0 0,-2 10 75 0 0,0 0 0 0 0,1 1 0 0 0,1-1 0 0 0,1 20-1 0 0,-1-30-107 0 0,0 0 1 0 0,0 0-1 0 0,1 0 0 0 0,-1 0 0 0 0,1 0 0 0 0,-1 0 0 0 0,1 0 0 0 0,0 0 1 0 0,-1-1-1 0 0,1 1 0 0 0,0 0 0 0 0,0-1 0 0 0,1 1 0 0 0,-1 0 0 0 0,0-1 1 0 0,0 1-1 0 0,1-1 0 0 0,-1 0 0 0 0,1 1 0 0 0,-1-1 0 0 0,1 0 0 0 0,0 0 0 0 0,-1 0 1 0 0,1 0-1 0 0,0 0 0 0 0,0 0 0 0 0,-1-1 0 0 0,1 1 0 0 0,0 0 0 0 0,0-1 1 0 0,0 0-1 0 0,0 1 0 0 0,0-1 0 0 0,0 0 0 0 0,0 0 0 0 0,3 0 0 0 0,7-2-676 0 0,1 0 0 0 0,-1 0-1 0 0,0-1 1 0 0,0-1 0 0 0,0 0-1 0 0,-1-1 1 0 0,1 0 0 0 0,19-12-1 0 0,-11 4-1828 0 0,-1 0 0 0 0,-1-2 0 0 0,31-29-1 0 0,-23 15-4284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205 124 600 0 0,'-26'-7'3683'0'0,"-41"-8"0"0"0,29 7-1409 0 0,32 8-2053 0 0,1-1 1 0 0,0 1-1 0 0,0 0 0 0 0,0 0 0 0 0,0 0 0 0 0,-6 2 0 0 0,6-2-164 0 0,4 0-29 0 0,0 0 1 0 0,0 1-1 0 0,0-1 0 0 0,0 0 1 0 0,-1 0-1 0 0,1 1 0 0 0,0-1 0 0 0,0 1 1 0 0,0-1-1 0 0,0 1 0 0 0,0-1 1 0 0,0 1-1 0 0,0-1 0 0 0,0 1 1 0 0,0 0-1 0 0,0 0 0 0 0,0 0 0 0 0,0-1 1 0 0,1 1-1 0 0,-1 0 0 0 0,0 0 1 0 0,1 0-1 0 0,-1 0 0 0 0,1 0 1 0 0,-1 0-1 0 0,1 1 0 0 0,-1-1 0 0 0,1 0 1 0 0,-1 0-1 0 0,1 0 0 0 0,0 0 1 0 0,0 1-1 0 0,0-1 0 0 0,0 0 1 0 0,0 0-1 0 0,0 0 0 0 0,0 0 0 0 0,0 1 1 0 0,0-1-1 0 0,0 0 0 0 0,1 0 1 0 0,-1 0-1 0 0,0 0 0 0 0,1 0 1 0 0,-1 1-1 0 0,1-1 0 0 0,0 0 0 0 0,-1 0 1 0 0,1 0-1 0 0,0 0 0 0 0,-1 0 1 0 0,1-1-1 0 0,0 1 0 0 0,0 0 1 0 0,1 1-1 0 0,4 2 20 0 0,0 0 0 0 0,0 0 0 0 0,0 0-1 0 0,0-1 1 0 0,1 0 0 0 0,-1 0 0 0 0,1 0 0 0 0,0-1 0 0 0,0 0 0 0 0,9 1 0 0 0,12 1 47 0 0,35 1 0 0 0,-50-4-81 0 0,194 2 106 0 0,-171-6-94 0 0,-1 0 0 0 0,0-3-1 0 0,64-17 1 0 0,-86 19 24 0 0,0-1-1 0 0,-1-1 1 0 0,0 0 0 0 0,0 0-1 0 0,0-1 1 0 0,-1 0-1 0 0,0-1 1 0 0,0-1 0 0 0,-1 0-1 0 0,0 0 1 0 0,-1-1 0 0 0,0 0-1 0 0,0 0 1 0 0,-1-1-1 0 0,8-15 1 0 0,-8 11 155 0 0,-12 17-185 0 0,-13 22-39 0 0,-23 67 502 0 0,4 1 1 0 0,4 1-1 0 0,-31 155 1 0 0,51-192 495 0 0,12-54-574 0 0,1-4-319 0 0,22-38 3 0 0,44-56 1 0 0,-55 81-125 0 0,1 0 1 0 0,0 2-1 0 0,1-1 1 0 0,0 2-1 0 0,1 0 1 0 0,26-17-1 0 0,-36 27 13 0 0,-1-1 1 0 0,0 1-1 0 0,1 0 0 0 0,0 0 1 0 0,-1 1-1 0 0,1-1 0 0 0,0 1 1 0 0,0 0-1 0 0,0 1 0 0 0,0-1 1 0 0,0 1-1 0 0,0 0 1 0 0,0 0-1 0 0,9 1 0 0 0,-11 0 19 0 0,0 0 0 0 0,0 1 1 0 0,0-1-1 0 0,0 0 0 0 0,0 1 0 0 0,0 0 0 0 0,-1-1 0 0 0,1 1 0 0 0,-1 0 0 0 0,1 1 0 0 0,-1-1 1 0 0,0 0-1 0 0,0 1 0 0 0,0-1 0 0 0,0 1 0 0 0,0-1 0 0 0,0 1 0 0 0,-1 0 0 0 0,1 0 1 0 0,-1 0-1 0 0,0 0 0 0 0,0 0 0 0 0,1 6 0 0 0,1 6 60 0 0,-1 0-1 0 0,0 1 1 0 0,-1-1-1 0 0,-1 1 1 0 0,-2 15 0 0 0,1-14 6 0 0,1-1 0 0 0,0 0 1 0 0,1 0-1 0 0,3 16 1 0 0,-3-31-55 0 0,0 0 1 0 0,-1 0 0 0 0,1 0 0 0 0,0 0-1 0 0,0 0 1 0 0,0 0 0 0 0,0 0 0 0 0,0 0-1 0 0,1-1 1 0 0,-1 1 0 0 0,0-1 0 0 0,0 1-1 0 0,0-1 1 0 0,1 1 0 0 0,-1-1 0 0 0,0 1-1 0 0,1-1 1 0 0,-1 0 0 0 0,0 0 0 0 0,1 0-1 0 0,-1 0 1 0 0,0 0 0 0 0,1 0 0 0 0,-1 0-1 0 0,2 0 1 0 0,13-4 12 0 0,-1 1-1 0 0,1-2 1 0 0,-1 0 0 0 0,0-1-1 0 0,0 0 1 0 0,-1-1 0 0 0,0-1-1 0 0,0 0 1 0 0,0-1-1 0 0,13-12 1 0 0,-12 9 17 0 0,0-1 0 0 0,-1-1 0 0 0,-1-1 0 0 0,0 1 0 0 0,-1-2-1 0 0,-1 0 1 0 0,0 0 0 0 0,10-23 0 0 0,-19 35-4 0 0,0 1-9 0 0,0-1 0 0 0,-1 1 0 0 0,0-1-1 0 0,0 0 1 0 0,0 0 0 0 0,0 1 0 0 0,0-1 0 0 0,-1 0-1 0 0,1 0 1 0 0,-1-8 0 0 0,-1 12-28 0 0,1 0-1 0 0,0-1 1 0 0,0 1 0 0 0,-1-1-1 0 0,1 1 1 0 0,0-1 0 0 0,0 1-1 0 0,-1 0 1 0 0,1-1 0 0 0,-1 1-1 0 0,1 0 1 0 0,0-1 0 0 0,-1 1-1 0 0,1 0 1 0 0,-1 0 0 0 0,1-1-1 0 0,0 1 1 0 0,-1 0 0 0 0,1 0 0 0 0,-1 0-1 0 0,1 0 1 0 0,-1-1 0 0 0,1 1-1 0 0,-1 0 1 0 0,1 0 0 0 0,-1 0-1 0 0,1 0 1 0 0,-1 0 0 0 0,1 0-1 0 0,-1 0 1 0 0,1 0 0 0 0,-1 1-1 0 0,1-1 1 0 0,-1 0 0 0 0,1 0 0 0 0,-1 0-1 0 0,1 0 1 0 0,-1 1 0 0 0,1-1-1 0 0,-1 1 1 0 0,-21 7-59 0 0,10 0 47 0 0,0 0 1 0 0,1 1-1 0 0,-1 0 1 0 0,2 1-1 0 0,0 0 1 0 0,0 0 0 0 0,-10 15-1 0 0,13-15 19 0 0,0 0 0 0 0,1 0 0 0 0,0 0 0 0 0,1 0 0 0 0,0 1 0 0 0,1 0 0 0 0,0 0 0 0 0,0 1 0 0 0,-1 14 0 0 0,4-24 6 0 0,1 0 0 0 0,0 1 0 0 0,0-1 0 0 0,0 1 0 0 0,0-1 0 0 0,0 1 0 0 0,0-1 0 0 0,1 0 0 0 0,-1 1 0 0 0,1-1 0 0 0,-1 1 0 0 0,1-1 0 0 0,0 0 0 0 0,0 0 0 0 0,0 1 0 0 0,0-1 0 0 0,1 0 0 0 0,-1 0 0 0 0,3 2 0 0 0,-2-2-7 0 0,1 1 0 0 0,0-1 0 0 0,0 0 0 0 0,0 0 0 0 0,0 0 0 0 0,1-1 0 0 0,-1 1 0 0 0,0-1 0 0 0,1 1 0 0 0,-1-1 0 0 0,7 1 0 0 0,7 0-312 0 0,1-1 1 0 0,0 0 0 0 0,-1-1-1 0 0,24-3 1 0 0,-35 2 48 0 0,123-16-3628 0 0,-44-1-1613 0 0,-22 5-1115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300 583 1528 0 0,'-41'9'8303'0'0,"28"-5"-6340"0"0,12-3-1889 0 0,0-1 0 0 0,0 0-1 0 0,0 1 1 0 0,0 0 0 0 0,0-1-1 0 0,0 1 1 0 0,0-1 0 0 0,0 1 0 0 0,0 0-1 0 0,0 0 1 0 0,0 0 0 0 0,0-1-1 0 0,1 1 1 0 0,-1 0 0 0 0,0 0-1 0 0,1 0 1 0 0,-1 0 0 0 0,1 0-1 0 0,-1 0 1 0 0,1 0 0 0 0,-1 0-1 0 0,1 0 1 0 0,0 1 0 0 0,0-1-1 0 0,-1 0 1 0 0,1 0 0 0 0,0 0-1 0 0,0 0 1 0 0,0 1 0 0 0,0-1-1 0 0,0 0 1 0 0,0 0 0 0 0,1 0-1 0 0,-1 1 1 0 0,1 0-22 0 0,-1 0 0 0 0,1 0 0 0 0,-1 0 0 0 0,1 0 0 0 0,0 0 0 0 0,0 0 0 0 0,0 0 0 0 0,0 0 0 0 0,0-1 0 0 0,0 1 0 0 0,0 0 0 0 0,0-1 0 0 0,1 1 0 0 0,-1-1 0 0 0,1 1 0 0 0,-1-1 0 0 0,1 0 0 0 0,0 0 0 0 0,2 2 0 0 0,-2-2-31 0 0,1 0 1 0 0,-1 0-1 0 0,1 0 1 0 0,0-1-1 0 0,0 1 1 0 0,-1-1 0 0 0,1 0-1 0 0,0 1 1 0 0,0-1-1 0 0,-1 0 1 0 0,1-1-1 0 0,0 1 1 0 0,0 0-1 0 0,-1-1 1 0 0,1 1-1 0 0,0-1 1 0 0,-1 0-1 0 0,1 0 1 0 0,-1 0 0 0 0,1-1-1 0 0,-1 1 1 0 0,1 0-1 0 0,-1-1 1 0 0,0 1-1 0 0,0-1 1 0 0,1 0-1 0 0,-1 0 1 0 0,-1 0-1 0 0,1 0 1 0 0,0 0-1 0 0,0 0 1 0 0,-1-1 0 0 0,3-3-1 0 0,0-2-21 0 0,0 1 0 0 0,-1-1-1 0 0,1 0 1 0 0,-2 0 0 0 0,1 0 0 0 0,-1 0 0 0 0,0-1-1 0 0,-1 1 1 0 0,0-1 0 0 0,0-8 0 0 0,-1 6-16 0 0,-1 0 1 0 0,0 1 0 0 0,0-1-1 0 0,-1 1 1 0 0,-5-16 0 0 0,5 22 2 0 0,1 1 0 0 0,0-1 0 0 0,-1 0 0 0 0,0 0 0 0 0,0 1 0 0 0,0-1 0 0 0,0 1 0 0 0,-1 0 1 0 0,1 0-1 0 0,-1 0 0 0 0,0 0 0 0 0,0 0 0 0 0,0 0 0 0 0,0 1 0 0 0,0-1 0 0 0,-7-3 0 0 0,8 6 3 0 0,-1-1 0 0 0,0 1 0 0 0,1-1 0 0 0,-1 1 0 0 0,1 0 0 0 0,-1 0 0 0 0,0 0 0 0 0,1 0 0 0 0,-1 0 0 0 0,0 1-1 0 0,1-1 1 0 0,-1 1 0 0 0,1 0 0 0 0,-1 0 0 0 0,-4 2 0 0 0,-1 1 9 0 0,0 0-1 0 0,0 0 1 0 0,-9 8 0 0 0,-4 7 181 0 0,0 1 1 0 0,2 1 0 0 0,0 0 0 0 0,1 1-1 0 0,2 1 1 0 0,0 1 0 0 0,1 0-1 0 0,2 1 1 0 0,-18 44 0 0 0,29-64-159 0 0,-6 14 72 0 0,-7 30 0 0 0,14-45-72 0 0,0 0 0 0 0,0 1 0 0 0,1-1-1 0 0,-1 1 1 0 0,1-1 0 0 0,0 0 0 0 0,0 1-1 0 0,1-1 1 0 0,-1 1 0 0 0,1-1 0 0 0,0 1-1 0 0,0-1 1 0 0,2 5 0 0 0,-1-6-10 0 0,0-1-1 0 0,-1 0 1 0 0,1 1 0 0 0,0-1-1 0 0,1 0 1 0 0,-1 0-1 0 0,0-1 1 0 0,0 1 0 0 0,1 0-1 0 0,-1-1 1 0 0,1 1 0 0 0,0-1-1 0 0,-1 0 1 0 0,1 0-1 0 0,0 0 1 0 0,0 0 0 0 0,0 0-1 0 0,0-1 1 0 0,-1 1 0 0 0,1-1-1 0 0,0 0 1 0 0,0 0 0 0 0,4 0-1 0 0,9-1-1 0 0,-1 0 0 0 0,31-6 0 0 0,-40 6-16 0 0,19-4-333 0 0,0-2 1 0 0,-1 0-1 0 0,0-1 1 0 0,-1-2-1 0 0,0 0 1 0 0,0-2 0 0 0,33-23-1 0 0,-29 16-29 0 0,-2-1-1 0 0,-1-2 1 0 0,0 0 0 0 0,-2-2-1 0 0,26-34 1 0 0,-12 4 354 0 0,-2 0 1 0 0,-2-3-1 0 0,-3 0 0 0 0,-3-2 1 0 0,29-94-1 0 0,-41 106 1342 0 0,7-52 1 0 0,-21 99-1321 0 0,0-1 0 0 0,1 0 1 0 0,-1 0-1 0 0,0 0 1 0 0,0 1-1 0 0,0-1 0 0 0,0 0 1 0 0,0 0-1 0 0,0 0 0 0 0,0 1 1 0 0,0-1-1 0 0,0 0 0 0 0,0 0 1 0 0,0 0-1 0 0,0 1 0 0 0,0-1 1 0 0,-1 0-1 0 0,0-1 0 0 0,-8 8 280 0 0,-11 27 221 0 0,-10 37 40 0 0,3 2-1 0 0,3 1 0 0 0,4 1 0 0 0,-19 124 1 0 0,34-162-424 0 0,-1 60 0 0 0,6-81-79 0 0,1-1 1 0 0,0 1-1 0 0,1-1 1 0 0,0 0-1 0 0,1 0 1 0 0,1 0-1 0 0,6 15 1 0 0,-9-26-56 0 0,1 1 0 0 0,0 0 0 0 0,-1-1 0 0 0,2 0 1 0 0,-1 1-1 0 0,0-1 0 0 0,0 0 0 0 0,1 0 0 0 0,0-1 0 0 0,0 1 0 0 0,0 0 0 0 0,0-1 1 0 0,0 0-1 0 0,0 1 0 0 0,0-1 0 0 0,1 0 0 0 0,-1-1 0 0 0,1 1 0 0 0,0-1 1 0 0,-1 0-1 0 0,1 1 0 0 0,0-2 0 0 0,0 1 0 0 0,0 0 0 0 0,0-1 0 0 0,-1 0 0 0 0,1 1 1 0 0,0-2-1 0 0,0 1 0 0 0,0 0 0 0 0,0-1 0 0 0,0 0 0 0 0,5-1 0 0 0,3-2-144 0 0,-1 0 0 0 0,0 0 0 0 0,-1-1-1 0 0,1-1 1 0 0,-1 1 0 0 0,0-2-1 0 0,0 1 1 0 0,-1-1 0 0 0,0-1 0 0 0,9-9-1 0 0,-2-1 158 0 0,0-1-1 0 0,-2 0 1 0 0,0-2-1 0 0,-1 1 1 0 0,-1-2-1 0 0,-1 1 1 0 0,-1-2-1 0 0,0 1 1 0 0,-2-1-1 0 0,-1-1 1 0 0,-1 1-1 0 0,4-31 1 0 0,-7 39 161 0 0,-3 14-161 0 0,1-1 0 0 0,-1 1 0 0 0,1-1-1 0 0,-1 1 1 0 0,0 0 0 0 0,0-1 0 0 0,0 1 0 0 0,0-1 0 0 0,0 1-1 0 0,0 0 1 0 0,0-1 0 0 0,0 1 0 0 0,0-1 0 0 0,-1 1-1 0 0,1 0 1 0 0,-1-1 0 0 0,1 1 0 0 0,-1 0 0 0 0,1-1-1 0 0,-1 1 1 0 0,-1-2 0 0 0,2 3-6 0 0,-1 0 0 0 0,1 0 0 0 0,-1 0 1 0 0,1-1-1 0 0,-1 1 0 0 0,0 0 0 0 0,1 0 0 0 0,-1 0 0 0 0,0 0 1 0 0,1 0-1 0 0,-1 0 0 0 0,1 0 0 0 0,-1 0 0 0 0,0 0 0 0 0,1 1 0 0 0,-1-1 1 0 0,1 0-1 0 0,-1 0 0 0 0,1 0 0 0 0,-1 1 0 0 0,0-1 0 0 0,1 0 1 0 0,-1 1-1 0 0,1-1 0 0 0,-1 0 0 0 0,0 2 0 0 0,-13 9-41 0 0,3 1 43 0 0,0 1 0 0 0,1 1 0 0 0,0 0 0 0 0,1 0 0 0 0,1 1 0 0 0,-8 17 0 0 0,6-9 41 0 0,1 0 1 0 0,2 1 0 0 0,-8 37-1 0 0,14-55-15 0 0,0 0-1 0 0,0 0 1 0 0,1 1-1 0 0,0-1 1 0 0,0 0-1 0 0,0 1 1 0 0,1-1-1 0 0,0 0 1 0 0,0 0-1 0 0,0 0 0 0 0,1 0 1 0 0,0 0-1 0 0,5 10 1 0 0,-5-12-43 0 0,0-1-1 0 0,1 0 1 0 0,-1 0 0 0 0,1 0-1 0 0,0 0 1 0 0,0 0 0 0 0,0 0 0 0 0,0-1-1 0 0,0 1 1 0 0,1-1 0 0 0,-1 0 0 0 0,1 0-1 0 0,-1 0 1 0 0,1-1 0 0 0,0 1 0 0 0,-1-1-1 0 0,1 0 1 0 0,0 0 0 0 0,0 0-1 0 0,0-1 1 0 0,0 1 0 0 0,5-1 0 0 0,1 1-256 0 0,0-2 0 0 0,0 1 0 0 0,0-1 0 0 0,0-1-1 0 0,0 1 1 0 0,0-2 0 0 0,0 1 0 0 0,-1-2 0 0 0,1 1 0 0 0,12-7 0 0 0,-10 3-23 0 0,-1-1 1 0 0,1 0-1 0 0,-1-1 0 0 0,-1 0 0 0 0,1 0 1 0 0,14-19-1 0 0,2-8 517 0 0,-2-1 0 0 0,-2-2 0 0 0,31-67 1 0 0,-32 62 1182 0 0,-22 43-1398 0 0,0 0 1 0 0,1 0 0 0 0,-1 0-1 0 0,1 1 1 0 0,-1-1-1 0 0,1 0 1 0 0,-1 0 0 0 0,1 1-1 0 0,-1-1 1 0 0,1 0-1 0 0,0 1 1 0 0,-1-1 0 0 0,1 0-1 0 0,0 1 1 0 0,-1-1 0 0 0,1 1-1 0 0,0-1 1 0 0,1 0-1 0 0,-1 1-3 0 0,0 0 0 0 0,-1 0 0 0 0,1 0 0 0 0,-1 1 0 0 0,1-1-1 0 0,-1 0 1 0 0,1 0 0 0 0,-1 0 0 0 0,1 0 0 0 0,-1 1 0 0 0,1-1-1 0 0,-1 0 1 0 0,1 0 0 0 0,-1 1 0 0 0,0-1 0 0 0,1 0 0 0 0,-1 1-1 0 0,1-1 1 0 0,-1 0 0 0 0,0 1 0 0 0,1-1 0 0 0,-1 1 0 0 0,2 2 33 0 0,0 0 1 0 0,0 0 0 0 0,-1 1-1 0 0,1-1 1 0 0,-1 0 0 0 0,0 1-1 0 0,1 3 1 0 0,1 10 125 0 0,-2 1-1 0 0,0-1 1 0 0,-1 0 0 0 0,0 1 0 0 0,-4 18 0 0 0,-2-1 129 0 0,-15 52 0 0 0,19-79-104 0 0,-1 1-1 0 0,0-1 0 0 0,-1 1 0 0 0,0-1 0 0 0,0 0 1 0 0,-10 13-1 0 0,14-21-177 0 0,0 1-1 0 0,-1-1 1 0 0,1 0 0 0 0,-1 1 0 0 0,1-1 0 0 0,-1 0 0 0 0,1 1 0 0 0,0-1-1 0 0,-1 0 1 0 0,1 0 0 0 0,-1 1 0 0 0,1-1 0 0 0,-1 0 0 0 0,1 0-1 0 0,-1 0 1 0 0,0 0 0 0 0,1 0 0 0 0,-1 1 0 0 0,1-1 0 0 0,-1 0 0 0 0,1 0-1 0 0,-1 0 1 0 0,1-1 0 0 0,-1 1 0 0 0,1 0 0 0 0,-1 0 0 0 0,1 0 0 0 0,-1 0-1 0 0,1 0 1 0 0,-1-1 0 0 0,1 1 0 0 0,-1 0 0 0 0,1 0 0 0 0,-1-1-1 0 0,1 1 1 0 0,-1 0 0 0 0,1-1 0 0 0,-1 1 0 0 0,1 0 0 0 0,0-1 0 0 0,-1 1-1 0 0,1-1 1 0 0,-2-1 0 0 0,1 0 0 0 0,0 1-1 0 0,-1-1 1 0 0,1 0-1 0 0,0 1 1 0 0,0-1 0 0 0,0 0-1 0 0,1 0 1 0 0,-2-2-1 0 0,1-7-23 0 0,1 0-1 0 0,0 1 1 0 0,0-1-1 0 0,1 0 0 0 0,1 1 1 0 0,0-1-1 0 0,0 1 1 0 0,1 0-1 0 0,0-1 0 0 0,1 1 1 0 0,0 0-1 0 0,0 1 1 0 0,1-1-1 0 0,1 1 1 0 0,-1 0-1 0 0,2 0 0 0 0,-1 1 1 0 0,1 0-1 0 0,0 0 1 0 0,1 0-1 0 0,0 1 0 0 0,0 0 1 0 0,0 1-1 0 0,1 0 1 0 0,0 0-1 0 0,0 1 0 0 0,12-6 1 0 0,-16 10 2 0 0,-1 0 1 0 0,1-1-1 0 0,0 2 1 0 0,-1-1-1 0 0,1 0 0 0 0,0 1 1 0 0,-1 0-1 0 0,1 0 1 0 0,0 1-1 0 0,-1-1 1 0 0,1 1-1 0 0,0 0 1 0 0,-1 0-1 0 0,7 2 0 0 0,-4 0 2 0 0,0 1-1 0 0,-1-1 0 0 0,1 1 0 0 0,-1 1 0 0 0,1-1 0 0 0,-1 1 1 0 0,-1 0-1 0 0,8 7 0 0 0,-5-3 16 0 0,0 0 1 0 0,-1 1-1 0 0,0 0 1 0 0,-1 0-1 0 0,0 0 1 0 0,-1 1-1 0 0,0 0 1 0 0,0 0 0 0 0,-1 0-1 0 0,0 1 1 0 0,1 13-1 0 0,-4-20 26 0 0,-1 0 0 0 0,0 0 0 0 0,0 1 0 0 0,0-1 0 0 0,-1 0 0 0 0,1 0 0 0 0,-1 0 0 0 0,-1 1 0 0 0,1-1 0 0 0,-1 0 0 0 0,0-1 0 0 0,0 1-1 0 0,-3 5 1 0 0,4-8 30 0 0,-4-1-18 0 0,4-1-42 0 0,1 0 1 0 0,0 0-1 0 0,-1 0 0 0 0,1 1 0 0 0,0-1 0 0 0,0 0 0 0 0,-1 0 0 0 0,1 0 0 0 0,0 0 1 0 0,-1 0-1 0 0,1 0 0 0 0,0 0 0 0 0,-1 0 0 0 0,1 0 0 0 0,0 0 0 0 0,0 0 1 0 0,-1 0-1 0 0,1 0 0 0 0,0 0 0 0 0,-1 0 0 0 0,1 0 0 0 0,0 0 0 0 0,-1 0 1 0 0,1 0-1 0 0,0 0 0 0 0,-1 0 0 0 0,1 0 0 0 0,0-1 0 0 0,0 1 0 0 0,-1 0 1 0 0,1 0-1 0 0,0 0 0 0 0,0-1 0 0 0,-1 1 0 0 0,1 0 0 0 0,0 0 0 0 0,0-1 0 0 0,0 1 1 0 0,0 0-1 0 0,-1 0 0 0 0,1-1 0 0 0,0 1 0 0 0,0 0 0 0 0,0-1 0 0 0,0 1 1 0 0,0 0-1 0 0,0 0 0 0 0,0-1 0 0 0,0 1 0 0 0,0 0 0 0 0,0-1 0 0 0,0 1 1 0 0,0 0-1 0 0,0-1 0 0 0,0 1 0 0 0,0 0 0 0 0,0-1 0 0 0,0 1 0 0 0,0-1 0 0 0,1-12-28 0 0,0-1-1 0 0,1 1 0 0 0,0 0 1 0 0,1 0-1 0 0,0-1 0 0 0,1 2 0 0 0,1-1 1 0 0,0 0-1 0 0,1 1 0 0 0,0 0 0 0 0,1 0 1 0 0,11-15-1 0 0,-8 14-13 0 0,0 2 0 0 0,0-1 0 0 0,1 1 0 0 0,0 1 0 0 0,1 0 0 0 0,0 1 0 0 0,1 0 0 0 0,0 0 0 0 0,0 2 0 0 0,27-12 0 0 0,-37 18 52 0 0,-1 0 0 0 0,0 0 1 0 0,1 0-1 0 0,-1 0 0 0 0,0 1 0 0 0,1-1 1 0 0,-1 1-1 0 0,1 0 0 0 0,-1 0 0 0 0,1 0 0 0 0,-1 0 1 0 0,1 0-1 0 0,-1 0 0 0 0,1 0 0 0 0,-1 1 1 0 0,0 0-1 0 0,1-1 0 0 0,-1 1 0 0 0,0 0 0 0 0,1 0 1 0 0,-1 0-1 0 0,0 0 0 0 0,0 1 0 0 0,0-1 1 0 0,0 1-1 0 0,0-1 0 0 0,0 1 0 0 0,0 0 0 0 0,-1-1 1 0 0,1 1-1 0 0,0 0 0 0 0,-1 0 0 0 0,0 0 1 0 0,1 0-1 0 0,-1 1 0 0 0,0-1 0 0 0,0 0 0 0 0,0 0 1 0 0,-1 1-1 0 0,1-1 0 0 0,0 5 0 0 0,1 0 142 0 0,-2 1-1 0 0,1-1 0 0 0,-1 1 0 0 0,0 0 1 0 0,-1-1-1 0 0,0 1 0 0 0,0 0 0 0 0,-4 11 1 0 0,-3 7 218 0 0,-14 28 1 0 0,14-35-1045 0 0,1 0-1 0 0,-8 30 1 0 0,14-48 525 0 0,1 0 1 0 0,0 0-1 0 0,0 0 1 0 0,0 0 0 0 0,1 0-1 0 0,-1-1 1 0 0,0 1-1 0 0,0 0 1 0 0,0 0-1 0 0,0 0 1 0 0,1 0-1 0 0,-1-1 1 0 0,1 1 0 0 0,-1 0-1 0 0,0 0 1 0 0,1-1-1 0 0,-1 1 1 0 0,1 0-1 0 0,-1-1 1 0 0,1 1 0 0 0,0 0-1 0 0,-1-1 1 0 0,1 1-1 0 0,0-1 1 0 0,-1 1-1 0 0,1-1 1 0 0,0 1-1 0 0,0-1 1 0 0,-1 0 0 0 0,1 1-1 0 0,0-1 1 0 0,0 0-1 0 0,1 1 1 0 0,1 0-669 0 0,0-1 1 0 0,0 1-1 0 0,0 0 0 0 0,0-1 1 0 0,1 0-1 0 0,-1 1 1 0 0,4-2-1 0 0,10-1-4353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8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208 161 1288 0 0,'1'-3'2687'0'0,"1"-3"-720"0"0,4-11 2754 0 0,-4 13-2093 0 0,-1 10-121 0 0,-1-4-2362 0 0,7 17 350 0 0,-6-18-471 0 0,1 0 0 0 0,0 0 1 0 0,0-1-1 0 0,0 1 1 0 0,0 0-1 0 0,-1-1 1 0 0,1 0-1 0 0,0 1 1 0 0,0-1-1 0 0,0 0 0 0 0,0 0 1 0 0,0 0-1 0 0,0 0 1 0 0,0-1-1 0 0,0 1 1 0 0,0 0-1 0 0,0-1 1 0 0,0 0-1 0 0,0 1 1 0 0,0-1-1 0 0,-1 0 0 0 0,1 0 1 0 0,0 0-1 0 0,0 0 1 0 0,-1 0-1 0 0,1 0 1 0 0,-1 0-1 0 0,1-1 1 0 0,-1 1-1 0 0,0-1 0 0 0,2-1 1 0 0,0 0-14 0 0,-1-1 1 0 0,1 0-1 0 0,-1 0 0 0 0,0 0 1 0 0,0-1-1 0 0,0 1 0 0 0,0 0 1 0 0,-1-1-1 0 0,0 1 0 0 0,0-1 1 0 0,0 0-1 0 0,-1 1 1 0 0,1-8-1 0 0,-1 5-11 0 0,1 4 21 0 0,-1-1 0 0 0,0 0 0 0 0,0 0 0 0 0,-1 0 0 0 0,1 0 0 0 0,-1 1 0 0 0,0-1 0 0 0,0 0 1 0 0,-2-7-1 0 0,2 10-20 0 0,0-1 0 0 0,0 0 0 0 0,0 1 0 0 0,0-1 0 0 0,0 1 0 0 0,0-1 1 0 0,0 1-1 0 0,0 0 0 0 0,-1-1 0 0 0,1 1 0 0 0,0 0 0 0 0,-1 0 0 0 0,1 0 0 0 0,-1 0 1 0 0,1 0-1 0 0,-1 0 0 0 0,0 1 0 0 0,1-1 0 0 0,-1 0 0 0 0,0 1 0 0 0,0-1 0 0 0,1 1 1 0 0,-1 0-1 0 0,0 0 0 0 0,0-1 0 0 0,0 1 0 0 0,1 0 0 0 0,-1 0 0 0 0,0 1 0 0 0,0-1 1 0 0,0 0-1 0 0,1 1 0 0 0,-3 0 0 0 0,0 0 19 0 0,-6 1 37 0 0,0 1-1 0 0,0 1 1 0 0,0 0-1 0 0,0 0 0 0 0,1 1 1 0 0,-1 0-1 0 0,1 1 1 0 0,1-1-1 0 0,-1 2 0 0 0,-12 11 1 0 0,5-2 33 0 0,1 0 1 0 0,0 1 0 0 0,-23 36-1 0 0,32-43-35 0 0,0 0-1 0 0,0 1 1 0 0,1 0 0 0 0,1 0-1 0 0,0 0 1 0 0,0 0-1 0 0,1 1 1 0 0,-2 17 0 0 0,4-26-96 0 0,1 1 1 0 0,0-1 0 0 0,0 0 0 0 0,0 0-1 0 0,0 1 1 0 0,0-1 0 0 0,1 0 0 0 0,0 0-1 0 0,-1 1 1 0 0,1-1 0 0 0,0 0 0 0 0,1 0-1 0 0,-1 0 1 0 0,1 0 0 0 0,-1 0 0 0 0,1 0-1 0 0,0-1 1 0 0,0 1 0 0 0,0 0 0 0 0,0-1-1 0 0,0 0 1 0 0,1 1 0 0 0,-1-1 0 0 0,1 0-1 0 0,-1 0 1 0 0,1 0 0 0 0,0-1 0 0 0,0 1-1 0 0,0-1 1 0 0,0 1 0 0 0,0-1 0 0 0,0 0-1 0 0,0 0 1 0 0,1-1 0 0 0,3 2 0 0 0,2-1-593 0 0,1 0 1 0 0,-1-1-1 0 0,1 1 1 0 0,-1-2-1 0 0,0 0 1 0 0,1 0-1 0 0,-1 0 0 0 0,0-1 1 0 0,0 0-1 0 0,0-1 1 0 0,0 0-1 0 0,0-1 1 0 0,0 0-1 0 0,-1 0 1 0 0,0-1-1 0 0,0 0 1 0 0,0 0-1 0 0,8-7 1 0 0,3-6-2620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4416 0 0,'15'-21'2245'0'0,"20"-37"-1"0"0,2-2 1939 0 0,-37 60-4146 0 0,1-1 0 0 0,-1 0 1 0 0,0 1-1 0 0,1-1 0 0 0,-1 1 0 0 0,1-1 1 0 0,-1 1-1 0 0,1-1 0 0 0,-1 1 0 0 0,1 0 1 0 0,-1-1-1 0 0,1 1 0 0 0,-1 0 0 0 0,1-1 1 0 0,0 1-1 0 0,-1 0 0 0 0,1-1 0 0 0,0 1 1 0 0,-1 0-1 0 0,1 0 0 0 0,0 0 0 0 0,-1 0 1 0 0,1 0-1 0 0,0 0 0 0 0,-1 0 0 0 0,1 0 1 0 0,0 0-1 0 0,-1 0 0 0 0,1 0 0 0 0,0 0 1 0 0,-1 0-1 0 0,1 1 0 0 0,0-1 0 0 0,-1 0 1 0 0,1 1-1 0 0,-1-1 0 0 0,1 0 0 0 0,0 1 0 0 0,-1-1 1 0 0,1 0-1 0 0,-1 1 0 0 0,1-1 0 0 0,-1 1 1 0 0,1-1-1 0 0,-1 1 0 0 0,0-1 0 0 0,1 1 1 0 0,-1 0-1 0 0,0-1 0 0 0,1 2 0 0 0,1 1 116 0 0,1 1-1 0 0,-1-1 1 0 0,0 1-1 0 0,-1 0 0 0 0,1-1 1 0 0,1 8-1 0 0,1 7 304 0 0,-1 1-1 0 0,-1 0 0 0 0,-1 0 1 0 0,-1-1-1 0 0,0 1 0 0 0,-1 0 1 0 0,-1 0-1 0 0,-1-1 1 0 0,-1 1-1 0 0,-8 24 0 0 0,12-42-416 0 0,-1 0 0 0 0,1 0 0 0 0,0 0 0 0 0,-1 0 0 0 0,1 0 0 0 0,-1 0 0 0 0,0 0-1 0 0,1 0 1 0 0,-1-1 0 0 0,0 1 0 0 0,1 0 0 0 0,-1 0 0 0 0,0 0 0 0 0,0-1 0 0 0,0 1 0 0 0,1 0-1 0 0,-1-1 1 0 0,0 1 0 0 0,0-1 0 0 0,0 1 0 0 0,0-1 0 0 0,0 1 0 0 0,0-1 0 0 0,0 0 0 0 0,-1 0-1 0 0,1 1 1 0 0,0-1 0 0 0,0 0 0 0 0,0 0 0 0 0,0 0 0 0 0,0 0 0 0 0,0 0 0 0 0,0 0 0 0 0,0-1 0 0 0,-2 1-1 0 0,3 0-31 0 0,-1-1-1 0 0,0 1 1 0 0,1-1-1 0 0,-1 1 1 0 0,0 0-1 0 0,1-1 0 0 0,-1 1 1 0 0,1-1-1 0 0,-1 0 1 0 0,1 1-1 0 0,-1-1 0 0 0,1 1 1 0 0,-1-1-1 0 0,1 0 1 0 0,-1 1-1 0 0,1-1 1 0 0,0 0-1 0 0,0 1 0 0 0,-1-1 1 0 0,1 0-1 0 0,0 0 1 0 0,0 1-1 0 0,0-1 1 0 0,0 0-1 0 0,-1-1 0 0 0,1-21 43 0 0,0 20-43 0 0,0-7-13 0 0,2 0 1 0 0,-1 0 0 0 0,1 0-1 0 0,1 1 1 0 0,0-1-1 0 0,0 1 1 0 0,1-1 0 0 0,0 1-1 0 0,7-11 1 0 0,7-10-144 0 0,28-35 1 0 0,-32 48 81 0 0,0-1 0 0 0,31-25-1 0 0,-38 36 37 0 0,1 1 0 0 0,0 0 0 0 0,1 0-1 0 0,-1 1 1 0 0,1 0 0 0 0,0 0 0 0 0,0 1 0 0 0,14-4-1 0 0,-20 7 20 0 0,-1 1-1 0 0,0-1 0 0 0,1 1 0 0 0,-1 0 1 0 0,1 0-1 0 0,-1 0 0 0 0,1 0 0 0 0,-1 0 1 0 0,1 0-1 0 0,-1 0 0 0 0,0 1 0 0 0,1-1 1 0 0,-1 1-1 0 0,0 0 0 0 0,1 0 0 0 0,-1 0 1 0 0,0 0-1 0 0,3 2 0 0 0,-2-1 2 0 0,0 0 0 0 0,-1 1 0 0 0,1-1 1 0 0,-1 1-1 0 0,0 0 0 0 0,0-1 0 0 0,0 1 0 0 0,0 0 0 0 0,-1 0 0 0 0,1 0 0 0 0,1 6 1 0 0,0 2 11 0 0,0 0 1 0 0,-1 1 0 0 0,0-1-1 0 0,-1 0 1 0 0,0 1 0 0 0,-1 17 0 0 0,-3-2 50 0 0,-7 31 1 0 0,6-37-464 0 0,0 0-1 0 0,0 29 1 0 0,4-49 277 0 0,0 0 0 0 0,0 0 0 0 0,0 0 0 0 0,0-1 0 0 0,0 1-1 0 0,0 0 1 0 0,0 0 0 0 0,0 0 0 0 0,0 0 0 0 0,0 0 0 0 0,1 0 0 0 0,-1 0-1 0 0,0-1 1 0 0,1 1 0 0 0,-1 0 0 0 0,1 0 0 0 0,-1 0 0 0 0,1-1 0 0 0,-1 1-1 0 0,1 0 1 0 0,0-1 0 0 0,-1 1 0 0 0,1 0 0 0 0,0-1 0 0 0,-1 1 0 0 0,1-1-1 0 0,0 1 1 0 0,0-1 0 0 0,0 1 0 0 0,-1-1 0 0 0,1 0 0 0 0,0 1 0 0 0,0-1-1 0 0,0 0 1 0 0,0 0 0 0 0,0 1 0 0 0,0-1 0 0 0,0 0 0 0 0,0 0 0 0 0,-1 0 0 0 0,1 0-1 0 0,0 0 1 0 0,2-1 0 0 0,1 0-692 0 0,0 1 1 0 0,0-2-1 0 0,0 1 0 0 0,0 0 0 0 0,0-1 0 0 0,-1 0 1 0 0,1 1-1 0 0,4-4 0 0 0,8-6-3677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333 204 1160 0 0,'45'-184'14097'0'0,"-44"167"-12932"0"0,-1 17-1146 0 0,0 0-1 0 0,0 0 1 0 0,0 0 0 0 0,0-1-1 0 0,0 1 1 0 0,0 0-1 0 0,0 0 1 0 0,0 0 0 0 0,0 0-1 0 0,0 0 1 0 0,0 0-1 0 0,0 0 1 0 0,0-1 0 0 0,0 1-1 0 0,-1 0 1 0 0,1 0-1 0 0,0 0 1 0 0,0 0 0 0 0,0 0-1 0 0,0 0 1 0 0,0 0-1 0 0,0 0 1 0 0,0 0 0 0 0,-1 0-1 0 0,1 0 1 0 0,0 0 0 0 0,0 0-1 0 0,0-1 1 0 0,0 1-1 0 0,0 0 1 0 0,0 0 0 0 0,-1 0-1 0 0,1 0 1 0 0,0 0-1 0 0,0 0 1 0 0,0 0 0 0 0,0 0-1 0 0,0 0 1 0 0,0 1-1 0 0,-1-1 1 0 0,1 0 0 0 0,0 0-1 0 0,0 0 1 0 0,0 0-1 0 0,0 0 1 0 0,0 0 0 0 0,0 0-1 0 0,0 0 1 0 0,-1 0-1 0 0,1 0 1 0 0,-19 22 1137 0 0,-4 17-67 0 0,2 0-1 0 0,1 1 1 0 0,-19 59 0 0 0,20-50-473 0 0,-191 568 3222 0 0,188-529-9266 0 0,22-87 5260 0 0,0 0 1 0 0,0 0-1 0 0,0-1 0 0 0,0 1 0 0 0,0 0 1 0 0,0-1-1 0 0,0 1 0 0 0,0 0 0 0 0,0-1 1 0 0,0 1-1 0 0,0 0 0 0 0,0-1 1 0 0,0 1-1 0 0,1 0 0 0 0,-1-1 0 0 0,0 1 1 0 0,1 0-1 0 0,-1-1 0 0 0,0 1 0 0 0,1-1 1 0 0,-1 1-1 0 0,1 0 0 0 0,-1-1 0 0 0,1 1 1 0 0,-1-1-1 0 0,1 0 0 0 0,-1 1 1 0 0,1-1-1 0 0,-1 1 0 0 0,1-1 0 0 0,0 0 1 0 0,-1 1-1 0 0,1-1 0 0 0,0 0 0 0 0,-1 0 1 0 0,1 0-1 0 0,0 1 0 0 0,-1-1 0 0 0,1 0 1 0 0,0 0-1 0 0,-1 0 0 0 0,1 0 1 0 0,0 0-1 0 0,0 0 0 0 0,-1 0 0 0 0,1-1 1 0 0,0 1-1 0 0,0 0 0 0 0,36-8-5767 0 0,-17 0 585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9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138 129 728 0 0,'89'-127'18373'0'0,"-88"125"-17891"0"0,-3 4-333 0 0,0 0 0 0 0,0 0 0 0 0,0 0 1 0 0,0 0-1 0 0,0 0 0 0 0,0-1 0 0 0,-1 1 0 0 0,-3 1 0 0 0,1 0 189 0 0,-14 10 156 0 0,1 1 0 0 0,-21 20 1 0 0,31-26-427 0 0,1 0 0 0 0,0 0 0 0 0,0 0 0 0 0,1 1 0 0 0,0 0 0 0 0,-9 18 0 0 0,15-26-57 0 0,-1 0 1 0 0,1 0-1 0 0,0 0 0 0 0,0 0 1 0 0,-1 0-1 0 0,1 0 0 0 0,0 0 0 0 0,0 0 1 0 0,0 0-1 0 0,0 0 0 0 0,0 0 1 0 0,1 0-1 0 0,-1 0 0 0 0,0 0 0 0 0,0 0 1 0 0,1 0-1 0 0,-1 0 0 0 0,0 0 1 0 0,1 0-1 0 0,-1 0 0 0 0,1 0 0 0 0,-1-1 1 0 0,1 1-1 0 0,0 0 0 0 0,-1 0 1 0 0,1 0-1 0 0,1 0 0 0 0,23 16 106 0 0,-21-15-97 0 0,24 13 274 0 0,-12-7-518 0 0,1 0-1 0 0,16 14 0 0 0,-29-20 434 0 0,-1 1 0 0 0,1 1-1 0 0,0-1 1 0 0,-1 0-1 0 0,1 1 1 0 0,-1 0 0 0 0,0 0-1 0 0,-1 0 1 0 0,1 0-1 0 0,-1 0 1 0 0,1 0 0 0 0,-1 1-1 0 0,1 4 1 0 0,-3-7-21 0 0,1 0-1 0 0,-1 1 1 0 0,0-1 0 0 0,0 0 0 0 0,0 0 0 0 0,-1 0 0 0 0,1 0-1 0 0,-1 0 1 0 0,1 0 0 0 0,-1 0 0 0 0,1 0 0 0 0,-1 0 0 0 0,0 0-1 0 0,0 0 1 0 0,0 0 0 0 0,0 0 0 0 0,0-1 0 0 0,-1 1 0 0 0,1 0-1 0 0,-1-1 1 0 0,1 1 0 0 0,-1-1 0 0 0,1 1 0 0 0,-1-1 0 0 0,-3 2-1 0 0,-5 4 163 0 0,1-1 0 0 0,-1 0 0 0 0,-13 5 0 0 0,22-11-348 0 0,-9 5 45 0 0,6-3-12 0 0,-1 0-1 0 0,1 0 1 0 0,-1 0-1 0 0,0-1 1 0 0,-9 2-1 0 0,10-2-257 0 0,1 0 1 0 0,-1 0-1 0 0,0 0 1 0 0,0 0-1 0 0,0-1 1 0 0,0 0-1 0 0,1 0 0 0 0,-1 0 1 0 0,0 0-1 0 0,0 0 1 0 0,0-1-1 0 0,0 0 0 0 0,0 0 1 0 0,1 0-1 0 0,-1 0 1 0 0,0 0-1 0 0,1-1 1 0 0,-7-3-1 0 0,7 3-353 0 0,1 0 1 0 0,0 0-1 0 0,-1 0 0 0 0,1 0 1 0 0,0 0-1 0 0,0 0 1 0 0,0-1-1 0 0,0 1 0 0 0,0 0 1 0 0,1-1-1 0 0,-1 0 0 0 0,0-2 1 0 0,0-1-1282 0 0,0 1 1 0 0,0-1 0 0 0,1 1 0 0 0,-1-1-1 0 0,1-7 1 0 0,0-4-5645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09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37 2976 0 0,'-37'-1'5582'0'0,"20"0"-1423"0"0,-30 1 0 0 0,45 1-3849 0 0,5-1-52 0 0,26 3-27 0 0,-1-1 1 0 0,1-2 0 0 0,51-5 0 0 0,-32 1-145 0 0,102-1 41 0 0,44-4-2130 0 0,-65-6-4821 0 0,-116 13 3695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43 274 1036 0 0,'-11'8'2307'0'0,"-6"13"65"0"0,16-20-1812 0 0,-8 12 2261 0 0,5 0 3986 0 0,9-12-6755 0 0,0-1 0 0 0,0 0 0 0 0,0 0 1 0 0,0 0-1 0 0,0-1 0 0 0,0 1 0 0 0,0-1 0 0 0,0 0 1 0 0,0-1-1 0 0,0 1 0 0 0,0-1 0 0 0,7-4 0 0 0,57-30 135 0 0,-55 25-195 0 0,0 0 0 0 0,0-1 0 0 0,-2 0 0 0 0,1-1 0 0 0,-1 0 0 0 0,-1-1 0 0 0,0 0 0 0 0,-1-1 0 0 0,-1-1 0 0 0,0 1 0 0 0,8-22 0 0 0,-72 129-469 0 0,49-80 417 0 0,-5 10 124 0 0,-11 36-1 0 0,20-52-129 0 0,0 0 1 0 0,0 0-1 0 0,1 0 0 0 0,0 0 0 0 0,1 1 1 0 0,-1-1-1 0 0,1 0 0 0 0,0 0 1 0 0,1 1-1 0 0,-1-1 0 0 0,3 9 0 0 0,-2-13-33 0 0,0-1 0 0 0,-1 1 0 0 0,1 0 0 0 0,0 0 0 0 0,0-1 0 0 0,0 1 0 0 0,0 0 0 0 0,0-1 0 0 0,0 1-1 0 0,1-1 1 0 0,-1 1 0 0 0,1-1 0 0 0,-1 0 0 0 0,1 0 0 0 0,-1 0 0 0 0,1 0 0 0 0,-1 0 0 0 0,4 2 0 0 0,-1-2-70 0 0,0 0 1 0 0,0 0 0 0 0,0 0 0 0 0,0 0 0 0 0,0-1-1 0 0,0 1 1 0 0,0-1 0 0 0,7-1 0 0 0,3 0-525 0 0,1-2 0 0 0,-1 0 0 0 0,27-9 0 0 0,-27 6 472 0 0,0 0 0 0 0,0-1 0 0 0,-1 0 0 0 0,0-1 0 0 0,-1-1 0 0 0,1 0 0 0 0,-2-1 0 0 0,1 0 1 0 0,-1-1-1 0 0,-1 0 0 0 0,0-1 0 0 0,12-18 0 0 0,7-15 1924 0 0,-3-1 0 0 0,25-60 1 0 0,-41 84-591 0 0,3-2-37 0 0,-12 23-719 0 0,-2 3-35 0 0,-4 14 80 0 0,-47 150 1131 0 0,18-51-1071 0 0,23-81 159 0 0,11-32-312 0 0,10-23-221 0 0,7-14-107 0 0,2 2 0 0 0,25-34 0 0 0,-36 56-11 0 0,1 0-1 0 0,0 0 0 0 0,1 1 1 0 0,0 1-1 0 0,1-1 0 0 0,-1 2 1 0 0,2-1-1 0 0,-1 1 1 0 0,16-7-1 0 0,-25 14 20 0 0,1 0 0 0 0,-1 0 0 0 0,1 0 0 0 0,-1 0 0 0 0,1 0 1 0 0,0 0-1 0 0,-1 1 0 0 0,1-1 0 0 0,0 1 0 0 0,-1 0 0 0 0,1 0 0 0 0,0 0 0 0 0,-1 0 0 0 0,1 0 1 0 0,0 0-1 0 0,0 1 0 0 0,-1 0 0 0 0,1-1 0 0 0,-1 1 0 0 0,1 0 0 0 0,-1 0 0 0 0,1 0 0 0 0,-1 1 0 0 0,1-1 1 0 0,-1 1-1 0 0,0-1 0 0 0,2 3 0 0 0,0-1 62 0 0,-1 1 0 0 0,0 0 1 0 0,0 0-1 0 0,-1 0 0 0 0,1 1 1 0 0,-1-1-1 0 0,0 1 0 0 0,0-1 0 0 0,0 1 1 0 0,-1-1-1 0 0,0 1 0 0 0,0 0 0 0 0,0 0 1 0 0,0 6-1 0 0,0 11 263 0 0,-2 1 1 0 0,-1-1-1 0 0,-1 0 1 0 0,0 1-1 0 0,-2-1 0 0 0,-9 25 1 0 0,-9 54 434 0 0,23-99-657 0 0,0-1-85 0 0,0-1 1 0 0,0 1 0 0 0,0-1-1 0 0,0 1 1 0 0,1-1 0 0 0,-1 1-1 0 0,0-1 1 0 0,0 1 0 0 0,0-1-1 0 0,1 1 1 0 0,-1-1 0 0 0,0 1-1 0 0,1-1 1 0 0,-1 0 0 0 0,0 1-1 0 0,1-1 1 0 0,-1 1 0 0 0,0-1-1 0 0,1 0 1 0 0,-1 0 0 0 0,1 1-1 0 0,-1-1 1 0 0,1 0 0 0 0,-1 0-1 0 0,0 1 1 0 0,1-1 0 0 0,-1 0-1 0 0,1 0 1 0 0,-1 0 0 0 0,1 0-1 0 0,-1 0 1 0 0,1 0-1 0 0,-1 1 1 0 0,1-1 0 0 0,0-1-1 0 0,-1 1 1 0 0,1 0 0 0 0,-1 0-1 0 0,1 0 1 0 0,-1 0 0 0 0,1 0-1 0 0,-1 0 1 0 0,1 0 0 0 0,-1-1-1 0 0,0 1 1 0 0,2-1 0 0 0,24-9 79 0 0,-25 9-76 0 0,22-11-577 0 0,-1-2 1 0 0,-1 0-1 0 0,0-1 1 0 0,29-29-1 0 0,-17 12-3010 0 0,47-62 0 0 0,-59 65-131 0 0,-2-3-1629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1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6 3000 0 0,'-108'-6'9560'0'0,"104"7"-9374"0"0,0-1 1 0 0,1 1 0 0 0,-1-1-1 0 0,0 1 1 0 0,0 0-1 0 0,-5 2 1 0 0,3 0 42 0 0,5-3-259 0 0,0 0 0 0 0,0 1 0 0 0,0-1 0 0 0,0 0 1 0 0,0 1-1 0 0,0-1 0 0 0,0 1 0 0 0,0-1 0 0 0,0 1 0 0 0,1-1 0 0 0,-1 1 0 0 0,0 0 0 0 0,0 0 0 0 0,1-1 0 0 0,-1 1 0 0 0,0 0 0 0 0,1 0 0 0 0,-1 0 0 0 0,1 0 0 0 0,-1-1 0 0 0,1 1 0 0 0,-1 0 0 0 0,1 0 1 0 0,0 0-1 0 0,-1 0 0 0 0,1 0 0 0 0,0 0 0 0 0,0 0 0 0 0,0 0 0 0 0,0 0 0 0 0,0 0 0 0 0,0 0 0 0 0,0 0 0 0 0,0 2 0 0 0,1-1-464 0 0,-1 0 1 0 0,1 1-1 0 0,0-1 0 0 0,-1 0 1 0 0,1 0-1 0 0,0 0 0 0 0,0 0 1 0 0,1 0-1 0 0,-1-1 0 0 0,0 1 1 0 0,0 0-1 0 0,4 3 0 0 0,3 1-3731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306 131 1896 0 0,'5'-10'1601'0'0,"0"0"0"0"0,0 0 1 0 0,-1 0-1 0 0,0-1 0 0 0,-1 1 0 0 0,0-1 0 0 0,0 0 0 0 0,0-15 0 0 0,-3 25-1572 0 0,1 0 1 0 0,-1 0-1 0 0,0 1 0 0 0,0-1 0 0 0,0 0 1 0 0,0 0-1 0 0,0 1 0 0 0,0-1 0 0 0,-1 0 1 0 0,1 0-1 0 0,0 1 0 0 0,0-1 1 0 0,0 0-1 0 0,-1 1 0 0 0,1-1 0 0 0,0 0 1 0 0,-1 1-1 0 0,1-1 0 0 0,-1 0 0 0 0,1 1 1 0 0,-1-1-1 0 0,1 1 0 0 0,-1-1 0 0 0,1 1 1 0 0,-1-1-1 0 0,1 1 0 0 0,-1-1 0 0 0,0 1 1 0 0,1 0-1 0 0,-1-1 0 0 0,0 1 0 0 0,1 0 1 0 0,-1-1-1 0 0,0 1 0 0 0,1 0 0 0 0,-1 0 1 0 0,0 0-1 0 0,0 0 0 0 0,1 0 0 0 0,-1 0 1 0 0,0 0-1 0 0,0 0 0 0 0,1 0 0 0 0,-1 0 1 0 0,0 0-1 0 0,1 0 0 0 0,-1 0 0 0 0,0 0 1 0 0,0 1-1 0 0,1-1 0 0 0,-1 0 1 0 0,0 1-1 0 0,1-1 0 0 0,-2 1 0 0 0,-4 2-2 0 0,0 0 0 0 0,0 1 1 0 0,-11 8-1 0 0,-14 14-1 0 0,1 2 1 0 0,1 1-1 0 0,1 2 0 0 0,2 0 1 0 0,1 2-1 0 0,2 1 1 0 0,1 1-1 0 0,-17 38 1 0 0,34-63-11 0 0,0 0 0 0 0,1 0 1 0 0,-4 15-1 0 0,7-22-2 0 0,0 0 0 0 0,1 0 0 0 0,-1 1 0 0 0,1-1 0 0 0,0 0 0 0 0,-1 0 0 0 0,1 0 0 0 0,1 1 0 0 0,-1-1 0 0 0,0 0 0 0 0,1 0-1 0 0,0 0 1 0 0,0 0 0 0 0,0 0 0 0 0,2 5 0 0 0,-2-6-8 0 0,0-1-1 0 0,0 0 0 0 0,1 0 0 0 0,-1 0 0 0 0,0-1 0 0 0,1 1 0 0 0,-1 0 1 0 0,0 0-1 0 0,1-1 0 0 0,-1 1 0 0 0,1-1 0 0 0,-1 1 0 0 0,1-1 1 0 0,-1 0-1 0 0,1 1 0 0 0,-1-1 0 0 0,1 0 0 0 0,-1 0 0 0 0,1 0 0 0 0,2 0 1 0 0,31-5 30 0 0,-24 1-43 0 0,0-1-1 0 0,-1 0 1 0 0,1 0-1 0 0,-1-1 1 0 0,0 0-1 0 0,-1-1 1 0 0,0 0-1 0 0,0 0 1 0 0,0-1 0 0 0,-1 0-1 0 0,0-1 1 0 0,0 0-1 0 0,7-11 1 0 0,8-15-26 0 0,-2 0 0 0 0,22-49 0 0 0,14-34 353 0 0,-56 116-369 0 0,-6 17-48 0 0,-34 91 339 0 0,25-73-141 0 0,1 1-1 0 0,-14 63 1 0 0,25-85-65 0 0,-7 50-473 0 0,8-57 97 0 0,1 1 0 0 0,0 0 0 0 0,1 0 0 0 0,-1 0 0 0 0,1 0-1 0 0,0-1 1 0 0,1 1 0 0 0,2 7 0 0 0,-4-11 142 0 0,1-1 1 0 0,-1 0-1 0 0,1 0 0 0 0,0 1 0 0 0,0-1 1 0 0,-1 0-1 0 0,1 0 0 0 0,0 0 0 0 0,0 0 1 0 0,0 0-1 0 0,0 0 0 0 0,0 0 0 0 0,1 0 1 0 0,-1-1-1 0 0,0 1 0 0 0,0 0 0 0 0,0-1 1 0 0,1 1-1 0 0,-1 0 0 0 0,0-1 0 0 0,1 0 1 0 0,-1 1-1 0 0,0-1 0 0 0,1 0 0 0 0,-1 0 1 0 0,1 0-1 0 0,1 0 0 0 0,1 0-163 0 0,-1 0 1 0 0,0-1-1 0 0,0 0 0 0 0,0 1 0 0 0,1-1 0 0 0,-1 0 1 0 0,0-1-1 0 0,0 1 0 0 0,-1-1 0 0 0,4-1 1 0 0,8-7-1523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3972 0 0,'57'-98'2410'0'0,"44"-67"3219"0"0,-98 160-5498 0 0,-1 1-1 0 0,1 1 1 0 0,0-1-1 0 0,0 0 1 0 0,1 1 0 0 0,-1 0-1 0 0,1-1 1 0 0,-1 1-1 0 0,1 1 1 0 0,0-1 0 0 0,0 0-1 0 0,1 1 1 0 0,6-3-1 0 0,-10 5-89 0 0,0 0-1 0 0,0 0 1 0 0,0 0-1 0 0,0 0 1 0 0,0 0-1 0 0,0 0 0 0 0,0 0 1 0 0,0 0-1 0 0,0 1 1 0 0,0-1-1 0 0,0 0 1 0 0,0 1-1 0 0,0-1 1 0 0,-1 1-1 0 0,1-1 0 0 0,0 1 1 0 0,0-1-1 0 0,0 1 1 0 0,0 0-1 0 0,-1-1 1 0 0,1 1-1 0 0,0 0 1 0 0,-1-1-1 0 0,1 1 0 0 0,0 0 1 0 0,-1 0-1 0 0,1 0 1 0 0,-1 0-1 0 0,1 0 1 0 0,-1 0-1 0 0,1 1 1 0 0,9 28 999 0 0,-8-17-832 0 0,-1 0 0 0 0,0 1 0 0 0,-1-1 0 0 0,0 1 0 0 0,-1-1 0 0 0,0 1 0 0 0,-1-1 0 0 0,-1 0 1 0 0,0 1-1 0 0,-8 19 0 0 0,-4 4 885 0 0,-2 0 1 0 0,-24 40-1 0 0,40-75-510 0 0,0-2-577 0 0,1 0-1 0 0,0 0 1 0 0,-1 0-1 0 0,1 0 1 0 0,0-1-1 0 0,-1 1 0 0 0,1 0 1 0 0,-1 0-1 0 0,1 0 1 0 0,0-1-1 0 0,-1 1 1 0 0,1 0-1 0 0,0 0 1 0 0,0-1-1 0 0,-1 1 1 0 0,1 0-1 0 0,0-1 1 0 0,0 1-1 0 0,-1 0 1 0 0,1-1-1 0 0,0 1 1 0 0,0 0-1 0 0,0-1 1 0 0,0 1-1 0 0,-1-1 1 0 0,1 1-1 0 0,0 0 1 0 0,0-1-1 0 0,0 1 1 0 0,0-1-1 0 0,0 1 1 0 0,0 0-1 0 0,0-1 1 0 0,0 1-1 0 0,0-1 1 0 0,0 1-1 0 0,0 0 1 0 0,0-1-1 0 0,1 1 1 0 0,-1-1-1 0 0,0 1 1 0 0,0 0-1 0 0,1-1 1 0 0,5-17 73 0 0,12-13-95 0 0,2 0 0 0 0,1 2-1 0 0,1 1 1 0 0,1 0-1 0 0,1 2 1 0 0,2 0-1 0 0,1 2 1 0 0,0 1 0 0 0,2 2-1 0 0,54-32 1 0 0,-80 51-9 0 0,-1 0 1 0 0,1 1-1 0 0,0-1 1 0 0,0 1 0 0 0,0 0-1 0 0,1 0 1 0 0,-1 0-1 0 0,0 0 1 0 0,0 1-1 0 0,0-1 1 0 0,1 1 0 0 0,-1 0-1 0 0,0 0 1 0 0,1 0-1 0 0,3 1 1 0 0,-6-1 20 0 0,1 1 0 0 0,-1 0-1 0 0,1-1 1 0 0,-1 1 0 0 0,1 0 0 0 0,-1 0 0 0 0,0 0 0 0 0,0 1-1 0 0,1-1 1 0 0,-1 0 0 0 0,0 0 0 0 0,0 1 0 0 0,0-1-1 0 0,0 0 1 0 0,0 1 0 0 0,-1-1 0 0 0,1 1 0 0 0,0-1 0 0 0,-1 1-1 0 0,1 0 1 0 0,-1-1 0 0 0,1 1 0 0 0,-1 0 0 0 0,0-1 0 0 0,0 1-1 0 0,0 0 1 0 0,0-1 0 0 0,0 1 0 0 0,0 3 0 0 0,-2 15 24 0 0,0-1 0 0 0,-1 1 0 0 0,-2 0 0 0 0,1-1 0 0 0,-11 26 0 0 0,7-23-183 0 0,1 0-1 0 0,1 0 0 0 0,-4 39 1 0 0,10-59 4 0 0,-1 0 1 0 0,1 0-1 0 0,0 0 1 0 0,0 0-1 0 0,0 0 1 0 0,1 0-1 0 0,-1 0 1 0 0,0 0 0 0 0,1-1-1 0 0,-1 1 1 0 0,1 0-1 0 0,0 0 1 0 0,0 0-1 0 0,0-1 1 0 0,0 1-1 0 0,0 0 1 0 0,0-1 0 0 0,0 1-1 0 0,0-1 1 0 0,0 1-1 0 0,1-1 1 0 0,-1 1-1 0 0,1-1 1 0 0,-1 0-1 0 0,1 0 1 0 0,-1 0 0 0 0,1 0-1 0 0,0 0 1 0 0,2 1-1 0 0,-1-1-294 0 0,1 0 1 0 0,0 0-1 0 0,-1-1 0 0 0,1 1 1 0 0,0-1-1 0 0,-1 0 0 0 0,1 0 1 0 0,0 0-1 0 0,0 0 0 0 0,-1-1 1 0 0,1 0-1 0 0,0 1 0 0 0,-1-1 1 0 0,1-1-1 0 0,3-1 0 0 0,11-5-2576 0 0,-1-2-958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688 193 2128 0 0,'35'-84'6632'0'0,"8"-15"1281"0"0,-36 89-6434 0 0,-8 20-779 0 0,-7 21 308 0 0,3-17-565 0 0,-37 111 1379 0 0,38-108-1727 0 0,0 0 1 0 0,1 1 0 0 0,0-1 0 0 0,2 1 0 0 0,0 21-1 0 0,1-36-76 0 0,0 0 0 0 0,0 1-1 0 0,1-1 1 0 0,-1 0 0 0 0,1 0-1 0 0,0-1 1 0 0,0 1 0 0 0,0 0 0 0 0,0 0-1 0 0,0 0 1 0 0,1 0 0 0 0,-1-1-1 0 0,1 1 1 0 0,0-1 0 0 0,-1 1-1 0 0,1-1 1 0 0,1 0 0 0 0,-1 0-1 0 0,0 0 1 0 0,0 0 0 0 0,1 0-1 0 0,4 3 1 0 0,-3-3-24 0 0,1-1 1 0 0,-1 1-1 0 0,1-1 0 0 0,0 0 1 0 0,0 0-1 0 0,-1 0 1 0 0,1 0-1 0 0,0-1 0 0 0,0 0 1 0 0,0 0-1 0 0,0 0 0 0 0,0-1 1 0 0,7-1-1 0 0,0-1-76 0 0,1-1-1 0 0,-1 0 1 0 0,0-1-1 0 0,0 0 1 0 0,0-1-1 0 0,0 0 1 0 0,-1-1-1 0 0,0-1 1 0 0,-1 1 0 0 0,0-2-1 0 0,0 1 1 0 0,0-1-1 0 0,-1-1 1 0 0,9-12-1 0 0,9-16 304 0 0,0-1-1 0 0,32-66 1 0 0,-50 87 60 0 0,12-23 4 0 0,-20 39-279 0 0,-9 16-52 0 0,-248 453 2688 0 0,93-165-347 0 0,9-45-723 0 0,117-202-1225 0 0,-3-2 0 0 0,-70 72 0 0 0,85-100 30 0 0,-1-2 0 0 0,-41 28 0 0 0,52-41-229 0 0,-1 0-1 0 0,0-1 1 0 0,-1-1-1 0 0,0-1 1 0 0,0 0-1 0 0,-24 6 1 0 0,37-12-149 0 0,0-1 0 0 0,0 1 0 0 0,0-1 0 0 0,0 1 0 0 0,0-1 0 0 0,-1 0 0 0 0,1-1 0 0 0,0 1 0 0 0,0-1 0 0 0,0 0 0 0 0,0 0 0 0 0,0 0 0 0 0,0 0 0 0 0,0-1 0 0 0,-6-3 0 0 0,8 3 0 0 0,-1 1 0 0 0,1-1 0 0 0,0 0 0 0 0,-1 0 0 0 0,1 0 0 0 0,0-1 0 0 0,0 1 0 0 0,1 0 0 0 0,-1-1 0 0 0,0 1 0 0 0,1-1 0 0 0,-1 0 0 0 0,1 0 0 0 0,0 1 0 0 0,0-1 0 0 0,0 0 0 0 0,0 0 0 0 0,1 0 0 0 0,-1 0 0 0 0,1 0 0 0 0,0 0 0 0 0,0-3 0 0 0,0-7 0 0 0,2 1 0 0 0,-1 1 0 0 0,2-1 0 0 0,-1 0 0 0 0,2 0 0 0 0,-1 1 0 0 0,2 0 0 0 0,7-15 0 0 0,8-11 0 0 0,25-34 0 0 0,-44 69 0 0 0,91-121-1825 0 0,68-46-5537 0 0,-76 96 977 0 0,136-93 0 0 0,-178 137-2021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202 146 1036 0 0,'20'-105'16256'0'0,"-32"115"-15546"0"0,-8 15-438 0 0,1 1 0 0 0,2 0 0 0 0,0 1-1 0 0,2 1 1 0 0,1 0 0 0 0,-16 48-1 0 0,24-58-205 0 0,0 0 0 0 0,-6 36-1 0 0,11-47-31 0 0,0 0 0 0 0,1 0-1 0 0,-1 0 1 0 0,1 0 0 0 0,1 0 0 0 0,-1-1-1 0 0,1 1 1 0 0,0 0 0 0 0,1 0-1 0 0,0 0 1 0 0,3 8 0 0 0,-3-12-15 0 0,-1 0 0 0 0,1-1 0 0 0,-1 1-1 0 0,1-1 1 0 0,0 0 0 0 0,0 1 0 0 0,0-1 0 0 0,0 0 0 0 0,1 0 0 0 0,-1 0 0 0 0,0 0 0 0 0,1-1 0 0 0,-1 1 0 0 0,1-1-1 0 0,0 0 1 0 0,4 2 0 0 0,-3-1 4 0 0,1-1-1 0 0,0-1 0 0 0,0 1 1 0 0,-1 0-1 0 0,1-1 1 0 0,0 0-1 0 0,0 0 0 0 0,0-1 1 0 0,7-1-1 0 0,-2 0 7 0 0,1-1-1 0 0,-1 0 1 0 0,0-1 0 0 0,0 0-1 0 0,0-1 1 0 0,0 0-1 0 0,-1-1 1 0 0,13-9 0 0 0,-10 4-9 0 0,-1 0 1 0 0,1-1 0 0 0,-2-1 0 0 0,0 1 0 0 0,0-2 0 0 0,-1 1-1 0 0,-1-1 1 0 0,12-28 0 0 0,-12 22-24 0 0,0 0 0 0 0,-2 0 0 0 0,-1 0 1 0 0,0-1-1 0 0,-2 0 0 0 0,2-29 0 0 0,-4 43-17 0 0,-1 0 0 0 0,-1 0 1 0 0,1 0-1 0 0,-1 0 0 0 0,0-1 0 0 0,-1 1 1 0 0,0 0-1 0 0,0 1 0 0 0,0-1 0 0 0,-1 0 0 0 0,-4-8 1 0 0,5 13 7 0 0,0-1 0 0 0,0 0 0 0 0,0 1 0 0 0,0-1 1 0 0,-1 1-1 0 0,1 0 0 0 0,-1 0 0 0 0,1 0 0 0 0,-1 0 0 0 0,0 0 1 0 0,0 1-1 0 0,1-1 0 0 0,-1 1 0 0 0,0 0 0 0 0,-1-1 0 0 0,1 2 1 0 0,0-1-1 0 0,0 0 0 0 0,0 0 0 0 0,0 1 0 0 0,-1 0 0 0 0,1 0 1 0 0,0 0-1 0 0,-1 0 0 0 0,1 0 0 0 0,-5 2 0 0 0,-6 1-7 0 0,1 0-1 0 0,-1 2 0 0 0,1-1 1 0 0,1 2-1 0 0,-1 0 1 0 0,1 0-1 0 0,0 1 0 0 0,0 1 1 0 0,1 0-1 0 0,0 0 1 0 0,-14 15-1 0 0,6-5-1 0 0,2 1-1 0 0,0 1 1 0 0,2 0 0 0 0,0 1 0 0 0,-16 30 0 0 0,27-43 25 0 0,0 0 0 0 0,1-1 0 0 0,0 1 0 0 0,0 0 0 0 0,1 0 0 0 0,0 1 0 0 0,0-1 1 0 0,1 0-1 0 0,0 1 0 0 0,0 11 0 0 0,2-17 2 0 0,-1 0 1 0 0,0 0-1 0 0,1 0 0 0 0,0-1 0 0 0,-1 1 1 0 0,1 0-1 0 0,0 0 0 0 0,1-1 1 0 0,-1 1-1 0 0,0-1 0 0 0,1 1 1 0 0,-1-1-1 0 0,1 1 0 0 0,0-1 1 0 0,0 0-1 0 0,0 0 0 0 0,0 0 1 0 0,0 0-1 0 0,0 0 0 0 0,0-1 1 0 0,1 1-1 0 0,-1 0 0 0 0,1-1 0 0 0,-1 0 1 0 0,1 0-1 0 0,0 0 0 0 0,-1 0 1 0 0,1 0-1 0 0,0 0 0 0 0,0-1 1 0 0,0 1-1 0 0,-1-1 0 0 0,7 0 1 0 0,7 1-121 0 0,1-2 1 0 0,0 0-1 0 0,-1 0 1 0 0,1-2 0 0 0,-1 0-1 0 0,0-1 1 0 0,0 0-1 0 0,0-2 1 0 0,0 0 0 0 0,-1 0-1 0 0,20-12 1 0 0,2-5-175 0 0,0-1 1 0 0,-2-1-1 0 0,36-35 1 0 0,35-40-91 0 0,28-25-144 0 0,-115 115 277 0 0,-18 9 237 0 0,-1 1 0 0 0,1 0 0 0 0,-1 0 0 0 0,1 0 0 0 0,0 0 0 0 0,-1 0 0 0 0,1 0 0 0 0,-1 0 0 0 0,1 0 0 0 0,0 1 0 0 0,-1-1 0 0 0,1 0 0 0 0,-1 0 0 0 0,1 0 0 0 0,-1 1 1 0 0,1-1-1 0 0,-1 0 0 0 0,1 0 0 0 0,-1 1 0 0 0,2 0 0 0 0,-1 1 7 0 0,0-1 1 0 0,0 1-1 0 0,0 0 0 0 0,0 0 1 0 0,0 1-1 0 0,0-1 0 0 0,0 0 1 0 0,-1 0-1 0 0,1 0 0 0 0,-1 0 1 0 0,1 1-1 0 0,-1-1 1 0 0,0 0-1 0 0,0 3 0 0 0,0 16 141 0 0,-1 0 1 0 0,0-1-1 0 0,-2 1 0 0 0,-8 34 0 0 0,-31 79 285 0 0,35-115-354 0 0,-51 124 2516 0 0,53-135-1775 0 0,3-10-98 0 0,4-15-384 0 0,16-17-451 0 0,1 0 0 0 0,2 1 0 0 0,2 1 1 0 0,0 1-1 0 0,2 1 0 0 0,2 1 0 0 0,0 2 0 0 0,2 0 0 0 0,1 2 0 0 0,43-28 1 0 0,-67 49 66 0 0,0 0 1 0 0,0 0-1 0 0,1 1 1 0 0,0 0 0 0 0,-1 0-1 0 0,15-3 1 0 0,-20 5 44 0 0,1 1 0 0 0,0 0 0 0 0,-1 0 0 0 0,1 0 0 0 0,0 0 0 0 0,0 0 0 0 0,-1 0 0 0 0,1 0 0 0 0,0 0 0 0 0,-1 1 0 0 0,1-1 0 0 0,0 0 1 0 0,-1 1-1 0 0,1 0 0 0 0,-1-1 0 0 0,1 1 0 0 0,-1 0 0 0 0,1 0 0 0 0,-1 0 0 0 0,0 0 0 0 0,1 0 0 0 0,-1 0 0 0 0,0 0 0 0 0,0 0 0 0 0,1 1 0 0 0,-1-1 0 0 0,0 0 0 0 0,0 1 1 0 0,-1-1-1 0 0,1 1 0 0 0,0-1 0 0 0,0 1 0 0 0,-1 0 0 0 0,1 1 0 0 0,2 5 9 0 0,-2 0 1 0 0,1 0-1 0 0,-1 0 0 0 0,0 1 1 0 0,-1-1-1 0 0,1 0 0 0 0,-2 0 1 0 0,1 1-1 0 0,-4 14 0 0 0,-3 9 29 0 0,-14 36 1 0 0,8-29-11 0 0,7-17-24 0 0,-1-3 36 0 0,2 0 0 0 0,-3 22 0 0 0,7-40-22 0 0,1 0 0 0 0,0-1 1 0 0,0 1-1 0 0,0 0 0 0 0,0 0 0 0 0,0 0 0 0 0,0 0 0 0 0,0 0 0 0 0,1 0 0 0 0,-1 0 1 0 0,0 0-1 0 0,0-1 0 0 0,1 1 0 0 0,-1 0 0 0 0,0 0 0 0 0,1 0 0 0 0,-1 0 0 0 0,1-1 0 0 0,-1 1 1 0 0,1 0-1 0 0,0-1 0 0 0,-1 1 0 0 0,1 0 0 0 0,1 0 0 0 0,-1 0 1 0 0,1 0 0 0 0,0 0 0 0 0,-1-1 0 0 0,1 1 1 0 0,0-1-1 0 0,0 1 0 0 0,-1-1 0 0 0,1 0 0 0 0,0 1 0 0 0,0-1 0 0 0,3 0 0 0 0,3-1 7 0 0,0 0 0 0 0,0 0-1 0 0,0-1 1 0 0,11-3 0 0 0,4-4 12 0 0,1-1 0 0 0,-1-1 0 0 0,-1 0 0 0 0,0-2 0 0 0,-1-1 0 0 0,0-1 0 0 0,-1 0 0 0 0,18-19 0 0 0,-10 7 10 0 0,-2-1-1 0 0,-1-1 1 0 0,-2-2-1 0 0,33-53 1 0 0,-50 73-53 0 0,0 0 1 0 0,0 0-1 0 0,-1 0 0 0 0,6-21 0 0 0,-11 32 8 0 0,0 0-1 0 0,0-1 1 0 0,1 1 0 0 0,-1-1-1 0 0,0 1 1 0 0,0-1-1 0 0,0 1 1 0 0,0-1-1 0 0,0 1 1 0 0,0-1 0 0 0,0 1-1 0 0,0-1 1 0 0,0 1-1 0 0,0-1 1 0 0,0 1-1 0 0,0-1 1 0 0,0 1 0 0 0,-1-1-1 0 0,1 1 1 0 0,0-1-1 0 0,0 1 1 0 0,0-1-1 0 0,-1 1 1 0 0,1 0 0 0 0,0-1-1 0 0,-1 1 1 0 0,1-1-1 0 0,0 1 1 0 0,-1 0-1 0 0,1-1 1 0 0,0 1 0 0 0,-1 0-1 0 0,1 0 1 0 0,-1-1-1 0 0,0 1-4 0 0,-1 0 0 0 0,1 0 0 0 0,0 0 0 0 0,-1 0 0 0 0,1 0 0 0 0,0 0 0 0 0,-1 0 0 0 0,1 0 0 0 0,0 1 0 0 0,-1-1 0 0 0,1 1 0 0 0,-2 0 0 0 0,-34 21-126 0 0,21-8 118 0 0,0 1-1 0 0,1 0 1 0 0,1 1 0 0 0,-25 34 0 0 0,32-39 32 0 0,1 0 1 0 0,0 0-1 0 0,0 0 0 0 0,1 1 1 0 0,1-1-1 0 0,-1 1 1 0 0,2 1-1 0 0,0-1 1 0 0,-2 23-1 0 0,4-32 8 0 0,1 0 0 0 0,0 0-1 0 0,0 0 1 0 0,1-1 0 0 0,-1 1 0 0 0,1 0 0 0 0,-1 0-1 0 0,1 0 1 0 0,0 0 0 0 0,0 0 0 0 0,0-1 0 0 0,1 1-1 0 0,-1 0 1 0 0,1-1 0 0 0,-1 1 0 0 0,1-1 0 0 0,4 4 0 0 0,-3-2-44 0 0,1-1 0 0 0,0 0 0 0 0,0-1 1 0 0,0 1-1 0 0,1-1 0 0 0,-1 1 0 0 0,1-1 1 0 0,-1-1-1 0 0,10 4 0 0 0,2-2-548 0 0,1 0-1 0 0,0-1 1 0 0,0-1-1 0 0,0-1 1 0 0,21-1-1 0 0,2-3-3711 0 0,58-13 0 0 0,-46 4-2593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6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72 577 716 0 0,'-3'1'2428'0'0,"-18"4"2451"0"0,19-4-3693 0 0,0 0-256 0 0,-3 0-571 0 0,-18 6 3117 0 0,7-7 2506 0 0,17-2-5928 0 0,0 0-1 0 0,0 1 0 0 0,0-1 0 0 0,0 0 0 0 0,0 1 0 0 0,0-1 0 0 0,0 1 0 0 0,0-1 0 0 0,2-1 0 0 0,27-28 15 0 0,-2-2-1 0 0,-1-1 1 0 0,37-64-1 0 0,-28 34-401 0 0,37-94 1 0 0,-63 131 196 0 0,-2 0 1 0 0,11-55-1 0 0,-19 81 127 0 0,1 0 0 0 0,-1 1 0 0 0,0-1 0 0 0,0 0 0 0 0,0 0 0 0 0,0 0 0 0 0,0 0-1 0 0,0 1 1 0 0,0-1 0 0 0,0 0 0 0 0,0 0 0 0 0,0 0 0 0 0,0 0 0 0 0,0 1-1 0 0,-1-1 1 0 0,1 0 0 0 0,0 0 0 0 0,-1 0 0 0 0,1 1 0 0 0,-1-1 0 0 0,1 0-1 0 0,-1 0 1 0 0,0 1 4 0 0,1-1-1 0 0,-1 1 0 0 0,0 0 0 0 0,1 0 0 0 0,-1 0 1 0 0,1-1-1 0 0,-1 1 0 0 0,0 0 0 0 0,1 0 0 0 0,-1 0 1 0 0,0 0-1 0 0,1 0 0 0 0,-1 1 0 0 0,0-1 1 0 0,1 0-1 0 0,-1 0 0 0 0,1 0 0 0 0,-1 0 0 0 0,0 1 1 0 0,1-1-1 0 0,-2 1 0 0 0,-1 1-11 0 0,-1 0 1 0 0,1 0-1 0 0,0 0 1 0 0,-1 1-1 0 0,1-1 0 0 0,0 1 1 0 0,-3 4-1 0 0,2-2 8 0 0,1 0-1 0 0,0 0 1 0 0,0 0-1 0 0,1 1 1 0 0,-1-1-1 0 0,1 1 1 0 0,1-1-1 0 0,-1 1 1 0 0,1 0-1 0 0,0 0 1 0 0,0 0-1 0 0,0 0 1 0 0,1-1 0 0 0,0 8-1 0 0,0-10-26 0 0,1 1 1 0 0,-1-1-1 0 0,1 1 1 0 0,0-1-1 0 0,0 1 0 0 0,1-1 1 0 0,-1 0-1 0 0,0 0 0 0 0,1 1 1 0 0,0-1-1 0 0,0 0 0 0 0,0 0 1 0 0,0-1-1 0 0,0 1 1 0 0,1 0-1 0 0,-1-1 0 0 0,1 0 1 0 0,0 1-1 0 0,-1-1 0 0 0,1 0 1 0 0,0 0-1 0 0,0 0 1 0 0,1-1-1 0 0,4 3 0 0 0,5 0-147 0 0,-1 0 1 0 0,1 0-1 0 0,0-1 0 0 0,0-1 0 0 0,20 2 0 0 0,-7-4 31 0 0,-1-1-1 0 0,48-8 1 0 0,-28 0 286 0 0,-43 9-46 0 0,0 0 0 0 0,9-2-12 0 0,-9 2 17 0 0,-1 0-102 0 0,-1 0 7 0 0,0 0 0 0 0,1 0 0 0 0,-1 0 0 0 0,1 0 0 0 0,-1 1 0 0 0,1-1 0 0 0,-1 0 0 0 0,0 0 0 0 0,1 0 0 0 0,-1 0 0 0 0,1 1 0 0 0,-1-1 0 0 0,0 0 0 0 0,1 0 0 0 0,-1 1 0 0 0,1-1 0 0 0,-1 0 0 0 0,0 1 0 0 0,0-1 0 0 0,1 1 0 0 0,-41 45 112 0 0,-29 39 145 0 0,63-77-227 0 0,0 1 1 0 0,1 0 0 0 0,0 1-1 0 0,1-1 1 0 0,0 1 0 0 0,0 0 0 0 0,-4 20-1 0 0,8-29-13 0 0,0 1-1 0 0,-1-1 1 0 0,1 1-1 0 0,0 0 0 0 0,0-1 1 0 0,0 1-1 0 0,0-1 1 0 0,1 1-1 0 0,-1 0 1 0 0,0-1-1 0 0,1 1 0 0 0,-1-1 1 0 0,1 1-1 0 0,-1-1 1 0 0,1 1-1 0 0,0-1 1 0 0,-1 1-1 0 0,1-1 0 0 0,0 0 1 0 0,0 1-1 0 0,2 1 1 0 0,-1-1-77 0 0,1-1 0 0 0,-1 1 0 0 0,1-1 1 0 0,-1 1-1 0 0,1-1 0 0 0,0 0 0 0 0,-1 0 1 0 0,1 0-1 0 0,0 0 0 0 0,0 0 1 0 0,3 0-1 0 0,6 0-635 0 0,1-1 0 0 0,-1 0 0 0 0,0 0 0 0 0,21-4 0 0 0,-17 1 81 0 0,1-1 0 0 0,-1-1 1 0 0,1-1-1 0 0,-1 0 1 0 0,-1-1-1 0 0,1 0 1 0 0,-1-1-1 0 0,-1-1 1 0 0,1-1-1 0 0,-1 0 1 0 0,-1-1-1 0 0,14-13 1 0 0,-7 3 1007 0 0,-1 0 1 0 0,20-29 0 0 0,24-52 5612 0 0,-51 77-3910 0 0,-13 22-1400 0 0,-8 13-256 0 0,-2 6-309 0 0,1-1 1 0 0,1 1 0 0 0,1 1 0 0 0,0 0-1 0 0,1 0 1 0 0,1 0 0 0 0,0 1-1 0 0,1 0 1 0 0,1 0 0 0 0,1 0-1 0 0,-1 37 1 0 0,4-50-105 0 0,0-1-1 0 0,0 0 1 0 0,0 0 0 0 0,1 0 0 0 0,-1 0-1 0 0,1 1 1 0 0,0-1 0 0 0,1 0 0 0 0,-1 0-1 0 0,1-1 1 0 0,0 1 0 0 0,0 0-1 0 0,0 0 1 0 0,0-1 0 0 0,0 0 0 0 0,1 1-1 0 0,0-1 1 0 0,3 3 0 0 0,-2-2-1 0 0,0-1-1 0 0,1-1 1 0 0,-1 1 0 0 0,1-1 0 0 0,0 1 0 0 0,-1-1-1 0 0,1-1 1 0 0,0 1 0 0 0,0-1 0 0 0,0 0-1 0 0,1 0 1 0 0,9 1 0 0 0,-4-2 0 0 0,0 0-1 0 0,1-1 1 0 0,-1 0 0 0 0,0-1-1 0 0,0 0 1 0 0,0-1 0 0 0,0 0-1 0 0,0 0 1 0 0,-1-2 0 0 0,1 1-1 0 0,-1-1 1 0 0,17-11 0 0 0,-16 6-3 0 0,-1 1 0 0 0,0-1 0 0 0,0-1 1 0 0,-1 0-1 0 0,-1 0 0 0 0,0-1 0 0 0,0 0 0 0 0,-1 0 1 0 0,-1 0-1 0 0,0-1 0 0 0,-1 0 0 0 0,0-1 1 0 0,-1 1-1 0 0,0-1 0 0 0,-2 0 0 0 0,1 0 0 0 0,-1 0 1 0 0,-1 0-1 0 0,-1 0 0 0 0,0 0 0 0 0,-1 0 1 0 0,-3-17-1 0 0,4 27-29 0 0,-1 1-1 0 0,0 0 1 0 0,0 0 0 0 0,0 0 0 0 0,0 0 0 0 0,-1 0-1 0 0,1 0 1 0 0,-1 0 0 0 0,1 0 0 0 0,-1 1 0 0 0,0-1 0 0 0,0 1-1 0 0,-1-1 1 0 0,1 1 0 0 0,0 0 0 0 0,-1 0 0 0 0,0 0-1 0 0,1 0 1 0 0,-1 0 0 0 0,0 1 0 0 0,0-1 0 0 0,0 1 0 0 0,0 0-1 0 0,0-1 1 0 0,0 1 0 0 0,0 1 0 0 0,0-1 0 0 0,0 0-1 0 0,-1 1 1 0 0,1 0 0 0 0,0 0 0 0 0,0 0 0 0 0,-1 0 0 0 0,1 0-1 0 0,-6 2 1 0 0,1-1-232 0 0,-1 1 0 0 0,1 1 0 0 0,-1-1 0 0 0,1 1 0 0 0,0 1 0 0 0,0 0 0 0 0,0 0 0 0 0,1 0 0 0 0,0 1 0 0 0,-1 0 0 0 0,2 1 0 0 0,-10 8 0 0 0,-12 19-2884 0 0,13-8-2506 0 0,10-15 1123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94 168 2072 0 0,'10'-29'9276'0'0,"-10"22"-6310"0"0,-8 19-1668 0 0,-10 20-601 0 0,2 0 0 0 0,1 2 0 0 0,2 0 1 0 0,-10 38-1 0 0,20-63-680 0 0,1 0 0 0 0,0 0 1 0 0,1-1-1 0 0,-1 17 0 0 0,2-23-18 0 0,0 0 0 0 0,0 0-1 0 0,0 1 1 0 0,1-1 0 0 0,-1 0-1 0 0,0 0 1 0 0,1 0-1 0 0,0 0 1 0 0,-1 0 0 0 0,1 0-1 0 0,0 0 1 0 0,0 0-1 0 0,0-1 1 0 0,0 1 0 0 0,1 0-1 0 0,-1-1 1 0 0,0 1-1 0 0,1 0 1 0 0,-1-1 0 0 0,1 1-1 0 0,0-1 1 0 0,-1 0 0 0 0,1 0-1 0 0,2 2 1 0 0,1-2-148 0 0,0-1-1 0 0,0 1 1 0 0,0-1 0 0 0,0 0 0 0 0,0 0 0 0 0,0 0 0 0 0,1-1-1 0 0,-1 1 1 0 0,0-1 0 0 0,0-1 0 0 0,0 1 0 0 0,-1-1 0 0 0,1 0-1 0 0,5-2 1 0 0,8-7-143 0 0,0-1-1 0 0,-1 0 1 0 0,-1-1 0 0 0,0 0-1 0 0,0-2 1 0 0,22-27-1 0 0,-12 10 1019 0 0,-2-2 0 0 0,29-51-1 0 0,-52 82-639 0 0,9-12 101 0 0,-10 15-190 0 0,0 0 0 0 0,0-1 0 0 0,0 1 1 0 0,0 0-1 0 0,0 0 0 0 0,0 0 1 0 0,0 0-1 0 0,1 0 0 0 0,-1-1 1 0 0,0 1-1 0 0,0 0 0 0 0,0 0 0 0 0,0 0 1 0 0,0 0-1 0 0,1 0 0 0 0,-1 0 1 0 0,0-1-1 0 0,0 1 0 0 0,0 0 0 0 0,0 0 1 0 0,1 0-1 0 0,-1 0 0 0 0,0 0 1 0 0,0 0-1 0 0,0 0 0 0 0,1 0 1 0 0,-1 0-1 0 0,0 0 0 0 0,0 0 0 0 0,0 0 1 0 0,0 0-1 0 0,1 0 0 0 0,-1 0 1 0 0,0 0-1 0 0,0 0 0 0 0,0 0 1 0 0,1 0-1 0 0,-1 1 0 0 0,0-1 0 0 0,0 0 1 0 0,0 0-1 0 0,0 0 0 0 0,1 0 1 0 0,-1 0-1 0 0,0 0 0 0 0,0 0 0 0 0,0 1 1 0 0,0-1-1 0 0,0 0 0 0 0,0 0 1 0 0,1 0-1 0 0,-1 0 0 0 0,0 1 1 0 0,0-1-1 0 0,0 0 0 0 0,0 0 0 0 0,0 0 1 0 0,0 0-1 0 0,0 1 0 0 0,0 2-4 0 0,0 0 1 0 0,0 1-1 0 0,0-1 0 0 0,0 0 0 0 0,-1 0 0 0 0,1 0 1 0 0,-1 0-1 0 0,0 1 0 0 0,-2 3 0 0 0,1 1 25 0 0,-4 16-9 0 0,1 0 1 0 0,-2 26 0 0 0,7-44 7 0 0,-1 0 1 0 0,1 0 0 0 0,0 0 0 0 0,0 0 0 0 0,1 0 0 0 0,0-1-1 0 0,0 1 1 0 0,0 0 0 0 0,1 0 0 0 0,0-1 0 0 0,0 1 0 0 0,0-1 0 0 0,0 0-1 0 0,7 10 1 0 0,-6-12 45 0 0,1 0-1 0 0,-1 0 1 0 0,1 0-1 0 0,0-1 1 0 0,0 1 0 0 0,0-1-1 0 0,0 0 1 0 0,0 0-1 0 0,0 0 1 0 0,0 0-1 0 0,1-1 1 0 0,-1 0-1 0 0,1 0 1 0 0,-1 0 0 0 0,1 0-1 0 0,0-1 1 0 0,-1 0-1 0 0,1 0 1 0 0,-1 0-1 0 0,1-1 1 0 0,0 1 0 0 0,4-2-1 0 0,2 0 52 0 0,1-1 0 0 0,-1 0 0 0 0,0 0 0 0 0,0-2 0 0 0,-1 1 0 0 0,1-1 0 0 0,17-11-1 0 0,-17 7-67 0 0,-1 0-1 0 0,1 0 0 0 0,-2-1 1 0 0,1 0-1 0 0,-1 0 0 0 0,-1-1 0 0 0,0-1 1 0 0,0 1-1 0 0,-1-1 0 0 0,-1 0 0 0 0,8-20 1 0 0,-10 20-64 0 0,0 0 1 0 0,0 0-1 0 0,-1 0 1 0 0,-1-1-1 0 0,0 1 1 0 0,-1-1-1 0 0,0 1 1 0 0,-1-1-1 0 0,-1 1 0 0 0,1-1 1 0 0,-2 1-1 0 0,-5-23 1 0 0,-8-15-539 0 0,14 49 509 0 0,46 17-802 0 0,-25-10-556 0 0,36 11-7019 0 0,-38-12 2045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0 1500 0 0,'0'0'6554'0'0,"-22"12"8519"0"0,14-6-14610 0 0,-32 45-989 0 0,-74 72-1 0 0,55-70-3726 0 0,-1-3-3781 0 0,29-26 188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172 157 200 0 0,'0'0'10793'0'0,"1"2"-10538"0"0,9 50 711 0 0,-9-49-886 0 0,0 1-1 0 0,0-1 1 0 0,1 0-1 0 0,-1 1 0 0 0,1-1 1 0 0,-1 0-1 0 0,1 0 0 0 0,0 0 1 0 0,0 0-1 0 0,1-1 1 0 0,-1 1-1 0 0,0 0 0 0 0,1-1 1 0 0,0 0-1 0 0,-1 1 0 0 0,1-1 1 0 0,6 3-1 0 0,-8-4 223 0 0,3-1-40 0 0,-1 0-201 0 0,0 0 1 0 0,1-1-1 0 0,-1 1 1 0 0,0 0-1 0 0,0-1 1 0 0,1 0-1 0 0,-1 0 1 0 0,0 0-1 0 0,0 0 1 0 0,0 0 0 0 0,0-1-1 0 0,0 1 1 0 0,0-1-1 0 0,-1 0 1 0 0,1 0-1 0 0,3-3 1 0 0,2-5 11 0 0,0-1-1 0 0,-1 0 1 0 0,-1-1 0 0 0,0 0 0 0 0,0 0 0 0 0,-1 0-1 0 0,-1 0 1 0 0,0-1 0 0 0,0 0 0 0 0,-2 1 0 0 0,1-1-1 0 0,-2-1 1 0 0,0 1 0 0 0,0 0 0 0 0,-2-19 0 0 0,1 31-79 0 0,0 0 1 0 0,0 0 0 0 0,0-1 0 0 0,-1 1 0 0 0,1 0 0 0 0,0-1 0 0 0,0 1 0 0 0,-1 0 0 0 0,1 0-1 0 0,-1-1 1 0 0,1 1 0 0 0,-1 0 0 0 0,1 0 0 0 0,-1 0 0 0 0,0 0 0 0 0,0 0 0 0 0,0 0 0 0 0,1 0-1 0 0,-1 0 1 0 0,0 0 0 0 0,0 0 0 0 0,0 0 0 0 0,-2-1 0 0 0,1 2 1 0 0,0-1 0 0 0,0 1 0 0 0,1 0 0 0 0,-1 0 0 0 0,0 0 0 0 0,0 0 0 0 0,0 0 0 0 0,1 0 0 0 0,-1 0 0 0 0,0 0 0 0 0,0 1 0 0 0,0-1 0 0 0,1 1 0 0 0,-4 0 0 0 0,-5 4-10 0 0,1 0 0 0 0,-1 0 0 0 0,1 1 0 0 0,-9 7 0 0 0,17-13 13 0 0,-25 20-9 0 0,1 1-1 0 0,1 1 0 0 0,1 1 1 0 0,0 0-1 0 0,2 2 1 0 0,1 1-1 0 0,1 1 0 0 0,2 0 1 0 0,-16 32-1 0 0,30-53 3 0 0,0 1 1 0 0,1-1-1 0 0,0 1 0 0 0,0-1 1 0 0,0 1-1 0 0,1-1 0 0 0,0 1 0 0 0,1 0 1 0 0,-1 10-1 0 0,2-13-17 0 0,-1-1-1 0 0,1 0 1 0 0,-1 0-1 0 0,1 0 1 0 0,0 0-1 0 0,0 0 1 0 0,1 0-1 0 0,-1 0 1 0 0,1 0-1 0 0,-1 0 1 0 0,1-1-1 0 0,0 1 1 0 0,0-1-1 0 0,0 1 1 0 0,0-1-1 0 0,0 0 1 0 0,1 1-1 0 0,-1-1 1 0 0,1 0-1 0 0,-1-1 1 0 0,1 1-1 0 0,3 1 1 0 0,6 3-307 0 0,1-1 1 0 0,-1-1-1 0 0,0 0 0 0 0,1-1 1 0 0,0-1-1 0 0,0 0 1 0 0,26 1-1 0 0,96-8-2923 0 0,-113 3 2558 0 0,36-3-2070 0 0,3-5-852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341 209 1132 0 0,'14'-19'2453'0'0,"-2"0"-1"0"0,14-30 1 0 0,-23 42-1994 0 0,0 0 1 0 0,-1 0 0 0 0,0 0-1 0 0,0 0 1 0 0,0 0 0 0 0,-1-1 0 0 0,0 1-1 0 0,0-1 1 0 0,-1 1 0 0 0,0 0-1 0 0,-1-12 1 0 0,0 18-427 0 0,1 0 1 0 0,0-1-1 0 0,0 1 0 0 0,-1 0 1 0 0,1 0-1 0 0,0 0 0 0 0,-1 0 1 0 0,1 0-1 0 0,-1 0 0 0 0,0 0 0 0 0,1 0 1 0 0,-1 1-1 0 0,0-1 0 0 0,1 0 1 0 0,-1 0-1 0 0,0 0 0 0 0,0 1 1 0 0,0-1-1 0 0,0 0 0 0 0,0 1 1 0 0,1-1-1 0 0,-3 0 0 0 0,0 0-7 0 0,1 1-1 0 0,0-1 0 0 0,-1 1 0 0 0,1 0 0 0 0,0-1 1 0 0,-1 1-1 0 0,1 0 0 0 0,-1 0 0 0 0,1 1 1 0 0,-3 0-1 0 0,-5 1 25 0 0,0 1 0 0 0,0 0 0 0 0,-18 9 1 0 0,-4 7 71 0 0,0 0 0 0 0,2 2 0 0 0,1 2 0 0 0,1 0 0 0 0,-40 43 0 0 0,57-55-88 0 0,1 0-1 0 0,0 1 1 0 0,0 1 0 0 0,1 0 0 0 0,1 0-1 0 0,0 0 1 0 0,-7 19 0 0 0,14-30-25 0 0,0-1 1 0 0,1 1-1 0 0,-1 0 1 0 0,1-1-1 0 0,-1 1 1 0 0,1 0-1 0 0,-1 0 0 0 0,1 0 1 0 0,0-1-1 0 0,0 1 1 0 0,0 0-1 0 0,0 0 1 0 0,0 0-1 0 0,0 0 1 0 0,1-1-1 0 0,-1 1 1 0 0,1 0-1 0 0,-1 0 1 0 0,1-1-1 0 0,0 1 0 0 0,-1 0 1 0 0,1-1-1 0 0,0 1 1 0 0,0-1-1 0 0,0 1 1 0 0,0-1-1 0 0,0 1 1 0 0,1-1-1 0 0,-1 0 1 0 0,0 1-1 0 0,1-1 0 0 0,-1 0 1 0 0,1 0-1 0 0,-1 0 1 0 0,1 0-1 0 0,-1 0 1 0 0,1-1-1 0 0,0 1 1 0 0,-1 0-1 0 0,1-1 1 0 0,2 1-1 0 0,2 0-39 0 0,0 1 1 0 0,0-2-1 0 0,0 1 0 0 0,0-1 0 0 0,0 0 1 0 0,0 0-1 0 0,0 0 0 0 0,0-1 1 0 0,0 0-1 0 0,0 0 0 0 0,9-4 0 0 0,0-1-49 0 0,0-1-1 0 0,0-1 0 0 0,-1 0 1 0 0,0-1-1 0 0,-1-1 0 0 0,0 0 1 0 0,0 0-1 0 0,15-18 0 0 0,0-3 876 0 0,-2-2-1 0 0,24-38 0 0 0,-21 29 717 0 0,-27 41-1549 0 0,1-4-112 0 0,-4 16 77 0 0,-25 57 12 0 0,16-44-181 0 0,0 1 1 0 0,2 0-1 0 0,1 0 1 0 0,-7 43 0 0 0,14-65-269 0 0,0 1 0 0 0,0 0 1 0 0,1-1-1 0 0,-1 1 0 0 0,1-1 1 0 0,0 1-1 0 0,2 5 1 0 0,-1-8 14 0 0,-1 1 0 0 0,1-1 0 0 0,0 0 0 0 0,0 1 0 0 0,0-1 1 0 0,0 0-1 0 0,0 0 0 0 0,0-1 0 0 0,0 1 0 0 0,0 0 0 0 0,1-1 1 0 0,-1 1-1 0 0,0-1 0 0 0,0 0 0 0 0,5 1 0 0 0,9-3-3085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1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291 475 784 0 0,'8'-15'2360'0'0,"-1"-1"1"0"0,0 1-1 0 0,-1-1 0 0 0,0-1 0 0 0,5-30 0 0 0,-10 47-2314 0 0,-1-1-1 0 0,0 0 0 0 0,0 0 1 0 0,0 0-1 0 0,1 0 0 0 0,-1 1 1 0 0,0-1-1 0 0,0 0 0 0 0,0 0 0 0 0,0 0 1 0 0,0 0-1 0 0,-1 1 0 0 0,1-1 1 0 0,0 0-1 0 0,0 0 0 0 0,0 0 1 0 0,-1 1-1 0 0,1-1 0 0 0,0 0 1 0 0,-1 0-1 0 0,1 1 0 0 0,-1-1 0 0 0,1 0 1 0 0,-1 1-1 0 0,1-1 0 0 0,-1 0 1 0 0,1 1-1 0 0,-1-1 0 0 0,0 1 1 0 0,1-1-1 0 0,-1 1 0 0 0,0-1 1 0 0,0 1-1 0 0,1-1 0 0 0,-1 1 0 0 0,0 0 1 0 0,0 0-1 0 0,1-1 0 0 0,-1 1 1 0 0,0 0-1 0 0,0 0 0 0 0,0 0 1 0 0,0 0-1 0 0,1 0 0 0 0,-1 0 0 0 0,0 0 1 0 0,0 0-1 0 0,0 0 0 0 0,0 0 1 0 0,1 0-1 0 0,-2 1 0 0 0,-4 0 72 0 0,1 0 0 0 0,0 1 0 0 0,-1 0 0 0 0,1 0-1 0 0,0 0 1 0 0,-6 4 0 0 0,-8 6 75 0 0,0 2 1 0 0,2 0-1 0 0,-1 1 0 0 0,2 0 1 0 0,-26 32-1 0 0,22-21-96 0 0,1 1 0 0 0,1 1 0 0 0,-20 40 0 0 0,28-47 15 0 0,-14 43 1 0 0,22-57-89 0 0,0-1 1 0 0,1 1 0 0 0,0 0-1 0 0,0 0 1 0 0,0 1 0 0 0,1-1-1 0 0,0 0 1 0 0,0 0 0 0 0,1 0-1 0 0,2 13 1 0 0,-2-17-76 0 0,0-1 0 0 0,0 1 0 0 0,0-1 0 0 0,0 1 0 0 0,1-1 0 0 0,-1 0 0 0 0,0 0 1 0 0,1 1-1 0 0,0-1 0 0 0,0 0 0 0 0,-1 0 0 0 0,1-1 0 0 0,1 1 0 0 0,-1 0 0 0 0,0 0 0 0 0,0-1 0 0 0,4 2 0 0 0,-2-1-165 0 0,0-1-1 0 0,0 1 0 0 0,1-1 0 0 0,-1 0 0 0 0,1 0 0 0 0,-1-1 0 0 0,1 1 0 0 0,-1-1 0 0 0,8 0 0 0 0,0-2-378 0 0,1 0 0 0 0,-1 0 0 0 0,1-1-1 0 0,-1-1 1 0 0,0 0 0 0 0,17-8 0 0 0,-5-1-30 0 0,0-2 0 0 0,-1 0 1 0 0,0-2-1 0 0,-2 0 0 0 0,0-1 1 0 0,-1-1-1 0 0,21-26 0 0 0,9-17-2 0 0,51-83-1 0 0,11-58 3235 0 0,-17-10 4673 0 0,-95 212-7230 0 0,6-16 324 0 0,-12 23-166 0 0,-15 28-203 0 0,-21 71 767 0 0,-42 156 0 0 0,33-91-236 0 0,28-88-375 0 0,-10 28 1762 0 0,32-103-505 0 0,3-6-556 0 0,12-10-293 0 0,15-19-458 0 0,68-80 150 0 0,-78 89-298 0 0,1 1 1 0 0,1 1-1 0 0,32-21 0 0 0,-48 35 7 0 0,0 0 0 0 0,0 1 0 0 0,0-1-1 0 0,1 1 1 0 0,-1 0 0 0 0,1 0 0 0 0,-1 1 0 0 0,1 0 0 0 0,0 0-1 0 0,0 0 1 0 0,-1 1 0 0 0,12 0 0 0 0,-14 0 31 0 0,-1 1 0 0 0,1-1 0 0 0,0 1 0 0 0,0 0 1 0 0,-1 0-1 0 0,1 0 0 0 0,0 0 0 0 0,-1 1 0 0 0,1-1 0 0 0,-1 1 0 0 0,0-1 1 0 0,1 1-1 0 0,-1 0 0 0 0,0 0 0 0 0,0 0 0 0 0,0 0 0 0 0,0 0 0 0 0,-1 1 1 0 0,1-1-1 0 0,-1 1 0 0 0,1-1 0 0 0,-1 1 0 0 0,0-1 0 0 0,0 1 0 0 0,0 0 1 0 0,0-1-1 0 0,1 6 0 0 0,0 3 248 0 0,-1 1 1 0 0,0-1 0 0 0,0 1-1 0 0,-1 0 1 0 0,-1-1 0 0 0,0 1-1 0 0,-1-1 1 0 0,-3 14 0 0 0,-1 8 154 0 0,3-19-173 0 0,2-12-195 0 0,0 1 1 0 0,0 0-1 0 0,1-1 0 0 0,-1 1 1 0 0,1 0-1 0 0,0-1 1 0 0,0 1-1 0 0,0 0 0 0 0,0 0 1 0 0,0-1-1 0 0,1 1 0 0 0,0 4 1 0 0,0-6-57 0 0,-1 0 0 0 0,0 0 0 0 0,1 0 0 0 0,-1 0 1 0 0,1-1-1 0 0,0 1 0 0 0,-1 0 0 0 0,1-1 0 0 0,0 1 0 0 0,-1 0 0 0 0,1-1 1 0 0,0 1-1 0 0,0-1 0 0 0,-1 1 0 0 0,1-1 0 0 0,0 1 0 0 0,0-1 0 0 0,0 0 0 0 0,0 1 1 0 0,0-1-1 0 0,0 0 0 0 0,-1 0 0 0 0,1 1 0 0 0,0-1 0 0 0,0 0 0 0 0,1 0 1 0 0,20-2-725 0 0,-21 2 703 0 0,34-6-3193 0 0,0-1 0 0 0,54-18 0 0 0,-52 13 593 0 0,14-4-1919 0 0,3-1-2039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0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3 201 1124 0 0,'-1'-9'1525'0'0,"0"0"1"0"0,1 0-1 0 0,0-1 0 0 0,1-12 0 0 0,0 13-1038 0 0,1 1 0 0 0,0 0 0 0 0,0 0 0 0 0,0 0 0 0 0,5-8 0 0 0,-5 11-426 0 0,0 0 0 0 0,1 0 0 0 0,0 0 0 0 0,0 1 0 0 0,0-1 1 0 0,1 1-1 0 0,-1 0 0 0 0,1 0 0 0 0,0 0 0 0 0,0 1 0 0 0,0-1 0 0 0,1 1 0 0 0,-1 0 0 0 0,1 0 0 0 0,0 1 0 0 0,0-1 1 0 0,0 1-1 0 0,0 0 0 0 0,5-1 0 0 0,-7 2-50 0 0,1 0 0 0 0,-1 1 0 0 0,0 0 0 0 0,0 0 1 0 0,1 0-1 0 0,-1 0 0 0 0,0 0 0 0 0,0 0 0 0 0,0 1 0 0 0,1 0 0 0 0,-1-1 1 0 0,0 1-1 0 0,0 0 0 0 0,0 1 0 0 0,0-1 0 0 0,0 0 0 0 0,0 1 0 0 0,-1 0 0 0 0,1 0 1 0 0,0 0-1 0 0,-1 0 0 0 0,1 0 0 0 0,-1 0 0 0 0,0 1 0 0 0,0-1 0 0 0,0 1 1 0 0,0-1-1 0 0,0 1 0 0 0,0 0 0 0 0,-1 0 0 0 0,2 3 0 0 0,1 3 15 0 0,0 0-1 0 0,-1 0 0 0 0,0 0 0 0 0,-1 0 1 0 0,0 0-1 0 0,0 1 0 0 0,-1-1 1 0 0,0 1-1 0 0,0 10 0 0 0,-4 1 251 0 0,0-1 0 0 0,-2 0-1 0 0,0 0 1 0 0,-1-1 0 0 0,-1 0-1 0 0,-1 0 1 0 0,0 0-1 0 0,-21 31 1 0 0,29-49-232 0 0,0 0 0 0 0,-1-1-1 0 0,1 1 1 0 0,0 0 0 0 0,0-1-1 0 0,-1 1 1 0 0,1-1 0 0 0,-1 1 0 0 0,1-1-1 0 0,-1 1 1 0 0,1-1 0 0 0,-1 1 0 0 0,1-1-1 0 0,-1 1 1 0 0,1-1 0 0 0,-1 0-1 0 0,1 1 1 0 0,-1-1 0 0 0,0 0 0 0 0,1 0-1 0 0,-1 1 1 0 0,-1-1 0 0 0,2 0-32 0 0,0 0 1 0 0,-1-1 0 0 0,1 1-1 0 0,-1 0 1 0 0,1-1-1 0 0,-1 1 1 0 0,1 0-1 0 0,0-1 1 0 0,-1 1-1 0 0,1-1 1 0 0,0 1 0 0 0,0 0-1 0 0,-1-1 1 0 0,1 1-1 0 0,0-1 1 0 0,0 1-1 0 0,0-1 1 0 0,-1 1-1 0 0,1-1 1 0 0,0 1 0 0 0,0-2-1 0 0,-2-30 22 0 0,4 14-33 0 0,2-1-1 0 0,1 1 0 0 0,0-1 1 0 0,1 1-1 0 0,1 1 1 0 0,17-33-1 0 0,-17 38-19 0 0,0 0-1 0 0,1 1 1 0 0,0 0-1 0 0,1 0 1 0 0,0 1 0 0 0,0 1-1 0 0,1-1 1 0 0,0 1-1 0 0,1 1 1 0 0,17-10 0 0 0,-24 15 13 0 0,1 1 0 0 0,0 0 0 0 0,1 0 0 0 0,-1 0 1 0 0,0 1-1 0 0,0-1 0 0 0,1 1 0 0 0,-1 1 0 0 0,1-1 1 0 0,-1 1-1 0 0,1 0 0 0 0,-1 0 0 0 0,1 0 0 0 0,-1 1 1 0 0,0 0-1 0 0,1 0 0 0 0,-1 1 0 0 0,0-1 0 0 0,0 1 1 0 0,1 0-1 0 0,-1 0 0 0 0,-1 1 0 0 0,1 0 1 0 0,0 0-1 0 0,-1 0 0 0 0,1 0 0 0 0,-1 0 0 0 0,0 1 1 0 0,0 0-1 0 0,0 0 0 0 0,-1 0 0 0 0,0 1 0 0 0,1-1 1 0 0,-1 1-1 0 0,-1-1 0 0 0,1 1 0 0 0,-1 0 0 0 0,0 0 1 0 0,0 0-1 0 0,0 1 0 0 0,-1-1 0 0 0,1 0 0 0 0,-1 1 1 0 0,-1-1-1 0 0,1 0 0 0 0,-1 1 0 0 0,0 8 1 0 0,-2 6 117 0 0,-1 0 1 0 0,-8 29 0 0 0,11-48-109 0 0,0-1 0 0 0,-1 1 0 0 0,1-1 0 0 0,0 0 0 0 0,0 1 0 0 0,0-1 0 0 0,0 1 0 0 0,-1-1 0 0 0,1 0 1 0 0,0 1-1 0 0,0-1 0 0 0,-1 1 0 0 0,1-1 0 0 0,0 0 0 0 0,0 1 0 0 0,-1-1 0 0 0,1 0 0 0 0,0 0 0 0 0,-1 1 0 0 0,1-1 0 0 0,-1 0 0 0 0,1 0 0 0 0,0 1 0 0 0,-1-1 0 0 0,1 0 0 0 0,-1 0 0 0 0,1 0 0 0 0,0 0 0 0 0,-1 0 0 0 0,1 0 0 0 0,-1 0 0 0 0,1 0 0 0 0,-1 0 0 0 0,1 0 0 0 0,-1 0 0 0 0,1 0 0 0 0,-1 0 0 0 0,1 0 0 0 0,0 0 0 0 0,-1 0 0 0 0,1 0 0 0 0,-1 0 0 0 0,1-1 1 0 0,-1 1-1 0 0,0-3-6 0 0,1 0 0 0 0,-1 1 0 0 0,1-1 1 0 0,0 0-1 0 0,0 1 0 0 0,0-1 0 0 0,0 0 1 0 0,1 0-1 0 0,0-4 0 0 0,3-10-13 0 0,0 1 0 0 0,1-1 0 0 0,0 1 1 0 0,2 1-1 0 0,0-1 0 0 0,0 1 0 0 0,2 0 0 0 0,0 1 0 0 0,0 0 0 0 0,1 0 0 0 0,1 1 0 0 0,17-16 0 0 0,-24 25-4 0 0,0 1 0 0 0,0 0 0 0 0,0 0 0 0 0,0 1 0 0 0,0-1 0 0 0,1 1 0 0 0,-1 0 0 0 0,10-3 0 0 0,-12 4 10 0 0,1 1 0 0 0,-1-1 0 0 0,1 1 0 0 0,-1 0 0 0 0,1-1 0 0 0,-1 1 1 0 0,1 0-1 0 0,-1 1 0 0 0,1-1 0 0 0,-1 0 0 0 0,1 1 0 0 0,-1 0 0 0 0,1-1 0 0 0,-1 1 1 0 0,1 0-1 0 0,-1 0 0 0 0,4 3 0 0 0,-4-3 7 0 0,-1 0 0 0 0,1 1 0 0 0,-1-1-1 0 0,1 1 1 0 0,-1 0 0 0 0,0-1 0 0 0,1 1 0 0 0,-1 0 0 0 0,0 0 0 0 0,0 0 0 0 0,-1 0-1 0 0,1 0 1 0 0,0 0 0 0 0,0 0 0 0 0,-1 0 0 0 0,1 4 0 0 0,1 36 20 0 0,-3-30-25 0 0,0 4 41 0 0,-1 0 0 0 0,0 1-1 0 0,-6 19 1 0 0,-5 25-1807 0 0,13-54 879 0 0,-1 1 0 0 0,1-1 0 0 0,0 0 1 0 0,0 0-1 0 0,1 0 0 0 0,2 10 0 0 0,0-7-1941 0 0,0-3-795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1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61 163 2460 0 0,'10'-124'15756'0'0,"-26"166"-14782"0"0,-3 16-586 0 0,11-36-279 0 0,-7 29 0 0 0,13-42-114 0 0,-1 5 42 0 0,0-1-1 0 0,1 1 1 0 0,0 22-1 0 0,2-33-99 0 0,0 0 0 0 0,0-1 0 0 0,0 1 1 0 0,1 0-1 0 0,-1 0 0 0 0,1 0 0 0 0,-1 0 0 0 0,1 0 0 0 0,0-1 0 0 0,0 1 0 0 0,1 0 0 0 0,-1-1 0 0 0,0 1 0 0 0,1-1 0 0 0,0 1 0 0 0,-1-1 0 0 0,1 0 1 0 0,0 1-1 0 0,0-1 0 0 0,0 0 0 0 0,1 0 0 0 0,-1-1 0 0 0,5 4 0 0 0,-3-4-30 0 0,0 1 0 0 0,0-1 1 0 0,1 0-1 0 0,-1 0 0 0 0,0 0 0 0 0,1-1 1 0 0,-1 0-1 0 0,0 1 0 0 0,1-2 0 0 0,-1 1 1 0 0,1 0-1 0 0,-1-1 0 0 0,0 0 0 0 0,1 0 0 0 0,-1 0 1 0 0,0-1-1 0 0,0 1 0 0 0,0-1 0 0 0,0 0 1 0 0,0 0-1 0 0,0 0 0 0 0,0-1 0 0 0,-1 1 0 0 0,1-1 1 0 0,-1 0-1 0 0,6-7 0 0 0,-1 0 52 0 0,-1 0 0 0 0,0 0 0 0 0,0-1 0 0 0,-1 0 0 0 0,-1 0 0 0 0,0-1 1 0 0,5-18-1 0 0,0-8 364 0 0,5-42 1 0 0,-4 22 924 0 0,-6 16-561 0 0,-6 34-588 0 0,-6 27-129 0 0,-35 145 227 0 0,39-144-181 0 0,0 0 0 0 0,1 1 0 0 0,1-1 0 0 0,1 0 0 0 0,0 1 0 0 0,5 23 0 0 0,-4-39-108 0 0,0-1 0 0 0,0 0 0 0 0,0 0 0 0 0,1 0-1 0 0,0 0 1 0 0,-1-1 0 0 0,6 8 0 0 0,-6-9-50 0 0,0-1-1 0 0,0 1 1 0 0,1-1-1 0 0,-1 0 1 0 0,0 1-1 0 0,1-1 1 0 0,0 0-1 0 0,-1 0 1 0 0,1 0 0 0 0,-1 0-1 0 0,1 0 1 0 0,0 0-1 0 0,0 0 1 0 0,-1-1-1 0 0,1 1 1 0 0,0-1-1 0 0,0 1 1 0 0,0-1-1 0 0,0 0 1 0 0,0 0-1 0 0,4 0 1 0 0,5-1-753 0 0,1 0 1 0 0,-1-2-1 0 0,0 1 1 0 0,0-1-1 0 0,0-1 1 0 0,0 0-1 0 0,0 0 1 0 0,11-8-1 0 0,2-4-3334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143 159 1564 0 0,'6'-34'3561'0'0,"0"0"1"0"0,0-56-1 0 0,-6 89-2656 0 0,0 1-874 0 0,-1 0 0 0 0,0 1 0 0 0,1-1 0 0 0,-1 0 0 0 0,1 1 0 0 0,-1-1 0 0 0,0 1 0 0 0,1-1 0 0 0,-1 0 0 0 0,1 1 0 0 0,-1-1 0 0 0,1 1 0 0 0,-1-1 0 0 0,1 1 0 0 0,0 0 0 0 0,-1-1 0 0 0,1 1 0 0 0,0-1 1 0 0,-1 1-1 0 0,1 0 0 0 0,0-1 0 0 0,-1 2 0 0 0,-5 20 295 0 0,5-18-194 0 0,-126 560 2653 0 0,124-551-2738 0 0,-2 22-157 0 0,-2 37 1 0 0,6-63-234 0 0,1 0 0 0 0,0 0-1 0 0,1 0 1 0 0,0-1 0 0 0,1 1 0 0 0,-1 0 0 0 0,2-1 0 0 0,-1 1 0 0 0,7 13 0 0 0,-7-19 22 0 0,0 0-1 0 0,0-1 1 0 0,1 1 0 0 0,-1-1-1 0 0,1 0 1 0 0,0 1-1 0 0,-1-1 1 0 0,1 0-1 0 0,0-1 1 0 0,0 1 0 0 0,0 0-1 0 0,0-1 1 0 0,1 0-1 0 0,-1 0 1 0 0,0 0 0 0 0,1 0-1 0 0,-1 0 1 0 0,0-1-1 0 0,1 1 1 0 0,-1-1 0 0 0,1 0-1 0 0,-1 0 1 0 0,1 0-1 0 0,4-1 1 0 0,10-1-2747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132 309 2124 0 0,'46'-252'12983'0'0,"-38"197"-10463"0"0,-8 53-2307 0 0,-5 22 720 0 0,-20 101 1041 0 0,12-51-1268 0 0,-61 257 1309 0 0,34-156-1545 0 0,32-140-510 0 0,-9 50 318 0 0,15-71-456 0 0,1 0 0 0 0,1 0 0 0 0,-1 0 0 0 0,2 0 0 0 0,1 18 0 0 0,-1-27 31 0 0,-1 0-1 0 0,0 0 0 0 0,0 1 1 0 0,1-1-1 0 0,-1 0 0 0 0,1 0 1 0 0,-1 0-1 0 0,1 0 1 0 0,-1 0-1 0 0,1 0 0 0 0,0 0 1 0 0,-1 0-1 0 0,1 0 0 0 0,0-1 1 0 0,0 1-1 0 0,0 0 1 0 0,0 0-1 0 0,-1 0 0 0 0,1-1 1 0 0,0 1-1 0 0,0-1 0 0 0,0 1 1 0 0,1-1-1 0 0,-1 1 1 0 0,0-1-1 0 0,0 1 0 0 0,0-1 1 0 0,0 0-1 0 0,0 0 0 0 0,0 0 1 0 0,1 0-1 0 0,-1 1 1 0 0,0-1-1 0 0,0-1 0 0 0,0 1 1 0 0,0 0-1 0 0,2 0 0 0 0,4-2-1430 0 0,0 0-1 0 0,-1 0 0 0 0,1 0 0 0 0,11-6 0 0 0,-17 7 1045 0 0,15-7-6132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76 1736 0 0,'-55'-23'12113'0'0,"54"22"-11601"0"0,-5-2 13 0 0,6 3-508 0 0,0 0-1 0 0,0 0 1 0 0,0 0-1 0 0,0 0 0 0 0,0 0 1 0 0,-1 0-1 0 0,1 0 0 0 0,0 0 1 0 0,0 0-1 0 0,0 0 1 0 0,0 0-1 0 0,0 0 0 0 0,0-1 1 0 0,0 1-1 0 0,0 0 0 0 0,-1 0 1 0 0,1 0-1 0 0,0 0 1 0 0,0 0-1 0 0,0 0 0 0 0,0 0 1 0 0,0 0-1 0 0,0 0 0 0 0,0 0 1 0 0,0 0-1 0 0,0 0 1 0 0,0-1-1 0 0,0 1 0 0 0,0 0 1 0 0,0 0-1 0 0,0 0 0 0 0,-1 0 1 0 0,1 0-1 0 0,0 0 1 0 0,0 0-1 0 0,0 0 0 0 0,0-1 1 0 0,0 1-1 0 0,0 0 0 0 0,0 0 1 0 0,0 0-1 0 0,0 0 1 0 0,0 0-1 0 0,0 0 0 0 0,0 0 1 0 0,1-1-1 0 0,-1 1 0 0 0,0 0 1 0 0,0 0-1 0 0,0 0 0 0 0,0 0 1 0 0,0 0-1 0 0,0 0 1 0 0,0 0-1 0 0,0 0 0 0 0,0 0 1 0 0,0-1-1 0 0,24-4-248 0 0,0 0-1 0 0,48-2 0 0 0,-40 5-799 0 0,100-12-2255 0 0,-46 4 6595 0 0,-84 10-2248 0 0,-1 0-998 0 0,0 0-1 0 0,0 0 0 0 0,0 0 0 0 0,0 0 0 0 0,0 0 0 0 0,0 0 1 0 0,0 0-1 0 0,0 0 0 0 0,0 1 0 0 0,0-1 0 0 0,0 0 0 0 0,0 1 1 0 0,0-1-1 0 0,0 0 0 0 0,-1 1 0 0 0,1-1 0 0 0,0 1 0 0 0,0-1 1 0 0,0 1-1 0 0,-1 0 0 0 0,2 0 0 0 0,-1 1 29 0 0,-1 0-1 0 0,1-1 1 0 0,-1 1 0 0 0,1 0-1 0 0,-1 0 1 0 0,0 0 0 0 0,1-1 0 0 0,-1 1-1 0 0,0 0 1 0 0,0 0 0 0 0,-1 0-1 0 0,1 2 1 0 0,-4 23 1086 0 0,-13 52 0 0 0,1-11-561 0 0,11-41-441 0 0,1-14-91 0 0,2 0 0 0 0,-1 0 0 0 0,2 1 0 0 0,0-1 0 0 0,0 1 0 0 0,3 22 0 0 0,-2-34-100 0 0,1-1 1 0 0,-1 0-1 0 0,0 0 0 0 0,0 0 0 0 0,1 0 1 0 0,-1 1-1 0 0,1-1 0 0 0,-1 0 0 0 0,1 0 0 0 0,-1 0 1 0 0,1 0-1 0 0,0 0 0 0 0,0 0 0 0 0,-1 0 0 0 0,1 0 1 0 0,0-1-1 0 0,0 1 0 0 0,0 0 0 0 0,0 0 0 0 0,0-1 1 0 0,0 1-1 0 0,0 0 0 0 0,2 0 0 0 0,-1-1-128 0 0,0 1 1 0 0,0-1-1 0 0,0 0 0 0 0,1 0 1 0 0,-1 0-1 0 0,0 0 0 0 0,0 0 1 0 0,0 0-1 0 0,0-1 0 0 0,0 1 1 0 0,0-1-1 0 0,3-1 0 0 0,4-2-935 0 0,0 0 0 0 0,0-1-1 0 0,0 0 1 0 0,11-9-1 0 0,-13 8-173 0 0,-1 1 0 0 0,-1-1 0 0 0,1 0-1 0 0,5-8 1 0 0,6-8-3806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64 804 0 0,'-5'-9'2847'0'0,"0"0"1"0"0,0 0-1 0 0,-8-10 1 0 0,0 3-522 0 0,11 15-1586 0 0,1 1-798 0 0,0 0 0 0 0,0 0 0 0 0,0 0 0 0 0,0 0 0 0 0,0 1 0 0 0,0-1 0 0 0,0 0 0 0 0,0 1 0 0 0,0-1 0 0 0,0 1 0 0 0,0-1 0 0 0,0 1 0 0 0,0-1 0 0 0,1 1 0 0 0,-1 0 0 0 0,0-1 0 0 0,0 1 0 0 0,1 0 0 0 0,-1-1 0 0 0,0 1 0 0 0,1 0 0 0 0,-1 0 0 0 0,1 0 0 0 0,-1 0-1 0 0,1 0 1 0 0,-1 0 0 0 0,1 0 0 0 0,0 0 0 0 0,-1 0 0 0 0,1 1 0 0 0,-3 36-5520 0 0,3-34 4505 0 0,1 10-3333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2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 2476 0 0,'12'17'14094'0'0,"-12"-6"-12505"0"0,-1-1 0 0 0,0 1 0 0 0,-4 13 0 0 0,-22 61 1284 0 0,8-32-1220 0 0,-158 463 2157 0 0,69-211-2305 0 0,87-243-1813 0 0,-28 77-1244 0 0,49-139 1425 0 0,0 0 0 0 0,0 0-1 0 0,0 0 1 0 0,0 1 0 0 0,0-1-1 0 0,0 0 1 0 0,0 0 0 0 0,0 0-1 0 0,0 0 1 0 0,0 1 0 0 0,0-1-1 0 0,0 0 1 0 0,0 0 0 0 0,0 0-1 0 0,0 1 1 0 0,0-1 0 0 0,0 0-1 0 0,0 0 1 0 0,0 0 0 0 0,0 0-1 0 0,0 0 1 0 0,-3 2-2038 0 0,3-2 2038 0 0,0 0-1 0 0,0 0 1 0 0,-1 0 0 0 0,1 0-1 0 0,0 0 1 0 0,0 0 0 0 0,0 0-1 0 0,0 0 1 0 0,-1 0-1 0 0,1 0 1 0 0,0 0 0 0 0,-3-12-3133 0 0,2-20-24 0 0,3-17-4481 0 0,1 14 65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0 851 996 0 0,'9'-30'1481'0'0,"40"-107"3741"0"0,-43 124-4831 0 0,0 0 0 0 0,1 1 1 0 0,1 0-1 0 0,0 0 0 0 0,0 0 0 0 0,1 1 1 0 0,20-19-1 0 0,-24 26-249 0 0,0 0-1 0 0,1 0 1 0 0,-1 0 0 0 0,1 1-1 0 0,0 0 1 0 0,0 1-1 0 0,0-1 1 0 0,0 1 0 0 0,0 0-1 0 0,1 0 1 0 0,-1 1 0 0 0,0 0-1 0 0,1 0 1 0 0,-1 1-1 0 0,13 0 1 0 0,-11 0 7 0 0,1 2 0 0 0,0-1-1 0 0,-1 1 1 0 0,1 0 0 0 0,-1 1-1 0 0,1 0 1 0 0,-1 1 0 0 0,0-1 0 0 0,0 1-1 0 0,-1 1 1 0 0,8 5 0 0 0,-8-5 9 0 0,0 1 1 0 0,0-1-1 0 0,-1 2 1 0 0,0-1-1 0 0,0 1 1 0 0,-1-1 0 0 0,0 1-1 0 0,0 1 1 0 0,0-1-1 0 0,-1 1 1 0 0,4 9-1 0 0,-6-11 6 0 0,0 0 0 0 0,0 0 0 0 0,-1 0-1 0 0,0 1 1 0 0,0-1 0 0 0,0 1 0 0 0,-1-1-1 0 0,0 1 1 0 0,0-1 0 0 0,-1 0 0 0 0,1 1-1 0 0,-1-1 1 0 0,-1 1 0 0 0,1-1 0 0 0,-6 12-1 0 0,2-8-16 0 0,0 0-1 0 0,-1 0 0 0 0,0 0 0 0 0,-1-1 0 0 0,0 1 0 0 0,0-2 1 0 0,-1 1-1 0 0,0-1 0 0 0,-17 13 0 0 0,13-12-34 0 0,-1-1 1 0 0,0 0-1 0 0,-1-1 1 0 0,1 0-1 0 0,-1-1 0 0 0,-26 8 1 0 0,39-14-150 0 0,0 1 0 0 0,0-1 0 0 0,0 0 0 0 0,0 1 1 0 0,0-1-1 0 0,0 0 0 0 0,0 0 0 0 0,0 0 0 0 0,-1 0 1 0 0,1 0-1 0 0,0 0 0 0 0,0 0 0 0 0,0 0 0 0 0,0-1 1 0 0,0 1-1 0 0,0 0 0 0 0,0 0 0 0 0,0-1 0 0 0,0 1 1 0 0,0-1-1 0 0,1 1 0 0 0,-1-1 0 0 0,-1 0 0 0 0,0 0 5 0 0,2-1-81 0 0,0 1 1 0 0,0-1-1 0 0,0 1 0 0 0,0-1 0 0 0,0 0 1 0 0,0 1-1 0 0,0 0 0 0 0,1-1 0 0 0,-1 1 0 0 0,1-1 1 0 0,-1 1-1 0 0,1-1 0 0 0,-1 1 0 0 0,1 0 0 0 0,0-1 1 0 0,0 1-1 0 0,1-2 0 0 0,15-19-1113 0 0,2 0 0 0 0,0 2 0 0 0,40-34 0 0 0,-17 16 168 0 0,-7 6 142 0 0,149-145-3473 0 0,-135 125 3815 0 0,65-89-1 0 0,-101 122 1116 0 0,0-1 0 0 0,-2-1-1 0 0,0 0 1 0 0,-2 0 0 0 0,11-34-1 0 0,-15 39 68 0 0,-1 1 0 0 0,-1-1-1 0 0,-1-1 1 0 0,0 1-1 0 0,-1 0 1 0 0,-1 0 0 0 0,0-1-1 0 0,-5-26 1 0 0,5 42-587 0 0,0 0-1 0 0,0 0 1 0 0,0 0 0 0 0,0 0-1 0 0,0 1 1 0 0,-1-1-1 0 0,1 0 1 0 0,0 0 0 0 0,0 0-1 0 0,-1 0 1 0 0,1 1 0 0 0,-1-1-1 0 0,1 0 1 0 0,0 0-1 0 0,-1 1 1 0 0,1-1 0 0 0,-1 0-1 0 0,0 1 1 0 0,1-1 0 0 0,-1 1-1 0 0,0-1 1 0 0,1 0-1 0 0,-2 0 1 0 0,1 1-10 0 0,1 1-1 0 0,-1-1 1 0 0,0 0 0 0 0,0 0-1 0 0,1 0 1 0 0,-1 0-1 0 0,0 1 1 0 0,1-1 0 0 0,-1 0-1 0 0,0 1 1 0 0,1-1-1 0 0,-1 0 1 0 0,1 1 0 0 0,-1-1-1 0 0,0 1 1 0 0,1-1 0 0 0,-1 1-1 0 0,1-1 1 0 0,-1 1-1 0 0,0 1 1 0 0,-3 3 113 0 0,0 2-1 0 0,0-1 1 0 0,-5 13-1 0 0,-4 13 285 0 0,2 1-1 0 0,1 1 1 0 0,-5 38-1 0 0,-9 106 270 0 0,22-158-589 0 0,1-11-61 0 0,-12 159 362 0 0,12-145-324 0 0,2 1 1 0 0,1-1 0 0 0,1 0-1 0 0,0 1 1 0 0,9 25-1 0 0,-10-42-90 0 0,0-1-1 0 0,1 1 0 0 0,0 0 1 0 0,0-1-1 0 0,1 1 0 0 0,-1-1 1 0 0,1 0-1 0 0,1 0 0 0 0,-1 0 1 0 0,1-1-1 0 0,0 0 0 0 0,0 0 1 0 0,1 0-1 0 0,7 5 1 0 0,-8-7-134 0 0,1 0 1 0 0,0 0 0 0 0,1 0-1 0 0,-1-1 1 0 0,0 0 0 0 0,1 0-1 0 0,-1-1 1 0 0,1 0 0 0 0,0 0 0 0 0,-1 0-1 0 0,1-1 1 0 0,0 0 0 0 0,-1 0-1 0 0,1-1 1 0 0,11-2 0 0 0,-7 1 29 0 0,-1-1 0 0 0,1-1 0 0 0,-1 0 0 0 0,0 0 0 0 0,0-1 1 0 0,-1 0-1 0 0,1-1 0 0 0,-1 0 0 0 0,0-1 0 0 0,-1 0 0 0 0,0 0 0 0 0,0 0 0 0 0,0-1 1 0 0,-1-1-1 0 0,0 1 0 0 0,8-14 0 0 0,-4 4 651 0 0,-1-1 1 0 0,0 0 0 0 0,-1-1-1 0 0,-2 0 1 0 0,0 0-1 0 0,-1 0 1 0 0,6-32-1 0 0,-9 34 174 0 0,0 4 42 0 0,-1-1-1 0 0,0-18 0 0 0,-17 49-447 0 0,7 4-159 0 0,1 1 1 0 0,1 0-1 0 0,1 0 0 0 0,1 1 0 0 0,1-1 1 0 0,0 1-1 0 0,2 0 0 0 0,1 0 0 0 0,3 31 1 0 0,-3-51-169 0 0,0 1 0 0 0,1-1 0 0 0,-1 0 0 0 0,1 0 0 0 0,-1 1 0 0 0,1-1 0 0 0,0 0 0 0 0,0 0 0 0 0,0 0 0 0 0,0 0 0 0 0,0 0 0 0 0,0 0 0 0 0,0 0 0 0 0,1 0 0 0 0,-1 0 0 0 0,1-1 0 0 0,0 1 0 0 0,-1 0 0 0 0,1-1 0 0 0,0 0 0 0 0,0 1 0 0 0,0-1 0 0 0,0 0 0 0 0,0 0 0 0 0,0 0 0 0 0,0 0 0 0 0,4 1 0 0 0,1-1-590 0 0,0-1 1 0 0,0 0-1 0 0,1 0 1 0 0,-1 0-1 0 0,0-1 1 0 0,1 0-1 0 0,-1 0 1 0 0,10-4-1 0 0,33-16-7247 0 0,-29 9 1826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43 976 0 0,'-7'-7'2392'0'0,"-1"0"0"0"0,0 0 0 0 0,0 1 0 0 0,-15-8 0 0 0,21 13-1946 0 0,-13 0-241 0 0,3 14-2312 0 0,9 2-3482 0 0,3-3 2102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138 119 688 0 0,'0'3'3084'0'0,"0"36"6932"0"0,5-15-7089 0 0,-4-22-2610 0 0,8 7 939 0 0,0-5-981 0 0,-7-4-36 0 0,0 1-26 0 0,9 0-36 0 0,-9-1-28 0 0,1 0-13 0 0,0-1-110 0 0,0 0 0 0 0,0 0 0 0 0,0 0 0 0 0,0-1 0 0 0,0 1 0 0 0,0-1-1 0 0,0 1 1 0 0,0-1 0 0 0,-1 0 0 0 0,1 0 0 0 0,0 0 0 0 0,-1-1 0 0 0,0 1 0 0 0,0 0 0 0 0,0-1 0 0 0,0 0-1 0 0,0 1 1 0 0,0-1 0 0 0,-1 0 0 0 0,1 0 0 0 0,1-4 0 0 0,0-2-17 0 0,0 0 1 0 0,-1-1-1 0 0,0 1 1 0 0,-1 0-1 0 0,1-1 1 0 0,-2-15-1 0 0,1 20-23 0 0,-1 1-1 0 0,0 0 1 0 0,-1-1-1 0 0,1 1 1 0 0,-1 0-1 0 0,0-1 0 0 0,0 1 1 0 0,0 0-1 0 0,-1 0 1 0 0,1 0-1 0 0,-1 0 1 0 0,0 0-1 0 0,-4-6 1 0 0,5 10 4 0 0,0-1-1 0 0,-1 0 1 0 0,1 0 0 0 0,-1 1-1 0 0,1-1 1 0 0,0 0 0 0 0,-1 1-1 0 0,1 0 1 0 0,-1-1 0 0 0,1 1-1 0 0,-1 0 1 0 0,1 0 0 0 0,-1 0-1 0 0,0 0 1 0 0,1 0 0 0 0,-1 0-1 0 0,1 0 1 0 0,-1 0 0 0 0,1 1-1 0 0,-3 0 1 0 0,-7 4 32 0 0,0 0-1 0 0,1 0 0 0 0,0 1 1 0 0,0 1-1 0 0,1-1 1 0 0,0 2-1 0 0,0-1 1 0 0,0 1-1 0 0,-8 11 1 0 0,4-5 6 0 0,1 1 0 0 0,1 1 0 0 0,1-1 0 0 0,0 2 0 0 0,-9 19 1 0 0,16-28-17 0 0,-1 0 1 0 0,2 0 0 0 0,-1 0-1 0 0,1 0 1 0 0,0 1 0 0 0,1-1-1 0 0,0 1 1 0 0,0-1 0 0 0,1 1-1 0 0,0 10 1 0 0,1-16-230 0 0,0 1-1 0 0,-1-1 1 0 0,1 0-1 0 0,0 0 1 0 0,1 1 0 0 0,-1-1-1 0 0,0 0 1 0 0,1 0 0 0 0,0 0-1 0 0,0-1 1 0 0,-1 1 0 0 0,2 0-1 0 0,-1-1 1 0 0,0 1 0 0 0,1-1-1 0 0,-1 0 1 0 0,1 1 0 0 0,-1-1-1 0 0,1-1 1 0 0,0 1-1 0 0,0 0 1 0 0,0-1 0 0 0,0 1-1 0 0,0-1 1 0 0,0 0 0 0 0,1 0-1 0 0,-1 0 1 0 0,6 0 0 0 0,30 4-5758 0 0,-16-4 441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248 479 2368 0 0,'6'-8'999'0'0,"3"-3"760"0"0,1 0-1 0 0,-2-1 0 0 0,1 0 1 0 0,-2 0-1 0 0,0-1 1 0 0,0 0-1 0 0,8-23 0 0 0,-15 35-1707 0 0,0 1-1 0 0,0-1 0 0 0,0 0 1 0 0,1 1-1 0 0,-1-1 1 0 0,0 0-1 0 0,0 1 1 0 0,0-1-1 0 0,0 0 0 0 0,0 1 1 0 0,0-1-1 0 0,0 0 1 0 0,0 1-1 0 0,0-1 0 0 0,-1 0 1 0 0,1 1-1 0 0,0-1 1 0 0,0 0-1 0 0,0 1 1 0 0,-1-1-1 0 0,1 1 0 0 0,0-1 1 0 0,-1 0-1 0 0,1 1 1 0 0,-1-1-1 0 0,1 1 0 0 0,-1-1 1 0 0,0 0-12 0 0,0 1 1 0 0,0-1 0 0 0,-1 1-1 0 0,1 0 1 0 0,0-1 0 0 0,0 1-1 0 0,0 0 1 0 0,0 0 0 0 0,0 0-1 0 0,-1 0 1 0 0,1 0 0 0 0,0 0 0 0 0,0 0-1 0 0,-2 1 1 0 0,-2 0 30 0 0,-1 0-1 0 0,1 1 1 0 0,0-1 0 0 0,-1 1-1 0 0,-5 4 1 0 0,-11 8 46 0 0,0 1-1 0 0,2 1 1 0 0,-1 1 0 0 0,2 1-1 0 0,1 0 1 0 0,0 1 0 0 0,1 2-1 0 0,1-1 1 0 0,1 2 0 0 0,1 0-1 0 0,1 1 1 0 0,0 0 0 0 0,2 1-1 0 0,-8 25 1 0 0,18-44-97 0 0,-1-1 1 0 0,1 1-1 0 0,0-1 0 0 0,0 1 0 0 0,1 0 1 0 0,-1 0-1 0 0,1-1 0 0 0,0 1 1 0 0,0 0-1 0 0,2 7 0 0 0,-1-10-10 0 0,-1 0 0 0 0,1-1 0 0 0,-1 1 0 0 0,1 0 0 0 0,0-1 0 0 0,0 1 0 0 0,0-1 0 0 0,0 1 0 0 0,0-1 0 0 0,0 1 0 0 0,0-1 0 0 0,1 0 0 0 0,-1 1 0 0 0,0-1 0 0 0,1 0 0 0 0,-1 0 0 0 0,1 0 0 0 0,0 0 0 0 0,-1 0 0 0 0,1 0 0 0 0,0-1 0 0 0,-1 1 0 0 0,1 0-1 0 0,0-1 1 0 0,0 1 0 0 0,-1-1 0 0 0,1 0 0 0 0,0 0 0 0 0,3 0 0 0 0,7 0-28 0 0,0 0 0 0 0,0-1 0 0 0,0-1 0 0 0,0 0 0 0 0,0-1 0 0 0,-1 0 0 0 0,1-1 0 0 0,-1 0 0 0 0,17-9 0 0 0,0-1-260 0 0,-1-3 1 0 0,37-27-1 0 0,-20 9 76 0 0,-2-2-1 0 0,-1-2 1 0 0,-2-1-1 0 0,-2-2 1 0 0,-1-2-1 0 0,-3-1 1 0 0,-1-2-1 0 0,-3-1 1 0 0,-2-1 0 0 0,32-80-1 0 0,-29 37 547 0 0,-29 91-372 0 0,-18 13-97 0 0,4 15 257 0 0,1 0-1 0 0,-15 51 1 0 0,-8 62 138 0 0,19-69-181 0 0,5-24-1 0 0,-6 62 0 0 0,15-85-1335 0 0,1 0 1 0 0,3 32-1 0 0,-1-50-55 0 0,0 1-1 0 0,1-1 0 0 0,0 0 1 0 0,0 0-1 0 0,5 12 0 0 0,0-4-4649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97 1116 0 0,'34'-96'16354'0'0,"-220"785"-13676"0"0,178-667-2588 0 0,6-16 9 0 0,-1 0 1 0 0,1-1-1 0 0,0 1 1 0 0,1 0-1 0 0,0 0 1 0 0,-1 7-1 0 0,-1-15-51 0 0,2 2-48 0 0,1 0 0 0 0,0 0 1 0 0,0 0-1 0 0,0 0 1 0 0,-1 0-1 0 0,1 0 0 0 0,0-1 1 0 0,0 1-1 0 0,0 0 0 0 0,-1 0 1 0 0,1 0-1 0 0,0 0 1 0 0,0 0-1 0 0,0 0 0 0 0,0 0 1 0 0,-1 0-1 0 0,1 0 1 0 0,0-1-1 0 0,0 1 0 0 0,0 0 1 0 0,0 0-1 0 0,0 0 0 0 0,-1 0 1 0 0,1 0-1 0 0,0-1 1 0 0,0 1-1 0 0,0 0 0 0 0,0 0 1 0 0,0 0-1 0 0,0-1 1 0 0,0 1-1 0 0,0 0 0 0 0,0 0 1 0 0,0 0-1 0 0,0 0 0 0 0,0-1 1 0 0,0 1-1 0 0,0 0 1 0 0,0 0-1 0 0,0 0 0 0 0,0-1 1 0 0,0 1-1 0 0,0 0 1 0 0,3-15-19 0 0,1 0 0 0 0,0 0 1 0 0,2 1-1 0 0,-1 0 1 0 0,2 0-1 0 0,0 0 0 0 0,0 1 1 0 0,1 0-1 0 0,1 0 1 0 0,0 1-1 0 0,1 0 0 0 0,21-19 1 0 0,-28 28 4 0 0,1 1 0 0 0,0-1 0 0 0,-1 1 0 0 0,1 0 0 0 0,0 0 0 0 0,1 0 0 0 0,-1 1 0 0 0,0 0 0 0 0,0 0 0 0 0,1 0 0 0 0,-1 0 0 0 0,0 0 0 0 0,1 1 0 0 0,-1 0 0 0 0,8 0 0 0 0,-5 1-9 0 0,0 0-1 0 0,0 1 1 0 0,-1 0 0 0 0,1 0-1 0 0,-1 0 1 0 0,1 1 0 0 0,-1-1 0 0 0,0 2-1 0 0,10 6 1 0 0,-9-6 20 0 0,-1 1 0 0 0,0 0 0 0 0,-1 0 0 0 0,0 1 0 0 0,1 0 0 0 0,-2 0 0 0 0,1 0 0 0 0,6 12 0 0 0,-8-14 31 0 0,-1 1 0 0 0,0-1 1 0 0,-1 1-1 0 0,1 0 0 0 0,-1-1 0 0 0,0 1 0 0 0,0 0 0 0 0,0 0 0 0 0,0 0 0 0 0,-1 0 0 0 0,0 0 0 0 0,0 0 0 0 0,-2 8 1 0 0,1-8 114 0 0,0 1 0 0 0,-1-1 0 0 0,0 0 0 0 0,0 0 0 0 0,0 0 0 0 0,-1 0 0 0 0,0 0 1 0 0,1 0-1 0 0,-2-1 0 0 0,1 1 0 0 0,0-1 0 0 0,-1 0 0 0 0,-5 5 0 0 0,2-4 37 0 0,0 0-1 0 0,-1 0 1 0 0,1 0-1 0 0,-1-1 1 0 0,0 0-1 0 0,0 0 1 0 0,-13 3-1 0 0,1-2 57 0 0,-1 0 0 0 0,1-2-1 0 0,-1 0 1 0 0,0-2 0 0 0,-39-1-1 0 0,51-1-626 0 0,0 0 0 0 0,0 0-1 0 0,1 0 1 0 0,-1-1-1 0 0,0-1 1 0 0,-8-3-1 0 0,16 6 266 0 0,1-1-1 0 0,-1 1 1 0 0,1-1-1 0 0,-1 1 1 0 0,1 0-1 0 0,-1-1 0 0 0,1 1 1 0 0,0-1-1 0 0,-1 0 1 0 0,1 1-1 0 0,0-1 1 0 0,0 1-1 0 0,-1-1 0 0 0,1 1 1 0 0,0-1-1 0 0,0 0 1 0 0,0 1-1 0 0,0-1 1 0 0,0 1-1 0 0,0-1 0 0 0,0 0 1 0 0,0 1-1 0 0,0-1 1 0 0,0 1-1 0 0,0-1 1 0 0,0 0-1 0 0,0 1 0 0 0,0-1 1 0 0,1 1-1 0 0,-1-1 1 0 0,0 0-1 0 0,0 1 1 0 0,1-1-1 0 0,-1 1 0 0 0,0-1 1 0 0,1 1-1 0 0,-1-1 1 0 0,1 1-1 0 0,0-1 1 0 0,16-20-4269 0 0,-4 10-12 0 0,1-2-2245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624 9 564 0 0,'16'-8'7559'0'0,"-16"8"-7413"0"0,1 0 0 0 0,-1 0-1 0 0,0 0 1 0 0,1 0 0 0 0,-1 0-1 0 0,0 0 1 0 0,1 0 0 0 0,-1 0-1 0 0,0 0 1 0 0,1 0 0 0 0,-1 0-1 0 0,0 0 1 0 0,1 0 0 0 0,-1 1-1 0 0,0-1 1 0 0,0 0 0 0 0,1 0-1 0 0,-1 0 1 0 0,0 1 0 0 0,0-1-1 0 0,1 0 1 0 0,-1 0 0 0 0,0 1 0 0 0,0-1-1 0 0,0 0 1 0 0,1 0 0 0 0,-1 1-1 0 0,0-1 1 0 0,1 4 264 0 0,0-1 0 0 0,0 1 0 0 0,-1-1 0 0 0,0 1 0 0 0,1 0 0 0 0,-2 6 0 0 0,1-5-318 0 0,0 30 1311 0 0,6 43-1 0 0,-5-68-1297 0 0,1-1 0 0 0,0 0 0 0 0,0 1-1 0 0,1-1 1 0 0,0 0 0 0 0,1 0 0 0 0,0-1 0 0 0,0 1-1 0 0,10 14 1 0 0,-10-19-67 0 0,-1 0 0 0 0,1 0 0 0 0,0 0 0 0 0,0-1 0 0 0,0 1-1 0 0,0-1 1 0 0,0 0 0 0 0,1 0 0 0 0,0 0 0 0 0,0-1 0 0 0,-1 0 0 0 0,1 0 0 0 0,1 0-1 0 0,-1 0 1 0 0,0-1 0 0 0,0 0 0 0 0,1 0 0 0 0,-1 0 0 0 0,0-1 0 0 0,1 1 0 0 0,5-2 0 0 0,-4 0-20 0 0,-1 0 0 0 0,1 0 1 0 0,-1-1-1 0 0,0 0 0 0 0,0 0 1 0 0,0 0-1 0 0,0-1 0 0 0,0 0 1 0 0,0 0-1 0 0,-1 0 0 0 0,1-1 1 0 0,-1 0-1 0 0,0 0 0 0 0,0 0 1 0 0,-1-1-1 0 0,1 0 0 0 0,3-5 1 0 0,3-7 202 0 0,-1 1 0 0 0,0-2 0 0 0,-1 1 0 0 0,8-28 0 0 0,-16 43-240 0 0,-5 13-109 0 0,-184 413 2003 0 0,131-297-1190 0 0,50-112-605 0 0,-152 316 1472 0 0,125-270-1251 0 0,-2-2 1 0 0,-3-2 0 0 0,-59 69-1 0 0,81-107-94 0 0,-1-1 1 0 0,-1-1-1 0 0,0-1 1 0 0,-24 15-1 0 0,35-25-102 0 0,-1-1 0 0 0,0 0 0 0 0,0 0 0 0 0,0-1-1 0 0,-1 0 1 0 0,0-1 0 0 0,1 0 0 0 0,-1 0 0 0 0,0-1 0 0 0,-1-1 0 0 0,1 1-1 0 0,-19-2 1 0 0,25 0-74 0 0,1 0 0 0 0,-1-1 0 0 0,0 1 0 0 0,1-1 0 0 0,-1 0-1 0 0,1 0 1 0 0,-1 0 0 0 0,1-1 0 0 0,-1 1 0 0 0,1-1 0 0 0,0 0 0 0 0,0 0-1 0 0,0 0 1 0 0,0 0 0 0 0,0-1 0 0 0,0 1 0 0 0,0-1 0 0 0,-2-3 0 0 0,2 1-14 0 0,0 0 1 0 0,1 1-1 0 0,-1-1 0 0 0,1 0 1 0 0,0 0-1 0 0,1 0 1 0 0,-1-1-1 0 0,1 1 1 0 0,0 0-1 0 0,1-1 1 0 0,-1-7-1 0 0,1-3-53 0 0,1-1 0 0 0,1 0 1 0 0,0 1-1 0 0,1-1 0 0 0,1 1 0 0 0,1 0 1 0 0,8-19-1 0 0,3 0-299 0 0,2 1-1 0 0,1 1 1 0 0,2 0 0 0 0,1 2 0 0 0,1 0 0 0 0,2 2 0 0 0,48-45-1 0 0,-7 16-1927 0 0,3 3-1 0 0,94-58 0 0 0,-65 52-2028 0 0,-31 20-2550 0 0,-33 21 260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77 593 2528 0 0,'-5'1'514'0'0,"1"0"0"0"0,0 1-1 0 0,0-1 1 0 0,-1 1 0 0 0,1 0 0 0 0,0 0-1 0 0,1 0 1 0 0,-1 1 0 0 0,0-1 0 0 0,1 1 0 0 0,-1 0-1 0 0,1 0 1 0 0,0 0 0 0 0,-5 6 0 0 0,6-6-339 0 0,1 0 1 0 0,-1 0-1 0 0,1-1 1 0 0,-1 1-1 0 0,1 0 0 0 0,0 0 1 0 0,0 0-1 0 0,0 0 1 0 0,0 1-1 0 0,1-1 1 0 0,-1 0-1 0 0,1 0 1 0 0,0 0-1 0 0,0 1 1 0 0,0-1-1 0 0,0 0 1 0 0,1 0-1 0 0,-1 0 1 0 0,1 1-1 0 0,1 2 1 0 0,-2-5-137 0 0,1 0 1 0 0,-1 0-1 0 0,1 0 1 0 0,0 0-1 0 0,-1 0 1 0 0,1 0 0 0 0,0 0-1 0 0,0 0 1 0 0,0 0-1 0 0,-1-1 1 0 0,1 1-1 0 0,0 0 1 0 0,0 0-1 0 0,0-1 1 0 0,0 1-1 0 0,0-1 1 0 0,1 1-1 0 0,-1-1 1 0 0,0 1-1 0 0,0-1 1 0 0,0 0-1 0 0,0 0 1 0 0,0 1-1 0 0,1-1 1 0 0,-1 0-1 0 0,0 0 1 0 0,0 0-1 0 0,0 0 1 0 0,1 0-1 0 0,-1-1 1 0 0,0 1-1 0 0,1 0 1 0 0,6-2 28 0 0,-1 0 1 0 0,0 0-1 0 0,12-5 0 0 0,-4 0-48 0 0,0-1 0 0 0,-1-1-1 0 0,0 0 1 0 0,-1-1-1 0 0,0-1 1 0 0,-1 0-1 0 0,0 0 1 0 0,0-1-1 0 0,-1-1 1 0 0,-1 0-1 0 0,16-26 1 0 0,-5 4-33 0 0,-2-1 0 0 0,-2-1 0 0 0,23-66 0 0 0,-25 55 39 0 0,-2-1 0 0 0,10-71-1 0 0,-20 100 33 0 0,-1 13-58 0 0,-1 1-1 0 0,0-1 1 0 0,-1 0 0 0 0,0 0-1 0 0,0-9 1 0 0,0 16-3 0 0,0 0 1 0 0,0-1 0 0 0,0 1-1 0 0,0-1 1 0 0,0 1-1 0 0,0-1 1 0 0,0 1 0 0 0,0-1-1 0 0,0 1 1 0 0,-1-1-1 0 0,1 1 1 0 0,0 0 0 0 0,0-1-1 0 0,0 1 1 0 0,0-1-1 0 0,-1 1 1 0 0,1 0 0 0 0,0-1-1 0 0,0 1 1 0 0,-1-1-1 0 0,1 1 1 0 0,0 0 0 0 0,-1-1-1 0 0,1 1 1 0 0,0 0-1 0 0,-1 0 1 0 0,1-1 0 0 0,-1 1-1 0 0,1 0 1 0 0,0 0-1 0 0,-1 0 1 0 0,1-1 0 0 0,-1 1-1 0 0,1 0 1 0 0,-1 0-1 0 0,1 0 1 0 0,-1 0 0 0 0,1 0-1 0 0,0 0 1 0 0,-1 0-1 0 0,1 0 1 0 0,-1 0 0 0 0,1 0-1 0 0,-1 0 1 0 0,1 0 0 0 0,-1 0-1 0 0,1 0 1 0 0,0 1-1 0 0,-1-1 1 0 0,1 0 0 0 0,-1 0-1 0 0,1 0 1 0 0,0 1-1 0 0,-1-1 1 0 0,1 0 0 0 0,-1 1-1 0 0,1-1 1 0 0,-1 1-1 0 0,-18 18-62 0 0,19-19 62 0 0,-13 18 61 0 0,0 0 0 0 0,2 1 0 0 0,0 0 0 0 0,-13 34 0 0 0,-21 85 317 0 0,35-98-218 0 0,-9 76 1 0 0,18-101-117 0 0,0-1 0 0 0,1 1 0 0 0,0-1-1 0 0,1 1 1 0 0,1 0 0 0 0,0-1 0 0 0,1 0 0 0 0,9 24 0 0 0,-11-33-96 0 0,2 0 0 0 0,-1 0 0 0 0,0-1 0 0 0,1 0-1 0 0,0 1 1 0 0,0-1 0 0 0,0 0 0 0 0,1 0 0 0 0,-1-1 0 0 0,1 1 0 0 0,0-1 0 0 0,0 1 0 0 0,0-1 0 0 0,1-1 0 0 0,8 5 0 0 0,-6-4-205 0 0,-1 0 1 0 0,1-1 0 0 0,1-1-1 0 0,-1 1 1 0 0,0-1-1 0 0,0 0 1 0 0,1-1 0 0 0,-1 0-1 0 0,0 0 1 0 0,10-1 0 0 0,-1-2-313 0 0,-1 0 1 0 0,1-1 0 0 0,0-1 0 0 0,-1 0-1 0 0,0-1 1 0 0,0-1 0 0 0,-1 0 0 0 0,0-1-1 0 0,21-15 1 0 0,-15 6 322 0 0,-1-1-1 0 0,0 0 1 0 0,-1-2-1 0 0,-1 0 1 0 0,-1-1-1 0 0,-1 0 1 0 0,14-28-1 0 0,73-169 2331 0 0,-97 206-1875 0 0,40-116 3014 0 0,-16 41 171 0 0,-23 72-2702 0 0,-9 25-398 0 0,-9 31 4 0 0,10-37-170 0 0,-65 272 1761 0 0,36-139-1395 0 0,11-41-268 0 0,-9 37 855 0 0,25-117 732 0 0,11-35-791 0 0,5-13-879 0 0,3 3-123 0 0,31-45 1 0 0,-37 62-57 0 0,0 1 1 0 0,0 0-1 0 0,1 0 1 0 0,0 1-1 0 0,1 1 1 0 0,13-10-1 0 0,-23 18 26 0 0,1 0 1 0 0,-1 0-1 0 0,1 0 1 0 0,0 0-1 0 0,0 0 0 0 0,-1 0 1 0 0,1 1-1 0 0,0-1 1 0 0,0 1-1 0 0,0-1 1 0 0,0 1-1 0 0,0 0 0 0 0,0-1 1 0 0,-1 1-1 0 0,1 0 1 0 0,0 0-1 0 0,0 1 0 0 0,0-1 1 0 0,0 0-1 0 0,0 1 1 0 0,2 0-1 0 0,-1 0 5 0 0,-1 0 0 0 0,1 1 0 0 0,-1 0 0 0 0,0-1 0 0 0,0 1 0 0 0,1 0 0 0 0,-1 0 0 0 0,-1 0 1 0 0,1 0-1 0 0,0 0 0 0 0,0 1 0 0 0,2 4 0 0 0,1 3 7 0 0,0 1 1 0 0,-1 0 0 0 0,0 0-1 0 0,-1 1 1 0 0,3 17-1 0 0,-3-6 37 0 0,-1 35 0 0 0,-2-37-7 0 0,1-1-1 0 0,4 24 0 0 0,-5-42-195 0 0,1-1 1 0 0,-1 1-1 0 0,0 0 0 0 0,1-1 0 0 0,-1 1 0 0 0,1 0 1 0 0,0-1-1 0 0,-1 1 0 0 0,1-1 0 0 0,0 1 1 0 0,0-1-1 0 0,0 1 0 0 0,0-1 0 0 0,0 0 1 0 0,0 0-1 0 0,1 1 0 0 0,-1-1 0 0 0,0 0 1 0 0,1 0-1 0 0,-1 0 0 0 0,1 0 0 0 0,-1 0 1 0 0,1-1-1 0 0,2 2 0 0 0,0-1-743 0 0,-1-1 1 0 0,1 1-1 0 0,0-1 0 0 0,0 0 1 0 0,0 0-1 0 0,0 0 0 0 0,0-1 1 0 0,0 1-1 0 0,5-3 0 0 0,6 0-5412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2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72 2196 0 0,'-8'-16'13891'0'0,"9"15"-13875"0"0,0 0 0 0 0,0 0-1 0 0,0 0 1 0 0,0 0-1 0 0,1 0 1 0 0,-1 0 0 0 0,0 1-1 0 0,1-1 1 0 0,-1 0-1 0 0,0 1 1 0 0,1-1 0 0 0,-1 1-1 0 0,1 0 1 0 0,-1-1-1 0 0,0 1 1 0 0,3 0-1 0 0,33-4-50 0 0,-19 2-229 0 0,87-16-3309 0 0,-35 4-2538 0 0,-47 8 2146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0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94 117 432 0 0,'0'0'10492'0'0,"-14"-3"-2799"0"0,13 3-7678 0 0,1 1-1 0 0,-1-1 1 0 0,0 0 0 0 0,0 0 0 0 0,1 1-1 0 0,-1-1 1 0 0,0 0 0 0 0,1 1-1 0 0,-1-1 1 0 0,1 1 0 0 0,-1-1-1 0 0,1 1 1 0 0,-1-1 0 0 0,1 1-1 0 0,-1-1 1 0 0,1 1 0 0 0,-1-1 0 0 0,1 1-1 0 0,-1 0 1 0 0,1-1 0 0 0,0 1-1 0 0,-1 1 1 0 0,1-1 6 0 0,15 19 208 0 0,-11-18-203 0 0,0-1 0 0 0,0 1 0 0 0,0-1 0 0 0,1 0 0 0 0,-1 0 0 0 0,0-1 0 0 0,1 1 0 0 0,-1-1 0 0 0,1 0 0 0 0,-1 0 0 0 0,0 0 0 0 0,1 0 0 0 0,-1-1 0 0 0,0 0 0 0 0,1 0 0 0 0,-1 0 1 0 0,0-1-1 0 0,6-2 0 0 0,-7 3-15 0 0,0-1 1 0 0,0 0 0 0 0,0 1 0 0 0,0-1 0 0 0,0-1 0 0 0,-1 1-1 0 0,1 0 1 0 0,-1-1 0 0 0,0 1 0 0 0,1-1 0 0 0,-1 0-1 0 0,0 1 1 0 0,0-1 0 0 0,-1 0 0 0 0,1 0 0 0 0,-1-1 0 0 0,1 1-1 0 0,-1 0 1 0 0,0 0 0 0 0,0-1 0 0 0,-1 1 0 0 0,1 0 0 0 0,-1-1-1 0 0,1-5 1 0 0,-1 4 26 0 0,0 1 0 0 0,-1-1 0 0 0,1 0 0 0 0,-1 0 0 0 0,0 1 0 0 0,-1-1 0 0 0,-1-5 0 0 0,2 8-32 0 0,0 0 0 0 0,0 0 0 0 0,0 1 0 0 0,0-1 0 0 0,0 0 0 0 0,-1 0 0 0 0,1 0 0 0 0,0 1 0 0 0,-1-1 0 0 0,0 1 0 0 0,1-1 0 0 0,-1 1 0 0 0,0 0 0 0 0,0 0 0 0 0,0-1 0 0 0,0 1 0 0 0,-3-1 0 0 0,3 2-11 0 0,0-1 0 0 0,0 1 0 0 0,0 0 0 0 0,0 0 0 0 0,0 1 0 0 0,0-1 0 0 0,0 0 1 0 0,0 1-1 0 0,0-1 0 0 0,0 1 0 0 0,0-1 0 0 0,0 1 0 0 0,0 0 0 0 0,0 0 1 0 0,1 0-1 0 0,-3 1 0 0 0,-23 18-45 0 0,13-8 23 0 0,1 1-1 0 0,1 1 1 0 0,0 0 0 0 0,-18 29-1 0 0,25-35 32 0 0,0 0 0 0 0,1 0 0 0 0,1 0 0 0 0,-1 1-1 0 0,1-1 1 0 0,0 1 0 0 0,1 0 0 0 0,0 0 0 0 0,1 0 0 0 0,0 0-1 0 0,0 16 1 0 0,1-21 18 0 0,0 0 0 0 0,1-1 0 0 0,-1 1 0 0 0,1-1 0 0 0,0 0 0 0 0,0 1 0 0 0,0-1-1 0 0,1 0 1 0 0,-1 1 0 0 0,1-1 0 0 0,0 0 0 0 0,0 0 0 0 0,0 0 0 0 0,0-1 0 0 0,0 1 0 0 0,5 4 0 0 0,-3-4-98 0 0,0 0 0 0 0,1 0 1 0 0,-1 0-1 0 0,1-1 1 0 0,0 0-1 0 0,0 0 0 0 0,0 0 1 0 0,0 0-1 0 0,0-1 0 0 0,6 1 1 0 0,6 0-1098 0 0,0-1 0 0 0,0 0-1 0 0,0-1 1 0 0,1-1 0 0 0,30-6 0 0 0,-14 0-2963 0 0,4-3-2009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1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97 2520 0 0,'4'-27'7047'0'0,"-1"-37"0"0"0,-3 63-7030 0 0,0 1 0 0 0,-1 0 0 0 0,1-1 0 0 0,0 1 0 0 0,0 0 0 0 0,-1-1 0 0 0,1 1 0 0 0,0 0-1 0 0,-1 0 1 0 0,1-1 0 0 0,0 1 0 0 0,-1 0 0 0 0,1 0 0 0 0,0 0 0 0 0,-1 0 0 0 0,1-1 0 0 0,-1 1 0 0 0,1 0 0 0 0,0 0 0 0 0,-1 0 0 0 0,1 0-1 0 0,-1 0 1 0 0,1 0 0 0 0,-1 0 0 0 0,1 0 0 0 0,0 0 0 0 0,-1 0 0 0 0,1 0 0 0 0,-1 0 0 0 0,1 0 0 0 0,0 1 0 0 0,-1-1 0 0 0,1 0 0 0 0,-1 0-1 0 0,1 0 1 0 0,0 1 0 0 0,-1-1 0 0 0,1 0 0 0 0,-1 1 0 0 0,-15 6 114 0 0,16-7-128 0 0,-14 10 57 0 0,1 1 1 0 0,0 1-1 0 0,1 0 1 0 0,0 1-1 0 0,1 0 1 0 0,0 1-1 0 0,-13 22 1 0 0,3-6-16 0 0,-5 7 3 0 0,-36 69 1 0 0,52-86-20 0 0,1 1 1 0 0,1-1-1 0 0,0 1 0 0 0,2 1 1 0 0,-5 32-1 0 0,10-50-66 0 0,0 0-1 0 0,1 1 1 0 0,0-1-1 0 0,-1 0 1 0 0,2 1 0 0 0,-1-1-1 0 0,0 0 1 0 0,1 1 0 0 0,0-1-1 0 0,0 0 1 0 0,0 0-1 0 0,1 0 1 0 0,0 0 0 0 0,2 6-1 0 0,-1-7-104 0 0,-1 0 1 0 0,1 0-1 0 0,0 0 0 0 0,0-1 0 0 0,0 1 0 0 0,0-1 1 0 0,0 0-1 0 0,0 0 0 0 0,1 0 0 0 0,-1 0 0 0 0,1-1 0 0 0,-1 1 1 0 0,1-1-1 0 0,-1 0 0 0 0,1 0 0 0 0,5 1 0 0 0,6-1-768 0 0,0 0 0 0 0,0 0 0 0 0,0-2 0 0 0,0 0 0 0 0,0 0 0 0 0,0-2 0 0 0,0 1 0 0 0,-1-2 0 0 0,20-7 0 0 0,1-3-2841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94 127 1464 0 0,'4'-14'2305'0'0,"0"-2"-1"0"0,-1 1 1 0 0,0 0-1 0 0,0-17 1 0 0,-3 32-2243 0 0,0-1 1 0 0,0 1 0 0 0,0-1 0 0 0,0 1 0 0 0,0-1-1 0 0,0 1 1 0 0,0-1 0 0 0,0 1 0 0 0,0-1 0 0 0,0 1 0 0 0,0-1-1 0 0,0 1 1 0 0,0-1 0 0 0,0 1 0 0 0,-1-1 0 0 0,1 1 0 0 0,0-1-1 0 0,0 1 1 0 0,0-1 0 0 0,-1 1 0 0 0,1-1 0 0 0,0 1 0 0 0,-1 0-1 0 0,1-1 1 0 0,-1 1 0 0 0,1 0 0 0 0,0-1 0 0 0,-1 1 0 0 0,0-1-1 0 0,0 1-26 0 0,0 0 0 0 0,1 1 0 0 0,-1-1 0 0 0,0 0-1 0 0,0 0 1 0 0,0 0 0 0 0,1 1 0 0 0,-1-1 0 0 0,0 0-1 0 0,0 1 1 0 0,1-1 0 0 0,-1 1 0 0 0,0-1 0 0 0,1 1-1 0 0,-2 0 1 0 0,-21 25 483 0 0,8-1-29 0 0,-22 50 0 0 0,34-67-449 0 0,0 0 0 0 0,0 0 0 0 0,1 1 0 0 0,0-1 0 0 0,1 1 0 0 0,0 0 0 0 0,0-1 0 0 0,0 1 0 0 0,1 0 0 0 0,3 16 0 0 0,-3-22-26 0 0,1 0 0 0 0,0 0 0 0 0,0-1 0 0 0,0 1 0 0 0,0 0 1 0 0,1-1-1 0 0,-1 1 0 0 0,1-1 0 0 0,-1 1 0 0 0,1-1 0 0 0,0 0 1 0 0,0 0-1 0 0,0 0 0 0 0,0 0 0 0 0,5 4 0 0 0,-2-3 4 0 0,-1-1-1 0 0,1 1 0 0 0,0-1 0 0 0,1 0 0 0 0,-1 0 1 0 0,0 0-1 0 0,11 1 0 0 0,-2-1 6 0 0,-1-1 0 0 0,1 0 0 0 0,0-1 0 0 0,0-1 0 0 0,-1 0 0 0 0,15-4 0 0 0,-20 3 10 0 0,0 0 1 0 0,0-1 0 0 0,0 0-1 0 0,0-1 1 0 0,-1 0 0 0 0,0 0-1 0 0,0 0 1 0 0,0-1 0 0 0,0 0-1 0 0,-1 0 1 0 0,1-1-1 0 0,-1 0 1 0 0,-1 0 0 0 0,1 0-1 0 0,-1-1 1 0 0,0 0 0 0 0,-1 0-1 0 0,1 0 1 0 0,-2 0 0 0 0,1-1-1 0 0,-1 1 1 0 0,0-1 0 0 0,0 0-1 0 0,-1 0 1 0 0,0 0 0 0 0,-1-1-1 0 0,1 1 1 0 0,-2 0 0 0 0,1-1-1 0 0,-1 1 1 0 0,0 0-1 0 0,-1-1 1 0 0,0 1 0 0 0,0 0-1 0 0,-4-12 1 0 0,3 15-17 0 0,1 0 0 0 0,-1 0 0 0 0,1 1 0 0 0,-1-1 0 0 0,0 1 0 0 0,-1-1-1 0 0,1 1 1 0 0,-1 0 0 0 0,0 0 0 0 0,0 0 0 0 0,-1 0 0 0 0,1 0 0 0 0,-7-4 0 0 0,7 6-23 0 0,0 0 0 0 0,-1 0 0 0 0,1 1 0 0 0,-1-1 0 0 0,1 1 0 0 0,-1 0 0 0 0,1 0 0 0 0,-1 0 0 0 0,1 1 0 0 0,-1-1 0 0 0,0 1 0 0 0,0 0 0 0 0,1 0 0 0 0,-1 0 0 0 0,0 0 0 0 0,1 1 0 0 0,-1 0 0 0 0,0-1 0 0 0,-3 3 0 0 0,-2 0-29 0 0,-1 0 0 0 0,1 1 1 0 0,0 0-1 0 0,1 1 0 0 0,-1 0 0 0 0,1 0 0 0 0,0 1 1 0 0,-11 9-1 0 0,16-12-244 0 0,-1 0 1 0 0,1 1-1 0 0,-1-1 1 0 0,1 1-1 0 0,0 0 0 0 0,1 0 1 0 0,-1 0-1 0 0,1 0 1 0 0,-1 0-1 0 0,1 1 1 0 0,0-1-1 0 0,1 1 0 0 0,-1 0 1 0 0,1-1-1 0 0,0 1 1 0 0,0 0-1 0 0,0 0 1 0 0,1 8-1 0 0,0-11-45 0 0,0-1 1 0 0,1 1-1 0 0,-1 0 0 0 0,1 0 0 0 0,0-1 1 0 0,-1 1-1 0 0,1 0 0 0 0,0-1 1 0 0,0 1-1 0 0,0-1 0 0 0,0 1 1 0 0,0-1-1 0 0,1 0 0 0 0,-1 1 0 0 0,0-1 1 0 0,1 0-1 0 0,-1 0 0 0 0,0 0 1 0 0,1 0-1 0 0,0 0 0 0 0,-1 0 1 0 0,3 1-1 0 0,7 3-3621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1920 0 0,'41'-67'13379'0'0,"-29"77"-12492"0"0,-9-6-660 0 0,1 1 0 0 0,-1 1 0 0 0,1-1 0 0 0,-2 0 0 0 0,1 1 0 0 0,0 0 0 0 0,-1 0 0 0 0,3 11 1 0 0,7 53 700 0 0,-9-48-634 0 0,1 21 340 0 0,-2 0 1 0 0,-3 48 0 0 0,-1-20 4655 0 0,2-69-3766 0 0,-1-3-1500 0 0,0 1 0 0 0,0 0 1 0 0,0 0-1 0 0,1 0 0 0 0,-1 0 0 0 0,0-1 1 0 0,0 1-1 0 0,0-1 0 0 0,0 1 0 0 0,1 0 1 0 0,-1-1-1 0 0,0 1 0 0 0,0-1 0 0 0,1 0 0 0 0,-1 1 1 0 0,0-1-1 0 0,1 1 0 0 0,-1-1 0 0 0,1 0 1 0 0,-1 0-1 0 0,1 1 0 0 0,-1-1 0 0 0,1 0 1 0 0,-1 0-1 0 0,1 0 0 0 0,0 1 0 0 0,-1-1 1 0 0,1 0-1 0 0,0 0 0 0 0,0 0 0 0 0,0 0 0 0 0,0 0 1 0 0,0 0-1 0 0,0 0 0 0 0,0 1 0 0 0,0-3 1 0 0,4-36-175 0 0,-3 33 80 0 0,3-11-568 0 0,0 1-1 0 0,0 0 0 0 0,2 0 0 0 0,0 1 0 0 0,1-1 1 0 0,0 1-1 0 0,1 1 0 0 0,1 0 0 0 0,1 0 0 0 0,17-20 1 0 0,-13 19-2069 0 0,0 0 1 0 0,1 1 0 0 0,1 1-1 0 0,32-21 1 0 0,-31 24-3179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11 1348 0 0,'0'0'2627'0'0,"2"-11"5678"0"0,-11 171 526 0 0,-25 111-6949 0 0,22-217-1371 0 0,10-49-287 0 0,1 0 1 0 0,-1-1-1 0 0,0 1 1 0 0,-1 0-1 0 0,1-1 0 0 0,-1 0 1 0 0,0 1-1 0 0,-4 4 1 0 0,5-7-80 0 0,-2-4 60 0 0,4 2-201 0 0,0 0 0 0 0,-1 0 0 0 0,1 0-1 0 0,0 0 1 0 0,-1 0 0 0 0,1 0 0 0 0,0 0 0 0 0,-1 0 0 0 0,1 0-1 0 0,0 0 1 0 0,-1 0 0 0 0,1 0 0 0 0,0 0 0 0 0,0 0 0 0 0,-1 0 0 0 0,1 0-1 0 0,0-1 1 0 0,-1 1 0 0 0,1 0 0 0 0,0 0 0 0 0,0 0 0 0 0,-1-1-1 0 0,1 1 1 0 0,0 0 0 0 0,0 0 0 0 0,0 0 0 0 0,-1-1 0 0 0,1 1-1 0 0,0 0 1 0 0,0-1 0 0 0,-3-7-57 0 0,1 1-1 0 0,0-1 1 0 0,0 0 0 0 0,1 0-1 0 0,0-1 1 0 0,0 1-1 0 0,1 0 1 0 0,0 0 0 0 0,0 0-1 0 0,1 0 1 0 0,2-10-1 0 0,0 6-172 0 0,1 1 0 0 0,0-1 0 0 0,0 0-1 0 0,1 1 1 0 0,1 0 0 0 0,12-19-1 0 0,-6 13-997 0 0,1 1 0 0 0,1 0 0 0 0,22-20 0 0 0,-16 19-2303 0 0,0 1 1 0 0,26-16 0 0 0,-29 21-2363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21 1764 0 0,'0'0'2228'0'0,"7"19"6543"0"0,-6 3-6776 0 0,-1-16-1661 0 0,1 0-1 0 0,-1-1 1 0 0,1 1-1 0 0,0-1 1 0 0,0 1 0 0 0,4 9-1 0 0,-5-13-283 0 0,2 0-1 0 0,-1-1 1 0 0,0 1-1 0 0,0 0 1 0 0,1-1 0 0 0,-1 1-1 0 0,1 0 1 0 0,-1-1-1 0 0,1 0 1 0 0,-1 1-1 0 0,1-1 1 0 0,0 0-1 0 0,0 0 1 0 0,0 0-1 0 0,0 0 1 0 0,0 0 0 0 0,0 0-1 0 0,0-1 1 0 0,0 1-1 0 0,0-1 1 0 0,0 1-1 0 0,0-1 1 0 0,3 0-1 0 0,-2 1-18 0 0,1-1 0 0 0,-1 0-1 0 0,1 0 1 0 0,-1 0 0 0 0,1-1 0 0 0,-1 1-1 0 0,0-1 1 0 0,1 0 0 0 0,-1 0 0 0 0,0 0-1 0 0,1 0 1 0 0,-1-1 0 0 0,0 1-1 0 0,0-1 1 0 0,0 0 0 0 0,0 1 0 0 0,0-2-1 0 0,-1 1 1 0 0,5-4 0 0 0,-4 2-19 0 0,1 0 0 0 0,-1 0 1 0 0,0-1-1 0 0,-1 0 0 0 0,1 1 1 0 0,-1-1-1 0 0,1 0 0 0 0,-1 0 1 0 0,-1-1-1 0 0,1 1 0 0 0,-1 0 0 0 0,0 0 1 0 0,0-7-1 0 0,-1 12-10 0 0,0-23-35 0 0,0 23 28 0 0,0-1 1 0 0,-1 0-1 0 0,1 0 0 0 0,0 0 0 0 0,0 1 0 0 0,0-1 0 0 0,-1 0 0 0 0,1 1 0 0 0,0-1 0 0 0,-1 0 0 0 0,1 1 0 0 0,-1-1 0 0 0,1 0 0 0 0,-1 1 0 0 0,1-1 1 0 0,-1 1-1 0 0,1-1 0 0 0,-1 1 0 0 0,0-1 0 0 0,1 1 0 0 0,-1-1 0 0 0,1 1 0 0 0,-1 0 0 0 0,0-1 0 0 0,0 1 0 0 0,1 0 0 0 0,-1-1 0 0 0,0 1 0 0 0,0 0 0 0 0,1 0 1 0 0,-1 0-1 0 0,0 0 0 0 0,0 0 0 0 0,1 0 0 0 0,-1 0 0 0 0,0 0 0 0 0,-1 0 0 0 0,-8 3 33 0 0,1 0 0 0 0,-1 0 0 0 0,1 1 0 0 0,0 0 0 0 0,0 1 0 0 0,0 0 0 0 0,1 1 0 0 0,0-1-1 0 0,0 2 1 0 0,0-1 0 0 0,-12 14 0 0 0,-2 4 147 0 0,0 2 1 0 0,-24 37-1 0 0,6 5-10 0 0,36-61-140 0 0,1 0-1 0 0,0 0 0 0 0,1 0 1 0 0,0 1-1 0 0,0-1 0 0 0,0 1 1 0 0,-1 14-1 0 0,3-20-102 0 0,0 0 0 0 0,0-1 0 0 0,1 1 0 0 0,-1 0 0 0 0,0-1 0 0 0,1 1 0 0 0,-1 0 0 0 0,1-1 1 0 0,-1 1-1 0 0,1-1 0 0 0,0 1 0 0 0,0-1 0 0 0,0 1 0 0 0,0-1 0 0 0,0 1 0 0 0,0-1 0 0 0,0 0 0 0 0,0 0 0 0 0,0 1 0 0 0,1-1 0 0 0,-1 0 0 0 0,0 0 1 0 0,1 0-1 0 0,-1 0 0 0 0,1-1 0 0 0,-1 1 0 0 0,1 0 0 0 0,0-1 0 0 0,-1 1 0 0 0,1-1 0 0 0,3 1 0 0 0,2 0-585 0 0,0 0 0 0 0,0 0 0 0 0,0-1 1 0 0,0 0-1 0 0,0 0 0 0 0,10-3 0 0 0,34-9-4850 0 0,-23 3 492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157 113 1220 0 0,'80'-111'15252'0'0,"-79"110"-14622"0"0,-24 30 490 0 0,19-23-1085 0 0,0 1-1 0 0,0-1 1 0 0,1 1-1 0 0,0 0 1 0 0,0 0-1 0 0,1 1 1 0 0,-1-1-1 0 0,1 1 1 0 0,1-1-1 0 0,0 1 1 0 0,0-1-1 0 0,0 1 1 0 0,1 0-1 0 0,0-1 1 0 0,1 1-1 0 0,0 0 1 0 0,0-1-1 0 0,0 1 1 0 0,1-1-1 0 0,0 1 1 0 0,4 9-1 0 0,-3-11-1 0 0,9 25 251 0 0,15 61 0 0 0,-26-90-154 0 0,-1 0 0 0 0,0 0 0 0 0,1 0 0 0 0,-1 0 0 0 0,0 0 0 0 0,0 0 0 0 0,-1 0 0 0 0,1 0 0 0 0,0 0 0 0 0,-1 0 0 0 0,1 0 0 0 0,-1 0 0 0 0,1 0 0 0 0,-1 0 0 0 0,0-1 0 0 0,0 1 0 0 0,0 0 0 0 0,0 0 0 0 0,-2 1 0 0 0,0 0 5 0 0,1 0-1 0 0,-1 0 1 0 0,0-1 0 0 0,0 0 0 0 0,-1 0 0 0 0,1 0-1 0 0,0 0 1 0 0,-1 0 0 0 0,-5 2 0 0 0,-3 0 48 0 0,-1-1 1 0 0,0 0 0 0 0,0-1 0 0 0,-21 2-1 0 0,21-4-143 0 0,0 1-1 0 0,0-2 1 0 0,0 0-1 0 0,-17-3 1 0 0,29 4-190 0 0,0 0 0 0 0,0 0 0 0 0,0 0 0 0 0,0 0 0 0 0,0 0 0 0 0,0 0 0 0 0,0 0 0 0 0,0-1 0 0 0,0 1 1 0 0,0 0-1 0 0,0-1 0 0 0,0 1 0 0 0,0-1 0 0 0,0 1 0 0 0,1-1 0 0 0,-1 0 0 0 0,0 1 0 0 0,0-1 0 0 0,0 0 1 0 0,1 1-1 0 0,-1-1 0 0 0,0 0 0 0 0,1 0 0 0 0,-1 0 0 0 0,1 0 0 0 0,-1 0 0 0 0,1 1 0 0 0,-1-1 0 0 0,1 0 0 0 0,-1 0 1 0 0,1 0-1 0 0,0 0 0 0 0,0 0 0 0 0,0 0 0 0 0,-1-1 0 0 0,1 1 0 0 0,0 0 0 0 0,0 0 0 0 0,0 0 0 0 0,1 0 1 0 0,-1 0-1 0 0,0-1 0 0 0,2-2-923 0 0,-1 0 0 0 0,1 0 0 0 0,0 1 1 0 0,-1-1-1 0 0,2 1 0 0 0,-1-1 0 0 0,0 1 1 0 0,6-6-1 0 0,6-5-5068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882 62 1772 0 0,'5'-59'14487'0'0,"-5"57"-13998"0"0,-3 4-284 0 0,1 1-1 0 0,-1 0 1 0 0,1 0-1 0 0,0 0 1 0 0,0 0-1 0 0,-2 4 1 0 0,3-5-29 0 0,-21 42 1240 0 0,1 1 0 0 0,-24 79 0 0 0,29-78-741 0 0,-125 460 3829 0 0,38 9-1444 0 0,3-16-1223 0 0,98-487-1831 0 0,-48 184 58 0 0,40-167-61 0 0,0 1 1 0 0,-2-1-1 0 0,-2-1 1 0 0,-23 38-1 0 0,35-62-83 0 0,-1 0 0 0 0,0 0 0 0 0,0 0 0 0 0,-1 0 1 0 0,1 0-1 0 0,-1 0 0 0 0,0-1 0 0 0,0 0 0 0 0,0 0 0 0 0,0 0 0 0 0,-7 3 0 0 0,8-5 17 0 0,1 0-1 0 0,-1 0 1 0 0,0-1-1 0 0,1 0 0 0 0,-1 1 1 0 0,0-1-1 0 0,0 0 0 0 0,0 0 1 0 0,1 0-1 0 0,-1-1 0 0 0,0 1 1 0 0,0-1-1 0 0,1 0 1 0 0,-1 1-1 0 0,0-1 0 0 0,1 0 1 0 0,-1 0-1 0 0,1-1 0 0 0,-1 1 1 0 0,1-1-1 0 0,0 1 0 0 0,-4-4 1 0 0,-3-3-551 0 0,-1 0 0 0 0,2-1-1 0 0,-1 0 1 0 0,1-1 0 0 0,0 0 0 0 0,1 0 0 0 0,0-1 0 0 0,1 0 0 0 0,-7-14-1 0 0,-1-9-2123 0 0,-20-69-1 0 0,23 57-502 0 0,2-1 1 0 0,-5-64 0 0 0,9 35-3361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3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1 205 168 0 0,'15'-24'1463'0'0,"1"1"1"0"0,1 0-1 0 0,1 2 1 0 0,40-38-1 0 0,-51 53-1208 0 0,0 0 0 0 0,1 0 0 0 0,0 1 0 0 0,0 1 1 0 0,0-1-1 0 0,0 1 0 0 0,1 1 0 0 0,0-1 0 0 0,0 2 0 0 0,0-1 0 0 0,0 1 0 0 0,0 0 0 0 0,0 1 0 0 0,0 0 0 0 0,1 1 0 0 0,-1 0 0 0 0,0 0 0 0 0,18 3 0 0 0,-9 1 1 0 0,0 1 0 0 0,-1 1 0 0 0,1 0-1 0 0,-1 2 1 0 0,0-1 0 0 0,-1 2 0 0 0,0 0 0 0 0,-1 1-1 0 0,1 1 1 0 0,14 14 0 0 0,-18-15-14 0 0,0 2 1 0 0,-1-1-1 0 0,-1 1 0 0 0,0 1 0 0 0,0 0 0 0 0,-1 0 1 0 0,-1 1-1 0 0,0 0 0 0 0,-1 1 0 0 0,-1 0 0 0 0,9 29 1 0 0,-13-37-94 0 0,-1 1 1 0 0,0-1-1 0 0,0 1 1 0 0,-1 0-1 0 0,0-1 1 0 0,-1 1 0 0 0,0-1-1 0 0,0 1 1 0 0,0-1-1 0 0,-1 1 1 0 0,0-1-1 0 0,0 0 1 0 0,-1 1-1 0 0,0-1 1 0 0,0 0-1 0 0,-1-1 1 0 0,0 1 0 0 0,-8 10-1 0 0,6-10-81 0 0,1-1 0 0 0,-1 1 0 0 0,-1-1 0 0 0,1-1 0 0 0,-1 1 0 0 0,0-1 0 0 0,0 0 0 0 0,-1-1 0 0 0,1 1 0 0 0,-1-2 0 0 0,0 1 0 0 0,0-1 0 0 0,-1 0 0 0 0,1-1 0 0 0,-16 3 0 0 0,19-4-310 0 0,0-1 0 0 0,0 0 0 0 0,0 0 0 0 0,0 0 0 0 0,0-1 0 0 0,0 1 0 0 0,-5-3 0 0 0,7 3-187 0 0,1-1 0 0 0,0 0 0 0 0,-1 0 0 0 0,1 0 0 0 0,0 0 0 0 0,0-1 0 0 0,0 1 0 0 0,0-1 0 0 0,-3-2 0 0 0,5 3 23 0 0,-1 0 0 0 0,1-1 0 0 0,0 0 0 0 0,0 1 0 0 0,0-1 0 0 0,0 1 0 0 0,0-1 1 0 0,0 1-1 0 0,0-1 0 0 0,0 1 0 0 0,1-1 0 0 0,-1 1 0 0 0,0-1 0 0 0,1 1 0 0 0,0 0 0 0 0,-1-1 1 0 0,1 1-1 0 0,0-2 0 0 0,7-10-5233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12 2700 0 0,'22'-12'10699'0'0,"-21"13"-10619"0"0,0-1 1 0 0,-1 1-1 0 0,1 0 1 0 0,-1-1-1 0 0,1 1 1 0 0,-1 0-1 0 0,1-1 1 0 0,-1 1-1 0 0,1 0 1 0 0,-1 0-1 0 0,1-1 1 0 0,-1 1-1 0 0,0 0 1 0 0,0 0-1 0 0,1 0 1 0 0,-1 0-1 0 0,0-1 1 0 0,0 1-1 0 0,0 0 1 0 0,0 0-1 0 0,0 0 1 0 0,0 0-1 0 0,0 0 1 0 0,0-1-1 0 0,0 1 1 0 0,0 0-1 0 0,-1 0 1 0 0,1 0-1 0 0,-1 1 1 0 0,-10 38 1516 0 0,4-17-906 0 0,-2 16-85 0 0,6-26-469 0 0,-1 1 0 0 0,2-1 1 0 0,0 1-1 0 0,0-1 0 0 0,1 16 0 0 0,2-26-116 0 0,-1 1 0 0 0,0-1 0 0 0,1 0 1 0 0,0 0-1 0 0,-1 0 0 0 0,1 0 0 0 0,0 0 0 0 0,1 0 0 0 0,-1-1 0 0 0,1 1 0 0 0,-1 0 0 0 0,1 0 0 0 0,0-1 0 0 0,0 1 0 0 0,0-1 0 0 0,0 0 0 0 0,0 1 0 0 0,0-1 0 0 0,1 0 0 0 0,-1 0 0 0 0,1-1 0 0 0,-1 1 0 0 0,1 0 0 0 0,0-1 0 0 0,0 0 0 0 0,0 0 1 0 0,4 2-1 0 0,-3-2-8 0 0,-1 0 0 0 0,1-1 0 0 0,0 1 0 0 0,-1-1 0 0 0,1 0 0 0 0,0 0 0 0 0,0 0 0 0 0,-1 0 0 0 0,1-1 0 0 0,0 0 0 0 0,0 1 0 0 0,-1-1 0 0 0,1 0 0 0 0,-1-1 0 0 0,1 1 0 0 0,-1-1 0 0 0,1 0 0 0 0,-1 1 0 0 0,0-2 0 0 0,0 1 0 0 0,0 0 0 0 0,0 0 0 0 0,0-1 0 0 0,-1 0 0 0 0,1 1 0 0 0,-1-1 0 0 0,1 0 0 0 0,-1 0 0 0 0,0-1 0 0 0,0 1 0 0 0,-1 0 0 0 0,1-1 0 0 0,-1 1 0 0 0,1-1 0 0 0,0-4 0 0 0,1-5-11 0 0,0 0 1 0 0,0 0 0 0 0,-2 1-1 0 0,0-1 1 0 0,0 0-1 0 0,-2-16 1 0 0,1 24-14 0 0,-1-1 0 0 0,1 0 0 0 0,-1 1 0 0 0,0-1 0 0 0,-1 1 0 0 0,1 0 0 0 0,-1-1 0 0 0,-1 1 0 0 0,1 0 0 0 0,0 0 0 0 0,-1 0 0 0 0,0 1 0 0 0,0-1 0 0 0,-1 0 0 0 0,1 1 0 0 0,-9-8 0 0 0,9 10-3 0 0,-1 0-1 0 0,1-1 1 0 0,-1 1 0 0 0,1 1-1 0 0,-1-1 1 0 0,0 0 0 0 0,0 1-1 0 0,0 0 1 0 0,1 0 0 0 0,-1 0-1 0 0,0 0 1 0 0,-1 1 0 0 0,1-1-1 0 0,0 1 1 0 0,-6 1 0 0 0,4-1 1 0 0,-1 2 0 0 0,1-1-1 0 0,-1 1 1 0 0,1 0 0 0 0,0 0 0 0 0,0 1 0 0 0,0 0 0 0 0,-11 6 0 0 0,6-1 0 0 0,-1 1 1 0 0,2 0-1 0 0,-1 0 0 0 0,1 1 1 0 0,1 0-1 0 0,0 1 1 0 0,0 0-1 0 0,-10 17 1 0 0,16-22 14 0 0,-1 1 0 0 0,1-1-1 0 0,1 0 1 0 0,-1 1 0 0 0,1 0 0 0 0,0-1 0 0 0,1 1 0 0 0,-1 0 0 0 0,1 0-1 0 0,1 0 1 0 0,-1 0 0 0 0,1 0 0 0 0,1 8 0 0 0,0-11-26 0 0,0 0-1 0 0,0 0 1 0 0,0-1 0 0 0,0 1 0 0 0,1 0-1 0 0,0 0 1 0 0,0-1 0 0 0,0 1 0 0 0,0-1-1 0 0,0 0 1 0 0,1 1 0 0 0,-1-1 0 0 0,1 0-1 0 0,0-1 1 0 0,0 1 0 0 0,0 0 0 0 0,0-1-1 0 0,1 0 1 0 0,-1 1 0 0 0,0-1 0 0 0,1-1 0 0 0,0 1-1 0 0,-1 0 1 0 0,5 0 0 0 0,2 1-129 0 0,0 0 0 0 0,-1-1 1 0 0,1-1-1 0 0,0 0 1 0 0,0 0-1 0 0,0-1 0 0 0,0 0 1 0 0,0-1-1 0 0,0 0 0 0 0,0 0 1 0 0,0-1-1 0 0,-1-1 0 0 0,1 1 1 0 0,-1-2-1 0 0,1 1 1 0 0,-1-1-1 0 0,0-1 0 0 0,0 1 1 0 0,8-7-1 0 0,16-12 8 0 0,-2-1 1 0 0,-1-2-1 0 0,39-41 0 0 0,-58 56 153 0 0,-6 6-1 0 0,4-4-107 0 0,1-1 0 0 0,16-11 0 0 0,-25 21 99 0 0,-1 0-1 0 0,1 0 0 0 0,-1 0 0 0 0,0 0 0 0 0,1 0 0 0 0,-1 0 0 0 0,1 0 0 0 0,-1 0 0 0 0,1 0 0 0 0,-1 0 1 0 0,1 0-1 0 0,-1 0 0 0 0,1 0 0 0 0,-1 0 0 0 0,1 0 0 0 0,-1 1 0 0 0,1-1 0 0 0,-1 0 0 0 0,1 0 0 0 0,-1 1 1 0 0,0-1-1 0 0,1 0 0 0 0,-1 1 0 0 0,0-1 0 0 0,1 0 0 0 0,-1 1 0 0 0,0-1 0 0 0,1 0 0 0 0,-1 1 0 0 0,0-1 1 0 0,1 1-1 0 0,-1-1 0 0 0,0 0 0 0 0,0 2 0 0 0,8 13 126 0 0,-3 21 231 0 0,-2 0 1 0 0,-1 0-1 0 0,-2-1 0 0 0,-2 1 1 0 0,-5 38-1 0 0,2-32-128 0 0,3-24 531 0 0,0 0 1521 0 0,12-36-1729 0 0,7-21-556 0 0,2 1-1 0 0,2 1 0 0 0,1 1 1 0 0,38-47-1 0 0,-47 66-33 0 0,1 1 0 0 0,1 0 1 0 0,1 1-1 0 0,23-17 0 0 0,-29 24-7 0 0,1 1-1 0 0,-1 1 1 0 0,1 0-1 0 0,0 0 0 0 0,1 1 1 0 0,0 0-1 0 0,-1 1 1 0 0,21-4-1 0 0,-30 8 41 0 0,0 0 1 0 0,0 0-1 0 0,-1 0 0 0 0,1 0 0 0 0,0 0 1 0 0,0 0-1 0 0,0 0 0 0 0,0 0 0 0 0,0 1 0 0 0,0-1 1 0 0,0 1-1 0 0,-1 0 0 0 0,1-1 0 0 0,0 1 0 0 0,0 0 1 0 0,-1 0-1 0 0,1 0 0 0 0,-1 0 0 0 0,1 1 0 0 0,-1-1 1 0 0,1 0-1 0 0,-1 0 0 0 0,0 1 0 0 0,1-1 1 0 0,-1 1-1 0 0,0 0 0 0 0,0-1 0 0 0,0 1 0 0 0,0 0 1 0 0,-1-1-1 0 0,1 1 0 0 0,1 3 0 0 0,0 2 6 0 0,0 0 0 0 0,-1 0-1 0 0,0 0 1 0 0,0 0 0 0 0,0 1-1 0 0,-1 13 1 0 0,-3-3 33 0 0,0 1 0 0 0,-1-1 1 0 0,-1 0-1 0 0,-1 0 0 0 0,-11 25 0 0 0,-13 40-856 0 0,30-81 606 0 0,-1 1-1 0 0,0-1 0 0 0,1 1 1 0 0,-1-1-1 0 0,1 1 1 0 0,0 0-1 0 0,0-1 1 0 0,0 1-1 0 0,0 0 0 0 0,0-1 1 0 0,1 1-1 0 0,-1 0 1 0 0,1-1-1 0 0,0 1 1 0 0,-1-1-1 0 0,1 1 0 0 0,1-1 1 0 0,-1 0-1 0 0,0 1 1 0 0,0-1-1 0 0,3 3 0 0 0,-1-2-369 0 0,0-1-1 0 0,0 1 1 0 0,0-1-1 0 0,0 0 0 0 0,1 0 1 0 0,-1 0-1 0 0,1 0 0 0 0,-1 0 1 0 0,1-1-1 0 0,-1 0 0 0 0,1 0 1 0 0,0 0-1 0 0,7 1 0 0 0,11 1-3900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235 646 996 0 0,'11'-19'2477'0'0,"-1"0"0"0"0,-1 0 0 0 0,9-31 0 0 0,-15 40-1763 0 0,0-1 0 0 0,-1 1 1 0 0,0 0-1 0 0,-1-1 0 0 0,0 0 1 0 0,-1 1-1 0 0,0-1 1 0 0,-3-20-1 0 0,2 30-689 0 0,1 0 0 0 0,0 0 0 0 0,-1 0 0 0 0,1 0 0 0 0,-1 0 0 0 0,1 0 0 0 0,-1 0 0 0 0,0 0 1 0 0,1 0-1 0 0,-1 0 0 0 0,0 0 0 0 0,0 1 0 0 0,1-1 0 0 0,-1 0 0 0 0,0 1 0 0 0,0-1 0 0 0,0 0 0 0 0,0 1 0 0 0,0-1 0 0 0,0 1 0 0 0,0-1 0 0 0,0 1 0 0 0,0 0 1 0 0,0-1-1 0 0,0 1 0 0 0,0 0 0 0 0,-1 0 0 0 0,1 0 0 0 0,0 0 0 0 0,0 0 0 0 0,0 0 0 0 0,0 0 0 0 0,0 0 0 0 0,0 0 0 0 0,0 1 0 0 0,-1-1 0 0 0,1 0 0 0 0,0 1 1 0 0,-1 0-1 0 0,-6 1 78 0 0,0 1 0 0 0,0 0 0 0 0,-11 7 0 0 0,4-1-3 0 0,0 1-1 0 0,1 1 1 0 0,0 0 0 0 0,1 0 0 0 0,0 1 0 0 0,1 1-1 0 0,-14 17 1 0 0,12-10-34 0 0,0 1 1 0 0,1 0-1 0 0,1 1 0 0 0,-15 36 0 0 0,25-53-44 0 0,1 0-1 0 0,-1-1 1 0 0,1 1-1 0 0,-1 0 1 0 0,2 0-1 0 0,-1 0 1 0 0,0 0-1 0 0,1 1 1 0 0,0-1-1 0 0,0 0 1 0 0,1 0-1 0 0,1 7 1 0 0,-2-10-15 0 0,1 0 1 0 0,0 1-1 0 0,0-1 0 0 0,0 0 1 0 0,1 0-1 0 0,-1 0 0 0 0,0 0 1 0 0,1 0-1 0 0,0 0 0 0 0,-1 0 1 0 0,1 0-1 0 0,0-1 1 0 0,0 1-1 0 0,0-1 0 0 0,0 1 1 0 0,0-1-1 0 0,0 0 0 0 0,0 0 1 0 0,0 0-1 0 0,1 0 1 0 0,-1 0-1 0 0,0 0 0 0 0,1-1 1 0 0,-1 1-1 0 0,1-1 0 0 0,-1 1 1 0 0,3-1-1 0 0,4 0-157 0 0,0 0 1 0 0,-1 0-1 0 0,1-1 0 0 0,0 0 0 0 0,-1-1 0 0 0,1 0 0 0 0,-1 0 1 0 0,0-1-1 0 0,0 0 0 0 0,1 0 0 0 0,-2-1 0 0 0,1 0 0 0 0,0-1 1 0 0,-1 1-1 0 0,0-2 0 0 0,12-9 0 0 0,-1-3-237 0 0,0 0-1 0 0,-1 0 1 0 0,0-2-1 0 0,20-33 1 0 0,4-17-72 0 0,-3-2 0 0 0,-3-2 0 0 0,47-150 0 0 0,-67 177 1525 0 0,10-62 1 0 0,-25 107-1030 0 0,0 2-29 0 0,0-1-1 0 0,0 1 1 0 0,0 0-1 0 0,0-1 1 0 0,0 1-1 0 0,0 0 1 0 0,-1-1-1 0 0,1 1 1 0 0,0 0-1 0 0,0 0 1 0 0,0-1-1 0 0,0 1 1 0 0,-1 0-1 0 0,1 0 1 0 0,0-1-1 0 0,0 1 1 0 0,-1 0-1 0 0,1 0 1 0 0,0-1-1 0 0,0 1 1 0 0,-1 0-1 0 0,1 0 1 0 0,0 0-1 0 0,-1 0 1 0 0,1-1-1 0 0,0 1 1 0 0,-1 0-1 0 0,1 0 1 0 0,-1 0-1 0 0,-5 5 139 0 0,0 1-1 0 0,0 0 1 0 0,1 0-1 0 0,0 0 1 0 0,0 1-1 0 0,0-1 0 0 0,1 1 1 0 0,-7 14-1 0 0,-24 67 907 0 0,30-75-881 0 0,-10 29 98 0 0,3 2-1 0 0,1-1 1 0 0,2 2-1 0 0,2-1 0 0 0,1 1 1 0 0,3 0-1 0 0,2 0 1 0 0,6 61-1 0 0,-4-97-273 0 0,1-1 0 0 0,-1 0 0 0 0,1 0 0 0 0,1-1 1 0 0,0 1-1 0 0,0 0 0 0 0,0-1 0 0 0,1 1 0 0 0,0-1 0 0 0,1 0 0 0 0,-1-1 0 0 0,1 1 0 0 0,1-1 1 0 0,-1 0-1 0 0,1 0 0 0 0,7 5 0 0 0,-9-8-166 0 0,1 1-1 0 0,0-1 1 0 0,-1-1 0 0 0,1 1-1 0 0,1-1 1 0 0,-1 0 0 0 0,0 0-1 0 0,0 0 1 0 0,1-1 0 0 0,-1 1 0 0 0,1-1-1 0 0,-1-1 1 0 0,1 1 0 0 0,-1-1-1 0 0,1 0 1 0 0,0 0 0 0 0,-1-1-1 0 0,1 0 1 0 0,-1 0 0 0 0,1 0-1 0 0,-1 0 1 0 0,1-1 0 0 0,-1 0 0 0 0,6-3-1 0 0,0-1-80 0 0,-1 0 0 0 0,0 0-1 0 0,-1-2 1 0 0,1 1 0 0 0,-1-1-1 0 0,-1 0 1 0 0,1-1 0 0 0,-1 0 0 0 0,-1 0-1 0 0,0-1 1 0 0,11-20 0 0 0,-1-3 955 0 0,-1 0 1 0 0,16-56-1 0 0,-20 42 1549 0 0,2-6-272 0 0,-14 52-1896 0 0,-11 25 857 0 0,-1 7-470 0 0,2 1 0 0 0,1 0-1 0 0,1 1 1 0 0,2-1 0 0 0,2 1 0 0 0,-1 35 0 0 0,4-64-441 0 0,1 0 1 0 0,1-1-1 0 0,-1 1 1 0 0,0 0 0 0 0,1-1-1 0 0,0 1 1 0 0,0-1-1 0 0,0 1 1 0 0,0-1 0 0 0,1 1-1 0 0,-1-1 1 0 0,1 0-1 0 0,0 1 1 0 0,2 2 0 0 0,-2-5-148 0 0,-1 1 1 0 0,1-1 0 0 0,0 1 0 0 0,-1-1 0 0 0,1 0 0 0 0,0 0 0 0 0,0 0 0 0 0,0 0-1 0 0,0 0 1 0 0,0 0 0 0 0,0-1 0 0 0,0 1 0 0 0,0-1 0 0 0,0 1 0 0 0,1-1 0 0 0,-1 0-1 0 0,0 0 1 0 0,0 1 0 0 0,0-2 0 0 0,0 1 0 0 0,1 0 0 0 0,-1 0 0 0 0,0-1 0 0 0,3 0-1 0 0,0-1-555 0 0,0 1-1 0 0,-1-1 0 0 0,1 0 1 0 0,0 0-1 0 0,-1 0 0 0 0,1-1 0 0 0,-1 0 1 0 0,6-4-1 0 0,14-17-6260 0 0,-9 6 113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86 3272 0 0,'-50'-46'11439'0'0,"20"12"-8522"0"0,22 28-3968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24 106 448 0 0,'-7'-14'4900'0'0,"4"7"-3507"0"0,0 1-1 0 0,1-1 0 0 0,-1 1 0 0 0,1-1 0 0 0,-2-12 0 0 0,4 19-1351 0 0,1-1 0 0 0,-1 0 0 0 0,1 1 0 0 0,-1-1 0 0 0,1 1 0 0 0,-1-1 0 0 0,1 0 0 0 0,-1 1 0 0 0,1-1 0 0 0,0 1 0 0 0,-1 0 0 0 0,1-1 0 0 0,-1 1 0 0 0,1-1 0 0 0,0 1 0 0 0,0 0 0 0 0,-1 0 0 0 0,1-1 0 0 0,0 1 0 0 0,0 0 0 0 0,-1 0 0 0 0,1 0 0 0 0,0 0 0 0 0,0 0 0 0 0,-1 0 0 0 0,1 0 0 0 0,0 0 0 0 0,0 0 0 0 0,-1 0 0 0 0,1 0 0 0 0,0 0 0 0 0,0 1 0 0 0,-1-1 0 0 0,1 0 0 0 0,0 1 0 0 0,12 3 45 0 0,-1 1-1 0 0,0 0 0 0 0,-1 1 0 0 0,1 0 0 0 0,-1 0 0 0 0,0 2 0 0 0,-1-1 1 0 0,0 1-1 0 0,0 1 0 0 0,-1 0 0 0 0,13 15 0 0 0,-17-18 4 0 0,0 0 0 0 0,0 0-1 0 0,-1 1 1 0 0,0 0 0 0 0,0 0-1 0 0,-1 0 1 0 0,0 1 0 0 0,0-1-1 0 0,0 1 1 0 0,-1-1 0 0 0,0 1-1 0 0,-1 0 1 0 0,0 0 0 0 0,0 0 0 0 0,-1 0-1 0 0,1 0 1 0 0,-2 0 0 0 0,1 0-1 0 0,-1 0 1 0 0,-3 10 0 0 0,0-7 415 0 0,0-1 1 0 0,-1 1 0 0 0,-1-1 0 0 0,-11 15-1 0 0,16-22-318 0 0,1-3-165 0 0,0 0 0 0 0,-1 1 0 0 0,1-1 0 0 0,0 0 0 0 0,0 1 0 0 0,0-1 0 0 0,-1 0 1 0 0,1 1-1 0 0,0-1 0 0 0,0 0 0 0 0,-1 0 0 0 0,1 1 0 0 0,0-1 0 0 0,0 0 0 0 0,-1 0 0 0 0,1 0 1 0 0,0 1-1 0 0,-1-1 0 0 0,1 0 0 0 0,0 0 0 0 0,-1 0 0 0 0,1 0 0 0 0,0 0 0 0 0,-1 0 1 0 0,1 0-1 0 0,0 0 0 0 0,-1 0 0 0 0,1 0 0 0 0,-1 0 0 0 0,1 0 0 0 0,0 0 0 0 0,-1 0 1 0 0,1 0-1 0 0,0 0 0 0 0,-1 0 0 0 0,1 0 0 0 0,0 0 0 0 0,-1 0 0 0 0,1-1 0 0 0,0 1 1 0 0,-1 0-1 0 0,1 0 0 0 0,0 0 0 0 0,0-1 0 0 0,-1 1 0 0 0,1 0 0 0 0,0 0 0 0 0,0-1 0 0 0,-1 1 1 0 0,1-1-1 0 0,-1 0-4 0 0,0 1 0 0 0,1-1 0 0 0,-1 0 0 0 0,1 0 0 0 0,-1 0 0 0 0,1 0 0 0 0,0 0 0 0 0,-1 0 0 0 0,1 0 0 0 0,0 0 0 0 0,-1 0 0 0 0,1 0 0 0 0,0-1 0 0 0,0 0 0 0 0,4-12 4 0 0,0 0-1 0 0,1 1 1 0 0,0 0-1 0 0,1 0 1 0 0,1 0-1 0 0,0 1 1 0 0,16-22-1 0 0,-4 10-65 0 0,1 1 1 0 0,37-34-1 0 0,-41 42 0 0 0,1 1-1 0 0,0 1 0 0 0,1 0 0 0 0,1 1 0 0 0,0 1 0 0 0,0 1 0 0 0,1 0 1 0 0,31-9-1 0 0,-49 18 42 0 0,0 0 0 0 0,0 1 1 0 0,1-1-1 0 0,-1 1 0 0 0,0 0 1 0 0,0 0-1 0 0,0 0 0 0 0,1 0 1 0 0,-1 0-1 0 0,0 0 0 0 0,0 0 1 0 0,0 1-1 0 0,0-1 0 0 0,1 1 1 0 0,-1 0-1 0 0,0 0 0 0 0,0-1 1 0 0,0 1-1 0 0,0 0 0 0 0,-1 1 1 0 0,1-1-1 0 0,0 0 0 0 0,0 1 1 0 0,-1-1-1 0 0,1 1 0 0 0,-1-1 1 0 0,1 1-1 0 0,-1 0 0 0 0,1-1 1 0 0,-1 1-1 0 0,0 0 0 0 0,0 0 1 0 0,0 0-1 0 0,0 0 0 0 0,0 0 1 0 0,-1 0-1 0 0,1 0 0 0 0,0 5 1 0 0,1 2 18 0 0,0 0 1 0 0,-1 0-1 0 0,-1 1 1 0 0,0-1-1 0 0,0 1 1 0 0,0-1-1 0 0,-4 14 1 0 0,-4 12 86 0 0,-14 38-1 0 0,0-4-1298 0 0,22-68 1046 0 0,-1 1-1 0 0,1-1 1 0 0,-1 0 0 0 0,1 0-1 0 0,0 1 1 0 0,0-1 0 0 0,-1 0 0 0 0,1 1-1 0 0,0-1 1 0 0,0 0 0 0 0,0 0-1 0 0,1 1 1 0 0,-1-1 0 0 0,0 0-1 0 0,0 1 1 0 0,1-1 0 0 0,-1 0 0 0 0,1 0-1 0 0,-1 1 1 0 0,1-1 0 0 0,-1 0-1 0 0,1 0 1 0 0,0 0 0 0 0,0 0-1 0 0,-1 0 1 0 0,1 0 0 0 0,0 0 0 0 0,0 0-1 0 0,0 0 1 0 0,0 0 0 0 0,0 0-1 0 0,0-1 1 0 0,0 1 0 0 0,1 0-1 0 0,-1-1 1 0 0,0 1 0 0 0,2 0 0 0 0,2 0-763 0 0,0 0 1 0 0,1 0 0 0 0,-1-1-1 0 0,0 1 1 0 0,1-1 0 0 0,-1 0-1 0 0,0-1 1 0 0,10-1 0 0 0,7-2-3422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945 154 2892 0 0,'8'-10'1699'0'0,"0"-1"0"0"0,-1 0 0 0 0,-1-1 0 0 0,0 1 0 0 0,0-1 0 0 0,-1-1 0 0 0,0 1-1 0 0,5-24 1 0 0,-10 35-1629 0 0,0 0-1 0 0,0 0 0 0 0,1 0 0 0 0,-1 0 0 0 0,0 0 0 0 0,0 0 1 0 0,0 1-1 0 0,0-1 0 0 0,0 0 0 0 0,0 0 0 0 0,0 0 1 0 0,0 0-1 0 0,0 0 0 0 0,-1 0 0 0 0,1 0 0 0 0,0 1 1 0 0,0-1-1 0 0,-1 0 0 0 0,1 0 0 0 0,-1 0 0 0 0,1 1 0 0 0,-1-1 1 0 0,1 0-1 0 0,-1 0 0 0 0,1 1 0 0 0,-1-1 0 0 0,0 0 1 0 0,-1 0-21 0 0,1 1 0 0 0,0 0 1 0 0,-1-1-1 0 0,1 1 0 0 0,0 0 0 0 0,-1 0 1 0 0,1 0-1 0 0,0 0 0 0 0,-1 0 1 0 0,1 0-1 0 0,0 1 0 0 0,-1-1 1 0 0,1 0-1 0 0,0 1 0 0 0,-3 0 0 0 0,-5 3 114 0 0,-1 1 0 0 0,1 0 0 0 0,-12 8 0 0 0,21-13-160 0 0,-26 18 198 0 0,0 2 0 0 0,1 1 0 0 0,1 1 0 0 0,2 1 0 0 0,0 1 0 0 0,1 1 0 0 0,-25 41 0 0 0,43-62-180 0 0,1 0 0 0 0,-1 0 1 0 0,1 0-1 0 0,0 1 0 0 0,1-1 1 0 0,-1 1-1 0 0,1-1 0 0 0,0 1 1 0 0,0 0-1 0 0,0 0 0 0 0,1-1 0 0 0,-1 10 1 0 0,2-11-11 0 0,-1-1 0 0 0,1 0-1 0 0,0 0 1 0 0,0 1 0 0 0,-1-1 0 0 0,1 0 0 0 0,1 0 0 0 0,-1 0 0 0 0,0 0 0 0 0,0 0 0 0 0,1 0-1 0 0,-1-1 1 0 0,1 1 0 0 0,0 0 0 0 0,-1-1 0 0 0,1 1 0 0 0,0-1 0 0 0,0 0 0 0 0,0 1 0 0 0,0-1-1 0 0,0 0 1 0 0,0 0 0 0 0,0 0 0 0 0,0-1 0 0 0,1 1 0 0 0,-1 0 0 0 0,0-1 0 0 0,4 1 0 0 0,0 0-30 0 0,1 0 0 0 0,0 0 1 0 0,-1-1-1 0 0,1 0 1 0 0,0 0-1 0 0,-1-1 0 0 0,1 0 1 0 0,-1 0-1 0 0,1 0 1 0 0,-1-1-1 0 0,1 0 0 0 0,-1 0 1 0 0,0-1-1 0 0,0 0 1 0 0,0 0-1 0 0,0 0 0 0 0,0-1 1 0 0,-1 0-1 0 0,1 0 1 0 0,7-8-1 0 0,6-7-36 0 0,-1-1 1 0 0,-1-2-1 0 0,26-40 1 0 0,-19 25-38 0 0,-23 36 77 0 0,0 0 1 0 0,-1 0-1 0 0,1 0 1 0 0,0 0-1 0 0,-1 0 1 0 0,1 0 0 0 0,0 1-1 0 0,0-1 1 0 0,0 0-1 0 0,0 0 1 0 0,0 0-1 0 0,0 1 1 0 0,0-1-1 0 0,2 0 1 0 0,-3 1 6 0 0,0 0 0 0 0,1 0 0 0 0,-1 0 0 0 0,0 1 1 0 0,1-1-1 0 0,-1 0 0 0 0,0 0 0 0 0,0 0 0 0 0,1 1 0 0 0,-1-1 0 0 0,0 0 0 0 0,0 0 1 0 0,0 1-1 0 0,1-1 0 0 0,-1 0 0 0 0,0 1 0 0 0,0-1 0 0 0,0 0 0 0 0,0 1 0 0 0,0-1 1 0 0,0 0-1 0 0,1 1 0 0 0,-1-1 0 0 0,0 0 0 0 0,0 1 0 0 0,0-1 0 0 0,0 0 1 0 0,0 1-1 0 0,0-1 0 0 0,0 0 0 0 0,-1 1 0 0 0,-3 41-184 0 0,4-40 207 0 0,-20 105 525 0 0,-51 157-1 0 0,-60 96 1141 0 0,95-270-1045 0 0,-4-1 0 0 0,-81 131 0 0 0,99-187-254 0 0,-1-1-1 0 0,-2-1 0 0 0,0 0 0 0 0,-2-2 0 0 0,-2-1 1 0 0,0-2-1 0 0,-2-1 0 0 0,-1-1 0 0 0,-39 23 0 0 0,58-40-243 0 0,-2 0 0 0 0,1-1 0 0 0,0 0 0 0 0,-1-1-1 0 0,0 0 1 0 0,0-2 0 0 0,-22 4 0 0 0,32-7-104 0 0,-1 1 0 0 0,1-1-1 0 0,-1 0 1 0 0,1 0 0 0 0,-1-1 0 0 0,1 1 0 0 0,-1-1 0 0 0,1-1 0 0 0,-1 1 0 0 0,1-1-1 0 0,0 0 1 0 0,0 0 0 0 0,0 0 0 0 0,0-1 0 0 0,0 1 0 0 0,0-1 0 0 0,1 0 0 0 0,-1-1 0 0 0,1 1-1 0 0,0-1 1 0 0,0 0 0 0 0,0 0 0 0 0,-6-9 0 0 0,7 6-33 0 0,0 0 0 0 0,0 0 0 0 0,0 0 0 0 0,0 0 0 0 0,1-1 0 0 0,1 1 0 0 0,-1 0 0 0 0,1-1 0 0 0,0 0 0 0 0,1 1 0 0 0,0-1 0 0 0,0 1 0 0 0,1-1 0 0 0,-1 0 0 0 0,2 1 0 0 0,1-8 0 0 0,3-9 0 0 0,2 0 0 0 0,0 1 0 0 0,18-37 0 0 0,-3 18-165 0 0,2 0 0 0 0,2 1 0 0 0,54-63 0 0 0,-22 40-349 0 0,79-68-1 0 0,-87 89-1066 0 0,2 2 0 0 0,2 3-1 0 0,68-37 1 0 0,-68 47-4321 0 0,99-36 0 0 0,-134 57 1661 0 0,1 0-2063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227 461 904 0 0,'-3'-2'2269'0'0,"0"-1"0"0"0,0 1 0 0 0,-1-1 0 0 0,1 1 1 0 0,-8-3-1 0 0,11 6-2228 0 0,0 0 0 0 0,-1 0 0 0 0,1 1 0 0 0,0-1 0 0 0,0 0 0 0 0,0 0 1 0 0,0 0-1 0 0,0 0 0 0 0,0 1 0 0 0,0-1 0 0 0,0 0 0 0 0,1 0 0 0 0,-1 0 1 0 0,0 0-1 0 0,0 0 0 0 0,1 1 0 0 0,-1-1 0 0 0,1 0 0 0 0,-1 0 0 0 0,1 0 0 0 0,0 0 1 0 0,-1 0-1 0 0,1 0 0 0 0,0-1 0 0 0,0 1 0 0 0,0 0 0 0 0,-1 0 0 0 0,1 0 1 0 0,0-1-1 0 0,0 1 0 0 0,1 0 0 0 0,1 1-2 0 0,-1 0 0 0 0,0 0 0 0 0,0-1-1 0 0,0 1 1 0 0,1-1 0 0 0,-1 0 0 0 0,1 1 0 0 0,-1-1 0 0 0,1 0 0 0 0,-1-1 0 0 0,1 1 0 0 0,0 0-1 0 0,0-1 1 0 0,4 1 0 0 0,-4-1-17 0 0,1-1 0 0 0,-1 0 0 0 0,1 0 0 0 0,-1 0-1 0 0,0 0 1 0 0,0 0 0 0 0,0-1 0 0 0,0 1 0 0 0,0-1 0 0 0,0 0-1 0 0,0 0 1 0 0,0 0 0 0 0,0 0 0 0 0,-1-1 0 0 0,4-3 0 0 0,-3 2-5 0 0,1-1 1 0 0,-1 0 0 0 0,0 0 0 0 0,0 0 0 0 0,-1 0 0 0 0,1-1 0 0 0,-1 1 0 0 0,3-11 0 0 0,-4 8-2 0 0,1 1 0 0 0,-1-1 0 0 0,0 0 0 0 0,-1 0 0 0 0,0 1 1 0 0,0-1-1 0 0,0 0 0 0 0,-1 0 0 0 0,0 0 0 0 0,-1 1 0 0 0,0-1 0 0 0,0 1 1 0 0,-1-1-1 0 0,-4-9 0 0 0,6 15-20 0 0,-1 0 0 0 0,1 0 1 0 0,0 0-1 0 0,-1 0 0 0 0,1 1 1 0 0,-1-1-1 0 0,0 1 0 0 0,0-1 0 0 0,1 1 1 0 0,-1-1-1 0 0,0 1 0 0 0,0 0 1 0 0,0 0-1 0 0,0 0 0 0 0,0 0 0 0 0,-1 0 1 0 0,1 1-1 0 0,0-1 0 0 0,0 1 1 0 0,-1-1-1 0 0,1 1 0 0 0,0 0 0 0 0,0 0 1 0 0,-1 0-1 0 0,1 0 0 0 0,0 0 1 0 0,0 0-1 0 0,-1 1 0 0 0,1-1 0 0 0,0 1 1 0 0,-3 1-1 0 0,-4 1 13 0 0,1 0 1 0 0,0 1-1 0 0,-1 0 0 0 0,2 1 1 0 0,-1 0-1 0 0,-11 9 1 0 0,0 3 83 0 0,2 0 0 0 0,0 1 0 0 0,1 1 0 0 0,0 1 0 0 0,2 0 0 0 0,1 1 1 0 0,0 0-1 0 0,1 1 0 0 0,2 0 0 0 0,0 1 0 0 0,1 1 0 0 0,-6 26 0 0 0,13-41-51 0 0,0 0-1 0 0,1 1 0 0 0,0-1 1 0 0,0 1-1 0 0,1 0 0 0 0,0-1 0 0 0,1 1 1 0 0,3 14-1 0 0,-4-20-24 0 0,2 0-1 0 0,-1-1 1 0 0,0 1 0 0 0,1-1-1 0 0,-1 1 1 0 0,1-1 0 0 0,0 1-1 0 0,0-1 1 0 0,0 0 0 0 0,1 0-1 0 0,-1 0 1 0 0,1 0 0 0 0,0 0-1 0 0,0-1 1 0 0,0 1 0 0 0,0-1-1 0 0,0 0 1 0 0,0 0-1 0 0,1 0 1 0 0,-1 0 0 0 0,0-1-1 0 0,1 1 1 0 0,6 1 0 0 0,3 0-44 0 0,1-1 0 0 0,0 0 0 0 0,0-1 0 0 0,0-1 1 0 0,0 0-1 0 0,0 0 0 0 0,0-2 0 0 0,0 0 0 0 0,0 0 0 0 0,-1-1 1 0 0,1-1-1 0 0,17-7 0 0 0,-5 0-249 0 0,0-1 0 0 0,0-2 0 0 0,-2 0 0 0 0,0-1 0 0 0,25-21 0 0 0,-22 12-65 0 0,0-1-1 0 0,-2-1 1 0 0,-1-1 0 0 0,38-57 0 0 0,-20 17-44 0 0,39-84 0 0 0,-29 23 750 0 0,-25 57 1016 0 0,-16 31-837 0 0,-11 38-469 0 0,-3 8 62 0 0,0-1 0 0 0,-1 1 0 0 0,2 0-1 0 0,-1 0 1 0 0,1 0 0 0 0,0 0 0 0 0,0 0 0 0 0,0 0-1 0 0,0 9 1 0 0,-3 8 322 0 0,-18 63 303 0 0,5 0 1 0 0,3 1-1 0 0,-3 108 1 0 0,17-186-734 0 0,1 1 0 0 0,0-1 0 0 0,1 0 0 0 0,0 0 0 0 0,0 0 0 0 0,1 0 0 0 0,0 0 0 0 0,1-1 0 0 0,6 17 0 0 0,-7-21-98 0 0,1 0 0 0 0,-1-1 1 0 0,1 1-1 0 0,0-1 1 0 0,0 1-1 0 0,0-1 1 0 0,0 0-1 0 0,0 0 0 0 0,1-1 1 0 0,-1 1-1 0 0,1 0 1 0 0,0-1-1 0 0,0 0 1 0 0,0 0-1 0 0,0 0 0 0 0,0-1 1 0 0,0 1-1 0 0,1-1 1 0 0,-1 0-1 0 0,0 0 0 0 0,9 0 1 0 0,-5-1-81 0 0,0 0-1 0 0,0-1 1 0 0,0 0 0 0 0,0 0 0 0 0,-1-1 0 0 0,1 1-1 0 0,0-2 1 0 0,-1 1 0 0 0,1-1 0 0 0,-1-1 0 0 0,0 1-1 0 0,0-1 1 0 0,0 0 0 0 0,-1-1 0 0 0,11-8-1 0 0,-3 1 30 0 0,-1-1-1 0 0,0 0 1 0 0,-1-1-1 0 0,0 0 1 0 0,15-27-1 0 0,-7 5 500 0 0,-3-2 0 0 0,-1-1 0 0 0,-2 0 0 0 0,15-62 0 0 0,-26 90-183 0 0,-3 10-186 0 0,1 0 0 0 0,-1 0 0 0 0,1-1 0 0 0,-1 1 1 0 0,0 0-1 0 0,0 0 0 0 0,0-1 0 0 0,0 1 0 0 0,0 0 0 0 0,0 0 1 0 0,0 0-1 0 0,0-1 0 0 0,0 1 0 0 0,-1-2 0 0 0,1 3-11 0 0,0 0 1 0 0,-1-1-1 0 0,1 1 0 0 0,0 0 0 0 0,-1 0 0 0 0,1 0 0 0 0,0 0 1 0 0,-1 0-1 0 0,1 0 0 0 0,0 0 0 0 0,-1 0 0 0 0,1 0 0 0 0,0 0 1 0 0,-1 0-1 0 0,1 0 0 0 0,0 0 0 0 0,0 0 0 0 0,-1 0 1 0 0,1 0-1 0 0,0 0 0 0 0,-1 1 0 0 0,1-1 0 0 0,0 0 0 0 0,-1 0 1 0 0,1 0-1 0 0,0 0 0 0 0,0 1 0 0 0,-1-1 0 0 0,1 0 0 0 0,0 0 1 0 0,0 1-1 0 0,-1-1 0 0 0,-3 4-17 0 0,1-1 0 0 0,-1 1 0 0 0,1 0 1 0 0,-1 0-1 0 0,-3 7 0 0 0,-5 12-4 0 0,1 0 1 0 0,1 1-1 0 0,-12 39 1 0 0,19-51 35 0 0,0 0 0 0 0,0 0 1 0 0,2 1-1 0 0,-1-1 1 0 0,2 1-1 0 0,-1 0 1 0 0,2-1-1 0 0,0 1 0 0 0,3 16 1 0 0,-3-26-130 0 0,0 1 0 0 0,1 0 0 0 0,-1 0 0 0 0,1-1 0 0 0,0 1 1 0 0,0-1-1 0 0,0 0 0 0 0,1 0 0 0 0,-1 0 0 0 0,1 0 0 0 0,-1 0 0 0 0,1 0 1 0 0,0 0-1 0 0,0-1 0 0 0,0 0 0 0 0,1 1 0 0 0,-1-1 0 0 0,0 0 0 0 0,1-1 0 0 0,0 1 1 0 0,-1-1-1 0 0,1 1 0 0 0,0-1 0 0 0,0 0 0 0 0,0-1 0 0 0,-1 1 0 0 0,1 0 1 0 0,0-1-1 0 0,7 0 0 0 0,-3 0-175 0 0,0-1 0 0 0,1 1 0 0 0,-1-1 0 0 0,0-1 0 0 0,1 0 0 0 0,-1 0 1 0 0,0 0-1 0 0,0-1 0 0 0,-1 0 0 0 0,1-1 0 0 0,0 0 0 0 0,12-9 0 0 0,-6 2 246 0 0,-2-2 0 0 0,1 0 0 0 0,-1-1-1 0 0,-1 0 1 0 0,-1 0 0 0 0,15-27 0 0 0,-2-3 1776 0 0,20-53 1 0 0,-43 96-1718 0 0,1 0 0 0 0,-1-1-1 0 0,1 1 1 0 0,-1 0 0 0 0,1 0 0 0 0,0-1 0 0 0,0 1 0 0 0,0 0 0 0 0,-1 0 0 0 0,1 0-1 0 0,0 0 1 0 0,2-2 0 0 0,-2 3-12 0 0,-1 0 0 0 0,1 0 0 0 0,-1 0 1 0 0,0 0-1 0 0,1-1 0 0 0,-1 1 0 0 0,1 0 0 0 0,-1 0 0 0 0,1 0 0 0 0,-1 0 0 0 0,1 0 0 0 0,-1 0 0 0 0,1 0 0 0 0,-1 0 1 0 0,1 0-1 0 0,-1 0 0 0 0,1 0 0 0 0,-1 1 0 0 0,0-1 0 0 0,1 0 0 0 0,-1 0 0 0 0,1 0 0 0 0,-1 1 0 0 0,1-1 0 0 0,1 2 28 0 0,0 0-1 0 0,0-1 0 0 0,-1 1 0 0 0,1 0 1 0 0,-1 0-1 0 0,1 0 0 0 0,-1 1 0 0 0,0-1 0 0 0,0 0 1 0 0,0 0-1 0 0,1 3 0 0 0,1 5 130 0 0,-1 0 0 0 0,0 1 0 0 0,0-1 0 0 0,-1 0 0 0 0,0 1-1 0 0,-2 19 1 0 0,-1-4 278 0 0,-10 41-1 0 0,11-59-243 0 0,-1 0 1 0 0,0 0 0 0 0,-1 0-1 0 0,0 0 1 0 0,0 0 0 0 0,-1-1-1 0 0,0 1 1 0 0,0-1 0 0 0,-11 13 0 0 0,14-19-164 0 0,1 0 1 0 0,-1 0 0 0 0,0 0-1 0 0,0 0 1 0 0,0-1 0 0 0,0 1-1 0 0,0 0 1 0 0,0-1 0 0 0,0 1-1 0 0,0 0 1 0 0,0-1 0 0 0,-1 1-1 0 0,1-1 1 0 0,0 0 0 0 0,0 1-1 0 0,0-1 1 0 0,-1 0 0 0 0,1 0-1 0 0,0 0 1 0 0,-2 0 0 0 0,2 0-17 0 0,0 0 0 0 0,0-1 1 0 0,0 1-1 0 0,0-1 1 0 0,0 1-1 0 0,0-1 0 0 0,0 0 1 0 0,0 1-1 0 0,0-1 0 0 0,0 0 1 0 0,1 0-1 0 0,-1 1 1 0 0,0-1-1 0 0,0 0 0 0 0,1 0 1 0 0,-1 0-1 0 0,1 0 0 0 0,-2-1 1 0 0,1-2-9 0 0,-1 0 0 0 0,1 0 0 0 0,0 0 0 0 0,0 0 0 0 0,0 0 0 0 0,0 0 1 0 0,1 0-1 0 0,-1 0 0 0 0,1 0 0 0 0,1-8 0 0 0,0 4-17 0 0,1 0 0 0 0,1 0-1 0 0,-1 0 1 0 0,1 1 0 0 0,0-1 0 0 0,1 1-1 0 0,0 0 1 0 0,0 0 0 0 0,1 0 0 0 0,-1 0 0 0 0,2 1-1 0 0,-1 0 1 0 0,1 0 0 0 0,-1 0 0 0 0,2 1 0 0 0,-1 0-1 0 0,1 0 1 0 0,-1 0 0 0 0,14-6 0 0 0,-13 8-11 0 0,0 0 1 0 0,0 0-1 0 0,1 1 0 0 0,-1 0 1 0 0,1 0-1 0 0,-1 0 1 0 0,1 1-1 0 0,-1 1 1 0 0,1-1-1 0 0,0 1 0 0 0,-1 0 1 0 0,1 1-1 0 0,-1 0 1 0 0,1 0-1 0 0,-1 1 1 0 0,1 0-1 0 0,-1 0 1 0 0,0 0-1 0 0,1 1 0 0 0,-1 0 1 0 0,8 5-1 0 0,-9-4 24 0 0,1 0 0 0 0,-1 1 0 0 0,0-1 0 0 0,0 1-1 0 0,0 1 1 0 0,-1-1 0 0 0,0 1 0 0 0,0 0 0 0 0,0 0 0 0 0,0 0 0 0 0,-1 1-1 0 0,0-1 1 0 0,-1 1 0 0 0,0 0 0 0 0,0 0 0 0 0,0 0 0 0 0,-1 1 0 0 0,0-1-1 0 0,0 1 1 0 0,-1-1 0 0 0,1 9 0 0 0,-2-13 47 0 0,0-1 0 0 0,0 1 0 0 0,-1 0 0 0 0,1 0 0 0 0,-1-1 0 0 0,1 1 0 0 0,-1 0 0 0 0,0 0 0 0 0,0-1 0 0 0,0 1 0 0 0,-1-1 0 0 0,1 1 0 0 0,-1-1 1 0 0,1 0-1 0 0,-4 4 0 0 0,3-4 66 0 0,1-13 116 0 0,2 1-224 0 0,0 0 0 0 0,1 1 0 0 0,0-1 0 0 0,0 1 0 0 0,1 0 0 0 0,1 0 0 0 0,-1 0 0 0 0,2 0 0 0 0,-1 0 0 0 0,1 1 0 0 0,10-13 0 0 0,-1 2-38 0 0,1 1 0 0 0,1 0 0 0 0,30-26 0 0 0,-35 35-9 0 0,1 0 0 0 0,-1 2 1 0 0,1-1-1 0 0,0 1 0 0 0,1 1 1 0 0,0 0-1 0 0,15-5 0 0 0,-24 11 24 0 0,-1-1 1 0 0,0 1-1 0 0,1 0 0 0 0,-1 0 0 0 0,0 0 0 0 0,1 0 1 0 0,6 2-1 0 0,-7-2 15 0 0,-2 0 0 0 0,1 1 0 0 0,0 0 0 0 0,0-1 0 0 0,0 1 0 0 0,0 0 0 0 0,0 0 0 0 0,-1 0 0 0 0,1 0 0 0 0,0 0 1 0 0,-1 0-1 0 0,1 0 0 0 0,-1 1 0 0 0,1-1 0 0 0,-1 1 0 0 0,0-1 0 0 0,1 1 0 0 0,-1-1 0 0 0,0 1 0 0 0,0 0 0 0 0,1 2 0 0 0,13 37 60 0 0,-15-41-58 0 0,4 15-90 0 0,-2 1 1 0 0,2 29-1 0 0,4 21-2940 0 0,-7-60 1954 0 0,1 0 0 0 0,0 0 0 0 0,0 0 0 0 0,0 0 0 0 0,1-1-1 0 0,-1 1 1 0 0,1-1 0 0 0,7 9 0 0 0,1-1-4978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46 248 2276 0 0,'8'-19'7769'0'0,"1"-1"-3162"0"0,-9 18-4130 0 0,0 2-431 0 0,1 0-1 0 0,-1-1 1 0 0,0 1-1 0 0,0-1 1 0 0,0 1-1 0 0,1-1 1 0 0,-1 1-1 0 0,0 0 1 0 0,1-1-1 0 0,-1 1 1 0 0,0 0-1 0 0,1-1 1 0 0,-1 1-1 0 0,0 0 1 0 0,1 0-1 0 0,-1-1 1 0 0,1 1-1 0 0,-1 0 1 0 0,0 0-1 0 0,1-1 1 0 0,-1 1-1 0 0,1 0 1 0 0,-1 0-1 0 0,1 0 1 0 0,-1 0-1 0 0,1 0 1 0 0,-1 0-1 0 0,1 0 1 0 0,-1 0-1 0 0,1 0 0 0 0,-1 0 1 0 0,1 0-1 0 0,-1 0 1 0 0,0 0-1 0 0,1 0 1 0 0,-1 0-1 0 0,1 1 1 0 0,-1-1-1 0 0,1 0 1 0 0,15 6 599 0 0,0-4-339 0 0,-12-2-248 0 0,0 1 1 0 0,0-1-1 0 0,0 0 0 0 0,1 0 0 0 0,-1-1 0 0 0,0 1 0 0 0,0-1 1 0 0,0 0-1 0 0,0 0 0 0 0,0 0 0 0 0,0 0 0 0 0,0-1 0 0 0,-1 0 1 0 0,1 0-1 0 0,0 0 0 0 0,4-3 0 0 0,-4 1-43 0 0,-1 1 0 0 0,0-1-1 0 0,0 0 1 0 0,0 1 0 0 0,-1-1 0 0 0,1 0 0 0 0,-1-1 0 0 0,0 1-1 0 0,0 0 1 0 0,0-1 0 0 0,-1 1 0 0 0,1-1 0 0 0,0-7-1 0 0,0 2 11 0 0,-1 0 0 0 0,-1 0 1 0 0,0 0-1 0 0,-1-14 0 0 0,-1-7 89 0 0,3 30-120 0 0,-1 0 1 0 0,0-1 0 0 0,0 1 0 0 0,-1 0-1 0 0,1 0 1 0 0,0 0 0 0 0,0-1-1 0 0,-1 1 1 0 0,1 0 0 0 0,0 0-1 0 0,-1 0 1 0 0,1 0 0 0 0,-1 0-1 0 0,0 0 1 0 0,1 0 0 0 0,-1 0-1 0 0,0 0 1 0 0,1 0 0 0 0,-1 0 0 0 0,0 0-1 0 0,0 1 1 0 0,0-1 0 0 0,0 0-1 0 0,0 1 1 0 0,0-1 0 0 0,0 0-1 0 0,0 1 1 0 0,0-1 0 0 0,0 1-1 0 0,0 0 1 0 0,0-1 0 0 0,-1 1 0 0 0,-1-1-1 0 0,1 1-7 0 0,-1 0 0 0 0,0 0-1 0 0,0 0 1 0 0,0 0 0 0 0,0 0-1 0 0,1 1 1 0 0,-1-1 0 0 0,0 1 0 0 0,0 0-1 0 0,1 0 1 0 0,-1 0 0 0 0,-3 1-1 0 0,-3 4-8 0 0,-1 1 0 0 0,1-1 0 0 0,0 2-1 0 0,1-1 1 0 0,-1 1 0 0 0,2 1 0 0 0,-1 0-1 0 0,1 0 1 0 0,0 0 0 0 0,1 1-1 0 0,-6 11 1 0 0,3-2 28 0 0,0 0 0 0 0,1 0-1 0 0,1 1 1 0 0,1-1 0 0 0,-4 27 0 0 0,9-39-147 0 0,0-1 1 0 0,0 1-1 0 0,1 0 0 0 0,0 0 1 0 0,0-1-1 0 0,1 1 1 0 0,0 0-1 0 0,0-1 0 0 0,0 1 1 0 0,1 0-1 0 0,0-1 1 0 0,0 0-1 0 0,5 10 1 0 0,-5-13-237 0 0,0 0 0 0 0,0-1 1 0 0,0 1-1 0 0,0 0 0 0 0,0-1 1 0 0,1 1-1 0 0,0-1 1 0 0,-1 0-1 0 0,1 0 0 0 0,0 0 1 0 0,0 0-1 0 0,0 0 0 0 0,0-1 1 0 0,0 1-1 0 0,0-1 0 0 0,1 0 1 0 0,-1 0-1 0 0,0 0 1 0 0,1 0-1 0 0,-1-1 0 0 0,0 1 1 0 0,1-1-1 0 0,-1 0 0 0 0,1 0 1 0 0,-1 0-1 0 0,1-1 1 0 0,4 0-1 0 0,8-2-3455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2276 0 0,'14'-19'2701'0'0,"1"1"0"0"0,20-18-1 0 0,-35 35-2649 0 0,1 1 0 0 0,0 0 0 0 0,-1-1 0 0 0,1 1 0 0 0,0 0 0 0 0,-1-1-1 0 0,1 1 1 0 0,0 0 0 0 0,-1 0 0 0 0,1-1 0 0 0,0 1 0 0 0,0 0 0 0 0,-1 0 0 0 0,1 0-1 0 0,0 0 1 0 0,0 0 0 0 0,-1 0 0 0 0,1 0 0 0 0,0 0 0 0 0,-1 0 0 0 0,1 1 0 0 0,0-1-1 0 0,0 0 1 0 0,-1 0 0 0 0,1 1 0 0 0,0-1 0 0 0,-1 0 0 0 0,1 1 0 0 0,0-1 0 0 0,-1 0-1 0 0,2 2 1 0 0,12 16 1032 0 0,-9-7-718 0 0,-1 1 0 0 0,-1-1 0 0 0,0 1-1 0 0,-1 0 1 0 0,0 0 0 0 0,-1 0 0 0 0,0 16-1 0 0,-7 85 888 0 0,1-80-107 0 0,-11 43 0 0 0,15-72-870 0 0,-4 5 234 0 0,1-9-35 0 0,4-1-465 0 0,0 1 0 0 0,-1-1 0 0 0,1 0 0 0 0,0 1 0 0 0,0-1 0 0 0,-1 1 0 0 0,1-1 0 0 0,0 0 0 0 0,0 1 0 0 0,0-1 0 0 0,0 0 0 0 0,0 1 0 0 0,0-1 0 0 0,0 1 0 0 0,0-1 0 0 0,0 0 0 0 0,0 1 0 0 0,1-1 0 0 0,-1 0 0 0 0,0 1 0 0 0,0-1 0 0 0,0 1 0 0 0,1-1 0 0 0,12-23-46 0 0,1 1 1 0 0,1 1 0 0 0,1 1-1 0 0,1 0 1 0 0,35-33 0 0 0,-19 24-84 0 0,1 2 0 0 0,66-41 1 0 0,-95 66 98 0 0,0 0 0 0 0,0 0 0 0 0,0 1-1 0 0,0 0 1 0 0,0 0 0 0 0,1 0 0 0 0,-1 1 0 0 0,1 0 0 0 0,-1 0 0 0 0,1 0 0 0 0,-1 0 0 0 0,1 1-1 0 0,0 0 1 0 0,10 2 0 0 0,-14-2 25 0 0,1 1 0 0 0,-1 0 0 0 0,1 0-1 0 0,-1 0 1 0 0,0 1 0 0 0,1-1 0 0 0,-1 1 0 0 0,0-1-1 0 0,0 1 1 0 0,0 0 0 0 0,0-1 0 0 0,0 1 0 0 0,-1 0 0 0 0,1 0-1 0 0,-1 1 1 0 0,1-1 0 0 0,-1 0 0 0 0,0 0 0 0 0,1 1-1 0 0,-1-1 1 0 0,0 1 0 0 0,-1-1 0 0 0,2 5 0 0 0,0 0 32 0 0,-1 1 0 0 0,1-1 0 0 0,-1 1 0 0 0,-1 0 0 0 0,0-1 0 0 0,-1 12 0 0 0,-12 59 202 0 0,8-53-1775 0 0,0 0 0 0 0,0 37-1 0 0,6-41-1548 0 0,4-9-1746 0 0,1-3-945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3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129 170 2196 0 0,'22'-53'6448'0'0,"-11"28"-2288"0"0,-1-2 1 0 0,10-38-1 0 0,-20 65-4109 0 0,0 1 0 0 0,0-1 0 0 0,0 0 0 0 0,0 0 0 0 0,0 1 0 0 0,0-1 0 0 0,0 0 0 0 0,0 0-1 0 0,0 1 1 0 0,1-1 0 0 0,-1 0 0 0 0,0 0 0 0 0,0 1 0 0 0,0-1 0 0 0,0 0 0 0 0,1 0 0 0 0,-1 0 0 0 0,0 1 0 0 0,0-1 0 0 0,0 0-1 0 0,1 0 1 0 0,-1 0 0 0 0,0 0 0 0 0,0 1 0 0 0,1-1 0 0 0,-1 0 0 0 0,0 0 0 0 0,0 0 0 0 0,1 0 0 0 0,-1 0 0 0 0,0 0-1 0 0,1 0 1 0 0,-1 0 0 0 0,0 0 0 0 0,0 0 0 0 0,1 0 0 0 0,-1 0 0 0 0,0 0 0 0 0,1 0 0 0 0,-1 0 0 0 0,0 0 0 0 0,0 0 0 0 0,1 0-1 0 0,-1-1 1 0 0,0 1 0 0 0,0 0 0 0 0,1 0 0 0 0,-1 0 0 0 0,0 0 0 0 0,0 0 0 0 0,0-1 0 0 0,1 1 0 0 0,-1 0 0 0 0,0 0-1 0 0,0-1 1 0 0,0 1 0 0 0,1 0 0 0 0,-1 0 0 0 0,0 0 0 0 0,0-1 0 0 0,1 27 659 0 0,-1 0 0 0 0,-1 0 0 0 0,-2 0 0 0 0,-8 38 0 0 0,-33 105 3779 0 0,27-112-3992 0 0,-41 112-497 0 0,32-101 0 0 0,-17 73 0 0 0,42-114-3040 0 0,1-26 2916 0 0,0-1 1 0 0,0 1-1 0 0,0 0 1 0 0,0 0-1 0 0,0 0 1 0 0,1-1-1 0 0,-1 1 1 0 0,0 0-1 0 0,0 0 1 0 0,1-1-1 0 0,-1 1 0 0 0,1 0 1 0 0,-1 0-1 0 0,1-1 1 0 0,-1 1-1 0 0,1-1 1 0 0,-1 1-1 0 0,1 0 1 0 0,-1-1-1 0 0,1 1 1 0 0,0-1-1 0 0,-1 1 1 0 0,1-1-1 0 0,0 0 0 0 0,0 1 1 0 0,-1-1-1 0 0,1 0 1 0 0,0 1-1 0 0,0-1 1 0 0,-1 0-1 0 0,2 0 1 0 0,3 1-664 0 0,-1-1 0 0 0,1 0 0 0 0,0 0 0 0 0,-1 0-1 0 0,1-1 1 0 0,-1 0 0 0 0,1 0 0 0 0,-1 0 0 0 0,1 0 0 0 0,6-4 0 0 0,15-9-5947 0 0,-4 0-1244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77 2096 0 0,'-90'-20'9097'0'0,"-28"-4"664"0"0,103 20-7845 0 0,28 2-1739 0 0,26-1-853 0 0,141-2-4164 0 0,-61-8-4388 0 0,-87 8 3329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0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54 1792 0 0,'30'-49'17286'0'0,"-23"45"-16314"0"0,-10 43-582 0 0,-1 0 0 0 0,-12 45 0 0 0,12-63-297 0 0,-1 1-147 0 0,-11 76-1412 0 0,15-87-401 0 0,0 0-1 0 0,1 0 1 0 0,3 18-1 0 0,4-15-8051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1588 0 0,'45'-94'15606'0'0,"-44"93"-14855"0"0,8 7-372 0 0,-8-3-247 0 0,1 1 0 0 0,-1 0 0 0 0,0 0 0 0 0,-1 0-1 0 0,1 0 1 0 0,-1 0 0 0 0,0 0 0 0 0,0 8 0 0 0,0-2 163 0 0,0 76 1237 0 0,-15 120 0 0 0,10-165-593 0 0,2-21 1840 0 0,0-16-951 0 0,2-13-1247 0 0,2-4-555 0 0,1-1 0 0 0,0 1 1 0 0,0 0-1 0 0,2 0 0 0 0,-1 0 1 0 0,2 0-1 0 0,0 1 0 0 0,7-15 1 0 0,0 4-81 0 0,1 0 0 0 0,2 1 0 0 0,21-26 1 0 0,-23 32-5 0 0,0 2 0 0 0,1 0 0 0 0,0 1 0 0 0,1 0 0 0 0,0 1 0 0 0,1 1 0 0 0,1 0 1 0 0,0 2-1 0 0,0-1 0 0 0,1 2 0 0 0,32-11 0 0 0,-47 18 29 0 0,0 0 1 0 0,0 1-1 0 0,1-1 0 0 0,-1 0 1 0 0,0 1-1 0 0,1 0 0 0 0,-1 0 1 0 0,0 0-1 0 0,1 0 0 0 0,-1 0 0 0 0,0 1 1 0 0,1-1-1 0 0,-1 1 0 0 0,0 0 1 0 0,0 0-1 0 0,0 0 0 0 0,0 1 1 0 0,5 2-1 0 0,-5-2 12 0 0,1 1 0 0 0,-1 0 0 0 0,0 1 0 0 0,0-1 0 0 0,0 0 0 0 0,0 1 0 0 0,-1-1 0 0 0,1 1 0 0 0,-1 0 0 0 0,0 0 0 0 0,0 0 0 0 0,1 5 0 0 0,3 10 22 0 0,-2 1 0 0 0,0-1 0 0 0,-1 1 0 0 0,1 35 0 0 0,-4-52-2 0 0,2 49 71 0 0,-2-22 192 0 0,7 42 0 0 0,-7-70-245 0 0,0-2-50 0 0,0 1 0 0 0,0-1 1 0 0,0 1-1 0 0,1-1 0 0 0,-1 0 1 0 0,0 1-1 0 0,0-1 0 0 0,0 0 1 0 0,0 1-1 0 0,1-1 0 0 0,-1 0 1 0 0,0 1-1 0 0,0-1 0 0 0,1 0 1 0 0,-1 0-1 0 0,0 1 0 0 0,0-1 1 0 0,1 0-1 0 0,-1 0 0 0 0,0 1 1 0 0,1-1-1 0 0,-1 0 0 0 0,0 0 1 0 0,1 0-1 0 0,-1 0 0 0 0,0 1 1 0 0,1-1-1 0 0,-1 0 0 0 0,1 0 1 0 0,-1 0-1 0 0,0 0 0 0 0,1 0 1 0 0,17-2-1814 0 0,-8-3 387 0 0,-1 0 1 0 0,1-1-1 0 0,-1 0 0 0 0,13-10 1 0 0,15-16-6841 0 0,-20 15 842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29 5949 0 0,'-2'-1'2971'0'0,"-11"-5"991"0"0,-9-4 3354 0 0,14 6-6363 0 0,6 3-448 0 0,-5-2-302 0 0,-3 0-4761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307 142 1856 0 0,'6'-8'1742'0'0,"0"0"1"0"0,-1-1-1 0 0,0 0 0 0 0,4-11 0 0 0,-7 17-1337 0 0,-1 0 0 0 0,0-1 0 0 0,-1 1 0 0 0,1-1 0 0 0,-1 1 0 0 0,1-1 0 0 0,-1 1 0 0 0,0-1 0 0 0,0 1 0 0 0,-1-1 0 0 0,1 1 0 0 0,-1 0 0 0 0,1-1 0 0 0,-3-5 0 0 0,2 7-334 0 0,0 0 1 0 0,0 0-1 0 0,0 0 1 0 0,0 1 0 0 0,0-1-1 0 0,-1 0 1 0 0,1 1 0 0 0,0-1-1 0 0,-1 1 1 0 0,1-1 0 0 0,-1 1-1 0 0,1 0 1 0 0,-1 0 0 0 0,0-1-1 0 0,0 1 1 0 0,0 0 0 0 0,1 1-1 0 0,-1-1 1 0 0,0 0 0 0 0,0 0-1 0 0,0 1 1 0 0,0-1 0 0 0,0 1-1 0 0,0 0 1 0 0,-1 0 0 0 0,1-1-1 0 0,-2 2 1 0 0,-1-1-60 0 0,-1 0 1 0 0,0 1-1 0 0,1 0 0 0 0,-1 0 1 0 0,1 0-1 0 0,0 1 0 0 0,-1-1 1 0 0,-7 5-1 0 0,-5 5 10 0 0,0 0 0 0 0,1 2 1 0 0,0 0-1 0 0,1 1 0 0 0,0 0 0 0 0,1 2 0 0 0,1 0 0 0 0,0 0 1 0 0,1 1-1 0 0,1 1 0 0 0,1 0 0 0 0,1 0 0 0 0,0 1 0 0 0,1 1 1 0 0,-7 23-1 0 0,14-37-3 0 0,0-1 1 0 0,1 1 0 0 0,0-1 0 0 0,0 1-1 0 0,1 0 1 0 0,-1-1 0 0 0,1 1-1 0 0,0 0 1 0 0,1-1 0 0 0,-1 1 0 0 0,3 7-1 0 0,-3-11-6 0 0,1 1 0 0 0,0-1 0 0 0,0 0 0 0 0,1 0 0 0 0,-1 0-1 0 0,0 1 1 0 0,1-1 0 0 0,-1 0 0 0 0,1-1 0 0 0,-1 1 0 0 0,1 0-1 0 0,0 0 1 0 0,0-1 0 0 0,0 1 0 0 0,0-1 0 0 0,0 0 0 0 0,0 1-1 0 0,0-1 1 0 0,1 0 0 0 0,-1 0 0 0 0,0 0 0 0 0,1-1 0 0 0,-1 1-1 0 0,0-1 1 0 0,1 1 0 0 0,-1-1 0 0 0,1 0 0 0 0,2 0-1 0 0,8 0 5 0 0,0-1 0 0 0,-1 0 0 0 0,0-1 0 0 0,1 0-1 0 0,-1-1 1 0 0,0 0 0 0 0,0-1 0 0 0,0-1 0 0 0,-1 0-1 0 0,1 0 1 0 0,20-15 0 0 0,-3 0 9 0 0,-1-1 0 0 0,-1-1 0 0 0,25-27 0 0 0,-9 2 583 0 0,32-32 1697 0 0,-58 66-2455 0 0,-15 12 154 0 0,3 13-80 0 0,-4 7 87 0 0,-1-1-1 0 0,-1 0 1 0 0,0 0-1 0 0,-1 0 1 0 0,-1 0 0 0 0,-6 18-1 0 0,3-10-2403 0 0,-5 49-1 0 0,10-66 1401 0 0,0 15-2314 0 0,2-10-2152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2888 0 0,'3'-7'1147'0'0,"1"-1"0"0"0,1 1 0 0 0,-1 0 0 0 0,1 0 0 0 0,0 1 0 0 0,0 0 0 0 0,1-1 0 0 0,11-8 0 0 0,-16 15-1098 0 0,0-1 0 0 0,0 1 0 0 0,0 0 0 0 0,0-1 0 0 0,0 1 0 0 0,0 0 0 0 0,0 0 0 0 0,0 0 0 0 0,0 0 0 0 0,0 0 0 0 0,0 0 1 0 0,0 0-1 0 0,0 0 0 0 0,0 0 0 0 0,0 0 0 0 0,0 0 0 0 0,0 1 0 0 0,0-1 0 0 0,0 1 0 0 0,0-1 0 0 0,0 0 0 0 0,2 2 0 0 0,16 14 1042 0 0,-12-7-721 0 0,-1 0-1 0 0,-1 1 1 0 0,1-1-1 0 0,-2 1 1 0 0,1 0-1 0 0,-1 1 1 0 0,-1-1-1 0 0,0 1 1 0 0,-1 0-1 0 0,0 0 1 0 0,0 0-1 0 0,0 17 1 0 0,-2-20-96 0 0,-1 0 0 0 0,1 0 0 0 0,-1 0 0 0 0,-1 0 0 0 0,1-1 0 0 0,-2 1 1 0 0,1 0-1 0 0,-6 11 0 0 0,7-18 12 0 0,1 0-228 0 0,0-1-1 0 0,-1 1 0 0 0,1 0 0 0 0,0-1 1 0 0,-1 0-1 0 0,1 1 0 0 0,-1-1 0 0 0,1 1 1 0 0,-1-1-1 0 0,1 0 0 0 0,-1 1 0 0 0,1-1 0 0 0,-1 0 1 0 0,1 1-1 0 0,-1-1 0 0 0,1 0 0 0 0,-1 0 1 0 0,-1 1-1 0 0,1-3-37 0 0,-1 0-1 0 0,1 1 1 0 0,-1-1-1 0 0,1 0 1 0 0,0 0 0 0 0,0 0-1 0 0,0 0 1 0 0,0 0 0 0 0,0-1-1 0 0,0 1 1 0 0,0 0 0 0 0,1 0-1 0 0,-1 0 1 0 0,1-1 0 0 0,0 1-1 0 0,0 0 1 0 0,-1-1 0 0 0,2 1-1 0 0,-1 0 1 0 0,0-1 0 0 0,0 1-1 0 0,1 0 1 0 0,0-3 0 0 0,2-11-34 0 0,1 1 1 0 0,7-18 0 0 0,-10 30 13 0 0,4-10-36 0 0,0 1-1 0 0,1 0 1 0 0,1 1 0 0 0,0 0 0 0 0,0 0 0 0 0,1 0-1 0 0,1 1 1 0 0,0 0 0 0 0,0 1 0 0 0,0 0-1 0 0,2 0 1 0 0,-1 1 0 0 0,1 0 0 0 0,0 1 0 0 0,0 0-1 0 0,1 1 1 0 0,0 0 0 0 0,0 1 0 0 0,0 0-1 0 0,1 1 1 0 0,0 1 0 0 0,0 0 0 0 0,14-2 0 0 0,-24 4 24 0 0,0 1 1 0 0,0-1 0 0 0,1 1 0 0 0,-1 0 0 0 0,0 0 0 0 0,0 0 0 0 0,0 0 0 0 0,0 1 0 0 0,0-1-1 0 0,0 1 1 0 0,0 0 0 0 0,0 0 0 0 0,0 0 0 0 0,0 0 0 0 0,-1 0 0 0 0,1 0 0 0 0,0 1 0 0 0,-1-1 0 0 0,1 1-1 0 0,-1 0 1 0 0,1 0 0 0 0,-1 0 0 0 0,0 0 0 0 0,0 0 0 0 0,0 1 0 0 0,0-1 0 0 0,0 1 0 0 0,0-1 0 0 0,-1 1-1 0 0,1 0 1 0 0,-1-1 0 0 0,0 1 0 0 0,0 0 0 0 0,1 3 0 0 0,1 8-60 0 0,-1 0 0 0 0,-1 0-1 0 0,0 0 1 0 0,0 0 0 0 0,-4 27 0 0 0,2-25-278 0 0,0-8-316 0 0,1 0 0 0 0,0 0-1 0 0,0 0 1 0 0,1 0-1 0 0,2 9 1 0 0,-3-15 167 0 0,1 0 0 0 0,0 1 0 0 0,0-1 0 0 0,0 1 0 0 0,0-1 0 0 0,0 0 0 0 0,0 0 0 0 0,1 0 0 0 0,-1 1 0 0 0,1-2 0 0 0,-1 1 0 0 0,1 0 0 0 0,0 0 0 0 0,0 0 0 0 0,0-1 0 0 0,0 1 0 0 0,0-1 0 0 0,0 1 0 0 0,5 1 0 0 0,6 2-5619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74 488 0 0,'1'-2'2271'0'0,"3"-6"-314"0"0,-2 5-655 0 0,0-1 0 0 0,-1 1 1 0 0,1-1-1 0 0,-1 0 0 0 0,0 1 0 0 0,0-1 1 0 0,1-5-1 0 0,-1 35-1177 0 0,0-1 0 0 0,7 34 0 0 0,-7-55-104 0 0,0 0-1 0 0,-1 0 1 0 0,1 0 0 0 0,1 0 0 0 0,-1 0 0 0 0,1 0 0 0 0,-1 0-1 0 0,1-1 1 0 0,0 1 0 0 0,0 0 0 0 0,1-1 0 0 0,-1 0 0 0 0,1 1-1 0 0,-1-1 1 0 0,1 0 0 0 0,0-1 0 0 0,1 1 0 0 0,-1 0 0 0 0,0-1-1 0 0,1 0 1 0 0,-1 1 0 0 0,1-1 0 0 0,0-1 0 0 0,-1 1 0 0 0,1 0-1 0 0,0-1 1 0 0,0 0 0 0 0,0 0 0 0 0,0 0 0 0 0,0-1 0 0 0,1 1-1 0 0,-1-1 1 0 0,0 0 0 0 0,0 0 0 0 0,0 0 0 0 0,0-1 0 0 0,0 1-1 0 0,0-1 1 0 0,4-2 0 0 0,0 1-6 0 0,0 0-1 0 0,-1 0 0 0 0,0-1 1 0 0,0-1-1 0 0,0 1 0 0 0,0-1 1 0 0,0 0-1 0 0,-1-1 0 0 0,1 1 1 0 0,-1-1-1 0 0,-1-1 0 0 0,1 1 1 0 0,6-9-1 0 0,3-6 39 0 0,-1-1-1 0 0,21-42 1 0 0,-8 14 408 0 0,-27 49-466 0 0,0-1 1 0 0,0 1-1 0 0,0 0 0 0 0,-1 0 0 0 0,1 0 1 0 0,0 0-1 0 0,0 0 0 0 0,0 0 0 0 0,0-1 1 0 0,0 1-1 0 0,0 0 0 0 0,1 0 0 0 0,-1 0 0 0 0,0 0 1 0 0,0 0-1 0 0,0 0 0 0 0,0 0 0 0 0,0-1 1 0 0,0 1-1 0 0,0 0 0 0 0,0 0 0 0 0,0 0 1 0 0,0 0-1 0 0,0 0 0 0 0,0 0 0 0 0,0 0 1 0 0,0-1-1 0 0,1 1 0 0 0,-1 0 0 0 0,0 0 0 0 0,0 0 1 0 0,0 0-1 0 0,0 0 0 0 0,0 0 0 0 0,0 0 1 0 0,0 0-1 0 0,1 0 0 0 0,-1 0 0 0 0,0 0 1 0 0,0 0-1 0 0,0 0 0 0 0,0 0 0 0 0,0 0 0 0 0,0 0 1 0 0,1 0-1 0 0,-1 0 0 0 0,0 0 0 0 0,0 0 1 0 0,0 0-1 0 0,0 0 0 0 0,0 0 0 0 0,0 0 1 0 0,1 0-1 0 0,-1 0 0 0 0,0 0 0 0 0,0 0 0 0 0,0 0 1 0 0,0 0-1 0 0,0 0 0 0 0,0 1 0 0 0,0-1 1 0 0,1 0-1 0 0,-1 0 0 0 0,0 0 0 0 0,0 0 1 0 0,1 14-65 0 0,-4 22 282 0 0,3-34-177 0 0,-71 378 3256 0 0,63-346-3093 0 0,-83 297 829 0 0,60-241-481 0 0,-69 139 0 0 0,83-198-37 0 0,-1 0 0 0 0,-1-1 0 0 0,-44 51 0 0 0,52-69-247 0 0,0 0 0 0 0,0-2 0 0 0,-1 1 0 0 0,0-1 0 0 0,-1-1 1 0 0,0 0-1 0 0,-1-1 0 0 0,0-1 0 0 0,0 0 0 0 0,0-1 0 0 0,-19 6 0 0 0,26-10-221 0 0,1 0 1 0 0,-1-1-1 0 0,0 0 0 0 0,1-1 0 0 0,-1 1 1 0 0,0-1-1 0 0,0 0 0 0 0,1-1 1 0 0,-1 0-1 0 0,0 0 0 0 0,1 0 1 0 0,-1-1-1 0 0,1 0 0 0 0,-1 0 1 0 0,1 0-1 0 0,0-1 0 0 0,0 0 1 0 0,0-1-1 0 0,0 1 0 0 0,1-1 1 0 0,-1 0-1 0 0,1 0 0 0 0,0-1 1 0 0,0 1-1 0 0,1-1 0 0 0,-1 0 1 0 0,1-1-1 0 0,0 1 0 0 0,0-1 0 0 0,1 0 1 0 0,0 0-1 0 0,0 0 0 0 0,0 0 1 0 0,1 0-1 0 0,0-1 0 0 0,0 1 1 0 0,-2-11-1 0 0,3 1-166 0 0,1 1-1 0 0,0 0 1 0 0,0 0 0 0 0,2-1 0 0 0,0 1-1 0 0,0 0 1 0 0,2 0 0 0 0,0 1 0 0 0,0-1-1 0 0,2 1 1 0 0,0 0 0 0 0,15-27 0 0 0,2 3-411 0 0,1 2 1 0 0,2 1-1 0 0,38-41 1 0 0,-23 33-834 0 0,1 3-1 0 0,2 1 1 0 0,89-59-1 0 0,64-15-9578 0 0,-151 89 4079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171 112 2288 0 0,'4'-19'4362'0'0,"1"-15"3978"0"0,-24 44-7339 0 0,1 9-772 0 0,0 0 0 0 0,2 2 0 0 0,0 0 1 0 0,2 1-1 0 0,0 1 0 0 0,1 0 0 0 0,-13 34 0 0 0,21-45-179 0 0,1-1 0 0 0,0 1 1 0 0,0 1-1 0 0,1-1 0 0 0,-2 23 0 0 0,5-32-38 0 0,0-1 0 0 0,0 1-1 0 0,0 0 1 0 0,0-1 0 0 0,0 1 0 0 0,0 0 0 0 0,1-1 0 0 0,-1 1 0 0 0,1 0 0 0 0,0-1 0 0 0,-1 1 0 0 0,1-1 0 0 0,1 1 0 0 0,-1-1 0 0 0,0 0 0 0 0,0 0 0 0 0,1 1-1 0 0,0-1 1 0 0,-1 0 0 0 0,1 0 0 0 0,0 0 0 0 0,0 0 0 0 0,0-1 0 0 0,0 1 0 0 0,0 0 0 0 0,0-1 0 0 0,1 0 0 0 0,-1 1 0 0 0,0-1 0 0 0,1 0 0 0 0,-1 0-1 0 0,6 1 1 0 0,-2-1 2 0 0,0 0 0 0 0,0-1 0 0 0,1 1 0 0 0,-1-1 0 0 0,0-1-1 0 0,0 1 1 0 0,0-1 0 0 0,0 0 0 0 0,1-1 0 0 0,-1 1 0 0 0,-1-1 0 0 0,1 0-1 0 0,0-1 1 0 0,0 1 0 0 0,-1-1 0 0 0,1 0 0 0 0,-1-1 0 0 0,0 1 0 0 0,0-1-1 0 0,0 0 1 0 0,-1 0 0 0 0,0-1 0 0 0,6-6 0 0 0,0-1-1 0 0,0-1 0 0 0,-1 0-1 0 0,0 0 1 0 0,-1-1 0 0 0,-1-1 0 0 0,0 1 0 0 0,8-28 0 0 0,-9 21 8 0 0,-1 1 0 0 0,-1-1 1 0 0,2-30-1 0 0,-6 42-33 0 0,0-1 0 0 0,0 0 0 0 0,-1 1 0 0 0,0-1 1 0 0,0 0-1 0 0,-1 1 0 0 0,0-1 0 0 0,-1 1 0 0 0,-6-14 0 0 0,8 21-81 0 0,0 0 0 0 0,0 0-1 0 0,1 1 1 0 0,-2-1-1 0 0,1 1 1 0 0,0-1-1 0 0,0 1 1 0 0,0-1 0 0 0,-1 1-1 0 0,1 0 1 0 0,0 0-1 0 0,-1-1 1 0 0,1 1-1 0 0,-1 0 1 0 0,0 0 0 0 0,1 0-1 0 0,-1 1 1 0 0,0-1-1 0 0,0 0 1 0 0,1 1-1 0 0,-1-1 1 0 0,0 1 0 0 0,0 0-1 0 0,0-1 1 0 0,0 1-1 0 0,0 0 1 0 0,0 0-1 0 0,1 0 1 0 0,-1 0 0 0 0,0 1-1 0 0,0-1 1 0 0,0 0-1 0 0,0 1 1 0 0,-3 1-1 0 0,2-1-493 0 0,-1 1 0 0 0,1-1 0 0 0,0 1-1 0 0,-1 0 1 0 0,1 0 0 0 0,0 1 0 0 0,0-1-1 0 0,1 1 1 0 0,-1-1 0 0 0,0 1 0 0 0,1 0-1 0 0,0 0 1 0 0,-1 0 0 0 0,1 0 0 0 0,0 0-1 0 0,-1 4 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25 584 0 0,'7'-13'2365'0'0,"0"2"3851"0"0,-5 11-3994 0 0,0 8-1972 0 0,-2-1 117 0 0,0 0 1 0 0,0 0-1 0 0,-1 0 0 0 0,0 0 1 0 0,0-1-1 0 0,-1 1 0 0 0,-4 11 1 0 0,-1 4 339 0 0,-61 204 2727 0 0,3-15-2455 0 0,51-154-1260 0 0,-13 100-1 0 0,25-142-457 0 0,1 1-1 0 0,2 20 1 0 0,6-4-2166 0 0,-6-29 2022 0 0,0 1 0 0 0,1-1-1 0 0,0 1 1 0 0,0-1-1 0 0,0 0 1 0 0,3 4 0 0 0,3 4-4540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137 241 552 0 0,'-22'-14'4069'0'0,"0"1"0"0"0,-43-19 0 0 0,62 31-3676 0 0,2 1-365 0 0,0 0 0 0 0,0 0 0 0 0,0 0 1 0 0,1-1-1 0 0,-1 1 0 0 0,0 0 0 0 0,0 0 0 0 0,0 0 0 0 0,0 1 1 0 0,0-1-1 0 0,0 0 0 0 0,0 0 0 0 0,0 0 0 0 0,0 1 0 0 0,0-1 1 0 0,1 0-1 0 0,-1 1 0 0 0,0-1 0 0 0,0 1 0 0 0,0-1 0 0 0,1 1 1 0 0,-1-1-1 0 0,0 1 0 0 0,0 0 0 0 0,1-1 0 0 0,-1 1 0 0 0,0 1 1 0 0,1-2-22 0 0,0 1 0 0 0,0-1 0 0 0,0 1 0 0 0,0-1 1 0 0,1 1-1 0 0,-1 0 0 0 0,0-1 0 0 0,0 1 0 0 0,0-1 0 0 0,1 0 1 0 0,-1 1-1 0 0,0-1 0 0 0,1 1 0 0 0,-1-1 0 0 0,0 1 1 0 0,1-1-1 0 0,-1 0 0 0 0,1 1 0 0 0,-1-1 0 0 0,1 0 0 0 0,-1 1 1 0 0,1-1-1 0 0,-1 0 0 0 0,1 0 0 0 0,-1 1 0 0 0,1-1 1 0 0,-1 0-1 0 0,1 0 0 0 0,15 7 105 0 0,0-2-396 0 0,-1-1 0 0 0,1 0 0 0 0,-1-1 0 0 0,1-1 0 0 0,0-1 0 0 0,0 0 0 0 0,22-2 0 0 0,-16-1-498 0 0,-1 0 0 0 0,1-2 0 0 0,-1 0 0 0 0,40-15 0 0 0,-50 14 552 0 0,0 0 0 0 0,0-1 0 0 0,0-1 0 0 0,-1 0 0 0 0,1 0 0 0 0,-2-1 0 0 0,1 0-1 0 0,15-18 1 0 0,-14 13 900 0 0,-1-1-1 0 0,0 0 1 0 0,0 0 0 0 0,-2-1-1 0 0,13-29 1 0 0,-20 41-97 0 0,-2 6-173 0 0,-7 12 34 0 0,-10 25 46 0 0,-25 84 1164 0 0,-45 209-1 0 0,63-225-1288 0 0,1-1 1492 0 0,24-105-1277 0 0,6-12-380 0 0,14-24-176 0 0,-6 8-118 0 0,0 0 0 0 0,2 2 0 0 0,1 0 0 0 0,1 1 0 0 0,39-40 0 0 0,-42 51 45 0 0,0 0 0 0 0,1 0 0 0 0,0 2 0 0 0,1 0-1 0 0,0 1 1 0 0,0 0 0 0 0,1 1 0 0 0,31-8 0 0 0,-47 15 53 0 0,0 1 1 0 0,0-1-1 0 0,0 1 1 0 0,0 0 0 0 0,0-1-1 0 0,0 1 1 0 0,0 0-1 0 0,0 0 1 0 0,0 1 0 0 0,0-1-1 0 0,0 0 1 0 0,0 1 0 0 0,0-1-1 0 0,0 1 1 0 0,0-1-1 0 0,0 1 1 0 0,0 0 0 0 0,-1 0-1 0 0,1 0 1 0 0,0 0-1 0 0,0 0 1 0 0,-1 1 0 0 0,1-1-1 0 0,-1 0 1 0 0,1 1-1 0 0,-1-1 1 0 0,1 1 0 0 0,-1-1-1 0 0,0 1 1 0 0,0 0 0 0 0,0 0-1 0 0,0-1 1 0 0,0 1-1 0 0,0 0 1 0 0,1 4 0 0 0,0 1 149 0 0,0 1 0 0 0,-1 0 0 0 0,1-1 0 0 0,-1 1 0 0 0,-1 0 0 0 0,0 0 0 0 0,-1 15 0 0 0,-17 70 503 0 0,12-70-520 0 0,1 1 0 0 0,2 0 0 0 0,-2 29 0 0 0,5-52-116 0 0,0 1 1 0 0,0-1-1 0 0,0 1 0 0 0,0-1 0 0 0,0 0 1 0 0,1 1-1 0 0,-1-1 0 0 0,0 0 0 0 0,1 1 0 0 0,-1-1 1 0 0,1 0-1 0 0,0 1 0 0 0,-1-1 0 0 0,1 0 1 0 0,0 0-1 0 0,0 0 0 0 0,0 1 0 0 0,0-1 1 0 0,0 0-1 0 0,0 0 0 0 0,0-1 0 0 0,0 1 1 0 0,0 0-1 0 0,0 0 0 0 0,1 0 0 0 0,-1-1 0 0 0,0 1 1 0 0,0-1-1 0 0,1 1 0 0 0,-1-1 0 0 0,1 1 1 0 0,-1-1-1 0 0,0 0 0 0 0,1 0 0 0 0,-1 1 1 0 0,1-1-1 0 0,-1 0 0 0 0,3-1 0 0 0,2 1-62 0 0,0-1-1 0 0,0 1 1 0 0,0-1-1 0 0,-1-1 1 0 0,1 1-1 0 0,0-1 1 0 0,-1 0-1 0 0,7-3 1 0 0,5-6-182 0 0,0 0 1 0 0,-1 0-1 0 0,0-2 1 0 0,-1 0-1 0 0,0-1 1 0 0,-1 0-1 0 0,-1-1 1 0 0,18-26-1 0 0,-10 11 145 0 0,-2-1 0 0 0,-2-1 0 0 0,26-64 0 0 0,-41 89 128 0 0,2-2-76 0 0,-1 0 0 0 0,0 0 0 0 0,2-11 1 0 0,-5 20 31 0 0,0-1 0 0 0,0 1 0 0 0,0 0 0 0 0,0-1 1 0 0,0 1-1 0 0,0 0 0 0 0,0 0 0 0 0,0-1 1 0 0,-1 1-1 0 0,1 0 0 0 0,0-1 0 0 0,0 1 0 0 0,0 0 1 0 0,0 0-1 0 0,0-1 0 0 0,0 1 0 0 0,-1 0 1 0 0,1 0-1 0 0,0-1 0 0 0,0 1 0 0 0,0 0 1 0 0,-1 0-1 0 0,1-1 0 0 0,0 1 0 0 0,0 0 0 0 0,-1 0 1 0 0,1 0-1 0 0,0 0 0 0 0,0 0 0 0 0,-1-1 1 0 0,1 1-1 0 0,0 0 0 0 0,0 0 0 0 0,-1 0 1 0 0,1 0-1 0 0,0 0 0 0 0,-1 0 0 0 0,1 0 0 0 0,0 0 1 0 0,-1 0-1 0 0,1 0 0 0 0,0 0 0 0 0,0 0 1 0 0,-1 0-1 0 0,1 0 0 0 0,0 0 0 0 0,-1 0 0 0 0,-12 4-51 0 0,13-4 61 0 0,-6 4-28 0 0,0 0-1 0 0,1 0 0 0 0,-1 0 1 0 0,1 1-1 0 0,0 0 0 0 0,0 0 1 0 0,0 0-1 0 0,1 1 0 0 0,-1-1 0 0 0,1 1 1 0 0,-4 9-1 0 0,5-10-1 0 0,-8 14 35 0 0,0 0 1 0 0,2 0 0 0 0,-14 42-1 0 0,19-49 43 0 0,1 0 0 0 0,0 0 0 0 0,1 0-1 0 0,0 0 1 0 0,1 1 0 0 0,0-1-1 0 0,1 1 1 0 0,3 16 0 0 0,-3-25-46 0 0,1 0 0 0 0,0-1 0 0 0,0 1 1 0 0,0-1-1 0 0,0 1 0 0 0,1-1 0 0 0,0 1 0 0 0,-1-1 1 0 0,1 0-1 0 0,0 0 0 0 0,1 0 0 0 0,-1 0 0 0 0,0 0 0 0 0,1 0 1 0 0,0-1-1 0 0,3 4 0 0 0,-1-3 20 0 0,0-1-1 0 0,0 1 1 0 0,0 0 0 0 0,0-1 0 0 0,1 0-1 0 0,-1 0 1 0 0,0-1 0 0 0,1 0-1 0 0,10 2 1 0 0,-3-3 13 0 0,1 1 0 0 0,-1-2 1 0 0,0 0-1 0 0,0 0 0 0 0,0-1 0 0 0,0-1 0 0 0,0 0 0 0 0,17-7 1 0 0,-16 4-40 0 0,0-1 1 0 0,-1-1 0 0 0,0 0-1 0 0,0-1 1 0 0,-1 0 0 0 0,0-1-1 0 0,-1 0 1 0 0,0-1 0 0 0,14-17-1 0 0,-12 11 135 0 0,-1 0 0 0 0,-1-1 0 0 0,0 0-1 0 0,-1 0 1 0 0,-1-1 0 0 0,9-29 0 0 0,-14 35-20 0 0,-1 0 1 0 0,-1 1-1 0 0,0-1 0 0 0,0-1 1 0 0,-2 1-1 0 0,0-20 1 0 0,0 32-129 0 0,-1 0 1 0 0,1 0-1 0 0,0-1 1 0 0,0 1-1 0 0,-1 0 1 0 0,1 0-1 0 0,-1 0 0 0 0,1 0 1 0 0,-1-1-1 0 0,0 1 1 0 0,1 0-1 0 0,-1 0 1 0 0,0 0-1 0 0,1 0 1 0 0,-1 0-1 0 0,0 1 1 0 0,0-1-1 0 0,0 0 1 0 0,0 0-1 0 0,0 1 0 0 0,0-1 1 0 0,0 0-1 0 0,0 1 1 0 0,-1-1-1 0 0,1 1 1 0 0,0-1-1 0 0,0 1 1 0 0,0 0-1 0 0,0-1 1 0 0,-1 1-1 0 0,1 0 1 0 0,0 0-1 0 0,-2 0 0 0 0,-1 0-10 0 0,1 0-1 0 0,-1 0 0 0 0,0 0 1 0 0,0 1-1 0 0,1 0 0 0 0,-1-1 0 0 0,-6 4 1 0 0,8-4-17 0 0,-1 11 115 0 0,3-10-66 0 0,0 0 1 0 0,1 0-1 0 0,-1 0 1 0 0,1 0-1 0 0,-1 0 0 0 0,1 0 1 0 0,0-1-1 0 0,-1 1 1 0 0,1 0-1 0 0,0 0 0 0 0,0 0 1 0 0,0 0-1 0 0,-1-1 1 0 0,1 1-1 0 0,0-1 0 0 0,0 1 1 0 0,0 0-1 0 0,0-1 1 0 0,0 1-1 0 0,0-1 0 0 0,0 0 1 0 0,0 1-1 0 0,2-1 1 0 0,27 6 134 0 0,-25-6-123 0 0,10 1 5 0 0,1 0-1 0 0,-1-1 1 0 0,1-1-1 0 0,-1-1 0 0 0,1 0 1 0 0,25-7-1 0 0,-7-2 536 0 0,57-25 1 0 0,-45 15 956 0 0,-44 20-1514 0 0,0 1 5 0 0,8-1-7 0 0,-10 1 7 0 0,0 1 0 0 0,0-1 1 0 0,0 0-1 0 0,1 0 0 0 0,-1 0 0 0 0,0 0 0 0 0,0 0 1 0 0,0 1-1 0 0,0-1 0 0 0,0 0 0 0 0,1 0 1 0 0,-1 0-1 0 0,0 1 0 0 0,0-1 0 0 0,0 0 0 0 0,0 0 1 0 0,0 0-1 0 0,0 1 0 0 0,0-1 0 0 0,0 0 1 0 0,0 0-1 0 0,0 1 0 0 0,0-1 0 0 0,0 0 1 0 0,0 0-1 0 0,0 0 0 0 0,0 1 0 0 0,0-1 0 0 0,0 0 1 0 0,0 0-1 0 0,0 1 0 0 0,0-1 0 0 0,0 0 1 0 0,0 0-1 0 0,0 0 0 0 0,-1 0 0 0 0,1 1 0 0 0,0-1 1 0 0,0 0-1 0 0,0 0 0 0 0,0 0 0 0 0,0 1 1 0 0,-1-1-1 0 0,1 0 0 0 0,0 0 0 0 0,0 0 0 0 0,0 0 1 0 0,0 0-1 0 0,-1 0 0 0 0,1 0 0 0 0,0 1 1 0 0,0-1-1 0 0,-1 0 0 0 0,-16 19 794 0 0,0 0-376 0 0,1 0 1 0 0,1 0 0 0 0,1 2 0 0 0,-20 36 0 0 0,32-54-494 0 0,0 1 0 0 0,1-1 0 0 0,0 1 0 0 0,0 0 0 0 0,0 0 0 0 0,0-1 0 0 0,0 1 0 0 0,1 0 0 0 0,-1 0 0 0 0,1 0 0 0 0,0 0 0 0 0,1 0 0 0 0,-1 0 0 0 0,0 0 0 0 0,1-1 0 0 0,0 1 0 0 0,2 7 0 0 0,-1-8-205 0 0,1 1-1 0 0,-1-1 1 0 0,0 0 0 0 0,1 0 0 0 0,0 0-1 0 0,0 0 1 0 0,-1-1 0 0 0,2 1-1 0 0,-1-1 1 0 0,0 1 0 0 0,0-1 0 0 0,1 0-1 0 0,-1 0 1 0 0,1-1 0 0 0,0 1 0 0 0,-1-1-1 0 0,8 2 1 0 0,14 3-2958 0 0,0-1 0 0 0,31 2 0 0 0,-9-3-4215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8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48 445 1532 0 0,'-16'17'5671'0'0,"12"-12"-5282"0"0,0 1-1 0 0,1-1 1 0 0,0 1-1 0 0,0-1 0 0 0,0 1 1 0 0,1 0-1 0 0,0 0 1 0 0,0 0-1 0 0,0 0 1 0 0,1 0-1 0 0,-1 7 0 0 0,2-11 221 0 0,10 5 855 0 0,-4-9-1344 0 0,1 0 1 0 0,-1 0-1 0 0,-1-1 1 0 0,1 1-1 0 0,0-1 1 0 0,-1-1-1 0 0,1 1 1 0 0,-1-1-1 0 0,0 0 1 0 0,0 0-1 0 0,0 0 1 0 0,-1-1-1 0 0,0 0 1 0 0,6-7-1 0 0,4-7-39 0 0,0-1 1 0 0,17-33-1 0 0,-21 31-23 0 0,0-1 0 0 0,-1 1-1 0 0,-1-2 1 0 0,-1 1 0 0 0,6-43-1 0 0,-11 47 12 0 0,0 0-1 0 0,-1 0 1 0 0,-1 0-1 0 0,-1-1 1 0 0,-1 1-1 0 0,-1 0 1 0 0,-9-34-1 0 0,12 50-77 0 0,-1 1-1 0 0,0 0 1 0 0,0 0-1 0 0,0 1 1 0 0,0-1-1 0 0,0 0 0 0 0,0 0 1 0 0,-1 0-1 0 0,1 1 1 0 0,-3-3-1 0 0,4 4 7 0 0,-1-1-1 0 0,0 0 0 0 0,1 1 1 0 0,-1-1-1 0 0,0 1 0 0 0,0 0 1 0 0,0-1-1 0 0,1 1 0 0 0,-1 0 1 0 0,0-1-1 0 0,0 1 0 0 0,0 0 1 0 0,0 0-1 0 0,0 0 0 0 0,0 0 1 0 0,0 0-1 0 0,0 0 0 0 0,0 0 1 0 0,1 0-1 0 0,-1 0 0 0 0,0 0 1 0 0,0 0-1 0 0,0 1 1 0 0,0-1-1 0 0,0 0 0 0 0,0 1 1 0 0,1-1-1 0 0,-1 0 0 0 0,-1 2 1 0 0,-3 1-9 0 0,0 0 1 0 0,1 1 0 0 0,-1 0 0 0 0,1 0 0 0 0,0 0 0 0 0,0 1 0 0 0,0 0 0 0 0,1-1 0 0 0,0 1 0 0 0,0 0 0 0 0,0 1 0 0 0,0-1 0 0 0,1 0 0 0 0,0 1 0 0 0,0 0 0 0 0,0-1 0 0 0,1 1 0 0 0,0 0 0 0 0,0 0 0 0 0,0 0 0 0 0,1 0 0 0 0,0-1 0 0 0,0 1 0 0 0,0 0 0 0 0,1 0 0 0 0,0 0 0 0 0,2 7 0 0 0,-2-11 12 0 0,-1-1 1 0 0,1 1-1 0 0,0 0 1 0 0,0-1-1 0 0,1 1 0 0 0,-1-1 1 0 0,0 1-1 0 0,0-1 1 0 0,1 0-1 0 0,-1 1 1 0 0,1-1-1 0 0,-1 0 1 0 0,1 0-1 0 0,-1 0 0 0 0,1 0 1 0 0,0 0-1 0 0,0-1 1 0 0,-1 1-1 0 0,1 0 1 0 0,3 0-1 0 0,35 5 27 0 0,-15-6-15 0 0,1 0 1 0 0,-1-2-1 0 0,46-9 0 0 0,72-26 67 0 0,-120 31-50 0 0,-15 3 113 0 0,1-1 1 0 0,-1 1 0 0 0,0-1 0 0 0,-1 0 0 0 0,1-1 0 0 0,-1 0 0 0 0,8-7 0 0 0,-13 11 67 0 0,-19 15-229 0 0,-2 5-15 0 0,2 1 0 0 0,0 2 0 0 0,1-1-1 0 0,1 2 1 0 0,-20 41 0 0 0,30-55 32 0 0,0 1 0 0 0,1 1 1 0 0,0-1-1 0 0,1 0 0 0 0,0 1 0 0 0,0 0 1 0 0,1 0-1 0 0,0 11 0 0 0,2-19-54 0 0,-1 1 0 0 0,1-1 0 0 0,1 0 0 0 0,-1 1 0 0 0,0-1 0 0 0,1 0-1 0 0,0 1 1 0 0,0-1 0 0 0,0 0 0 0 0,0 0 0 0 0,0 0 0 0 0,1 0 0 0 0,-1 0 0 0 0,1 0 0 0 0,0 0-1 0 0,0 0 1 0 0,0-1 0 0 0,0 1 0 0 0,0-1 0 0 0,1 1 0 0 0,-1-1 0 0 0,1 0 0 0 0,-1 0-1 0 0,1 0 1 0 0,0 0 0 0 0,0-1 0 0 0,0 1 0 0 0,0-1 0 0 0,6 3 0 0 0,4-1-328 0 0,1 1 1 0 0,0-2-1 0 0,1 0 1 0 0,-1 0-1 0 0,0-2 1 0 0,0 1-1 0 0,1-2 1 0 0,-1 0 0 0 0,0-1-1 0 0,16-3 1 0 0,-17 2 280 0 0,-1-1 0 0 0,1 0 0 0 0,-1 0 0 0 0,0-1 0 0 0,0-1 0 0 0,-1 0 0 0 0,0 0 1 0 0,0-1-1 0 0,0 0 0 0 0,-1-1 0 0 0,12-12 0 0 0,-16 13 321 0 0,-1 1 0 0 0,0-1 1 0 0,0-1-1 0 0,0 1 0 0 0,-1-1 0 0 0,0 0 0 0 0,0 0 1 0 0,3-14-1 0 0,0-3 1548 0 0,4-41-1 0 0,-6 29-449 0 0,-6 26-1097 0 0,-6 14-118 0 0,-8 16-112 0 0,8-3 8 0 0,0 0 1 0 0,2 0-1 0 0,0 1 0 0 0,1 0 0 0 0,-4 30 0 0 0,7-39 17 0 0,0-1 0 0 0,1 1-1 0 0,0 0 1 0 0,1 0 0 0 0,0-1-1 0 0,0 1 1 0 0,0 0 0 0 0,1-1-1 0 0,0 1 1 0 0,1-1 0 0 0,0 1 0 0 0,0-1-1 0 0,0 0 1 0 0,1-1 0 0 0,5 8-1 0 0,-5-9-1 0 0,0-1 0 0 0,1 0 0 0 0,0 1 0 0 0,0-2 0 0 0,0 1 0 0 0,0-1 0 0 0,0 0 0 0 0,1 0 0 0 0,-1 0 0 0 0,1-1 0 0 0,0 0 0 0 0,0 0 0 0 0,0 0 0 0 0,0-1 0 0 0,0 0 0 0 0,0 0 0 0 0,0 0-1 0 0,0-1 1 0 0,1 0 0 0 0,8-1 0 0 0,-8 1 1 0 0,1-1 1 0 0,-1 0-1 0 0,1-1 0 0 0,-1 0 0 0 0,0 0 0 0 0,0 0 0 0 0,1-1 0 0 0,-2 0 0 0 0,1 0 0 0 0,0-1 0 0 0,-1 0 0 0 0,1 0 0 0 0,-1 0 0 0 0,0-1 1 0 0,-1 0-1 0 0,8-8 0 0 0,-6 3 52 0 0,0 0 0 0 0,-1-1 0 0 0,0 1 1 0 0,-1-2-1 0 0,-1 1 0 0 0,1 0 0 0 0,-2-1 1 0 0,1 0-1 0 0,1-17 0 0 0,-2 11 109 0 0,-2 0 1 0 0,0 0-1 0 0,0 1 1 0 0,-2-1-1 0 0,-5-32 1 0 0,6 47-179 0 0,-1 1 0 0 0,1-1 0 0 0,-1 0 0 0 0,1 0 1 0 0,-1 1-1 0 0,0-1 0 0 0,0 1 0 0 0,0-1 1 0 0,0 1-1 0 0,-1-1 0 0 0,1 1 0 0 0,-1-1 1 0 0,1 1-1 0 0,-1 0 0 0 0,0 0 0 0 0,0 0 0 0 0,0 0 1 0 0,0 0-1 0 0,0 1 0 0 0,-1-1 0 0 0,1 0 1 0 0,0 1-1 0 0,-1 0 0 0 0,1-1 0 0 0,-1 1 1 0 0,1 0-1 0 0,-1 0 0 0 0,0 1 0 0 0,1-1 0 0 0,-1 1 1 0 0,0-1-1 0 0,0 1 0 0 0,1 0 0 0 0,-1 0 1 0 0,0 0-1 0 0,0 0 0 0 0,0 0 0 0 0,1 1 1 0 0,-6 0-1 0 0,5 0-179 0 0,-1 1-1 0 0,0-1 1 0 0,0 0 0 0 0,1 1-1 0 0,-1 0 1 0 0,1-1 0 0 0,-1 1-1 0 0,1 1 1 0 0,0-1 0 0 0,-1 0 0 0 0,1 1-1 0 0,1 0 1 0 0,-1 0 0 0 0,0 0-1 0 0,-4 6 1 0 0,4-4-525 0 0,-1 1 1 0 0,1-1-1 0 0,1 1 0 0 0,-1 0 1 0 0,1 0-1 0 0,0 0 0 0 0,0 0 1 0 0,-1 9-1 0 0,5 0-2963 0 0,-1-12 2699 0 0,3 7-2817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2488 0 0,'28'-43'15768'0'0,"-29"56"-15531"0"0,-1-1 0 0 0,0 0 0 0 0,-5 19 0 0 0,-4 22 58 0 0,9-33-205 0 0,0-1 0 0 0,1 1-1 0 0,4 38 1 0 0,-2-53-69 0 0,0 0 0 0 0,0 0 0 0 0,0 0 1 0 0,1 0-1 0 0,-1 0 0 0 0,1 0 0 0 0,0 0 0 0 0,1 0 0 0 0,-1-1 0 0 0,1 0 0 0 0,0 1 0 0 0,0-1 0 0 0,1 0 0 0 0,-1 0 0 0 0,1 0 1 0 0,0-1-1 0 0,-1 0 0 0 0,2 1 0 0 0,6 3 0 0 0,-7-6-9 0 0,-1 0-1 0 0,1 0 1 0 0,-1 0 0 0 0,1-1 0 0 0,0 0 0 0 0,-1 0 0 0 0,1 0-1 0 0,0 0 1 0 0,-1 0 0 0 0,1-1 0 0 0,-1 0 0 0 0,1 1-1 0 0,-1-1 1 0 0,6-3 0 0 0,-9 4-11 0 0,7-3 4 0 0,0 0 1 0 0,-1 0-1 0 0,0-1 0 0 0,0 0 1 0 0,0 0-1 0 0,0-1 1 0 0,0 1-1 0 0,-1-1 0 0 0,0-1 1 0 0,0 1-1 0 0,5-7 1 0 0,1-4-1 0 0,0 0 0 0 0,17-34 1 0 0,58-125-283 0 0,-85 173 207 0 0,-2 24-162 0 0,-8 21 148 0 0,4-21 59 0 0,1 0 1 0 0,-1 30-1 0 0,4-46 41 0 0,1 0-1 0 0,0-1 1 0 0,1 1-1 0 0,-1 0 1 0 0,1 0-1 0 0,1-1 0 0 0,-1 1 1 0 0,1 0-1 0 0,0-1 1 0 0,0 0-1 0 0,0 1 1 0 0,1-1-1 0 0,0 0 0 0 0,3 5 1 0 0,-5-8 30 0 0,1 0 0 0 0,-1-1 1 0 0,0 1-1 0 0,1 0 0 0 0,0 0 1 0 0,-1-1-1 0 0,1 1 0 0 0,0-1 1 0 0,0 1-1 0 0,0-1 0 0 0,0 0 0 0 0,0 0 1 0 0,0 0-1 0 0,0 0 0 0 0,0 0 1 0 0,0 0-1 0 0,1-1 0 0 0,-1 1 1 0 0,0-1-1 0 0,1 1 0 0 0,-1-1 0 0 0,0 0 1 0 0,1 0-1 0 0,-1 0 0 0 0,0 0 1 0 0,1 0-1 0 0,-1-1 0 0 0,0 1 1 0 0,0-1-1 0 0,1 1 0 0 0,-1-1 0 0 0,0 0 1 0 0,0 0-1 0 0,0 0 0 0 0,0 0 1 0 0,0 0-1 0 0,0-1 0 0 0,4-2 0 0 0,0-1 59 0 0,0-1 0 0 0,-1 0 0 0 0,1 0 0 0 0,-1 0-1 0 0,0 0 1 0 0,-1-1 0 0 0,0 0 0 0 0,0 0 0 0 0,0 0-1 0 0,2-8 1 0 0,-2 4-64 0 0,-1 0-1 0 0,0 0 1 0 0,0 0-1 0 0,-2-1 0 0 0,1 1 1 0 0,-2 0-1 0 0,1-1 1 0 0,-1 1-1 0 0,-1 0 1 0 0,0-1-1 0 0,-1 1 1 0 0,-3-12-1 0 0,3 16-141 0 0,1 0 1 0 0,0 0-1 0 0,0-1 0 0 0,0-12 1 0 0,1 18 47 0 0,45-3-628 0 0,127-23-4182 0 0,-57 4-3800 0 0,-72 15 2312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4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63 2360 0 0,'9'-12'5065'0'0,"0"-1"0"0"0,14-25 1 0 0,-22 69-3518 0 0,-8 8-987 0 0,-2-1-1 0 0,-18 48 0 0 0,-1 3-260 0 0,18-58-330 0 0,6-20-633 0 0,1 0 0 0 0,0 0 0 0 0,0 0 0 0 0,1 1 0 0 0,0-1 0 0 0,1 0 0 0 0,1 21 0 0 0,8-11-7363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94 180 0 0,'4'-8'2033'0'0,"-1"4"-995"0"0,0-1 0 0 0,0 0 0 0 0,0 0 0 0 0,-1 0 1 0 0,0 0-1 0 0,0-1 0 0 0,0 1 0 0 0,-1-1 1 0 0,0 1-1 0 0,0-1 0 0 0,0 1 0 0 0,0-7 0 0 0,-1 11-984 0 0,0 1-1 0 0,-1-1 1 0 0,1 1-1 0 0,0-1 1 0 0,0 1-1 0 0,-1-1 0 0 0,1 0 1 0 0,0 1-1 0 0,0-1 1 0 0,-1 1-1 0 0,1-1 1 0 0,-1 1-1 0 0,1-1 0 0 0,0 1 1 0 0,-1 0-1 0 0,1-1 1 0 0,-1 1-1 0 0,1-1 1 0 0,-1 1-1 0 0,0 0 0 0 0,1-1 1 0 0,-1 1-1 0 0,1 0 1 0 0,-1 0-1 0 0,1 0 1 0 0,-1-1-1 0 0,0 1 0 0 0,1 0 1 0 0,-1 0-1 0 0,1 0 1 0 0,-1 0-1 0 0,-1 0 1 0 0,-19 3 441 0 0,12 0-402 0 0,0 1 1 0 0,0 0-1 0 0,1 1 0 0 0,-1 0 0 0 0,1 0 0 0 0,0 1 0 0 0,0 0 0 0 0,1 0 0 0 0,0 1 0 0 0,0 0 0 0 0,1 0 0 0 0,-1 1 1 0 0,1 0-1 0 0,1 0 0 0 0,0 0 0 0 0,0 0 0 0 0,1 1 0 0 0,-4 10 0 0 0,7-17-12 0 0,0 0-1 0 0,1 0 1 0 0,0 0 0 0 0,-1 0-1 0 0,1 0 1 0 0,0 0-1 0 0,0 0 1 0 0,0 1 0 0 0,0-1-1 0 0,0 0 1 0 0,1 0-1 0 0,-1 0 1 0 0,1 0 0 0 0,-1 0-1 0 0,1 0 1 0 0,0 0-1 0 0,0 0 1 0 0,0 0 0 0 0,0 0-1 0 0,0 0 1 0 0,0 0-1 0 0,2 2 1 0 0,2 2 118 0 0,1-1 1 0 0,-1 1-1 0 0,1-1 0 0 0,11 8 0 0 0,-1-2 48 0 0,-1 1-1 0 0,17 17 1 0 0,-26-22 86 0 0,0-1 0 0 0,-1 1 0 0 0,0-1 0 0 0,0 1 0 0 0,0 1 0 0 0,-1-1-1 0 0,4 11 1 0 0,-7-16-189 0 0,0 1 0 0 0,-1-1 0 0 0,0 1 0 0 0,1 0-1 0 0,-1-1 1 0 0,0 1 0 0 0,0 0 0 0 0,-1-1 0 0 0,1 1-1 0 0,-1-1 1 0 0,1 1 0 0 0,-1-1 0 0 0,0 1 0 0 0,0-1-1 0 0,0 1 1 0 0,0-1 0 0 0,0 0 0 0 0,0 1 0 0 0,-1-1-1 0 0,1 0 1 0 0,-1 0 0 0 0,1 0 0 0 0,-1 0 0 0 0,0 0-1 0 0,0-1 1 0 0,0 1 0 0 0,-3 2 0 0 0,-3 2 23 0 0,-1 0 0 0 0,1-1 1 0 0,-1 0-1 0 0,0 0 0 0 0,-13 5 1 0 0,12-6-309 0 0,0-1 1 0 0,-1 1-1 0 0,1-2 1 0 0,-1 1 0 0 0,-19 0-1 0 0,27-2-211 0 0,0-1 1 0 0,0-1-1 0 0,0 1 0 0 0,0 0 0 0 0,0-1 1 0 0,0 0-1 0 0,0 1 0 0 0,1-1 0 0 0,-1 0 1 0 0,0-1-1 0 0,0 1 0 0 0,1 0 1 0 0,-1-1-1 0 0,1 1 0 0 0,-1-1 0 0 0,1 0 1 0 0,0 0-1 0 0,0 0 0 0 0,-1 0 0 0 0,1 0 1 0 0,1-1-1 0 0,-1 1 0 0 0,0 0 0 0 0,1-1 1 0 0,-1 0-1 0 0,-2-4 0 0 0,1-2-1763 0 0,0-1 1 0 0,0 1-1 0 0,1 0 0 0 0,-2-15 1 0 0,1-1-5590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0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34 142 1080 0 0,'-1'-3'1118'0'0,"-4"-23"6818"0"0,-16-48 1 0 0,15 41-6037 0 0,5 28-5581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39 273 152 0 0,'-10'-24'7414'0'0,"-13"-25"3580"0"0,22 47-10576 0 0,-4-4 795 0 0,9 9-1195 0 0,0 0 1 0 0,1-1-1 0 0,-1 1 1 0 0,0-1-1 0 0,1 0 1 0 0,0 0-1 0 0,-1 0 1 0 0,1-1-1 0 0,0 1 1 0 0,0-1-1 0 0,0-1 1 0 0,6 2-1 0 0,67 1 103 0 0,-70-3-107 0 0,22 0 41 0 0,0-2 1 0 0,0-1-1 0 0,0-1 0 0 0,-1-1 1 0 0,35-12-1 0 0,-56 14 15 0 0,18-3 110 0 0,-26 6-182 0 0,0 0 0 0 0,0 0 1 0 0,0 0-1 0 0,1 0 0 0 0,-1 0 0 0 0,0 0 0 0 0,0 0 1 0 0,1 0-1 0 0,-1 0 0 0 0,0 0 0 0 0,0 0 0 0 0,0 1 1 0 0,0-1-1 0 0,1 0 0 0 0,-1 0 0 0 0,0 0 1 0 0,0 0-1 0 0,0 1 0 0 0,0-1 0 0 0,1 0 0 0 0,-1 0 1 0 0,0 0-1 0 0,0 0 0 0 0,0 1 0 0 0,0-1 0 0 0,0 0 1 0 0,0 0-1 0 0,0 0 0 0 0,0 1 0 0 0,0-1 0 0 0,0 0 1 0 0,0 0-1 0 0,1 1 0 0 0,-1-1 0 0 0,0 0 1 0 0,0 0-1 0 0,-1 0 0 0 0,1 1 0 0 0,0-1 0 0 0,0 0 1 0 0,0 0-1 0 0,0 1 0 0 0,0-1 0 0 0,0 0 0 0 0,0 0 1 0 0,0 0-1 0 0,0 1 0 0 0,0-1 0 0 0,-1 0 0 0 0,-7 10-14 0 0,7-8 13 0 0,-25 27-26 0 0,-95 121 70 0 0,110-134-28 0 0,1 0-1 0 0,1 1 1 0 0,0 0-1 0 0,1 1 1 0 0,1 0-1 0 0,0 0 1 0 0,-6 34-1 0 0,12-44-7 0 0,0 0 0 0 0,1 0-1 0 0,1 0 1 0 0,-1 0 0 0 0,1 0-1 0 0,0 0 1 0 0,1 0 0 0 0,0 0 0 0 0,0-1-1 0 0,1 1 1 0 0,6 12 0 0 0,5 8 29 0 0,32 44 1 0 0,-16-25-12 0 0,-14-21 61 0 0,20 48-1 0 0,-32-66 202 0 0,-1 0-1 0 0,0 1 0 0 0,-1-1 1 0 0,0 1-1 0 0,-1 0 1 0 0,1 0-1 0 0,-2-1 0 0 0,1 1 1 0 0,-1 0-1 0 0,-2 13 1 0 0,1-17-106 0 0,0-1 1 0 0,-1 0 0 0 0,1 0-1 0 0,-1 0 1 0 0,0 0-1 0 0,0 0 1 0 0,-1 0 0 0 0,1 0-1 0 0,-1-1 1 0 0,0 1 0 0 0,0-1-1 0 0,0 0 1 0 0,0 0 0 0 0,0 0-1 0 0,-1 0 1 0 0,1-1-1 0 0,-1 1 1 0 0,0-1 0 0 0,0 0-1 0 0,-6 3 1 0 0,-2 0 242 0 0,-1-1 0 0 0,1 0 0 0 0,-1 0 1 0 0,0-1-1 0 0,-17 1 0 0 0,25-3-353 0 0,0-1 0 0 0,1 0 1 0 0,-1 0-1 0 0,0 0 0 0 0,1-1 1 0 0,-1 1-1 0 0,1-1 0 0 0,-1 0 1 0 0,1-1-1 0 0,-1 1 0 0 0,1-1 1 0 0,0 1-1 0 0,0-1 0 0 0,0-1 1 0 0,0 1-1 0 0,0-1 0 0 0,0 1 1 0 0,-4-4-1 0 0,6 3-96 0 0,0 1 0 0 0,0-1 0 0 0,0 1 0 0 0,0-1 0 0 0,0 0 0 0 0,1 0 0 0 0,-1 0 0 0 0,1 0 0 0 0,0 0 0 0 0,-1 0 0 0 0,2 0-1 0 0,-1 0 1 0 0,0 0 0 0 0,0-1 0 0 0,1 1 0 0 0,0 0 0 0 0,0 0 0 0 0,0-1 0 0 0,0 1 0 0 0,0 0 0 0 0,1-1 0 0 0,-1 1 0 0 0,1 0 0 0 0,0 0 0 0 0,1-4 0 0 0,3-5-209 0 0,1-1 1 0 0,0 1-1 0 0,1 1 0 0 0,0-1 1 0 0,15-18-1 0 0,52-49-985 0 0,-55 59 935 0 0,246-209-2727 0 0,-203 179 2468 0 0,-24 19 222 0 0,6-4-102 0 0,66-66 1 0 0,-99 89 396 0 0,0 0 1 0 0,-1-1-1 0 0,0 0 0 0 0,-1-1 0 0 0,-1 0 0 0 0,0-1 0 0 0,-1 0 1 0 0,-1 0-1 0 0,0 0 0 0 0,5-21 0 0 0,-10 34 14 0 0,-1 0 0 0 0,1-1 0 0 0,-1 1 0 0 0,1 0 0 0 0,-1 0 0 0 0,0-1 0 0 0,0 1 0 0 0,0 0 0 0 0,0-1-1 0 0,0 1 1 0 0,-1 0 0 0 0,1-1 0 0 0,-1 1 0 0 0,1 0 0 0 0,-1 0 0 0 0,0 0 0 0 0,0-1 0 0 0,0 1 0 0 0,0 0 0 0 0,0 0 0 0 0,-1 0 0 0 0,1 1-1 0 0,0-1 1 0 0,-1 0 0 0 0,0 0 0 0 0,1 1 0 0 0,-3-2 0 0 0,2 2 4 0 0,0 1-1 0 0,1-1 1 0 0,-1 1 0 0 0,0 0 0 0 0,0 0-1 0 0,0 0 1 0 0,0 0 0 0 0,0 0-1 0 0,0 0 1 0 0,0 0 0 0 0,0 1-1 0 0,1-1 1 0 0,-1 1 0 0 0,0-1-1 0 0,-3 2 1 0 0,-23 13-67 0 0,15-5 51 0 0,1-1 1 0 0,1 1-1 0 0,0 1 0 0 0,0 0 0 0 0,1 0 1 0 0,-14 22-1 0 0,18-25 20 0 0,1 1 0 0 0,0 0 0 0 0,1 0 0 0 0,0 0 0 0 0,0 1 0 0 0,1-1 0 0 0,0 1 0 0 0,0 0 0 0 0,2 0 0 0 0,-1 0-1 0 0,0 11 1 0 0,2-17 10 0 0,0 1 0 0 0,0-1-1 0 0,1 0 1 0 0,-1 1-1 0 0,1-1 1 0 0,0 0-1 0 0,0 0 1 0 0,1 1 0 0 0,-1-1-1 0 0,1 0 1 0 0,0 0-1 0 0,0-1 1 0 0,0 1 0 0 0,1 0-1 0 0,-1-1 1 0 0,1 1-1 0 0,0-1 1 0 0,0 0-1 0 0,0 0 1 0 0,5 4 0 0 0,-2-3-6 0 0,1 0 1 0 0,-1-1-1 0 0,1 0 0 0 0,-1 0 1 0 0,1-1-1 0 0,0 1 1 0 0,0-2-1 0 0,0 1 1 0 0,1-1-1 0 0,-1 0 1 0 0,12 0-1 0 0,4-1-51 0 0,0-1 0 0 0,1-1-1 0 0,-1-1 1 0 0,0-1 0 0 0,0-1 0 0 0,0-1-1 0 0,-1-1 1 0 0,0-1 0 0 0,0-1 0 0 0,-1-1-1 0 0,0-1 1 0 0,33-24 0 0 0,-40 26 42 0 0,0-2-1 0 0,-1 0 1 0 0,0 0 0 0 0,-1-1-1 0 0,-1-1 1 0 0,0 0 0 0 0,0-1-1 0 0,-2 0 1 0 0,0 0 0 0 0,0-1-1 0 0,-1 0 1 0 0,-1-1 0 0 0,0 1-1 0 0,-2-1 1 0 0,0-1 0 0 0,0 1-1 0 0,-1-1 1 0 0,1-19 0 0 0,-5 33-11 0 0,1-1 1 0 0,-1 1-1 0 0,0 0 1 0 0,0-1-1 0 0,0 1 0 0 0,0-1 1 0 0,-1 1-1 0 0,0 0 1 0 0,1-1-1 0 0,-1 1 1 0 0,0 0-1 0 0,-3-6 1 0 0,3 7-23 0 0,0 2 2 0 0,-1 0 37 0 0,1 0 0 0 0,0 1 0 0 0,0-1 0 0 0,0 0 0 0 0,0 1 0 0 0,0-1 0 0 0,0 0 0 0 0,0 1 0 0 0,0-1 0 0 0,0 1 0 0 0,0 0 0 0 0,0-1 0 0 0,0 1 0 0 0,0 0 0 0 0,0 0 0 0 0,1-1 0 0 0,-1 1 0 0 0,0 0 0 0 0,0 0 0 0 0,1 0 0 0 0,-1 0 0 0 0,1 0 0 0 0,-1 0 0 0 0,1 0 0 0 0,-1 0 0 0 0,1 0 0 0 0,0 0 0 0 0,-1 0 0 0 0,1 0 0 0 0,0 1 0 0 0,0-1 0 0 0,0 0 0 0 0,0 0-1 0 0,0 0 1 0 0,0 0 0 0 0,0 2 0 0 0,0 3-38 0 0,1-1-1 0 0,-1 0 0 0 0,1 0 0 0 0,0 0 0 0 0,0 0 0 0 0,1-1 0 0 0,3 10 0 0 0,-2-9-47 0 0,0-1-1 0 0,0 1 1 0 0,0 0 0 0 0,1-1 0 0 0,0 0-1 0 0,0 0 1 0 0,0 0 0 0 0,0 0 0 0 0,0-1-1 0 0,1 1 1 0 0,-1-1 0 0 0,1-1 0 0 0,5 4-1 0 0,7 1-283 0 0,1 0-1 0 0,27 6 1 0 0,-27-8 224 0 0,-16-4 181 0 0,1-1 1 0 0,0 1-1 0 0,0-1 0 0 0,-1 0 0 0 0,1 0 1 0 0,0 0-1 0 0,0 0 0 0 0,-1 0 0 0 0,1-1 1 0 0,0 1-1 0 0,0-1 0 0 0,-1 0 0 0 0,1 0 1 0 0,0 0-1 0 0,-1 0 0 0 0,1 0 0 0 0,-1 0 1 0 0,0-1-1 0 0,1 1 0 0 0,-1-1 0 0 0,0 0 1 0 0,0 0-1 0 0,0 1 0 0 0,0-1 0 0 0,0-1 1 0 0,0 1-1 0 0,-1 0 0 0 0,1 0 0 0 0,-1-1 1 0 0,1 1-1 0 0,-1-1 0 0 0,0 1 0 0 0,0-1 1 0 0,0 1-1 0 0,0-1 0 0 0,-1 0 0 0 0,1 0 1 0 0,-1 1-1 0 0,1-1 0 0 0,-1 0 0 0 0,0 0 1 0 0,0 1-1 0 0,0-1 0 0 0,-2-5 0 0 0,2 7-21 0 0,0 0-1 0 0,0 0 0 0 0,0 1 0 0 0,-1-1 1 0 0,1 0-1 0 0,0 1 0 0 0,-1-1 0 0 0,1 0 0 0 0,-1 1 1 0 0,1-1-1 0 0,-1 1 0 0 0,1-1 0 0 0,-1 1 0 0 0,1-1 1 0 0,-1 1-1 0 0,0-1 0 0 0,1 1 0 0 0,-1-1 1 0 0,1 1-1 0 0,-1 0 0 0 0,0-1 0 0 0,0 1 0 0 0,1 0 1 0 0,-1 0-1 0 0,0-1 0 0 0,1 1 0 0 0,-1 0 0 0 0,0 0 1 0 0,0 0-1 0 0,1 0 0 0 0,-1 0 0 0 0,0 0 1 0 0,0 0-1 0 0,1 0 0 0 0,-1 0 0 0 0,0 1 0 0 0,0-1 1 0 0,1 0-1 0 0,-1 0 0 0 0,-1 1 0 0 0,-2 1 19 0 0,-1 0 1 0 0,1 0-1 0 0,0 0 0 0 0,0 1 0 0 0,-4 3 1 0 0,-2 2 42 0 0,0 1 1 0 0,1 1 0 0 0,0-1-1 0 0,1 2 1 0 0,0-1 0 0 0,1 1-1 0 0,0 0 1 0 0,1 0 0 0 0,0 1-1 0 0,1 0 1 0 0,0 0 0 0 0,1 1-1 0 0,0-1 1 0 0,1 1 0 0 0,0 0-1 0 0,1 0 1 0 0,1 0 0 0 0,-1 23-1 0 0,3-32-91 0 0,-1 0 0 0 0,1 1 0 0 0,-1-1 0 0 0,1 0-1 0 0,1 0 1 0 0,-1 0 0 0 0,0 0 0 0 0,1 0 0 0 0,0 0 0 0 0,0 0-1 0 0,0-1 1 0 0,1 1 0 0 0,-1-1 0 0 0,1 1 0 0 0,0-1 0 0 0,4 4-1 0 0,-2-2-86 0 0,1-1 0 0 0,0 0-1 0 0,0 0 1 0 0,0-1-1 0 0,1 0 1 0 0,-1 0 0 0 0,1 0-1 0 0,0-1 1 0 0,8 2 0 0 0,3 0-270 0 0,1-2 1 0 0,-1 0 0 0 0,1-1 0 0 0,0-1 0 0 0,-1 0 0 0 0,33-6 0 0 0,-36 4 274 0 0,0-2 0 0 0,0 0 0 0 0,0-1 0 0 0,-1 0 0 0 0,0-1 1 0 0,0 0-1 0 0,0-2 0 0 0,-1 1 0 0 0,0-2 0 0 0,0 0 0 0 0,-1 0 0 0 0,0-1 1 0 0,11-12-1 0 0,-11 8 505 0 0,0 0 0 0 0,-1-1-1 0 0,-1 0 1 0 0,0-1 0 0 0,-1 0 0 0 0,10-26 0 0 0,-8 18 507 0 0,-7 16-595 0 0,0 0 0 0 0,-1 0-1 0 0,0 0 1 0 0,0 0-1 0 0,0-1 1 0 0,-1 0 0 0 0,1-9-1 0 0,-3 18-311 0 0,0-1 0 0 0,0 1 0 0 0,0 0 1 0 0,0 0-1 0 0,0-1 0 0 0,0 1 0 0 0,0 0 0 0 0,0 0 0 0 0,0 0 0 0 0,0-1 0 0 0,0 1 0 0 0,-1 0 0 0 0,1 0 0 0 0,0-1 0 0 0,0 1 0 0 0,0 0 0 0 0,0 0 0 0 0,0 0 0 0 0,0-1 0 0 0,0 1 0 0 0,-1 0 0 0 0,1 0 0 0 0,0 0 0 0 0,0 0 0 0 0,0-1 0 0 0,-1 1 0 0 0,1 0 0 0 0,0 0 0 0 0,0 0 0 0 0,0 0 0 0 0,-1 0 0 0 0,1 0 1 0 0,0 0-1 0 0,0 0 0 0 0,0 0 0 0 0,-1-1 0 0 0,1 1 0 0 0,0 0 0 0 0,-7 9 8 0 0,1 0 1 0 0,0 1 0 0 0,0 0 0 0 0,1 0 0 0 0,1 0-1 0 0,0 0 1 0 0,0 0 0 0 0,1 1 0 0 0,-4 20-1 0 0,5-23 21 0 0,1 1 0 0 0,0 0 0 0 0,1 0 0 0 0,0-1 0 0 0,0 1 0 0 0,1 0 0 0 0,0 0 0 0 0,0-1 0 0 0,1 1 0 0 0,0-1 0 0 0,1 1 0 0 0,0-1 0 0 0,5 10 0 0 0,-7-14 22 0 0,1-1 0 0 0,0 0 0 0 0,1 0 0 0 0,-1 0 1 0 0,0 0-1 0 0,1-1 0 0 0,0 1 0 0 0,-1-1 0 0 0,1 1 0 0 0,0-1 0 0 0,0 0 0 0 0,0 0 0 0 0,1-1 0 0 0,-1 1 0 0 0,0 0 0 0 0,1-1 1 0 0,-1 0-1 0 0,1 0 0 0 0,0 0 0 0 0,-1 0 0 0 0,1-1 0 0 0,0 1 0 0 0,-1-1 0 0 0,1 0 0 0 0,0 0 0 0 0,-1 0 0 0 0,1-1 1 0 0,0 1-1 0 0,6-3 0 0 0,-2 1 134 0 0,0-1 0 0 0,0 0 0 0 0,-1 0 0 0 0,1-1 0 0 0,-1 0 0 0 0,0 0 0 0 0,0-1 1 0 0,-1 0-1 0 0,1 0 0 0 0,-1-1 0 0 0,0 1 0 0 0,8-11 0 0 0,-6 5-70 0 0,-1-1 0 0 0,0 1 0 0 0,0-1 0 0 0,-1-1-1 0 0,-1 1 1 0 0,0-1 0 0 0,-1 0 0 0 0,0 0 0 0 0,-1 0 0 0 0,0-1 0 0 0,-1 1 0 0 0,0-22-1 0 0,-2 27-109 0 0,0-1-1 0 0,0 1 1 0 0,-1 0-1 0 0,0-1 1 0 0,-1 1 0 0 0,0 0-1 0 0,0-1 1 0 0,-1 1-1 0 0,0 1 1 0 0,0-1-1 0 0,-1 0 1 0 0,0 1-1 0 0,0-1 1 0 0,-1 1-1 0 0,0 1 1 0 0,0-1-1 0 0,0 1 1 0 0,-1-1-1 0 0,0 1 1 0 0,0 1-1 0 0,-9-6 1 0 0,11 8-124 0 0,0 1 1 0 0,-1 0 0 0 0,1 0-1 0 0,0 0 1 0 0,-1 1-1 0 0,0-1 1 0 0,1 1-1 0 0,-1 0 1 0 0,0 1-1 0 0,1-1 1 0 0,-1 1-1 0 0,0 0 1 0 0,0 0-1 0 0,0 0 1 0 0,1 1-1 0 0,-1 0 1 0 0,0 0-1 0 0,1 0 1 0 0,-1 0-1 0 0,0 1 1 0 0,1-1 0 0 0,-7 5-1 0 0,3-2-918 0 0,0 0-1 0 0,1 1 1 0 0,0 0-1 0 0,-13 12 1 0 0,14-11-1068 0 0,0 0-1 0 0,0 1 1 0 0,1 0 0 0 0,-8 12 0 0 0,6-7-5703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3712 0 0,'49'-3'14011'0'0,"-9"1"-5484"0"0,-37 1-7538 0 0,-1 1-223 0 0,25-3-1346 0 0,-24 3-409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84 123 2076 0 0,'-61'-48'15326'0'0,"60"47"-14626"0"0,-2-1-63 0 0,0 0 1 0 0,0 0 0 0 0,1 0-1 0 0,-1-1 1 0 0,1 1 0 0 0,-4-5-1 0 0,27 1-412 0 0,0 0-1 0 0,1 1 0 0 0,0 2 0 0 0,0 0 1 0 0,29 0-1 0 0,-1 0-101 0 0,300-19-947 0 0,-202 20-7824 0 0,-145 2 7017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0:5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15 2848 0 0,'-11'-2'1319'0'0,"-18"-5"8871"0"0,23 5-9462 0 0,3 1 524 0 0,2 1-963 0 0,-1-1 0 0 0,0 1 0 0 0,0-1 0 0 0,1 1-1 0 0,-1-1 1 0 0,0 1 0 0 0,0 0 0 0 0,0 0 0 0 0,0 0-1 0 0,1 0 1 0 0,-1 0 0 0 0,0 1 0 0 0,0-1-1 0 0,-2 1 1 0 0,5 2-206 0 0,0 1-1 0 0,-1-1 0 0 0,1 1 1 0 0,0-1-1 0 0,1 1 0 0 0,-1-1 1 0 0,1 0-1 0 0,-1 0 0 0 0,1 0 1 0 0,0 0-1 0 0,0 0 0 0 0,0 0 1 0 0,4 3-1 0 0,39 38 211 0 0,-32-31-214 0 0,22 16-18 0 0,0-2 1 0 0,2-1-1 0 0,1-1 0 0 0,1-2 1 0 0,1-2-1 0 0,71 26 0 0 0,-107-45-61 0 0,46 19-48 0 0,-46-19 47 0 0,1 1 0 0 0,-1-1 0 0 0,0 1 0 0 0,0 0 0 0 0,0-1 0 0 0,0 2 0 0 0,6 6 0 0 0,-10-10 1 0 0,0 1 0 0 0,0-1-1 0 0,0 1 1 0 0,0-1 0 0 0,0 1 0 0 0,0-1 0 0 0,0 1 0 0 0,0 0 0 0 0,0-1 0 0 0,0 1 0 0 0,-1-1-1 0 0,1 1 1 0 0,0-1 0 0 0,0 1 0 0 0,0-1 0 0 0,-1 1 0 0 0,1-1 0 0 0,0 1 0 0 0,-1-1 0 0 0,1 1-1 0 0,0-1 1 0 0,-1 0 0 0 0,1 1 0 0 0,-1-1 0 0 0,1 0 0 0 0,0 1 0 0 0,-1-1 0 0 0,1 0 0 0 0,-1 1 0 0 0,0-1-1 0 0,-17 10 34 0 0,-294 85-4 0 0,195-64 3 0 0,-389 124 1105 0 0,486-144-694 0 0,14-4 346 0 0,6-6-757 0 0,1-1 1 0 0,-1 0 0 0 0,0 1 0 0 0,0-1 0 0 0,1 0 0 0 0,-1 1 0 0 0,0-1 0 0 0,1 0 0 0 0,-1 1 0 0 0,0-1 0 0 0,1 0 0 0 0,-1 0-1 0 0,0 0 1 0 0,1 1 0 0 0,-1-1 0 0 0,0 0 0 0 0,1 0 0 0 0,-1 0 0 0 0,0 0 0 0 0,1 0 0 0 0,-1 0 0 0 0,1 0 0 0 0,-1 0 0 0 0,0 1 0 0 0,1-1-1 0 0,0-1 1 0 0,29 4 397 0 0,0-2 1 0 0,58-5-1 0 0,-11 0-293 0 0,517 24 161 0 0,-424-10-267 0 0,-82-4-39 0 0,-86-6 16 0 0,20 2-346 0 0,-11-1 71 0 0,-8-1-44 0 0,0 0-627 0 0,7 0 310 0 0,-8 0-180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62 912 0 0,'0'-3'3011'0'0,"1"-12"757"0"0,1-12 5100 0 0,-4 12-5945 0 0,1 14-1810 0 0,-1 64 120 0 0,-3-1 0 0 0,-3 1 0 0 0,-3-1 0 0 0,-21 72 0 0 0,23-105-854 0 0,0-1-1 0 0,-21 40 1 0 0,24-56-113 0 0,-1 1 1 0 0,-1-1-1 0 0,0 0 1 0 0,-1-1 0 0 0,0 0-1 0 0,-1 0 1 0 0,-13 11-1 0 0,19-19-253 0 0,0 0 0 0 0,0-1-1 0 0,0 0 1 0 0,0 1 0 0 0,0-2 0 0 0,-1 1-1 0 0,1 0 1 0 0,0-1 0 0 0,-1 0 0 0 0,0 0-1 0 0,1 0 1 0 0,-1 0 0 0 0,0-1 0 0 0,1 0 0 0 0,-1 0-1 0 0,0 0 1 0 0,1 0 0 0 0,-1-1 0 0 0,0 0-1 0 0,1 0 1 0 0,-1 0 0 0 0,1 0 0 0 0,-1-1-1 0 0,1 0 1 0 0,0 0 0 0 0,0 0 0 0 0,-1 0-1 0 0,-4-5 1 0 0,2 2-512 0 0,0 0 0 0 0,-1-1 0 0 0,2 0 0 0 0,-1 0 0 0 0,1-1 0 0 0,0 0-1 0 0,0 0 1 0 0,1 0 0 0 0,0-1 0 0 0,0 0 0 0 0,1 0 0 0 0,0 0 0 0 0,-6-17 0 0 0,7 8-1513 0 0,0 1 1 0 0,1-1 0 0 0,0 0 0 0 0,2 0-1 0 0,0 0 1 0 0,3-25 0 0 0,2 6-4917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0 113 836 0 0,'29'-42'11144'0'0,"0"-1"-2217"0"0,-7 17-7881 0 0,-21 25-1530 0 0,0 1 437 0 0,29 3-5023 0 0,-27-2 4239 0 0,-1 0-1 0 0,0 0 1 0 0,-1 0-1 0 0,1 0 1 0 0,0 0-1 0 0,0 0 1 0 0,0 1-1 0 0,2 2 1 0 0,3 4-5634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2312 0 0,'-40'58'18006'0'0,"25"-32"-14153"0"0,14-25-3506 0 0,1 1-244 0 0,0-1 1 0 0,0 1 0 0 0,0-1 0 0 0,0 1 0 0 0,1 0 0 0 0,-1-1-1 0 0,0 1 1 0 0,1-1 0 0 0,-1 1 0 0 0,2 1 0 0 0,6 0-220 0 0,0-1 0 0 0,0 0 0 0 0,1-1 0 0 0,-1 0 0 0 0,0 0 0 0 0,1-1 0 0 0,-1 0 0 0 0,15-2 0 0 0,26-6-4390 0 0,-6-3-5258 0 0,-29 6 1822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1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19 1304 0 0,'-14'6'6454'0'0,"-16"3"1003"0"0,24-7-5610 0 0,4-2-721 0 0,-23 8 1923 0 0,23-7-2749 0 0,1-1-278 0 0,1 0 1 0 0,0 0 0 0 0,0 0 0 0 0,0 0 0 0 0,0 0 0 0 0,-1 0 0 0 0,1 0-1 0 0,0 0 1 0 0,0 0 0 0 0,0 0 0 0 0,0 0 0 0 0,-1 0 0 0 0,1 0 0 0 0,0 0-1 0 0,0 0 1 0 0,0 1 0 0 0,0-1 0 0 0,-1 0 0 0 0,1 0 0 0 0,0 0-1 0 0,0 0 1 0 0,0 0 0 0 0,0 0 0 0 0,0 1 0 0 0,0-1 0 0 0,0 0 0 0 0,-1 0-1 0 0,1 0 1 0 0,0 0 0 0 0,0 1 0 0 0,0-1 0 0 0,0 0 0 0 0,0 0 0 0 0,0 0-1 0 0,0 0 1 0 0,0 1 0 0 0,0-1 0 0 0,0 0 0 0 0,0 0 0 0 0,0 0-1 0 0,0 1 1 0 0,0-1 0 0 0,0 0-11 0 0,1 1 0 0 0,-1-1-1 0 0,0 0 1 0 0,0 1 0 0 0,1-1-1 0 0,-1 0 1 0 0,0 1 0 0 0,1-1 0 0 0,-1 0-1 0 0,0 0 1 0 0,1 1 0 0 0,-1-1 0 0 0,0 0-1 0 0,1 0 1 0 0,-1 0 0 0 0,0 0-1 0 0,1 1 1 0 0,-1-1 0 0 0,1 0 0 0 0,-1 0-1 0 0,0 0 1 0 0,1 0 0 0 0,-1 0-1 0 0,1 0 1 0 0,-1 0 0 0 0,0 0 0 0 0,1 0-1 0 0,-1 0 1 0 0,1 0 0 0 0,31-4-1596 0 0,34-9 0 0 0,34-14-9324 0 0,-70 17 4517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87 1968 0 0,'-2'-15'6479'0'0,"0"1"1"0"0,-1-1-1 0 0,-9-27 1261 0 0,11 43-7567 0 0,1 0 0 0 0,-1 0 0 0 0,1 0 1 0 0,-1 0-1 0 0,1 0 0 0 0,-1 0 0 0 0,1 0 0 0 0,-1 1 0 0 0,1-1 0 0 0,0 0 1 0 0,0 0-1 0 0,-1 1 0 0 0,1-1 0 0 0,0 0 0 0 0,0 0 0 0 0,0 1 1 0 0,1-1-1 0 0,-1 1 0 0 0,0-1-157 0 0,-17 327 798 0 0,-6-133-53 0 0,7-65-4017 0 0,-7 51-10440 0 0,21-162 7813 0 0,2-5-2905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4 104 80 0 0,'0'0'30846'0'0,"-1"0"-30821"0"0,1 0 0 0 0,0 0 0 0 0,0 0 0 0 0,0 0 0 0 0,0 0 1 0 0,-1 0-1 0 0,1 1 0 0 0,0-1 0 0 0,0 0 0 0 0,0 0 0 0 0,0 0 0 0 0,0 0 0 0 0,0 1 0 0 0,-1-1 0 0 0,1 0 0 0 0,0 0 0 0 0,0 0 0 0 0,0 0 0 0 0,0 1 0 0 0,0-1 0 0 0,0 0 0 0 0,0 0 0 0 0,0 0 1 0 0,0 1-1 0 0,0-1 0 0 0,0 0 0 0 0,0 0 0 0 0,0 0 0 0 0,0 1 0 0 0,0-1 0 0 0,0 0 0 0 0,0 0 0 0 0,0 0 0 0 0,0 1 0 0 0,0-1 0 0 0,1 0 0 0 0,-1 0 0 0 0,0 0 0 0 0,0 0 0 0 0,0 1 0 0 0,0-1 1 0 0,0 0-1 0 0,0 0 0 0 0,1 0 0 0 0,-1 0 0 0 0,0 0 0 0 0,0 1 0 0 0,0-1 0 0 0,1 0 0 0 0,29-4-1180 0 0,1-1 1 0 0,55-18-1 0 0,60-30-10058 0 0,-113 40 5285 0 0,-3-1-3242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44 656 0 0,'4'-35'11358'0'0,"-5"32"-9607"0"0,-1-2 456 0 0,-1 15-1447 0 0,-42 284 2963 0 0,42-279-3174 0 0,0 1-1 0 0,-1 23 1 0 0,4-38-40 0 0,-1 0-452 0 0,1-1 0 0 0,0 0 0 0 0,0 0 0 0 0,0 1 1 0 0,0-1-1 0 0,0 0 0 0 0,0 0 0 0 0,0 0 0 0 0,-1 1 0 0 0,1-1 0 0 0,0 0 0 0 0,0 0 0 0 0,0 1 0 0 0,0-1 0 0 0,0 0 1 0 0,0 0-1 0 0,0 1 0 0 0,0-1 0 0 0,0 0 0 0 0,0 0 0 0 0,0 1 0 0 0,1-1 0 0 0,-1 0 0 0 0,0 0 0 0 0,0 1 1 0 0,0-1-1 0 0,0 0 0 0 0,0 0 0 0 0,1 1 0 0 0,5-7 30 0 0,0 0 1 0 0,0-1 0 0 0,0 1-1 0 0,-1-1 1 0 0,7-10-1 0 0,8-11-18 0 0,14-13-93 0 0,3 1 0 0 0,0 2 1 0 0,3 1-1 0 0,54-39 0 0 0,-90 73-5 0 0,1 1 0 0 0,-1-1 1 0 0,0 1-1 0 0,1 0 0 0 0,0 0 0 0 0,0 0 0 0 0,-1 1 0 0 0,1-1 0 0 0,0 1 0 0 0,0 1 0 0 0,10-2 0 0 0,-12 2 22 0 0,-1 1 1 0 0,1-1-1 0 0,-1 1 0 0 0,1-1 0 0 0,-1 1 0 0 0,1 0 0 0 0,-1 0 0 0 0,1 0 0 0 0,-1 0 1 0 0,1 0-1 0 0,-1 0 0 0 0,0 1 0 0 0,0-1 0 0 0,0 1 0 0 0,0 0 0 0 0,0 0 1 0 0,0-1-1 0 0,0 1 0 0 0,-1 0 0 0 0,1 0 0 0 0,-1 1 0 0 0,1-1 0 0 0,-1 0 0 0 0,2 5 1 0 0,3 6-20 0 0,-1 0 1 0 0,-1 1-1 0 0,0 0 1 0 0,-1-1 0 0 0,2 22-1 0 0,0 71 510 0 0,-1-8-4020 0 0,-3-82 1210 0 0,2-1 0 0 0,0 0 0 0 0,0 1 0 0 0,8 18 0 0 0,-1-14-4715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1800 0 0,'10'-29'14880'0'0,"-5"12"-11600"0"0,-5 15-2425 0 0,5-7-32 0 0,3 6-763 0 0,-1 1 0 0 0,0-1 1 0 0,1 1-1 0 0,-1 1 0 0 0,1-1 0 0 0,10 1 0 0 0,52-1-916 0 0,-53 2 271 0 0,17 1-967 0 0,1 0-2146 0 0,-3-2-4075 0 0,-18 0 2582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1188 0 0,'-62'34'14356'0'0,"39"-21"-10916"0"0,22-12-2932 0 0,1-1-462 0 0,0 1 0 0 0,1-1-1 0 0,-1 1 1 0 0,0-1 0 0 0,1 1-1 0 0,-1-1 1 0 0,1 1-1 0 0,-1-1 1 0 0,0 1 0 0 0,1-1-1 0 0,-1 1 1 0 0,1-1-1 0 0,-1 0 1 0 0,1 1 0 0 0,-1-1-1 0 0,1 0 1 0 0,0 1-1 0 0,-1-1 1 0 0,1 0 0 0 0,-1 0-1 0 0,2 1 1 0 0,32 2-341 0 0,0-1 0 0 0,0-2 0 0 0,41-4 0 0 0,108-21-7189 0 0,-125 16 3557 0 0,-1-3-1574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345 179 268 0 0,'5'-13'2336'0'0,"-1"-1"0"0"0,0 0 0 0 0,-1 0 0 0 0,-1 0 0 0 0,1-24 0 0 0,-3 37-2293 0 0,0 0-1 0 0,0 0 1 0 0,0 1-1 0 0,0-1 1 0 0,0 0-1 0 0,0 0 1 0 0,0 1 0 0 0,0-1-1 0 0,0 0 1 0 0,0 0-1 0 0,0 1 1 0 0,-1-1-1 0 0,1 0 1 0 0,0 1-1 0 0,-1-1 1 0 0,1 0 0 0 0,0 1-1 0 0,-1-1 1 0 0,1 0-1 0 0,-1 1 1 0 0,1-1-1 0 0,-1 1 1 0 0,1-1 0 0 0,-1 0-1 0 0,1 1 1 0 0,-1 0-1 0 0,1-1 1 0 0,-1 1-1 0 0,0-1 1 0 0,1 1 0 0 0,-1 0-1 0 0,0-1 1 0 0,0 1-1 0 0,1 0 1 0 0,-1 0-1 0 0,0 0 1 0 0,0-1-1 0 0,1 1 1 0 0,-1 0 0 0 0,0 0-1 0 0,0 0 1 0 0,1 0-1 0 0,-1 0 1 0 0,0 0-1 0 0,0 1 1 0 0,1-1 0 0 0,-1 0-1 0 0,0 0 1 0 0,1 0-1 0 0,-1 1 1 0 0,-1 0-1 0 0,-3 1 103 0 0,-1 0-1 0 0,1 1 0 0 0,0-1 1 0 0,-8 7-1 0 0,-5 6 384 0 0,-1 1 1 0 0,2 0-1 0 0,0 2 1 0 0,-29 37-1 0 0,-45 87 1607 0 0,72-110-1720 0 0,2 1 0 0 0,1 1 0 0 0,-13 37 0 0 0,26-60-316 0 0,-1 0 0 0 0,1 0 0 0 0,1 0 0 0 0,0 0 1 0 0,0 0-1 0 0,2 0 0 0 0,-1 0 0 0 0,1 1 0 0 0,1-1 0 0 0,0 0 0 0 0,0 0 1 0 0,1 1-1 0 0,1-1 0 0 0,5 16 0 0 0,-5-21-47 0 0,0 1 0 0 0,1-1-1 0 0,0 1 1 0 0,1-1 0 0 0,-1 0 0 0 0,1-1 0 0 0,0 1-1 0 0,1-1 1 0 0,-1 0 0 0 0,10 6 0 0 0,-5-4 5 0 0,1-1 0 0 0,0 0 0 0 0,0 0 1 0 0,0-1-1 0 0,23 6 0 0 0,-11-6 32 0 0,0-1 0 0 0,1 0-1 0 0,-1-2 1 0 0,1 0 0 0 0,0-2-1 0 0,25-3 1 0 0,-30 1 29 0 0,-1-1 1 0 0,0 0-1 0 0,0-2 0 0 0,0 0 1 0 0,0-1-1 0 0,-1-1 0 0 0,0-1 1 0 0,-1 0-1 0 0,1-1 0 0 0,-1-1 1 0 0,-1 0-1 0 0,0-1 0 0 0,-1-1 1 0 0,0 0-1 0 0,-1-1 0 0 0,0 0 1 0 0,-1-1-1 0 0,0-1 0 0 0,-1 0 0 0 0,-1 0 1 0 0,0-1-1 0 0,-2-1 0 0 0,1 1 1 0 0,-2-1-1 0 0,6-20 0 0 0,-6 13-99 0 0,0 0 0 0 0,-2 0 0 0 0,0-1-1 0 0,-2 1 1 0 0,-1-1 0 0 0,-1-37 0 0 0,-2 44-42 0 0,-1 1 0 0 0,-1 0 0 0 0,0 0 1 0 0,-1 0-1 0 0,-1 0 0 0 0,0 1 1 0 0,-1-1-1 0 0,-1 1 0 0 0,-1 1 0 0 0,-10-18 1 0 0,12 25-185 0 0,0 0 0 0 0,-1 0 0 0 0,0 1 0 0 0,0 0 0 0 0,0 0 0 0 0,-1 0 0 0 0,0 1 0 0 0,0 1 0 0 0,-1-1 0 0 0,0 1 0 0 0,0 0 0 0 0,0 1 0 0 0,0 0 0 0 0,-1 1 0 0 0,1 0 0 0 0,-1 0 0 0 0,0 1 0 0 0,-20-2 0 0 0,11 3-730 0 0,-1 1 0 0 0,1 0 0 0 0,0 2 0 0 0,0 0 0 0 0,0 1 0 0 0,0 1 0 0 0,0 1 0 0 0,1 1 0 0 0,-22 9 0 0 0,-56 29-6251 0 0,46-18 448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277 122 1072 0 0,'3'-4'1884'0'0,"-1"0"0"0"0,1 0 0 0 0,-1 0 0 0 0,1 0 0 0 0,1-6-1 0 0,-2 7-957 0 0,-1 0-1 0 0,0-1 1 0 0,0 1-1 0 0,-1-1 1 0 0,1 0-1 0 0,-1-5 1 0 0,0 6-703 0 0,0 0 0 0 0,0 0 1 0 0,-1 0-1 0 0,1 0 1 0 0,-1 0-1 0 0,0 0 1 0 0,0 0-1 0 0,0 1 0 0 0,0-1 1 0 0,0 0-1 0 0,-1 0 1 0 0,1 1-1 0 0,-1-1 1 0 0,0 1-1 0 0,0-1 0 0 0,0 1 1 0 0,0 0-1 0 0,-3-3 1 0 0,3 4-212 0 0,0 0 1 0 0,0 0-1 0 0,0 0 0 0 0,0 1 1 0 0,0-1-1 0 0,0 0 0 0 0,0 1 1 0 0,0-1-1 0 0,0 1 1 0 0,0 0-1 0 0,-1 0 0 0 0,1 0 1 0 0,0 0-1 0 0,0 0 0 0 0,0 0 1 0 0,0 1-1 0 0,0-1 1 0 0,-1 1-1 0 0,1-1 0 0 0,0 1 1 0 0,0 0-1 0 0,-2 1 0 0 0,-10 4-12 0 0,0 2-1 0 0,1 0 0 0 0,0 0 0 0 0,0 1 0 0 0,1 0 0 0 0,-18 19 0 0 0,14-12-8 0 0,2 0 0 0 0,0 0 0 0 0,1 2 0 0 0,-13 22-1 0 0,21-31 7 0 0,1 0-1 0 0,-1 0 0 0 0,1 1 1 0 0,1-1-1 0 0,0 1 0 0 0,0 0 1 0 0,1 0-1 0 0,-1 16 0 0 0,2-23 1 0 0,1 0 0 0 0,0 0 0 0 0,0 0 0 0 0,1 0-1 0 0,-1 0 1 0 0,1 0 0 0 0,-1 1 0 0 0,1-1-1 0 0,0-1 1 0 0,0 1 0 0 0,1 0 0 0 0,-1 0 0 0 0,1 0-1 0 0,-1-1 1 0 0,1 1 0 0 0,0 0 0 0 0,0-1 0 0 0,0 0-1 0 0,0 1 1 0 0,0-1 0 0 0,0 0 0 0 0,1 0-1 0 0,-1 0 1 0 0,1 0 0 0 0,-1-1 0 0 0,1 1 0 0 0,0-1-1 0 0,0 0 1 0 0,0 1 0 0 0,0-1 0 0 0,3 0-1 0 0,0 1 7 0 0,0 0-1 0 0,0-1 0 0 0,0 0 0 0 0,0-1 0 0 0,0 1 0 0 0,0-1 0 0 0,0 0 0 0 0,0-1 0 0 0,0 1 0 0 0,0-1 0 0 0,0 0 0 0 0,0-1 0 0 0,0 1 0 0 0,6-4 0 0 0,-4 2-13 0 0,-1-2 0 0 0,1 1 0 0 0,0-1 0 0 0,-1 0 0 0 0,0-1 0 0 0,-1 1 0 0 0,1-1 0 0 0,9-12 0 0 0,3-7 195 0 0,-1-2 0 0 0,-1 0-1 0 0,-2-1 1 0 0,14-35 0 0 0,-24 53-12 0 0,20-42 87 0 0,-24 51-308 0 0,7 21-158 0 0,-7 48 10 0 0,10 72 0 0 0,10-35-3864 0 0,-14-81 441 0 0,1 0-1 0 0,12 27 1 0 0,-10-34-2881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4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1 147 376 0 0,'0'-4'1510'0'0,"10"-63"13431"0"0,-2 27-10143 0 0,-7 34-4346 0 0,3-8 678 0 0,1 14-688 0 0,2 10-84 0 0,1 7 113 0 0,-1 0 0 0 0,0 0 0 0 0,-2 0 0 0 0,0 1 0 0 0,5 34 0 0 0,-5-16-47 0 0,-2-1-1 0 0,-2 44 1 0 0,-12 13 818 0 0,6-62-402 0 0,-3 12 1684 0 0,4-35-2467 0 0,-2-16-57 0 0,5 5 0 0 0,0-2 0 0 0,0 1 0 0 0,1 0 0 0 0,0 0 0 0 0,0 0 0 0 0,0 0 0 0 0,1 0 0 0 0,-1 0 0 0 0,1 0 0 0 0,0 0 0 0 0,2-5 0 0 0,23-54 0 0 0,-24 59 0 0 0,8-15-5 0 0,1 0 1 0 0,1 1-1 0 0,1 0 1 0 0,27-31-1 0 0,70-59-57 0 0,-1 15-1857 0 0,-108 93 1582 0 0,8-8-1234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5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50 2856 0 0,'0'-8'2657'0'0,"1"-27"18267"0"0,1 29-18156 0 0,-11 130 717 0 0,-2-38-3437 0 0,-27 99 0 0 0,23-133-52 0 0,-1-1-1 0 0,-3 0 0 0 0,-27 51 0 0 0,39-88 5 0 0,-1-1 0 0 0,0-1 0 0 0,-1 1 0 0 0,-11 12 0 0 0,16-20 0 0 0,-1-1 0 0 0,0 1 0 0 0,0-1 0 0 0,0 0 0 0 0,-1 0 0 0 0,1 0 0 0 0,-1-1 0 0 0,0 0 0 0 0,0 0 0 0 0,0-1 0 0 0,-13 4 0 0 0,1-4 0 0 0,11-2-360 0 0,1 0 0 0 0,0-1 1 0 0,-1 0-1 0 0,1 0 0 0 0,-1 0 0 0 0,1-1 0 0 0,0 0 1 0 0,0 0-1 0 0,0-1 0 0 0,0 0 0 0 0,0 0 0 0 0,1 0 0 0 0,-1 0 1 0 0,1-1-1 0 0,0 0 0 0 0,0 0 0 0 0,0-1 0 0 0,1 1 1 0 0,-1-1-1 0 0,-4-6 0 0 0,5 5-311 0 0,1-1 1 0 0,-1 1-1 0 0,1-1 0 0 0,0 1 1 0 0,1-1-1 0 0,-1 0 0 0 0,1 0 0 0 0,1 0 1 0 0,-1 0-1 0 0,1-1 0 0 0,0 1 1 0 0,1 0-1 0 0,0 0 0 0 0,0-1 1 0 0,1 1-1 0 0,0 0 0 0 0,3-15 1 0 0,4-8-10065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0 201 848 0 0,'18'-37'8699'0'0,"18"-55"0"0"0,-28 70-7034 0 0,-5 11-969 0 0,7-15-868 0 0,-1 13-3291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472 172 2220 0 0,'3'-12'2173'0'0,"0"5"-1077"0"0,-1 0-1 0 0,-1 0 1 0 0,1 0 0 0 0,-1-1-1 0 0,0 1 1 0 0,-1 0 0 0 0,0-1-1 0 0,0 1 1 0 0,0 0 0 0 0,-1 0-1 0 0,-2-9 1 0 0,2 13-917 0 0,0-1 0 0 0,0 1 0 0 0,0-1 0 0 0,0 1-1 0 0,-1 0 1 0 0,0 0 0 0 0,1 0 0 0 0,-1-1 0 0 0,0 2 0 0 0,0-1 0 0 0,-1 0 0 0 0,1 0 0 0 0,-1 1 0 0 0,1-1-1 0 0,-1 1 1 0 0,0 0 0 0 0,-5-4 0 0 0,3 5-142 0 0,1-1-1 0 0,0 1 0 0 0,0 0 1 0 0,-1 0-1 0 0,1 0 0 0 0,-1 0 1 0 0,1 1-1 0 0,-1 0 0 0 0,1 0 1 0 0,-1 0-1 0 0,1 1 1 0 0,-1-1-1 0 0,1 1 0 0 0,-5 1 1 0 0,-5 2-19 0 0,0 1 1 0 0,0 0-1 0 0,1 1 1 0 0,0 1 0 0 0,0 0-1 0 0,-18 13 1 0 0,1 2-25 0 0,-36 35 1 0 0,47-40 7 0 0,1 2 1 0 0,1 0 0 0 0,0 0-1 0 0,2 2 1 0 0,0 0-1 0 0,1 1 1 0 0,1 0-1 0 0,-13 30 1 0 0,25-47 8 0 0,-1-1 0 0 0,1 1 0 0 0,0-1 1 0 0,0 1-1 0 0,0-1 0 0 0,1 1 0 0 0,-1-1 0 0 0,1 1 1 0 0,0 0-1 0 0,0-1 0 0 0,1 1 0 0 0,0-1 1 0 0,-1 1-1 0 0,3 6 0 0 0,-2-8-1 0 0,1-1 0 0 0,-1 0 0 0 0,0 1 0 0 0,1-1-1 0 0,-1 0 1 0 0,1 0 0 0 0,-1 0 0 0 0,1 0 0 0 0,0-1 0 0 0,0 1 0 0 0,0 0 0 0 0,0-1 0 0 0,0 1 0 0 0,1-1-1 0 0,-1 0 1 0 0,0 1 0 0 0,1-1 0 0 0,-1 0 0 0 0,0-1 0 0 0,1 1 0 0 0,-1 0 0 0 0,1-1 0 0 0,0 1-1 0 0,-1-1 1 0 0,1 0 0 0 0,-1 0 0 0 0,4 0 0 0 0,5-1 7 0 0,0 0-1 0 0,0-1 1 0 0,0 0 0 0 0,-1-1-1 0 0,1 0 1 0 0,-1-1 0 0 0,1 0-1 0 0,-1 0 1 0 0,0-1 0 0 0,-1-1-1 0 0,1 0 1 0 0,-1 0 0 0 0,16-15 0 0 0,-6 4 15 0 0,-1-1 1 0 0,0-1 0 0 0,-2-1 0 0 0,28-41-1 0 0,67-117 1852 0 0,-110 176-1922 0 0,1 5-77 0 0,-1-3 114 0 0,-1 0 0 0 0,0 0 1 0 0,0 0-1 0 0,1 0 0 0 0,-1 0 1 0 0,0 0-1 0 0,0 0 0 0 0,0 0 0 0 0,1 1 1 0 0,-1-1-1 0 0,0 0 0 0 0,0 0 1 0 0,0 0-1 0 0,0 0 0 0 0,1 1 1 0 0,-1-1-1 0 0,0 0 0 0 0,0 0 1 0 0,0 0-1 0 0,0 1 0 0 0,0-1 1 0 0,0 0-1 0 0,1 0 0 0 0,-1 0 0 0 0,0 1 1 0 0,0-1-1 0 0,0 0 0 0 0,0 0 1 0 0,0 1-1 0 0,0-1 0 0 0,0 0 1 0 0,0 0-1 0 0,0 0 0 0 0,0 1 1 0 0,0-1-1 0 0,0 0 0 0 0,0 1 1 0 0,-11 96 206 0 0,-4 76 740 0 0,13-132-2121 0 0,2 0 1 0 0,7 51 0 0 0,-6-83 160 0 0,1 0 1 0 0,0-1 0 0 0,5 13 0 0 0,-6-17-94 0 0,1-1-1 0 0,0 1 1 0 0,-1-1 0 0 0,1 0-1 0 0,1 1 1 0 0,2 2 0 0 0,5 3-6310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229 134 316 0 0,'8'-20'4322'0'0,"0"0"0"0"0,-1 0 0 0 0,-1-1 0 0 0,3-21 0 0 0,-8 39-3897 0 0,-1 3-390 0 0,0 0-1 0 0,0-1 1 0 0,0 1 0 0 0,0-1 0 0 0,-1 1 0 0 0,1 0 0 0 0,0-1 0 0 0,0 1 0 0 0,0 0-1 0 0,0-1 1 0 0,0 1 0 0 0,-1 0 0 0 0,1-1 0 0 0,0 1 0 0 0,0 0 0 0 0,0 0 0 0 0,-1-1-1 0 0,1 1 1 0 0,0 0 0 0 0,-1 0 0 0 0,1-1 0 0 0,0 1 0 0 0,0 0 0 0 0,-1 0 0 0 0,0-1-1 0 0,-6 4 153 0 0,0 0-1 0 0,1 0 0 0 0,-1 1 0 0 0,1-1 0 0 0,-1 1 0 0 0,-10 10 0 0 0,-32 31 270 0 0,47-43-449 0 0,1-1 4 0 0,-1 1 1 0 0,1-1 0 0 0,0 1-1 0 0,-1-1 1 0 0,1 1-1 0 0,0 0 1 0 0,0-1-1 0 0,0 1 1 0 0,0 0-1 0 0,0 0 1 0 0,0 0-1 0 0,1 0 1 0 0,-1 0-1 0 0,0 0 1 0 0,1 0-1 0 0,0 0 1 0 0,-1 0-1 0 0,1 0 1 0 0,0 0-1 0 0,0 0 1 0 0,0 0-1 0 0,0 0 1 0 0,1 0 0 0 0,-1 0-1 0 0,1 0 1 0 0,-1 0-1 0 0,1 0 1 0 0,-1 0-1 0 0,1 0 1 0 0,0-1-1 0 0,0 1 1 0 0,0 0-1 0 0,0 0 1 0 0,0-1-1 0 0,3 4 1 0 0,4 3 12 0 0,0 0-1 0 0,1 0 1 0 0,0-1 0 0 0,0 0 0 0 0,11 7-1 0 0,-8-6-74 0 0,-1-1 119 0 0,-1 1 0 0 0,0 0 0 0 0,0 1 0 0 0,-1 0 0 0 0,0 0 1 0 0,0 1-1 0 0,7 12 0 0 0,-14-19 112 0 0,0-1 0 0 0,-1 1 0 0 0,1-1 0 0 0,-1 1 0 0 0,0 0 0 0 0,0 0 0 0 0,0 0 0 0 0,0-1 0 0 0,0 1 0 0 0,-1 0 0 0 0,1 0 0 0 0,-1 0 0 0 0,0 0-1 0 0,0 0 1 0 0,0 0 0 0 0,0 0 0 0 0,-1 0 0 0 0,1 0 0 0 0,-1 0 0 0 0,0 0 0 0 0,0 0 0 0 0,0 0 0 0 0,0 0 0 0 0,0 0 0 0 0,0-1 0 0 0,-1 1 0 0 0,1-1 0 0 0,-1 1 0 0 0,0-1 0 0 0,0 1 0 0 0,0-1 0 0 0,0 0 0 0 0,0 0 0 0 0,0 0 0 0 0,-1 0 0 0 0,-3 2 0 0 0,-3 2-177 0 0,-1 0 1 0 0,0 0-1 0 0,-1-1 1 0 0,1 0-1 0 0,-1-1 0 0 0,0 0 1 0 0,0-1-1 0 0,-1 0 1 0 0,-21 3-1 0 0,28-5-3 0 0,-1-1 0 0 0,0 1 0 0 0,1-1 0 0 0,-1 0 0 0 0,0 0 0 0 0,-6-1 0 0 0,0-1 0 0 0,-38-11 0 0 0,35 8 0 0 0,1-2 0 0 0,11 6-294 0 0,1 0 0 0 0,0 0 0 0 0,0-1-1 0 0,-1 1 1 0 0,1-1 0 0 0,0 1 0 0 0,1-1 0 0 0,-4-2 0 0 0,5 4 87 0 0,0-1 0 0 0,0 1 1 0 0,-1 0-1 0 0,1-1 0 0 0,0 1 0 0 0,0 0 1 0 0,0-1-1 0 0,0 1 0 0 0,-1 0 1 0 0,1-1-1 0 0,0 1 0 0 0,0 0 0 0 0,0-1 1 0 0,0 1-1 0 0,0-1 0 0 0,0 1 0 0 0,0 0 1 0 0,0-1-1 0 0,0 1 0 0 0,0-1 1 0 0,0 1-1 0 0,0 0 0 0 0,0-1 0 0 0,1 1 1 0 0,-1 0-1 0 0,0-1 0 0 0,0 1 0 0 0,0 0 1 0 0,1-1-1 0 0,0-1-845 0 0,1 1-1 0 0,-1 0 1 0 0,1 0 0 0 0,0 0-1 0 0,-1 0 1 0 0,1 0 0 0 0,0 0-1 0 0,0 0 1 0 0,0 1-1 0 0,-1-1 1 0 0,4 0 0 0 0,12-3-7834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60 2320 0 0,'13'-52'20347'0'0,"-13"44"-14798"0"0,-8 34-3076 0 0,-148 490-395 0 0,108-412-2078 0 0,35-82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1060 0 0,'37'-56'12852'0'0,"-34"50"-11849"0"0,0 1 0 0 0,0-1 1 0 0,-1 0-1 0 0,3-10 0 0 0,7-3-1760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16 800 0 0,'0'0'5071'0'0,"12"-7"698"0"0,2-2-10248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1116 0 0,'0'0'6321'0'0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7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1 984 0 0,'-12'7'716'0'0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0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40 1648 0 0,'0'0'11721'0'0,"-14"5"-9816"0"0,6 4-1435 0 0,-1-1 0 0 0,0 0 0 0 0,-1 0 0 0 0,1-1 0 0 0,-2 0 0 0 0,1-1 1 0 0,-1 0-1 0 0,0 0 0 0 0,0-1 0 0 0,-12 3 0 0 0,7-2-322 0 0,-1-1 1 0 0,0-1-1 0 0,0-1 1 0 0,0-1 0 0 0,0 0-1 0 0,-29-1 1 0 0,41-1-302 0 0,0 0 0 0 0,-1-1 1 0 0,1 0-1 0 0,0 0 1 0 0,0 0-1 0 0,0-1 0 0 0,0 0 1 0 0,0 0-1 0 0,0 0 1 0 0,0 0-1 0 0,1-1 0 0 0,-1 0 1 0 0,1 0-1 0 0,0 0 1 0 0,0 0-1 0 0,-4-5 0 0 0,5 5-367 0 0,1 0-1 0 0,0 0 0 0 0,0 0 1 0 0,0 0-1 0 0,0-1 0 0 0,1 1 1 0 0,0 0-1 0 0,-1-1 0 0 0,1 0 1 0 0,0 1-1 0 0,0-1 0 0 0,1 0 0 0 0,-1 1 1 0 0,1-1-1 0 0,0 0 0 0 0,0 0 1 0 0,0 1-1 0 0,1-1 0 0 0,-1 0 1 0 0,1 0-1 0 0,0 1 0 0 0,2-8 1 0 0,5-9-3991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1104 0 0,'0'0'4174'0'0,"-4"-2"-1607"0"0,3-2-3486 0 0,9 0-3603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1464 0 0,'0'0'1996'0'0,"15"4"41"0"0,-29-3-2526 0 0,-1-6-2115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0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0 156 0 0,'-38'0'1708'0'0,"3"2"-492"0"0,8-2-276 0 0,1 2-184 0 0,2-2-188 0 0,4 0-139 0 0,3 1-89 0 0,2 1 148 0 0,-7 0-240 0 0,7 1-252 0 0,-1-1-1453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6 508 0 0,'4'-6'12803'0'0,"-90"132"-8341"0"0,14-21-5071 0 0,7 6-7952 0 0,52-85 2362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334 925 2548 0 0,'-66'93'17074'0'0,"67"-95"-16969"0"0,0-1 0 0 0,0 1 0 0 0,1-1 1 0 0,-1 1-1 0 0,1-1 0 0 0,-1 1 0 0 0,1 0 0 0 0,0 0 0 0 0,0 0 1 0 0,2-2-1 0 0,-1 0 20 0 0,46-62 200 0 0,-2-3 1 0 0,66-133 0 0 0,-79 127-408 0 0,38-116 0 0 0,6-84-152 0 0,-66 232 200 0 0,5-20-330 0 0,-17 61 289 0 0,2 4-50 0 0,-1 0 117 0 0,1 0 0 0 0,-1 0 0 0 0,0 0 1 0 0,0 0-1 0 0,0 1 0 0 0,-1-1 1 0 0,1 0-1 0 0,0 1 0 0 0,-1-1 1 0 0,0 0-1 0 0,1 1 0 0 0,-1-1 0 0 0,0 3 1 0 0,-3 38-52 0 0,1-25 44 0 0,-96 945 2180 0 0,57-596-1535 0 0,-46 351-18 0 0,86-708-595 0 0,0-3-12 0 0,0-1 1 0 0,0 1-1 0 0,1-1 0 0 0,0 1 0 0 0,0-1 0 0 0,0 1 0 0 0,1-1 0 0 0,2 9 1 0 0,-3-15-14 0 0,1 1 1 0 0,-1-1 0 0 0,1 1-1 0 0,0-1 1 0 0,-1 1 0 0 0,1-1-1 0 0,0 0 1 0 0,-1 1 0 0 0,1-1-1 0 0,0 0 1 0 0,-1 0 0 0 0,1 0-1 0 0,0 1 1 0 0,0-1 0 0 0,-1 0-1 0 0,1 0 1 0 0,0 0 0 0 0,0 0-1 0 0,-1 0 1 0 0,1 0 0 0 0,0 0-1 0 0,0-1 1 0 0,-1 1 0 0 0,1 0-1 0 0,0 0 1 0 0,-1 0 0 0 0,1-1-1 0 0,0 1 1 0 0,-1 0 0 0 0,1-1-1 0 0,0 1 1 0 0,-1-1 0 0 0,1 1-1 0 0,0-1 1 0 0,23-14-230 0 0,-13 4 199 0 0,-1 1 0 0 0,0-1-1 0 0,0-1 1 0 0,-1 0 0 0 0,-1 0 0 0 0,0-1 0 0 0,-1 0-1 0 0,0 0 1 0 0,-1-1 0 0 0,0 0 0 0 0,-1 0-1 0 0,-1 0 1 0 0,0 0 0 0 0,-1-1 0 0 0,-1 0 0 0 0,1-16-1 0 0,-2 12 40 0 0,-1-1 0 0 0,-1 0 0 0 0,0 0-1 0 0,-2 1 1 0 0,-1-1 0 0 0,0 1 0 0 0,-1 0-1 0 0,-1 0 1 0 0,-1 0 0 0 0,0 1 0 0 0,-17-29-1 0 0,6 21-25 0 0,0 0-1 0 0,-2 1 0 0 0,0 1 1 0 0,-2 1-1 0 0,0 1 0 0 0,-2 1 0 0 0,0 2 1 0 0,-47-31-1 0 0,-11 3-101 0 0,-141-60 1 0 0,219 106-6 0 0,0-1 0 0 0,0 0-1 0 0,0 0 1 0 0,0-1 0 0 0,0 1 0 0 0,0-1 0 0 0,1 1 0 0 0,-1-1 0 0 0,-3-5 0 0 0,6 7 13 0 0,0-1 1 0 0,0 1-1 0 0,1-1 1 0 0,-1 1 0 0 0,1-1-1 0 0,-1 1 1 0 0,1-1-1 0 0,-1 1 1 0 0,1-1 0 0 0,0 0-1 0 0,0 1 1 0 0,0-1 0 0 0,0 1-1 0 0,0-1 1 0 0,0 0-1 0 0,0 1 1 0 0,1-1 0 0 0,-1 1-1 0 0,0-1 1 0 0,1 0-1 0 0,-1 1 1 0 0,1-1 0 0 0,0 1-1 0 0,0 0 1 0 0,-1-1-1 0 0,1 1 1 0 0,0 0 0 0 0,2-3-1 0 0,11-12-973 0 0,-1 2-1 0 0,2-1 0 0 0,0 2 0 0 0,1 0 0 0 0,31-20 1 0 0,-27 19 31 0 0,19-14-2192 0 0,0-2-1273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39 2240 0 0,'17'-38'11254'0'0,"-26"62"-9967"0"0,8-22-1223 0 0,-43 148 2411 0 0,39-129-2372 0 0,1 0 0 0 0,2 1 1 0 0,0 0-1 0 0,1-1 0 0 0,2 27 0 0 0,0-43-86 0 0,-1-1 0 0 0,1 1 0 0 0,0-1 0 0 0,0 0 0 0 0,0 1 0 0 0,0-1 0 0 0,1 0 0 0 0,0 0 0 0 0,0 0 0 0 0,0 0 0 0 0,0 0 0 0 0,0 0 0 0 0,1-1 1 0 0,0 1-1 0 0,0-1 0 0 0,0 0 0 0 0,0 1 0 0 0,0-1 0 0 0,1-1 0 0 0,-1 1 0 0 0,1 0 0 0 0,4 1 0 0 0,-2-1-2 0 0,0-1 0 0 0,0 0-1 0 0,1 0 1 0 0,-1-1 0 0 0,1 1 0 0 0,-1-2 0 0 0,1 1-1 0 0,-1-1 1 0 0,1 0 0 0 0,-1 0 0 0 0,1 0 0 0 0,-1-1-1 0 0,1 0 1 0 0,8-3 0 0 0,-6 1 14 0 0,0-1 1 0 0,0 1-1 0 0,0-2 0 0 0,-1 1 0 0 0,0-1 1 0 0,0-1-1 0 0,0 1 0 0 0,0-1 1 0 0,-1-1-1 0 0,0 1 0 0 0,0-1 0 0 0,-1-1 1 0 0,0 1-1 0 0,0-1 0 0 0,-1 0 1 0 0,0 0-1 0 0,8-17 0 0 0,-7 11 167 0 0,0-1 1 0 0,-1 0-1 0 0,0 0 1 0 0,-1 0-1 0 0,-1-1 0 0 0,0 1 1 0 0,-1-1-1 0 0,-1 0 0 0 0,-1 0 1 0 0,-1-19-1 0 0,0 27-129 0 0,0 1 1 0 0,-1 0 0 0 0,0 0-1 0 0,0 0 1 0 0,-4-8-1 0 0,5 12-59 0 0,0 0 0 0 0,-1 0-1 0 0,0 0 1 0 0,1 1 0 0 0,-1-1 0 0 0,0 0 0 0 0,0 1-1 0 0,-1-1 1 0 0,1 1 0 0 0,0 0 0 0 0,-1 0-1 0 0,1 0 1 0 0,-4-2 0 0 0,4 3-11 0 0,-1 1 0 0 0,1-1 0 0 0,0 1 0 0 0,-1-1 0 0 0,1 1 0 0 0,0 0 1 0 0,-1 0-1 0 0,1 0 0 0 0,0 0 0 0 0,-1 0 0 0 0,1 1 0 0 0,-1-1 0 0 0,1 1 0 0 0,0-1 0 0 0,0 1 0 0 0,-1 0 0 0 0,1 0 0 0 0,0 0 1 0 0,-2 1-1 0 0,-3 2-48 0 0,0 0 1 0 0,0 1 0 0 0,1 0 0 0 0,-7 6 0 0 0,7-5-205 0 0,0 0 0 0 0,1 1 0 0 0,-1 0 0 0 0,2 0 0 0 0,-1 0 0 0 0,1 1 0 0 0,0-1 0 0 0,-6 15 0 0 0,9-18-151 0 0,0-1 0 0 0,0 1 0 0 0,0-1 0 0 0,0 1 0 0 0,0 0 0 0 0,1-1 0 0 0,0 1 0 0 0,-1 0 0 0 0,1-1 0 0 0,1 1 0 0 0,-1 0 0 0 0,0-1 0 0 0,1 1 0 0 0,0 0 0 0 0,0-1 0 0 0,0 1 0 0 0,0-1 0 0 0,1 1 0 0 0,-1-1 0 0 0,1 0 0 0 0,0 1 0 0 0,3 3 0 0 0,4 0-2755 0 0,0-3-1086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0 147 172 0 0,'51'-60'12103'0'0,"-50"60"-12012"0"0,0-1 1 0 0,-1 1-1 0 0,1-1 1 0 0,0 1-1 0 0,0-1 0 0 0,-1 1 1 0 0,1 0-1 0 0,0-1 0 0 0,0 1 1 0 0,0 0-1 0 0,0 0 0 0 0,0 0 1 0 0,-1-1-1 0 0,1 1 0 0 0,0 0 1 0 0,0 0-1 0 0,0 0 0 0 0,0 1 1 0 0,0-1-1 0 0,0 0 0 0 0,-1 0 1 0 0,1 0-1 0 0,0 1 0 0 0,0-1 1 0 0,0 0-1 0 0,-1 1 1 0 0,1-1-1 0 0,0 1 0 0 0,0-1 1 0 0,-1 1-1 0 0,1-1 0 0 0,0 1 1 0 0,-1-1-1 0 0,1 1 0 0 0,0 0 1 0 0,2 2 125 0 0,0 0 0 0 0,-1 0 0 0 0,1 0 1 0 0,-1 0-1 0 0,1 0 0 0 0,1 4 0 0 0,6 15 350 0 0,-1 1 0 0 0,-1 0-1 0 0,-1 0 1 0 0,6 33 0 0 0,7 96 2731 0 0,-18-124-1731 0 0,1-12 857 0 0,-3-16-2405 0 0,0 0-1 0 0,0 0 1 0 0,0 1-1 0 0,0-1 1 0 0,0 0-1 0 0,0 0 0 0 0,0 0 1 0 0,0 0-1 0 0,0 0 1 0 0,0 0-1 0 0,0 0 1 0 0,0 0-1 0 0,0 0 1 0 0,0 0-1 0 0,0 0 1 0 0,0 0-1 0 0,0 0 0 0 0,0 1 1 0 0,0-1-1 0 0,0 0 1 0 0,0 0-1 0 0,0 0 1 0 0,0 0-1 0 0,0 0 1 0 0,0 0-1 0 0,0 0 1 0 0,0 0-1 0 0,0 0 0 0 0,0 0 1 0 0,0 0-1 0 0,0 0 1 0 0,0 0-1 0 0,1 0 1 0 0,-1 0-1 0 0,0 0 1 0 0,0 0-1 0 0,0 0 0 0 0,0 0 1 0 0,0 0-1 0 0,0 0 1 0 0,0 0-1 0 0,0 0 1 0 0,0 1-1 0 0,0-1 1 0 0,0 0-1 0 0,0 0 1 0 0,0 0-1 0 0,1 0 0 0 0,-1-1 1 0 0,0 1-1 0 0,0 0 1 0 0,0 0-1 0 0,0 0 1 0 0,0 0-1 0 0,0 0 1 0 0,0 0-1 0 0,0 0 1 0 0,0 0-1 0 0,0 0 0 0 0,0 0 1 0 0,0 0-1 0 0,0 0 1 0 0,0 0-1 0 0,1 0 1 0 0,-1 0-1 0 0,0 0 1 0 0,0 0-1 0 0,0 0 1 0 0,6-22 575 0 0,-2 3-403 0 0,4-2-291 0 0,0 1 0 0 0,2 0 0 0 0,0 0-1 0 0,1 1 1 0 0,1 1 0 0 0,17-21 0 0 0,2 2-1943 0 0,64-58-1 0 0,-77 79 812 0 0,0 2 0 0 0,1 0-1 0 0,1 1 1 0 0,23-11 0 0 0,45-13-7802 0 0,-55 26 2155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51 408 0 0,'7'-17'4258'0'0,"9"-13"3021"0"0,-15 29-6331 0 0,13-1 1690 0 0,-10 5-2337 0 0,0 1 0 0 0,0-1 0 0 0,0 1 1 0 0,0 0-1 0 0,-1 0 0 0 0,1 0 0 0 0,-1 1 0 0 0,0-1 1 0 0,-1 1-1 0 0,1 0 0 0 0,-1 0 0 0 0,0 0 0 0 0,2 5 0 0 0,4 16 425 0 0,7 33-1 0 0,-13-52-624 0 0,3 19 477 0 0,0 0 0 0 0,-2 0 0 0 0,-1 1-1 0 0,-1 0 1 0 0,-1-1 0 0 0,-8 51 0 0 0,6-57 1670 0 0,2-15-641 0 0,-1-14-1192 0 0,3-1-339 0 0,-1 0 1 0 0,1 0-1 0 0,1 1 1 0 0,-1-1-1 0 0,2 1 0 0 0,6-15 1 0 0,-2 5-20 0 0,3-7-94 0 0,2 0 1 0 0,0 0-1 0 0,33-46 0 0 0,-32 55-895 0 0,0 0-1 0 0,1 0 1 0 0,20-15-1 0 0,-33 30 592 0 0,0 0 0 0 0,0 0 0 0 0,1 1 0 0 0,-1-1 0 0 0,0 1 0 0 0,0 0 0 0 0,1 0 0 0 0,-1 0 0 0 0,1 0 0 0 0,-1 0 0 0 0,1 0 0 0 0,0 0 0 0 0,-1 1 0 0 0,1 0 0 0 0,-1-1 0 0 0,1 1 0 0 0,0 0 0 0 0,-1 0 0 0 0,4 1 0 0 0,-3 0-385 0 0,-1-1 1 0 0,1 1 0 0 0,-1 0-1 0 0,0 0 1 0 0,0 0-1 0 0,1 1 1 0 0,-1-1 0 0 0,0 0-1 0 0,0 1 1 0 0,0 0 0 0 0,-1-1-1 0 0,1 1 1 0 0,3 3 0 0 0,2 4-6225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2764 0 0,'0'0'2722'0'0,"-3"19"6237"0"0,0-7-6516 0 0,-13 30 148 0 0,8-18-1671 0 0,-14 25 1 0 0,-21 27-159 0 0,-1 0-2235 0 0,21-26-4484 0 0,21-39-558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180 108 2824 0 0,'8'-12'1675'0'0,"17"-30"4296"0"0,-24 39-5531 0 0,1-1-1 0 0,-1 1 0 0 0,0 0 0 0 0,0-1 0 0 0,0 1 1 0 0,-1-1-1 0 0,1 1 0 0 0,-1-1 0 0 0,0 0 0 0 0,0 1 1 0 0,0-4-1 0 0,0 6-393 0 0,-1 0 0 0 0,1 1 0 0 0,-1-1 0 0 0,1 1 1 0 0,-1-1-1 0 0,1 1 0 0 0,-1-1 0 0 0,1 1 0 0 0,-1-1 1 0 0,0 1-1 0 0,1 0 0 0 0,-1-1 0 0 0,0 1 0 0 0,1 0 0 0 0,-1-1 1 0 0,0 1-1 0 0,1 0 0 0 0,-1 0 0 0 0,0 0 0 0 0,0 0 1 0 0,1 0-1 0 0,-1-1 0 0 0,0 1 0 0 0,1 0 0 0 0,-1 1 0 0 0,0-1 1 0 0,0 0-1 0 0,1 0 0 0 0,-2 0 0 0 0,-21 4 646 0 0,9 1-445 0 0,0 1 0 0 0,1 0 0 0 0,0 0-1 0 0,0 1 1 0 0,0 1 0 0 0,1 0 0 0 0,0 1-1 0 0,-10 11 1 0 0,20-19-232 0 0,0 1 1 0 0,1 0-1 0 0,-1 0 0 0 0,1 0 1 0 0,0 0-1 0 0,-1 0 0 0 0,1 0 1 0 0,0 0-1 0 0,0 1 0 0 0,0-1 0 0 0,1 0 1 0 0,-1 1-1 0 0,1-1 0 0 0,-1 0 1 0 0,1 1-1 0 0,0-1 0 0 0,0 1 1 0 0,0-1-1 0 0,0 1 0 0 0,0-1 0 0 0,0 0 1 0 0,1 1-1 0 0,-1-1 0 0 0,1 1 1 0 0,0-1-1 0 0,-1 0 0 0 0,1 0 0 0 0,0 1 1 0 0,1-1-1 0 0,-1 0 0 0 0,0 0 1 0 0,0 0-1 0 0,3 2 0 0 0,5 8 33 0 0,1-1 1 0 0,1 0-1 0 0,0 0 0 0 0,15 11 0 0 0,-12-10-25 0 0,1 0 238 0 0,-1 2-1 0 0,-1 0 1 0 0,0 0-1 0 0,-1 1 1 0 0,0 0-1 0 0,14 27 1 0 0,-26-40-131 0 0,1-1 1 0 0,0 1-1 0 0,-1-1 1 0 0,1 1 0 0 0,-1 0-1 0 0,0-1 1 0 0,1 1-1 0 0,-1 0 1 0 0,0-1-1 0 0,0 1 1 0 0,0 0 0 0 0,0-1-1 0 0,-1 1 1 0 0,1 0-1 0 0,0-1 1 0 0,-1 1-1 0 0,1-1 1 0 0,-1 1 0 0 0,1 0-1 0 0,-1-1 1 0 0,0 1-1 0 0,0-1 1 0 0,0 0 0 0 0,0 1-1 0 0,0-1 1 0 0,0 0-1 0 0,0 1 1 0 0,0-1-1 0 0,0 0 1 0 0,-1 0 0 0 0,1 0-1 0 0,0 0 1 0 0,-3 1-1 0 0,-1 2 92 0 0,0-1-1 0 0,-1 0 1 0 0,0-1 0 0 0,1 1-1 0 0,-1-1 1 0 0,0 0-1 0 0,0-1 1 0 0,-8 2 0 0 0,6-2-144 0 0,0-1-1 0 0,-1 0 1 0 0,1 0 0 0 0,0-1 0 0 0,0 0 0 0 0,0 0 0 0 0,0-1-1 0 0,-15-6 1 0 0,18 7-350 0 0,0-1-1 0 0,1 0 1 0 0,0 0-1 0 0,-1 0 1 0 0,1-1-1 0 0,0 1 1 0 0,0-1 0 0 0,0 0-1 0 0,1-1 1 0 0,-1 1-1 0 0,1 0 1 0 0,0-1-1 0 0,0 0 1 0 0,0 0-1 0 0,0 0 1 0 0,1 0-1 0 0,-4-7 1 0 0,5 9-38 0 0,1 0 0 0 0,0-1 0 0 0,-1 1 0 0 0,1 0 0 0 0,0 0 0 0 0,0-1 0 0 0,0 1 0 0 0,1 0 0 0 0,-1-1 0 0 0,1 1 0 0 0,-1 0 0 0 0,1 0 0 0 0,-1 0 0 0 0,1 0 0 0 0,0 0 0 0 0,0 0 0 0 0,0 0 0 0 0,1 0 0 0 0,-1 0 0 0 0,3-3 0 0 0,1-2-1899 0 0,1 0-1 0 0,1 1 1 0 0,13-12 0 0 0,1 2-4917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3600 0 0,'1'-1'3117'0'0,"8"-6"1982"0"0,-6 5-4216 0 0,0 0 1 0 0,1 0-1 0 0,-1 1 1 0 0,1-1-1 0 0,-1 1 1 0 0,1 0-1 0 0,0 0 1 0 0,4-1 0 0 0,3 2-583 0 0,0-1 1 0 0,1 1 0 0 0,13 2-1 0 0,12 0 343 0 0,72-3-668 0 0,-59 1-3184 0 0,-3-1-5795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84 0 0,'-5'3'1661'0'0,"-38"17"7619"0"0,21-5-6060 0 0,21-14-2704 0 0,5 1-367 0 0,1-1 1 0 0,-1 1 0 0 0,1-1 0 0 0,-1 0 0 0 0,1 0-1 0 0,-1-1 1 0 0,1 0 0 0 0,-1 1 0 0 0,6-2 0 0 0,45-5-447 0 0,-30 3-176 0 0,118-22-7287 0 0,-102 16 2435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39 2684 0 0,'-2'-2'2656'0'0,"-38"-26"10061"0"0,38 27-11750 0 0,2 1-878 0 0,0-1 0 0 0,-1 0-1 0 0,1 1 1 0 0,-1-1 0 0 0,1 1-1 0 0,-1-1 1 0 0,1 1-1 0 0,-1 0 1 0 0,0-1 0 0 0,1 1-1 0 0,-1-1 1 0 0,1 1 0 0 0,-1 0-1 0 0,0 0 1 0 0,1-1 0 0 0,-1 1-1 0 0,0 0 1 0 0,1 0-1 0 0,-1 0 1 0 0,0 0 0 0 0,0 0-1 0 0,1 0 1 0 0,-1 0 0 0 0,0 0-1 0 0,1 0 1 0 0,-1 0-1 0 0,0 0 1 0 0,1 0 0 0 0,-1 0-1 0 0,0 1 1 0 0,1-1 0 0 0,-1 0-1 0 0,0 1 1 0 0,1-1 0 0 0,-1 0-1 0 0,0 1 1 0 0,1-1-1 0 0,-1 1 1 0 0,1-1 0 0 0,-1 0-1 0 0,1 1 1 0 0,-1 0 0 0 0,1-1-1 0 0,0 1 1 0 0,-1 0-1 0 0,-26 180 4182 0 0,-58 169-3991 0 0,43-187-10291 0 0,34-142 2180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41 1652 0 0,'44'-34'15948'0'0,"-42"32"-14826"0"0,7-1 1045 0 0,-8 3-2096 0 0,-1 0-1 0 0,0-1 1 0 0,1 1 0 0 0,-1 0-1 0 0,0 0 1 0 0,1 0 0 0 0,-1 0 0 0 0,0 0-1 0 0,0 0 1 0 0,1 0 0 0 0,-1 0-1 0 0,0 0 1 0 0,1 0 0 0 0,-1 0 0 0 0,0 0-1 0 0,1 0 1 0 0,-1 0 0 0 0,0 0-1 0 0,1 0 1 0 0,-1 1 0 0 0,0-1 0 0 0,0 0-1 0 0,1 0 1 0 0,-1 0 0 0 0,0 0-1 0 0,0 1 1 0 0,1-1 0 0 0,-1 0 0 0 0,0 0-1 0 0,0 0 1 0 0,1 1 0 0 0,-1-1-1 0 0,0 0 1 0 0,0 0 0 0 0,0 1 0 0 0,0-1-1 0 0,0 0 1 0 0,1 0 0 0 0,-1 1-1 0 0,0-1 1 0 0,0 0 0 0 0,0 1 0 0 0,-1 9 542 0 0,0-1 1 0 0,-1 0-1 0 0,0 1 1 0 0,0-1 0 0 0,-1 0-1 0 0,0 0 1 0 0,0-1 0 0 0,-8 14-1 0 0,-44 67 126 0 0,48-78-601 0 0,-38 53-3575 0 0,27-40-1944 0 0,11-16 1565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31 156 1248 0 0,'10'-19'3195'0'0,"-2"0"-511"0"0,2 1 0 0 0,0 0-1 0 0,1 1 1 0 0,15-19 0 0 0,-23 33-2575 0 0,1 0 1 0 0,-1 0-1 0 0,1 1 0 0 0,0-1 0 0 0,0 1 0 0 0,0 0 0 0 0,0 0 0 0 0,0 0 0 0 0,0 1 0 0 0,0-1 1 0 0,1 1-1 0 0,-1 0 0 0 0,0 0 0 0 0,1 1 0 0 0,-1-1 0 0 0,1 1 0 0 0,-1 0 0 0 0,1 0 0 0 0,-1 1 1 0 0,1-1-1 0 0,-1 1 0 0 0,0 0 0 0 0,1 0 0 0 0,6 3 0 0 0,-5-2-83 0 0,0 0-1 0 0,0 1 1 0 0,0 0-1 0 0,0 0 1 0 0,0 0-1 0 0,-1 1 1 0 0,1-1-1 0 0,-1 2 0 0 0,0-1 1 0 0,0 0-1 0 0,-1 1 1 0 0,1 0-1 0 0,-1 0 1 0 0,0 0-1 0 0,0 1 1 0 0,4 7-1 0 0,-6-7 70 0 0,-1 0 1 0 0,0-1-1 0 0,0 1 0 0 0,0 0 0 0 0,0 0 1 0 0,-1-1-1 0 0,0 1 0 0 0,0 0 0 0 0,-1 0 1 0 0,0 0-1 0 0,0-1 0 0 0,0 1 0 0 0,0 0 1 0 0,-1-1-1 0 0,0 1 0 0 0,0-1 0 0 0,-1 0 0 0 0,-5 10 1 0 0,-5 6 339 0 0,-1 0 0 0 0,-32 37 1 0 0,-86 72 1587 0 0,55-57 872 0 0,76-72-2846 0 0,1-1-1 0 0,-1 1 1 0 0,0 0-1 0 0,0 0 1 0 0,0-1-1 0 0,1 1 1 0 0,-1 0-1 0 0,0 0 1 0 0,1 0-1 0 0,-1 0 1 0 0,1 0-1 0 0,-1 0 1 0 0,1 0-1 0 0,0 0 0 0 0,-1 0 1 0 0,1 0-1 0 0,0 0 1 0 0,0 1-1 0 0,0-1-34 0 0,0-1-1 0 0,0 1 1 0 0,1-1-1 0 0,-1 1 1 0 0,0-1-1 0 0,1 0 1 0 0,-1 1-1 0 0,0-1 1 0 0,1 0-1 0 0,-1 1 1 0 0,1-1-1 0 0,-1 0 1 0 0,1 0-1 0 0,-1 1 1 0 0,0-1-1 0 0,1 0 0 0 0,-1 0 1 0 0,1 0-1 0 0,-1 1 1 0 0,1-1-1 0 0,-1 0 1 0 0,1 0-1 0 0,-1 0 1 0 0,1 0-1 0 0,0 0 1 0 0,0 0-1 0 0,8 0-122 0 0,0-1-1 0 0,1 1 1 0 0,9-4-1 0 0,-8 3-206 0 0,119-19-5485 0 0,-59 9 1394 0 0,1 1-3748 0 0,-30 5-666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10 1952 0 0,'15'-10'19247'0'0,"-17"19"-19501"0"0,-8 16 2787 0 0,-23 38-1 0 0,-19 22-1026 0 0,-10 16-5867 0 0,51-84 1220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111 140 2488 0 0,'6'-18'3077'0'0,"-1"4"-710"0"0,-1 1 0 0 0,2 0 0 0 0,13-22-1 0 0,-17 31-2168 0 0,1 1 0 0 0,-1 0 0 0 0,1-1 0 0 0,0 1 1 0 0,0 0-1 0 0,1 0 0 0 0,-1 1 0 0 0,1-1 0 0 0,-1 1 0 0 0,1-1 0 0 0,0 1 0 0 0,0 0 0 0 0,0 0 0 0 0,0 1 0 0 0,0-1 0 0 0,7 0 0 0 0,-4 1-117 0 0,-1 0 1 0 0,1 0-1 0 0,-1 1 0 0 0,1 0 0 0 0,-1 1 1 0 0,0-1-1 0 0,1 1 0 0 0,-1 1 1 0 0,0-1-1 0 0,1 1 0 0 0,-1 0 0 0 0,0 0 1 0 0,10 6-1 0 0,-14-7-66 0 0,1 1-1 0 0,-1-1 1 0 0,1 1-1 0 0,-1 0 1 0 0,0 0 0 0 0,0 0-1 0 0,1 0 1 0 0,-1 0-1 0 0,-1 0 1 0 0,1 0 0 0 0,0 1-1 0 0,0-1 1 0 0,-1 1-1 0 0,0-1 1 0 0,1 1 0 0 0,-1 0-1 0 0,0 0 1 0 0,0-1 0 0 0,0 1-1 0 0,-1 0 1 0 0,1 0-1 0 0,-1 0 1 0 0,0 0 0 0 0,0 0-1 0 0,0 0 1 0 0,0 0-1 0 0,0 0 1 0 0,0 0 0 0 0,-1 0-1 0 0,1-1 1 0 0,-2 5-1 0 0,-2 3 17 0 0,0-1-1 0 0,0 1 1 0 0,-1-1-1 0 0,0 0 1 0 0,-1-1-1 0 0,-12 16 0 0 0,-46 43 286 0 0,37-42 247 0 0,-2 5 738 0 0,28-29-1199 0 0,5 4-78 0 0,-1-1 0 0 0,1 0 1 0 0,1 1-1 0 0,-1-2 0 0 0,0 1 0 0 0,1 0 1 0 0,0-1-1 0 0,0 0 0 0 0,9 5 1 0 0,11 7 1 0 0,-7-2 62 0 0,-1 1 1 0 0,0 1-1 0 0,26 29 1 0 0,-36-36 363 0 0,-1 1 0 0 0,0 0 0 0 0,0 0 1 0 0,0 0-1 0 0,-2 1 0 0 0,1-1 1 0 0,-1 1-1 0 0,0 0 0 0 0,4 20 1 0 0,-8-25-337 0 0,0 0 0 0 0,0 0 0 0 0,0 0 1 0 0,0 0-1 0 0,-1 0 0 0 0,0-1 0 0 0,0 1 0 0 0,0 0 1 0 0,0-1-1 0 0,-1 1 0 0 0,0-1 0 0 0,0 1 1 0 0,0-1-1 0 0,-1 0 0 0 0,1 1 0 0 0,-1-1 1 0 0,0-1-1 0 0,0 1 0 0 0,0 0 0 0 0,-1-1 1 0 0,1 0-1 0 0,-1 1 0 0 0,-6 3 0 0 0,-3 2 273 0 0,0 0 0 0 0,-1-1 0 0 0,0-1-1 0 0,-1 0 1 0 0,-27 9 0 0 0,28-12-389 0 0,0 0 0 0 0,0-1 0 0 0,0-1 0 0 0,0 0 0 0 0,-1-1 0 0 0,1-1 0 0 0,-1 0 0 0 0,1-1 0 0 0,0-1 0 0 0,0 0 0 0 0,-19-5 0 0 0,27 5-535 0 0,0 0 1 0 0,0 0-1 0 0,0 0 0 0 0,-10-6 1 0 0,14 7 134 0 0,0-1 0 0 0,1 1 0 0 0,-1-1 0 0 0,0 0 0 0 0,0 0 0 0 0,1 0 0 0 0,-1 0 0 0 0,0-2 0 0 0,1 3 85 0 0,1 0-1 0 0,-1 0 1 0 0,1 1-1 0 0,-1-1 0 0 0,1 0 1 0 0,0 0-1 0 0,0 0 1 0 0,-1 0-1 0 0,1 0 0 0 0,0 0 1 0 0,0 0-1 0 0,0 0 1 0 0,0 0-1 0 0,0 0 1 0 0,0 0-1 0 0,0 0 0 0 0,1 1 1 0 0,-1-1-1 0 0,0 0 1 0 0,0 0-1 0 0,1 0 0 0 0,-1 0 1 0 0,1 0-1 0 0,0-1 1 0 0,0 0-701 0 0,1 0 1 0 0,-1 0 0 0 0,1 0 0 0 0,0 0-1 0 0,0 0 1 0 0,-1 0 0 0 0,1 1 0 0 0,3-2 0 0 0,6-4-6049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0 640 0 0,'17'6'7850'0'0,"4"0"-2660"0"0,-10-3-2140 0 0,-9-2-1883 0 0,-1-1-900 0 0,0 1-1 0 0,1-1 1 0 0,-1 1 0 0 0,1-1-1 0 0,-1 1 1 0 0,0 0-1 0 0,1 0 1 0 0,-1 0 0 0 0,0 0-1 0 0,0 0 1 0 0,0 0 0 0 0,0 0-1 0 0,2 2 1 0 0,1 18 971 0 0,-4-13-4625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1908 0 0,'28'-20'12024'0'0,"-7"5"-6603"0"0,-19 14-4791 0 0,22-10 720 0 0,-13 7-2417 0 0,0 1 0 0 0,1 0 0 0 0,14-2 0 0 0,9-3-6686 0 0,-15 3 845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1200 0 0,'2'0'6281'0'0,"4"0"-4989"0"0,9-1 5768 0 0,-1 1-1106 0 0,-8-1-6626 0 0,-4 1 1147 0 0,1 1-607 0 0,24 5-2829 0 0,-4-4-6124 0 0,-6-4 2077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1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20 880 0 0,'0'0'2128'0'0,"6"-6"1593"0"0,4-2-2621 0 0,1 3-2240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0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6 452 0 0,'-9'-1'2223'0'0,"-17"-2"11395"0"0,15 2-10469 0 0,6 2-2541 0 0,4-1-575 0 0,1 0 0 0 0,-1 0 1 0 0,1 0-1 0 0,-1 0 0 0 0,1 0 1 0 0,-1 0-1 0 0,1 0 0 0 0,-1 0 1 0 0,1 0-1 0 0,-1 0 0 0 0,1 0 1 0 0,0 1-1 0 0,-1-1 0 0 0,1 0 1 0 0,-1 0-1 0 0,1 0 0 0 0,-1 1 1 0 0,1-1-1 0 0,0 0 1 0 0,-1 1-1 0 0,0-1 0 0 0,-3 15 705 0 0,0 0-1 0 0,1 0 1 0 0,1 0-1 0 0,0 0 0 0 0,1 19 1 0 0,-6 39 274 0 0,2-46-741 0 0,0 1 15 0 0,-1 0 1 0 0,-1 0 0 0 0,-16 40-1 0 0,22-65-242 0 0,0-1 1 0 0,-1 0-1 0 0,1 1 0 0 0,-1-1 0 0 0,1 0 1 0 0,-1 1-1 0 0,0-1 0 0 0,0 0 0 0 0,0 0 1 0 0,0-1-1 0 0,-4 4 0 0 0,5-4-27 0 0,0-1 1 0 0,-1 1-1 0 0,1-1 1 0 0,0 1-1 0 0,0-1 0 0 0,0 0 1 0 0,0 1-1 0 0,0-1 0 0 0,-1 0 1 0 0,1 0-1 0 0,0 0 0 0 0,0 0 1 0 0,0 0-1 0 0,0 0 0 0 0,-1 0 1 0 0,1 0-1 0 0,0 0 0 0 0,0-1 1 0 0,0 1-1 0 0,0 0 1 0 0,0-1-1 0 0,-1 1 0 0 0,1-1 1 0 0,0 0-1 0 0,0 1 0 0 0,0-1 1 0 0,-1-1-1 0 0,1 1-13 0 0,0-1-1 0 0,0 1 1 0 0,0 0 0 0 0,0-1 0 0 0,1 1-1 0 0,-1 0 1 0 0,0-1 0 0 0,1 1 0 0 0,0-1-1 0 0,-1 1 1 0 0,1-1 0 0 0,0 0-1 0 0,-1 1 1 0 0,1-1 0 0 0,0 1 0 0 0,0-1-1 0 0,0 1 1 0 0,1-4 0 0 0,5-25-61 0 0,1 12 39 0 0,0 1 1 0 0,0 1-1 0 0,2 0 0 0 0,0 0 1 0 0,1 0-1 0 0,0 1 0 0 0,2 0 1 0 0,-1 1-1 0 0,2 1 0 0 0,15-14 0 0 0,-20 20-11 0 0,0 0 0 0 0,1 0 0 0 0,0 1 0 0 0,0 0 0 0 0,0 0 0 0 0,1 1 0 0 0,0 1 0 0 0,0 0 0 0 0,0 0 0 0 0,0 1 0 0 0,0 0 0 0 0,1 0 0 0 0,0 1 0 0 0,-1 1-1 0 0,1 0 1 0 0,0 1 0 0 0,0 0 0 0 0,15 1 0 0 0,-20 1 44 0 0,1 0 1 0 0,0 0-1 0 0,-1 0 0 0 0,0 1 1 0 0,1 0-1 0 0,-1 0 0 0 0,0 0 0 0 0,-1 1 1 0 0,1 0-1 0 0,-1 0 0 0 0,1 0 0 0 0,-1 1 1 0 0,-1 0-1 0 0,1 0 0 0 0,-1 0 0 0 0,1 1 1 0 0,-2-1-1 0 0,1 1 0 0 0,-1 0 0 0 0,1 0 1 0 0,-2 0-1 0 0,1 1 0 0 0,2 8 0 0 0,1 5 48 0 0,-1-1 0 0 0,-1 1 0 0 0,-1 0-1 0 0,-1 0 1 0 0,-1 0 0 0 0,-1 36 0 0 0,-1-4-3777 0 0,6-19-2769 0 0,2-25 2381 0 0,13-9-7922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1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237 223 1556 0 0,'22'-31'3759'0'0,"25"-42"2614"0"0,-42 64-5470 0 0,0-1-1 0 0,-1 0 0 0 0,0 0 1 0 0,0-1-1 0 0,3-18 0 0 0,-6 28-824 0 0,-1-1 0 0 0,0 1 0 0 0,1-1 0 0 0,-1 1 0 0 0,0-1-1 0 0,0 0 1 0 0,0 1 0 0 0,0-1 0 0 0,0 1 0 0 0,0-1 0 0 0,0 0 0 0 0,-1 1-1 0 0,1-1 1 0 0,-1 1 0 0 0,1-1 0 0 0,-1 1 0 0 0,1-1 0 0 0,-1 1 0 0 0,0 0-1 0 0,0-1 1 0 0,-1-1 0 0 0,1 2-56 0 0,0 1 0 0 0,-1-1 0 0 0,1 1-1 0 0,0-1 1 0 0,0 1 0 0 0,-1-1 0 0 0,1 1 0 0 0,0 0 0 0 0,-1 0 0 0 0,1-1-1 0 0,0 1 1 0 0,-1 0 0 0 0,1 0 0 0 0,0 1 0 0 0,-1-1 0 0 0,1 0-1 0 0,0 0 1 0 0,-1 1 0 0 0,-1 0 0 0 0,-6 2-22 0 0,-1 1 0 0 0,1 0 0 0 0,0 1 0 0 0,-17 11 0 0 0,-1 4 6 0 0,1 1-1 0 0,1 1 0 0 0,-37 41 1 0 0,50-49-7 0 0,0 1 1 0 0,1 1 0 0 0,1 0 0 0 0,0 1 0 0 0,1-1 0 0 0,1 2 0 0 0,-11 32-1 0 0,17-45 7 0 0,1-1-1 0 0,0 1 1 0 0,0-1-1 0 0,1 1 1 0 0,-1-1-1 0 0,1 1 1 0 0,0-1-1 0 0,0 1 0 0 0,1 0 1 0 0,-1-1-1 0 0,3 8 1 0 0,-2-10-5 0 0,0 1-1 0 0,0-1 1 0 0,0 0 0 0 0,0 0 0 0 0,1 1 0 0 0,-1-1 0 0 0,1 0 0 0 0,-1 0-1 0 0,1 0 1 0 0,0-1 0 0 0,0 1 0 0 0,0 0 0 0 0,0-1 0 0 0,0 1-1 0 0,0-1 1 0 0,1 0 0 0 0,-1 1 0 0 0,0-1 0 0 0,1 0 0 0 0,-1 0 0 0 0,5 0-1 0 0,-2 1-12 0 0,0-1-1 0 0,-1 0 1 0 0,1-1-1 0 0,0 1 1 0 0,0-1 0 0 0,0 0-1 0 0,0-1 1 0 0,0 1-1 0 0,-1-1 1 0 0,1 0-1 0 0,0 0 1 0 0,0 0-1 0 0,7-3 1 0 0,-6 0 5 0 0,1 1 0 0 0,-1-1 0 0 0,0 0 1 0 0,0 0-1 0 0,0-1 0 0 0,0 0 1 0 0,-1 0-1 0 0,6-7 0 0 0,4-8 13 0 0,0-1-1 0 0,-1-1 1 0 0,-2 0-1 0 0,11-24 1 0 0,-22 45-6 0 0,26-63 137 0 0,-16 36 158 0 0,21-37 0 0 0,-32 65-300 0 0,0-1 0 0 0,0 0 0 0 0,1 1 0 0 0,-1-1 0 0 0,0 1 0 0 0,1-1-1 0 0,-1 1 1 0 0,0-1 0 0 0,1 1 0 0 0,-1-1 0 0 0,0 1 0 0 0,1 0 0 0 0,-1-1-1 0 0,1 1 1 0 0,-1-1 0 0 0,1 1 0 0 0,-1 0 0 0 0,1 0 0 0 0,-1-1 0 0 0,1 1-1 0 0,-1 0 1 0 0,1 0 0 0 0,0-1 0 0 0,0 1 0 0 0,-1 1 3 0 0,1-1 0 0 0,-1 0 0 0 0,0 1 1 0 0,1-1-1 0 0,-1 1 0 0 0,1-1 0 0 0,-1 0 1 0 0,0 1-1 0 0,0-1 0 0 0,1 1 0 0 0,-1-1 1 0 0,0 1-1 0 0,0 0 0 0 0,1-1 0 0 0,-1 1 1 0 0,0-1-1 0 0,0 1 0 0 0,0-1 0 0 0,0 2 0 0 0,2 36 21 0 0,-2-35-27 0 0,-1 28-265 0 0,4 70 256 0 0,5-51-3224 0 0,7-2-4916 0 0,-10-37 2526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1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2944 0 0,'2'-5'810'0'0,"-1"-1"0"0"0,1 1 0 0 0,0 0 0 0 0,0 0 0 0 0,0 0 0 0 0,1 1 0 0 0,0-1 0 0 0,0 1 0 0 0,0-1 0 0 0,0 1 0 0 0,6-5 0 0 0,-9 9-754 0 0,1-1 1 0 0,0 1 0 0 0,0 0-1 0 0,0 0 1 0 0,0-1 0 0 0,0 1-1 0 0,0 0 1 0 0,0 0 0 0 0,0 0-1 0 0,0 0 1 0 0,0 0 0 0 0,0 0-1 0 0,-1 1 1 0 0,1-1 0 0 0,0 0-1 0 0,0 0 1 0 0,0 1 0 0 0,0-1-1 0 0,0 0 1 0 0,0 1 0 0 0,-1-1-1 0 0,3 2 1 0 0,15 13 622 0 0,-12-8-438 0 0,0 0 0 0 0,-1 0-1 0 0,0 1 1 0 0,0 0 0 0 0,0 0 0 0 0,-1 0 0 0 0,-1 0-1 0 0,1 1 1 0 0,-1-1 0 0 0,-1 1 0 0 0,1 0 0 0 0,-2 0-1 0 0,2 17 1 0 0,-2-16 2 0 0,0 0-1 0 0,-2 0 0 0 0,1 0 1 0 0,-1-1-1 0 0,0 1 1 0 0,-1 0-1 0 0,0-1 1 0 0,-1 1-1 0 0,0-1 0 0 0,-1 0 1 0 0,1 0-1 0 0,-11 16 1 0 0,13-23-202 0 0,0-1 0 0 0,0 1 0 0 0,0-1 1 0 0,0 1-1 0 0,0-1 0 0 0,-1 0 0 0 0,1 1 1 0 0,0-1-1 0 0,-1 0 0 0 0,1 0 0 0 0,-1 0 1 0 0,0 0-1 0 0,1 0 0 0 0,-1-1 0 0 0,0 1 1 0 0,1 0-1 0 0,-1-1 0 0 0,0 1 0 0 0,0-1 0 0 0,1 0 1 0 0,-1 1-1 0 0,0-1 0 0 0,0 0 0 0 0,-2 0 1 0 0,3-1-33 0 0,-1 1 1 0 0,1-1-1 0 0,-1 1 0 0 0,1-1 1 0 0,0 0-1 0 0,-1 1 1 0 0,1-1-1 0 0,0 0 1 0 0,-1 0-1 0 0,1 0 1 0 0,0 0-1 0 0,0 0 0 0 0,0 0 1 0 0,0 0-1 0 0,0 0 1 0 0,0-1-1 0 0,0 1 1 0 0,0 0-1 0 0,1-1 0 0 0,-1 1 1 0 0,0 0-1 0 0,1-1 1 0 0,-1 1-1 0 0,1-1 1 0 0,0 1-1 0 0,-1-1 1 0 0,1 1-1 0 0,0-3 0 0 0,-1-9-7 0 0,1 1 0 0 0,1-1-1 0 0,0 1 1 0 0,0 0 0 0 0,1 0-1 0 0,1 0 1 0 0,0 0 0 0 0,1 0 0 0 0,0 0-1 0 0,0 1 1 0 0,2 0 0 0 0,-1 0-1 0 0,1 0 1 0 0,1 0 0 0 0,0 1-1 0 0,0 0 1 0 0,13-12 0 0 0,-10 11-19 0 0,0 1 0 0 0,0 0 0 0 0,2 1 0 0 0,-1 0 1 0 0,1 0-1 0 0,0 1 0 0 0,0 1 0 0 0,1 0 0 0 0,0 1 0 0 0,1 0 1 0 0,-1 1-1 0 0,1 1 0 0 0,0 0 0 0 0,23-4 0 0 0,-29 8 10 0 0,0-1-1 0 0,0 1 0 0 0,0 1 1 0 0,0 0-1 0 0,0 0 0 0 0,0 0 0 0 0,-1 1 1 0 0,1 0-1 0 0,0 0 0 0 0,-1 1 1 0 0,13 7-1 0 0,-16-8 17 0 0,-1 0-1 0 0,1 0 1 0 0,-1 1-1 0 0,0-1 1 0 0,0 1 0 0 0,0 0-1 0 0,0 0 1 0 0,0 0 0 0 0,-1 0-1 0 0,0 1 1 0 0,1-1-1 0 0,-1 1 1 0 0,0-1 0 0 0,-1 1-1 0 0,1 0 1 0 0,-1 0 0 0 0,1-1-1 0 0,-1 1 1 0 0,0 0 0 0 0,-1 0-1 0 0,1 0 1 0 0,-1 1-1 0 0,0-1 1 0 0,0 6 0 0 0,-2 7-211 0 0,-1 1 0 0 0,0-1 1 0 0,-12 32-1 0 0,8-29-2787 0 0,-8 42 0 0 0,15-60 2147 0 0,0 1 0 0 0,0 0 0 0 0,0-1-1 0 0,0 1 1 0 0,1-1 0 0 0,-1 1 0 0 0,1-1 0 0 0,0 4 0 0 0,4 2-4765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274 773 1476 0 0,'11'-14'1898'0'0,"-1"0"-1"0"0,0 0 1 0 0,-1-1-1 0 0,0-1 1 0 0,-1 1-1 0 0,-1-2 1 0 0,10-29-1 0 0,-17 45-1857 0 0,0 1 0 0 0,0-1 0 0 0,0 0 0 0 0,0 1 0 0 0,1-1 0 0 0,-1 1 0 0 0,0-1 0 0 0,0 0 0 0 0,0 1 0 0 0,-1-1 0 0 0,1 0-1 0 0,0 1 1 0 0,0-1 0 0 0,0 1 0 0 0,0-1 0 0 0,0 0 0 0 0,-1 1 0 0 0,1-1 0 0 0,0 1 0 0 0,-1-1 0 0 0,1 1 0 0 0,0-1 0 0 0,-1 1 0 0 0,1-1 0 0 0,-1 1 0 0 0,1-1 0 0 0,0 1 0 0 0,-1-1 0 0 0,0 1-1 0 0,-1-1 10 0 0,1 1-1 0 0,-1-1 1 0 0,1 1-1 0 0,-1-1 0 0 0,1 1 1 0 0,-1 0-1 0 0,1 0 0 0 0,-1 0 1 0 0,0 0-1 0 0,1 0 0 0 0,-3 0 1 0 0,-3 2 80 0 0,0-1 0 0 0,0 1 1 0 0,0 0-1 0 0,-7 3 0 0 0,-8 7 46 0 0,0 0 0 0 0,1 1 0 0 0,0 1 0 0 0,1 1 0 0 0,0 1 0 0 0,2 0 1 0 0,0 2-1 0 0,0 0 0 0 0,2 1 0 0 0,1 0 0 0 0,0 2 0 0 0,1 0 0 0 0,-19 39 0 0 0,31-55-157 0 0,0-1 0 0 0,0 1 0 0 0,1 0 0 0 0,-1-1 0 0 0,1 1 0 0 0,0 0 0 0 0,1 0 0 0 0,-1 0 1 0 0,1 0-1 0 0,0 0 0 0 0,0 0 0 0 0,0-1 0 0 0,3 11 0 0 0,-2-13-21 0 0,-1 0 1 0 0,1 1 0 0 0,1-1-1 0 0,-1 0 1 0 0,0 0 0 0 0,1 0-1 0 0,-1 0 1 0 0,1 0 0 0 0,-1 0-1 0 0,1 0 1 0 0,0-1 0 0 0,0 1-1 0 0,-1-1 1 0 0,1 1-1 0 0,1-1 1 0 0,-1 0 0 0 0,0 0-1 0 0,0 1 1 0 0,0-1 0 0 0,1-1-1 0 0,-1 1 1 0 0,0 0 0 0 0,1-1-1 0 0,-1 1 1 0 0,1-1-1 0 0,-1 0 1 0 0,0 0 0 0 0,1 1-1 0 0,3-2 1 0 0,3 0-66 0 0,0 0-1 0 0,0 0 1 0 0,0-1 0 0 0,0-1-1 0 0,-1 1 1 0 0,1-1-1 0 0,-1-1 1 0 0,0 0 0 0 0,0 0-1 0 0,0 0 1 0 0,0-1 0 0 0,-1 0-1 0 0,1-1 1 0 0,-2 0 0 0 0,10-9-1 0 0,4-5-147 0 0,-1-2 0 0 0,-2 0 0 0 0,26-40 0 0 0,-19 20-127 0 0,-2-1-1 0 0,-1-2 0 0 0,24-77 1 0 0,23-146-176 0 0,-22-10 2702 0 0,-47 265-2173 0 0,-3 17 29 0 0,-5 17 214 0 0,-2 21 232 0 0,1 1 0 0 0,3 0 0 0 0,-2 50 0 0 0,6 134 270 0 0,13-43-1034 0 0,-6-147-1270 0 0,2 0 0 0 0,20 69-1 0 0,-23-98 856 0 0,0 0 0 0 0,0 0 0 0 0,1-1 0 0 0,6 11-1 0 0,14 10-4645 0 0,0-6-1561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65 134 460 0 0,'-47'-30'11720'0'0,"30"16"-7510"0"0,20 15-4084 0 0,-1-1 1 0 0,1 1 0 0 0,0-1 0 0 0,0 1 0 0 0,-1 0 0 0 0,1 0 0 0 0,-1 1 0 0 0,1-1-1 0 0,-1 0 1 0 0,1 1 0 0 0,-1-1 0 0 0,0 1 0 0 0,3 3 0 0 0,28 30 971 0 0,-26-28-828 0 0,7 10 80 0 0,-1 0-1 0 0,0 0 0 0 0,-1 1 1 0 0,-1 1-1 0 0,12 27 0 0 0,-19-37-172 0 0,-1 0 0 0 0,0 0 0 0 0,0 0 0 0 0,0 0 0 0 0,-1 1 0 0 0,-1-1 0 0 0,0 1 0 0 0,0 0 0 0 0,-1-1 0 0 0,0 1 0 0 0,0 0-1 0 0,-1-1 1 0 0,0 1 0 0 0,-4 12 0 0 0,3-18 11 0 0,1-1 0 0 0,0 1 0 0 0,-1-1 0 0 0,0 1 0 0 0,0-1 0 0 0,0 0 0 0 0,0 0 0 0 0,-1 0 0 0 0,-2 3 0 0 0,4-5-82 0 0,0 0-1 0 0,-1 0 1 0 0,1 1-1 0 0,-1-1 1 0 0,1 0-1 0 0,-1-1 1 0 0,0 1-1 0 0,1 0 1 0 0,-1 0-1 0 0,0-1 0 0 0,0 1 1 0 0,1-1-1 0 0,-1 1 1 0 0,0-1-1 0 0,0 0 1 0 0,0 0-1 0 0,0 0 1 0 0,1 0-1 0 0,-3 0 1 0 0,3 0-80 0 0,0-1 0 0 0,0 1-1 0 0,0 0 1 0 0,0-1 0 0 0,0 1 0 0 0,0-1 0 0 0,0 0 0 0 0,0 1 0 0 0,1-1-1 0 0,-1 0 1 0 0,0 1 0 0 0,0-1 0 0 0,1 0 0 0 0,-1 0 0 0 0,0 0 0 0 0,1 1-1 0 0,-1-1 1 0 0,1 0 0 0 0,-1 0 0 0 0,1 0 0 0 0,-1 0 0 0 0,1 0 0 0 0,-1-2-1 0 0,-4-23 244 0 0,5 26-262 0 0,-1-10 30 0 0,1 0 1 0 0,0 1-1 0 0,0-1 0 0 0,1 0 1 0 0,0 0-1 0 0,1 1 0 0 0,0-1 1 0 0,1 1-1 0 0,6-18 0 0 0,-2 13-11 0 0,0 1 1 0 0,0 0-1 0 0,1 0 0 0 0,1 1 0 0 0,19-22 0 0 0,-8 14-168 0 0,1 2 1 0 0,0 0-1 0 0,2 1 0 0 0,0 1 0 0 0,0 1 1 0 0,40-18-1 0 0,-23 16-1206 0 0,0 1 0 0 0,2 2 0 0 0,59-12 0 0 0,-23 13-3746 0 0,0 8-3672 0 0,-54 4 1714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2148 0 0,'0'0'2999'0'0,"-8"21"9466"0"0,7-14-9628 0 0,3-5-2680 0 0,0-1 0 0 0,0 0 0 0 0,0 1 0 0 0,0-1 1 0 0,0 0-1 0 0,0-1 0 0 0,0 1 0 0 0,1 0 0 0 0,-1 0 0 0 0,0-1 0 0 0,1 0 0 0 0,-1 1 0 0 0,0-1 0 0 0,0 0 0 0 0,1 0 0 0 0,2 0 0 0 0,51-2 257 0 0,-42 1-198 0 0,130 0-1322 0 0,-99 1-1269 0 0,12 3-6033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4 1736 0 0,'-121'42'12969'0'0,"118"-42"-12656"0"0,1 1 0 0 0,0 0 1 0 0,0 0-1 0 0,-1 0 0 0 0,1 0 1 0 0,0 0-1 0 0,0 1 1 0 0,0-1-1 0 0,0 1 0 0 0,0-1 1 0 0,1 1-1 0 0,-1 0 0 0 0,0-1 1 0 0,1 1-1 0 0,-3 3 0 0 0,4-4-248 0 0,0-1 0 0 0,0 1 0 0 0,0-1 0 0 0,0 1-1 0 0,0-1 1 0 0,0 1 0 0 0,0-1 0 0 0,0 1-1 0 0,1-1 1 0 0,-1 1 0 0 0,0-1 0 0 0,0 1-1 0 0,0-1 1 0 0,1 1 0 0 0,-1-1 0 0 0,0 0-1 0 0,0 1 1 0 0,1-1 0 0 0,-1 1 0 0 0,0-1 0 0 0,1 0-1 0 0,-1 1 1 0 0,0-1 0 0 0,1 0 0 0 0,-1 1-1 0 0,1-1 1 0 0,-1 0 0 0 0,1 0 0 0 0,-1 1-1 0 0,0-1 1 0 0,1 0 0 0 0,-1 0 0 0 0,2 1 0 0 0,15 5 923 0 0,10 0-518 0 0,1-1 0 0 0,0-2 0 0 0,0-1 0 0 0,49-2 0 0 0,-38-4-1744 0 0,0 0 0 0 0,68-19 0 0 0,-91 19-343 0 0,0-2 1 0 0,29-13-1 0 0,1-10-5705 0 0,-25 12 461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69 432 0 0,'-26'-61'17806'0'0,"26"61"-17726"0"0,0-1-1 0 0,0 1 1 0 0,-1-1 0 0 0,1 1-1 0 0,0 0 1 0 0,0-1-1 0 0,0 1 1 0 0,0 0-1 0 0,0-1 1 0 0,-1 1-1 0 0,1 0 1 0 0,0-1-1 0 0,0 1 1 0 0,-1 0 0 0 0,1 0-1 0 0,0-1 1 0 0,0 1-1 0 0,-1 0 1 0 0,1 0-1 0 0,0-1 1 0 0,-1 1-1 0 0,1 0 1 0 0,0 0 0 0 0,-1 0-1 0 0,1 0 1 0 0,0 0-1 0 0,-1-1 1 0 0,1 1-1 0 0,0 0 1 0 0,-1 0-1 0 0,1 0 1 0 0,-1 0-1 0 0,1 0 1 0 0,0 0 0 0 0,-1 0-1 0 0,1 0 1 0 0,0 0-1 0 0,-1 0 1 0 0,1 1-1 0 0,-1-1 1 0 0,1 0-1 0 0,0 0 1 0 0,-1 0 0 0 0,1 0-1 0 0,0 0 1 0 0,-1 1-1 0 0,1-1 1 0 0,0 0-1 0 0,0 0 1 0 0,-1 1-1 0 0,1-1 1 0 0,0 0 0 0 0,-1 0-1 0 0,1 1 1 0 0,0-1-1 0 0,0 0 1 0 0,0 1-1 0 0,-1-1 1 0 0,1 0-1 0 0,0 1 1 0 0,0-1-1 0 0,0 0 1 0 0,0 1 0 0 0,0 0-1 0 0,-11 23 1727 0 0,-84 420 4029 0 0,56-229-4118 0 0,5-6-7650 0 0,34-204 3147 0 0,1-2 2964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92 524 0 0,'13'-18'3996'0'0,"0"0"2515"0"0,16-29 0 0 0,-28 46-5929 0 0,-3-1-437 0 0,0 1-1 0 0,0 1 0 0 0,0-1 0 0 0,-1 0 0 0 0,1 0 1 0 0,0 1-1 0 0,0-1 0 0 0,0 1 0 0 0,-1 0 0 0 0,1 0 1 0 0,0-1-1 0 0,0 1 0 0 0,-1 1 0 0 0,1-1 0 0 0,0 0 1 0 0,0 1-1 0 0,-1-1 0 0 0,1 1 0 0 0,-3 1 0 0 0,-51 17 1088 0 0,47-15-925 0 0,-11 3-53 0 0,1 1 0 0 0,1 0-1 0 0,0 2 1 0 0,0 0 0 0 0,-33 25 0 0 0,50-33-243 0 0,-1-1 0 0 0,0 1 0 0 0,1 0 0 0 0,-1 0 0 0 0,1 0 1 0 0,0 0-1 0 0,-1 0 0 0 0,1 0 0 0 0,0 0 0 0 0,0 0 0 0 0,0 0 0 0 0,1 1 1 0 0,-1-1-1 0 0,0 0 0 0 0,1 1 0 0 0,0-1 0 0 0,-1 0 0 0 0,1 1 1 0 0,0-1-1 0 0,0 0 0 0 0,0 1 0 0 0,1-1 0 0 0,-1 0 0 0 0,1 1 1 0 0,-1-1-1 0 0,1 0 0 0 0,0 1 0 0 0,0-1 0 0 0,-1 0 0 0 0,2 0 0 0 0,-1 0 1 0 0,0 0-1 0 0,2 2 0 0 0,6 9-3 0 0,0-1 1 0 0,0-1-1 0 0,2 0 1 0 0,14 12-1 0 0,-8-6 3 0 0,13 12 629 0 0,-2 2 0 0 0,-1 1 0 0 0,37 57 0 0 0,-60-82-272 0 0,-2-3 13 0 0,1-1-1 0 0,-1 0 0 0 0,0 1 0 0 0,0-1 1 0 0,-1 1-1 0 0,1 0 0 0 0,-1 0 1 0 0,0 0-1 0 0,0 0 0 0 0,0-1 0 0 0,0 1 1 0 0,-1 0-1 0 0,0 8 0 0 0,-3-2-367 0 0,-7 2-13 0 0,-5-4 0 0 0,-5-3 0 0 0,-18 0 0 0 0,29-6 0 0 0,1-1 0 0 0,-5 1-303 0 0,1 0 0 0 0,0-1-1 0 0,0-1 1 0 0,0 0 0 0 0,0-1 0 0 0,0 0 0 0 0,0 0-1 0 0,1-1 1 0 0,0-1 0 0 0,0 0 0 0 0,0 0 0 0 0,1-1-1 0 0,0-1 1 0 0,0 0 0 0 0,-14-15 0 0 0,23 22-233 0 0,1 0 1 0 0,-1 0-1 0 0,1 0 0 0 0,0 0 1 0 0,0 0-1 0 0,-1 0 1 0 0,1 0-1 0 0,0 0 0 0 0,0 0 1 0 0,0-1-1 0 0,0 1 1 0 0,0 0-1 0 0,0 0 0 0 0,1 0 1 0 0,-1 0-1 0 0,0 0 0 0 0,0 0 1 0 0,1 0-1 0 0,-1 0 1 0 0,0 0-1 0 0,1 0 0 0 0,-1 1 1 0 0,1-1-1 0 0,0 0 1 0 0,-1 0-1 0 0,1 0 0 0 0,0 0 1 0 0,1-1-1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2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5404 0 0,'21'1'12835'0'0,"38"0"0"0"0,-38-3-10378 0 0,4 0-3444 0 0,-22 2-221 0 0,5-4-4753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4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65 2488 0 0,'13'-42'10557'0'0,"-13"40"-9299"0"0,3-18 5510 0 0,-7 39-5809 0 0,1-1 0 0 0,-1 29 0 0 0,-2 8-346 0 0,-46 203-1639 0 0,52-257 863 0 0,-12 40-2495 0 0,6-27-1054 0 0,0 0-3970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1560 0 0,'8'-86'18418'0'0,"-7"84"-17749"0"0,0-5 2480 0 0,18 57-2659 0 0,2 0 1 0 0,3-2 0 0 0,2 0 0 0 0,2-2 0 0 0,1-1 0 0 0,3-1 0 0 0,45 48 0 0 0,-44-55 1551 0 0,-32-35-1737 0 0,0-3-273 0 0,0 1 0 0 0,-1 0 0 0 0,1-1 0 0 0,0 1 0 0 0,-1 0 0 0 0,1-1 0 0 0,0 1 0 0 0,-1-1 0 0 0,1 1 0 0 0,-1-1 0 0 0,1 0 0 0 0,-1 1-1 0 0,1-1 1 0 0,-1 1 0 0 0,1-1 0 0 0,-1 0 0 0 0,1 1 0 0 0,-1-1 0 0 0,0 0 0 0 0,0 0 0 0 0,1 1 0 0 0,-1-1 0 0 0,0-1 0 0 0,6-22 260 0 0,-5 20-238 0 0,24-178 392 0 0,-13 80-449 0 0,-5 30-491 0 0,-1 2-3247 0 0,3 26-5402 0 0,-7 38 4974 0 0,1 3 2049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68 2504 0 0,'-20'-66'13047'0'0,"19"64"-12007"0"0,17 18 1465 0 0,-1 4-2148 0 0,-1 0 1 0 0,0 1-1 0 0,-2 1 1 0 0,-1 0 0 0 0,0 1-1 0 0,-1 0 1 0 0,-2 0-1 0 0,-1 1 1 0 0,0 0-1 0 0,-2 0 1 0 0,0 1 0 0 0,-2 0-1 0 0,0 41 1 0 0,-4-27-284 0 0,-2 1 1 0 0,-1-1 0 0 0,-2-1-1 0 0,-2 1 1 0 0,-2-1 0 0 0,-1 0-1 0 0,-31 70 1 0 0,-8-7-1377 0 0,-97 146-1 0 0,-7-30-8923 0 0,93-138 762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3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4780 0 0,'17'-15'3889'0'0,"-3"3"-905"0"0,-1-2-332 0 0,-1 2-355 0 0,-3 1-161 0 0,-1 0-500 0 0,1-1-180 0 0,-1 2-416 0 0,-1-2-88 0 0,0 2-336 0 0,-1 2-252 0 0,1-2-748 0 0,-2 3-616 0 0,2 0-688 0 0,0 2-532 0 0,8-4-6149 0 0,-5 3-368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333 116 172 0 0,'3'-94'12616'0'0,"-3"73"-9999"0"0,-10 27-1891 0 0,7-2-588 0 0,1 0-1 0 0,-1 0 0 0 0,1 1 0 0 0,0 0 0 0 0,1-1 0 0 0,-1 1 1 0 0,1 0-1 0 0,-1 5 0 0 0,-2 8 128 0 0,-139 361 2446 0 0,5-12-2450 0 0,116-309-4108 0 0,21-56 2562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0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0 144 1716 0 0,'10'-35'6026'0'0,"27"-63"-1"0"0,-37 97-5936 0 0,1 1-1 0 0,-1-1 0 0 0,0 1 0 0 0,0-1 1 0 0,1 0-1 0 0,-1 1 0 0 0,1-1 1 0 0,-1 1-1 0 0,0-1 0 0 0,1 1 0 0 0,-1 0 1 0 0,1-1-1 0 0,-1 1 0 0 0,1-1 1 0 0,-1 1-1 0 0,1 0 0 0 0,-1-1 1 0 0,1 1-1 0 0,-1 0 0 0 0,1 0 0 0 0,0-1 1 0 0,-1 1-1 0 0,1 0 0 0 0,-1 0 1 0 0,1 0-1 0 0,0 0 0 0 0,-1 0 0 0 0,1 0 1 0 0,0 0-1 0 0,1 0 21 0 0,0 1 0 0 0,-1-1 0 0 0,1 1 0 0 0,-1 0 0 0 0,1 0 0 0 0,-1-1 0 0 0,0 1 0 0 0,1 0 0 0 0,-1 0 0 0 0,0 0 0 0 0,2 2 0 0 0,25 34 1219 0 0,-28-36-1298 0 0,111 211 2300 0 0,-57-102-1955 0 0,-9-16-225 0 0,20 36-183 0 0,-49-102-2386 0 0,20 25 0 0 0,-29-45 1338 0 0,9 7-7457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0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202 141 1132 0 0,'4'-14'1665'0'0,"2"-8"1732"0"0,-1 1 0 0 0,0-2 0 0 0,2-38 0 0 0,-16 88-927 0 0,-52 180 791 0 0,33-122-2836 0 0,-20 50-16 0 0,-5 18-703 0 0,28-50-3344 0 0,21-55-487 0 0,10-17-3079 0 0,-1-21 1919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74 266 616 0 0,'5'-17'3477'0'0,"0"0"0"0"0,2-23 0 0 0,3-10 4311 0 0,-21 61-7068 0 0,5-2-574 0 0,1 1 0 0 0,1 0 0 0 0,0 0 0 0 0,0 0 0 0 0,0 0 0 0 0,2 0 0 0 0,-1 1-1 0 0,-1 15 1 0 0,2-12-72 0 0,0-5-30 0 0,1 1 0 0 0,0 0-1 0 0,0-1 1 0 0,1 1 0 0 0,0 0 0 0 0,1 0 0 0 0,0-1-1 0 0,3 12 1 0 0,-3-17-28 0 0,0 0-1 0 0,1 0 0 0 0,-1 0 1 0 0,1 0-1 0 0,0 0 0 0 0,0-1 1 0 0,0 1-1 0 0,0 0 0 0 0,1-1 1 0 0,0 0-1 0 0,-1 0 0 0 0,1 0 1 0 0,0 0-1 0 0,0 0 1 0 0,1 0-1 0 0,-1-1 0 0 0,1 1 1 0 0,-1-1-1 0 0,1 0 0 0 0,0 0 1 0 0,4 1-1 0 0,-2-1-3 0 0,0 0-1 0 0,1 0 1 0 0,0-1-1 0 0,-1 0 1 0 0,1 0-1 0 0,-1 0 1 0 0,1-1 0 0 0,0 0-1 0 0,0-1 1 0 0,-1 1-1 0 0,1-1 1 0 0,-1 0 0 0 0,1-1-1 0 0,-1 0 1 0 0,1 0-1 0 0,-1 0 1 0 0,0-1-1 0 0,0 1 1 0 0,0-2 0 0 0,7-3-1 0 0,-7 2-7 0 0,1-1 0 0 0,-1 1 0 0 0,0-1 0 0 0,0-1-1 0 0,0 1 1 0 0,-1-1 0 0 0,0 0 0 0 0,0 0 0 0 0,-1 0 0 0 0,0-1-1 0 0,0 0 1 0 0,-1 1 0 0 0,0-1 0 0 0,-1-1 0 0 0,3-10 0 0 0,-2 4-7 0 0,-1 0 0 0 0,-1 0 0 0 0,-1 1 0 0 0,0-1 1 0 0,0 0-1 0 0,-2 0 0 0 0,-5-27 0 0 0,4 31 0 0 0,0 1-1 0 0,0 0 1 0 0,-1 0 0 0 0,0 0-1 0 0,-1 0 1 0 0,0 1 0 0 0,0-1-1 0 0,-1 2 1 0 0,-1-1 0 0 0,1 0-1 0 0,-14-12 1 0 0,17 18 2 0 0,-1 0 0 0 0,0 0 0 0 0,0 1 0 0 0,0-1 0 0 0,-1 1 1 0 0,1 0-1 0 0,-1 0 0 0 0,1 0 0 0 0,-1 1 0 0 0,1-1 0 0 0,-1 1 0 0 0,0 0 0 0 0,0 1 0 0 0,0-1 0 0 0,1 1 0 0 0,-7 0 1 0 0,4 1-39 0 0,-1 0-1 0 0,1 0 1 0 0,-1 1 0 0 0,1 0 0 0 0,0 0 0 0 0,-1 1 0 0 0,1 0 0 0 0,1 0 0 0 0,-13 8 0 0 0,10-5-310 0 0,1 0 0 0 0,1 0 0 0 0,-1 0 0 0 0,1 1 1 0 0,0 0-1 0 0,1 1 0 0 0,-9 11 0 0 0,11-13-252 0 0,1-1 0 0 0,0 1-1 0 0,0 0 1 0 0,0 0 0 0 0,1 0 0 0 0,0 0 0 0 0,0 1-1 0 0,0-1 1 0 0,1 0 0 0 0,0 1 0 0 0,0 7-1 0 0,1 0-3123 0 0,3 0-1650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2240 0 0,'2'-3'605'0'0,"2"-5"1985"0"0,1 0 0 0 0,0 0-1 0 0,10-11 1 0 0,-14 18-1677 0 0,0 1-766 0 0,0 0 0 0 0,0 0 1 0 0,0 0-1 0 0,-1 0 1 0 0,1 1-1 0 0,0-1 1 0 0,0 0-1 0 0,0 1 0 0 0,-1-1 1 0 0,1 0-1 0 0,0 1 1 0 0,0-1-1 0 0,-1 1 1 0 0,1-1-1 0 0,0 2 1 0 0,4 8 225 0 0,-1 1 1 0 0,0-1-1 0 0,-1 1 1 0 0,0 0-1 0 0,-1 1 1 0 0,0-1-1 0 0,0 0 1 0 0,-1 16-1 0 0,-6 95 469 0 0,2-82-194 0 0,-14 60 0 0 0,17-97-477 0 0,0-3-161 0 0,0 0 0 0 0,0 0 0 0 0,0 0 0 0 0,0 1 0 0 0,0-1 0 0 0,-1 0 0 0 0,1 0 0 0 0,0 0 0 0 0,0 1 0 0 0,0-1 0 0 0,0 0 0 0 0,0 0 0 0 0,0 0 0 0 0,0 0 0 0 0,-1 1-1 0 0,1-1 1 0 0,0 0 0 0 0,0 0 0 0 0,0 0 0 0 0,0 0 0 0 0,0 0 0 0 0,-1 0 0 0 0,1 1 0 0 0,0-1 0 0 0,0 0 0 0 0,0 0 0 0 0,-1 0 0 0 0,1 0 0 0 0,0 0 0 0 0,0 0 0 0 0,0 0 0 0 0,-1 0 0 0 0,1 0 0 0 0,0 0 0 0 0,0 0 0 0 0,0 0 0 0 0,-1 0 0 0 0,0-7 12 0 0,0 0-1 0 0,1 0 1 0 0,0 0 0 0 0,0 0 0 0 0,0 0-1 0 0,1 0 1 0 0,0 0 0 0 0,2-7 0 0 0,18-59-20 0 0,-15 55 11 0 0,-1 4-24 0 0,0-1 1 0 0,1 1-1 0 0,1 0 1 0 0,1 1-1 0 0,-1 0 0 0 0,2 0 1 0 0,0 0-1 0 0,18-19 0 0 0,-23 28 6 0 0,0 1-1 0 0,0-1 1 0 0,0 1-1 0 0,0-1 1 0 0,1 1 0 0 0,-1 0-1 0 0,1 1 1 0 0,-1-1-1 0 0,1 1 1 0 0,0 0-1 0 0,0 0 1 0 0,0 1-1 0 0,1-1 1 0 0,-1 1-1 0 0,0 0 1 0 0,0 1 0 0 0,1-1-1 0 0,-1 1 1 0 0,0 0-1 0 0,1 0 1 0 0,-1 1-1 0 0,0-1 1 0 0,1 1-1 0 0,-1 0 1 0 0,0 1-1 0 0,0-1 1 0 0,0 1 0 0 0,7 4-1 0 0,-5-3 5 0 0,0 1 0 0 0,0 1 0 0 0,0-1 0 0 0,0 1 0 0 0,-1 0 0 0 0,1 1 0 0 0,-1 0 0 0 0,-1 0 0 0 0,1 0 0 0 0,-1 0 0 0 0,0 1 0 0 0,0 0 0 0 0,-1 0 0 0 0,0 0 0 0 0,4 12-1 0 0,-6-12-20 0 0,0 0-1 0 0,0 0 1 0 0,-1 1-1 0 0,0-1 0 0 0,0 0 1 0 0,0 1-1 0 0,-1-1 1 0 0,-1 1-1 0 0,1-1 0 0 0,-1 0 1 0 0,0 1-1 0 0,-1-1 1 0 0,0 0-1 0 0,0 0 0 0 0,0 0 1 0 0,-1 0-1 0 0,-6 10 1 0 0,-1 2-1329 0 0,-4 6-1958 0 0,5-6-5545 0 0,5-9 2713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36 0 0,'4'-16'9017'0'0,"-4"13"-8168"0"0,1 1-1 0 0,-1-1 1 0 0,1 0 0 0 0,0 1-1 0 0,0-1 1 0 0,0 1 0 0 0,0-1 0 0 0,3-3-1 0 0,-2 4-454 0 0,-1 0-1 0 0,1-1 0 0 0,0 1 1 0 0,0 0-1 0 0,0 1 0 0 0,0-1 1 0 0,4-2-1 0 0,1 0-96 0 0,1 0 0 0 0,0 1-1 0 0,0 0 1 0 0,0 1 0 0 0,9-3 0 0 0,168-30 294 0 0,-143 29-3069 0 0,-12 0-7890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235 118 2236 0 0,'17'-26'4904'0'0,"-11"18"-3294"0"0,-1-1 0 0 0,0 1 0 0 0,0-1-1 0 0,4-10 1 0 0,-9 18-1552 0 0,1 0-1 0 0,-1 0 0 0 0,1 0 0 0 0,-1 0 1 0 0,0 0-1 0 0,0 0 0 0 0,1 0 1 0 0,-1-1-1 0 0,0 1 0 0 0,0 0 0 0 0,0 0 1 0 0,0 0-1 0 0,0 0 0 0 0,0 0 1 0 0,0 0-1 0 0,0 0 0 0 0,-1 0 0 0 0,1 0 1 0 0,0 0-1 0 0,-1-1 0 0 0,1 1 0 0 0,-1 0 1 0 0,1 1-1 0 0,-1-1 0 0 0,1 0 1 0 0,-1 0-1 0 0,0 0 0 0 0,1 0 0 0 0,-1 0 1 0 0,0 0-1 0 0,0 1 0 0 0,0-1 0 0 0,0 0 1 0 0,0 1-1 0 0,1-1 0 0 0,-1 1 1 0 0,0-1-1 0 0,0 1 0 0 0,0-1 0 0 0,0 1 1 0 0,-1 0-1 0 0,1-1 0 0 0,0 1 0 0 0,0 0 1 0 0,0 0-1 0 0,0 0 0 0 0,0 0 1 0 0,0 0-1 0 0,-1 0 0 0 0,-5 0-11 0 0,1 0-1 0 0,-1 0 1 0 0,1 1 0 0 0,0 0-1 0 0,0 0 1 0 0,-12 5-1 0 0,-2 1 9 0 0,1 2 0 0 0,1 0 0 0 0,-27 18 0 0 0,38-23-43 0 0,1 0 1 0 0,1 1-1 0 0,-1 0 1 0 0,1 0-1 0 0,-1 0 1 0 0,2 0 0 0 0,-1 1-1 0 0,0 0 1 0 0,1 0-1 0 0,0 0 1 0 0,1 0 0 0 0,-1 1-1 0 0,-2 9 1 0 0,5-14-10 0 0,1-1 1 0 0,0 1 0 0 0,0 0 0 0 0,0-1-1 0 0,0 1 1 0 0,0 0 0 0 0,0 0 0 0 0,0-1 0 0 0,1 1-1 0 0,-1 0 1 0 0,0-1 0 0 0,1 1 0 0 0,0-1-1 0 0,-1 1 1 0 0,1 0 0 0 0,0-1 0 0 0,0 1-1 0 0,0-1 1 0 0,0 0 0 0 0,0 1 0 0 0,0-1-1 0 0,0 0 1 0 0,0 1 0 0 0,0-1 0 0 0,3 2-1 0 0,3 2 18 0 0,0-1-1 0 0,0 1 0 0 0,15 6 0 0 0,-15-8-15 0 0,63 26-19 0 0,-54-24 13 0 0,-1 1-1 0 0,0 0 0 0 0,0 1 0 0 0,-1 0 0 0 0,0 1 1 0 0,0 1-1 0 0,21 17 0 0 0,-33-24 91 0 0,-1-1-1 0 0,1 1 1 0 0,-1-1-1 0 0,1 1 1 0 0,-1 0-1 0 0,0 0 1 0 0,1-1 0 0 0,-1 1-1 0 0,0 0 1 0 0,0 0-1 0 0,0 0 1 0 0,0 0-1 0 0,-1 1 1 0 0,1-1 0 0 0,-1 0-1 0 0,1 0 1 0 0,-1 0-1 0 0,0 1 1 0 0,0-1-1 0 0,0 3 1 0 0,0-2-3 0 0,-1-1 1 0 0,0 0-1 0 0,0 1 0 0 0,0-1 0 0 0,0 0 1 0 0,0 0-1 0 0,-1 0 0 0 0,1 0 0 0 0,-1 0 1 0 0,1 0-1 0 0,-1 0 0 0 0,0 0 1 0 0,0-1-1 0 0,1 1 0 0 0,-5 1 0 0 0,-4 4 139 0 0,0-2-1 0 0,-1 1 0 0 0,0-2 1 0 0,0 1-1 0 0,0-1 0 0 0,-14 3 0 0 0,11-4-181 0 0,0-1-1 0 0,0 0 0 0 0,0-1 0 0 0,0 0 1 0 0,0-1-1 0 0,0-1 0 0 0,0 0 0 0 0,0-1 1 0 0,0 0-1 0 0,0-1 0 0 0,1-1 0 0 0,-14-5 1 0 0,26 9-139 0 0,1 0 0 0 0,-1 0 0 0 0,0-1 0 0 0,1 1 1 0 0,-1 0-1 0 0,0 0 0 0 0,1-1 0 0 0,-1 1 0 0 0,1 0 1 0 0,-1-1-1 0 0,1 1 0 0 0,-1-1 0 0 0,0 1 1 0 0,1 0-1 0 0,-1-1 0 0 0,1 1 0 0 0,0-1 0 0 0,-1 0 1 0 0,1 1-1 0 0,-1-1 0 0 0,1 1 0 0 0,0-1 1 0 0,0 0-1 0 0,-1 1 0 0 0,1-1 0 0 0,0 1 0 0 0,0-1 1 0 0,0 0-1 0 0,-1 1 0 0 0,1-1 0 0 0,0 0 0 0 0,0 0 1 0 0,0 1-1 0 0,0-1 0 0 0,0 0 0 0 0,1 1 1 0 0,-1-1-1 0 0,0 0 0 0 0,0 1 0 0 0,0-1 0 0 0,0 0 1 0 0,1 1-1 0 0,-1-1 0 0 0,0 1 0 0 0,1-1 0 0 0,-1 0 1 0 0,0 1-1 0 0,1-1 0 0 0,-1 1 0 0 0,2-2 1 0 0,0 0-501 0 0,1-1 0 0 0,-1 0 0 0 0,1 1 0 0 0,0 0 0 0 0,0-1 0 0 0,0 1 1 0 0,4-1-1 0 0,25-10-5979 0 0,-14 5 1099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52 2680 0 0,'36'-46'13742'0'0,"-34"44"-12838"0"0,-2 2-769 0 0,0-1-1 0 0,0 1 1 0 0,1 0-1 0 0,-1 0 1 0 0,0-1-1 0 0,1 1 1 0 0,-1 0-1 0 0,0 0 1 0 0,1 0-1 0 0,-1-1 1 0 0,0 1-1 0 0,1 0 1 0 0,-1 0-1 0 0,1 0 1 0 0,-1 0-1 0 0,0 0 1 0 0,1 0-1 0 0,-1 0 1 0 0,1 0-1 0 0,-1 0 1 0 0,1 0-1 0 0,-3 22 1026 0 0,0 0 0 0 0,-2 0 0 0 0,-11 39 0 0 0,-4 22-703 0 0,-4 25-710 0 0,17-72-3560 0 0,6-34 2442 0 0,0 7-1613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2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27 131 1384 0 0,'0'-20'2468'0'0,"0"0"-367"0"0,-3 6-461 0 0,3-1-216 0 0,-2 0-252 0 0,1 3-232 0 0,-1 2-224 0 0,2-2 288 0 0,-5 0-244 0 0,-2 24-2720 0 0,5 1 508 0 0,1-1-1772 0 0,-3 5-1345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57 36 0 0,'0'0'3203'0'0,"0"12"4012"0"0,1 5-4863 0 0,1 0 1 0 0,6 23-1 0 0,3 30-1378 0 0,-10-49-573 0 0,-1-1-1 0 0,0 1 1 0 0,-6 34-1 0 0,5-52-279 0 0,0-1 0 0 0,0 0 0 0 0,0 0 0 0 0,0 1-1 0 0,-1-1 1 0 0,1 0 0 0 0,-1 0 0 0 0,1 0 0 0 0,-1-1-1 0 0,0 1 1 0 0,0 0 0 0 0,-2 1 0 0 0,3-2 44 0 0,-3-2 21 0 0,4 1-178 0 0,-1 0-1 0 0,1 0 0 0 0,-1 0 1 0 0,1-1-1 0 0,-1 1 1 0 0,1 0-1 0 0,-1 0 1 0 0,1 0-1 0 0,0 0 1 0 0,-1 0-1 0 0,1 0 0 0 0,-1-1 1 0 0,1 1-1 0 0,0 0 1 0 0,-1 0-1 0 0,1-1 1 0 0,-1 1-1 0 0,1 0 0 0 0,0 0 1 0 0,-1-1-1 0 0,1 1 1 0 0,-2-5 9 0 0,0 0 1 0 0,1 1-1 0 0,0-1 1 0 0,0 0-1 0 0,0 0 0 0 0,1 1 1 0 0,-1-1-1 0 0,1 0 1 0 0,0 0-1 0 0,0 0 1 0 0,1 0-1 0 0,0 0 1 0 0,1-6-1 0 0,3-7-2 0 0,0 0 1 0 0,8-21-1 0 0,-7 26-22 0 0,1 0 1 0 0,0 0 0 0 0,0 1-1 0 0,1 0 1 0 0,0 0 0 0 0,1 1 0 0 0,1 0-1 0 0,0 0 1 0 0,0 1 0 0 0,1 1-1 0 0,0-1 1 0 0,1 2 0 0 0,0 0-1 0 0,23-12 1 0 0,-23 15-5 0 0,-1 0 1 0 0,1 0-1 0 0,1 1 0 0 0,-1 1 0 0 0,1 0 0 0 0,-1 0 1 0 0,1 2-1 0 0,0-1 0 0 0,0 2 0 0 0,0 0 0 0 0,-1 0 1 0 0,1 1-1 0 0,0 1 0 0 0,0 0 0 0 0,-1 0 0 0 0,23 9 1 0 0,-30-9 8 0 0,0 0 0 0 0,0 1 0 0 0,0-1 0 0 0,0 1 0 0 0,-1 0 0 0 0,1 1 0 0 0,-1-1 1 0 0,0 1-1 0 0,0 0 0 0 0,0 0 0 0 0,6 8 0 0 0,-8-9 7 0 0,0 0 0 0 0,0 1 0 0 0,-1-1 0 0 0,1 0-1 0 0,-1 1 1 0 0,1 0 0 0 0,-1-1 0 0 0,0 1 0 0 0,-1 0 0 0 0,1 0 0 0 0,-1-1 0 0 0,1 1 0 0 0,-1 0-1 0 0,0 0 1 0 0,-1 0 0 0 0,1 0 0 0 0,-2 6 0 0 0,-4 10-246 0 0,-13 31 0 0 0,12-37-1308 0 0,1 1 0 0 0,1-1-1 0 0,1 1 1 0 0,-4 20 0 0 0,10-10-4661 0 0,2-14 802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687 208 992 0 0,'1'-2'456'0'0,"56"-89"9124"0"0,-49 77-8091 0 0,-2 0-1 0 0,1 0 1 0 0,-2-1 0 0 0,7-27 0 0 0,-11 41-1466 0 0,-1 1 1 0 0,0-1-1 0 0,0 1 1 0 0,0-1-1 0 0,0 1 1 0 0,0-1-1 0 0,0 1 1 0 0,0-1 0 0 0,0 1-1 0 0,0-1 1 0 0,0 1-1 0 0,0-1 1 0 0,0 1-1 0 0,0 0 1 0 0,0-1-1 0 0,0 1 1 0 0,-1-1-1 0 0,1 1 1 0 0,0-1-1 0 0,0 1 1 0 0,-1-1 0 0 0,1 1-1 0 0,0 0 1 0 0,0-1-1 0 0,-1 1 1 0 0,1-1-1 0 0,0 1 1 0 0,-1 0-1 0 0,1-1 1 0 0,-1 1-1 0 0,1 0 1 0 0,0 0-1 0 0,-1-1 1 0 0,1 1 0 0 0,-1 0-1 0 0,1 0 1 0 0,-1 0-1 0 0,1-1 1 0 0,-1 1-1 0 0,1 0 1 0 0,-1 0-1 0 0,1 0 1 0 0,-1 0-1 0 0,1 0 1 0 0,-1 0-1 0 0,1 0 1 0 0,-1 0 0 0 0,1 0-1 0 0,-1 0 1 0 0,1 0-1 0 0,-1 1 1 0 0,1-1-1 0 0,0 0 1 0 0,-2 1-1 0 0,-24 9 229 0 0,4 3-202 0 0,2 1 0 0 0,0 2-1 0 0,0 0 1 0 0,2 1-1 0 0,0 1 1 0 0,1 0 0 0 0,1 2-1 0 0,0 0 1 0 0,2 0-1 0 0,-13 25 1 0 0,22-37-30 0 0,1 0-1 0 0,1 1 1 0 0,0-1 0 0 0,0 1-1 0 0,0 0 1 0 0,-1 10-1 0 0,4-16-12 0 0,-1-1-1 0 0,1 0 1 0 0,0 0-1 0 0,0 0 1 0 0,0 0-1 0 0,0 0 1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0,3 2 1 0 0,-2-2-3 0 0,0 1 0 0 0,0 0 0 0 0,1-1 0 0 0,-1 0 0 0 0,0 0 0 0 0,0 0 0 0 0,1 0 0 0 0,-1 0 0 0 0,0-1 0 0 0,0 1 0 0 0,1-1 1 0 0,-1 0-1 0 0,0 0 0 0 0,4-2 0 0 0,-1 0 1 0 0,0-1 1 0 0,-1 1 0 0 0,1-1-1 0 0,-1 0 1 0 0,0 0-1 0 0,8-9 1 0 0,1-4-11 0 0,-1-1 0 0 0,0 0 0 0 0,13-27 0 0 0,12-25-175 0 0,-37 68 160 0 0,0 3-3 0 0,0 0 20 0 0,-1 0 0 0 0,1 0 0 0 0,-1 0 0 0 0,1 0 0 0 0,-1 0 0 0 0,1 0 0 0 0,-1 1 0 0 0,0-1 0 0 0,1 0 0 0 0,-1 0 0 0 0,0 0 0 0 0,0 0 0 0 0,0 0 0 0 0,0 1 0 0 0,0-1 0 0 0,0 2 0 0 0,-6 23-23 0 0,3-14 16 0 0,-19 104 476 0 0,-6-1 0 0 0,-5-2 0 0 0,-87 203 0 0 0,107-288-17 0 0,-1-1 1 0 0,-1 0 0 0 0,-1-1 0 0 0,-1 0-1 0 0,-32 34 1 0 0,43-53-277 0 0,0-1 1 0 0,-1 0-1 0 0,0 0 0 0 0,0-1 0 0 0,0 0 0 0 0,0 0 0 0 0,-1-1 0 0 0,0 0 1 0 0,0 0-1 0 0,0 0 0 0 0,-1-1 0 0 0,1-1 0 0 0,-1 1 0 0 0,1-2 0 0 0,-1 1 1 0 0,0-1-1 0 0,0 0 0 0 0,0-1 0 0 0,1 0 0 0 0,-1 0 0 0 0,0-1 0 0 0,0 0 1 0 0,-13-4-1 0 0,8 1-70 0 0,1 0-1 0 0,-1-2 1 0 0,1 1 0 0 0,0-2 0 0 0,0 0 0 0 0,0 0 0 0 0,1-1 0 0 0,1-1-1 0 0,-1 0 1 0 0,1 0 0 0 0,-17-20 0 0 0,24 24-95 0 0,-1-1 0 0 0,1 1 1 0 0,0-1-1 0 0,0 0 0 0 0,1 0 1 0 0,0 0-1 0 0,0-1 0 0 0,0 1 0 0 0,1-1 1 0 0,0 1-1 0 0,0-1 0 0 0,1 0 0 0 0,0 0 1 0 0,0 0-1 0 0,0 0 0 0 0,1 0 0 0 0,0 0 1 0 0,1 0-1 0 0,-1 0 0 0 0,1 0 1 0 0,1 0-1 0 0,-1 1 0 0 0,1-1 0 0 0,0 0 1 0 0,1 1-1 0 0,4-9 0 0 0,4-4-102 0 0,1 1 0 0 0,0-1-1 0 0,2 2 1 0 0,0 0 0 0 0,1 1-1 0 0,1 0 1 0 0,26-20 0 0 0,3 3-1741 0 0,88-50 1 0 0,36 1-4177 0 0,-54 33-4212 0 0,-77 34 2410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75 48 0 0,'5'-12'2749'0'0,"-2"6"-844"0"0,0 0 1 0 0,0-1-1 0 0,-1 0 0 0 0,0 1 0 0 0,0-1 1 0 0,-1 0-1 0 0,2-10 0 0 0,-22 35-440 0 0,5 2-862 0 0,0 0 1 0 0,2 2 0 0 0,-15 33-1 0 0,22-44-545 0 0,1 0 0 0 0,1 1-1 0 0,0-1 1 0 0,0 1 0 0 0,1 0-1 0 0,0 0 1 0 0,1-1 0 0 0,1 1 0 0 0,1 17-1 0 0,-1-26-51 0 0,0 1 0 0 0,1-1 0 0 0,0 1 0 0 0,0-1 0 0 0,0 1-1 0 0,0-1 1 0 0,0 0 0 0 0,1 1 0 0 0,-1-1 0 0 0,1 0 0 0 0,0 0-1 0 0,0 0 1 0 0,0 0 0 0 0,0-1 0 0 0,1 1 0 0 0,-1 0 0 0 0,5 3-1 0 0,-3-4-103 0 0,0 0-1 0 0,0 0 0 0 0,0 0 1 0 0,0 0-1 0 0,0-1 0 0 0,1 1 1 0 0,-1-1-1 0 0,0 0 0 0 0,1-1 1 0 0,-1 1-1 0 0,1-1 0 0 0,6 0 1 0 0,0-1-164 0 0,1 0 1 0 0,-1-1 0 0 0,1 0 0 0 0,-1-1-1 0 0,0 0 1 0 0,0-1 0 0 0,0 0 0 0 0,0-1-1 0 0,17-11 1 0 0,4-7-14 0 0,-2-2-1 0 0,0-1 1 0 0,36-42 0 0 0,-16 15 794 0 0,-49 53-508 0 0,-1-1 0 0 0,0 1 0 0 0,0 0 0 0 0,0-1 1 0 0,1 1-1 0 0,-1 0 0 0 0,0-1 0 0 0,1 1 0 0 0,-1 0 0 0 0,0 0 0 0 0,1-1 0 0 0,-1 1 0 0 0,0 0 0 0 0,1 0 1 0 0,-1-1-1 0 0,1 1 0 0 0,-1 0 0 0 0,0 0 0 0 0,1 0 0 0 0,-1 0 0 0 0,1 0 0 0 0,-1 0 0 0 0,0 0 1 0 0,1-1-1 0 0,-1 1 0 0 0,1 0 0 0 0,-1 1 0 0 0,1-1 0 0 0,-1 0 0 0 0,0 0 0 0 0,2 0 0 0 0,0 13 665 0 0,-7 22 447 0 0,5-34-1113 0 0,-7 31 518 0 0,-9 48 24 0 0,15-72-493 0 0,0 1 0 0 0,0 0 0 0 0,1 0 0 0 0,1 0 0 0 0,0-1 0 0 0,3 17 0 0 0,-4-23-159 0 0,1 0 0 0 0,-1 0 0 0 0,1 0-1 0 0,0 0 1 0 0,0 0 0 0 0,0 0 0 0 0,0 0 0 0 0,0-1 0 0 0,0 1 0 0 0,0 0 0 0 0,0-1-1 0 0,1 1 1 0 0,-1-1 0 0 0,1 1 0 0 0,-1-1 0 0 0,1 0 0 0 0,-1 1 0 0 0,1-1 0 0 0,0 0-1 0 0,0 0 1 0 0,0 0 0 0 0,-1-1 0 0 0,1 1 0 0 0,0 0 0 0 0,0-1 0 0 0,0 1 0 0 0,0-1-1 0 0,0 1 1 0 0,0-1 0 0 0,0 0 0 0 0,1 0 0 0 0,-1 0 0 0 0,0 0 0 0 0,0-1 0 0 0,0 1-1 0 0,0 0 1 0 0,0-1 0 0 0,2 0 0 0 0,3-1-621 0 0,1-1 0 0 0,-1 0-1 0 0,0 0 1 0 0,0-1 0 0 0,0 1 0 0 0,-1-1 0 0 0,1-1-1 0 0,-1 1 1 0 0,6-7 0 0 0,9-11-2723 0 0,2-3-1371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161 308 392 0 0,'16'-43'2694'0'0,"-1"0"1"0"0,-2-1-1 0 0,-3 0 0 0 0,6-48 0 0 0,-14 81-2216 0 0,-2 10-374 0 0,1-1 1 0 0,-1 1-1 0 0,0-1 0 0 0,1 1 0 0 0,-1-1 1 0 0,0 1-1 0 0,0-1 0 0 0,0 0 0 0 0,0 1 0 0 0,0-1 1 0 0,-1 1-1 0 0,1-1 0 0 0,0 1 0 0 0,-1-1 1 0 0,1 1-1 0 0,-1-1 0 0 0,0 1 0 0 0,0-2 0 0 0,-1 3-4 0 0,1 1 0 0 0,-1-1-1 0 0,1 1 1 0 0,0-1-1 0 0,-1 1 1 0 0,1 0-1 0 0,0 0 1 0 0,0 0-1 0 0,-1 0 1 0 0,1 0-1 0 0,0 0 1 0 0,0 0-1 0 0,0 0 1 0 0,-1 2-1 0 0,-8 13 412 0 0,0 0 0 0 0,1 1 0 0 0,1 0 1 0 0,0 1-1 0 0,1 0 0 0 0,-7 32 0 0 0,6-23-196 0 0,-60 247 938 0 0,21-72-1152 0 0,41-179-1102 0 0,1 0 1 0 0,-3 42-1 0 0,7-57 298 0 0,1-1 1 0 0,0 1 0 0 0,0-1 0 0 0,1 0 0 0 0,0 1 0 0 0,0-1 0 0 0,1 0 0 0 0,0 0-1 0 0,0 1 1 0 0,1-1 0 0 0,0-1 0 0 0,6 13 0 0 0,2-6-2877 0 0,2-1-1369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269 212 2264 0 0,'12'-13'1387'0'0,"1"1"0"0"0,-2-1 0 0 0,0-1 0 0 0,0 0 0 0 0,-2-1-1 0 0,0 0 1 0 0,0 0 0 0 0,-1-1 0 0 0,8-25 0 0 0,-15 39-1336 0 0,-1 1 1 0 0,1 0-1 0 0,-1 0 1 0 0,1-1-1 0 0,-1 1 1 0 0,0 0-1 0 0,0-1 1 0 0,0 1-1 0 0,0 0 1 0 0,0 0-1 0 0,0-1 1 0 0,0 1-1 0 0,0 0 0 0 0,0-1 1 0 0,0 1-1 0 0,-1 0 1 0 0,1 0-1 0 0,-1-1 1 0 0,1 1-1 0 0,-1 0 1 0 0,1 0-1 0 0,-1 0 1 0 0,0 0-1 0 0,1 0 1 0 0,-1-1-1 0 0,0 1 1 0 0,0 1-1 0 0,0-1 1 0 0,0 0-1 0 0,0 0 1 0 0,0 0-1 0 0,0 0 1 0 0,0 1-1 0 0,0-1 1 0 0,0 0-1 0 0,-1 1 0 0 0,1-1 1 0 0,0 1-1 0 0,0-1 1 0 0,-1 1-1 0 0,1 0 1 0 0,0 0-1 0 0,0-1 1 0 0,-1 1-1 0 0,1 0 1 0 0,0 0-1 0 0,-1 0 1 0 0,1 1-1 0 0,0-1 1 0 0,0 0-1 0 0,-1 0 1 0 0,0 1-1 0 0,-14 3 132 0 0,0 1 1 0 0,1 1-1 0 0,0 1 0 0 0,1 0 0 0 0,-1 0 1 0 0,-20 16-1 0 0,1 2 69 0 0,-40 38 1 0 0,55-46-155 0 0,-26 31 1 0 0,40-41-74 0 0,0 0 0 0 0,0 0 0 0 0,0 1-1 0 0,1-1 1 0 0,0 1 0 0 0,0 0 0 0 0,1 0-1 0 0,-3 13 1 0 0,5-19-14 0 0,1 0-1 0 0,-1 0 0 0 0,1 0 1 0 0,0 0-1 0 0,0 0 0 0 0,0 0 1 0 0,0 0-1 0 0,0 0 0 0 0,0 0 1 0 0,0 0-1 0 0,1 0 0 0 0,-1 0 1 0 0,1-1-1 0 0,-1 1 0 0 0,1 0 0 0 0,0 0 1 0 0,0 0-1 0 0,0 0 0 0 0,0-1 1 0 0,0 1-1 0 0,2 2 0 0 0,-1-2-2 0 0,1 0 0 0 0,-1 0 0 0 0,0-1 0 0 0,1 1 0 0 0,-1-1 0 0 0,1 0 0 0 0,0 0 0 0 0,0 0 0 0 0,-1 0-1 0 0,1 0 1 0 0,0 0 0 0 0,0-1 0 0 0,4 1 0 0 0,3-1-3 0 0,1 1 0 0 0,0-2 0 0 0,-1 0 1 0 0,1 0-1 0 0,-1-1 0 0 0,1 0 0 0 0,11-4 0 0 0,-7 0-21 0 0,1-1 0 0 0,-1-1-1 0 0,0 0 1 0 0,0-1 0 0 0,19-15 0 0 0,61-61-44 0 0,-21 16-94 0 0,-72 68 120 0 0,-2 1 5 0 0,1 0 28 0 0,-1 0 0 0 0,1 0-1 0 0,0 0 1 0 0,-1 0-1 0 0,1 0 1 0 0,-1 0-1 0 0,1 0 1 0 0,-1 1-1 0 0,1-1 1 0 0,-1 0 0 0 0,1 0-1 0 0,-1 1 1 0 0,1-1-1 0 0,-1 0 1 0 0,1 1-1 0 0,-1-1 1 0 0,1 0 0 0 0,-1 1-1 0 0,0-1 1 0 0,1 1-1 0 0,-1-1 1 0 0,0 0-1 0 0,1 1 1 0 0,-1-1-1 0 0,0 1 1 0 0,3 18 45 0 0,-14 26 138 0 0,8-34-136 0 0,-11 41-48 0 0,-8 37 334 0 0,20-77-917 0 0,1 0 0 0 0,0 0 1 0 0,1 0-1 0 0,0 0 0 0 0,3 22 0 0 0,6 0-3011 0 0,2-15-3303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0 238 728 0 0,'12'-24'2165'0'0,"11"-24"1902"0"0,3 2 0 0 0,35-51 0 0 0,-60 95-3980 0 0,0 1 1 0 0,0-1-1 0 0,0 1 0 0 0,0-1 1 0 0,0 1-1 0 0,0 0 0 0 0,0 0 1 0 0,1-1-1 0 0,-1 1 0 0 0,0 0 0 0 0,1 0 1 0 0,-1 0-1 0 0,1 1 0 0 0,0-1 1 0 0,-1 0-1 0 0,1 0 0 0 0,-1 1 1 0 0,1-1-1 0 0,0 1 0 0 0,0 0 1 0 0,-1-1-1 0 0,1 1 0 0 0,0 0 0 0 0,0 0 1 0 0,-1 0-1 0 0,1 0 0 0 0,0 0 1 0 0,0 0-1 0 0,-1 1 0 0 0,1-1 1 0 0,0 1-1 0 0,-1-1 0 0 0,1 1 1 0 0,0 0-1 0 0,-1-1 0 0 0,1 1 0 0 0,-1 0 1 0 0,1 0-1 0 0,1 2 0 0 0,3 1 66 0 0,-1 1 0 0 0,-1 0 0 0 0,1 0 0 0 0,-1 1-1 0 0,0-1 1 0 0,0 1 0 0 0,-1 0 0 0 0,1 0 0 0 0,2 7 0 0 0,2 7 66 0 0,0 1 0 0 0,-2 0 1 0 0,0 1-1 0 0,-2-1 0 0 0,4 37 1 0 0,-7-47-3 0 0,0 1 1 0 0,-1-1-1 0 0,-1 1 1 0 0,0 0-1 0 0,-1-1 1 0 0,0 0-1 0 0,0 1 0 0 0,-2-1 1 0 0,1 0-1 0 0,-1 0 1 0 0,-1-1-1 0 0,-8 15 1 0 0,11-21 34 0 0,1-2-89 0 0,0 0 1 0 0,0 1-1 0 0,0-1 0 0 0,-1 0 1 0 0,1-1-1 0 0,0 1 0 0 0,-1 0 1 0 0,0 0-1 0 0,1 0 0 0 0,-1-1 1 0 0,0 1-1 0 0,0-1 0 0 0,0 0 1 0 0,0 1-1 0 0,0-1 0 0 0,0 0 1 0 0,0 0-1 0 0,-1 0 0 0 0,-2 0 1 0 0,4-1-136 0 0,0 1 1 0 0,0-1 0 0 0,0-1 0 0 0,0 1 0 0 0,0 0 0 0 0,0 0 0 0 0,1 0 0 0 0,-1 0 0 0 0,0-1 0 0 0,0 1 0 0 0,0 0-1 0 0,0-1 1 0 0,0 1 0 0 0,1-1 0 0 0,-1 1 0 0 0,0-1 0 0 0,0 1 0 0 0,0-1 0 0 0,1 1 0 0 0,-1-1 0 0 0,0 0 0 0 0,1 0 0 0 0,-1 1-1 0 0,1-1 1 0 0,-1 0 0 0 0,1 0 0 0 0,-1-1 0 0 0,0 0-1 0 0,0-1 0 0 0,1 1 0 0 0,0-1 0 0 0,-1 1 0 0 0,1-1 0 0 0,0 1 0 0 0,0-1 0 0 0,0 1 0 0 0,1-1 0 0 0,0-3 0 0 0,1-4 22 0 0,1 1 0 0 0,0-1 0 0 0,1 1 0 0 0,6-13 0 0 0,0 6-23 0 0,1 0 0 0 0,1 0 0 0 0,0 1 0 0 0,0 1 0 0 0,2 0 0 0 0,0 1 0 0 0,0 1 0 0 0,1 0 0 0 0,19-11 1 0 0,-4 5-425 0 0,0 1 1 0 0,1 2-1 0 0,0 1 1 0 0,40-12 0 0 0,-19 12-3343 0 0,-48 13 2540 0 0,1 0 0 0 0,0 1 0 0 0,0-1 0 0 0,-1 1 0 0 0,1 0-1 0 0,0 0 1 0 0,0 1 0 0 0,6 0 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4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3268 0 0,'12'-33'14906'0'0,"-7"17"-9955"0"0,-5 15-3718 0 0,3-8-1708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5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27 1728 0 0,'-2'-11'5248'0'0,"0"-3"-951"0"0,2 13-4211 0 0,0 1 1 0 0,0 0-1 0 0,1 0 0 0 0,-1 0 1 0 0,0 0-1 0 0,0 0 0 0 0,0 0 1 0 0,1 0-1 0 0,-1 0 0 0 0,0 0 0 0 0,0 0 1 0 0,0 0-1 0 0,1 0 0 0 0,-1 0 1 0 0,0 0-1 0 0,0 0 0 0 0,0 0 1 0 0,1 0-1 0 0,-1 0 0 0 0,0 0 1 0 0,0 0-1 0 0,0 0 0 0 0,1 0 1 0 0,-1 0-1 0 0,0 0 0 0 0,0 1 1 0 0,0-1-1 0 0,1 0 0 0 0,-1 0 1 0 0,0 0-1 0 0,0 0 0 0 0,0 0 1 0 0,0 1-1 0 0,1-1 0 0 0,1 2 100 0 0,1 1-1 0 0,-1-1 1 0 0,0 0-1 0 0,0 1 0 0 0,0 0 1 0 0,0-1-1 0 0,2 6 0 0 0,5 13 175 0 0,-1 1 0 0 0,-1 1 0 0 0,-1-1 0 0 0,3 26 0 0 0,7 95-17 0 0,-11-86-205 0 0,1-16-142 0 0,1 27 4062 0 0,-7-67-4026 0 0,0-1 1 0 0,0 0-1 0 0,0 0 1 0 0,0 1-1 0 0,0-1 0 0 0,0 0 1 0 0,1 0-1 0 0,-1 0 0 0 0,0 1 1 0 0,0-1-1 0 0,0 0 1 0 0,0 0-1 0 0,1 0 0 0 0,-1 1 1 0 0,0-1-1 0 0,0 0 1 0 0,0 0-1 0 0,1 0 0 0 0,-1 0 1 0 0,0 0-1 0 0,0 0 0 0 0,1 1 1 0 0,-1-1-1 0 0,0 0 1 0 0,0 0-1 0 0,0 0 0 0 0,1 0 1 0 0,-1 0-1 0 0,0 0 0 0 0,0 0 1 0 0,1 0-1 0 0,-1 0 1 0 0,0 0-1 0 0,0 0 0 0 0,1 0 1 0 0,-1 0-1 0 0,0 0 1 0 0,0 0-1 0 0,1-1 0 0 0,-1 1 1 0 0,0 0-1 0 0,0 0 0 0 0,1 0 1 0 0,-1 0-1 0 0,0 0 1 0 0,0 0-1 0 0,0-1 0 0 0,1 1 1 0 0,-1 0-1 0 0,0 0 0 0 0,0 0 1 0 0,0-1-1 0 0,14-9 477 0 0,4-13-308 0 0,-2-1 0 0 0,0-1 0 0 0,-2 0 0 0 0,17-40 0 0 0,-8 17-25 0 0,40-97 111 0 0,-42 84-2567 0 0,-19 51 827 0 0,2-3-1978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84 2120 0 0,'15'-81'13626'0'0,"-15"79"-13097"0"0,4 2-15 0 0,1 1-380 0 0,0 1 0 0 0,0-1 0 0 0,0 1 1 0 0,-1 0-1 0 0,1 1 0 0 0,0-1 0 0 0,-1 1 0 0 0,0 0 1 0 0,1 0-1 0 0,-1 0 0 0 0,0 0 0 0 0,0 1 0 0 0,-1 0 1 0 0,6 6-1 0 0,3 6 47 0 0,0 0 0 0 0,16 28 1 0 0,-14-18-105 0 0,-2 0 1 0 0,0 1-1 0 0,-2 1 1 0 0,-1 0-1 0 0,-1 0 1 0 0,6 46-1 0 0,-10-36-12 0 0,-1-1-1 0 0,-2 1 1 0 0,-2 0-1 0 0,-8 57 0 0 0,-5-23-33 0 0,-3-1 0 0 0,-4-1 0 0 0,-2-1 0 0 0,-59 122 0 0 0,36-101-1671 0 0,-80 118-1 0 0,-13-25-6612 0 0,81-116 1826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39 194 1412 0 0,'-36'-60'11961'0'0,"35"59"-11581"0"0,1-1 3 0 0,0 1-362 0 0,-1 1 0 0 0,1 0-1 0 0,0-1 1 0 0,0 1 0 0 0,0 0 0 0 0,0-1 0 0 0,0 1 0 0 0,0-1-1 0 0,0 1 1 0 0,0 0 0 0 0,0-1 0 0 0,0 1 0 0 0,0 0 0 0 0,0-1-1 0 0,0 1 1 0 0,0-1 0 0 0,0 1 0 0 0,0 0 0 0 0,0-1 0 0 0,0 1-1 0 0,0 0 1 0 0,1-1 0 0 0,-1 1 0 0 0,14-5 332 0 0,0 0 1 0 0,1 2-1 0 0,-1 0 0 0 0,1 0 1 0 0,29 0-1 0 0,3-2-37 0 0,551-79 506 0 0,-514 74-4493 0 0,-81 9 2356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 36 0 0,'-3'0'2749'0'0,"-2"0"-1800"0"0,0 1 0 0 0,1 0 0 0 0,-1 0 0 0 0,0 0 0 0 0,0 0 0 0 0,1 1-1 0 0,-6 2 1 0 0,7-2-647 0 0,0 0-1 0 0,0 0 0 0 0,1 0 0 0 0,-1 0 0 0 0,1 1 0 0 0,-1-1 1 0 0,1 1-1 0 0,0 0 0 0 0,0-1 0 0 0,0 1 0 0 0,-3 6 1 0 0,-12 29 989 0 0,1 2 0 0 0,2-1 0 0 0,-15 75 1 0 0,12-44-868 0 0,-77 252 366 0 0,78-269-671 0 0,1 3 221 0 0,9-32-2754 0 0,1-6-2882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2352 0 0,'38'-41'7272'0'0,"-38"41"-7180"0"0,0-1 1 0 0,1 1 0 0 0,0-1 0 0 0,-1 1-1 0 0,1-1 1 0 0,-1 1 0 0 0,1 0 0 0 0,0-1 0 0 0,-1 1-1 0 0,1 0 1 0 0,0-1 0 0 0,-1 1 0 0 0,1 0-1 0 0,0 0 1 0 0,-1 0 0 0 0,1 0 0 0 0,0-1 0 0 0,0 1-1 0 0,-1 0 1 0 0,1 0 0 0 0,0 0 0 0 0,-1 0-1 0 0,1 1 1 0 0,0-1 0 0 0,0 0 0 0 0,0 0 0 0 0,1 1 40 0 0,-1 0 0 0 0,1 0 1 0 0,0 0-1 0 0,-1 0 1 0 0,0 0-1 0 0,1 0 0 0 0,-1 1 1 0 0,1-1-1 0 0,-1 0 1 0 0,1 3-1 0 0,20 34 1230 0 0,-7-1-1102 0 0,-1 1 0 0 0,-3 0 0 0 0,-1 0 0 0 0,-1 1 0 0 0,4 54 0 0 0,-9-31 2870 0 0,-2-1 3339 0 0,-1-80-6341 0 0,0 0-1 0 0,2-1 0 0 0,0 1 0 0 0,1 0 1 0 0,1 0-1 0 0,1 1 0 0 0,1-1 1 0 0,14-28-1 0 0,-9 25-176 0 0,1 1 1 0 0,0 0-1 0 0,2 1 1 0 0,0 1-1 0 0,1 0 0 0 0,28-25 1 0 0,-38 39-342 0 0,-1 1 0 0 0,1-1 0 0 0,0 1 0 0 0,1 0-1 0 0,-1 1 1 0 0,1-1 0 0 0,-1 1 0 0 0,1 1 0 0 0,0-1 0 0 0,0 1 0 0 0,11-2 0 0 0,-11 4-471 0 0,0-1-1 0 0,1 1 1 0 0,-1 0-1 0 0,1 1 1 0 0,-1 0-1 0 0,1 0 1 0 0,-1 0 0 0 0,0 1-1 0 0,1 0 1 0 0,-1 1-1 0 0,8 3 1 0 0,2 2-3041 0 0,3 1-1748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308 153 1020 0 0,'1'-7'1065'0'0,"0"1"-1"0"0,-1 0 1 0 0,0-1 0 0 0,-1 1-1 0 0,1-1 1 0 0,-1 1 0 0 0,0 0-1 0 0,-1 0 1 0 0,0-1-1 0 0,-4-9 1 0 0,3 8-541 0 0,-1 0 0 0 0,0 0 0 0 0,0 1 0 0 0,-1-1-1 0 0,0 1 1 0 0,-11-13 0 0 0,15 20-507 0 0,0-1-1 0 0,0 0 1 0 0,0 0 0 0 0,0 1-1 0 0,0-1 1 0 0,0 1-1 0 0,0-1 1 0 0,-1 1-1 0 0,1-1 1 0 0,0 1 0 0 0,0 0-1 0 0,-1-1 1 0 0,1 1-1 0 0,0 0 1 0 0,0 0 0 0 0,-1 0-1 0 0,1 0 1 0 0,0 0-1 0 0,-3 1 1 0 0,-21 7 79 0 0,14-2-78 0 0,1 0 1 0 0,0 1 0 0 0,0 0-1 0 0,1 1 1 0 0,0 0 0 0 0,0 0 0 0 0,1 1-1 0 0,0 0 1 0 0,-11 17 0 0 0,2 0-13 0 0,1 1-1 0 0,-19 44 1 0 0,27-54 6 0 0,2 1 1 0 0,-9 34-1 0 0,13-47 10 0 0,1 1 1 0 0,1-1 0 0 0,-1 0 0 0 0,1 1-1 0 0,-1-1 1 0 0,1 1 0 0 0,1-1 0 0 0,-1 0-1 0 0,1 1 1 0 0,0-1 0 0 0,0 0-1 0 0,1 1 1 0 0,0-1 0 0 0,3 7 0 0 0,-5-11-17 0 0,1-1 0 0 0,0 1 0 0 0,0 0 0 0 0,0 0 1 0 0,0-1-1 0 0,0 1 0 0 0,0 0 0 0 0,0-1 0 0 0,0 1 1 0 0,1-1-1 0 0,-1 0 0 0 0,0 1 0 0 0,0-1 0 0 0,0 0 1 0 0,0 0-1 0 0,1 1 0 0 0,-1-1 0 0 0,0 0 0 0 0,0 0 1 0 0,1 0-1 0 0,-1-1 0 0 0,0 1 0 0 0,1 0 0 0 0,26-7 59 0 0,-19 2-51 0 0,-1 1 1 0 0,1-2-1 0 0,-1 1 1 0 0,-1-1-1 0 0,1 0 1 0 0,-1-1-1 0 0,0 0 1 0 0,0 0-1 0 0,9-13 1 0 0,5-10 28 0 0,20-39 0 0 0,-26 43-27 0 0,-1 1-13 0 0,-1 1-129 0 0,24-33-1 0 0,-35 56 101 0 0,0 1-29 0 0,-1 1 53 0 0,0 0-1 0 0,0-1 1 0 0,1 1 0 0 0,-1 0-1 0 0,0 0 1 0 0,0 0 0 0 0,0 0 0 0 0,0 0-1 0 0,0 0 1 0 0,0 0 0 0 0,0 0-1 0 0,0 0 1 0 0,-1 0 0 0 0,1 0 0 0 0,0 1-1 0 0,-1-1 1 0 0,1 0 0 0 0,-1 0-1 0 0,1 1 1 0 0,-1-1 0 0 0,1 0-1 0 0,-1 1 1 0 0,0-1 0 0 0,0 1 0 0 0,0-1-1 0 0,0 0 1 0 0,0 1 0 0 0,0-1-1 0 0,0 1 1 0 0,-1 2 0 0 0,1 0-11 0 0,-8 113 220 0 0,1-28-1448 0 0,7-30-3046 0 0,3-38-1075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1:5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1864 0 0,'12'-22'2512'0'0,"25"-38"2524"0"0,-34 55-4692 0 0,1-1 0 0 0,1 1 1 0 0,-1 0-1 0 0,1 1 0 0 0,0-1 0 0 0,0 1 0 0 0,0 0 1 0 0,7-4-1 0 0,-11 7-283 0 0,1 0 0 0 0,0 0-1 0 0,0 0 1 0 0,0 0 0 0 0,0 1 0 0 0,0-1 0 0 0,0 0 0 0 0,1 1 0 0 0,-1 0 0 0 0,0-1 0 0 0,0 1-1 0 0,0 0 1 0 0,1 0 0 0 0,-1 0 0 0 0,0 0 0 0 0,0 1 0 0 0,0-1 0 0 0,0 1 0 0 0,0-1 0 0 0,0 1-1 0 0,4 1 1 0 0,-3 0 13 0 0,0 0 0 0 0,0 1-1 0 0,0-1 1 0 0,0 1-1 0 0,0-1 1 0 0,-1 1 0 0 0,1 0-1 0 0,-1 0 1 0 0,0 0-1 0 0,0 1 1 0 0,3 4 0 0 0,0 5 29 0 0,0-1 1 0 0,0 1-1 0 0,-2 0 0 0 0,1 0 1 0 0,-2 0-1 0 0,2 16 1 0 0,-2 3 114 0 0,-1 0 1 0 0,-2 0 0 0 0,-1-1-1 0 0,-1 1 1 0 0,-15 56 0 0 0,17-83-94 0 0,1-4-71 0 0,0-1-1 0 0,0 0 1 0 0,1 1 0 0 0,-1-1 0 0 0,0 1 0 0 0,0-1 0 0 0,-1 1 0 0 0,1-1 0 0 0,0 1 0 0 0,0-1 0 0 0,0 0 0 0 0,0 1 0 0 0,0-1-1 0 0,0 1 1 0 0,0-1 0 0 0,-1 0 0 0 0,1 1 0 0 0,0-1 0 0 0,0 0 0 0 0,-1 1 0 0 0,1-1 0 0 0,0 1 0 0 0,0-1 0 0 0,-1 0 0 0 0,1 0-1 0 0,0 1 1 0 0,-1-1 0 0 0,1 0 0 0 0,-1 0 0 0 0,1 1 0 0 0,0-1 0 0 0,-1 0 0 0 0,1 0 0 0 0,-1 0 0 0 0,1 0 0 0 0,0 0 0 0 0,-1 1-1 0 0,1-1 1 0 0,-1 0 0 0 0,1 0 0 0 0,-1 0 0 0 0,1 0 0 0 0,0 0 0 0 0,-1 0 0 0 0,0-1 0 0 0,0 0-32 0 0,0-1 1 0 0,1 0-1 0 0,-1 0 1 0 0,0 1-1 0 0,1-1 1 0 0,0 0 0 0 0,-1 0-1 0 0,1 0 1 0 0,0 0-1 0 0,0 0 1 0 0,0 0-1 0 0,0 0 1 0 0,0 0-1 0 0,0-2 1 0 0,2-9 5 0 0,0 0 1 0 0,1-1-1 0 0,0 1 1 0 0,0 0-1 0 0,2 0 1 0 0,0 1-1 0 0,0-1 1 0 0,8-11-1 0 0,-1 4-35 0 0,1 0 1 0 0,1 0-1 0 0,28-30 0 0 0,-32 41-6 0 0,-1 0-1 0 0,1 1 0 0 0,0 0 1 0 0,1 1-1 0 0,0 0 0 0 0,0 1 1 0 0,1 0-1 0 0,-1 0 0 0 0,1 2 1 0 0,15-5-1 0 0,-24 8 12 0 0,-1 0 0 0 0,1 1-1 0 0,0-1 1 0 0,0 1 0 0 0,0 0 0 0 0,-1-1-1 0 0,1 1 1 0 0,0 1 0 0 0,0-1 0 0 0,0 0 0 0 0,0 1-1 0 0,-1-1 1 0 0,1 1 0 0 0,0 0 0 0 0,0 0-1 0 0,-1 0 1 0 0,1 0 0 0 0,-1 1 0 0 0,1-1-1 0 0,-1 1 1 0 0,1-1 0 0 0,-1 1 0 0 0,0 0-1 0 0,0 0 1 0 0,0 0 0 0 0,0 0 0 0 0,0 0-1 0 0,0 0 1 0 0,-1 1 0 0 0,1-1 0 0 0,-1 1-1 0 0,0-1 1 0 0,1 1 0 0 0,0 3 0 0 0,1 3 6 0 0,0-1 0 0 0,-1 0 1 0 0,0 1-1 0 0,0-1 0 0 0,-1 1 1 0 0,0-1-1 0 0,0 1 0 0 0,-1 0 0 0 0,-2 15 1 0 0,-3 2 66 0 0,-1-1 1 0 0,-16 40 0 0 0,13-43-1189 0 0,2 0 0 0 0,0 1 1 0 0,-5 35-1 0 0,12-33-1776 0 0,7-9-1873 0 0,1-6-675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272 113 1512 0 0,'5'-6'1194'0'0,"-1"-1"0"0"0,-1 1 1 0 0,1-1-1 0 0,-1 0 0 0 0,-1 0 0 0 0,1-1 0 0 0,-1 1 1 0 0,0-1-1 0 0,1-14 0 0 0,-3 21-1145 0 0,0-1 0 0 0,-1 1 0 0 0,1 0 0 0 0,0 0 0 0 0,-1-1 0 0 0,1 1 0 0 0,0 0 0 0 0,-1 0 0 0 0,1 0 0 0 0,-1 0 0 0 0,0 0 0 0 0,1 0 0 0 0,-1 0 0 0 0,0 0 0 0 0,0 0 0 0 0,0 0 0 0 0,0 0 0 0 0,0 0 0 0 0,0 0 0 0 0,0 1 0 0 0,0-1 0 0 0,0 0 0 0 0,0 1 0 0 0,0-1 0 0 0,0 1 0 0 0,0-1 0 0 0,-1 1 0 0 0,1-1 0 0 0,0 1 0 0 0,0 0 0 0 0,-1 0 0 0 0,1 0 0 0 0,0 0 0 0 0,0-1 0 0 0,-1 2 0 0 0,1-1 0 0 0,-2 0 0 0 0,-5 0-3 0 0,1 1 1 0 0,-1 0 0 0 0,0 0-1 0 0,-9 3 1 0 0,4-1 5 0 0,6-1-31 0 0,0 0-1 0 0,1 0 0 0 0,-1 1 0 0 0,1 0 1 0 0,-9 5-1 0 0,-14 8-29 0 0,18-8 31 0 0,11-5-15 0 0,0-2 0 0 0,-1 1 19 0 0,18 14 54 0 0,-3-10-98 0 0,0 0 0 0 0,0 1-1 0 0,-1 1 1 0 0,0 0 0 0 0,0 1-1 0 0,15 13 1 0 0,-25-18 82 0 0,1-1-1 0 0,-1 1 1 0 0,0-1 0 0 0,0 1-1 0 0,0 0 1 0 0,-1 1-1 0 0,1-1 1 0 0,-1 0 0 0 0,0 1-1 0 0,0-1 1 0 0,-1 1-1 0 0,1-1 1 0 0,-1 1 0 0 0,0 0-1 0 0,0 0 1 0 0,-1 0-1 0 0,1 0 1 0 0,-1-1 0 0 0,0 1-1 0 0,0 0 1 0 0,-1 0-1 0 0,0 0 1 0 0,0 0 0 0 0,-2 6-1 0 0,1-4 226 0 0,0 0-1 0 0,-1 0 1 0 0,0-1-1 0 0,0 1 1 0 0,-1-1-1 0 0,0 0 0 0 0,0 0 1 0 0,0 0-1 0 0,-1-1 1 0 0,1 0-1 0 0,-2 1 1 0 0,1-2-1 0 0,0 1 1 0 0,-1-1-1 0 0,0 1 1 0 0,0-1-1 0 0,0-1 1 0 0,-1 1-1 0 0,1-1 0 0 0,-1-1 1 0 0,0 1-1 0 0,-7 1 1 0 0,9-3-156 0 0,1 0-1 0 0,-1 0 1 0 0,0-1 0 0 0,1 0-1 0 0,-1 1 1 0 0,0-2 0 0 0,1 1-1 0 0,-1-1 1 0 0,0 1 0 0 0,1-1-1 0 0,-1 0 1 0 0,1-1 0 0 0,-1 1-1 0 0,1-1 1 0 0,0 0 0 0 0,0 0-1 0 0,0 0 1 0 0,-5-4 0 0 0,3 1-156 0 0,-1 0 0 0 0,1 0 0 0 0,1-1 0 0 0,-1 0-1 0 0,1 0 1 0 0,0 0 0 0 0,0-1 0 0 0,0 0 0 0 0,-4-10 0 0 0,8 16-244 0 0,0-1-1 0 0,0 1 1 0 0,1-1 0 0 0,-1 1-1 0 0,1-1 1 0 0,-1 1 0 0 0,1-1 0 0 0,0 0-1 0 0,-1 1 1 0 0,1-1 0 0 0,0 1-1 0 0,0-1 1 0 0,0 0 0 0 0,0 1-1 0 0,0-1 1 0 0,1 0 0 0 0,-1 1-1 0 0,0-1 1 0 0,1 1 0 0 0,-1-1-1 0 0,1 1 1 0 0,0-1 0 0 0,-1 1-1 0 0,3-4 1 0 0,-2 4-599 0 0,0 0 0 0 0,1-1 0 0 0,-1 1 1 0 0,1 0-1 0 0,-1 0 0 0 0,1-1 0 0 0,-1 1 0 0 0,1 0 0 0 0,0 1 0 0 0,-1-1 0 0 0,4-1 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90 16 0 0,'1'-28'6216'0'0,"-1"17"-3156"0"0,1 0 1 0 0,-2 0 0 0 0,-1-17-1 0 0,1 27-2328 0 0,0 3-625 0 0,-1-1 0 0 0,1 1-1 0 0,0 0 1 0 0,0 0-1 0 0,0 0 1 0 0,0 0-1 0 0,0 0 1 0 0,0 0 0 0 0,0 0-1 0 0,0 0 1 0 0,1 0-1 0 0,-1 0 1 0 0,1 3 0 0 0,-74 397 5986 0 0,27-134-4800 0 0,42-241-1230 0 0,-157 732 1329 0 0,160-752-1764 0 0,0 0-1 0 0,0 0 1 0 0,0 0 0 0 0,-1 0-1 0 0,0-1 1 0 0,0 1-1 0 0,-6 7 1 0 0,9-14 232 0 0,-1 1 1 0 0,1-1-1 0 0,-1 0 0 0 0,1 1 0 0 0,0-1 0 0 0,-1 0 1 0 0,1 1-1 0 0,-1-1 0 0 0,1 0 0 0 0,-1 1 1 0 0,1-1-1 0 0,-1 0 0 0 0,1 0 0 0 0,-1 0 0 0 0,1 0 1 0 0,-1 1-1 0 0,1-1 0 0 0,-1 0 0 0 0,1 0 0 0 0,-1 0 1 0 0,1 0-1 0 0,-1 0 0 0 0,1 0 0 0 0,-1 0 1 0 0,1 0-1 0 0,-1-1 0 0 0,1 1 0 0 0,-1 0 0 0 0,1 0 1 0 0,-1 0-1 0 0,1 0 0 0 0,-1-1 0 0 0,1 1 1 0 0,-1 0-1 0 0,1 0 0 0 0,-1-1 0 0 0,1 1 0 0 0,0 0 1 0 0,-1-2-1 0 0,-12-15-3872 0 0,8-4-1729 0 0,0-7-3072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1 247 4 0 0,'19'-41'3909'0'0,"25"-43"-1"0"0,-37 72-3435 0 0,1 1 1 0 0,1 0-1 0 0,-1 0 0 0 0,2 0 0 0 0,-1 1 0 0 0,1 1 0 0 0,1-1 0 0 0,11-6 0 0 0,-17 13-390 0 0,0 0 0 0 0,1 0 0 0 0,-1 1 0 0 0,0 0 0 0 0,1 0 0 0 0,-1 1 0 0 0,1 0 0 0 0,0-1 0 0 0,-1 2 0 0 0,1-1 0 0 0,0 1-1 0 0,-1 0 1 0 0,1 0 0 0 0,0 0 0 0 0,0 1 0 0 0,-1 0 0 0 0,1 0 0 0 0,-1 1 0 0 0,1-1 0 0 0,-1 1 0 0 0,1 0 0 0 0,-1 1 0 0 0,0-1 0 0 0,0 1 0 0 0,0 0 0 0 0,0 0 0 0 0,-1 1 0 0 0,1 0 0 0 0,4 5 0 0 0,-4-5 23 0 0,1 1 1 0 0,-2 0-1 0 0,1 1 1 0 0,-1-1-1 0 0,1 1 1 0 0,-2 0 0 0 0,1 0-1 0 0,-1 0 1 0 0,0 1-1 0 0,0-1 1 0 0,0 1 0 0 0,-1-1-1 0 0,0 1 1 0 0,0 0-1 0 0,-1 0 1 0 0,0 0-1 0 0,0 0 1 0 0,-1 0 0 0 0,0 0-1 0 0,0 0 1 0 0,-1 0-1 0 0,1 0 1 0 0,-4 11 0 0 0,0-7 1 0 0,0 0 0 0 0,-1 0 1 0 0,-1 0-1 0 0,0-1 1 0 0,0 0-1 0 0,-1 0 1 0 0,0-1-1 0 0,-1 0 1 0 0,0 0-1 0 0,0 0 0 0 0,-18 13 1 0 0,13-12-45 0 0,-2-1-1 0 0,1 0 1 0 0,-1-1 0 0 0,-1 0 0 0 0,1-1 0 0 0,-1-1-1 0 0,-25 6 1 0 0,38-11-171 0 0,-1 0-1 0 0,0-1 1 0 0,1 1 0 0 0,-1-1-1 0 0,0 0 1 0 0,1 0-1 0 0,-1 0 1 0 0,-4-2 0 0 0,7 2-185 0 0,-1 0-1 0 0,0-1 1 0 0,1 1 0 0 0,-1-1 0 0 0,1 1 0 0 0,-1-1 0 0 0,0 0 0 0 0,1 0 0 0 0,0 0 0 0 0,-1 0-1 0 0,1 0 1 0 0,0 0 0 0 0,-1 0 0 0 0,1 0 0 0 0,0 0 0 0 0,0 0 0 0 0,-2-3-1 0 0,3 3 58 0 0,0 0-1 0 0,0 0 0 0 0,0 1 0 0 0,0-1 0 0 0,0 0 0 0 0,0 0 0 0 0,0 0 0 0 0,0 0 0 0 0,0 0 0 0 0,0 0 0 0 0,0 0 0 0 0,0 1 0 0 0,1-1 0 0 0,-1 0 0 0 0,0 0 0 0 0,1 0 0 0 0,-1 0 0 0 0,1 1 0 0 0,0-2 0 0 0,0 1-611 0 0,5-12-3895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20 1896 0 0,'22'-15'8803'0'0,"-22"15"-8749"0"0,0 0 1 0 0,0 0-1 0 0,0 0 0 0 0,0 0 1 0 0,0 0-1 0 0,1 0 0 0 0,-1 0 1 0 0,0 0-1 0 0,0 0 0 0 0,0 0 1 0 0,0 0-1 0 0,0 0 0 0 0,0 0 1 0 0,0 0-1 0 0,0 0 0 0 0,0 0 1 0 0,1 0-1 0 0,-1 0 0 0 0,0 0 1 0 0,0 0-1 0 0,0 0 0 0 0,0 0 1 0 0,0 1-1 0 0,0-1 0 0 0,0 0 1 0 0,0 0-1 0 0,0 0 0 0 0,0 0 1 0 0,0 0-1 0 0,0 0 0 0 0,0 0 0 0 0,0 0 1 0 0,0 0-1 0 0,0 0 0 0 0,0 0 1 0 0,0 1-1 0 0,0-1 0 0 0,0 0 1 0 0,1 0-1 0 0,-1 0 0 0 0,0 0 1 0 0,0 0-1 0 0,0 0 0 0 0,-1 0 1 0 0,1 0-1 0 0,0 0 0 0 0,0 1 1 0 0,0-1-1 0 0,0 0 0 0 0,0 0 1 0 0,0 0-1 0 0,0 0 0 0 0,0 0 1 0 0,0 0-1 0 0,0 0 0 0 0,0 0 1 0 0,0 0-1 0 0,0 0 0 0 0,-7 16 880 0 0,-7 10-100 0 0,1 2 1 0 0,-17 52-1 0 0,27-67-746 0 0,-1 0 0 0 0,2 0 0 0 0,0 0 0 0 0,0 1 0 0 0,1-1 0 0 0,1 0 0 0 0,0 1 0 0 0,4 23 0 0 0,-4-34-51 0 0,0 0-1 0 0,1 0 1 0 0,0-1-1 0 0,-1 1 1 0 0,1 0-1 0 0,0-1 1 0 0,1 1-1 0 0,-1 0 1 0 0,0-1-1 0 0,1 0 1 0 0,-1 1 0 0 0,1-1-1 0 0,0 0 1 0 0,-1 0-1 0 0,1 0 1 0 0,0 0-1 0 0,1 0 1 0 0,-1 0-1 0 0,0 0 1 0 0,0-1 0 0 0,1 1-1 0 0,-1-1 1 0 0,1 0-1 0 0,-1 1 1 0 0,1-1-1 0 0,0-1 1 0 0,-1 1-1 0 0,1 0 1 0 0,0 0-1 0 0,0-1 1 0 0,0 0 0 0 0,-1 0-1 0 0,1 1 1 0 0,0-2-1 0 0,0 1 1 0 0,0 0-1 0 0,-1 0 1 0 0,6-2-1 0 0,0 0 5 0 0,-1 0-1 0 0,1-1 1 0 0,-1 0-1 0 0,0 0 0 0 0,0 0 1 0 0,0-1-1 0 0,-1 0 1 0 0,1 0-1 0 0,-1-1 0 0 0,0 0 1 0 0,0 0-1 0 0,-1 0 0 0 0,7-9 1 0 0,-5 4-15 0 0,0 0 0 0 0,-1-1 0 0 0,0 0-1 0 0,-1 0 1 0 0,-1-1 0 0 0,1 1 0 0 0,-2-1 0 0 0,0 0 0 0 0,0 0 0 0 0,1-14 0 0 0,-3 19-27 0 0,-1 0 1 0 0,1 0-1 0 0,-1 0 1 0 0,-1 0 0 0 0,1 1-1 0 0,-1-1 1 0 0,0 0-1 0 0,-1 0 1 0 0,0 0 0 0 0,0 1-1 0 0,0-1 1 0 0,-1 1-1 0 0,0 0 1 0 0,0-1 0 0 0,-1 1-1 0 0,1 1 1 0 0,-1-1-1 0 0,-1 0 1 0 0,-6-6 0 0 0,8 10-18 0 0,0-1 0 0 0,-1 1 1 0 0,1 0-1 0 0,-1 0 0 0 0,0 0 1 0 0,0 0-1 0 0,1 1 0 0 0,-1 0 1 0 0,0 0-1 0 0,0 0 0 0 0,0 0 1 0 0,-1 0-1 0 0,1 1 0 0 0,0 0 1 0 0,0 0-1 0 0,0 0 0 0 0,0 0 1 0 0,0 1-1 0 0,0-1 0 0 0,-1 1 1 0 0,1 0-1 0 0,1 1 0 0 0,-1-1 1 0 0,0 1-1 0 0,-7 3 0 0 0,7-3-337 0 0,0 0-1 0 0,-1 1 0 0 0,1-1 0 0 0,0 1 0 0 0,0 0 1 0 0,0 0-1 0 0,1 1 0 0 0,-1-1 0 0 0,1 1 0 0 0,0 0 1 0 0,-1-1-1 0 0,2 1 0 0 0,-1 1 0 0 0,0-1 0 0 0,1 0 1 0 0,0 1-1 0 0,0-1 0 0 0,0 1 0 0 0,1 0 0 0 0,0 0 1 0 0,-1 5-1 0 0,1-8-86 0 0,1-1 0 0 0,1 1 1 0 0,-1 0-1 0 0,0-1 1 0 0,0 1-1 0 0,0-1 0 0 0,1 1 1 0 0,-1-1-1 0 0,1 1 0 0 0,-1-1 1 0 0,2 3-1 0 0,5 6-3968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90 1488 0 0,'5'-9'1221'0'0,"-3"5"-472"0"0,0 0-1 0 0,1 0 1 0 0,-1-1-1 0 0,-1 1 1 0 0,1-1-1 0 0,-1 1 1 0 0,1-1-1 0 0,-1 1 1 0 0,0-1-1 0 0,-1 0 1 0 0,1 0-1 0 0,-1 1 1 0 0,-1-7 0 0 0,1 10-714 0 0,0 1 1 0 0,0-1 0 0 0,-1 0 0 0 0,1 1 0 0 0,0-1 0 0 0,-1 0-1 0 0,1 1 1 0 0,0-1 0 0 0,-1 1 0 0 0,1-1 0 0 0,-1 1 0 0 0,1-1 0 0 0,-1 1-1 0 0,1 0 1 0 0,-1-1 0 0 0,0 1 0 0 0,1-1 0 0 0,-1 1 0 0 0,1 0-1 0 0,-1 0 1 0 0,0-1 0 0 0,1 1 0 0 0,-1 0 0 0 0,0 0 0 0 0,1 0 0 0 0,-1 0-1 0 0,0-1 1 0 0,1 1 0 0 0,-1 0 0 0 0,0 0 0 0 0,0 1 0 0 0,1-1-1 0 0,-1 0 1 0 0,0 0 0 0 0,1 0 0 0 0,-2 1 0 0 0,-21 5 294 0 0,19-3-306 0 0,0-1 0 0 0,0 1 1 0 0,0 0-1 0 0,0 0 0 0 0,0 1 1 0 0,1-1-1 0 0,-1 1 0 0 0,1 0 1 0 0,0 0-1 0 0,0 0 0 0 0,0 0 1 0 0,1 0-1 0 0,-1 1 0 0 0,1-1 1 0 0,0 1-1 0 0,1 0 0 0 0,-1 0 1 0 0,1-1-1 0 0,0 1 0 0 0,0 0 1 0 0,0 0-1 0 0,1 0 1 0 0,-1 0-1 0 0,1 0 0 0 0,0 0 1 0 0,2 6-1 0 0,0 8 32 0 0,2 0 0 0 0,0 0 1 0 0,1-1-1 0 0,1 0 0 0 0,11 25 0 0 0,-2-4-6 0 0,-8-20 87 0 0,19 36 0 0 0,-25-52 102 0 0,0-1 0 0 0,0 1 0 0 0,0-1 0 0 0,0 1 0 0 0,-1-1 0 0 0,1 1 0 0 0,-1 0 0 0 0,0-1 0 0 0,0 1 0 0 0,1 0 0 0 0,-2 3 0 0 0,1 0 774 0 0,0-5-859 0 0,-1 0-1 0 0,1 0 0 0 0,0 0 1 0 0,-1 1-1 0 0,1-1 0 0 0,-1 0 1 0 0,0 0-1 0 0,1 0 0 0 0,-1 0 0 0 0,0 0 1 0 0,0 0-1 0 0,1 0 0 0 0,-1 0 1 0 0,0-1-1 0 0,0 1 0 0 0,0 0 0 0 0,0 0 1 0 0,0-1-1 0 0,0 1 0 0 0,-1 0 1 0 0,1-1-1 0 0,0 0 0 0 0,0 1 1 0 0,0-1-1 0 0,0 1 0 0 0,-1-1 0 0 0,1 0 1 0 0,0 0-1 0 0,0 0 0 0 0,0 0 1 0 0,-1 0-1 0 0,0 0 0 0 0,-40-1 1654 0 0,-64-23-582 0 0,104 23-1291 0 0,-14-5-1662 0 0,50-20-15716 0 0,-20 19 10951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2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39 104 3200 0 0,'18'-17'10594'0'0,"-17"16"-10332"0"0,0 1-1 0 0,0-1 1 0 0,0 0 0 0 0,0 0-1 0 0,0 1 1 0 0,0-1 0 0 0,0 0 0 0 0,1 1-1 0 0,-1-1 1 0 0,0 1 0 0 0,0 0-1 0 0,1-1 1 0 0,-1 1 0 0 0,0 0-1 0 0,0 0 1 0 0,1 0 0 0 0,-1 0 0 0 0,0 0-1 0 0,0 0 1 0 0,1 0 0 0 0,-1 0-1 0 0,0 0 1 0 0,1 0 0 0 0,-1 1-1 0 0,0-1 1 0 0,0 1 0 0 0,0-1 0 0 0,1 1-1 0 0,-1-1 1 0 0,0 1 0 0 0,0 0-1 0 0,0 0 1 0 0,0-1 0 0 0,0 1-1 0 0,2 2 1 0 0,11 6 800 0 0,-8-5-932 0 0,1-1 0 0 0,-1 0 1 0 0,0 0-1 0 0,1 0 0 0 0,0-1 0 0 0,0 0 1 0 0,0 0-1 0 0,-1-1 0 0 0,2 0 0 0 0,-1 0 1 0 0,0 0-1 0 0,0-1 0 0 0,0 0 1 0 0,0-1-1 0 0,9-1 0 0 0,-14 2-134 0 0,0-1 0 0 0,0 0 0 0 0,1 0 0 0 0,-1 0 0 0 0,0 0 0 0 0,0 0 0 0 0,0 0-1 0 0,0-1 1 0 0,0 1 0 0 0,-1-1 0 0 0,1 1 0 0 0,0-1 0 0 0,-1 0 0 0 0,1 0 0 0 0,-1 1 0 0 0,1-1 0 0 0,-1 0 0 0 0,0 0 0 0 0,0 0 0 0 0,0-1 0 0 0,0 1-1 0 0,0 0 1 0 0,0-4 0 0 0,1 0-65 0 0,-1 0-1 0 0,0 0 0 0 0,0 0 0 0 0,-1 0 1 0 0,0-1-1 0 0,-1-9 0 0 0,1 14 62 0 0,0 1-1 0 0,-1 0 1 0 0,1 0-1 0 0,0 0 1 0 0,-1 0 0 0 0,1 0-1 0 0,-1 0 1 0 0,1 0-1 0 0,-1 0 1 0 0,0 0-1 0 0,1 0 1 0 0,-1 0 0 0 0,0 0-1 0 0,0 1 1 0 0,0-1-1 0 0,0 0 1 0 0,0 0 0 0 0,0 1-1 0 0,0-1 1 0 0,0 1-1 0 0,0-1 1 0 0,-2 0-1 0 0,-22-4-84 0 0,16 5 83 0 0,-1 1 1 0 0,1 1 0 0 0,0 0 0 0 0,0 0 0 0 0,0 1-1 0 0,0 0 1 0 0,0 0 0 0 0,1 1 0 0 0,-1 0-1 0 0,-7 6 1 0 0,4-3 19 0 0,0 1 0 0 0,1 0 0 0 0,1 1 0 0 0,-1 0 0 0 0,1 1 0 0 0,-9 11 0 0 0,14-14 40 0 0,0 0-1 0 0,0 0 0 0 0,1 0 1 0 0,0 1-1 0 0,0-1 0 0 0,1 1 1 0 0,0 0-1 0 0,-4 16 0 0 0,6-21 4 0 0,1 0 0 0 0,-1 0-1 0 0,1 0 1 0 0,0 1 0 0 0,0-1-1 0 0,0 0 1 0 0,1 0 0 0 0,-1 0-1 0 0,1 0 1 0 0,-1 0 0 0 0,1 0-1 0 0,0 0 1 0 0,0 0 0 0 0,1 0-1 0 0,-1 0 1 0 0,1-1 0 0 0,-1 1-1 0 0,1 0 1 0 0,0-1 0 0 0,0 1-1 0 0,0-1 1 0 0,0 0 0 0 0,0 1-1 0 0,1-1 1 0 0,-1 0 0 0 0,1 0 0 0 0,2 1-1 0 0,7 4 62 0 0,1-1 0 0 0,0-1 0 0 0,0 0 0 0 0,0 0 0 0 0,1-1 0 0 0,-1-1-1 0 0,1-1 1 0 0,26 3 0 0 0,-5-4-59 0 0,0-1-1 0 0,47-6 1 0 0,-63 3-827 0 0,0 0-1 0 0,35-12 1 0 0,2-7-5339 0 0,-55 21 5509 0 0,1 1 0 0 0,-1-1 0 0 0,1 0 1 0 0,-1 0-1 0 0,0 0 0 0 0,0 0 0 0 0,1 0 0 0 0,-1 0 0 0 0,0 0 1 0 0,0-1-1 0 0,1-1 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162 334 976 0 0,'2'-12'3120'0'0,"-1"0"0"0"0,0 0 0 0 0,-1-12 0 0 0,-3-12 189 0 0,3 36-3284 0 0,-1-1 1 0 0,1 1-1 0 0,0-1 1 0 0,0 1-1 0 0,-1-1 1 0 0,1 1-1 0 0,0-1 0 0 0,-1 1 1 0 0,1 0-1 0 0,0-1 1 0 0,-1 1-1 0 0,1 0 1 0 0,-1-1-1 0 0,1 1 0 0 0,-1 0 1 0 0,1 0-1 0 0,0-1 1 0 0,-1 1-1 0 0,1 0 1 0 0,-1 0-1 0 0,1 0 1 0 0,-1 0-1 0 0,1-1 0 0 0,-1 1 1 0 0,1 0-1 0 0,-1 0 1 0 0,0 0-1 0 0,1 0 1 0 0,-1 0-1 0 0,1 0 1 0 0,-1 0-1 0 0,1 1 0 0 0,-1-1 1 0 0,1 0-1 0 0,-1 0 1 0 0,1 0-1 0 0,-1 0 1 0 0,1 1-1 0 0,0-1 0 0 0,-1 0 1 0 0,1 0-1 0 0,-1 1 1 0 0,1-1-1 0 0,-1 1 1 0 0,0-1-40 0 0,-3 2 45 0 0,0 1 0 0 0,1-1 0 0 0,-1 0 0 0 0,0 1 0 0 0,1 0 0 0 0,0 0 0 0 0,0 0 0 0 0,0 0 0 0 0,-4 6 0 0 0,-20 32 79 0 0,26-40-108 0 0,-14 26 46 0 0,-17 37 0 0 0,28-56-28 0 0,1-1 0 0 0,1 1 0 0 0,-1 1-1 0 0,1-1 1 0 0,1 0 0 0 0,-1 1 0 0 0,1-1 0 0 0,1 0 0 0 0,0 1 0 0 0,1 8 0 0 0,-1-15 5 0 0,0 0 0 0 0,0 0 1 0 0,1 0-1 0 0,-1 0 0 0 0,1 0 0 0 0,-1 0 1 0 0,1-1-1 0 0,0 1 0 0 0,0 0 0 0 0,0 0 1 0 0,0-1-1 0 0,0 1 0 0 0,0 0 0 0 0,1-1 0 0 0,-1 1 1 0 0,0-1-1 0 0,1 1 0 0 0,-1-1 0 0 0,1 0 1 0 0,-1 0-1 0 0,1 0 0 0 0,2 1 0 0 0,-1 0 6 0 0,0-1 0 0 0,0-1-1 0 0,1 1 1 0 0,-1 0 0 0 0,0-1 0 0 0,0 0-1 0 0,1 0 1 0 0,-1 0 0 0 0,0 0-1 0 0,1 0 1 0 0,-1-1 0 0 0,4 0 0 0 0,4-2 17 0 0,-1 0 1 0 0,0-1-1 0 0,0 0 1 0 0,0-1-1 0 0,0 0 1 0 0,-1 0 0 0 0,12-9-1 0 0,-10 5-37 0 0,0-1 0 0 0,-1 0 0 0 0,-1-1 0 0 0,0 0 0 0 0,0 0 0 0 0,-1-1 0 0 0,0 0 0 0 0,-1 0 1 0 0,0-1-1 0 0,-1 0 0 0 0,-1 0 0 0 0,0-1 0 0 0,-1 0 0 0 0,0 1 0 0 0,-1-1 0 0 0,0 0 0 0 0,-2-1 0 0 0,1 1 0 0 0,-2 0 0 0 0,0-1 0 0 0,-1 1 0 0 0,0 0 0 0 0,-1 0 0 0 0,-6-23 0 0 0,8 35-17 0 0,0 0 0 0 0,-1 1 0 0 0,1-1 0 0 0,-1 1 0 0 0,0 0 0 0 0,1-1-1 0 0,-1 1 1 0 0,0-1 0 0 0,0 1 0 0 0,0 0 0 0 0,0 0 0 0 0,0-1 0 0 0,0 1 0 0 0,0 0 0 0 0,0 0 0 0 0,-1 0-1 0 0,1 0 1 0 0,0 0 0 0 0,-1 1 0 0 0,1-1 0 0 0,0 0 0 0 0,-2 0 0 0 0,1 1 1 0 0,0-1 0 0 0,-1 1 0 0 0,1 0 0 0 0,0 0 0 0 0,0 0 0 0 0,0 1 0 0 0,0-1 0 0 0,0 0 0 0 0,0 1 0 0 0,0-1 0 0 0,0 1 0 0 0,0 0 0 0 0,0 0 0 0 0,-2 1 0 0 0,-3 2-10 0 0,0 1-1 0 0,0-1 1 0 0,1 1 0 0 0,0 1 0 0 0,0-1-1 0 0,1 1 1 0 0,-8 9 0 0 0,8-8 11 0 0,1 0 1 0 0,-1 0-1 0 0,1 0 1 0 0,1 1-1 0 0,0 0 1 0 0,0-1 0 0 0,0 1-1 0 0,1 1 1 0 0,0-1-1 0 0,0 0 1 0 0,1 0-1 0 0,0 1 1 0 0,1-1-1 0 0,0 9 1 0 0,0-12 9 0 0,1 0 1 0 0,0 0 0 0 0,0 0-1 0 0,1 0 1 0 0,-1 0 0 0 0,1-1-1 0 0,0 1 1 0 0,0 0 0 0 0,0-1-1 0 0,1 1 1 0 0,0-1-1 0 0,0 0 1 0 0,0 0 0 0 0,0 0-1 0 0,1 0 1 0 0,-1-1 0 0 0,1 0-1 0 0,0 1 1 0 0,0-1 0 0 0,0 0-1 0 0,1-1 1 0 0,-1 1 0 0 0,1-1-1 0 0,5 2 1 0 0,2 1 6 0 0,0-1 1 0 0,0-1-1 0 0,0 0 1 0 0,0-1-1 0 0,1 0 1 0 0,-1-1-1 0 0,1-1 1 0 0,0 0-1 0 0,-1 0 1 0 0,1-1-1 0 0,-1-1 1 0 0,0 0-1 0 0,1-1 1 0 0,-1 0-1 0 0,13-5 1 0 0,-11 2-4 0 0,0 0-1 0 0,0-1 1 0 0,-1 0-1 0 0,0-1 1 0 0,0 0-1 0 0,-1-1 1 0 0,0-1 0 0 0,-1 0-1 0 0,0 0 1 0 0,0-1-1 0 0,-1-1 1 0 0,10-13 0 0 0,-5-2-1 0 0,-1 1 0 0 0,-2-2 1 0 0,0 0-1 0 0,-2 0 1 0 0,8-34-1 0 0,3-8-66 0 0,-19 60-18 0 0,-6 15 21 0 0,-7 18 13 0 0,-156 613 502 0 0,24-75 225 0 0,89-401-461 0 0,45-140 82 0 0,0 0 0 0 0,-1-1 0 0 0,0-1 0 0 0,-2 1 1 0 0,-25 30-1 0 0,31-43-116 0 0,-1 0 1 0 0,0-1 0 0 0,1 0 0 0 0,-2 0-1 0 0,1 0 1 0 0,0-1 0 0 0,-1 0-1 0 0,0 0 1 0 0,0-1 0 0 0,0 0-1 0 0,0-1 1 0 0,-13 3 0 0 0,17-4-98 0 0,0 0 0 0 0,-1-1 0 0 0,1 1 1 0 0,0-1-1 0 0,0 0 0 0 0,0 0 1 0 0,0-1-1 0 0,0 1 0 0 0,0-1 0 0 0,0 0 1 0 0,0 0-1 0 0,0 0 0 0 0,0-1 0 0 0,0 1 1 0 0,1-1-1 0 0,-1 0 0 0 0,1 0 1 0 0,-1 0-1 0 0,1 0 0 0 0,-1-1 0 0 0,1 0 1 0 0,0 1-1 0 0,0-1 0 0 0,1 0 1 0 0,-1 0-1 0 0,1-1 0 0 0,-1 1 0 0 0,-2-5 1 0 0,3 3-51 0 0,1-1 0 0 0,-1 1 0 0 0,1-1-1 0 0,0 1 1 0 0,0-1 0 0 0,0 1 0 0 0,1-1 0 0 0,0 0 0 0 0,0 0 0 0 0,0 1 0 0 0,1-1 0 0 0,0 1 0 0 0,0-1 0 0 0,0 0 0 0 0,1 1 0 0 0,-1 0 0 0 0,1-1 0 0 0,4-5 0 0 0,4-10 6 0 0,1 0 0 0 0,27-37 0 0 0,-1 10-13 0 0,1 2 0 0 0,2 2 0 0 0,2 2 0 0 0,63-49-1 0 0,-11 20-1052 0 0,125-70 0 0 0,-206 133 798 0 0,104-58-2474 0 0,-38 30-2121 0 0,-62 35 1872 0 0,-17 1 2675 0 0,1 0-1 0 0,-1 0 1 0 0,0 0 0 0 0,1-1 0 0 0,-1 1 0 0 0,1 0 0 0 0,-1 0 0 0 0,0 0 0 0 0,1 0 0 0 0,-1 1 0 0 0,1-1 0 0 0,-1 0 0 0 0,0 0 0 0 0,1 0 0 0 0,-1 0 0 0 0,1 0 0 0 0,-1 0 0 0 0,0 1 0 0 0,1-1 0 0 0,-1 0 0 0 0,0 0 0 0 0,1 0 0 0 0,-1 1 0 0 0,0-1-1 0 0,1 1-797 0 0,0-1 798 0 0,-1 1 0 0 0,0-1 0 0 0,1 1 0 0 0,-4 6-5688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452 135 1484 0 0,'2'-6'969'0'0,"-1"1"0"0"0,-1-1-1 0 0,1 1 1 0 0,-1-1 0 0 0,0 0 0 0 0,0 1 0 0 0,-2-10-1 0 0,1 10-525 0 0,0 1-1 0 0,0-1 0 0 0,0 1 0 0 0,-1 0 0 0 0,0-1 1 0 0,0 1-1 0 0,0 0 0 0 0,-5-7 0 0 0,4 8-357 0 0,1 0-1 0 0,-1 0 1 0 0,0 1-1 0 0,0-1 1 0 0,0 1-1 0 0,0-1 1 0 0,0 1-1 0 0,-1 0 1 0 0,1 0-1 0 0,-1 1 1 0 0,1-1-1 0 0,-1 1 1 0 0,0-1-1 0 0,0 1 1 0 0,1 0-1 0 0,-1 1 1 0 0,0-1-1 0 0,0 1 1 0 0,0 0-1 0 0,0-1 1 0 0,0 2-1 0 0,0-1 1 0 0,0 0-1 0 0,-6 2 1 0 0,-3 2-50 0 0,0 0 1 0 0,0 1-1 0 0,1 0 1 0 0,-1 1 0 0 0,1 0-1 0 0,1 1 1 0 0,-1 1-1 0 0,1-1 1 0 0,-18 17-1 0 0,3 1-5 0 0,1 1-1 0 0,-33 43 0 0 0,42-47-27 0 0,1 0-1 0 0,-21 41 1 0 0,32-54 9 0 0,0 0 1 0 0,0 0-1 0 0,1 1 1 0 0,0-1-1 0 0,1 1 1 0 0,0-1-1 0 0,0 1 0 0 0,1 0 1 0 0,0 0-1 0 0,1 16 1 0 0,0-24-5 0 0,1 0 0 0 0,-1 0 0 0 0,0 0 0 0 0,1 0 0 0 0,0 0 0 0 0,-1 0 0 0 0,1 0 0 0 0,0-1 0 0 0,0 1 0 0 0,0 0 0 0 0,0-1 0 0 0,0 1 0 0 0,0 0 0 0 0,0-1 0 0 0,1 1 0 0 0,-1-1 0 0 0,0 0 0 0 0,1 1 0 0 0,-1-1 0 0 0,1 0 0 0 0,0 0 0 0 0,-1 0 0 0 0,1 0 0 0 0,0 0 0 0 0,2 0 0 0 0,0 0 4 0 0,0 0 1 0 0,0 0 0 0 0,0-1 0 0 0,0 1-1 0 0,0-1 1 0 0,0 0 0 0 0,0 0 0 0 0,0-1-1 0 0,0 1 1 0 0,0-1 0 0 0,6-2-1 0 0,2-1 4 0 0,-1-1-1 0 0,1 0 0 0 0,-1 0 0 0 0,0-2 0 0 0,-1 1 0 0 0,0-1 1 0 0,0-1-1 0 0,0 0 0 0 0,-1 0 0 0 0,9-11 0 0 0,12-16 41 0 0,34-51 0 0 0,-53 70-43 0 0,46-75 17 0 0,7-9 71 0 0,-64 100-100 0 0,0 0-1 0 0,0-1 0 0 0,0 1 1 0 0,0 0-1 0 0,0 0 1 0 0,0-1-1 0 0,1 1 1 0 0,-1 0-1 0 0,0 0 0 0 0,0-1 1 0 0,0 1-1 0 0,1 0 1 0 0,-1 0-1 0 0,0 0 1 0 0,0-1-1 0 0,0 1 0 0 0,1 0 1 0 0,-1 0-1 0 0,0 0 1 0 0,1 0-1 0 0,-1 0 1 0 0,0 0-1 0 0,0-1 0 0 0,1 1 1 0 0,-1 0-1 0 0,0 0 1 0 0,1 0-1 0 0,-1 0 0 0 0,0 0 1 0 0,0 0-1 0 0,1 0 1 0 0,-1 0-1 0 0,0 0 1 0 0,1 0-1 0 0,-1 1 0 0 0,0-1 1 0 0,0 0-1 0 0,1 0 1 0 0,-1 0-1 0 0,0 0 1 0 0,1 1-1 0 0,5 13 18 0 0,-2 22-2 0 0,-11 55-42 0 0,2-52-129 0 0,2 0 0 0 0,1 0 0 0 0,3 1 0 0 0,6 47 0 0 0,-7-83-144 0 0,1-1-1 0 0,0 1 0 0 0,0-1 1 0 0,0 1-1 0 0,0-1 0 0 0,0 0 1 0 0,1 1-1 0 0,2 3 0 0 0,-3-6-194 0 0,0 1 0 0 0,0-1 0 0 0,0 0 0 0 0,0 0 0 0 0,1 0 0 0 0,-1 0-1 0 0,0 0 1 0 0,1 0 0 0 0,-1 0 0 0 0,1-1 0 0 0,-1 1 0 0 0,3 0 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1 115 616 0 0,'59'-105'12060'0'0,"-57"103"-11486"0"0,-1 2-514 0 0,0 0-1 0 0,1 1 1 0 0,-1-1 0 0 0,0 1 0 0 0,1-1 0 0 0,-1 1-1 0 0,0 0 1 0 0,0 0 0 0 0,0-1 0 0 0,0 1 0 0 0,0 0-1 0 0,1 0 1 0 0,-2 0 0 0 0,1 0 0 0 0,0 0 0 0 0,0 0-1 0 0,0 0 1 0 0,0 1 0 0 0,-1-1 0 0 0,1 0 0 0 0,0 0-1 0 0,-1 1 1 0 0,1-1 0 0 0,-1 0 0 0 0,0 0 0 0 0,1 1-1 0 0,-1 2 1 0 0,8 48 906 0 0,-6-35-630 0 0,3 26 194 0 0,-3 1 0 0 0,-4 53 1 0 0,1-23 1584 0 0,0-62-644 0 0,1-14-114 0 0,1-17-747 0 0,5-3-607 0 0,2 1 0 0 0,0-1 0 0 0,2 1 0 0 0,0 1 1 0 0,1 0-1 0 0,1 0 0 0 0,1 1 0 0 0,1 1 0 0 0,0 0 0 0 0,1 1 0 0 0,1 1 0 0 0,1 0 0 0 0,0 1 0 0 0,1 1 0 0 0,1 0 1 0 0,0 2-1 0 0,1 0 0 0 0,36-16 0 0 0,-52 26-9 0 0,0 1 1 0 0,0-1 0 0 0,1 1 0 0 0,-1 0-1 0 0,0 0 1 0 0,1 1 0 0 0,-1-1-1 0 0,0 1 1 0 0,1 0 0 0 0,-1 0-1 0 0,1 0 1 0 0,-1 1 0 0 0,0 0-1 0 0,1-1 1 0 0,-1 2 0 0 0,0-1-1 0 0,0 0 1 0 0,8 5 0 0 0,-8-4 7 0 0,0 1 0 0 0,0 0 0 0 0,0 1 0 0 0,-1-1 1 0 0,1 1-1 0 0,-1 0 0 0 0,0-1 0 0 0,0 1 0 0 0,-1 1 1 0 0,1-1-1 0 0,-1 0 0 0 0,0 1 0 0 0,0-1 0 0 0,0 1 0 0 0,0-1 1 0 0,1 10-1 0 0,2 12 20 0 0,2 36 0 0 0,2 11-160 0 0,0-32-3364 0 0,-8-40 3332 0 0,-1 0-1 0 0,0-1 1 0 0,1 1 0 0 0,-1-1-1 0 0,1 1 1 0 0,-1-1-1 0 0,1 1 1 0 0,0-1-1 0 0,-1 1 1 0 0,1-1 0 0 0,0 0-1 0 0,-1 1 1 0 0,1-1-1 0 0,0 0 1 0 0,-1 1 0 0 0,1-1-1 0 0,0 0 1 0 0,-1 0-1 0 0,1 0 1 0 0,0 0 0 0 0,0 1-1 0 0,-1-1 1 0 0,1 0-1 0 0,0 0 1 0 0,0-1 0 0 0,-1 1-1 0 0,1 0 1 0 0,1 0-1 0 0,19-4-5773 0 0,-7-1-535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86 139 552 0 0,'1'-14'3452'0'0,"0"-1"0"0"0,-2-25-1 0 0,0 35-2941 0 0,1-1 0 0 0,-1 1 0 0 0,-1 0 0 0 0,1 0 0 0 0,-1 0 0 0 0,-2-5 0 0 0,4 8-309 0 0,-13 6 93 0 0,11-2-268 0 0,0 0 0 0 0,0-1 0 0 0,0 1 0 0 0,0 0 0 0 0,0 0-1 0 0,1 0 1 0 0,-1 0 0 0 0,1 0 0 0 0,-1 1 0 0 0,1-1 0 0 0,-2 4 0 0 0,-11 30 78 0 0,11-27-75 0 0,-2 7 7 0 0,0 0 0 0 0,1 0 0 0 0,1 0-1 0 0,0 1 1 0 0,1 0 0 0 0,1-1 0 0 0,1 27 0 0 0,1-38 6 0 0,-1 1 1 0 0,1-1 0 0 0,1 1-1 0 0,-1-1 1 0 0,1 0 0 0 0,0 1 0 0 0,0-1-1 0 0,0 0 1 0 0,1 0 0 0 0,0-1-1 0 0,4 7 1 0 0,-5-8 14 0 0,1 0-1 0 0,1 0 1 0 0,-1 0-1 0 0,0-1 1 0 0,1 1-1 0 0,-1-1 1 0 0,1 0-1 0 0,0 0 1 0 0,0 0-1 0 0,0 0 1 0 0,0-1 0 0 0,0 1-1 0 0,0-1 1 0 0,0 0-1 0 0,0 0 1 0 0,6 0-1 0 0,-5-1-33 0 0,0 0 0 0 0,0 0-1 0 0,0 0 1 0 0,0-1 0 0 0,0 0-1 0 0,0 0 1 0 0,0 0 0 0 0,0-1 0 0 0,0 1-1 0 0,0-1 1 0 0,0 0 0 0 0,-1 0-1 0 0,1-1 1 0 0,-1 0 0 0 0,0 0 0 0 0,0 0-1 0 0,0 0 1 0 0,0 0 0 0 0,0-1-1 0 0,-1 1 1 0 0,0-1 0 0 0,1 0-1 0 0,3-8 1 0 0,0 2-2 0 0,-1-1 0 0 0,-1 0 0 0 0,1 0 0 0 0,-2 0 0 0 0,0 0 0 0 0,0-1 0 0 0,-1 0 0 0 0,3-19 0 0 0,-4 16-15 0 0,-1 0 0 0 0,-1 0 0 0 0,0 0 0 0 0,-4-27 0 0 0,3 38-12 0 0,0-1 0 0 0,0 1 0 0 0,0 0 0 0 0,0-1 0 0 0,-1 1 0 0 0,1 0 0 0 0,-1 0-1 0 0,0 0 1 0 0,-1 0 0 0 0,1 0 0 0 0,-1 0 0 0 0,0 0 0 0 0,1 1 0 0 0,-1 0 0 0 0,-1-1 0 0 0,1 1 0 0 0,-1 0-1 0 0,1 1 1 0 0,-6-4 0 0 0,3 4 2 0 0,-25-1 4 0 0,19 7-9 0 0,5-1-20 0 0,4-1-121 0 0,0-1-1 0 0,0 0 0 0 0,0 1 0 0 0,0 0 1 0 0,0-1-1 0 0,1 1 0 0 0,-1 0 1 0 0,1 0-1 0 0,-1 1 0 0 0,1-1 1 0 0,0 0-1 0 0,0 1 0 0 0,-4 5 0 0 0,2 0-1485 0 0,0 1-1 0 0,0-1 0 0 0,-3 13 1 0 0,7-20 1403 0 0,0 3-2634 0 0,3 10-749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5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1484 0 0,'2'-2'402'0'0,"0"0"-1"0"0,0 0 1 0 0,0 0-1 0 0,1 1 0 0 0,-1-1 1 0 0,0 0-1 0 0,1 1 1 0 0,0 0-1 0 0,-1-1 1 0 0,1 1-1 0 0,0 0 1 0 0,0 0-1 0 0,0 1 1 0 0,-1-1-1 0 0,1 1 1 0 0,0-1-1 0 0,0 1 1 0 0,0 0-1 0 0,4 0 1 0 0,-3 1-140 0 0,1 0 0 0 0,0 0 0 0 0,0 1 0 0 0,-1 0 1 0 0,1-1-1 0 0,-1 1 0 0 0,0 1 0 0 0,0-1 1 0 0,1 1-1 0 0,6 5 0 0 0,-2 0-98 0 0,0 1 1 0 0,-1-1-1 0 0,0 2 0 0 0,0-1 1 0 0,-1 1-1 0 0,0 0 1 0 0,0 1-1 0 0,7 17 0 0 0,-9-17 120 0 0,-1 0-1 0 0,0 0 1 0 0,-1 0 0 0 0,-1 0-1 0 0,1 1 1 0 0,-2-1-1 0 0,0 1 1 0 0,0-1 0 0 0,-1 1-1 0 0,0 0 1 0 0,-1-1-1 0 0,0 1 1 0 0,-1-1-1 0 0,-7 22 1 0 0,9-31-185 0 0,0 0 0 0 0,-1-1 0 0 0,0 1 0 0 0,1-1 0 0 0,-1 1 0 0 0,0-1 0 0 0,0 1 1 0 0,0-1-1 0 0,0 0 0 0 0,0 1 0 0 0,0-1 0 0 0,0 0 0 0 0,0 0 0 0 0,-1 0 0 0 0,-1 2 0 0 0,3-3-76 0 0,-1 0-1 0 0,1 0 1 0 0,-1 0-1 0 0,1 0 1 0 0,0 0-1 0 0,-1 0 1 0 0,1 0-1 0 0,0 0 1 0 0,-1 0-1 0 0,1 0 1 0 0,-1 0-1 0 0,1 0 1 0 0,0 0-1 0 0,-1 0 1 0 0,1 0 0 0 0,0 0-1 0 0,-1 0 1 0 0,1 0-1 0 0,0 0 1 0 0,-1-1-1 0 0,1 1 1 0 0,0 0-1 0 0,-1 0 1 0 0,1 0-1 0 0,-1-1 1 0 0,-7-15 136 0 0,7 9-140 0 0,0 1 1 0 0,1 0 0 0 0,0 0-1 0 0,0-1 1 0 0,0 1 0 0 0,1 0-1 0 0,0 0 1 0 0,0 0 0 0 0,0 0-1 0 0,1 0 1 0 0,0 0 0 0 0,2-6-1 0 0,3-4-22 0 0,1 0-1 0 0,18-27 1 0 0,-17 29-87 0 0,1 1 1 0 0,0 1-1 0 0,1 0 0 0 0,1 1 1 0 0,0 0-1 0 0,0 1 1 0 0,26-17-1 0 0,1 5-3424 0 0,62-25-1 0 0,-51 24-2002 0 0,-31 13 478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72 816 0 0,'-4'-40'9601'0'0,"1"10"-5567"0"0,3 28-3052 0 0,-11 19-279 0 0,-20 200 2053 0 0,-1 110-3018 0 0,31-305-865 0 0,0 12-1181 0 0,-5-13-4967 0 0,0-9 1759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40 314 1588 0 0,'-9'-11'3420'0'0,"0"0"-1"0"0,-11-10 0 0 0,19 20-2871 0 0,88 10 275 0 0,-21-8-743 0 0,0-4 0 0 0,0-2 0 0 0,108-23 0 0 0,-162 25-106 0 0,1 0 1 0 0,0-1 0 0 0,-1 0-1 0 0,0-1 1 0 0,0 0 0 0 0,-1-1-1 0 0,1 0 1 0 0,15-13 0 0 0,-19 13 7 0 0,-1-1 1 0 0,0 0 0 0 0,0-1-1 0 0,-1 1 1 0 0,0-1 0 0 0,-1 0-1 0 0,0 0 1 0 0,0-1 0 0 0,0 0-1 0 0,-1 0 1 0 0,5-18 0 0 0,9-40 1281 0 0,-15 59-1147 0 0,-3 9-24 0 0,-3 13-29 0 0,-2 33 667 0 0,2 1 0 0 0,6 69-1 0 0,0-18-457 0 0,2 154 2017 0 0,9-286-2062 0 0,-8 16-226 0 0,1 1-1 0 0,1 0 0 0 0,0 1 1 0 0,1-1-1 0 0,0 2 0 0 0,2-1 0 0 0,0 1 1 0 0,0 1-1 0 0,1 0 0 0 0,1 1 0 0 0,0 0 1 0 0,1 1-1 0 0,0 0 0 0 0,0 1 0 0 0,1 1 1 0 0,1 0-1 0 0,0 1 0 0 0,29-11 0 0 0,-40 18-8 0 0,-1-1-1 0 0,1 1 0 0 0,-1 0 0 0 0,1 0 0 0 0,0 0 1 0 0,0 1-1 0 0,-1 0 0 0 0,1 0 0 0 0,0 0 0 0 0,0 0 0 0 0,-1 1 1 0 0,1 0-1 0 0,0 0 0 0 0,-1 0 0 0 0,1 0 0 0 0,6 3 1 0 0,-8-2 5 0 0,0 0 1 0 0,0 0 0 0 0,0 1 0 0 0,0-1 0 0 0,-1 0 0 0 0,1 1-1 0 0,-1 0 1 0 0,1 0 0 0 0,-1 0 0 0 0,0 0 0 0 0,0 0 0 0 0,0 0-1 0 0,-1 0 1 0 0,1 0 0 0 0,-1 1 0 0 0,0-1 0 0 0,0 1-1 0 0,0-1 1 0 0,0 1 0 0 0,0-1 0 0 0,-1 5 0 0 0,1 55 21 0 0,-2-5-1832 0 0,2-53 983 0 0,-1 1-1 0 0,1 0 0 0 0,1 0 1 0 0,-1-1-1 0 0,1 1 0 0 0,0 0 1 0 0,4 7-1 0 0,1-3-2772 0 0,2-4-1451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33 140 740 0 0,'10'-83'14045'0'0,"-10"82"-12807"0"0,-1 1-1220 0 0,0 1-1 0 0,0-1 1 0 0,0 1-1 0 0,1 0 0 0 0,-1 0 1 0 0,0-1-1 0 0,0 1 0 0 0,0 0 1 0 0,0 0-1 0 0,1 0 1 0 0,-1 0-1 0 0,0 0 0 0 0,1 0 1 0 0,-1 0-1 0 0,1 0 0 0 0,-1 0 1 0 0,1 0-1 0 0,-1 2 1 0 0,-7 21 124 0 0,3-3-39 0 0,0 1 0 0 0,1-1 0 0 0,-1 28 0 0 0,4-43-67 0 0,1-1 1 0 0,0 1 0 0 0,0-1 0 0 0,1 1 0 0 0,-1-1 0 0 0,1 0 0 0 0,0 1 0 0 0,1-1-1 0 0,-1 0 1 0 0,1 0 0 0 0,0 0 0 0 0,1 0 0 0 0,-1 0 0 0 0,1 0 0 0 0,0-1 0 0 0,0 1 0 0 0,0-1-1 0 0,8 8 1 0 0,-8-10-18 0 0,0 1 0 0 0,0-1 0 0 0,0 0 0 0 0,0 0 0 0 0,0 0 0 0 0,1 0 0 0 0,-1-1-1 0 0,1 1 1 0 0,-1-1 0 0 0,1 0 0 0 0,0 0 0 0 0,-1 0 0 0 0,1-1 0 0 0,0 1 0 0 0,0-1 0 0 0,0 0-1 0 0,-1 0 1 0 0,1 0 0 0 0,0-1 0 0 0,0 1 0 0 0,-1-1 0 0 0,1 0 0 0 0,0 0 0 0 0,-1 0 0 0 0,1 0-1 0 0,-1-1 1 0 0,1 0 0 0 0,-1 1 0 0 0,6-5 0 0 0,-3 1-5 0 0,0 0 1 0 0,1 0-1 0 0,-2-1 1 0 0,1 0-1 0 0,-1 0 0 0 0,1 0 1 0 0,-2-1-1 0 0,1 0 1 0 0,-1 0-1 0 0,0 0 1 0 0,0 0-1 0 0,4-15 0 0 0,-4 8-5 0 0,0 0 0 0 0,-1-1-1 0 0,0 1 1 0 0,-1-1-1 0 0,0-26 1 0 0,-2 35-15 0 0,-1 1 1 0 0,1-1-1 0 0,-1 1 1 0 0,0 0-1 0 0,0-1 1 0 0,0 1-1 0 0,-1 0 1 0 0,0 0-1 0 0,0 0 0 0 0,0 0 1 0 0,-1 0-1 0 0,1 1 1 0 0,-1-1-1 0 0,0 1 1 0 0,-1-1-1 0 0,1 1 1 0 0,-1 0-1 0 0,0 1 1 0 0,-4-5-1 0 0,5 6-35 0 0,0 1 0 0 0,0-1 0 0 0,1 1 0 0 0,-1 0 0 0 0,0 0 0 0 0,0 0 0 0 0,0 0 0 0 0,0 0 0 0 0,-1 1 0 0 0,1 0 0 0 0,0-1 0 0 0,0 1 0 0 0,0 0 0 0 0,0 0 0 0 0,0 1 0 0 0,0-1 0 0 0,-1 1 0 0 0,1-1 0 0 0,-5 3 0 0 0,4-2-296 0 0,1 1 0 0 0,-1-1 0 0 0,1 1-1 0 0,0 0 1 0 0,-1 0 0 0 0,1 0-1 0 0,0 0 1 0 0,0 0 0 0 0,0 1 0 0 0,1-1-1 0 0,-1 1 1 0 0,1 0 0 0 0,-1 0 0 0 0,1 0-1 0 0,0 0 1 0 0,-2 4 0 0 0,2-4-216 0 0,-1 1-66 0 0,3 1-3186 0 0,2 9-564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718 121 2196 0 0,'5'-4'795'0'0,"0"0"-1"0"0,-1-1 0 0 0,0 1 0 0 0,0-1 1 0 0,0 0-1 0 0,0 0 0 0 0,-1-1 1 0 0,4-6-1 0 0,-6 11-621 0 0,0-1-1 0 0,0 0 1 0 0,0 0 0 0 0,0 0-1 0 0,-1 0 1 0 0,1 0 0 0 0,-1 0-1 0 0,1-1 1 0 0,-1 1 0 0 0,0 0-1 0 0,0 0 1 0 0,0 0 0 0 0,0 0 0 0 0,0 0-1 0 0,0 0 1 0 0,-1-1 0 0 0,1 1-1 0 0,-1 0 1 0 0,1 0 0 0 0,-1 0-1 0 0,0 0 1 0 0,0 0 0 0 0,0 0-1 0 0,0 1 1 0 0,0-1 0 0 0,0 0-1 0 0,-3-2 1 0 0,2 2-116 0 0,0 1 1 0 0,0-1-1 0 0,0 1 1 0 0,0 0-1 0 0,-1 0 1 0 0,1 0-1 0 0,0 0 1 0 0,-1 0-1 0 0,1 1 1 0 0,-1-1-1 0 0,1 1 1 0 0,-1-1-1 0 0,1 1 1 0 0,-1 0-1 0 0,1 0 1 0 0,-1 0-1 0 0,1 0 1 0 0,-1 1-1 0 0,1-1 1 0 0,-4 2-1 0 0,-3 0-9 0 0,1 0 0 0 0,0 1 0 0 0,0 0 0 0 0,0 1 0 0 0,-7 4 0 0 0,-3 3-17 0 0,1 0 0 0 0,0 1 0 0 0,1 1 0 0 0,0 0 0 0 0,1 1 0 0 0,1 1-1 0 0,0 1 1 0 0,1 0 0 0 0,0 0 0 0 0,2 1 0 0 0,0 1 0 0 0,1 0 0 0 0,-12 30-1 0 0,20-44-14 0 0,1 0 0 0 0,0 0-1 0 0,1 0 1 0 0,-1 0-1 0 0,1 0 1 0 0,-1 0-1 0 0,1 0 1 0 0,0 0 0 0 0,1 0-1 0 0,-1 0 1 0 0,2 6-1 0 0,-1-8-8 0 0,-1-1 0 0 0,1 1 0 0 0,-1-1 0 0 0,1 1 0 0 0,0-1 0 0 0,-1 0 0 0 0,1 1 0 0 0,0-1 0 0 0,0 0 0 0 0,0 1 0 0 0,0-1 0 0 0,0 0 0 0 0,0 0 0 0 0,1 0 0 0 0,-1 0 0 0 0,0 0 0 0 0,0 0 0 0 0,1 0 0 0 0,-1-1 0 0 0,1 1 0 0 0,-1 0 0 0 0,1-1 0 0 0,-1 1 0 0 0,1-1 0 0 0,-1 1 0 0 0,1-1 0 0 0,-1 0 0 0 0,1 0 0 0 0,-1 0 0 0 0,1 0 0 0 0,0 0 1 0 0,-1 0-1 0 0,1 0 0 0 0,2-1 0 0 0,3 0 2 0 0,0-1 0 0 0,0 0 1 0 0,-1 0-1 0 0,1-1 0 0 0,0 0 1 0 0,-1 0-1 0 0,0-1 0 0 0,0 0 1 0 0,0 0-1 0 0,0 0 1 0 0,0-1-1 0 0,-1 1 0 0 0,6-8 1 0 0,8-10 5 0 0,0-1 1 0 0,14-26 0 0 0,0 3-150 0 0,-33 46 130 0 0,0-1 0 0 0,0 1 0 0 0,0 0 1 0 0,0 0-1 0 0,0-1 0 0 0,1 1 1 0 0,-1 0-1 0 0,0 0 0 0 0,0-1 1 0 0,0 1-1 0 0,1 0 0 0 0,-1 0 1 0 0,0 0-1 0 0,0 0 0 0 0,0-1 0 0 0,1 1 1 0 0,-1 0-1 0 0,0 0 0 0 0,0 0 1 0 0,1 0-1 0 0,-1 0 0 0 0,0 0 1 0 0,0-1-1 0 0,1 1 0 0 0,-1 0 1 0 0,0 0-1 0 0,1 0 0 0 0,-1 0 1 0 0,0 0-1 0 0,0 0 0 0 0,1 0 0 0 0,-1 0 1 0 0,0 0-1 0 0,1 1 0 0 0,-1-1 1 0 0,1 0-1 0 0,3 10-25 0 0,-2 17 47 0 0,-9 26 700 0 0,-2-1 0 0 0,-23 72 0 0 0,-50 96 738 0 0,-23-5-477 0 0,88-185-538 0 0,-2-1 1 0 0,-1-1-1 0 0,-1-1 1 0 0,-47 47-1 0 0,60-68-237 0 0,1 1 1 0 0,-2-1-1 0 0,1 0 0 0 0,0-1 0 0 0,-1 1 0 0 0,0-2 1 0 0,0 1-1 0 0,-1-2 0 0 0,1 1 0 0 0,-1-1 1 0 0,0 0-1 0 0,1-1 0 0 0,-18 1 0 0 0,21-2-144 0 0,-1-1-1 0 0,0-1 1 0 0,1 1-1 0 0,-1-1 1 0 0,0-1-1 0 0,1 1 1 0 0,-1-1-1 0 0,1 0 1 0 0,0 0-1 0 0,0-1 1 0 0,0 0-1 0 0,0 0 1 0 0,0 0-1 0 0,0-1 1 0 0,1 0-1 0 0,0 0 1 0 0,0 0-1 0 0,0-1 1 0 0,0 0-1 0 0,1 0 1 0 0,-6-7 0 0 0,6 7-33 0 0,0-1 0 0 0,0 0 0 0 0,1 0 0 0 0,0-1 0 0 0,0 1 0 0 0,1-1 0 0 0,-1 1 0 0 0,1-1 0 0 0,1 0 0 0 0,-1 0 0 0 0,1 0 0 0 0,0 0 0 0 0,1-7 0 0 0,0 3-51 0 0,1 1 0 0 0,0 0 0 0 0,1 0-1 0 0,0 0 1 0 0,1 1 0 0 0,0-1-1 0 0,1 0 1 0 0,5-10 0 0 0,4-3-250 0 0,1 1 0 0 0,0 0 1 0 0,2 1-1 0 0,0 1 0 0 0,2 1 1 0 0,22-21-1 0 0,-11 15-655 0 0,1 1-1 0 0,1 2 1 0 0,57-31-1 0 0,109-41-8398 0 0,-147 72 5152 0 0,-7 2-1843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7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133 116 1036 0 0,'-1'-2'2468'0'0,"0"-1"-1822"0"0,0 0 0 0 0,0 1-1 0 0,0-1 1 0 0,0 1 0 0 0,0-1 0 0 0,-1 1-1 0 0,1 0 1 0 0,-1-1 0 0 0,0 1 0 0 0,-3-3-1 0 0,4 4-558 0 0,0 1 1 0 0,0-1-1 0 0,0 1 0 0 0,-1 0 0 0 0,1-1 0 0 0,0 1 0 0 0,0 0 0 0 0,-1 0 0 0 0,1 0 1 0 0,0 0-1 0 0,-1 0 0 0 0,1 0 0 0 0,0 0 0 0 0,0 0 0 0 0,-1 1 0 0 0,1-1 0 0 0,0 0 1 0 0,0 1-1 0 0,0-1 0 0 0,0 1 0 0 0,-1-1 0 0 0,1 1 0 0 0,0 0 0 0 0,0-1 1 0 0,0 1-1 0 0,0 0 0 0 0,0 0 0 0 0,0 0 0 0 0,-1 1 0 0 0,-5 5 79 0 0,0 1 0 0 0,0 0-1 0 0,0 0 1 0 0,1 0 0 0 0,0 1-1 0 0,1 0 1 0 0,0 0 0 0 0,0 1-1 0 0,1-1 1 0 0,0 1 0 0 0,1 0-1 0 0,0 0 1 0 0,0 0 0 0 0,1 0-1 0 0,1 1 1 0 0,0-1 0 0 0,0 1-1 0 0,1 13 1 0 0,1-20-65 0 0,-1-1 0 0 0,1 1 0 0 0,0-1 1 0 0,0 1-1 0 0,0-1 0 0 0,0 1 0 0 0,0-1 0 0 0,1 0 1 0 0,0 0-1 0 0,-1 0 0 0 0,1 0 0 0 0,1 0 0 0 0,-1 0 1 0 0,0 0-1 0 0,1-1 0 0 0,-1 1 0 0 0,4 2 0 0 0,-2-2-27 0 0,0-1 0 0 0,1 0 0 0 0,-1 0-1 0 0,0 0 1 0 0,1 0 0 0 0,-1-1 0 0 0,1 1-1 0 0,-1-1 1 0 0,1-1 0 0 0,0 1 0 0 0,8 0-1 0 0,-4-1-36 0 0,-1-1-1 0 0,0 1 1 0 0,1-2-1 0 0,-1 1 0 0 0,0-1 1 0 0,0 0-1 0 0,0-1 0 0 0,0 0 1 0 0,0 0-1 0 0,0-1 1 0 0,-1 0-1 0 0,0 0 0 0 0,0 0 1 0 0,9-8-1 0 0,-9 4-26 0 0,0 0 0 0 0,-1-1 0 0 0,0 1 0 0 0,0-1 0 0 0,-1-1 0 0 0,0 1 0 0 0,0-1 0 0 0,-1 0 0 0 0,-1 0 0 0 0,0 0 0 0 0,0 0 1 0 0,-1 0-1 0 0,0-1 0 0 0,-1 1 0 0 0,0-1 0 0 0,-1-15 0 0 0,0 19-15 0 0,-1 0 1 0 0,1 0 0 0 0,-2 0 0 0 0,1 1-1 0 0,-1-1 1 0 0,0 0 0 0 0,0 0 0 0 0,-1 1 0 0 0,0 0-1 0 0,0-1 1 0 0,-6-7 0 0 0,6 10-2 0 0,0 0 0 0 0,-1 0 0 0 0,1 1 1 0 0,-1-1-1 0 0,0 1 0 0 0,0 0 0 0 0,-1 0 0 0 0,1 0 0 0 0,-1 0 1 0 0,1 1-1 0 0,-1 0 0 0 0,0 0 0 0 0,0 0 0 0 0,0 0 0 0 0,0 1 1 0 0,-8-2-1 0 0,6 3-47 0 0,-1-1 0 0 0,1 1 0 0 0,0 0 0 0 0,-1 1 0 0 0,1 0 0 0 0,0 0 0 0 0,-1 0 0 0 0,1 1 0 0 0,0 0 0 0 0,0 0 0 0 0,0 1 1 0 0,-6 4-1 0 0,7-5-353 0 0,1 1 1 0 0,1 0 0 0 0,-1 0 0 0 0,0 0-1 0 0,1 1 1 0 0,0 0 0 0 0,0-1 0 0 0,0 2-1 0 0,0-1 1 0 0,0 0 0 0 0,1 1 0 0 0,0 0-1 0 0,0-1 1 0 0,0 1 0 0 0,1 0 0 0 0,-3 7-1 0 0,5-11 11 0 0,0 0-1 0 0,-1 1 1 0 0,1-1-1 0 0,0 0 1 0 0,0 1-1 0 0,0-1 0 0 0,0 0 1 0 0,0 1-1 0 0,1-1 1 0 0,-1 0-1 0 0,0 1 1 0 0,1 1-1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 2472 0 0,'1'0'194'0'0,"0"-1"0"0"0,-1 0 0 0 0,1 1-1 0 0,0-1 1 0 0,0 1 0 0 0,0-1 0 0 0,0 1 0 0 0,0-1-1 0 0,-1 1 1 0 0,1 0 0 0 0,0-1 0 0 0,0 1-1 0 0,0 0 1 0 0,0 0 0 0 0,0 0 0 0 0,0 0 0 0 0,0 0-1 0 0,0 0 1 0 0,0 0 0 0 0,0 0 0 0 0,0 0-1 0 0,0 0 1 0 0,0 0 0 0 0,0 0 0 0 0,0 1 0 0 0,0-1-1 0 0,0 1 1 0 0,0-1 0 0 0,-1 0 0 0 0,1 1 0 0 0,0-1-1 0 0,0 1 1 0 0,0 0 0 0 0,-1-1 0 0 0,1 1-1 0 0,1 1 1 0 0,0 2 36 0 0,0 0-1 0 0,-1 0 1 0 0,1 0-1 0 0,-1 0 0 0 0,0 1 1 0 0,0-1-1 0 0,0 7 1 0 0,0 3 188 0 0,0 0 0 0 0,-1-1 0 0 0,-1 1 0 0 0,0 0 0 0 0,-6 27 0 0 0,-25 66 1235 0 0,27-89-1299 0 0,-2-1 1459 0 0,5-11 218 0 0,11-18-1388 0 0,9-12-614 0 0,2 1 0 0 0,0 1 0 0 0,1 1 0 0 0,2 0 0 0 0,0 2 0 0 0,1 0 0 0 0,0 2 0 0 0,2 1 0 0 0,0 1 0 0 0,1 1 0 0 0,37-14 0 0 0,-58 26-38 0 0,0 0-1 0 0,0 1 1 0 0,0-1 0 0 0,0 1 0 0 0,0 1-1 0 0,1-1 1 0 0,-1 1 0 0 0,0 0-1 0 0,0 0 1 0 0,1 1 0 0 0,-1 0 0 0 0,9 2-1 0 0,-13-2 9 0 0,1 0-1 0 0,0 0 0 0 0,0 0 0 0 0,-1 1 1 0 0,1-1-1 0 0,0 1 0 0 0,-1 0 0 0 0,0 0 0 0 0,1 0 1 0 0,-1 0-1 0 0,0 0 0 0 0,0 0 0 0 0,0 1 1 0 0,0-1-1 0 0,-1 1 0 0 0,1-1 0 0 0,-1 1 1 0 0,1-1-1 0 0,-1 1 0 0 0,0 0 0 0 0,0 0 0 0 0,0 0 1 0 0,0 0-1 0 0,-1 0 0 0 0,1 0 0 0 0,-1 0 1 0 0,0 4-1 0 0,0 8-139 0 0,-1 0 0 0 0,0 0 0 0 0,-2-1 1 0 0,1 1-1 0 0,-9 23 0 0 0,-2 16-3198 0 0,12-51 2965 0 0,1 0 1 0 0,0-1-1 0 0,0 1 1 0 0,0 0 0 0 0,0-1-1 0 0,0 1 1 0 0,0-1 0 0 0,1 1-1 0 0,-1 0 1 0 0,1-1-1 0 0,0 1 1 0 0,0-1 0 0 0,0 1-1 0 0,0-1 1 0 0,0 0 0 0 0,0 1-1 0 0,1-1 1 0 0,-1 0 0 0 0,1 0-1 0 0,0 0 1 0 0,0 0-1 0 0,-1 0 1 0 0,1 0 0 0 0,0-1-1 0 0,1 1 1 0 0,-1 0 0 0 0,4 1-1 0 0,7 3-3241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8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143 694 1044 0 0,'27'-18'2259'0'0,"-1"-1"0"0"0,-1-1-1 0 0,0-1 1 0 0,-2-1 0 0 0,34-41 0 0 0,-55 61-2105 0 0,0-1 0 0 0,-1 0 1 0 0,1 1-1 0 0,0-1 0 0 0,-1 0 1 0 0,0 0-1 0 0,2-4 0 0 0,-3 6-120 0 0,0 0-1 0 0,0 0 1 0 0,0 0 0 0 0,0 0-1 0 0,0 1 1 0 0,0-1-1 0 0,0 0 1 0 0,0 0-1 0 0,0 0 1 0 0,0 0-1 0 0,0 0 1 0 0,-1 0-1 0 0,1 0 1 0 0,0 0 0 0 0,-1 0-1 0 0,1 0 1 0 0,-1 0-1 0 0,1 1 1 0 0,-1-1-1 0 0,1 0 1 0 0,-1 0-1 0 0,0 0 1 0 0,1 1-1 0 0,-1-1 1 0 0,-1 0 0 0 0,0 0-17 0 0,0 0 1 0 0,0 0 0 0 0,0 1 0 0 0,0-1 0 0 0,0 1-1 0 0,-1 0 1 0 0,1-1 0 0 0,0 1 0 0 0,0 0 0 0 0,0 0-1 0 0,-1 0 1 0 0,1 1 0 0 0,-3 0 0 0 0,2-1 10 0 0,-10 2 6 0 0,0 1 1 0 0,0 1 0 0 0,0 0-1 0 0,1 0 1 0 0,0 2-1 0 0,-1-1 1 0 0,-13 10 0 0 0,5-2 5 0 0,0 2 0 0 0,-36 32 0 0 0,47-38-15 0 0,0 1 1 0 0,1-1 0 0 0,1 2-1 0 0,0-1 1 0 0,0 1 0 0 0,1 0-1 0 0,-11 24 1 0 0,17-35-20 0 0,1 1 0 0 0,0 0 0 0 0,-1 0 0 0 0,1 0 0 0 0,0-1 0 0 0,0 1 0 0 0,-1 0 0 0 0,1 0 0 0 0,0 0 0 0 0,0 0 0 0 0,0 0 0 0 0,0 0 0 0 0,0 0 0 0 0,0-1 0 0 0,0 1-1 0 0,1 0 1 0 0,-1 0 0 0 0,0 0 0 0 0,0 0 0 0 0,1 0 0 0 0,-1-1 0 0 0,0 1 0 0 0,1 0 0 0 0,-1 0 0 0 0,1-1 0 0 0,0 2 0 0 0,0-1 2 0 0,1 0 1 0 0,-1 0-1 0 0,1 0 0 0 0,-1 0 0 0 0,1 0 1 0 0,-1-1-1 0 0,1 1 0 0 0,0-1 0 0 0,-1 1 1 0 0,1-1-1 0 0,0 1 0 0 0,2-1 0 0 0,2 1 4 0 0,0-1 0 0 0,1 0 0 0 0,-1 0 0 0 0,0-1 0 0 0,0 0 0 0 0,8-2 0 0 0,10-6 38 0 0,-1-1 0 0 0,28-18 0 0 0,18-7-141 0 0,-68 34 88 0 0,0 1-1 0 0,-1 0 0 0 0,1 0 0 0 0,0-1 1 0 0,0 1-1 0 0,0 0 0 0 0,-1 0 0 0 0,1 0 1 0 0,0 0-1 0 0,0-1 0 0 0,0 1 1 0 0,0 1-1 0 0,-1-1 0 0 0,1 0 0 0 0,0 0 1 0 0,0 0-1 0 0,0 0 0 0 0,-1 0 0 0 0,1 1 1 0 0,0-1-1 0 0,0 0 0 0 0,0 1 0 0 0,-1-1 1 0 0,1 1-1 0 0,0-1 0 0 0,0 1 1 0 0,0 1-3 0 0,1-1 0 0 0,-1 1 1 0 0,0 0-1 0 0,0-1 0 0 0,0 1 1 0 0,0 0-1 0 0,0 0 0 0 0,0 0 1 0 0,-1 0-1 0 0,2 3 0 0 0,0 4-1 0 0,-1 1 0 0 0,0-1 1 0 0,0 16-1 0 0,-1-21 84 0 0,0 0 0 0 0,0 0 0 0 0,1 0 0 0 0,-1 0 0 0 0,1 0 0 0 0,0 0 0 0 0,-1 0 0 0 0,2 0 1 0 0,-1-1-1 0 0,0 1 0 0 0,1 0 0 0 0,0-1 0 0 0,0 1 0 0 0,0-1 0 0 0,0 0 0 0 0,0 0 0 0 0,4 4 0 0 0,-3-5-8 0 0,0 0 0 0 0,0 0 0 0 0,1 0 0 0 0,-1 0-1 0 0,0 0 1 0 0,1-1 0 0 0,-1 0 0 0 0,1 0 0 0 0,0 0-1 0 0,-1 0 1 0 0,1 0 0 0 0,0-1 0 0 0,0 1 0 0 0,-1-1-1 0 0,1 0 1 0 0,0 0 0 0 0,0-1 0 0 0,4 0 0 0 0,10-2-20 0 0,0-2 0 0 0,0 1 1 0 0,-1-2-1 0 0,0 0 1 0 0,0-2-1 0 0,0 1 1 0 0,-1-2-1 0 0,21-14 1 0 0,0-4-24 0 0,-2 0 1 0 0,40-42 0 0 0,-40 33-39 0 0,-3-1 1 0 0,0-2-1 0 0,-3-1 1 0 0,-1-1-1 0 0,-2-1 1 0 0,-2-2-1 0 0,-2-1 0 0 0,29-84 1 0 0,-46 115-6 0 0,-1 0 1 0 0,0 0-1 0 0,-1-1 0 0 0,-1 1 1 0 0,0-1-1 0 0,-1 0 0 0 0,-1-21 1 0 0,0 35 13 0 0,0 0 1 0 0,0 0-1 0 0,0-1 1 0 0,0 1-1 0 0,0 0 1 0 0,0 0 0 0 0,-1 0-1 0 0,1-1 1 0 0,0 1-1 0 0,-1 0 1 0 0,1 0-1 0 0,-1 0 1 0 0,1 0 0 0 0,-1 0-1 0 0,0 0 1 0 0,1 0-1 0 0,-1 0 1 0 0,0 0-1 0 0,0 0 1 0 0,0 1 0 0 0,0-1-1 0 0,1 0 1 0 0,-1 0-1 0 0,0 1 1 0 0,0-1-1 0 0,-1 0 1 0 0,1 1-1 0 0,0-1 1 0 0,0 1 0 0 0,0 0-1 0 0,0-1 1 0 0,0 1-1 0 0,0 0 1 0 0,-1 0-1 0 0,1-1 1 0 0,0 1 0 0 0,0 0-1 0 0,0 0 1 0 0,-1 1-1 0 0,1-1 1 0 0,0 0-1 0 0,0 0 1 0 0,0 0 0 0 0,-2 1-1 0 0,-3 1-2 0 0,0 0-1 0 0,1 1 1 0 0,-1 0 0 0 0,1 0-1 0 0,-1 0 1 0 0,1 0-1 0 0,-7 6 1 0 0,-9 11 34 0 0,1 0 0 0 0,0 1 0 0 0,2 0 0 0 0,1 2 0 0 0,0 0 0 0 0,2 1 0 0 0,0 1 0 0 0,2 0 0 0 0,1 1 0 0 0,1 0 0 0 0,1 1 0 0 0,-12 52 0 0 0,20-68-44 0 0,0 0-1 0 0,1 1 0 0 0,0-1 0 0 0,0 0 1 0 0,1 0-1 0 0,1 1 0 0 0,0-1 1 0 0,1 0-1 0 0,0 0 0 0 0,0 0 0 0 0,1 0 1 0 0,1-1-1 0 0,0 1 0 0 0,0-1 1 0 0,1 0-1 0 0,1 0 0 0 0,-1 0 0 0 0,1-1 1 0 0,1 1-1 0 0,0-2 0 0 0,0 1 1 0 0,1-1-1 0 0,0 0 0 0 0,0 0 0 0 0,1-1 1 0 0,0-1-1 0 0,12 8 0 0 0,-3-3-849 0 0,2-1-1 0 0,-1 0 0 0 0,1-2 1 0 0,22 7-1 0 0,-26-11-1119 0 0,0 0 0 0 0,0-1 0 0 0,24 1 0 0 0,-2-4-3914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0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55 2212 0 0,'-34'-46'7202'0'0,"28"38"-6251"0"0,13 9 96 0 0,12 9-251 0 0,-12-3-679 0 0,0 1 1 0 0,-1 0-1 0 0,0 0 0 0 0,0 1 1 0 0,-1 0-1 0 0,0 0 1 0 0,0 0-1 0 0,-1 1 1 0 0,-1-1-1 0 0,1 1 0 0 0,-1 0 1 0 0,-1 0-1 0 0,3 19 1 0 0,-4-16-48 0 0,0-1 0 0 0,-1 1 1 0 0,0-1-1 0 0,-1 1 0 0 0,0-1 1 0 0,-1 1-1 0 0,-1-1 0 0 0,0 0 1 0 0,0 0-1 0 0,-10 23 0 0 0,7-24 95 0 0,5-8-52 0 0,0 0 0 0 0,-1 0 1 0 0,1-1-1 0 0,-1 1 0 0 0,1-1 0 0 0,-1 1 1 0 0,-4 3-1 0 0,5-5 36 0 0,-3-4 10 0 0,4 3-156 0 0,0 0 1 0 0,-1 0 0 0 0,1 0-1 0 0,0 0 1 0 0,-1 0-1 0 0,1 0 1 0 0,0 0 0 0 0,0 0-1 0 0,-1 0 1 0 0,1-1-1 0 0,0 1 1 0 0,0 0 0 0 0,-1 0-1 0 0,1 0 1 0 0,0 0-1 0 0,0-1 1 0 0,-1 1 0 0 0,1 0-1 0 0,0 0 1 0 0,0 0-1 0 0,0-1 1 0 0,-1 1-1 0 0,1 0 1 0 0,0 0 0 0 0,0-1-1 0 0,0 1 1 0 0,0 0-1 0 0,0-1 1 0 0,0 1 0 0 0,0 0-1 0 0,0-1 1 0 0,-1-7 15 0 0,1-1 0 0 0,1 0 0 0 0,0 1-1 0 0,0-1 1 0 0,1 1 0 0 0,0 0 0 0 0,0-1 0 0 0,1 1 0 0 0,0 0 0 0 0,0 0 0 0 0,1 1 0 0 0,5-10 0 0 0,0 2-19 0 0,1 1 1 0 0,0-1-1 0 0,1 2 1 0 0,1 0 0 0 0,14-14-1 0 0,-19 22-7 0 0,-1-1-1 0 0,1 1 1 0 0,1 0 0 0 0,-1 0-1 0 0,1 1 1 0 0,0 0 0 0 0,0 0-1 0 0,0 1 1 0 0,0 0 0 0 0,0 1-1 0 0,1 0 1 0 0,16-2 0 0 0,-19 3 0 0 0,1 1 1 0 0,-1 0 0 0 0,1 1 0 0 0,-1-1-1 0 0,0 2 1 0 0,1-1 0 0 0,-1 0 0 0 0,0 1-1 0 0,0 0 1 0 0,0 1 0 0 0,0-1 0 0 0,0 1 0 0 0,-1 0-1 0 0,1 1 1 0 0,-1-1 0 0 0,0 1 0 0 0,0 0-1 0 0,6 6 1 0 0,-4-2 15 0 0,0 0 0 0 0,0 0 0 0 0,-1 0 0 0 0,0 1 0 0 0,-1 0 0 0 0,0 0 0 0 0,0 1 0 0 0,-1 0 1 0 0,0-1-1 0 0,-1 1 0 0 0,0 0 0 0 0,-1 1 0 0 0,0-1 0 0 0,0 0 0 0 0,-1 1 0 0 0,0-1 0 0 0,-1 1 0 0 0,0-1 0 0 0,-1 1 0 0 0,0-1 0 0 0,-1 1 0 0 0,-3 13 0 0 0,4-21 34 0 0,-6 16 59 0 0,7-19-93 0 0,-1 0 1 0 0,1 0-1 0 0,0 1 0 0 0,0-1 1 0 0,0 0-1 0 0,0 0 1 0 0,0 1-1 0 0,-1-1 1 0 0,1 0-1 0 0,0 0 0 0 0,0 0 1 0 0,0 1-1 0 0,-1-1 1 0 0,1 0-1 0 0,0 0 1 0 0,0 0-1 0 0,-1 0 0 0 0,1 0 1 0 0,0 1-1 0 0,0-1 1 0 0,-1 0-1 0 0,1 0 1 0 0,0 0-1 0 0,0 0 0 0 0,-1 0 1 0 0,1 0-1 0 0,0 0 1 0 0,-1 0-1 0 0,1 0 1 0 0,0 0-1 0 0,0 0 0 0 0,-1 0 1 0 0,1 0-1 0 0,0 0 1 0 0,-1 0-1 0 0,1 0 1 0 0,0 0-1 0 0,0-1 0 0 0,-1 1 1 0 0,1 0-1 0 0,0 0 1 0 0,0 0-1 0 0,-1 0 1 0 0,1 0-1 0 0,0-1 0 0 0,0 1 1 0 0,0 0-1 0 0,-1 0 1 0 0,1-1-1 0 0,0 0-1 0 0,0 0 1 0 0,-1 0-1 0 0,1 1 0 0 0,0-1 0 0 0,0 0 0 0 0,0 0 0 0 0,0 0 1 0 0,0 0-1 0 0,0 0 0 0 0,1 0 0 0 0,-1 0 0 0 0,0 0 0 0 0,0 0 1 0 0,1 0-1 0 0,-1 1 0 0 0,1-2 0 0 0,-1 1 7 0 0,7-20 1 0 0,0 1-1 0 0,1 0 0 0 0,1 0 0 0 0,1 0 1 0 0,1 2-1 0 0,1-1 0 0 0,0 1 1 0 0,1 1-1 0 0,1 0 0 0 0,1 1 0 0 0,0 1 1 0 0,1 0-1 0 0,22-16 0 0 0,-27 23-26 0 0,0 0 0 0 0,1 1-1 0 0,-1 0 1 0 0,2 0 0 0 0,-1 1-1 0 0,21-6 1 0 0,-29 10 8 0 0,-1 1 0 0 0,1 1-1 0 0,-1-1 1 0 0,1 0 0 0 0,-1 1 0 0 0,1 0 0 0 0,0 0-1 0 0,-1 0 1 0 0,1 0 0 0 0,0 0 0 0 0,4 2 0 0 0,-2-1 0 0 0,-4 0 2 0 0,0-1 0 0 0,-1 1 0 0 0,1-1 0 0 0,-1 1 1 0 0,1 0-1 0 0,-1-1 0 0 0,1 1 0 0 0,-1 0 1 0 0,1 0-1 0 0,-1 0 0 0 0,0 0 0 0 0,1 0 0 0 0,-1 1 1 0 0,0-1-1 0 0,0 0 0 0 0,0 0 0 0 0,0 1 1 0 0,0-1-1 0 0,0 1 0 0 0,0-1 0 0 0,-1 1 1 0 0,1-1-1 0 0,-1 1 0 0 0,1-1 0 0 0,-1 1 0 0 0,1 0 1 0 0,-1-1-1 0 0,0 1 0 0 0,1 1 0 0 0,-1 4 9 0 0,0 0 0 0 0,0 1 0 0 0,0-1 0 0 0,-2 13 0 0 0,-14 42 90 0 0,10-44-346 0 0,1 0 0 0 0,1 1 0 0 0,-4 36 0 0 0,8-51-175 0 0,0 1 1 0 0,0-1-1 0 0,0 1 0 0 0,0-1 1 0 0,1 0-1 0 0,0 1 0 0 0,0-1 1 0 0,0 0-1 0 0,1 0 0 0 0,-1 0 0 0 0,1 0 1 0 0,0 0-1 0 0,0 0 0 0 0,1 0 1 0 0,-1-1-1 0 0,1 1 0 0 0,-1-1 0 0 0,1 0 1 0 0,0 1-1 0 0,0-1 0 0 0,7 5 1 0 0,8 3-4223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0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211 209 2228 0 0,'7'-15'1267'0'0,"0"-1"0"0"0,0 1 0 0 0,-2-1 1 0 0,0-1-1 0 0,-1 1 0 0 0,0-1 0 0 0,-1 1 0 0 0,0-21 0 0 0,-3 33-1112 0 0,0 1 1 0 0,0 0-1 0 0,0 0 1 0 0,-1 0-1 0 0,0 0 1 0 0,1 0-1 0 0,-3-6 1 0 0,2 8-142 0 0,1 0 0 0 0,0 1 0 0 0,-1-1 1 0 0,1 0-1 0 0,-1 0 0 0 0,0 1 1 0 0,1-1-1 0 0,-1 0 0 0 0,0 1 0 0 0,1-1 1 0 0,-1 0-1 0 0,0 1 0 0 0,0-1 0 0 0,0 1 1 0 0,1-1-1 0 0,-1 1 0 0 0,0 0 1 0 0,0-1-1 0 0,0 1 0 0 0,0 0 0 0 0,0 0 1 0 0,0 0-1 0 0,0-1 0 0 0,1 1 0 0 0,-1 0 1 0 0,0 0-1 0 0,0 0 0 0 0,0 0 1 0 0,0 1-1 0 0,-1-1 0 0 0,-6 2 25 0 0,-1 1-1 0 0,1 0 1 0 0,0 0 0 0 0,1 1-1 0 0,-1 0 1 0 0,1 1 0 0 0,-1-1-1 0 0,1 1 1 0 0,1 1 0 0 0,-1-1-1 0 0,1 1 1 0 0,-8 9 0 0 0,-5 6 50 0 0,1 2 1 0 0,-23 37-1 0 0,31-44-48 0 0,-14 30 0 0 0,22-42-22 0 0,1 1 1 0 0,-1-1-1 0 0,1 1 1 0 0,-1-1-1 0 0,1 1 0 0 0,1 0 1 0 0,-1-1-1 0 0,1 1 0 0 0,0 0 1 0 0,0 0-1 0 0,0-1 0 0 0,2 9 1 0 0,-2-11-8 0 0,1 0 1 0 0,1 1-1 0 0,-1-1 0 0 0,0 0 1 0 0,0-1-1 0 0,1 1 0 0 0,-1 0 1 0 0,1 0-1 0 0,-1-1 0 0 0,1 1 1 0 0,0 0-1 0 0,0-1 1 0 0,-1 0-1 0 0,1 1 0 0 0,0-1 1 0 0,1 0-1 0 0,-1 0 0 0 0,0 0 1 0 0,0-1-1 0 0,0 1 0 0 0,0 0 1 0 0,1-1-1 0 0,-1 1 0 0 0,0-1 1 0 0,5 0-1 0 0,0 0 0 0 0,-1-1-1 0 0,0 0 1 0 0,1-1-1 0 0,-1 1 1 0 0,0-1-1 0 0,0 0 1 0 0,0-1-1 0 0,0 0 1 0 0,-1 0-1 0 0,1 0 1 0 0,0 0-1 0 0,-1-1 1 0 0,0 0-1 0 0,0 0 1 0 0,0 0-1 0 0,-1-1 1 0 0,8-9-1 0 0,7-10 19 0 0,-2-1 1 0 0,23-43-1 0 0,-25 42 2 0 0,32-63 1528 0 0,-46 87-1458 0 0,3 4-68 0 0,-4-2-34 0 0,1 0 1 0 0,-1 0 0 0 0,0 0-1 0 0,0 0 1 0 0,1 0 0 0 0,-1 0-1 0 0,0 0 1 0 0,0 0 0 0 0,1 0-1 0 0,-1 0 1 0 0,0 0 0 0 0,1 1-1 0 0,-1-1 1 0 0,0 0 0 0 0,0 0-1 0 0,1 0 1 0 0,-1 0 0 0 0,0 0-1 0 0,0 0 1 0 0,0 1 0 0 0,1-1-1 0 0,-1 0 1 0 0,0 0 0 0 0,0 0-1 0 0,0 1 1 0 0,0-1 0 0 0,1 0-1 0 0,-1 0 1 0 0,0 1 0 0 0,0-1-1 0 0,0 0 1 0 0,0 0 0 0 0,0 1-1 0 0,0-1 1 0 0,0 0 0 0 0,0 0-1 0 0,1 1 1 0 0,-10 179 1644 0 0,1-61-1280 0 0,7-101-274 0 0,1 0-1 0 0,5 31 1 0 0,-5-44-408 0 0,1 1-1 0 0,1 0 1 0 0,-1 0 0 0 0,1-1 0 0 0,0 1-1 0 0,0-1 1 0 0,1 0 0 0 0,-1 1-1 0 0,1-1 1 0 0,1 0 0 0 0,6 8 0 0 0,-9-12-36 0 0,0 0 0 0 0,0-1 0 0 0,0 1 0 0 0,0 0 1 0 0,0-1-1 0 0,0 1 0 0 0,0-1 0 0 0,1 1 0 0 0,-1-1 1 0 0,0 0-1 0 0,0 1 0 0 0,1-1 0 0 0,-1 0 0 0 0,0 0 1 0 0,0 0-1 0 0,1 0 0 0 0,-1 0 0 0 0,0 0 0 0 0,0 0 1 0 0,1 0-1 0 0,-1-1 0 0 0,0 1 0 0 0,0 0 0 0 0,1-1 1 0 0,0 0-1 0 0,11-7-5340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0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122 207 1276 0 0,'15'-45'5093'0'0,"-2"-1"-1"0"0,8-62 1 0 0,-22 101-3384 0 0,-5 17-791 0 0,-7 18 301 0 0,-2 26 703 0 0,2 1 0 0 0,-9 79-1 0 0,7-38-626 0 0,-54 360 740 0 0,61-399-2594 0 0,0 21-3687 0 0,8-53-523 0 0,-1-1-4700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77 174 1324 0 0,'-73'-83'15726'0'0,"73"82"-15692"0"0,-1 1 1 0 0,1-1-1 0 0,0 1 0 0 0,-1-1 0 0 0,1 1 0 0 0,0-1 0 0 0,0 1 0 0 0,-1-1 1 0 0,1 1-1 0 0,0-1 0 0 0,0 1 0 0 0,0-1 0 0 0,0 1 0 0 0,0-1 0 0 0,0 1 1 0 0,0-1-1 0 0,0 0 0 0 0,0 1 0 0 0,0-1 0 0 0,0 1 0 0 0,0-1 0 0 0,0 1 1 0 0,0-1-1 0 0,0 1 0 0 0,0-1 0 0 0,1 0 0 0 0,-1 1 0 0 0,0-1 0 0 0,0 1 1 0 0,1-1-1 0 0,-1 1 0 0 0,1-1 0 0 0,13-10 294 0 0,3 4-255 0 0,0 2 0 0 0,1 0-1 0 0,-1 1 1 0 0,1 1 0 0 0,0 1 0 0 0,19 0 0 0 0,-10-1-39 0 0,346-27 69 0 0,-369 30-110 0 0,-1 0 0 0 0,1 0 0 0 0,-1 0 1 0 0,1 1-1 0 0,-1-1 0 0 0,0 1 0 0 0,1 0 0 0 0,-1 0 1 0 0,0 0-1 0 0,0 0 0 0 0,0 1 0 0 0,0-1 0 0 0,0 1 1 0 0,0 0-1 0 0,0 0 0 0 0,0 0 0 0 0,-1 0 0 0 0,1 0 1 0 0,-1 1-1 0 0,1-1 0 0 0,-1 1 0 0 0,0 0 1 0 0,0-1-1 0 0,0 1 0 0 0,-1 0 0 0 0,4 6 0 0 0,2 6 14 0 0,-1 1-1 0 0,-1 0 0 0 0,0 0 0 0 0,2 19 0 0 0,-4-22 1 0 0,6 25 563 0 0,7 78 0 0 0,-15-103-215 0 0,-1 0 0 0 0,-1 0 1 0 0,0 1-1 0 0,0-1 1 0 0,-1 0-1 0 0,-1 0 1 0 0,0 0-1 0 0,-1 0 1 0 0,-9 21-1 0 0,12-31-245 0 0,-1-1-1 0 0,1 1 1 0 0,-1-1 0 0 0,0 1-1 0 0,0-1 1 0 0,0 1 0 0 0,0-1-1 0 0,0 0 1 0 0,0 0 0 0 0,-1 0-1 0 0,1 0 1 0 0,-1 0 0 0 0,1-1-1 0 0,-1 1 1 0 0,0-1 0 0 0,1 0-1 0 0,-1 1 1 0 0,0-1 0 0 0,0-1-1 0 0,0 1 1 0 0,-5 1 0 0 0,6-2-78 0 0,-1 0 0 0 0,1-1 0 0 0,0 1 0 0 0,-1 0 0 0 0,1-1 0 0 0,0 1 0 0 0,-1-1 0 0 0,1 0 0 0 0,0 0 0 0 0,-1 1 0 0 0,1-2 0 0 0,0 1 0 0 0,0 0 0 0 0,0 0 0 0 0,0-1 0 0 0,0 1 0 0 0,0-1 0 0 0,1 1 0 0 0,-1-1 0 0 0,0 0 0 0 0,1 0 1 0 0,-1 0-1 0 0,1 0 0 0 0,0 0 0 0 0,0 0 0 0 0,0 0 0 0 0,-2-4 0 0 0,1 2-28 0 0,1-1 1 0 0,-1 1-1 0 0,1 0 1 0 0,0-1-1 0 0,1 1 1 0 0,-1 0-1 0 0,1-1 1 0 0,-1 1-1 0 0,1-1 1 0 0,1 1-1 0 0,-1-1 1 0 0,0 1-1 0 0,1 0 1 0 0,2-7-1 0 0,-1 4-72 0 0,1 1-1 0 0,0-1 0 0 0,0 1 1 0 0,1-1-1 0 0,0 1 0 0 0,0 0 1 0 0,0 0-1 0 0,7-6 0 0 0,2-1-229 0 0,1 0-1 0 0,1 1 0 0 0,0 1 1 0 0,0 0-1 0 0,1 1 1 0 0,18-8-1 0 0,49-21-1394 0 0,106-33 0 0 0,-114 39 2151 0 0,-73 32-308 0 0,8 1 63 0 0,-10 0-206 0 0,0-1 1 0 0,0 1-1 0 0,1 0 0 0 0,-1 0 1 0 0,0 0-1 0 0,1 0 0 0 0,-1 0 1 0 0,0 0-1 0 0,1 0 1 0 0,-1-1-1 0 0,1 1 0 0 0,-1 0 1 0 0,0 0-1 0 0,1 0 0 0 0,-1 0 1 0 0,0 1-1 0 0,1-1 1 0 0,-1 0-1 0 0,0 0 0 0 0,1 0 1 0 0,-1 0-1 0 0,0 0 0 0 0,1 0 1 0 0,-1 0-1 0 0,0 1 1 0 0,1-1-1 0 0,-1 0 0 0 0,0 0 1 0 0,0 1-1 0 0,1-1 1 0 0,-1 0-1 0 0,0 0 0 0 0,0 1 1 0 0,1-1-1 0 0,-1 0 0 0 0,0 0 1 0 0,0 1-1 0 0,0-1 1 0 0,1 0-1 0 0,-1 1 0 0 0,0-1 1 0 0,0 0-1 0 0,0 1 0 0 0,0-1 1 0 0,0 0-1 0 0,0 1 1 0 0,0-1-1 0 0,0 1 0 0 0,0-1 1 0 0,0 0-1 0 0,0 1 0 0 0,0-1 1 0 0,0 0-1 0 0,0 1 1 0 0,0-1-1 0 0,0 0 0 0 0,0 1 1 0 0,-1-1-1 0 0,1 0 0 0 0,0 1 1 0 0,0-1-1 0 0,0 0 1 0 0,-1 1-1 0 0,-30 113 2317 0 0,19-78-2003 0 0,2 1 1 0 0,1 0 0 0 0,2 1 0 0 0,-4 62-1 0 0,11-97-315 0 0,1 0-1 0 0,-1 1 1 0 0,0-1-1 0 0,1 0 0 0 0,0 0 1 0 0,0-1-1 0 0,-1 1 1 0 0,4 5-1 0 0,-4-7-97 0 0,1 0 0 0 0,-1 0 1 0 0,1 0-1 0 0,0 0 0 0 0,0 0 0 0 0,-1 0 1 0 0,1 0-1 0 0,0 0 0 0 0,0 0 0 0 0,0-1 1 0 0,0 1-1 0 0,0 0 0 0 0,0-1 0 0 0,0 1 1 0 0,0-1-1 0 0,0 1 0 0 0,0-1 0 0 0,0 1 1 0 0,0-1-1 0 0,0 0 0 0 0,0 1 0 0 0,1-1 1 0 0,-1 0-1 0 0,0 0 0 0 0,0 0 0 0 0,2 0 1 0 0,2 0-533 0 0,0-1 1 0 0,0 0-1 0 0,0 0 1 0 0,0-1-1 0 0,0 1 1 0 0,-1-1-1 0 0,1 0 1 0 0,0 0-1 0 0,7-5 1 0 0,-6 2-1017 0 0,0 1 0 0 0,-1-1 0 0 0,0 0 0 0 0,7-7 1 0 0,6-9-5303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53 1764 0 0,'-6'-12'2396'0'0,"-1"3"-447"0"0,2 2-417 0 0,0 1 624 0 0,-2-6-876 0 0,-2 5-220 0 0,-8 7-1352 0 0,9 7-1132 0 0,1 5-2756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2380 0 0,'0'0'10655'0'0,"2"1"-9383"0"0,4 2-613 0 0,0 1 0 0 0,0 0 0 0 0,-1 0 0 0 0,1 1-1 0 0,-1 0 1 0 0,0 0 0 0 0,0 0 0 0 0,6 9 0 0 0,33 52 2314 0 0,-42-63-2824 0 0,108 203 3107 0 0,-49-65-4421 0 0,-55-129 548 0 0,1-5-3439 0 0,-6-6 3777 0 0,-1-1 1 0 0,1 0 0 0 0,-1 0-1 0 0,1 0 1 0 0,-1 0-1 0 0,1 0 1 0 0,-1 0-1 0 0,1 0 1 0 0,-1 0-1 0 0,1 0 1 0 0,-1 0-1 0 0,1 0 1 0 0,-1 0-1 0 0,1-1 1 0 0,-1 1-1 0 0,1 0 1 0 0,-1 0-1 0 0,1 0 1 0 0,-1-1-1 0 0,1 1 1 0 0,-1 0-1 0 0,1-1 1 0 0,-1 1-1 0 0,0 0 1 0 0,1-1-1 0 0,-1 1 1 0 0,1 0 0 0 0,-1-1-1 0 0,0 1 1 0 0,0-1-1 0 0,1 1 1 0 0,-1-1-1 0 0,0 1 1 0 0,0-1-1 0 0,1 1 1 0 0,-1-1-1 0 0,0 1 1 0 0,0-1-1 0 0,0 1 1 0 0,0-1-1 0 0,0 0 1 0 0,5-11-6399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479 111 1840 0 0,'2'-13'2449'0'0,"1"-1"-1"0"0,-2 0 0 0 0,0-26 1 0 0,-1 31-1528 0 0,0 8-864 0 0,0 0 0 0 0,0 0-1 0 0,-1 0 1 0 0,1 1 0 0 0,0-1-1 0 0,0 0 1 0 0,0 0 0 0 0,-1 0-1 0 0,1 1 1 0 0,0-1 0 0 0,-1 0 0 0 0,1 0-1 0 0,0 1 1 0 0,-1-1 0 0 0,1 0-1 0 0,-1 1 1 0 0,1-1 0 0 0,-1 0-1 0 0,0 1 1 0 0,1-1 0 0 0,-1 1 0 0 0,0-1-1 0 0,1 1 1 0 0,-1-1 0 0 0,0 1-1 0 0,1 0 1 0 0,-1-1 0 0 0,0 1-1 0 0,0 0 1 0 0,0-1 0 0 0,1 1 0 0 0,-1 0-1 0 0,0 0 1 0 0,0 0 0 0 0,0 0-1 0 0,0 0 1 0 0,1 0 0 0 0,-1 0-1 0 0,0 0 1 0 0,0 0 0 0 0,0 0 0 0 0,0 1-1 0 0,1-1 1 0 0,-3 1 0 0 0,-34 11 836 0 0,36-11-814 0 0,-25 12 207 0 0,2 1 0 0 0,0 0 1 0 0,1 2-1 0 0,0 1 0 0 0,-21 21 0 0 0,5 0-65 0 0,-56 69 0 0 0,24-8-1398 0 0,30-31-7903 0 0,32-53 3503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29 460 0 0,'-23'-29'18236'0'0,"18"32"-17707"0"0,5-3-507 0 0,-1 0 0 0 0,1 0-1 0 0,-1 0 1 0 0,1 1 0 0 0,-1-1-1 0 0,1 0 1 0 0,-1 0 0 0 0,1 0-1 0 0,-1 0 1 0 0,1 1 0 0 0,0-1-1 0 0,-1 0 1 0 0,1 0 0 0 0,-1 1-1 0 0,1-1 1 0 0,0 0 0 0 0,-1 1-1 0 0,1-1 1 0 0,0 0 0 0 0,-1 1-1 0 0,1-1 1 0 0,0 0 0 0 0,0 1-1 0 0,-1 0 1 0 0,-49 121 2089 0 0,-43 111-1310 0 0,73-181-4724 0 0,20-50 2405 0 0,19-6-6983 0 0,-6-6 2168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91 2624 0 0,'56'-77'10431'0'0,"-55"77"-10398"0"0,-1 0 0 0 0,0 0 0 0 0,0-1 0 0 0,1 1 0 0 0,-1 0 1 0 0,0 0-1 0 0,0-1 0 0 0,1 1 0 0 0,-1 0 0 0 0,0 0 0 0 0,0-1 1 0 0,0 1-1 0 0,0 0 0 0 0,1-1 0 0 0,-1 1 0 0 0,0 0 1 0 0,0 0-1 0 0,0-1 0 0 0,0 1 0 0 0,0 0 0 0 0,0-1 0 0 0,0 1 1 0 0,0 0-1 0 0,0-1 0 0 0,0 1 0 0 0,0 0 0 0 0,0-1 0 0 0,0 1 1 0 0,0 0-1 0 0,0-1 0 0 0,0 1 0 0 0,-1 0 0 0 0,1-1 1 0 0,0 1-1 0 0,0 0 0 0 0,0-1 0 0 0,0 1 0 0 0,-1 0 0 0 0,1 0 1 0 0,0-1-1 0 0,0 1 0 0 0,0 0 0 0 0,-1 0 0 0 0,1 0 0 0 0,0-1 1 0 0,0 1-1 0 0,-1 0 0 0 0,1 0 0 0 0,0 0 0 0 0,-1 0 0 0 0,1-1 1 0 0,0 1-1 0 0,-1 0 0 0 0,1 0 0 0 0,0 0 0 0 0,-1 0 1 0 0,1 0-1 0 0,0 0 0 0 0,-1 0 0 0 0,1 0 0 0 0,-1 0 0 0 0,-19 1 868 0 0,6 4-642 0 0,0 0 1 0 0,0 1-1 0 0,0 1 0 0 0,1 0 1 0 0,0 0-1 0 0,0 2 0 0 0,1-1 0 0 0,-18 17 1 0 0,27-22-219 0 0,-1 1 1 0 0,1-1 0 0 0,-1 1 0 0 0,1 0 0 0 0,0-1-1 0 0,1 1 1 0 0,-1 1 0 0 0,-3 7 0 0 0,5-11-33 0 0,1 0 0 0 0,0 0 0 0 0,0 0 1 0 0,0 0-1 0 0,0 0 0 0 0,0 0 1 0 0,0 0-1 0 0,0 0 0 0 0,0 0 0 0 0,0 0 1 0 0,0 0-1 0 0,1 0 0 0 0,-1 0 0 0 0,0 0 1 0 0,1 0-1 0 0,-1 0 0 0 0,0 0 0 0 0,1 0 1 0 0,-1-1-1 0 0,1 1 0 0 0,0 0 0 0 0,-1 0 1 0 0,1 0-1 0 0,0-1 0 0 0,-1 1 0 0 0,1 0 1 0 0,0-1-1 0 0,1 2 0 0 0,26 15 112 0 0,-24-15-106 0 0,18 7 127 0 0,34 11 1 0 0,-41-16-88 0 0,-1 0 1 0 0,1 2-1 0 0,-1 0 1 0 0,0 0 0 0 0,-1 1-1 0 0,22 15 1 0 0,-33-21 42 0 0,0 1 1 0 0,1 0 0 0 0,-1 0-1 0 0,0 0 1 0 0,0 0 0 0 0,0 1-1 0 0,0-1 1 0 0,-1 0 0 0 0,1 1-1 0 0,-1-1 1 0 0,1 1 0 0 0,-1 0-1 0 0,0-1 1 0 0,0 1-1 0 0,0 0 1 0 0,0 0 0 0 0,-1-1-1 0 0,1 1 1 0 0,-1 0 0 0 0,1 0-1 0 0,-1 0 1 0 0,0 0 0 0 0,0 0-1 0 0,-1 0 1 0 0,1 0 0 0 0,0 0-1 0 0,-1 0 1 0 0,0-1-1 0 0,0 1 1 0 0,0 0 0 0 0,0 0-1 0 0,0-1 1 0 0,0 1 0 0 0,-1-1-1 0 0,-2 4 1 0 0,0 0 115 0 0,-1 0-1 0 0,1-1 1 0 0,-1 1 0 0 0,-1-1 0 0 0,1 0-1 0 0,-1-1 1 0 0,0 0 0 0 0,0 1-1 0 0,0-2 1 0 0,0 1 0 0 0,-1-1 0 0 0,0 0-1 0 0,-7 2 1 0 0,6-2-162 0 0,-1-1 0 0 0,0-1 0 0 0,1 0 0 0 0,-1 0 0 0 0,0 0 0 0 0,1-1 0 0 0,-1-1 0 0 0,0 1 0 0 0,1-2 0 0 0,-1 1 0 0 0,0-1 0 0 0,-15-5 0 0 0,19 5-332 0 0,0-1 0 0 0,0 1 0 0 0,1-1 0 0 0,-1 0 0 0 0,1 0 0 0 0,-1 0 0 0 0,1-1 0 0 0,0 0 0 0 0,-5-5 0 0 0,6 5-346 0 0,0 0 0 0 0,1 0-1 0 0,-1-1 1 0 0,1 1 0 0 0,0-1-1 0 0,0 1 1 0 0,0-1 0 0 0,1 0-1 0 0,-1 1 1 0 0,1-1 0 0 0,-1-7 0 0 0,0-27-6695 0 0,3 17 342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3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94 1352 0 0,'-1'-12'3658'0'0,"0"0"0"0"0,-6-22 0 0 0,-4 1-579 0 0,10 31-3523 0 0,-15 10-4633 0 0,13-4 1882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93 141 608 0 0,'12'-36'8554'0'0,"-11"33"-8021"0"0,0-1 0 0 0,0 0 0 0 0,0 1 0 0 0,-1-1 0 0 0,0 0 1 0 0,0 0-1 0 0,0 1 0 0 0,-1-6 0 0 0,1 8-517 0 0,0 1 1 0 0,0 0-1 0 0,0-1 1 0 0,0 1-1 0 0,-1 0 1 0 0,1-1-1 0 0,0 1 0 0 0,0 0 1 0 0,-1-1-1 0 0,1 1 1 0 0,0 0-1 0 0,-1 0 1 0 0,1-1-1 0 0,0 1 0 0 0,-1 0 1 0 0,1 0-1 0 0,0 0 1 0 0,-1-1-1 0 0,1 1 1 0 0,0 0-1 0 0,-1 0 1 0 0,1 0-1 0 0,-1 0 0 0 0,1 0 1 0 0,0 0-1 0 0,-1 0 1 0 0,1 0-1 0 0,-1 0 1 0 0,1 0-1 0 0,0 0 0 0 0,-1 0 1 0 0,1 0-1 0 0,-1 0 1 0 0,1 0-1 0 0,0 0 1 0 0,-1 0-1 0 0,1 0 1 0 0,-1 1-1 0 0,1-1 0 0 0,0 0 1 0 0,-1 0-1 0 0,1 0 1 0 0,0 1-1 0 0,-1-1 1 0 0,1 0-1 0 0,-1 1 0 0 0,-15 12 212 0 0,8-4-195 0 0,0 1-1 0 0,0 0 1 0 0,1 0-1 0 0,1 1 1 0 0,0 0-1 0 0,0 0 1 0 0,1 1-1 0 0,1 0 1 0 0,0 0-1 0 0,0 0 1 0 0,1 0-1 0 0,1 0 1 0 0,0 0-1 0 0,0 1 1 0 0,2-1-1 0 0,-1 1 1 0 0,3 17-1 0 0,-1-24 47 0 0,0 1 0 0 0,1 0-1 0 0,0-1 1 0 0,0 0-1 0 0,1 1 1 0 0,0-1-1 0 0,0 0 1 0 0,0 0 0 0 0,0 0-1 0 0,1-1 1 0 0,0 1-1 0 0,1-1 1 0 0,-1 0-1 0 0,1 0 1 0 0,0-1 0 0 0,0 1-1 0 0,0-1 1 0 0,1 0-1 0 0,-1 0 1 0 0,1-1-1 0 0,0 0 1 0 0,13 5 0 0 0,-12-5-29 0 0,1-1 0 0 0,0 0 1 0 0,0 0-1 0 0,0 0 0 0 0,0-1 1 0 0,0-1-1 0 0,0 1 1 0 0,0-1-1 0 0,0-1 0 0 0,0 1 1 0 0,0-1-1 0 0,0-1 1 0 0,0 0-1 0 0,0 0 0 0 0,-1 0 1 0 0,1-1-1 0 0,-1 0 1 0 0,1 0-1 0 0,7-6 0 0 0,-10 6-22 0 0,0-1 0 0 0,0 0-1 0 0,0 0 1 0 0,0-1-1 0 0,-1 1 1 0 0,1-1-1 0 0,-1 0 1 0 0,-1 0 0 0 0,1-1-1 0 0,0 1 1 0 0,-1-1-1 0 0,4-9 1 0 0,-4 5-9 0 0,0 1-1 0 0,-1 0 0 0 0,0-1 1 0 0,0 0-1 0 0,-1 1 1 0 0,0-1-1 0 0,-1-18 1 0 0,-2 13-19 0 0,0-1 0 0 0,0 0 0 0 0,-2 1 0 0 0,0-1 0 0 0,0 1 0 0 0,-2 0 0 0 0,0 1 0 0 0,0-1 0 0 0,-1 1 0 0 0,-11-16 0 0 0,14 25-8 0 0,0 0 0 0 0,-1 0 0 0 0,1 1 0 0 0,-1-1 0 0 0,0 1 1 0 0,0 0-1 0 0,0 0 0 0 0,-1 0 0 0 0,1 1 0 0 0,-1 0 0 0 0,0 0 0 0 0,0 1 0 0 0,0-1 0 0 0,0 1 0 0 0,-1 0 0 0 0,-11-1 0 0 0,13 2 5 0 0,0 1-1 0 0,-1 0 0 0 0,1 0 0 0 0,0 0 0 0 0,0 0 0 0 0,0 1 1 0 0,-1 0-1 0 0,1 0 0 0 0,0 1 0 0 0,0-1 0 0 0,0 1 1 0 0,0 0-1 0 0,1 0 0 0 0,-1 1 0 0 0,1-1 0 0 0,-1 1 0 0 0,1 0 1 0 0,0 1-1 0 0,0-1 0 0 0,0 1 0 0 0,-6 6 0 0 0,9-9 5 0 0,0 1 0 0 0,0-1 0 0 0,-1 0-1 0 0,1 1 1 0 0,0-1 0 0 0,0 1 0 0 0,0-1-1 0 0,0 1 1 0 0,1-1 0 0 0,-1 1 0 0 0,0 0-1 0 0,1-1 1 0 0,-1 1 0 0 0,1 0 0 0 0,0-1-1 0 0,-1 1 1 0 0,1 0 0 0 0,0 0 0 0 0,0 0-1 0 0,0-1 1 0 0,0 1 0 0 0,0 0-1 0 0,1 0 1 0 0,-1-1 0 0 0,1 1 0 0 0,-1 0-1 0 0,1-1 1 0 0,-1 1 0 0 0,1 0 0 0 0,0-1-1 0 0,0 1 1 0 0,0-1 0 0 0,0 1 0 0 0,0-1-1 0 0,0 1 1 0 0,0-1 0 0 0,2 2 0 0 0,1 0 3 0 0,0 0 0 0 0,1 0 0 0 0,-1 0 0 0 0,1-1 0 0 0,-1 0 0 0 0,1 0 0 0 0,0 0 0 0 0,0-1 0 0 0,0 1 0 0 0,0-1 0 0 0,0 0 0 0 0,6 0 0 0 0,20-1-2 0 0,1-1 0 0 0,-1-1 0 0 0,1-2 0 0 0,-1-1 0 0 0,31-9 0 0 0,-26 5-27 0 0,0 2 0 0 0,1 2 0 0 0,39-2 0 0 0,-70 8 18 0 0,1-1 0 0 0,-1 1-1 0 0,0 0 1 0 0,0 0 0 0 0,0 1 0 0 0,0 0-1 0 0,0 0 1 0 0,0 0 0 0 0,0 1 0 0 0,-1 0-1 0 0,1 0 1 0 0,-1 0 0 0 0,0 1 0 0 0,0-1-1 0 0,0 1 1 0 0,0 1 0 0 0,-1-1 0 0 0,0 1-1 0 0,0-1 1 0 0,0 1 0 0 0,0 1 0 0 0,-1-1 0 0 0,0 0-1 0 0,5 12 1 0 0,-1-1 10 0 0,-1 0 1 0 0,0 0-1 0 0,-2 1 1 0 0,0-1-1 0 0,-1 1 1 0 0,0 0-1 0 0,-1 34 1 0 0,-1-45 217 0 0,-2-1 1 0 0,1 0-1 0 0,-1 0 1 0 0,0 0-1 0 0,0 0 1 0 0,0 0-1 0 0,-1 0 1 0 0,1 0 0 0 0,-1 0-1 0 0,-1-1 1 0 0,1 1-1 0 0,0 0 1 0 0,-6 5-1 0 0,7-9-147 0 0,0 0 0 0 0,0-1 0 0 0,-1 1 0 0 0,1-1 0 0 0,0 1 0 0 0,-1-1-1 0 0,1 1 1 0 0,-1-1 0 0 0,1 0 0 0 0,0 1 0 0 0,-1-1 0 0 0,1 0 0 0 0,-1 0 0 0 0,1 0-1 0 0,-1 0 1 0 0,1-1 0 0 0,-1 1 0 0 0,1 0 0 0 0,0-1 0 0 0,-1 1 0 0 0,1 0 0 0 0,-1-1-1 0 0,1 0 1 0 0,0 1 0 0 0,0-1 0 0 0,-1 0 0 0 0,1 0 0 0 0,0 1 0 0 0,-1-2 0 0 0,0 0-59 0 0,1 0 0 0 0,-1 0 0 0 0,1 0 1 0 0,0 0-1 0 0,0 0 0 0 0,0 0 0 0 0,0 0 1 0 0,0 0-1 0 0,0 0 0 0 0,1-1 0 0 0,-1 1 1 0 0,1 0-1 0 0,0 0 0 0 0,-1-1 0 0 0,1 1 1 0 0,0 0-1 0 0,0-1 0 0 0,0 1 0 0 0,2-4 1 0 0,-1 1-33 0 0,0 0 1 0 0,1 1 0 0 0,0-1-1 0 0,0 1 1 0 0,1 0 0 0 0,-1 0 0 0 0,1 0-1 0 0,0 0 1 0 0,4-4 0 0 0,6-6-464 0 0,1 1 0 0 0,1 1 0 0 0,29-20 1 0 0,51-29-3106 0 0,64-44-7832 0 0,-132 85 6794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4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102 112 1536 0 0,'5'-13'2081'0'0,"-1"0"1"0"0,-1-1-1 0 0,0 0 0 0 0,-1 0 1 0 0,0-24-1 0 0,-2 37-2055 0 0,0 1 0 0 0,0 0-1 0 0,0 0 1 0 0,0 0 0 0 0,0 0 0 0 0,0 0 0 0 0,0-1 0 0 0,0 1 0 0 0,1 0-1 0 0,-1 0 1 0 0,0 0 0 0 0,0 0 0 0 0,0-1 0 0 0,-1 1 0 0 0,1 0-1 0 0,0 0 1 0 0,0 0 0 0 0,0 0 0 0 0,0 0 0 0 0,0-1 0 0 0,0 1-1 0 0,0 0 1 0 0,0 0 0 0 0,0 0 0 0 0,0 0 0 0 0,0 0 0 0 0,0-1-1 0 0,0 1 1 0 0,-1 0 0 0 0,1 0 0 0 0,0 0 0 0 0,0 0 0 0 0,0 0 0 0 0,0 0-1 0 0,0 0 1 0 0,0 0 0 0 0,-1-1 0 0 0,1 1 0 0 0,0 0 0 0 0,0 0-1 0 0,0 0 1 0 0,0 0 0 0 0,0 0 0 0 0,-1 0 0 0 0,1 0 0 0 0,0 0-1 0 0,0 0 1 0 0,0 0 0 0 0,0 0 0 0 0,-1 0 0 0 0,1 0 0 0 0,0 0-1 0 0,0 0 1 0 0,0 0 0 0 0,0 0 0 0 0,-1 0 0 0 0,1 0 0 0 0,0 1 0 0 0,0-1-1 0 0,0 0 1 0 0,-9 12 1214 0 0,-7 22 487 0 0,7-6-596 0 0,1-1 1 0 0,1 2-1 0 0,-5 41 1 0 0,0 90 1682 0 0,7-71-1902 0 0,-10 84 304 0 0,-7 120-1436 0 0,21-254-1884 0 0,3-16-3431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56 258 1760 0 0,'-55'-58'11995'0'0,"54"57"-11101"0"0,1 0-865 0 0,0 1-1 0 0,1-1 1 0 0,-1 1-1 0 0,0-1 0 0 0,0 1 1 0 0,1-1-1 0 0,-1 1 1 0 0,1-1-1 0 0,-1 1 1 0 0,0 0-1 0 0,1-1 0 0 0,-1 1 1 0 0,1 0-1 0 0,-1-1 1 0 0,0 1-1 0 0,1 0 1 0 0,-1-1-1 0 0,1 1 0 0 0,-1 0 1 0 0,1 0-1 0 0,-1 0 1 0 0,1 0-1 0 0,0-1 1 0 0,-1 1-1 0 0,1 0 0 0 0,-1 0 1 0 0,2 0-1 0 0,15-1 157 0 0,-16 1-173 0 0,119 0 517 0 0,12-1-321 0 0,-108 0-278 0 0,1-2-1 0 0,-1-1 1 0 0,32-8-1 0 0,-48 9-3 0 0,1 0 0 0 0,-1 0 0 0 0,1-1 0 0 0,-1 0 0 0 0,-1 0-1 0 0,1-1 1 0 0,0 0 0 0 0,-1-1 0 0 0,0 1 0 0 0,11-13 0 0 0,-6 3-13 0 0,0 0 1 0 0,-1-1 0 0 0,-1-1 0 0 0,11-24 0 0 0,-19 38-24 0 0,-8 12 138 0 0,-8 17 254 0 0,1 10 399 0 0,1 1-1 0 0,2 1 0 0 0,-7 52 0 0 0,-5 120 619 0 0,17-149-1119 0 0,2-23 10 0 0,-6 99 1423 0 0,9-135-920 0 0,6-9-651 0 0,0-1 1 0 0,-1 1 0 0 0,0-1-1 0 0,0-1 1 0 0,6-12 0 0 0,11-21-62 0 0,-13 29-12 0 0,1 0-1 0 0,0 0 1 0 0,1 1 0 0 0,1 1-1 0 0,0 0 1 0 0,0 0 0 0 0,25-16-1 0 0,-35 26 23 0 0,-1 0 0 0 0,1 0 0 0 0,-1 1 0 0 0,1-1 0 0 0,0 0 0 0 0,-1 0 0 0 0,1 1-1 0 0,0-1 1 0 0,-1 1 0 0 0,1-1 0 0 0,0 1 0 0 0,0 0 0 0 0,-1 0 0 0 0,1 0 0 0 0,0 0 0 0 0,0 0 0 0 0,0 0-1 0 0,-1 0 1 0 0,1 0 0 0 0,0 1 0 0 0,2 0 0 0 0,-2 0 7 0 0,0 1-1 0 0,0-1 1 0 0,-1 0 0 0 0,1 1-1 0 0,-1-1 1 0 0,1 1-1 0 0,-1 0 1 0 0,1-1 0 0 0,-1 1-1 0 0,0 0 1 0 0,0 0-1 0 0,0 0 1 0 0,0 0 0 0 0,0 0-1 0 0,0 2 1 0 0,2 7 9 0 0,0 0 0 0 0,-1 0 0 0 0,-1 0 0 0 0,0 1 0 0 0,0 13 0 0 0,-1-6-459 0 0,1 0 0 0 0,0 1 0 0 0,2-1 0 0 0,7 33 0 0 0,-8-46-99 0 0,0-1 1 0 0,1 1-1 0 0,-1 0 0 0 0,1-1 0 0 0,0 0 0 0 0,0 1 1 0 0,1-1-1 0 0,5 6 0 0 0,-7-9 19 0 0,1 1-1 0 0,0-1 1 0 0,0 1-1 0 0,0-1 1 0 0,0 0-1 0 0,1 0 1 0 0,-1 0-1 0 0,0-1 1 0 0,1 1-1 0 0,-1-1 1 0 0,1 0-1 0 0,0 0 1 0 0,-1 0-1 0 0,7 1 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3568 0 0,'14'-29'2368'0'0,"-1"1"0"0"0,-2-2 0 0 0,0 0 0 0 0,8-46 0 0 0,-16 66-1697 0 0,-3 7-112 0 0,-3 26-263 0 0,0-12-162 0 0,1 0 0 0 0,1 1-1 0 0,0-1 1 0 0,0 0 0 0 0,1 1 0 0 0,0-1-1 0 0,1 1 1 0 0,3 12 0 0 0,-3-20-34 0 0,0 1 1 0 0,0-1-1 0 0,0 0 1 0 0,1 0-1 0 0,-1 1 1 0 0,1-1-1 0 0,0 0 1 0 0,0 0-1 0 0,1-1 1 0 0,-1 1-1 0 0,1 0 1 0 0,-1-1-1 0 0,1 0 0 0 0,1 1 1 0 0,-1-1-1 0 0,0 0 1 0 0,1-1-1 0 0,-1 1 1 0 0,1-1-1 0 0,0 1 1 0 0,0-1-1 0 0,0 0 1 0 0,6 2-1 0 0,-6-3-32 0 0,1 0 0 0 0,-1 0-1 0 0,0 0 1 0 0,0-1-1 0 0,1 0 1 0 0,-1 1 0 0 0,1-2-1 0 0,-1 1 1 0 0,0 0 0 0 0,1-1-1 0 0,-1 0 1 0 0,0 0 0 0 0,0 0-1 0 0,0 0 1 0 0,0-1-1 0 0,5-2 1 0 0,-4 1-31 0 0,0-1 0 0 0,0 1 1 0 0,0-1-1 0 0,-1 0 0 0 0,1 0 0 0 0,-1 0 0 0 0,0-1 1 0 0,-1 1-1 0 0,1-1 0 0 0,5-10 0 0 0,-4 6-40 0 0,-1 1-1 0 0,-1-1 0 0 0,1 0 0 0 0,-1-1 1 0 0,-1 1-1 0 0,0 0 0 0 0,0-1 0 0 0,-1 1 1 0 0,0-1-1 0 0,0 0 0 0 0,-1 1 0 0 0,-1-1 1 0 0,0 1-1 0 0,-3-16 0 0 0,2 18-20 0 0,-1 0 0 0 0,0 1 1 0 0,-1 0-1 0 0,0-1 0 0 0,0 1 0 0 0,0 0 0 0 0,0 1 0 0 0,-1-1 1 0 0,0 1-1 0 0,0 0 0 0 0,-1 0 0 0 0,1 1 0 0 0,-1-1 1 0 0,0 1-1 0 0,0 0 0 0 0,-1 1 0 0 0,-6-4 0 0 0,9 5-169 0 0,0 1-1 0 0,0-1 1 0 0,0 0-1 0 0,-1 1 0 0 0,1 0 1 0 0,0 0-1 0 0,0 0 1 0 0,-1 1-1 0 0,1-1 1 0 0,0 1-1 0 0,-1 0 1 0 0,1 0-1 0 0,-1 0 1 0 0,1 1-1 0 0,0 0 0 0 0,0 0 1 0 0,-1 0-1 0 0,1 0 1 0 0,0 1-1 0 0,0-1 1 0 0,0 1-1 0 0,0 0 1 0 0,0 0-1 0 0,1 1 1 0 0,-1-1-1 0 0,1 1 0 0 0,-1 0 1 0 0,1-1-1 0 0,-4 6 1 0 0,6-7-80 0 0,0 1 0 0 0,0-1 0 0 0,0 0 1 0 0,0 1-1 0 0,1-1 0 0 0,-1 1 0 0 0,1-1 0 0 0,-1 0 0 0 0,1 1 1 0 0,-1-1-1 0 0,1 1 0 0 0,0-1 0 0 0,0 1 0 0 0,0-1 1 0 0,0 1-1 0 0,0 0 0 0 0,0-1 0 0 0,0 1 0 0 0,0-1 1 0 0,1 1-1 0 0,-1-1 0 0 0,1 1 0 0 0,-1-1 0 0 0,1 0 0 0 0,-1 1 1 0 0,1-1-1 0 0,0 0 0 0 0,0 1 0 0 0,0-1 0 0 0,-1 0 1 0 0,1 0-1 0 0,2 2 0 0 0,7 7-4137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6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850 191 1668 0 0,'1'-4'582'0'0,"0"-1"1"0"0,1 1-1 0 0,-2 0 0 0 0,1 0 0 0 0,0-1 0 0 0,-1 1 1 0 0,0 0-1 0 0,0-1 0 0 0,0 1 0 0 0,0 0 0 0 0,-1-1 0 0 0,0 1 1 0 0,0 0-1 0 0,0-1 0 0 0,0 1 0 0 0,-1 0 0 0 0,0 0 1 0 0,-3-6-1 0 0,4 9-525 0 0,0 0 1 0 0,-1 0 0 0 0,1 0-1 0 0,0 0 1 0 0,-1 0-1 0 0,1 1 1 0 0,-1-1-1 0 0,1 0 1 0 0,0 1-1 0 0,-1-1 1 0 0,0 1 0 0 0,1 0-1 0 0,-1-1 1 0 0,1 1-1 0 0,-1 0 1 0 0,1 0-1 0 0,-1 0 1 0 0,-2 0-1 0 0,-1 1 32 0 0,0-1 0 0 0,1 1-1 0 0,-1 0 1 0 0,1 0 0 0 0,-7 2-1 0 0,-5 5 104 0 0,1 0 0 0 0,0 1 0 0 0,0 1 0 0 0,1 0 0 0 0,1 1 0 0 0,0 0 0 0 0,0 1 0 0 0,1 1 0 0 0,1 0 0 0 0,-14 19 0 0 0,15-17-61 0 0,0 1 1 0 0,-13 28 0 0 0,6 8 66 0 0,15-48-178 0 0,1-1 1 0 0,1 0-1 0 0,-1 1 0 0 0,1-1 1 0 0,-1 1-1 0 0,1-1 0 0 0,0 1 0 0 0,0-1 1 0 0,0 0-1 0 0,1 1 0 0 0,-1-1 0 0 0,1 1 1 0 0,0-1-1 0 0,0 0 0 0 0,0 1 1 0 0,0-1-1 0 0,1 0 0 0 0,-1 0 0 0 0,1 0 1 0 0,0 0-1 0 0,0 0 0 0 0,0 0 0 0 0,0-1 1 0 0,0 1-1 0 0,0-1 0 0 0,1 1 0 0 0,0-1 1 0 0,-1 0-1 0 0,5 2 0 0 0,-6-3-12 0 0,1-1 0 0 0,0 1 0 0 0,0-1 0 0 0,0 0 0 0 0,0 1 0 0 0,0-1 0 0 0,0 0 0 0 0,0-1 0 0 0,0 1 0 0 0,0 0 0 0 0,0-1 0 0 0,0 1-1 0 0,0-1 1 0 0,0 1 0 0 0,0-1 0 0 0,1-1 0 0 0,29-16 43 0 0,-21 5-40 0 0,1 1 0 0 0,-2-2 0 0 0,0 1 0 0 0,0-1 0 0 0,-1-1 0 0 0,-1 0 0 0 0,7-17 0 0 0,16-26 153 0 0,-24 48-200 0 0,-3 10-12 0 0,-4 21 30 0 0,-78 553 4391 0 0,28-244-3023 0 0,36-263-982 0 0,-3-1 0 0 0,-48 120 0 0 0,59-172-174 0 0,-1 0-1 0 0,0 0 1 0 0,-1-1 0 0 0,0 0-1 0 0,-1 0 1 0 0,-1-1 0 0 0,0 0-1 0 0,-1-1 1 0 0,-23 20 0 0 0,28-27-85 0 0,0 0 1 0 0,0 0 0 0 0,-1 0-1 0 0,0-1 1 0 0,0 0-1 0 0,0 0 1 0 0,0-1 0 0 0,0 0-1 0 0,0 0 1 0 0,-1-1-1 0 0,1 0 1 0 0,-1 0 0 0 0,1-1-1 0 0,-1 0 1 0 0,1 0-1 0 0,-1 0 1 0 0,1-1 0 0 0,0 0-1 0 0,-1-1 1 0 0,1 0-1 0 0,0 0 1 0 0,-11-5 0 0 0,0-1-20 0 0,0-1 0 0 0,1-1 0 0 0,1-1 0 0 0,-1 0 1 0 0,2-2-1 0 0,-1 1 0 0 0,2-2 0 0 0,0 0 1 0 0,-24-30-1 0 0,27 29-91 0 0,0-1 0 0 0,1 0-1 0 0,1-1 1 0 0,0 0 0 0 0,1 0 0 0 0,1-1 0 0 0,1 0 0 0 0,0 0 0 0 0,1 0 0 0 0,-3-29 0 0 0,7 31-115 0 0,1-1 0 0 0,1 1 0 0 0,1 0 0 0 0,0 0 0 0 0,1 0 0 0 0,1 0 0 0 0,0 0 0 0 0,1 1 0 0 0,1 0 0 0 0,0 0 0 0 0,1 0 0 0 0,1 1 0 0 0,0 0 0 0 0,13-16 0 0 0,6-5-600 0 0,1 0 1 0 0,2 2-1 0 0,67-55 1 0 0,-31 34-581 0 0,78-45 0 0 0,80-35-745 0 0,-96 59 678 0 0,122-92 0 0 0,-227 149 1200 0 0,-1 0 0 0 0,19-23 0 0 0,-35 35 168 0 0,0-1 0 0 0,0 1 0 0 0,-1-1 0 0 0,-1-1 1 0 0,1 1-1 0 0,-1-1 0 0 0,0 1 0 0 0,-1-1 0 0 0,0 0 0 0 0,4-17 1 0 0,-6 24-5 0 0,-1 0 0 0 0,0 1 0 0 0,0-1 0 0 0,1 0 0 0 0,-1 0 0 0 0,0 0 1 0 0,0 0-1 0 0,0 0 0 0 0,0 0 0 0 0,0 0 0 0 0,-1 0 0 0 0,1 0 0 0 0,0 0 0 0 0,0 0 1 0 0,-1 0-1 0 0,1 0 0 0 0,-1 0 0 0 0,1 0 0 0 0,0 0 0 0 0,-1 0 0 0 0,-1-1 0 0 0,2 2 1 0 0,-1-1-1 0 0,0 1 0 0 0,0 0 1 0 0,0-1-1 0 0,0 1 0 0 0,1 0 1 0 0,-1 0-1 0 0,0-1 0 0 0,0 1 0 0 0,0 0 1 0 0,0 0-1 0 0,0 0 0 0 0,0 0 1 0 0,1 0-1 0 0,-1 0 0 0 0,0 0 1 0 0,0 1-1 0 0,-2-1 0 0 0,-2 2 15 0 0,-1 1 0 0 0,0-1-1 0 0,0 1 1 0 0,1 0-1 0 0,-7 4 1 0 0,-1 3 93 0 0,0 1 1 0 0,0 0-1 0 0,1 1 0 0 0,0 1 0 0 0,1-1 1 0 0,-13 21-1 0 0,10-11 57 0 0,1 0 0 0 0,1 1 0 0 0,-13 36 0 0 0,22-53-118 0 0,1 1-1 0 0,0 0 1 0 0,0 0-1 0 0,1 1 1 0 0,0-1-1 0 0,0 0 1 0 0,1 0-1 0 0,-1 1 1 0 0,2-1-1 0 0,-1 0 1 0 0,1 0-1 0 0,2 10 1 0 0,-1-12-21 0 0,0 0 0 0 0,0 0 0 0 0,0 0 0 0 0,0 0 1 0 0,1-1-1 0 0,-1 1 0 0 0,1-1 0 0 0,0 0 0 0 0,1 0 1 0 0,-1 0-1 0 0,1 0 0 0 0,0-1 0 0 0,0 1 0 0 0,0-1 1 0 0,0 0-1 0 0,0 0 0 0 0,8 3 0 0 0,-5-2-6 0 0,0-1 0 0 0,1 0-1 0 0,-1 0 1 0 0,1-1 0 0 0,-1 0 0 0 0,1 0-1 0 0,-1-1 1 0 0,1 0 0 0 0,0 0 0 0 0,0-1-1 0 0,0 0 1 0 0,-1-1 0 0 0,1 1 0 0 0,10-4-1 0 0,-11 3-12 0 0,0-2-1 0 0,-1 1 0 0 0,1-1 0 0 0,-1 0 0 0 0,0 0 0 0 0,0-1 0 0 0,-1 0 1 0 0,1 0-1 0 0,-1 0 0 0 0,1-1 0 0 0,-1 0 0 0 0,-1 0 0 0 0,1 0 0 0 0,-1 0 1 0 0,0-1-1 0 0,6-9 0 0 0,-1-3-39 0 0,0 0 0 0 0,-2-1 0 0 0,0 0 0 0 0,-1-1 0 0 0,0 1 0 0 0,-2-1 0 0 0,2-25 1 0 0,-2 1-67 0 0,-2 0 0 0 0,-4-56 0 0 0,2 98 97 0 0,-1-11-27 0 0,0 0 0 0 0,-1 1-1 0 0,0-1 1 0 0,-7-20-1 0 0,9 31 24 0 0,-1 0 0 0 0,0 0 0 0 0,1 0 0 0 0,-1 0 0 0 0,0 0 0 0 0,0 0 0 0 0,0 0 0 0 0,-1 0-1 0 0,1 1 1 0 0,0-1 0 0 0,-1 1 0 0 0,1-1 0 0 0,-1 1 0 0 0,1-1 0 0 0,-1 1 0 0 0,0 0 0 0 0,1-1 0 0 0,-1 1-1 0 0,0 0 1 0 0,0 0 0 0 0,0 1 0 0 0,0-1 0 0 0,0 0 0 0 0,0 1 0 0 0,0-1 0 0 0,0 1 0 0 0,0-1 0 0 0,0 1-1 0 0,0 0 1 0 0,0 0 0 0 0,0 0 0 0 0,-1 0 0 0 0,1 1 0 0 0,0-1 0 0 0,0 0 0 0 0,0 1 0 0 0,-2 0-1 0 0,-6 3 3 0 0,0 0 0 0 0,0 1 0 0 0,1 1 0 0 0,-1-1 0 0 0,1 1 0 0 0,1 1 0 0 0,-1-1 0 0 0,1 2 0 0 0,0-1-1 0 0,0 1 1 0 0,1 0 0 0 0,0 1 0 0 0,-8 13 0 0 0,5-6 43 0 0,1 0-1 0 0,0 1 1 0 0,1 0-1 0 0,1 0 1 0 0,1 0-1 0 0,0 1 1 0 0,-3 21-1 0 0,7-30-11 0 0,1-1 1 0 0,1 1-1 0 0,0 0 0 0 0,0 0 1 0 0,1-1-1 0 0,-1 1 0 0 0,2 0 0 0 0,0 0 1 0 0,0-1-1 0 0,0 1 0 0 0,1-1 0 0 0,0 0 1 0 0,1 0-1 0 0,7 13 0 0 0,-8-17-22 0 0,-1-1-1 0 0,1 1 0 0 0,0-1 1 0 0,0 1-1 0 0,0-1 0 0 0,0 0 1 0 0,1 0-1 0 0,-1 0 0 0 0,1-1 1 0 0,0 1-1 0 0,0-1 0 0 0,0 0 1 0 0,0 0-1 0 0,0 0 1 0 0,0-1-1 0 0,0 1 0 0 0,1-1 1 0 0,-1 0-1 0 0,0-1 0 0 0,1 1 1 0 0,-1-1-1 0 0,1 1 0 0 0,-1-1 1 0 0,1-1-1 0 0,-1 1 0 0 0,1 0 1 0 0,-1-1-1 0 0,1 0 1 0 0,-1 0-1 0 0,6-3 0 0 0,1 0-7 0 0,0-1 0 0 0,0 0 0 0 0,-1-1 0 0 0,1 0-1 0 0,-1-1 1 0 0,-1 0 0 0 0,12-11 0 0 0,59-66-239 0 0,-28 28-37 0 0,-8 10-26 0 0,-44 45 302 0 0,1 0 0 0 0,0 1 0 0 0,0-1 0 0 0,-1 0 1 0 0,1 1-1 0 0,0-1 0 0 0,0 1 0 0 0,0-1 1 0 0,0 1-1 0 0,-1 0 0 0 0,1-1 0 0 0,0 1 1 0 0,0 0-1 0 0,0-1 0 0 0,0 1 0 0 0,0 0 1 0 0,0 0-1 0 0,0 0 0 0 0,0 0 0 0 0,0 0 1 0 0,0 0-1 0 0,0 0 0 0 0,0 0 0 0 0,0 1 0 0 0,0-1 1 0 0,0 0-1 0 0,0 0 0 0 0,-1 1 0 0 0,1-1 1 0 0,0 1-1 0 0,0-1 0 0 0,0 1 0 0 0,0-1 1 0 0,-1 1-1 0 0,1-1 0 0 0,0 1 0 0 0,0 0 1 0 0,-1-1-1 0 0,1 1 0 0 0,0 1 0 0 0,2 1 24 0 0,-1 0 0 0 0,1 1-1 0 0,-1-1 1 0 0,0 0 0 0 0,0 1-1 0 0,0 0 1 0 0,2 6 0 0 0,3 22 16 0 0,-1 0 1 0 0,-1 1-1 0 0,-1 0 1 0 0,-2 38 0 0 0,-2-70 62 0 0,0 0 1 0 0,-1 1-1 0 0,1-1 1 0 0,0 0 0 0 0,0 1-1 0 0,1-1 1 0 0,-1 0 0 0 0,0 1-1 0 0,0-1 1 0 0,1 0 0 0 0,-1 0-1 0 0,0 1 1 0 0,1-1 0 0 0,0 0-1 0 0,-1 0 1 0 0,1 0 0 0 0,0 0-1 0 0,0 1 1 0 0,0-1-77 0 0,-1-1 0 0 0,1 0-1 0 0,0 0 1 0 0,-1 0 0 0 0,1 0 0 0 0,-1 0 0 0 0,1 0-1 0 0,0 0 1 0 0,-1 0 0 0 0,1 0 0 0 0,-1 0 0 0 0,1-1-1 0 0,0 1 1 0 0,-1 0 0 0 0,1 0 0 0 0,-1-1 0 0 0,1 1-1 0 0,-1 0 1 0 0,1 0 0 0 0,-1-1 0 0 0,1 1 0 0 0,-1-1 0 0 0,1 1-1 0 0,-1 0 1 0 0,1-1 0 0 0,-1 0 0 0 0,9-8-65 0 0,-1 0 0 0 0,12-20 0 0 0,-12 17 206 0 0,143-179-707 0 0,-151 190 541 0 0,1 0 0 0 0,0 0 0 0 0,-1 0 0 0 0,1 0-1 0 0,0 1 1 0 0,0-1 0 0 0,0 0 0 0 0,-1 1 0 0 0,1-1 0 0 0,0 0 0 0 0,0 1 0 0 0,0-1 0 0 0,0 1 0 0 0,0 0 0 0 0,0-1 0 0 0,0 1 0 0 0,0 0 0 0 0,0-1 0 0 0,1 1 0 0 0,-1 0 0 0 0,0 0 0 0 0,0 0-1 0 0,0 0 1 0 0,0 0 0 0 0,0 0 0 0 0,0 0 0 0 0,0 1 0 0 0,0-1 0 0 0,0 0 0 0 0,0 1 0 0 0,1-1 0 0 0,-1 0 0 0 0,0 1 0 0 0,-1-1 0 0 0,1 1 0 0 0,0 0 0 0 0,0-1 0 0 0,0 1 0 0 0,0 0 0 0 0,0-1-1 0 0,-1 1 1 0 0,1 0 0 0 0,0 0 0 0 0,0 0 0 0 0,-1 0 0 0 0,1 0 0 0 0,-1 0 0 0 0,1 0 0 0 0,-1 0 0 0 0,1 0 0 0 0,-1 0 0 0 0,0 0 0 0 0,1 0 0 0 0,-1 0 0 0 0,0 0 0 0 0,0 0 0 0 0,0 0 0 0 0,0 0-1 0 0,0 2 1 0 0,0 17 32 0 0,0-1 0 0 0,-1 1 0 0 0,-1-1 0 0 0,-1 1 0 0 0,-1-1-1 0 0,-7 22 1 0 0,-5 29-1956 0 0,14-57-958 0 0,0 0 0 0 0,2 20 0 0 0,0-32 2650 0 0,0 0-1 0 0,0-1 1 0 0,1 1 0 0 0,-1-1 0 0 0,0 1-1 0 0,1-1 1 0 0,-1 1 0 0 0,1-1 0 0 0,-1 1 0 0 0,1-1-1 0 0,-1 1 1 0 0,0-1 0 0 0,1 1 0 0 0,0-1-1 0 0,-1 0 1 0 0,1 1 0 0 0,-1-1 0 0 0,1 0 0 0 0,-1 1-1 0 0,1-1 1 0 0,0 0 0 0 0,0 0 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244 593 1316 0 0,'8'-14'1581'0'0,"19"-40"4206"0"0,-26 50-5401 0 0,1 0 1 0 0,-1-1-1 0 0,0 1 1 0 0,0-1-1 0 0,0 0 1 0 0,0 1-1 0 0,-1-1 1 0 0,0 0-1 0 0,0 1 1 0 0,-1-7-1 0 0,1 10-344 0 0,0 0-1 0 0,0 0 1 0 0,-1-1-1 0 0,1 1 1 0 0,0 0 0 0 0,-1-1-1 0 0,0 1 1 0 0,1 0-1 0 0,-1 0 1 0 0,0 0-1 0 0,1 0 1 0 0,-1 0-1 0 0,0 0 1 0 0,0 0-1 0 0,0 0 1 0 0,0 0 0 0 0,0 0-1 0 0,0 0 1 0 0,0 0-1 0 0,0 1 1 0 0,0-1-1 0 0,-1 0 1 0 0,1 1-1 0 0,0-1 1 0 0,0 1 0 0 0,-1-1-1 0 0,1 1 1 0 0,0 0-1 0 0,-1 0 1 0 0,1-1-1 0 0,0 1 1 0 0,-1 0-1 0 0,1 0 1 0 0,0 0 0 0 0,-1 0-1 0 0,1 1 1 0 0,0-1-1 0 0,-1 0 1 0 0,-1 1-1 0 0,-4 1 31 0 0,-1 0 1 0 0,1 1-1 0 0,0-1 0 0 0,0 1 0 0 0,-9 6 0 0 0,0 1 107 0 0,1 0-1 0 0,1 1 1 0 0,0 0-1 0 0,0 1 0 0 0,1 1 1 0 0,1 0-1 0 0,-16 21 1 0 0,19-22-71 0 0,1 0 0 0 0,1 1 1 0 0,0 0-1 0 0,0 0 0 0 0,1 1 0 0 0,1-1 1 0 0,0 1-1 0 0,1 1 0 0 0,-4 22 0 0 0,8-34-84 0 0,0 0 0 0 0,-1-1 0 0 0,1 1 1 0 0,0 0-1 0 0,0 0 0 0 0,0-1 0 0 0,1 1 0 0 0,-1 0 0 0 0,1-1 0 0 0,-1 1 0 0 0,1 0 0 0 0,0-1 0 0 0,0 1 0 0 0,0-1 0 0 0,0 1 0 0 0,1-1 0 0 0,-1 0 0 0 0,1 0 0 0 0,-1 1 1 0 0,1-1-1 0 0,0 0 0 0 0,0 0 0 0 0,0 0 0 0 0,0-1 0 0 0,0 1 0 0 0,0 0 0 0 0,0-1 0 0 0,1 0 0 0 0,-1 1 0 0 0,1-1 0 0 0,-1 0 0 0 0,1 0 0 0 0,-1 0 0 0 0,1-1 1 0 0,-1 1-1 0 0,1 0 0 0 0,0-1 0 0 0,0 0 0 0 0,-1 0 0 0 0,1 0 0 0 0,0 0 0 0 0,3 0 0 0 0,0-2-12 0 0,1 1 0 0 0,-1-1 0 0 0,0 0-1 0 0,0 0 1 0 0,-1-1 0 0 0,1 1 0 0 0,0-2 0 0 0,-1 1 0 0 0,1 0 0 0 0,-1-1-1 0 0,0 0 1 0 0,0 0 0 0 0,-1-1 0 0 0,6-6 0 0 0,1-1-51 0 0,-1-1-1 0 0,0 0 1 0 0,-1-1 0 0 0,9-19 0 0 0,45-108 1412 0 0,-63 140-1360 0 0,-2 24-17 0 0,-6 40 63 0 0,5-42 2 0 0,0-1 0 0 0,1 1 0 0 0,1 0 0 0 0,3 30 0 0 0,-2-48 53 0 0,1 1 1 0 0,0 0-1 0 0,-1-1 1 0 0,1 1-1 0 0,0-1 1 0 0,1 1-1 0 0,-1-1 1 0 0,1 0-1 0 0,-1 1 1 0 0,1-1 0 0 0,3 4-1 0 0,-4-6-54 0 0,1 1 0 0 0,0-1 0 0 0,-1 1-1 0 0,1-1 1 0 0,0 0 0 0 0,0 0 0 0 0,0 0 0 0 0,0 0 0 0 0,0 0-1 0 0,0-1 1 0 0,0 1 0 0 0,0-1 0 0 0,0 1 0 0 0,0-1-1 0 0,0 0 1 0 0,1 1 0 0 0,-1-1 0 0 0,0 0 0 0 0,0-1 0 0 0,4 1-1 0 0,-1-1-32 0 0,1-1-1 0 0,-1 1 0 0 0,0-1 1 0 0,0 0-1 0 0,0-1 0 0 0,0 1 1 0 0,0-1-1 0 0,0 0 0 0 0,-1 0 1 0 0,0 0-1 0 0,1-1 1 0 0,5-5-1 0 0,5-7 0 0 0,22-28 0 0 0,-37 44-27 0 0,40-57-22 0 0,-3-2-1 0 0,-2-1 0 0 0,-4-2 0 0 0,-1-1 0 0 0,25-83 0 0 0,-41 107-4 0 0,-1-1-1 0 0,-3-1 1 0 0,11-80 0 0 0,-20 121 23 0 0,-1-1 1 0 0,0 0-1 0 0,0 0 1 0 0,0 0-1 0 0,0 1 1 0 0,0-1-1 0 0,0 0 0 0 0,0 0 1 0 0,0 0-1 0 0,0 0 1 0 0,0 1-1 0 0,0-1 1 0 0,-1 0-1 0 0,1 0 1 0 0,0 0-1 0 0,-1 1 0 0 0,1-1 1 0 0,0 0-1 0 0,-1 0 1 0 0,1 1-1 0 0,-1-1 1 0 0,1 0-1 0 0,-1 1 1 0 0,0-1-1 0 0,1 1 1 0 0,-1-1-1 0 0,1 1 0 0 0,-1-1 1 0 0,0 1-1 0 0,0-1 1 0 0,-1 0-1 0 0,1 1 1 0 0,-1 0-1 0 0,1 0 0 0 0,-1 0 1 0 0,1 0-1 0 0,-1 0 0 0 0,1 0 1 0 0,-1 0-1 0 0,1 1 0 0 0,-1-1 1 0 0,1 1-1 0 0,0-1 0 0 0,-1 1 1 0 0,1-1-1 0 0,0 1 0 0 0,-3 1 1 0 0,-2 3-17 0 0,-1 0 0 0 0,1 0 1 0 0,0 1-1 0 0,0 0 0 0 0,0 0 0 0 0,1 1 1 0 0,0 0-1 0 0,-8 14 0 0 0,0 3-94 0 0,-13 34-1 0 0,14-24 165 0 0,2-1 0 0 0,1 1 0 0 0,1 1 1 0 0,2 0-1 0 0,2 0 0 0 0,1 0 0 0 0,1 0 1 0 0,7 69-1 0 0,-1-72-1746 0 0,1-1-1 0 0,2 0 1 0 0,12 34-1 0 0,-8-39-3667 0 0,1-2-2952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18 1712 0 0,'0'0'14490'0'0,"-7"-11"-8979"0"0,4 9-7799 0 0,-11-3-8004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92 908 0 0,'-10'-10'4900'0'0,"1"-2"-2305"0"0,0 0 1 0 0,-8-16-1 0 0,7 10-748 0 0,9 17-1574 0 0,-3-7 175 0 0,8 13-149 0 0,0 0-277 0 0,-1 0-1 0 0,0 0 1 0 0,0 0 0 0 0,0 1-1 0 0,-1-1 1 0 0,4 12 0 0 0,1-1 31 0 0,7 23-46 0 0,16 61 0 0 0,-6-14 1533 0 0,-23-82-1015 0 0,5 11 2741 0 0,-2-15-1842 0 0,2-7-981 0 0,4-17-191 0 0,-1-1 1 0 0,-2 0-1 0 0,6-30 1 0 0,2-5-175 0 0,16-29-2721 0 0,-30 87 2396 0 0,-1 0 0 0 0,1 1 0 0 0,0-1-1 0 0,0 0 1 0 0,0 1 0 0 0,0-1 0 0 0,0 0-1 0 0,1 1 1 0 0,-1 0 0 0 0,0-1 0 0 0,1 1-1 0 0,-1 0 1 0 0,1-1 0 0 0,-1 1 0 0 0,1 0-1 0 0,0 0 1 0 0,-1 0 0 0 0,1 0 0 0 0,0 1-1 0 0,0-1 1 0 0,2 0 0 0 0,1 0-1100 0 0,0 1 0 0 0,0-1 0 0 0,0 1 0 0 0,0 0-1 0 0,9 2 1 0 0,-8-2-561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43 2168 0 0,'1'-7'2753'0'0,"1"1"0"0"0,-1-1 0 0 0,-1 1 0 0 0,1-11 2341 0 0,-8 40-4791 0 0,-3 36-512 0 0,3 1-1 0 0,2 0 0 0 0,5 102 1 0 0,1-157-725 0 0,0-1 0 0 0,0 0 0 0 0,0 0 0 0 0,0 1 0 0 0,0-1 0 0 0,1 0 1 0 0,2 4-1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19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2128 0 0,'3'-77'8665'0'0,"13"83"-7388"0"0,-10-1-986 0 0,0 1 1 0 0,0-1 0 0 0,0 1-1 0 0,0 0 1 0 0,-1 1-1 0 0,0-1 1 0 0,5 11 0 0 0,-3-7 7 0 0,16 27 124 0 0,-1 1 1 0 0,-3 1-1 0 0,-1 1 0 0 0,-1 1 1 0 0,-3 0-1 0 0,-1 0 0 0 0,-2 2 1 0 0,-2-1-1 0 0,4 56 0 0 0,-7-18-239 0 0,-3-1 0 0 0,-4 1 0 0 0,-4-1 0 0 0,-16 95-1 0 0,8-105-102 0 0,-3-1-1 0 0,-3 0 0 0 0,-49 117 1 0 0,45-135-2711 0 0,-35 54 1 0 0,41-85-4035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556 592 1500 0 0,'1'0'357'0'0,"-1"0"0"0"0,1 0 0 0 0,0 0 0 0 0,0 1 0 0 0,-1-1 0 0 0,1 0 0 0 0,0 1 1 0 0,-1-1-1 0 0,1 1 0 0 0,-1-1 0 0 0,1 1 0 0 0,0-1 0 0 0,-1 1 0 0 0,1-1 0 0 0,-1 1 0 0 0,1-1 0 0 0,-1 1 0 0 0,1 0 0 0 0,-1-1 0 0 0,1 3 1297 0 0,-2-1-1186 0 0,-1 0-1 0 0,1-1 1 0 0,-1 1-1 0 0,1-1 1 0 0,-1 0 0 0 0,0 1-1 0 0,0-1 1 0 0,0 0-1 0 0,0 0 1 0 0,0 0 0 0 0,0-1-1 0 0,0 1 1 0 0,0 0-1 0 0,-2 0 1 0 0,-8 0 229 0 0,0 0 0 0 0,0 0 0 0 0,0-1 0 0 0,0 0 0 0 0,0-1 0 0 0,0-1 0 0 0,-21-5 0 0 0,26 5-630 0 0,1-1 0 0 0,-1 0 1 0 0,1-1-1 0 0,-1 1 0 0 0,1-1 1 0 0,0 0-1 0 0,0 0 0 0 0,1-1 1 0 0,-1 0-1 0 0,1 0 0 0 0,0 0 1 0 0,1-1-1 0 0,-1 0 0 0 0,1 0 1 0 0,0 0-1 0 0,0 0 0 0 0,1 0 0 0 0,0-1 1 0 0,0 0-1 0 0,1 1 0 0 0,-1-1 1 0 0,1 0-1 0 0,1 0 0 0 0,-1 0 1 0 0,1-1-1 0 0,1 1 0 0 0,-1 0 1 0 0,1 0-1 0 0,1-1 0 0 0,-1 1 1 0 0,4-14-1 0 0,4-6-68 0 0,1 1 1 0 0,2 0-1 0 0,1 0 1 0 0,19-31-1 0 0,8-16 8 0 0,45-107-28 0 0,-82 178-308 0 0,-1 6 128 0 0,-1 19 68 0 0,-5 31 113 0 0,-13 310-234 0 0,5-52 317 0 0,7-247 5 0 0,-3 0-1 0 0,-28 106 1 0 0,35-162 35 0 0,-1 0 0 0 0,-1-1-1 0 0,0 1 1 0 0,0-1 0 0 0,0 1 0 0 0,-1-1 0 0 0,0 0 0 0 0,-1-1 0 0 0,-9 11-1 0 0,10-13-35 0 0,-1-1-1 0 0,1 0 0 0 0,-1 0 0 0 0,1 0 1 0 0,-1-1-1 0 0,0 0 0 0 0,0 0 0 0 0,-1 0 0 0 0,1-1 1 0 0,0 0-1 0 0,-1 0 0 0 0,0 0 0 0 0,-11 0 0 0 0,-1 0 42 0 0,1-1 0 0 0,-1-1 0 0 0,1-1 0 0 0,-1-1 0 0 0,-28-5 0 0 0,38 4-301 0 0,-1 1 0 0 0,0-1-1 0 0,1-1 1 0 0,0 0 0 0 0,0 0 0 0 0,0 0 0 0 0,0-2-1 0 0,1 1 1 0 0,0-1 0 0 0,0 0 0 0 0,-14-13 0 0 0,21 17-86 0 0,-1 1 1 0 0,1-1 0 0 0,0 0-1 0 0,0 1 1 0 0,-1-1 0 0 0,1 0-1 0 0,0 0 1 0 0,1 0 0 0 0,-1 0 0 0 0,0 0-1 0 0,0 0 1 0 0,1 0 0 0 0,-1 0-1 0 0,1 0 1 0 0,0 0 0 0 0,0 0-1 0 0,-1 0 1 0 0,1 0 0 0 0,1 0-1 0 0,-1-1 1 0 0,0 1 0 0 0,0 0 0 0 0,1 0-1 0 0,-1 0 1 0 0,2-4 0 0 0,1 2-752 0 0,-1-1 0 0 0,1 1 0 0 0,0 0 0 0 0,0 0 0 0 0,1 0 0 0 0,-1 0 0 0 0,1 0 0 0 0,0 1 0 0 0,6-6 0 0 0,6-1-3666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367 713 328 0 0,'0'-5'1040'0'0,"0"0"0"0"0,0 0-1 0 0,0 1 1 0 0,0-1 0 0 0,-1 0 0 0 0,0 1-1 0 0,0-1 1 0 0,-3-7 0 0 0,1 4-255 0 0,0 1 0 0 0,0 1 0 0 0,-1-1 0 0 0,0 0 0 0 0,-6-7 0 0 0,6 10-573 0 0,1-1-1 0 0,-2 0 1 0 0,1 1 0 0 0,0 0-1 0 0,-1 0 1 0 0,0 0 0 0 0,1 0-1 0 0,-1 1 1 0 0,-1 0 0 0 0,1 0-1 0 0,-1 0 1 0 0,1 1 0 0 0,-1 0-1 0 0,-11-3 1 0 0,11 4-186 0 0,0 1 0 0 0,1 1 0 0 0,-1-1 0 0 0,0 1 0 0 0,0 0 1 0 0,1 0-1 0 0,-1 1 0 0 0,1-1 0 0 0,-1 1 0 0 0,1 1 0 0 0,0-1 0 0 0,0 1 0 0 0,0-1 0 0 0,0 2 1 0 0,0-1-1 0 0,1 0 0 0 0,-6 6 0 0 0,-4 4-2 0 0,0 2 0 0 0,1-1 0 0 0,-17 25 0 0 0,17-20-24 0 0,1-1 1 0 0,1 2-1 0 0,-10 20 0 0 0,18-31 11 0 0,-1 0 0 0 0,1-1 0 0 0,1 1 0 0 0,-1 1 0 0 0,2-1 0 0 0,-1 0 0 0 0,1 0 0 0 0,1 1 0 0 0,-1-1 0 0 0,2 10 0 0 0,-1-17-4 0 0,1 0 1 0 0,-1 0-1 0 0,0 0 0 0 0,1 0 1 0 0,-1 0-1 0 0,1 0 0 0 0,0 0 1 0 0,0 0-1 0 0,0 0 0 0 0,0 0 1 0 0,0-1-1 0 0,0 1 0 0 0,0 0 1 0 0,0-1-1 0 0,1 1 0 0 0,-1 0 1 0 0,1-1-1 0 0,-1 0 0 0 0,1 1 1 0 0,0-1-1 0 0,-1 0 0 0 0,1 0 1 0 0,0 0-1 0 0,0 0 0 0 0,0 0 1 0 0,3 1-1 0 0,-1-1-1 0 0,0-1 1 0 0,1 1-1 0 0,-1-1 1 0 0,0 0 0 0 0,1 0-1 0 0,-1 0 1 0 0,0-1-1 0 0,1 1 1 0 0,-1-1-1 0 0,0 0 1 0 0,0 0-1 0 0,5-2 1 0 0,10-6-187 0 0,-1 0 0 0 0,0-1 1 0 0,0 0-1 0 0,-1-2 0 0 0,0 0 1 0 0,-1-1-1 0 0,-1 0 0 0 0,0-2 1 0 0,-1 0-1 0 0,17-22 0 0 0,-3-2-217 0 0,-1-1 0 0 0,-2-1-1 0 0,25-57 1 0 0,-11 4 522 0 0,-4-1 1 0 0,40-180-1 0 0,-69 249 143 0 0,-4 11-130 0 0,2 1 1 0 0,4-15 0 0 0,-7 28-113 0 0,-4 16-8 0 0,-63 266 555 0 0,7-35 327 0 0,50-198-838 0 0,2 1 0 0 0,3 0 0 0 0,1 56 1 0 0,4-96-42 0 0,-1 0 1 0 0,1 0 0 0 0,1 0-1 0 0,0 0 1 0 0,0 0-1 0 0,1-1 1 0 0,0 1 0 0 0,0 0-1 0 0,1-1 1 0 0,0 0 0 0 0,0 0-1 0 0,6 8 1 0 0,-6-12-34 0 0,-1 0 0 0 0,1 0 1 0 0,-1-1-1 0 0,1 1 0 0 0,0-1 0 0 0,1 0 1 0 0,-1 0-1 0 0,1 0 0 0 0,-1-1 1 0 0,1 1-1 0 0,0-1 0 0 0,0 0 0 0 0,-1-1 1 0 0,2 1-1 0 0,-1-1 0 0 0,0 0 0 0 0,0 0 1 0 0,0 0-1 0 0,0-1 0 0 0,1 0 0 0 0,-1 0 1 0 0,6-1-1 0 0,-4 0-31 0 0,1 0-1 0 0,-1 0 1 0 0,0-1-1 0 0,0 0 1 0 0,-1-1-1 0 0,1 1 1 0 0,0-1 0 0 0,-1-1-1 0 0,0 1 1 0 0,0-1-1 0 0,9-6 1 0 0,-7 2 12 0 0,0 1-1 0 0,0-2 1 0 0,0 1 0 0 0,-1-1 0 0 0,-1 0 0 0 0,11-18 0 0 0,-8 11 78 0 0,-2-1 0 0 0,0 0 0 0 0,-1 0 0 0 0,-1 0 0 0 0,0 0 0 0 0,-1-1 1 0 0,-1 0-1 0 0,-1 0 0 0 0,0-19 0 0 0,-8-21 306 0 0,6 57-352 0 0,0 1 0 0 0,0-1-1 0 0,-1 1 1 0 0,1-1 0 0 0,0 1 0 0 0,-1-1-1 0 0,1 1 1 0 0,0-1 0 0 0,-1 1-1 0 0,1-1 1 0 0,-1 1 0 0 0,1-1 0 0 0,-1 1-1 0 0,1-1 1 0 0,-1 1 0 0 0,1 0-1 0 0,-1-1 1 0 0,1 1 0 0 0,-1 0 0 0 0,0 0-1 0 0,1-1 1 0 0,-1 1 0 0 0,1 0-1 0 0,-1 0 1 0 0,0 0 0 0 0,1 0 0 0 0,-1 0-1 0 0,0 0 1 0 0,1 0 0 0 0,-1 0-1 0 0,1 0 1 0 0,-1 0 0 0 0,0 0 0 0 0,1 0-1 0 0,-1 0 1 0 0,0 1 0 0 0,1-1-1 0 0,-1 0 1 0 0,0 1 0 0 0,-2 0-1 0 0,0 0 1 0 0,0 0-1 0 0,0 0 1 0 0,0 1-1 0 0,1-1 0 0 0,-1 1 1 0 0,-2 2-1 0 0,-4 6 2 0 0,-1 0 0 0 0,2 1-1 0 0,0 0 1 0 0,0 0 0 0 0,1 1 0 0 0,0 0-1 0 0,-9 24 1 0 0,5-5 3 0 0,0 2 0 0 0,-5 33-1 0 0,14-55 18 0 0,0-1 0 0 0,0 1 0 0 0,2 0 0 0 0,-1 0-1 0 0,1 0 1 0 0,1 0 0 0 0,0 0 0 0 0,0 0 0 0 0,6 19-1 0 0,-6-27-10 0 0,0 1-1 0 0,1-1 1 0 0,-1 0-1 0 0,1 1 0 0 0,0-1 1 0 0,0 0-1 0 0,0 0 1 0 0,0 0-1 0 0,0 0 0 0 0,1 0 1 0 0,-1-1-1 0 0,1 1 1 0 0,0-1-1 0 0,-1 0 0 0 0,1 1 1 0 0,0-1-1 0 0,1 0 1 0 0,-1-1-1 0 0,0 1 0 0 0,1-1 1 0 0,-1 1-1 0 0,0-1 1 0 0,1 0-1 0 0,0 0 0 0 0,-1-1 1 0 0,1 1-1 0 0,-1-1 1 0 0,1 0-1 0 0,0 0 0 0 0,-1 0 1 0 0,1 0-1 0 0,4-1 1 0 0,0 0-14 0 0,1-1 0 0 0,-1 0 1 0 0,1-1-1 0 0,-1 0 0 0 0,0 0 1 0 0,0-1-1 0 0,0 1 1 0 0,0-2-1 0 0,-1 1 0 0 0,0-1 1 0 0,0 0-1 0 0,0-1 0 0 0,6-6 1 0 0,9-11-109 0 0,0-1 0 0 0,21-33 0 0 0,-14 18 75 0 0,-2 2-9 0 0,-21 26 9 0 0,1 1 0 0 0,1-1 0 0 0,0 2 1 0 0,0-1-1 0 0,14-10 0 0 0,-19 18 3 0 0,-1 1 30 0 0,-1 1-1 0 0,1 0 1 0 0,0-1 0 0 0,-1 1 0 0 0,1 0-1 0 0,0 0 1 0 0,-1 0 0 0 0,1 0-1 0 0,0 0 1 0 0,-1 0 0 0 0,1 1-1 0 0,-1-1 1 0 0,1 1 0 0 0,0-1 0 0 0,-1 1-1 0 0,1-1 1 0 0,-1 1 0 0 0,1 0-1 0 0,-1 0 1 0 0,0-1 0 0 0,1 1 0 0 0,-1 0-1 0 0,0 1 1 0 0,1-1 0 0 0,-1 0-1 0 0,0 0 1 0 0,0 0 0 0 0,0 1-1 0 0,0-1 1 0 0,0 0 0 0 0,0 1 0 0 0,-1-1-1 0 0,1 1 1 0 0,0-1 0 0 0,-1 1-1 0 0,1-1 1 0 0,-1 3 0 0 0,2-1-6 0 0,9 24 25 0 0,-1 1 0 0 0,-1 0 1 0 0,-2 0-1 0 0,-1 0 0 0 0,-1 1 0 0 0,-1 0 0 0 0,-1 0 1 0 0,-2 0-1 0 0,-3 39 0 0 0,1-65 78 0 0,1 0-1 0 0,0 0 1 0 0,-1 0-1 0 0,0-1 1 0 0,0 1-1 0 0,0 0 1 0 0,0 0 0 0 0,0-1-1 0 0,0 1 1 0 0,-2 2-1 0 0,2-4 64 0 0,-10-9 167 0 0,9 2-309 0 0,0-1 0 0 0,0 0-1 0 0,1 0 1 0 0,0 0 0 0 0,0 0-1 0 0,1 0 1 0 0,0 0 0 0 0,0 0 0 0 0,1 0-1 0 0,0 0 1 0 0,0 0 0 0 0,0 0 0 0 0,1 0-1 0 0,4-9 1 0 0,2-7-23 0 0,2-1 0 0 0,22-37 0 0 0,-22 44-4 0 0,1 1-1 0 0,1 0 0 0 0,0 1 0 0 0,16-15 0 0 0,-21 23-2 0 0,0 0 0 0 0,1 0 0 0 0,0 1 1 0 0,0 1-1 0 0,0-1 0 0 0,1 1 0 0 0,-1 1 0 0 0,1-1 0 0 0,17-4 0 0 0,-23 8 8 0 0,0 0 0 0 0,-1 1 0 0 0,1-1-1 0 0,0 1 1 0 0,0 0 0 0 0,0-1 0 0 0,-1 1-1 0 0,1 1 1 0 0,0-1 0 0 0,0 0 0 0 0,0 1 0 0 0,0-1-1 0 0,-1 1 1 0 0,1 0 0 0 0,0 0 0 0 0,-1 0 0 0 0,1 0-1 0 0,-1 1 1 0 0,5 2 0 0 0,-4-2 1 0 0,0 1 0 0 0,-1 0 0 0 0,1 0 1 0 0,-1 1-1 0 0,1-1 0 0 0,-1 0 0 0 0,0 1 0 0 0,0-1 0 0 0,0 1 0 0 0,-1 0 0 0 0,1 0 1 0 0,0 4-1 0 0,1 8-3 0 0,0-1 1 0 0,-1 1 0 0 0,-1-1-1 0 0,0 1 1 0 0,-3 28-1 0 0,-2-15-29 0 0,1-9 63 0 0,2 0 0 0 0,-1 20 0 0 0,2-35-58 0 0,1-1 0 0 0,-1 1 0 0 0,1-1 0 0 0,-1 0 0 0 0,1 0 0 0 0,1 1 0 0 0,-1-1-1 0 0,0 0 1 0 0,1 0 0 0 0,0 0 0 0 0,0 0 0 0 0,0 0 0 0 0,1-1 0 0 0,4 7 0 0 0,-3-7-141 0 0,0 0-1 0 0,0 0 1 0 0,0-1-1 0 0,0 0 1 0 0,0 1-1 0 0,0-1 1 0 0,0-1-1 0 0,1 1 1 0 0,-1-1 0 0 0,1 0-1 0 0,-1 0 1 0 0,1 0-1 0 0,0 0 1 0 0,-1-1-1 0 0,1 0 1 0 0,8-1-1 0 0,-2 1-381 0 0,1-2-1 0 0,0 0 1 0 0,0 0-1 0 0,-1-1 1 0 0,17-6-1 0 0,-14 2 179 0 0,-1 0-1 0 0,0 0 1 0 0,0-2-1 0 0,-1 1 1 0 0,0-2-1 0 0,0 1 0 0 0,-1-2 1 0 0,-1 1-1 0 0,0-2 1 0 0,17-22-1 0 0,-3-3 111 0 0,0-1 0 0 0,24-58 0 0 0,-17 26 850 0 0,-4-2 0 0 0,23-94-1 0 0,12-156 5181 0 0,-50 246-3949 0 0,-12 74-1450 0 0,-2 4-296 0 0,-2 3-46 0 0,0 0 0 0 0,1 0 1 0 0,-1 1-1 0 0,1-1 1 0 0,0 1-1 0 0,0 0 0 0 0,-2 7 1 0 0,-15 52 389 0 0,12-35-99 0 0,-29 90 566 0 0,5 2 0 0 0,-25 187 1 0 0,54-280-841 0 0,-2 10 84 0 0,2 0 1 0 0,2 40 0 0 0,2-69-134 0 0,-1 0 1 0 0,2 0 0 0 0,-1-1-1 0 0,1 1 1 0 0,1 0-1 0 0,-1-1 1 0 0,2 1 0 0 0,-1-1-1 0 0,1 0 1 0 0,1 0-1 0 0,0-1 1 0 0,0 1 0 0 0,8 9-1 0 0,-9-14-128 0 0,0 0-1 0 0,0-1 0 0 0,0 1 1 0 0,0-1-1 0 0,0 0 0 0 0,1 0 1 0 0,0-1-1 0 0,-1 0 0 0 0,1 1 0 0 0,0-1 1 0 0,0-1-1 0 0,0 1 0 0 0,0-1 1 0 0,1 0-1 0 0,-1 0 0 0 0,0 0 1 0 0,0-1-1 0 0,1 0 0 0 0,-1 0 1 0 0,0 0-1 0 0,1-1 0 0 0,-1 1 1 0 0,0-1-1 0 0,0-1 0 0 0,0 1 1 0 0,0-1-1 0 0,0 0 0 0 0,0 0 1 0 0,0 0-1 0 0,0-1 0 0 0,-1 1 1 0 0,1-1-1 0 0,-1 0 0 0 0,0-1 0 0 0,5-3 1 0 0,5-9 155 0 0,-1 0 0 0 0,-1 0 0 0 0,0-1 0 0 0,-1-1 0 0 0,0 0 0 0 0,-2 0 0 0 0,13-33 0 0 0,-2-10 2700 0 0,15-73 1 0 0,-27 104-1872 0 0,-8 27-773 0 0,3-3 156 0 0,-9 90 916 0 0,3-56-685 0 0,1 0-1 0 0,3 44 1 0 0,1-51-328 0 0,3 26 186 0 0,-5-43-302 0 0,1-1 1 0 0,0 0-1 0 0,0 0 1 0 0,0 0-1 0 0,0 0 1 0 0,0 0-1 0 0,1 0 1 0 0,-1 0-1 0 0,1 0 0 0 0,0-1 1 0 0,2 4-1 0 0,-2-5-183 0 0,-1 0 1 0 0,0 0-1 0 0,1 0 0 0 0,-1 0 0 0 0,0 0 0 0 0,1-1 0 0 0,0 1 0 0 0,-1 0 0 0 0,1-1 0 0 0,-1 1 0 0 0,1-1 0 0 0,0 1 1 0 0,-1-1-1 0 0,1 0 0 0 0,0 0 0 0 0,-1 0 0 0 0,1 0 0 0 0,0 0 0 0 0,-1 0 0 0 0,1 0 0 0 0,0-1 0 0 0,-1 1 0 0 0,1-1 0 0 0,-1 1 1 0 0,1-1-1 0 0,-1 1 0 0 0,1-1 0 0 0,-1 0 0 0 0,1 0 0 0 0,-1 0 0 0 0,1 0 0 0 0,1-2 0 0 0,4-2-1890 0 0,0-1 0 0 0,-1 0 0 0 0,0 0 1 0 0,10-12-1 0 0,-1-3-5418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49 128 2996 0 0,'-14'-53'9542'0'0,"2"6"-3555"0"0,8 34-4167 0 0,0 4-4341 0 0,3 9 2196 0 0,1-1-1 0 0,0 1 1 0 0,0-1-1 0 0,-1 1 1 0 0,1 0 0 0 0,-1-1-1 0 0,1 1 1 0 0,0 0-1 0 0,-1-1 1 0 0,1 1 0 0 0,-1 0-1 0 0,1-1 1 0 0,-1 1-1 0 0,1 0 1 0 0,-1 0 0 0 0,1 0-1 0 0,-1 0 1 0 0,1-1-1 0 0,-1 1 1 0 0,1 0 0 0 0,-1 0-1 0 0,1 0 1 0 0,-1 0-1 0 0,1 0 1 0 0,-1 0 0 0 0,1 0-1 0 0,-1 0 1 0 0,-1 1-1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2100 0 0,'-98'1'12579'0'0,"37"-1"-6175"0"0,55 2-5325 0 0,18 2-790 0 0,23 3-498 0 0,19-5-1330 0 0,53 2-2869 0 0,-36-5-2266 0 0,-27-1-543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59 1408 0 0,'0'-17'7531'0'0,"0"-12"1163"0"0,0 27-7519 0 0,2-8 5137 0 0,-4 71-2889 0 0,-20 119 1 0 0,-29 59-2306 0 0,-11 70-3835 0 0,60-297 1685 0 0,1 0 0 0 0,0 0 1 0 0,1 0-1 0 0,0 1 0 0 0,3 12 0 0 0,-2-21 277 0 0,0 1 0 0 0,0 0 0 0 0,1 0 0 0 0,0 0-1 0 0,0 0 1 0 0,3 5 0 0 0,-3-7-32 0 0,0 0-1 0 0,0 0 0 0 0,1 0 1 0 0,-1-1-1 0 0,0 1 1 0 0,1-1-1 0 0,0 0 0 0 0,0 1 1 0 0,-1-1-1 0 0,5 2 1 0 0,11 3-7037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216 114 1772 0 0,'4'-114'18032'0'0,"-9"146"-17180"0"0,0-6-483 0 0,4-10-193 0 0,0 1 1 0 0,2-1-1 0 0,0 0 1 0 0,1 0-1 0 0,0 0 1 0 0,1 0 0 0 0,6 17-1 0 0,-8-29-152 0 0,1 0-1 0 0,-1 0 1 0 0,1 0 0 0 0,0 0-1 0 0,0-1 1 0 0,0 1 0 0 0,1 0-1 0 0,-1-1 1 0 0,1 0-1 0 0,0 1 1 0 0,0-1 0 0 0,0 0-1 0 0,0-1 1 0 0,0 1 0 0 0,1 0-1 0 0,0-1 1 0 0,-1 0 0 0 0,1 0-1 0 0,0 0 1 0 0,0 0-1 0 0,0-1 1 0 0,0 1 0 0 0,0-1-1 0 0,0 0 1 0 0,0 0 0 0 0,1-1-1 0 0,-1 1 1 0 0,0-1 0 0 0,1 0-1 0 0,-1 0 1 0 0,7-1-1 0 0,-5 0-13 0 0,1 0-1 0 0,-1-1 1 0 0,1 0-1 0 0,-1 0 1 0 0,0 0-1 0 0,0-1 0 0 0,0 1 1 0 0,0-2-1 0 0,0 1 1 0 0,-1 0-1 0 0,1-1 1 0 0,-1 0-1 0 0,0-1 0 0 0,0 1 1 0 0,-1-1-1 0 0,8-9 1 0 0,1-5 130 0 0,0 0 1 0 0,-2-1-1 0 0,14-31 1 0 0,-8 14 635 0 0,-16 34-671 0 0,11-18 406 0 0,-8 19-412 0 0,-5 13-45 0 0,-63 261 2129 0 0,20-100-556 0 0,36-138-1333 0 0,-52 215 1047 0 0,38-178-485 0 0,-42 99 0 0 0,59-160-844 0 0,-1 1 1 0 0,-1-1-1 0 0,1 1 1 0 0,-2-2 0 0 0,1 1-1 0 0,-1-1 1 0 0,-1 0 0 0 0,1-1-1 0 0,-2 0 1 0 0,-17 12-1 0 0,23-17-11 0 0,-1 0 0 0 0,0-1 0 0 0,0 0 0 0 0,0 0 0 0 0,0 0 0 0 0,0 0 0 0 0,-1-1 0 0 0,1 0 0 0 0,0 0 0 0 0,-1 0 0 0 0,-7-1 0 0 0,8 0-1 0 0,1-1 0 0 0,0 1 0 0 0,-1-1 0 0 0,1-1-1 0 0,0 1 1 0 0,0 0 0 0 0,0-1 0 0 0,0 0 0 0 0,0 0 0 0 0,1 0 0 0 0,-1 0 0 0 0,0-1 0 0 0,1 0 0 0 0,0 1 0 0 0,0-1 0 0 0,-4-4 0 0 0,3 3-3 0 0,1-1 1 0 0,-1 1-1 0 0,1-1 1 0 0,0 0-1 0 0,1 1 1 0 0,-1-1-1 0 0,1-1 1 0 0,0 1-1 0 0,0 0 1 0 0,0 0-1 0 0,1-1 1 0 0,-1-6-1 0 0,1 3-15 0 0,0-1 1 0 0,1 1-1 0 0,1-1 0 0 0,-1 1 0 0 0,1-1 1 0 0,4-14-1 0 0,3-2-152 0 0,1 0 1 0 0,1 0-1 0 0,27-47 1 0 0,25-29-6803 0 0,123-153-1 0 0,-107 153-1083 0 0,-42 54 529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28 2032 0 0,'-40'-2'3932'0'0,"-125"-11"10849"0"0,161 13-13682 0 0,20-6-406 0 0,-2 3-553 0 0,0 1 0 0 0,0 1 0 0 0,27 1-1 0 0,-11 0-248 0 0,109 2-2327 0 0,-46 4-1940 0 0,-24-2-2353 0 0,-39-3-313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59 788 0 0,'36'-39'12436'0'0,"-10"21"-9244"0"0,-23 18-3127 0 0,-1-1 1 0 0,0 1 0 0 0,1 0 0 0 0,-1-1 0 0 0,0 1 0 0 0,1 0 0 0 0,-1 0 0 0 0,0 1 0 0 0,1-1 0 0 0,-1 0 0 0 0,1 1 0 0 0,-1-1 0 0 0,0 1 0 0 0,0 0 0 0 0,1 0 0 0 0,-1 0 0 0 0,0 0 0 0 0,0 0-1 0 0,0 0 1 0 0,0 1 0 0 0,3 2 0 0 0,1 2-24 0 0,-1 0 0 0 0,0 0 0 0 0,0 0-1 0 0,0 0 1 0 0,-1 1 0 0 0,0-1 0 0 0,-1 1-1 0 0,1 0 1 0 0,-1 1 0 0 0,0-1 0 0 0,-1 0-1 0 0,0 1 1 0 0,0-1 0 0 0,-1 1 0 0 0,1 10 0 0 0,0 3 3 0 0,-1 1 1 0 0,-2-1-1 0 0,0 0 1 0 0,-5 30-1 0 0,0-17 311 0 0,-2 0-1 0 0,-2 0 0 0 0,-16 40 1 0 0,25-72-61 0 0,1-2-289 0 0,-1 0 0 0 0,1 0 1 0 0,-1-1-1 0 0,1 1 0 0 0,0 0 0 0 0,-1 0 0 0 0,1 0 0 0 0,-1-1 0 0 0,1 1 1 0 0,0 0-1 0 0,-1 0 0 0 0,1-1 0 0 0,-1 1 0 0 0,1 0 0 0 0,0-1 0 0 0,-1 1 1 0 0,1 0-1 0 0,0-1 0 0 0,0 1 0 0 0,-1-1 0 0 0,1 1 0 0 0,0 0 0 0 0,0-1 1 0 0,0 1-1 0 0,-1-1 0 0 0,1 1 0 0 0,0-1 0 0 0,0 1 0 0 0,0-1 0 0 0,0 1 1 0 0,0-1-1 0 0,0 1 0 0 0,0-1 0 0 0,0 1 0 0 0,0 0 0 0 0,0-1 0 0 0,0 1 1 0 0,1-2-1 0 0,3-19 35 0 0,2 7-46 0 0,0 0 0 0 0,1 0-1 0 0,1 1 1 0 0,0 0 0 0 0,1 0 0 0 0,0 1 0 0 0,1 0-1 0 0,0 1 1 0 0,1 0 0 0 0,0 0 0 0 0,1 1 0 0 0,0 1-1 0 0,0 0 1 0 0,1 0 0 0 0,0 2 0 0 0,1-1 0 0 0,16-5 0 0 0,-26 11-1 0 0,1 1 1 0 0,0 0 0 0 0,-1 0-1 0 0,1 0 1 0 0,0 0-1 0 0,0 1 1 0 0,0-1 0 0 0,0 1-1 0 0,0 1 1 0 0,-1-1 0 0 0,1 1-1 0 0,0 0 1 0 0,0 0 0 0 0,-1 0-1 0 0,1 0 1 0 0,0 1 0 0 0,-1 0-1 0 0,1 0 1 0 0,-1 0 0 0 0,0 1-1 0 0,0-1 1 0 0,0 1-1 0 0,0 0 1 0 0,0 0 0 0 0,-1 0-1 0 0,1 1 1 0 0,-1 0 0 0 0,0-1-1 0 0,5 8 1 0 0,-1-1 11 0 0,0 1-1 0 0,-1 0 1 0 0,-1 0-1 0 0,0 1 1 0 0,0-1-1 0 0,-1 1 1 0 0,-1 0-1 0 0,0 0 1 0 0,0 0-1 0 0,1 20 1 0 0,-1 56 408 0 0,-3-86-362 0 0,5-21-133 0 0,3-5 54 0 0,2 0 0 0 0,0 0 1 0 0,2 1-1 0 0,0 1 0 0 0,26-35 1 0 0,-25 39 11 0 0,1 1 1 0 0,1 1 0 0 0,0 1 0 0 0,1 0 0 0 0,1 1 0 0 0,36-24 0 0 0,-49 35 9 0 0,0 1 1 0 0,1-1 0 0 0,-1 1 0 0 0,1 0 0 0 0,-1 1 0 0 0,1-1 0 0 0,-1 1 0 0 0,1 0 0 0 0,0 0 0 0 0,0 0 0 0 0,0 1-1 0 0,0 0 1 0 0,-1 0 0 0 0,1 0 0 0 0,7 1 0 0 0,-9 0 4 0 0,0 0-1 0 0,1 1 1 0 0,-1-1-1 0 0,0 1 1 0 0,0-1-1 0 0,0 1 1 0 0,0 0-1 0 0,-1 0 0 0 0,1 1 1 0 0,0-1-1 0 0,-1 0 1 0 0,1 1-1 0 0,-1-1 1 0 0,0 1-1 0 0,0 0 1 0 0,0 0-1 0 0,0 0 1 0 0,-1 0-1 0 0,1 0 1 0 0,-1 0-1 0 0,3 7 1 0 0,-1 0-2 0 0,-1 0-1 0 0,0 0 1 0 0,0 0 0 0 0,-1 0 0 0 0,0 0 0 0 0,-1 16-1 0 0,-9 63 266 0 0,5-66-1476 0 0,1 0 1 0 0,1 0-1 0 0,2 33 1 0 0,1-51 563 0 0,-1-1 0 0 0,1 0 0 0 0,0 0 0 0 0,1 0 0 0 0,-1 0-1 0 0,0 0 1 0 0,1 0 0 0 0,0 0 0 0 0,0 0 0 0 0,0-1 0 0 0,3 4 0 0 0,7 7-5171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222 188 2204 0 0,'9'-17'3289'0'0,"-1"0"-1"0"0,9-35 1 0 0,-15 46-2832 0 0,-1 1 1 0 0,1-1-1 0 0,-1 0 1 0 0,-1 0-1 0 0,1-1 1 0 0,-1 1-1 0 0,0 0 0 0 0,-1 0 1 0 0,1 0-1 0 0,-1 0 1 0 0,-1 0-1 0 0,1 0 1 0 0,-3-6-1 0 0,3 11-425 0 0,1 0 0 0 0,-1 0 0 0 0,0 1 1 0 0,0-1-1 0 0,1 0 0 0 0,-1 0 0 0 0,0 1 0 0 0,0-1 0 0 0,0 0 0 0 0,0 1 0 0 0,0-1 0 0 0,0 1 0 0 0,0-1 0 0 0,0 1 0 0 0,0 0 0 0 0,0-1 0 0 0,0 1 0 0 0,-1 0 0 0 0,1 0 0 0 0,0 0 0 0 0,0 0 0 0 0,0 0 0 0 0,0 0 0 0 0,0 0 0 0 0,0 0 1 0 0,-1 0-1 0 0,1 1 0 0 0,0-1 0 0 0,0 0 0 0 0,0 1 0 0 0,-1 0 0 0 0,-4 0 17 0 0,0 2 0 0 0,0-1 1 0 0,1 0-1 0 0,-10 7 0 0 0,-4 5-19 0 0,1 1 0 0 0,1 1 0 0 0,0 0 0 0 0,1 2 0 0 0,1-1 0 0 0,1 2 0 0 0,0 0 0 0 0,1 1 0 0 0,-16 35 0 0 0,27-51-9 0 0,0 0 0 0 0,1 0 0 0 0,0 0 0 0 0,-1 0 0 0 0,1 1 0 0 0,1-1 0 0 0,-1 0 1 0 0,1 0-1 0 0,0 6 0 0 0,0-9-16 0 0,0 1-1 0 0,0-1 1 0 0,0 0 0 0 0,1 0 0 0 0,-1 0 0 0 0,0 0 0 0 0,1 0 0 0 0,-1 0 0 0 0,1 0 0 0 0,-1 1 0 0 0,1-1-1 0 0,0-1 1 0 0,-1 1 0 0 0,1 0 0 0 0,0 0 0 0 0,0 0 0 0 0,0 0 0 0 0,0 0 0 0 0,-1-1 0 0 0,1 1 0 0 0,0 0-1 0 0,0-1 1 0 0,0 1 0 0 0,1-1 0 0 0,-1 1 0 0 0,0-1 0 0 0,0 1 0 0 0,0-1 0 0 0,0 0 0 0 0,0 0-1 0 0,1 1 1 0 0,-1-1 0 0 0,0 0 0 0 0,0 0 0 0 0,0 0 0 0 0,0 0 0 0 0,1-1 0 0 0,-1 1 0 0 0,2-1 0 0 0,4 0 0 0 0,0 0 0 0 0,1-1 0 0 0,-1 0 0 0 0,0-1 0 0 0,0 0 0 0 0,0 0 0 0 0,0 0 0 0 0,-1-1 0 0 0,0 0 0 0 0,1 0 0 0 0,-1-1 0 0 0,10-9 0 0 0,7-9 42 0 0,34-45 0 0 0,-28 32 158 0 0,-13 19-224 0 0,-9 16-32 0 0,-4 2 63 0 0,-1 2-13 0 0,-1-1 0 0 0,0 1 0 0 0,1 0 0 0 0,-1-1 0 0 0,0 1 0 0 0,-1 0 0 0 0,1 0 0 0 0,0-1 0 0 0,-1 4 0 0 0,3 16-543 0 0,-1 33 0 0 0,-3-40-139 0 0,1 1 0 0 0,1 0 0 0 0,1-1 0 0 0,0 1 0 0 0,8 27 0 0 0,-9-40 553 0 0,1 1 0 0 0,0 0-1 0 0,0-1 1 0 0,0 1 0 0 0,0-1-1 0 0,1 1 1 0 0,-1-1 0 0 0,1 0-1 0 0,0 0 1 0 0,0 0 0 0 0,0-1-1 0 0,0 1 1 0 0,0-1 0 0 0,1 1-1 0 0,-1-1 1 0 0,1 0 0 0 0,-1 0-1 0 0,1-1 1 0 0,0 1 0 0 0,0-1-1 0 0,0 0 1 0 0,0 0-1 0 0,0 0 1 0 0,0 0 0 0 0,0-1-1 0 0,0 1 1 0 0,4-1 0 0 0,9-2-3737 0 0,-2-1-1776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6 328 1460 0 0,'59'-288'15882'0'0,"-57"281"-15532"0"0,-2 3-141 0 0,1 0 0 0 0,0 1 0 0 0,0-1 0 0 0,0 1 0 0 0,0-1 0 0 0,1 1 0 0 0,2-5 0 0 0,-3 9-95 0 0,0 0 0 0 0,-1 0-1 0 0,1 1 1 0 0,0-1-1 0 0,0 0 1 0 0,-1 1 0 0 0,1-1-1 0 0,-1 0 1 0 0,1 1-1 0 0,-1-1 1 0 0,0 0 0 0 0,1 2-1 0 0,3 35 1257 0 0,-1-1 0 0 0,-2 1 0 0 0,-5 52-1 0 0,-23 115 14 0 0,11-100-897 0 0,-11 113-2521 0 0,14-72-8322 0 0,11-126 5064 0 0,-2-4-2807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9 237 920 0 0,'-3'-11'1244'0'0,"1"-1"-1"0"0,0 0 1 0 0,1 0-1 0 0,1 0 1 0 0,0 1 0 0 0,0-1-1 0 0,3-17 1 0 0,-2 24-1081 0 0,1 0-1 0 0,-1-1 1 0 0,1 1 0 0 0,0 0 0 0 0,1 0 0 0 0,-1 0-1 0 0,1 0 1 0 0,0 0 0 0 0,0 1 0 0 0,0-1 0 0 0,1 1-1 0 0,-1 0 1 0 0,1 0 0 0 0,0 0 0 0 0,1 1 0 0 0,-1-1-1 0 0,0 1 1 0 0,6-3 0 0 0,3-1-62 0 0,1 1 0 0 0,-1 1 0 0 0,1 0 0 0 0,0 1 0 0 0,1 1 0 0 0,-1 0 0 0 0,0 1 0 0 0,1 0-1 0 0,0 1 1 0 0,-1 1 0 0 0,17 1 0 0 0,-6 1 118 0 0,0 1 0 0 0,0 1 0 0 0,0 1 0 0 0,-1 2-1 0 0,40 15 1 0 0,-51-17-39 0 0,-2 1 0 0 0,1 1 0 0 0,0 0 0 0 0,-1 1-1 0 0,-1 0 1 0 0,1 0 0 0 0,-1 1 0 0 0,-1 1 0 0 0,1-1 0 0 0,-2 2-1 0 0,1-1 1 0 0,-2 1 0 0 0,1 0 0 0 0,-1 1 0 0 0,-1 0 0 0 0,0 0-1 0 0,-1 0 1 0 0,0 1 0 0 0,-1-1 0 0 0,0 1 0 0 0,-1 0 0 0 0,-1 1-1 0 0,0-1 1 0 0,-1 0 0 0 0,0 1 0 0 0,-1-1 0 0 0,0 1 0 0 0,-1-1-1 0 0,-1 0 1 0 0,0 1 0 0 0,-1-1 0 0 0,-8 25 0 0 0,6-25 843 0 0,-1 1 0 0 0,0-1 0 0 0,-15 23 0 0 0,21-36-983 0 0,0 0 0 0 0,0 1 1 0 0,-1-1-1 0 0,1 1 0 0 0,0-1 0 0 0,0 0 0 0 0,-1 1 0 0 0,1-1 1 0 0,0 0-1 0 0,0 0 0 0 0,-1 1 0 0 0,1-1 0 0 0,0 0 0 0 0,-1 0 1 0 0,1 1-1 0 0,-1-1 0 0 0,1 0 0 0 0,0 0 0 0 0,-1 0 0 0 0,1 1 1 0 0,-1-1-1 0 0,1 0 0 0 0,0 0 0 0 0,-1 0 0 0 0,1 0 0 0 0,-1 0 0 0 0,1 0 1 0 0,-1 0-1 0 0,1 0 0 0 0,0 0 0 0 0,-1 0 0 0 0,1 0 0 0 0,-1 0 1 0 0,1-1-1 0 0,0 1 0 0 0,-1 0 0 0 0,1 0 0 0 0,-1 0 0 0 0,1 0 1 0 0,0-1-1 0 0,-1 1 0 0 0,1 0 0 0 0,-1-1 0 0 0,-7-13 493 0 0,8 9-500 0 0,0 0-1 0 0,0 0 0 0 0,1 0 1 0 0,-1 0-1 0 0,1 0 0 0 0,0 0 1 0 0,0 0-1 0 0,1 1 0 0 0,0-1 1 0 0,3-7-1 0 0,27-44 1 0 0,-30 53-28 0 0,13-19-48 0 0,2-1 1 0 0,0 2 0 0 0,1 0-1 0 0,1 2 1 0 0,1 0-1 0 0,0 1 1 0 0,2 0 0 0 0,0 2-1 0 0,1 1 1 0 0,0 1 0 0 0,1 1-1 0 0,51-20 1 0 0,-72 32 38 0 0,0 0 1 0 0,0 0-1 0 0,1 0 0 0 0,-1 0 1 0 0,0 1-1 0 0,1-1 0 0 0,-1 1 1 0 0,0 0-1 0 0,1 0 0 0 0,-1 1 1 0 0,0-1-1 0 0,0 0 0 0 0,1 1 1 0 0,-1 0-1 0 0,0 0 0 0 0,0 0 1 0 0,0 0-1 0 0,0 1 0 0 0,0-1 1 0 0,0 1-1 0 0,0-1 0 0 0,0 1 1 0 0,0 0-1 0 0,2 3 0 0 0,-1-1 14 0 0,-1 0-1 0 0,0 0 1 0 0,-1 0-1 0 0,1 0 0 0 0,-1 0 1 0 0,1 1-1 0 0,-1-1 0 0 0,0 1 1 0 0,-1-1-1 0 0,1 1 1 0 0,-1 0-1 0 0,0 0 0 0 0,0 0 1 0 0,-1-1-1 0 0,1 1 1 0 0,-1 6-1 0 0,-10 156-459 0 0,1-98-9038 0 0,9-60 3284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44 213 2360 0 0,'-8'-39'4841'0'0,"-25"-106"7659"0"0,32 143-12536 0 0,1 1 1 0 0,-1-1-1 0 0,1 1 0 0 0,0-1 1 0 0,0 0-1 0 0,0 1 0 0 0,0-1 1 0 0,0 1-1 0 0,0-1 0 0 0,0 1 1 0 0,0-1-1 0 0,0 1 0 0 0,1-1 0 0 0,-1 1 1 0 0,1-1-1 0 0,0-1 0 0 0,2 5-1340 0 0,-1 1 0 0 0,0 0 0 0 0,0 0 0 0 0,1 0 0 0 0,-1 0 0 0 0,-1 0 0 0 0,3 5 0 0 0,0 0-4306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6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3832 0 0,'1'-1'4174'0'0,"2"-8"2761"0"0,-3 9-6757 0 0,1-1 1 0 0,-1 1-1 0 0,0-1 0 0 0,0 1 0 0 0,0 0 0 0 0,0-1 0 0 0,0 1 0 0 0,1-1 0 0 0,-1 1 0 0 0,0 0 0 0 0,0-1 0 0 0,1 1 0 0 0,-1-1 1 0 0,0 1-1 0 0,1 0 0 0 0,-1 0 0 0 0,0-1 0 0 0,1 1 0 0 0,-1 0 0 0 0,0 0 0 0 0,1-1 0 0 0,-1 1 0 0 0,0 0 0 0 0,1 0 1 0 0,-1 0-1 0 0,1-1 0 0 0,-1 1 0 0 0,1 0 0 0 0,-1 0 0 0 0,0 0 0 0 0,1 0 0 0 0,-1 0 0 0 0,1 0 0 0 0,-1 0 0 0 0,1 0 0 0 0,-1 0 1 0 0,1 0-1 0 0,0 1 0 0 0,1 0 104 0 0,0 0 0 0 0,0 0 0 0 0,0 0 0 0 0,0 0 0 0 0,0 1 0 0 0,0-1 0 0 0,0 1 0 0 0,2 2 0 0 0,32 41 1203 0 0,-35-43-1175 0 0,19 31 158 0 0,-2 1 0 0 0,-1 1 0 0 0,-1 0 1 0 0,-2 1-1 0 0,9 38 0 0 0,-6-21-889 0 0,-3-1-2944 0 0,-1-3-5558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2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80 468 0 0,'-3'-17'3231'0'0,"2"9"-1335"0"0,0-1-1 0 0,-1 1 1 0 0,0 0 0 0 0,-5-10-1 0 0,7 17-1757 0 0,-1 0-1 0 0,0 0 0 0 0,1 0 1 0 0,-1 1-1 0 0,0-1 0 0 0,1 0 0 0 0,-1 1 1 0 0,0-1-1 0 0,0 1 0 0 0,0-1 1 0 0,1 1-1 0 0,-1-1 0 0 0,0 1 1 0 0,0-1-1 0 0,0 1 0 0 0,0 0 1 0 0,0-1-1 0 0,0 1 0 0 0,0 0 1 0 0,0 0-1 0 0,0 0 0 0 0,0 0 1 0 0,0 0-1 0 0,-2 0 0 0 0,-24 5 1168 0 0,18-2-1051 0 0,0 1 1 0 0,0 0-1 0 0,0 0 0 0 0,0 1 1 0 0,1 0-1 0 0,-12 10 0 0 0,-44 42 416 0 0,55-49-577 0 0,-41 43 545 0 0,-74 96 0 0 0,57-56-3704 0 0,7-12-5730 0 0,44-59 1328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0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97 2244 0 0,'6'-34'7140'0'0,"3"-11"-1652"0"0,-7 36-4596 0 0,-2 7-651 0 0,-1-4 357 0 0,-1 11-341 0 0,1 20-248 0 0,0-8 46 0 0,-31 181 330 0 0,10-76-3809 0 0,23-89-3886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73 1716 0 0,'36'-61'11979'0'0,"-36"61"-11947"0"0,0 0 1 0 0,1-1-1 0 0,-1 1 0 0 0,0 0 0 0 0,0 0 0 0 0,0-1 0 0 0,1 1 1 0 0,-1 0-1 0 0,0-1 0 0 0,0 1 0 0 0,0 0 0 0 0,0-1 0 0 0,0 1 1 0 0,0 0-1 0 0,0-1 0 0 0,0 1 0 0 0,0 0 0 0 0,0-1 0 0 0,0 1 1 0 0,0 0-1 0 0,0-1 0 0 0,0 1 0 0 0,0 0 0 0 0,0-1 0 0 0,0 1 1 0 0,0 0-1 0 0,-1-1 0 0 0,1 1 0 0 0,0 0 0 0 0,0 0 0 0 0,0-1 1 0 0,0 1-1 0 0,-1-1 0 0 0,-11 1 672 0 0,-15 10-200 0 0,-6 12-318 0 0,1 2 0 0 0,1 1 0 0 0,-45 46 0 0 0,76-71-181 0 0,0 1 1 0 0,0-1-1 0 0,-1 0 0 0 0,1 0 1 0 0,0 0-1 0 0,0 1 1 0 0,0-1-1 0 0,-1 0 0 0 0,1 0 1 0 0,0 1-1 0 0,0-1 1 0 0,0 0-1 0 0,0 0 0 0 0,-1 1 1 0 0,1-1-1 0 0,0 0 1 0 0,0 1-1 0 0,0-1 0 0 0,0 0 1 0 0,0 1-1 0 0,0-1 1 0 0,0 0-1 0 0,0 1 0 0 0,0-1 1 0 0,0 0-1 0 0,0 0 1 0 0,0 1-1 0 0,0-1 0 0 0,0 0 1 0 0,0 1-1 0 0,0-1 1 0 0,1 0-1 0 0,-1 1 0 0 0,0-1 1 0 0,0 1-1 0 0,13 5 103 0 0,19-1 16 0 0,-30-5-111 0 0,-1 0-8 0 0,20 2 21 0 0,-1 1 0 0 0,39 9 0 0 0,-54-10-14 0 0,1-1 0 0 0,-1 1 0 0 0,0 0 0 0 0,0 1 0 0 0,0-1 0 0 0,0 1 0 0 0,-1 0 0 0 0,1 0 0 0 0,-1 1 1 0 0,0-1-1 0 0,0 1 0 0 0,0 0 0 0 0,0 0 0 0 0,0 0 0 0 0,-1 1 0 0 0,5 7 0 0 0,-7-9 97 0 0,0-1 0 0 0,0 1 0 0 0,0 0 0 0 0,0 0 0 0 0,0 0 0 0 0,-1 0 0 0 0,1 0-1 0 0,-1 0 1 0 0,0 0 0 0 0,0 0 0 0 0,0 0 0 0 0,0 0 0 0 0,-1 0 0 0 0,-1 5 0 0 0,0-2 18 0 0,0 0 0 0 0,0-1 1 0 0,0 0-1 0 0,-1 1 0 0 0,0-1 0 0 0,0 0 1 0 0,-5 6-1 0 0,1-3-31 0 0,0-1 0 0 0,0 1 0 0 0,-1-1 0 0 0,0 0 0 0 0,0-1 0 0 0,-1 0 0 0 0,0 0 1 0 0,-12 5-1 0 0,14-8-170 0 0,-1 2-81 0 0,-1-2 0 0 0,1 1-1 0 0,-1-1 1 0 0,0 0 0 0 0,0-1 0 0 0,0 0-1 0 0,0 0 1 0 0,0-1 0 0 0,0 0-1 0 0,-18-1 1 0 0,7-4-2254 0 0,17 3 1682 0 0,0 1 0 0 0,0-1 1 0 0,1 0-1 0 0,-1 0 0 0 0,0-1 0 0 0,1 1 0 0 0,-1 0 0 0 0,1-1 0 0 0,0 0 0 0 0,-1 1 0 0 0,1-1 1 0 0,-2-2-1 0 0,0-3-4214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73 1696 0 0,'-10'-13'2852'0'0,"5"3"-755"0"0,-2 1-381 0 0,0 3 628 0 0,-3-10-856 0 0,3 6-564 0 0,-1 2-368 0 0,6 16-6852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286 245 888 0 0,'10'-15'1485'0'0,"0"-1"0"0"0,-1 0 0 0 0,0-1 0 0 0,-2 0 0 0 0,0-1 0 0 0,0 0 0 0 0,4-26 1 0 0,-10 38-1115 0 0,0-1 1 0 0,-1 1 0 0 0,0-1 0 0 0,-1 0 0 0 0,1 1 0 0 0,-1-1 0 0 0,0 1 0 0 0,-3-9-1 0 0,3 14-352 0 0,0 0 0 0 0,0 0-1 0 0,0 0 1 0 0,-1-1 0 0 0,1 1-1 0 0,0 0 1 0 0,0 1 0 0 0,-1-1-1 0 0,1 0 1 0 0,-1 0-1 0 0,1 0 1 0 0,-1 1 0 0 0,1-1-1 0 0,-1 1 1 0 0,1-1 0 0 0,-1 1-1 0 0,1 0 1 0 0,-3-1 0 0 0,4 1-17 0 0,-2 0 1 0 0,1 0 0 0 0,-1-1-1 0 0,1 1 1 0 0,0 0 0 0 0,-1 0 0 0 0,1 0-1 0 0,-1 0 1 0 0,1 0 0 0 0,-1 0-1 0 0,1 1 1 0 0,-1-1 0 0 0,1 0 0 0 0,0 1-1 0 0,-1-1 1 0 0,-1 2 0 0 0,-3 0 2 0 0,-5 1-5 0 0,0 1 1 0 0,0 1-1 0 0,0 0 0 0 0,1 0 1 0 0,0 1-1 0 0,0 1 1 0 0,0 0-1 0 0,-16 14 0 0 0,6-2-29 0 0,1 1-1 0 0,-26 35 1 0 0,29-34-20 0 0,2 1 0 0 0,-20 39 0 0 0,28-48 33 0 0,0 1-1 0 0,1-1 1 0 0,1 1-1 0 0,0-1 1 0 0,1 1-1 0 0,-2 23 0 0 0,5-35 16 0 0,-1 0-1 0 0,1 0 0 0 0,0 0 0 0 0,0-1 1 0 0,0 1-1 0 0,0 0 0 0 0,0 0 0 0 0,1 0 0 0 0,-1 0 1 0 0,0 0-1 0 0,1-1 0 0 0,0 1 0 0 0,-1 0 0 0 0,1 0 1 0 0,0-1-1 0 0,0 1 0 0 0,0 0 0 0 0,0-1 1 0 0,0 1-1 0 0,0-1 0 0 0,0 1 0 0 0,0-1 0 0 0,1 0 1 0 0,-1 0-1 0 0,1 1 0 0 0,-1-1 0 0 0,1 0 0 0 0,-1 0 1 0 0,1 0-1 0 0,0 0 0 0 0,-1-1 0 0 0,1 1 0 0 0,0 0 1 0 0,0-1-1 0 0,-1 1 0 0 0,1-1 0 0 0,2 1 1 0 0,1-1-8 0 0,0 0 1 0 0,-1-1 0 0 0,1 1-1 0 0,-1-1 1 0 0,1 0 0 0 0,-1 0 0 0 0,1 0-1 0 0,-1 0 1 0 0,0-1 0 0 0,0 0 0 0 0,0 0-1 0 0,1 0 1 0 0,-2 0 0 0 0,8-6-1 0 0,1-3 3 0 0,0 0-1 0 0,-1 0 1 0 0,-1-1-1 0 0,0-1 0 0 0,-1 1 1 0 0,10-18-1 0 0,40-88 83 0 0,-47 92-31 0 0,20-44 236 0 0,-31 69-304 0 0,3 2-5 0 0,-4-1 27 0 0,1 0 0 0 0,-1 0 1 0 0,0 0-1 0 0,0 0 0 0 0,1 0 0 0 0,-1 0 0 0 0,0 0 1 0 0,1 0-1 0 0,-1 0 0 0 0,0 0 0 0 0,0 0 1 0 0,1 0-1 0 0,-1 0 0 0 0,0 0 0 0 0,0 1 0 0 0,1-1 1 0 0,-1 0-1 0 0,0 0 0 0 0,1 0 0 0 0,-1 0 0 0 0,0 0 1 0 0,0 1-1 0 0,0-1 0 0 0,1 0 0 0 0,-1 0 1 0 0,0 0-1 0 0,0 1 0 0 0,0-1 0 0 0,0 0 0 0 0,1 0 1 0 0,-1 1-1 0 0,5 23 6 0 0,0-1 1 0 0,0 28 0 0 0,-3-29-431 0 0,1 1 0 0 0,1-1 0 0 0,7 24 0 0 0,-7-34-371 0 0,0 0 0 0 0,11 19 0 0 0,-13-27 351 0 0,1-1 0 0 0,-1 1 0 0 0,1-1 0 0 0,0 1 0 0 0,0-1 0 0 0,0 0 0 0 0,0 0-1 0 0,0 0 1 0 0,1 0 0 0 0,-1-1 0 0 0,5 3 0 0 0,-4-4-1626 0 0,10 0-303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5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1 294 2412 0 0,'39'-94'3392'0'0,"25"-51"735"0"0,-44 121-3537 0 0,-18 22-365 0 0,1 2 29 0 0,-2 1-214 0 0,1-1 0 0 0,0 0 0 0 0,-1 1 1 0 0,1-1-1 0 0,-1 1 0 0 0,0-1 0 0 0,1 1 1 0 0,-1 0-1 0 0,1-1 0 0 0,-1 1 0 0 0,0 0 1 0 0,0 0-1 0 0,1 0 0 0 0,-1 0 0 0 0,0 0 1 0 0,0 1-1 0 0,0-1 0 0 0,0 0 0 0 0,1 2 1 0 0,0 1 30 0 0,0 0 0 0 0,0 0 0 0 0,0 1 0 0 0,-1-1 1 0 0,1 0-1 0 0,0 8 0 0 0,1 6 44 0 0,-1 1-1 0 0,-1 25 1 0 0,-1-3 152 0 0,-2-1-1 0 0,-8 41 1 0 0,10-77-101 0 0,0-2-17 0 0,-1 0-1 0 0,1 1 0 0 0,-1-1 0 0 0,1 1 0 0 0,-1-1 0 0 0,0 0 0 0 0,0 0 0 0 0,0 1 0 0 0,0-1 1 0 0,0 0-1 0 0,-3 4 0 0 0,3-5 31 0 0,0-4-126 0 0,0-1 0 0 0,0 1 0 0 0,1 0 0 0 0,0-1-1 0 0,-1 1 1 0 0,1 0 0 0 0,1-5 0 0 0,-1 8-49 0 0,1-11 25 0 0,1 0-1 0 0,0 1 1 0 0,0 0 0 0 0,1-1-1 0 0,1 1 1 0 0,0 0 0 0 0,0 0 0 0 0,9-13-1 0 0,6-8-3 0 0,25-30 0 0 0,-32 45-34 0 0,1 1-1 0 0,1 1 0 0 0,25-22 1 0 0,-30 29-11 0 0,1 0 0 0 0,-1 1 1 0 0,1 0-1 0 0,0 1 0 0 0,0 0 0 0 0,1 0 1 0 0,17-5-1 0 0,-25 10 18 0 0,-1-1 1 0 0,0 1-1 0 0,1 0 1 0 0,-1 0-1 0 0,0 0 1 0 0,1 0-1 0 0,-1 0 1 0 0,0 0-1 0 0,1 1 1 0 0,-1-1-1 0 0,0 1 1 0 0,0-1 0 0 0,0 1-1 0 0,1 0 1 0 0,-1 0-1 0 0,0 0 1 0 0,0 0-1 0 0,0 0 1 0 0,0 0-1 0 0,0 1 1 0 0,0-1-1 0 0,-1 1 1 0 0,1-1-1 0 0,0 1 1 0 0,-1 0-1 0 0,1 0 1 0 0,-1-1-1 0 0,0 1 1 0 0,0 0-1 0 0,2 5 1 0 0,1-1 12 0 0,-2 0 1 0 0,1 1-1 0 0,-1 0 1 0 0,0 0 0 0 0,-1-1-1 0 0,1 1 1 0 0,-1 0-1 0 0,0 11 1 0 0,-3 19 38 0 0,-2 0 1 0 0,-9 40 0 0 0,0 4 150 0 0,13-80-185 0 0,-1 0 0 0 0,1 0-1 0 0,0-1 1 0 0,0 1 0 0 0,0 0 0 0 0,0 0-1 0 0,0 0 1 0 0,0 0 0 0 0,0 0-1 0 0,0-1 1 0 0,1 1 0 0 0,-1 0 0 0 0,0 0-1 0 0,0 0 1 0 0,1 0 0 0 0,-1-1-1 0 0,0 1 1 0 0,1 0 0 0 0,-1 0 0 0 0,1-1-1 0 0,-1 1 1 0 0,1 0 0 0 0,0-1 0 0 0,-1 1-1 0 0,1 0 1 0 0,0 0 0 0 0,1 0-21 0 0,0-1-1 0 0,-1 1 1 0 0,1-1 0 0 0,-1 0 0 0 0,1 1 0 0 0,0-1-1 0 0,-1 0 1 0 0,1 0 0 0 0,-1 0 0 0 0,1 0 0 0 0,0 0-1 0 0,-1 0 1 0 0,3-1 0 0 0,7-2-427 0 0,0 0 0 0 0,0-1-1 0 0,13-6 1 0 0,-16 6-208 0 0,75-34-6503 0 0,-48 22 2187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171 202 52 0 0,'-1'-2'2580'0'0,"-6"-8"90"0"0,1 1 0 0 0,0-1 0 0 0,1-1 0 0 0,-6-12 0 0 0,-8-17 1322 0 0,18 38-3702 0 0,-13 8-33 0 0,7 4-223 0 0,0 0-1 0 0,0 0 1 0 0,1 1-1 0 0,0 0 1 0 0,-6 17-1 0 0,2 1-5 0 0,-8 34 1 0 0,13-43-13 0 0,1-1 0 0 0,-2 33 0 0 0,6-48-7 0 0,0 1 0 0 0,-1-1 0 0 0,2 1 0 0 0,-1 0 0 0 0,1-1 0 0 0,-1 1 0 0 0,1-1 1 0 0,0 1-1 0 0,1-1 0 0 0,-1 0 0 0 0,1 1 0 0 0,0-1 0 0 0,0 0 0 0 0,0 0 0 0 0,1 0 0 0 0,-1 0 1 0 0,6 5-1 0 0,-5-6-2 0 0,0-1 0 0 0,1 0 0 0 0,-1 0 0 0 0,1-1 0 0 0,0 1 0 0 0,-1 0 0 0 0,1-1 0 0 0,0 0 0 0 0,0 0 0 0 0,0 0 0 0 0,0-1 0 0 0,0 1 0 0 0,0-1 0 0 0,0 0 0 0 0,0 0 0 0 0,0 0 0 0 0,0-1 0 0 0,0 0 0 0 0,6-1 0 0 0,1-1 12 0 0,0 0 0 0 0,0-1-1 0 0,0 0 1 0 0,0-1 0 0 0,15-9 0 0 0,-18 8-16 0 0,0 0 0 0 0,-1 0 0 0 0,1 0 0 0 0,-1-1-1 0 0,-1 0 1 0 0,1-1 0 0 0,-1 1 0 0 0,-1-1 0 0 0,0 0 0 0 0,0-1 0 0 0,0 1 0 0 0,-1-1 0 0 0,0 0-1 0 0,-1 0 1 0 0,0 0 0 0 0,0-1 0 0 0,-1 1 0 0 0,0-1 0 0 0,0-13 0 0 0,-1 8-16 0 0,0 0 1 0 0,-1 1-1 0 0,-1-1 1 0 0,-1 0 0 0 0,0 0-1 0 0,-1 1 1 0 0,0 0-1 0 0,-1-1 1 0 0,-1 1-1 0 0,0 1 1 0 0,-1-1-1 0 0,-9-15 1 0 0,12 25 1 0 0,1 0 1 0 0,-1 0 0 0 0,0 1-1 0 0,0-1 1 0 0,0 0-1 0 0,-1 1 1 0 0,1 0-1 0 0,-1 0 1 0 0,0 0-1 0 0,0 0 1 0 0,0 1-1 0 0,0-1 1 0 0,0 1-1 0 0,-5-2 1 0 0,5 3 1 0 0,1 0 0 0 0,-1 1-1 0 0,1-1 1 0 0,-1 1 0 0 0,0-1 0 0 0,1 1 0 0 0,-1 0 0 0 0,0 0 0 0 0,1 1-1 0 0,-1-1 1 0 0,0 1 0 0 0,1 0 0 0 0,-1 0 0 0 0,1 0 0 0 0,-1 0 0 0 0,1 0 0 0 0,0 1-1 0 0,-6 3 1 0 0,-1 2-2 0 0,0 1 1 0 0,1 0-1 0 0,0 0 0 0 0,0 1 0 0 0,1 0 1 0 0,0 0-1 0 0,0 1 0 0 0,1 0 0 0 0,1 1 1 0 0,0-1-1 0 0,-7 18 0 0 0,8-17-18 0 0,1-1-1 0 0,0 1 1 0 0,1 0-1 0 0,0 0 1 0 0,1 1-1 0 0,0-1 1 0 0,1 1-1 0 0,0-1 1 0 0,1 1 0 0 0,0-1-1 0 0,1 1 1 0 0,2 15-1 0 0,-2-22-10 0 0,1-1 0 0 0,-1 0 0 0 0,0 0 0 0 0,1 0 0 0 0,0 0 0 0 0,0 0 0 0 0,0 0 0 0 0,1 0-1 0 0,-1-1 1 0 0,1 1 0 0 0,0-1 0 0 0,0 0 0 0 0,0 0 0 0 0,0 0 0 0 0,8 5 0 0 0,-5-4-67 0 0,0-1 0 0 0,0 0 1 0 0,0-1-1 0 0,0 0 0 0 0,0 0 1 0 0,1 0-1 0 0,-1-1 0 0 0,1 1 1 0 0,11-1-1 0 0,-1-1-92 0 0,0 0 1 0 0,0-2-1 0 0,0 0 1 0 0,0-1-1 0 0,0 0 1 0 0,-1-2-1 0 0,24-8 1 0 0,-10 0 75 0 0,-2-1 1 0 0,1-2-1 0 0,34-25 1 0 0,72-65-26 0 0,-43 32-17 0 0,-89 72 156 0 0,-1 0-1 0 0,1 0 0 0 0,-1 0 1 0 0,1 1-1 0 0,0-1 0 0 0,0 1 1 0 0,0 0-1 0 0,0 0 1 0 0,0 0-1 0 0,0 0 0 0 0,0 0 1 0 0,0 1-1 0 0,0-1 1 0 0,1 1-1 0 0,-1 0 0 0 0,0 0 1 0 0,0 0-1 0 0,4 1 1 0 0,-5 0 15 0 0,0 0 1 0 0,0-1 0 0 0,0 1 0 0 0,1 1 0 0 0,-2-1-1 0 0,1 0 1 0 0,0 0 0 0 0,0 1 0 0 0,0-1 0 0 0,0 1 0 0 0,-1-1-1 0 0,1 1 1 0 0,-1 0 0 0 0,1-1 0 0 0,-1 1 0 0 0,0 0-1 0 0,0 0 1 0 0,0 0 0 0 0,0 0 0 0 0,0 1 0 0 0,0-1 0 0 0,0 0-1 0 0,-1 0 1 0 0,1 0 0 0 0,0 5 0 0 0,1 6 153 0 0,0 0 0 0 0,-1 0 0 0 0,0 0 0 0 0,-1 0 0 0 0,-1 0 0 0 0,0 0 0 0 0,-1 0 0 0 0,0 0 0 0 0,-1 0 0 0 0,0-1 0 0 0,-1 1 0 0 0,-1-1 0 0 0,0 0 0 0 0,0 0 0 0 0,-1-1 0 0 0,-1 1 0 0 0,-11 15 0 0 0,13-23 162 0 0,1 0 0 0 0,-1 0 0 0 0,1 0 0 0 0,-1-1 0 0 0,0 1 0 0 0,-9 3 0 0 0,12-6-54 0 0,-1-1-42 0 0,-17-6 146 0 0,19 6-366 0 0,0-1 0 0 0,1 1 0 0 0,-1 0 0 0 0,0-1 0 0 0,1 1 0 0 0,-1-1 0 0 0,1 1 0 0 0,-1-1 0 0 0,1 1 0 0 0,-1-1 0 0 0,1 0 0 0 0,-1 1 0 0 0,1-1 0 0 0,0 0 0 0 0,-1 1 0 0 0,1-1 0 0 0,0 0 0 0 0,-1 1 0 0 0,1-1 0 0 0,0 0 0 0 0,0 1 0 0 0,0-1 0 0 0,0 0 0 0 0,0 0 0 0 0,0 1 0 0 0,0-1 0 0 0,0 0 0 0 0,0 0 0 0 0,0 1 0 0 0,0-1 0 0 0,0 0 0 0 0,0 0 0 0 0,1 1 0 0 0,-1-1 0 0 0,0 0 0 0 0,1-1 0 0 0,4-6-134 0 0,0 0 1 0 0,0 0-1 0 0,1 0 1 0 0,0 0-1 0 0,0 1 0 0 0,1 0 1 0 0,-1 1-1 0 0,13-10 1 0 0,71-45-2695 0 0,-53 37 1262 0 0,-15 10 620 0 0,137-97-8756 0 0,-130 87 5851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143 147 24 0 0,'7'-33'6342'0'0,"5"-42"0"0"0,-8 39-3151 0 0,-3 34-2532 0 0,-2 2-587 0 0,0 1 0 0 0,0-1-1 0 0,0 0 1 0 0,0 1 0 0 0,1-1 0 0 0,-1 1-1 0 0,0-1 1 0 0,0 1 0 0 0,1-1 0 0 0,-1 1-1 0 0,0-1 1 0 0,1 1 0 0 0,-1 0 0 0 0,1-1-1 0 0,-1 1 1 0 0,1 0 0 0 0,-1 0 0 0 0,1-1-1 0 0,-1 3 1 0 0,-9 18 540 0 0,8-16-397 0 0,-16 45 679 0 0,2 1 1 0 0,3 0-1 0 0,-9 65 1 0 0,19-98-806 0 0,-12 64-40 0 0,-23 135 782 0 0,23-72-3687 0 0,15-117-610 0 0,3-11-5446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103 263 2392 0 0,'-43'-28'6120'0'0,"31"21"-4469"0"0,0-1 0 0 0,1 0 0 0 0,-12-11 1 0 0,22 18-1265 0 0,41-2 75 0 0,35 0-700 0 0,0-4-1 0 0,0-3 1 0 0,97-26 0 0 0,-150 29 136 0 0,-1-1 1 0 0,-1-1 0 0 0,0 0-1 0 0,0-2 1 0 0,-1 0 0 0 0,0-1-1 0 0,-1-1 1 0 0,32-30 0 0 0,-49 42 91 0 0,-1 1 1 0 0,1-1-1 0 0,0 0 1 0 0,-1 1-1 0 0,1-1 0 0 0,-1 1 1 0 0,1-1-1 0 0,0 0 1 0 0,-1 1-1 0 0,1 0 1 0 0,0-1-1 0 0,0 1 1 0 0,0-1-1 0 0,-1 1 1 0 0,1 0-1 0 0,0-1 1 0 0,0 1-1 0 0,0 0 1 0 0,0 0-1 0 0,-1 0 0 0 0,1 0 1 0 0,0 0-1 0 0,1 0 1 0 0,-1 0 7 0 0,0 1-1 0 0,-1-1 1 0 0,1 1 0 0 0,-1 0-1 0 0,1-1 1 0 0,-1 1 0 0 0,1 0-1 0 0,-1-1 1 0 0,0 1 0 0 0,1 0-1 0 0,-1-1 1 0 0,0 1 0 0 0,1 0-1 0 0,-1 0 1 0 0,0 0 0 0 0,0-1-1 0 0,0 1 1 0 0,0 0 0 0 0,0 0-1 0 0,0 1 1 0 0,1 10 105 0 0,-2 0 0 0 0,-2 20 0 0 0,1-19 91 0 0,-11 104 680 0 0,-2 43 205 0 0,5 100 618 0 0,10-259-1391 0 0,15-34-132 0 0,-5 16-158 0 0,-1 1 0 0 0,2 1 0 0 0,0 0 0 0 0,1 1 0 0 0,16-16 0 0 0,72-57-60 0 0,-83 73 5 0 0,1 1 1 0 0,0 1 0 0 0,1 1-1 0 0,0 1 1 0 0,1 0-1 0 0,37-12 1 0 0,-55 21 34 0 0,0 0 0 0 0,1 1-1 0 0,-1-1 1 0 0,0 1 0 0 0,0 0 0 0 0,1 0-1 0 0,-1 0 1 0 0,0 0 0 0 0,1 0 0 0 0,-1 0 0 0 0,0 1-1 0 0,0-1 1 0 0,0 1 0 0 0,1-1 0 0 0,-1 1-1 0 0,0 0 1 0 0,0 0 0 0 0,0 0 0 0 0,0 0 0 0 0,0 0-1 0 0,0 1 1 0 0,0-1 0 0 0,-1 0 0 0 0,1 1-1 0 0,0 0 1 0 0,-1-1 0 0 0,2 3 0 0 0,0 0 7 0 0,-1-1 0 0 0,0 1 1 0 0,0 0-1 0 0,0 0 0 0 0,0 0 0 0 0,-1 0 1 0 0,1 1-1 0 0,-1-1 0 0 0,0 0 0 0 0,-1 0 1 0 0,1 1-1 0 0,-1 6 0 0 0,-6 56 11 0 0,3-55-638 0 0,2 0 0 0 0,-1 0 0 0 0,1 0 0 0 0,1 0 0 0 0,0 0 0 0 0,1 0 0 0 0,0 0-1 0 0,4 16 1 0 0,-3-24 61 0 0,-1 0-1 0 0,1 0 1 0 0,0-1-1 0 0,0 1 1 0 0,1 0-1 0 0,-1-1 1 0 0,1 1-1 0 0,0-1 1 0 0,-1 0-1 0 0,7 5 1 0 0,5 4-3395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84 0 0,'13'-26'3340'0'0,"-2"0"-1"0"0,-1-1 1 0 0,-1 0 0 0 0,8-38 0 0 0,-12 44-2181 0 0,-9 25-1080 0 0,3-4-76 0 0,1 0-1 0 0,0 0 1 0 0,-1 1-1 0 0,1-1 1 0 0,0 0-1 0 0,-1 0 1 0 0,1 0-1 0 0,0 0 1 0 0,-1 1 0 0 0,1-1-1 0 0,0 0 1 0 0,0 0-1 0 0,-1 0 1 0 0,1 1-1 0 0,0-1 1 0 0,0 0-1 0 0,-1 0 1 0 0,1 1-1 0 0,0-1 1 0 0,0 0-1 0 0,0 1 1 0 0,-1-1-1 0 0,1 0 1 0 0,0 1-1 0 0,0-1 1 0 0,0 0-1 0 0,0 1 1 0 0,0-1-1 0 0,0 1 1 0 0,-16 42 172 0 0,8-25-123 0 0,2 1 0 0 0,-7 28 0 0 0,12-42-32 0 0,0 0 0 0 0,0 0 0 0 0,1 0 0 0 0,-1 0 0 0 0,1 0 0 0 0,1 0 0 0 0,-1 0 0 0 0,1 0 1 0 0,0 0-1 0 0,0 0 0 0 0,0 0 0 0 0,1 0 0 0 0,-1 0 0 0 0,5 7 0 0 0,-4-9-2 0 0,-1-1-1 0 0,1 1 1 0 0,0-1 0 0 0,0 1-1 0 0,0-1 1 0 0,0 0-1 0 0,1 1 1 0 0,-1-1 0 0 0,0 0-1 0 0,1-1 1 0 0,0 1 0 0 0,-1 0-1 0 0,1-1 1 0 0,0 1 0 0 0,0-1-1 0 0,5 1 1 0 0,-4-1 38 0 0,1 0 0 0 0,0-1 0 0 0,-1 1 0 0 0,1-1 0 0 0,-1 0 1 0 0,1-1-1 0 0,-1 1 0 0 0,1-1 0 0 0,-1 0 0 0 0,8-2 0 0 0,-3 0 31 0 0,0-1-1 0 0,0 0 1 0 0,-1 0-1 0 0,1-1 1 0 0,-1 0-1 0 0,0-1 1 0 0,0 1-1 0 0,-1-2 1 0 0,1 1-1 0 0,6-9 1 0 0,-5 3-47 0 0,-1 1 0 0 0,0-1 1 0 0,-1-1-1 0 0,0 1 0 0 0,-1-1 1 0 0,0 0-1 0 0,-1-1 0 0 0,-1 1 0 0 0,3-17 1 0 0,-5 20-42 0 0,0 0 1 0 0,-1-1 0 0 0,0 1-1 0 0,-1-1 1 0 0,0 1 0 0 0,0-1-1 0 0,-1 1 1 0 0,-1-1 0 0 0,0 1-1 0 0,0 0 1 0 0,-1 0 0 0 0,0 0-1 0 0,-5-10 1 0 0,6 17-8 0 0,0-1-1 0 0,1 1 1 0 0,-1 0-1 0 0,0 0 1 0 0,-1 0-1 0 0,1 1 1 0 0,0-1 0 0 0,-1 0-1 0 0,0 1 1 0 0,1 0-1 0 0,-1-1 1 0 0,0 1 0 0 0,0 0-1 0 0,0 1 1 0 0,0-1-1 0 0,-1 0 1 0 0,1 1 0 0 0,0 0-1 0 0,-1 0 1 0 0,1 0-1 0 0,-1 0 1 0 0,-6 0 0 0 0,3 1-178 0 0,0 1 1 0 0,0 0-1 0 0,0 0 1 0 0,0 1 0 0 0,0 0-1 0 0,0 0 1 0 0,1 1 0 0 0,-1 0-1 0 0,-11 6 1 0 0,14-6-281 0 0,0-1 1 0 0,0 1 0 0 0,1 0-1 0 0,-1 0 1 0 0,1 0-1 0 0,-1 0 1 0 0,1 0-1 0 0,0 1 1 0 0,0-1-1 0 0,1 1 1 0 0,-1 0 0 0 0,1 0-1 0 0,-1 0 1 0 0,1 0-1 0 0,1 1 1 0 0,-1-1-1 0 0,-1 8 1 0 0,3-2-2930 0 0,3 0-1377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39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432 162 2152 0 0,'6'-11'2228'0'0,"-1"0"0"0"0,0-1 0 0 0,-1 0 0 0 0,3-18 0 0 0,-5 25-1747 0 0,-2 5-445 0 0,0-1-1 0 0,1 0 1 0 0,-1 1 0 0 0,0-1-1 0 0,0 0 1 0 0,0 0-1 0 0,1 1 1 0 0,-1-1 0 0 0,0 0-1 0 0,0 1 1 0 0,0-1-1 0 0,0 0 1 0 0,0 0-1 0 0,-1 1 1 0 0,1-1 0 0 0,0 0-1 0 0,0 1 1 0 0,0-1-1 0 0,0 0 1 0 0,-1 0 0 0 0,1 1-1 0 0,0-1 1 0 0,-1 1-1 0 0,1-1 1 0 0,-1 0 0 0 0,1 1-1 0 0,-1-1 1 0 0,1 1-1 0 0,-1-1 1 0 0,1 1-1 0 0,-1-1 1 0 0,1 1 0 0 0,-1-1-1 0 0,1 1 1 0 0,-1 0-1 0 0,0-1 1 0 0,1 1 0 0 0,-1 0-1 0 0,0-1 1 0 0,1 1-1 0 0,-1 0 1 0 0,0 0 0 0 0,0 0-1 0 0,1 0 1 0 0,-1 0-1 0 0,0 0 1 0 0,0 0-1 0 0,1 0 1 0 0,-1 0 0 0 0,0 0-1 0 0,-1 0 1 0 0,-2 1-4 0 0,0-1 1 0 0,0 1-1 0 0,0 0 0 0 0,0 1 1 0 0,0-1-1 0 0,0 1 0 0 0,-6 2 1 0 0,-3 5 8 0 0,0 0 0 0 0,1 1 0 0 0,0 0 0 0 0,1 0 0 0 0,-17 20 0 0 0,24-25-27 0 0,-1 1-1 0 0,1-1 0 0 0,1 1 0 0 0,-1 0 0 0 0,1 0 0 0 0,0 1 1 0 0,0-1-1 0 0,0 0 0 0 0,1 1 0 0 0,0 0 0 0 0,1-1 0 0 0,0 1 1 0 0,0 0-1 0 0,0 0 0 0 0,0 8 0 0 0,2-12-2 0 0,-1 0-1 0 0,0 0 1 0 0,1 0-1 0 0,0 0 1 0 0,0 0-1 0 0,0 0 1 0 0,0 0-1 0 0,0-1 0 0 0,0 1 1 0 0,1 0-1 0 0,-1-1 1 0 0,1 1-1 0 0,0-1 1 0 0,0 1-1 0 0,0-1 1 0 0,4 4-1 0 0,-2-3 0 0 0,-1-1-1 0 0,1 1 1 0 0,0-1-1 0 0,0 0 1 0 0,0 0 0 0 0,1 0-1 0 0,-1-1 1 0 0,1 1-1 0 0,-1-1 1 0 0,6 1-1 0 0,-1-1 5 0 0,0 0-1 0 0,0-1 0 0 0,0 0 0 0 0,0 0 0 0 0,0-1 1 0 0,0 0-1 0 0,0-1 0 0 0,0 0 0 0 0,0 0 1 0 0,15-7-1 0 0,-7-1 27 0 0,-1 0-1 0 0,0-2 1 0 0,0 0 0 0 0,-2 0-1 0 0,1-1 1 0 0,12-17 0 0 0,-4 7 341 0 0,-21 21-318 0 0,17-15 62 0 0,-19 16-123 0 0,0 1 0 0 0,0 0 0 0 0,1-1 0 0 0,-1 1 0 0 0,0 0 0 0 0,1-1 0 0 0,-1 1 0 0 0,1 0 0 0 0,-1 0 0 0 0,0 0 0 0 0,1-1 0 0 0,-1 1 0 0 0,0 0 1 0 0,1 0-1 0 0,-1 0 0 0 0,1 0 0 0 0,-1 0 0 0 0,1 0 0 0 0,-1 0 0 0 0,0 0 0 0 0,1 0 0 0 0,-1 0 0 0 0,1 0 0 0 0,-1 0 0 0 0,1 0 0 0 0,-1 0 0 0 0,0 0 0 0 0,1 0 0 0 0,-1 0 0 0 0,1 0 0 0 0,-1 1 0 0 0,0-1 0 0 0,1 0 0 0 0,-1 0 0 0 0,1 1 0 0 0,-1-1 0 0 0,0 0 0 0 0,1 0 0 0 0,-1 1 0 0 0,0-1 0 0 0,0 0 0 0 0,1 1 0 0 0,-1-1 0 0 0,0 0 0 0 0,0 1 1 0 0,1-1-1 0 0,-1 1 0 0 0,0-1 0 0 0,0 1 0 0 0,3 10 211 0 0,0 0 1 0 0,-1 1 0 0 0,-1-1 0 0 0,0 0 0 0 0,0 1 0 0 0,-2 13-1 0 0,-9 75 1012 0 0,7-78-1046 0 0,-18 120 465 0 0,-5 0 0 0 0,-81 249 1 0 0,101-374-358 0 0,-1-1-1 0 0,0 0 1 0 0,-1 0 0 0 0,-1 0 0 0 0,-1-1 0 0 0,0-1 0 0 0,-1 1 0 0 0,0-2 0 0 0,-17 16 0 0 0,22-24-109 0 0,0 0 0 0 0,-1 0 1 0 0,1 0-1 0 0,-1-1 1 0 0,0 0-1 0 0,-1 0 1 0 0,1 0-1 0 0,-1-1 0 0 0,1-1 1 0 0,-1 1-1 0 0,0-1 1 0 0,0 0-1 0 0,0-1 1 0 0,0 0-1 0 0,0 0 0 0 0,-1-1 1 0 0,1 0-1 0 0,0 0 1 0 0,0-1-1 0 0,0 0 1 0 0,0-1-1 0 0,-8-2 0 0 0,4 1-188 0 0,1-1 0 0 0,0-1 0 0 0,0 0-1 0 0,0 0 1 0 0,1-1 0 0 0,0 0-1 0 0,0-1 1 0 0,1-1 0 0 0,0 1 0 0 0,0-1-1 0 0,0-1 1 0 0,1 1 0 0 0,1-1-1 0 0,-1-1 1 0 0,1 0 0 0 0,1 0 0 0 0,0 0-1 0 0,0 0 1 0 0,1-1 0 0 0,1 0-1 0 0,0 0 1 0 0,0-1 0 0 0,1 1 0 0 0,0-1-1 0 0,1 0 1 0 0,0 1 0 0 0,1-1-1 0 0,1 0 1 0 0,0 0 0 0 0,0 0 0 0 0,1 0-1 0 0,4-16 1 0 0,1 6-367 0 0,2-1-1 0 0,0 1 1 0 0,2 1-1 0 0,0 0 1 0 0,2 0 0 0 0,0 1-1 0 0,15-18 1 0 0,13-12-1047 0 0,60-60 0 0 0,-28 41-1484 0 0,126-93 1 0 0,95-39-5081 0 0,-282 194 8141 0 0,0 0 1 0 0,-1-1 0 0 0,0 0 0 0 0,-1-1 0 0 0,0 0 0 0 0,0-1 0 0 0,-1 0 0 0 0,0 0 0 0 0,-1 0 0 0 0,0-1 0 0 0,0 0-1 0 0,5-14 1 0 0,-2-4 1589 0 0,-10 27-1491 0 0,0 0 46 0 0,0 1-278 0 0,0 1 0 0 0,0 0 1 0 0,0 0-1 0 0,0-1 0 0 0,0 1 0 0 0,0 0 1 0 0,0 0-1 0 0,0-1 0 0 0,0 1 0 0 0,0 0 1 0 0,0 0-1 0 0,0 0 0 0 0,0-1 0 0 0,0 1 1 0 0,0 0-1 0 0,-1 0 0 0 0,1-1 1 0 0,0 1-1 0 0,0 0 0 0 0,0 0 0 0 0,0-1 1 0 0,0 1-1 0 0,0 0 0 0 0,-1 0 0 0 0,1 0 1 0 0,0 0-1 0 0,0-1 0 0 0,0 1 0 0 0,-1 0 1 0 0,1 0-1 0 0,0 0 0 0 0,0 0 0 0 0,0 0 1 0 0,-1-1-1 0 0,1 1 0 0 0,0 0 0 0 0,-1 0 1 0 0,-5 3 124 0 0,1 0 0 0 0,-1 0 0 0 0,1 0 0 0 0,-1 1 0 0 0,1-1 0 0 0,0 1 0 0 0,0 1 0 0 0,1-1 0 0 0,-1 1 0 0 0,1 0 0 0 0,0 0 0 0 0,0 0 0 0 0,0 0 0 0 0,1 1 0 0 0,-4 8 0 0 0,-1 2 28 0 0,0 1 0 0 0,2 0 0 0 0,0 0 0 0 0,-5 25 0 0 0,10-37-150 0 0,0 1-1 0 0,1-1 1 0 0,-1 1 0 0 0,1 0-1 0 0,1-1 1 0 0,-1 1-1 0 0,1 0 1 0 0,0-1 0 0 0,0 1-1 0 0,1-1 1 0 0,-1 1-1 0 0,1-1 1 0 0,1 0 0 0 0,-1 0-1 0 0,1 0 1 0 0,0 0-1 0 0,0 0 1 0 0,0 0-1 0 0,0-1 1 0 0,1 0 0 0 0,0 1-1 0 0,0-1 1 0 0,0-1-1 0 0,0 1 1 0 0,1-1 0 0 0,7 5-1 0 0,-5-3-1 0 0,0-1 1 0 0,1 0-1 0 0,-1-1 0 0 0,1 1 0 0 0,0-2 0 0 0,0 1 0 0 0,1-1 0 0 0,-1 0 1 0 0,0 0-1 0 0,1-1 0 0 0,-1-1 0 0 0,1 1 0 0 0,-1-1 0 0 0,1-1 1 0 0,-1 1-1 0 0,0-1 0 0 0,10-3 0 0 0,-13 3-12 0 0,-1-1 0 0 0,0 0-1 0 0,0 0 1 0 0,0 0 0 0 0,0 0 0 0 0,0 0 0 0 0,-1-1-1 0 0,1 0 1 0 0,-1 0 0 0 0,1 0 0 0 0,-1 0-1 0 0,0 0 1 0 0,4-6 0 0 0,-3 3-4 0 0,0 0 0 0 0,-1-1 0 0 0,0 0 0 0 0,0 0 0 0 0,0 0 1 0 0,-1 0-1 0 0,3-12 0 0 0,-3 7-18 0 0,0 0 1 0 0,-1 0-1 0 0,-1 0 0 0 0,1-1 1 0 0,-2 1-1 0 0,0 0 1 0 0,-1 0-1 0 0,0 0 1 0 0,-6-20-1 0 0,7 29 5 0 0,0 0 0 0 0,0 0-1 0 0,0 0 1 0 0,-1 0 0 0 0,1 1 0 0 0,-1-1-1 0 0,1 0 1 0 0,-1 1 0 0 0,0-1 0 0 0,0 1-1 0 0,0 0 1 0 0,-1 0 0 0 0,1 0 0 0 0,0 0 0 0 0,-1 0-1 0 0,0 0 1 0 0,1 0 0 0 0,-1 1 0 0 0,0-1-1 0 0,0 1 1 0 0,0 0 0 0 0,0 0 0 0 0,0 0-1 0 0,0 0 1 0 0,-4 0 0 0 0,1 1-2 0 0,1 0 0 0 0,0 0 0 0 0,-1 1 0 0 0,1 0 0 0 0,0 0 0 0 0,0 0 1 0 0,0 1-1 0 0,-1-1 0 0 0,2 1 0 0 0,-1 0 0 0 0,0 1 0 0 0,0-1 0 0 0,1 1 0 0 0,-6 4 0 0 0,1-1 6 0 0,1 1 0 0 0,0 1 0 0 0,0-1-1 0 0,1 1 1 0 0,0 1 0 0 0,1-1-1 0 0,-1 1 1 0 0,2 0 0 0 0,-10 19 0 0 0,13-24 9 0 0,0 0 0 0 0,1 0 1 0 0,-1 0-1 0 0,1 0 1 0 0,0 0-1 0 0,0 1 1 0 0,1-1-1 0 0,-1 1 0 0 0,1-1 1 0 0,0 0-1 0 0,0 1 1 0 0,0-1-1 0 0,1 1 1 0 0,-1-1-1 0 0,1 0 1 0 0,0 1-1 0 0,0-1 0 0 0,1 0 1 0 0,-1 0-1 0 0,1 0 1 0 0,0 0-1 0 0,0 0 1 0 0,1 0-1 0 0,-1-1 0 0 0,1 1 1 0 0,5 5-1 0 0,-4-5-1 0 0,1 0 0 0 0,0-1 0 0 0,0 1-1 0 0,1-1 1 0 0,-1-1 0 0 0,1 1 0 0 0,0-1-1 0 0,-1 0 1 0 0,1 0 0 0 0,0 0 0 0 0,0-1 0 0 0,0 0-1 0 0,1 0 1 0 0,-1-1 0 0 0,0 1 0 0 0,0-1-1 0 0,0-1 1 0 0,10-1 0 0 0,1 0-42 0 0,0-2 0 0 0,0 0-1 0 0,-1 0 1 0 0,0-2 0 0 0,24-11 0 0 0,-8-1-8 0 0,0-1 0 0 0,-2-1 0 0 0,32-29 1 0 0,-27 21-76 0 0,52-32 0 0 0,-85 59 114 0 0,0-1 0 0 0,-1 1 0 0 0,1 0 0 0 0,0 0 0 0 0,0 1 0 0 0,-1-1 0 0 0,1 0 1 0 0,0 0-1 0 0,0 1 0 0 0,0-1 0 0 0,0 1 0 0 0,0 0 0 0 0,0 0 0 0 0,0-1 0 0 0,0 1 0 0 0,0 1 1 0 0,0-1-1 0 0,0 0 0 0 0,0 0 0 0 0,0 1 0 0 0,0-1 0 0 0,0 1 0 0 0,0-1 0 0 0,0 1 1 0 0,0 0-1 0 0,-1 0 0 0 0,1 0 0 0 0,0 0 0 0 0,-1 0 0 0 0,1 0 0 0 0,0 1 0 0 0,-1-1 0 0 0,1 0 1 0 0,-1 1-1 0 0,0-1 0 0 0,0 1 0 0 0,1 0 0 0 0,-1-1 0 0 0,0 1 0 0 0,0 0 0 0 0,0 0 0 0 0,1 3 1 0 0,2 12 26 0 0,0 1 1 0 0,0-1 0 0 0,-2 1 0 0 0,0 0 0 0 0,-1 0 0 0 0,-1 0-1 0 0,-4 34 1 0 0,2-6 987 0 0,2-45 424 0 0,0-1-1421 0 0,0 0-1 0 0,-1 0 1 0 0,1-1 0 0 0,0 1-1 0 0,-1 0 1 0 0,1-1 0 0 0,0 1-1 0 0,0 0 1 0 0,-1-1 0 0 0,1 1-1 0 0,0 0 1 0 0,0-1 0 0 0,0 1-1 0 0,-1 0 1 0 0,1-1 0 0 0,0 1-1 0 0,0-1 1 0 0,0 1 0 0 0,0-1-1 0 0,0 1 1 0 0,0 0 0 0 0,0-1-1 0 0,0 0 1 0 0,6-14 13 0 0,0 1 1 0 0,1 0-1 0 0,0 0 1 0 0,1 1-1 0 0,1 0 1 0 0,0 0-1 0 0,19-20 1 0 0,-11 16-47 0 0,1 1 1 0 0,0 0-1 0 0,1 1 0 0 0,32-18 1 0 0,-46 30 7 0 0,-1 1 0 0 0,1-1 1 0 0,1 1-1 0 0,-1 0 0 0 0,0 1 1 0 0,0-1-1 0 0,1 1 0 0 0,-1 0 1 0 0,1 0-1 0 0,-1 1 0 0 0,1 0 1 0 0,-1 0-1 0 0,1 0 0 0 0,-1 1 0 0 0,0-1 1 0 0,1 1-1 0 0,6 2 0 0 0,-9-1 13 0 0,1-1 0 0 0,-1 1-1 0 0,0-1 1 0 0,0 1 0 0 0,0 0-1 0 0,0 0 1 0 0,0 0 0 0 0,0 0-1 0 0,-1 1 1 0 0,1-1 0 0 0,-1 1-1 0 0,0-1 1 0 0,1 1 0 0 0,-1 0-1 0 0,0 0 1 0 0,-1 0 0 0 0,1 0-1 0 0,-1 1 1 0 0,1-1 0 0 0,-1 0-1 0 0,0 1 1 0 0,0-1 0 0 0,0 0-1 0 0,-1 1 1 0 0,1 0 0 0 0,-1-1-1 0 0,0 1 1 0 0,0 3 0 0 0,-1 15-51 0 0,-6 32 0 0 0,4-37-1431 0 0,1 0 0 0 0,1 0 1 0 0,1 31-1 0 0,6-17-4711 0 0,1-17 508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214 965 748 0 0,'10'-14'1693'0'0,"0"-1"-1"0"0,0 1 1 0 0,-1-2-1 0 0,-1 1 1 0 0,-1-1 0 0 0,0-1-1 0 0,-1 1 1 0 0,5-24-1 0 0,-11 39-1622 0 0,1 0-1 0 0,-1 0 1 0 0,0 0-1 0 0,1-1 1 0 0,-1 1-1 0 0,0 0 0 0 0,0-1 1 0 0,0 1-1 0 0,0 0 1 0 0,0 0-1 0 0,0-1 1 0 0,-1 1-1 0 0,1 0 1 0 0,0 0-1 0 0,-1-1 0 0 0,1 1 1 0 0,-1 0-1 0 0,1 0 1 0 0,-1 0-1 0 0,1-1 1 0 0,-1 1-1 0 0,0 0 0 0 0,0 0 1 0 0,-1-1-1 0 0,1 1-48 0 0,0 0 0 0 0,-1 1 1 0 0,0-1-1 0 0,1 1 0 0 0,-1-1 0 0 0,1 1 0 0 0,-1-1 0 0 0,0 1 0 0 0,1 0 0 0 0,-1 0 1 0 0,1 0-1 0 0,-1 0 0 0 0,0 0 0 0 0,1 0 0 0 0,-1 0 0 0 0,0 1 0 0 0,1-1 0 0 0,-1 0 1 0 0,-3 2-1 0 0,-13 5 17 0 0,1 1 0 0 0,-1 0 0 0 0,1 1 1 0 0,1 1-1 0 0,0 0 0 0 0,0 2 0 0 0,1 0 0 0 0,0 0 1 0 0,1 1-1 0 0,1 1 0 0 0,0 1 0 0 0,0 0 1 0 0,2 0-1 0 0,-11 19 0 0 0,19-29-14 0 0,1-1 0 0 0,0 1 0 0 0,0 0 0 0 0,1 0 0 0 0,-1 1-1 0 0,1-1 1 0 0,-1 9 0 0 0,2-12-16 0 0,0-1 0 0 0,0 1-1 0 0,0-1 1 0 0,0 1 0 0 0,0-1 0 0 0,0 1-1 0 0,1-1 1 0 0,-1 1 0 0 0,1-1-1 0 0,-1 0 1 0 0,1 1 0 0 0,-1-1 0 0 0,1 0-1 0 0,0 1 1 0 0,-1-1 0 0 0,1 0 0 0 0,0 0-1 0 0,0 0 1 0 0,0 1 0 0 0,0-1-1 0 0,0 0 1 0 0,0 0 0 0 0,0 0 0 0 0,1-1-1 0 0,-1 1 1 0 0,0 0 0 0 0,0 0 0 0 0,1-1-1 0 0,-1 1 1 0 0,0-1 0 0 0,1 1 0 0 0,-1-1-1 0 0,1 1 1 0 0,-1-1 0 0 0,2 0-1 0 0,4 1 5 0 0,0-1-1 0 0,0 1 0 0 0,0-2 1 0 0,0 1-1 0 0,0-1 1 0 0,0 0-1 0 0,-1 0 0 0 0,1-1 1 0 0,0 0-1 0 0,-1 0 0 0 0,1-1 1 0 0,-1 0-1 0 0,0 0 0 0 0,0 0 1 0 0,0-1-1 0 0,0 0 0 0 0,0 0 1 0 0,-1 0-1 0 0,6-6 0 0 0,9-11 74 0 0,0-1-1 0 0,-1 0 0 0 0,19-31 0 0 0,-23 30 108 0 0,-15 23-192 0 0,1 0 0 0 0,-1 0 0 0 0,0 0-1 0 0,0 0 1 0 0,0-1 0 0 0,0 1-1 0 0,0 0 1 0 0,0 0 0 0 0,0 0 0 0 0,0-1-1 0 0,0 1 1 0 0,1 0 0 0 0,-1 0-1 0 0,0 0 1 0 0,0 0 0 0 0,0 0 0 0 0,0-1-1 0 0,1 1 1 0 0,-1 0 0 0 0,0 0-1 0 0,0 0 1 0 0,0 0 0 0 0,0 0 0 0 0,1 0-1 0 0,-1 0 1 0 0,0 0 0 0 0,0 0-1 0 0,0 0 1 0 0,1 0 0 0 0,-1 0 0 0 0,0 0-1 0 0,0 0 1 0 0,0 0 0 0 0,1 0-1 0 0,-1 0 1 0 0,0 0 0 0 0,0 0 0 0 0,0 0-1 0 0,1 0 1 0 0,2 10-28 0 0,-4 23-33 0 0,1-24 51 0 0,0-5 11 0 0,-1 8 35 0 0,2 0-1 0 0,-1 0 0 0 0,2 0 1 0 0,-1 0-1 0 0,5 12 0 0 0,-6-21-27 0 0,1 0 0 0 0,0 0-1 0 0,0-1 1 0 0,1 1 0 0 0,-1 0-1 0 0,0-1 1 0 0,1 1-1 0 0,0-1 1 0 0,-1 1 0 0 0,1-1-1 0 0,0 0 1 0 0,0 0 0 0 0,1 0-1 0 0,-1 0 1 0 0,0 0 0 0 0,1-1-1 0 0,-1 1 1 0 0,1-1-1 0 0,-1 1 1 0 0,1-1 0 0 0,0 0-1 0 0,0 0 1 0 0,-1 0 0 0 0,1 0-1 0 0,0-1 1 0 0,0 1 0 0 0,4 0-1 0 0,0-1 4 0 0,-1 0 0 0 0,1 0 1 0 0,-1-1-1 0 0,1 0 0 0 0,-1 0 0 0 0,1 0 0 0 0,-1-1 0 0 0,0 0 0 0 0,1 0 0 0 0,-1-1 0 0 0,0 0 1 0 0,6-3-1 0 0,-1-1 2 0 0,-1-1-1 0 0,0 0 1 0 0,0 0 0 0 0,-1-1 0 0 0,16-17 0 0 0,-3-5 3 0 0,-1 0 1 0 0,-1-1-1 0 0,21-45 1 0 0,-9 3-52 0 0,-3 0 0 0 0,-3-2 0 0 0,-4-1 0 0 0,-3-1 0 0 0,-3-1 0 0 0,6-92 1 0 0,-22 165 30 0 0,2-8-17 0 0,0 0 0 0 0,-1-1 0 0 0,-1 1 0 0 0,0 0 1 0 0,-1 0-1 0 0,-1 0 0 0 0,-6-25 0 0 0,8 37 16 0 0,0 1 0 0 0,-1 0 0 0 0,1 0 0 0 0,-1 0 0 0 0,1 0 0 0 0,-1 0 0 0 0,1 0 0 0 0,-1 0 0 0 0,0 0 0 0 0,1 1 0 0 0,-1-1-1 0 0,0 0 1 0 0,0 0 0 0 0,0 0 0 0 0,1 1 0 0 0,-1-1 0 0 0,0 0 0 0 0,0 1 0 0 0,0-1 0 0 0,0 1 0 0 0,0-1 0 0 0,0 1 0 0 0,0 0 0 0 0,-2-1 0 0 0,1 1 2 0 0,0 0 0 0 0,0 0-1 0 0,0 0 1 0 0,1 1 0 0 0,-1-1 0 0 0,0 1-1 0 0,0-1 1 0 0,0 1 0 0 0,1-1 0 0 0,-1 1-1 0 0,0 0 1 0 0,0 0 0 0 0,-1 1 0 0 0,-5 4-5 0 0,0 0 1 0 0,1 1-1 0 0,0-1 1 0 0,-9 11-1 0 0,2 1 17 0 0,1 1-1 0 0,1 0 1 0 0,0 1-1 0 0,1 0 1 0 0,2 0 0 0 0,0 1-1 0 0,-7 26 1 0 0,4-5 151 0 0,2 1 0 0 0,-9 77 0 0 0,16-77-51 0 0,2-1 1 0 0,1 1 0 0 0,3-1-1 0 0,1 0 1 0 0,2 0-1 0 0,13 49 1 0 0,-12-65-535 0 0,1 0 0 0 0,2 0 0 0 0,0-2 0 0 0,2 1 0 0 0,0-1 0 0 0,2-1 0 0 0,1 0 0 0 0,0-1 0 0 0,2-1 0 0 0,33 35 0 0 0,-13-27-2599 0 0,-11-15-1901 0 0,-7-6-1282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72 288 0 0,'5'-26'6689'0'0,"3"-9"-2620"0"0,-8 34-4043 0 0,0 1 1 0 0,0-1-1 0 0,1 1 0 0 0,-1 0 1 0 0,0-1-1 0 0,0 1 1 0 0,0-1-1 0 0,0 1 0 0 0,0-1 1 0 0,1 1-1 0 0,-1 0 1 0 0,0-1-1 0 0,0 1 1 0 0,1-1-1 0 0,-1 1 0 0 0,0 0 1 0 0,1-1-1 0 0,-1 1 1 0 0,0 0-1 0 0,1 0 0 0 0,-1-1 1 0 0,1 1-1 0 0,-1 0 1 0 0,0 0-1 0 0,1-1 1 0 0,-1 1-1 0 0,1 0 0 0 0,-1 0 1 0 0,1 0-1 0 0,-1 0 1 0 0,0 0-1 0 0,1 0 1 0 0,-1 0-1 0 0,1 0 0 0 0,-1 0 1 0 0,1 0-1 0 0,-1 0 1 0 0,1 0-1 0 0,-1 0 0 0 0,1 0 1 0 0,-1 0-1 0 0,0 0 1 0 0,1 0-1 0 0,-1 1 1 0 0,1-1-1 0 0,-1 0 0 0 0,1 0 1 0 0,-1 1-1 0 0,1-1 1 0 0,13 13 397 0 0,-10-6-278 0 0,-1-1 0 0 0,1 1 0 0 0,-2-1 0 0 0,1 1 0 0 0,-1 0 0 0 0,0 0 0 0 0,0 0 0 0 0,-1 0 0 0 0,0 1 1 0 0,0 12-1 0 0,-1 8 144 0 0,-5 40 0 0 0,3-50-190 0 0,-4 16 361 0 0,-1 0 0 0 0,-2 0 0 0 0,-1-1 0 0 0,-15 34 1 0 0,25-67-429 0 0,0 1 1 0 0,0-1-1 0 0,0 1 1 0 0,0-1 0 0 0,0 1-1 0 0,0-1 1 0 0,-1 0-1 0 0,1 1 1 0 0,0-1 0 0 0,0 1-1 0 0,0-1 1 0 0,-1 0-1 0 0,1 1 1 0 0,0-1 0 0 0,0 0-1 0 0,-1 1 1 0 0,1-1-1 0 0,0 0 1 0 0,-1 0 0 0 0,1 1-1 0 0,0-1 1 0 0,-1 0-1 0 0,1 0 1 0 0,0 1 0 0 0,-1-1-1 0 0,1 0 1 0 0,0 0-1 0 0,-1 0 1 0 0,1 0 0 0 0,-1 0-1 0 0,1 1 1 0 0,0-1-1 0 0,-1 0 1 0 0,1 0 0 0 0,-1 0-1 0 0,1 0 1 0 0,-1 0-1 0 0,1 0 1 0 0,0 0 0 0 0,-1-1-1 0 0,1 1 1 0 0,-1 0-1 0 0,1 0 1 0 0,0 0 0 0 0,-1 0-1 0 0,1 0 1 0 0,-1-1 0 0 0,1 1-1 0 0,-1-1 1 0 0,1 1-23 0 0,-1-1 0 0 0,1 0 0 0 0,0 0-1 0 0,-1 0 1 0 0,1 1 0 0 0,0-1 0 0 0,0 0 0 0 0,0 0 0 0 0,0 0 0 0 0,0 0 0 0 0,0 0 0 0 0,0 0 0 0 0,0 1 0 0 0,0-1 0 0 0,0 0 0 0 0,0 0-1 0 0,1-1 1 0 0,-1 1 7 0 0,3-16 25 0 0,0 0 1 0 0,1 0 0 0 0,1 0-1 0 0,1 0 1 0 0,0 1 0 0 0,10-17-1 0 0,-3 9-38 0 0,1 1 0 0 0,1 0 0 0 0,20-24-1 0 0,-28 39-19 0 0,1 0-1 0 0,0 0 0 0 0,0 1 1 0 0,1-1-1 0 0,0 2 0 0 0,0-1 0 0 0,0 2 1 0 0,1-1-1 0 0,0 1 0 0 0,0 1 0 0 0,1-1 1 0 0,15-3-1 0 0,-20 7 9 0 0,-1 0-1 0 0,0 0 1 0 0,0 0 0 0 0,0 1 0 0 0,0 0-1 0 0,1 0 1 0 0,-1 0 0 0 0,0 1-1 0 0,0 0 1 0 0,0 0 0 0 0,0 0-1 0 0,0 0 1 0 0,0 1 0 0 0,0 0 0 0 0,0 0-1 0 0,0 0 1 0 0,-1 1 0 0 0,1 0-1 0 0,-1 0 1 0 0,0 0 0 0 0,0 0 0 0 0,0 0-1 0 0,0 1 1 0 0,0 0 0 0 0,-1 0-1 0 0,0 0 1 0 0,0 0 0 0 0,4 7-1 0 0,-1-2 21 0 0,-1 1-1 0 0,-1 1 0 0 0,1-1 0 0 0,-2 1 0 0 0,0-1 1 0 0,0 1-1 0 0,-1 0 0 0 0,0 0 0 0 0,0 1 0 0 0,-2-1 1 0 0,1 0-1 0 0,-1 0 0 0 0,-1 0 0 0 0,0 1 1 0 0,-1-1-1 0 0,0 0 0 0 0,0 0 0 0 0,-2 0 0 0 0,1-1 1 0 0,-1 1-1 0 0,0-1 0 0 0,-8 12 0 0 0,10-20 3 0 0,0 1 1 0 0,0-1-1 0 0,-1 0 0 0 0,1 0 0 0 0,-1 0 0 0 0,0 0 1 0 0,1 0-1 0 0,-1 0 0 0 0,0-1 0 0 0,-4 2 0 0 0,5-2 8 0 0,-2-2 8 0 0,2 1-29 0 0,0 0 1 0 0,1-1-1 0 0,-1 1 1 0 0,0-1-1 0 0,0 1 1 0 0,0-1-1 0 0,0 0 1 0 0,0 0-1 0 0,0 0 0 0 0,1 0 1 0 0,-1 0-1 0 0,0 0 1 0 0,1 0-1 0 0,-1-1 1 0 0,1 1-1 0 0,-1-1 1 0 0,1 1-1 0 0,0-1 1 0 0,0 1-1 0 0,0-1 1 0 0,0 0-1 0 0,0 0 1 0 0,0 1-1 0 0,0-1 0 0 0,0 0 1 0 0,1 0-1 0 0,-1 0 1 0 0,1 0-1 0 0,-1-4 1 0 0,0 1-5 0 0,1-1 0 0 0,-1 1 0 0 0,1-1 0 0 0,1 0 0 0 0,-1 1 0 0 0,1-1 0 0 0,0 1-1 0 0,0-1 1 0 0,1 1 0 0 0,0 0 0 0 0,0-1 0 0 0,0 1 0 0 0,0 0 0 0 0,1 0 0 0 0,4-6 0 0 0,4-5-15 0 0,1 0 0 0 0,26-28 0 0 0,-23 29-13 0 0,1 0-1 0 0,0 2 0 0 0,1 0 0 0 0,0 0 0 0 0,1 2 0 0 0,1 0 0 0 0,0 1 1 0 0,0 1-1 0 0,36-12 0 0 0,-52 20 28 0 0,-1 0 0 0 0,1 0 1 0 0,-1 1-1 0 0,1-1 0 0 0,-1 1 0 0 0,1 0 1 0 0,0-1-1 0 0,-1 1 0 0 0,1 0 0 0 0,-1 1 1 0 0,1-1-1 0 0,0 0 0 0 0,-1 1 0 0 0,1 0 1 0 0,-1-1-1 0 0,1 1 0 0 0,-1 0 0 0 0,1 0 1 0 0,-1 0-1 0 0,0 1 0 0 0,0-1 0 0 0,1 0 1 0 0,-1 1-1 0 0,0 0 0 0 0,0-1 0 0 0,0 1 1 0 0,-1 0-1 0 0,1 0 0 0 0,0 0 0 0 0,-1 0 1 0 0,1 0-1 0 0,-1 1 0 0 0,0-1 0 0 0,0 0 1 0 0,0 1-1 0 0,1 2 0 0 0,1 3 8 0 0,-1-1 0 0 0,0 1-1 0 0,-1 0 1 0 0,0 0 0 0 0,0-1-1 0 0,-1 1 1 0 0,1 0 0 0 0,-2 0-1 0 0,1 0 1 0 0,-3 11 0 0 0,-28 86 120 0 0,-1 2-867 0 0,32-106 582 0 0,0 1 1 0 0,-1-1-1 0 0,1 0 0 0 0,0 1 0 0 0,0-1 1 0 0,-1 0-1 0 0,1 0 0 0 0,0 1 1 0 0,0-1-1 0 0,1 0 0 0 0,-1 1 0 0 0,0-1 1 0 0,0 0-1 0 0,1 1 0 0 0,-1-1 0 0 0,1 0 1 0 0,-1 0-1 0 0,1 1 0 0 0,-1-1 1 0 0,1 0-1 0 0,0 0 0 0 0,-1 0 0 0 0,1 0 1 0 0,2 2-1 0 0,-2-2-45 0 0,1 0 1 0 0,0-1-1 0 0,-1 1 0 0 0,1 0 1 0 0,0-1-1 0 0,0 1 0 0 0,0-1 1 0 0,0 0-1 0 0,-1 1 1 0 0,1-1-1 0 0,0 0 0 0 0,0 0 1 0 0,0 0-1 0 0,0-1 0 0 0,2 1 1 0 0,5-2-853 0 0,1-1 0 0 0,-1 1 1 0 0,1-2-1 0 0,-1 1 0 0 0,12-8 1 0 0,1-1-1636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143 917 1752 0 0,'25'-26'3209'0'0,"33"-41"-1"0"0,-51 58-2499 0 0,-1-1 0 0 0,1 0 0 0 0,-2 0 0 0 0,0 0-1 0 0,0 0 1 0 0,-1-1 0 0 0,0 0 0 0 0,4-19 0 0 0,-8 30-679 0 0,0-1 0 0 0,0 0 0 0 0,1 0 0 0 0,-1 1 1 0 0,0-1-1 0 0,0 0 0 0 0,0 0 0 0 0,0 1 1 0 0,0-1-1 0 0,0 0 0 0 0,-1 0 0 0 0,1 1 0 0 0,0-1 1 0 0,0 0-1 0 0,0 0 0 0 0,-1 1 0 0 0,1-1 0 0 0,0 0 1 0 0,-1 1-1 0 0,1-1 0 0 0,0 1 0 0 0,-1-1 0 0 0,1 0 1 0 0,-1 1-1 0 0,1-1 0 0 0,-2 0 0 0 0,1 0-6 0 0,0 1-1 0 0,-1-1 0 0 0,1 1 1 0 0,0 0-1 0 0,-1 0 0 0 0,1-1 1 0 0,0 1-1 0 0,-1 0 0 0 0,1 0 0 0 0,0 0 1 0 0,-1 0-1 0 0,1 0 0 0 0,-2 1 1 0 0,-4 1 30 0 0,0-1-1 0 0,1 1 1 0 0,-1 1 0 0 0,-7 4 0 0 0,-4 4 5 0 0,1 0 0 0 0,0 2 0 0 0,1 0 0 0 0,1 1 0 0 0,0 1 0 0 0,1 0 0 0 0,0 1 0 0 0,2 0-1 0 0,0 1 1 0 0,0 0 0 0 0,2 1 0 0 0,-17 37 0 0 0,25-49-47 0 0,0 0 0 0 0,0 0 0 0 0,1 0 0 0 0,0 0 0 0 0,0 0 0 0 0,0 0 0 0 0,1 0 0 0 0,-1 1 0 0 0,2-1 0 0 0,-1 0 0 0 0,2 8 0 0 0,-1-11-2 0 0,-1 0 0 0 0,1 0 0 0 0,0 0 0 0 0,0-1 1 0 0,1 1-1 0 0,-1 0 0 0 0,0-1 0 0 0,1 1 0 0 0,0-1 1 0 0,-1 0-1 0 0,1 1 0 0 0,0-1 0 0 0,0 0 0 0 0,1 0 0 0 0,-1 0 1 0 0,0 0-1 0 0,1-1 0 0 0,-1 1 0 0 0,1-1 0 0 0,-1 1 1 0 0,1-1-1 0 0,0 0 0 0 0,-1 0 0 0 0,1 0 0 0 0,0 0 1 0 0,0-1-1 0 0,3 1 0 0 0,-2 0-7 0 0,0-1 0 0 0,0 0 0 0 0,0 0 1 0 0,0 0-1 0 0,-1 0 0 0 0,1 0 0 0 0,0-1 0 0 0,0 0 0 0 0,0 0 1 0 0,0 0-1 0 0,0 0 0 0 0,-1-1 0 0 0,1 1 0 0 0,0-1 0 0 0,3-3 1 0 0,0 1 1 0 0,-1-1 0 0 0,-1 0 0 0 0,1 0 0 0 0,0-1 0 0 0,-1 0 0 0 0,0 0 0 0 0,6-9 1 0 0,0-4 12 0 0,-1-1 0 0 0,-1 1 1 0 0,0-2-1 0 0,10-37 0 0 0,-10 25 242 0 0,11-35 722 0 0,-20 66-959 0 0,-4 13 25 0 0,-2 6-35 0 0,2-1 0 0 0,-1 1 0 0 0,2 0 0 0 0,0 0 0 0 0,1 0 0 0 0,1 1 0 0 0,1-1 0 0 0,0 0-1 0 0,5 30 1 0 0,-3-40 6 0 0,0-1 0 0 0,0 1 0 0 0,1-1 0 0 0,0 0 0 0 0,0 1 0 0 0,0-1 0 0 0,1 0 0 0 0,6 7 0 0 0,-8-11-28 0 0,0 0 0 0 0,0 0 1 0 0,0 0-1 0 0,0 0 1 0 0,0 0-1 0 0,0 0 1 0 0,1-1-1 0 0,-1 1 1 0 0,0-1-1 0 0,1 1 1 0 0,0-1-1 0 0,-1 0 1 0 0,1 0-1 0 0,0 0 0 0 0,-1 0 1 0 0,1-1-1 0 0,0 1 1 0 0,0-1-1 0 0,0 0 1 0 0,-1 0-1 0 0,1 0 1 0 0,0 0-1 0 0,0 0 1 0 0,5-2-1 0 0,1-1-78 0 0,-1 0 1 0 0,1-1-1 0 0,-1 0 0 0 0,0-1 1 0 0,-1 0-1 0 0,1 0 1 0 0,-1 0-1 0 0,0-1 0 0 0,0 0 1 0 0,-1-1-1 0 0,1 1 0 0 0,-2-1 1 0 0,9-12-1 0 0,7-14-367 0 0,33-65 0 0 0,-45 78 378 0 0,27-58 3 0 0,-5 0 0 0 0,-2-2 0 0 0,-4-2 0 0 0,-4 0 0 0 0,17-130 0 0 0,-24 5 1810 0 0,-14 207-1735 0 0,0-1 1 0 0,0 1-1 0 0,0-1 1 0 0,0 1-1 0 0,0-1 0 0 0,0 1 1 0 0,0-1-1 0 0,0 1 1 0 0,0-1-1 0 0,0 1 0 0 0,0-1 1 0 0,-1 1-1 0 0,1-1 1 0 0,0 1-1 0 0,0 0 0 0 0,0-1 1 0 0,-1 1-1 0 0,1-1 0 0 0,0 1 1 0 0,-1-1-1 0 0,1 1 1 0 0,-1-1-1 0 0,-7 5 22 0 0,-6 16-26 0 0,2 10 116 0 0,1 0 0 0 0,-10 52 0 0 0,-5 68 817 0 0,16-90-595 0 0,10-58-325 0 0,-38 269 745 0 0,33-214-631 0 0,2 0 0 0 0,9 101 0 0 0,-5-146-94 0 0,1 1-1 0 0,1-1 0 0 0,0 1 1 0 0,0-1-1 0 0,1 0 1 0 0,1 0-1 0 0,0-1 0 0 0,0 1 1 0 0,12 16-1 0 0,-14-24-19 0 0,0 0-1 0 0,0-1 0 0 0,0 1 1 0 0,1-1-1 0 0,0 1 0 0 0,-1-1 1 0 0,1 0-1 0 0,1 0 1 0 0,-1-1-1 0 0,0 1 0 0 0,1-1 1 0 0,-1 0-1 0 0,1 0 0 0 0,0 0 1 0 0,-1-1-1 0 0,1 0 1 0 0,0 0-1 0 0,0 0 0 0 0,0 0 1 0 0,0-1-1 0 0,0 0 0 0 0,0 0 1 0 0,0 0-1 0 0,0 0 1 0 0,0-1-1 0 0,9-2 0 0 0,-4-1-14 0 0,1 0-1 0 0,-1 0 0 0 0,0 0 0 0 0,0-2 1 0 0,0 1-1 0 0,-1-1 0 0 0,0 0 0 0 0,0-1 1 0 0,0 0-1 0 0,-1-1 0 0 0,0 0 1 0 0,7-9-1 0 0,6-10-66 0 0,0 0 1 0 0,25-48-1 0 0,-29 45 54 0 0,-3 0 0 0 0,23-64 0 0 0,-31 74 7 0 0,0 0-1 0 0,-2 0 0 0 0,-1-1 0 0 0,0 1 0 0 0,-2-1 0 0 0,0-22 0 0 0,-1 40 2 0 0,0 0-1 0 0,0 0 1 0 0,-1-1-1 0 0,1 1 1 0 0,-1 0-1 0 0,1 0 1 0 0,-1 0-1 0 0,0 0 1 0 0,0 0-1 0 0,-1 1 1 0 0,1-1-1 0 0,0 0 1 0 0,-1 0 0 0 0,0 1-1 0 0,0-1 1 0 0,1 1-1 0 0,-1-1 1 0 0,-1 1-1 0 0,1 0 1 0 0,0 0-1 0 0,-1 0 1 0 0,-4-3-1 0 0,6 5 5 0 0,0 0-1 0 0,-1-1 1 0 0,1 1-1 0 0,0 0 0 0 0,-1 0 1 0 0,1 0-1 0 0,-1 0 1 0 0,1 0-1 0 0,0 0 1 0 0,-1 1-1 0 0,1-1 0 0 0,0 0 1 0 0,-1 1-1 0 0,1-1 1 0 0,0 1-1 0 0,0-1 1 0 0,-1 1-1 0 0,-1 1 1 0 0,-18 16-54 0 0,19-15 49 0 0,0 0 1 0 0,0 0 0 0 0,1 0 0 0 0,-1 0 0 0 0,1 0 0 0 0,-1 1 0 0 0,1-1 0 0 0,0 0 0 0 0,0 1 0 0 0,1-1-1 0 0,-1 1 1 0 0,1-1 0 0 0,-1 1 0 0 0,1-1 0 0 0,0 1 0 0 0,1-1 0 0 0,-1 1 0 0 0,0-1 0 0 0,1 0 0 0 0,0 1 0 0 0,1 3-1 0 0,0-3-49 0 0,0 1 0 0 0,1-1 0 0 0,-1 1 0 0 0,1-1 0 0 0,0 0-1 0 0,1 0 1 0 0,-1 0 0 0 0,1-1 0 0 0,-1 1 0 0 0,1-1 0 0 0,0 0 0 0 0,0 0-1 0 0,1 0 1 0 0,4 2 0 0 0,6 3-187 0 0,0-1-1 0 0,0-1 1 0 0,0-1-1 0 0,1 0 1 0 0,0-1-1 0 0,0-1 1 0 0,23 3 0 0 0,-28-5 155 0 0,-1-1 0 0 0,1 1 0 0 0,-1-2 0 0 0,1 0 0 0 0,-1 0 0 0 0,0-1 0 0 0,1 0 1 0 0,-1 0-1 0 0,0-1 0 0 0,0-1 0 0 0,0 0 0 0 0,15-8 0 0 0,-21 9 87 0 0,-1 0-1 0 0,1 1 1 0 0,-1-2 0 0 0,1 1-1 0 0,-1 0 1 0 0,0 0-1 0 0,-1-1 1 0 0,1 0 0 0 0,0 1-1 0 0,-1-1 1 0 0,3-5 0 0 0,-1-3 242 0 0,1 0 1 0 0,3-20-1 0 0,-2 8 287 0 0,-5 22-483 0 0,-2 0-1 0 0,-3-4 6 0 0,-2 10 1 0 0,0 0 0 0 0,0 0 0 0 0,1 0 0 0 0,0 1 0 0 0,0 0 0 0 0,0 0 0 0 0,0 0 0 0 0,1 0 0 0 0,0 1 0 0 0,-5 7 0 0 0,-5 13 306 0 0,-13 30-1 0 0,18-36-259 0 0,-2 5 17 0 0,1 1 1 0 0,1-1-1 0 0,-6 32 0 0 0,12-44-69 0 0,0-1 0 0 0,2 1 0 0 0,0 0 1 0 0,0 0-1 0 0,1 0 0 0 0,1 0 0 0 0,0 0 0 0 0,5 22 0 0 0,-4-30-93 0 0,-1 0 0 0 0,1 0-1 0 0,1 0 1 0 0,-1-1 0 0 0,1 1 0 0 0,0-1 0 0 0,0 1-1 0 0,0-1 1 0 0,0 0 0 0 0,1-1 0 0 0,0 1-1 0 0,-1 0 1 0 0,1-1 0 0 0,1 0 0 0 0,-1 0-1 0 0,0 0 1 0 0,1-1 0 0 0,0 1 0 0 0,-1-1 0 0 0,1 0-1 0 0,0 0 1 0 0,0-1 0 0 0,0 1 0 0 0,0-1-1 0 0,9 1 1 0 0,-5-1-228 0 0,0-1 1 0 0,0 0-1 0 0,0 0 0 0 0,0 0 0 0 0,0-1 1 0 0,0 0-1 0 0,0-1 0 0 0,-1 0 0 0 0,1-1 1 0 0,0 0-1 0 0,-1 0 0 0 0,0 0 0 0 0,0-1 1 0 0,10-6-1 0 0,-5-1 186 0 0,0 0-1 0 0,0 0 1 0 0,-1-1 0 0 0,-1-1 0 0 0,0 0 0 0 0,-1 0-1 0 0,0-1 1 0 0,-1 0 0 0 0,10-22 0 0 0,2-9 2378 0 0,26-91 0 0 0,-29 83-1010 0 0,-17 51-1162 0 0,-1 3-101 0 0,1-1 0 0 0,-1 0 0 0 0,0 0-1 0 0,1 1 1 0 0,-1-1 0 0 0,0 0 0 0 0,1 1-1 0 0,-1-1 1 0 0,0 0 0 0 0,0 1 0 0 0,1-1-1 0 0,-1 0 1 0 0,0 1 0 0 0,0-1 0 0 0,0 0-1 0 0,0 1 1 0 0,0-1 0 0 0,1 1 0 0 0,-1-1-1 0 0,0 1 1 0 0,0-1 0 0 0,0 0 0 0 0,0 1-1 0 0,0-1 1 0 0,0 1 0 0 0,0-1 0 0 0,0 0-1 0 0,-1 1 1 0 0,1 19 373 0 0,-1-15-249 0 0,-2 76 754 0 0,1 26-349 0 0,2-91-675 0 0,1 0 0 0 0,1 0 0 0 0,1 0 1 0 0,6 21-1 0 0,-6-28-336 0 0,0-1 0 0 0,0 0 1 0 0,1-1-1 0 0,1 1 0 0 0,-1-1 0 0 0,1 1 1 0 0,0-1-1 0 0,7 7 0 0 0,-5-8-1126 0 0,0 1 0 0 0,0-1 1 0 0,0 0-1 0 0,10 6 0 0 0,1-2-4629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96 912 0 0,'-3'-93'14749'0'0,"3"91"-13870"0"0,13 1 499 0 0,-4 8-968 0 0,-1 1 0 0 0,1-1 0 0 0,-2 1 0 0 0,1 1 0 0 0,8 12 0 0 0,31 55 501 0 0,-19-30-546 0 0,-10-18-265 0 0,25 36-4412 0 0,-38-59 2949 0 0,4-4-6307 0 0,-8-1 7122 0 0,2-1-1096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362 131 448 0 0,'-6'-109'15107'0'0,"6"108"-15038"0"0,0 0 1 0 0,-1 0-1 0 0,1 0 0 0 0,0 0 0 0 0,0 0 0 0 0,-1 0 0 0 0,1 0 0 0 0,0 0 0 0 0,-1 0 0 0 0,1 1 0 0 0,-1-1 0 0 0,1 0 0 0 0,-1 0 0 0 0,0 0 0 0 0,1 1 1 0 0,-1-1-1 0 0,0 0 0 0 0,1 1 0 0 0,-1-1 0 0 0,0 1 0 0 0,0-1 0 0 0,0 1 0 0 0,1-1 0 0 0,-1 1 0 0 0,0-1 0 0 0,0 1 0 0 0,0 0 0 0 0,0-1 0 0 0,0 1 0 0 0,0 0 1 0 0,0 0-1 0 0,0 0 0 0 0,0 0 0 0 0,0 0 0 0 0,0 0 0 0 0,0 0 0 0 0,0 0 0 0 0,0 0 0 0 0,0 0 0 0 0,0 1 0 0 0,0-1 0 0 0,0 0 0 0 0,1 1 0 0 0,-1-1 0 0 0,-1 1 1 0 0,-5 1 177 0 0,1 1 0 0 0,-1 0 1 0 0,1 0-1 0 0,-11 7 0 0 0,-5 6 85 0 0,1 2 1 0 0,0 0-1 0 0,1 1 0 0 0,2 2 1 0 0,-20 24-1 0 0,8-3-430 0 0,-45 83 0 0 0,61-94-1431 0 0,3-6-2149 0 0,2-8-3866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19 187 2196 0 0,'-3'-26'6289'0'0,"1"-1"1"0"0,2-49-1 0 0,1 27-3621 0 0,-1 47-2905 0 0,4-4-534 0 0,-7 23-13367 0 0,-13-6 7956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10 3852 0 0,'-102'-5'11604'0'0,"10"0"-242"0"0,267 10-17249 0 0,-16 1-4055 0 0,-87-5 1357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2:4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3680 0 0,'18'-2'4514'0'0,"0"-2"-1"0"0,0 0 1 0 0,0 0-1 0 0,26-12 0 0 0,3-8 1825 0 0,4-5-6380 0 0,-48 27-1640 0 0,9-5-3784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0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234 407 372 0 0,'0'-8'1412'0'0,"-1"-1"0"0"0,0 1 0 0 0,-1 0-1 0 0,0 0 1 0 0,-5-13 0 0 0,-5-17 2065 0 0,12 36-3125 0 0,-6-2 279 0 0,3 2-399 0 0,-3 7-106 0 0,-1 7 55 0 0,1 0 0 0 0,0 0 0 0 0,-5 15 0 0 0,5-13-83 0 0,-9 21 109 0 0,-76 200 627 0 0,78-194-707 0 0,2 1 0 0 0,1 0 0 0 0,-7 79-1 0 0,17-111-97 0 0,0 1-1 0 0,0 0 0 0 0,1-1 0 0 0,0 1 0 0 0,1 0 0 0 0,0-1 0 0 0,1 1 0 0 0,0-1 0 0 0,9 18 0 0 0,-11-24-7 0 0,1-1 0 0 0,0 1-1 0 0,0-1 1 0 0,1 1-1 0 0,-1-1 1 0 0,1 0 0 0 0,-1 0-1 0 0,1 0 1 0 0,0 0 0 0 0,0-1-1 0 0,1 1 1 0 0,-1-1 0 0 0,0 0-1 0 0,1 0 1 0 0,-1 0 0 0 0,1 0-1 0 0,0-1 1 0 0,0 1-1 0 0,0-1 1 0 0,-1 0 0 0 0,1 0-1 0 0,0 0 1 0 0,0-1 0 0 0,0 1-1 0 0,1-1 1 0 0,-1 0 0 0 0,0 0-1 0 0,7-2 1 0 0,4-1 2 0 0,0-1 0 0 0,0-1 1 0 0,0-1-1 0 0,0 0 0 0 0,-1 0 0 0 0,0-2 1 0 0,0 0-1 0 0,-1 0 0 0 0,0-1 0 0 0,-1-1 1 0 0,0 0-1 0 0,0-1 0 0 0,18-21 0 0 0,-5 1-25 0 0,-1-1 0 0 0,-1-1 0 0 0,-2-1 0 0 0,21-47 0 0 0,-21 38-4 0 0,-3-2-1 0 0,-1 0 0 0 0,-2-1 1 0 0,-2-1-1 0 0,-3 0 1 0 0,-1 0-1 0 0,2-54 1 0 0,-11 81-5 0 0,0 1 1 0 0,-2-1 0 0 0,0 0-1 0 0,-1 1 1 0 0,-1-1 0 0 0,-1 1-1 0 0,0 0 1 0 0,-2 1 0 0 0,-10-24-1 0 0,13 35 10 0 0,0-1 0 0 0,-1 1 0 0 0,0 0 0 0 0,0 0 0 0 0,-1 0 1 0 0,0 1-1 0 0,0 0 0 0 0,0 0 0 0 0,-1 0 0 0 0,-9-5 0 0 0,11 7 1 0 0,-1 1 0 0 0,0 1 1 0 0,0-1-1 0 0,0 1 0 0 0,0 0 1 0 0,-1 1-1 0 0,1-1 0 0 0,0 1 1 0 0,-1 0-1 0 0,1 1 0 0 0,-1 0 1 0 0,1 0-1 0 0,-1 0 0 0 0,1 1 1 0 0,-8 1-1 0 0,1 1 9 0 0,0 1 0 0 0,1 0 1 0 0,-1 1-1 0 0,1 0 0 0 0,0 1 1 0 0,0 1-1 0 0,0 0 0 0 0,1 0 0 0 0,-18 16 1 0 0,11-7 6 0 0,1 1 0 0 0,0 0 0 0 0,1 2 0 0 0,-21 31 0 0 0,27-35-24 0 0,1 0 0 0 0,0 1-1 0 0,1 1 1 0 0,0-1 0 0 0,-8 29 0 0 0,15-40 6 0 0,-1 1 0 0 0,1-1 0 0 0,1 0-1 0 0,-1 1 1 0 0,1-1 0 0 0,0 1 0 0 0,0-1 0 0 0,0 1-1 0 0,1-1 1 0 0,0 1 0 0 0,0-1 0 0 0,0 0-1 0 0,1 1 1 0 0,0-1 0 0 0,0 0 0 0 0,0 0 0 0 0,0 0-1 0 0,1 0 1 0 0,0-1 0 0 0,0 1 0 0 0,0-1-1 0 0,8 8 1 0 0,13 9 22 0 0,1-1 0 0 0,0-2 0 0 0,56 31 0 0 0,-47-30 22 0 0,-1 2 1 0 0,31 25 0 0 0,-28-16 103 0 0,-2 1 1 0 0,0 2 0 0 0,-2 2 0 0 0,-2 1-1 0 0,-1 1 1 0 0,28 48 0 0 0,-48-73-302 0 0,-1-3-2077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07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1524 0 0,'10'-31'12299'0'0,"-1"2"-6896"0"0,-9 28-5063 0 0,3-2-117 0 0,-1-1-886 0 0,3 2-2612 0 0,5 1 1864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07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43 343 1584 0 0,'-40'-54'10167'0'0,"39"52"-9647"0"0,0-7 1528 0 0,7 14-1660 0 0,0 0 0 0 0,0 0 0 0 0,0 0 0 0 0,-1 1 0 0 0,0 0 0 0 0,0 0 0 0 0,0 0 0 0 0,-1 0 0 0 0,5 10 0 0 0,30 66 1350 0 0,19 62-284 0 0,-28-65-759 0 0,77 146 0 0 0,-106-224-587 0 0,0 1 0 0 0,0 0 1 0 0,1 0-1 0 0,-1-1 0 0 0,0 1 1 0 0,0-1-1 0 0,1 1 0 0 0,-1-1 0 0 0,1 0 1 0 0,-1 1-1 0 0,1-1 0 0 0,0 0 1 0 0,-1 0-1 0 0,1 0 0 0 0,2 0 0 0 0,-3 0-60 0 0,0-1 0 0 0,1 0 0 0 0,-1 0-1 0 0,0 0 1 0 0,0 0 0 0 0,1 0 0 0 0,-1 0-1 0 0,0 0 1 0 0,0 0 0 0 0,1 0-1 0 0,-1-1 1 0 0,0 1 0 0 0,0-1 0 0 0,0 1-1 0 0,0-1 1 0 0,1 1 0 0 0,-1-1 0 0 0,1 0-1 0 0,2-3 13 0 0,0 0-1 0 0,0 0 1 0 0,0 0-1 0 0,-1 0 1 0 0,1 0 0 0 0,-1-1-1 0 0,0 1 1 0 0,0-1-1 0 0,3-9 1 0 0,21-56 2 0 0,-3-2 0 0 0,25-131 0 0 0,-29 114-75 0 0,68-282-905 0 0,-88 369 729 0 0,1 0 0 0 0,-1 0 0 0 0,1-1 0 0 0,-1 1 0 0 0,1 0 0 0 0,0 0 1 0 0,0 0-1 0 0,0 0 0 0 0,0 0 0 0 0,0 0 0 0 0,0 0 0 0 0,1 0 0 0 0,-1 1 0 0 0,1-1 0 0 0,-1 0 0 0 0,3-1 0 0 0,-3 4-14 0 0,0-1 0 0 0,0 1 0 0 0,-1 0-1 0 0,1-1 1 0 0,0 1 0 0 0,0 0-1 0 0,-1 0 1 0 0,1 0 0 0 0,0-1 0 0 0,-1 1-1 0 0,1 0 1 0 0,-1 0 0 0 0,1 0-1 0 0,-1 0 1 0 0,0 0 0 0 0,1 0 0 0 0,-1 2-1 0 0,9 60-9683 0 0,-5-42 3778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08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138 199 432 0 0,'9'24'9028'0'0,"-6"-19"-7821"0"0,-2-2-944 0 0,0-1 0 0 0,0 1-1 0 0,0-1 1 0 0,0 1 0 0 0,0-1 0 0 0,0 0 0 0 0,1 0 0 0 0,-1 0 0 0 0,1 0 0 0 0,0 0-1 0 0,-1 0 1 0 0,1 0 0 0 0,0 0 0 0 0,0-1 0 0 0,0 1 0 0 0,0-1 0 0 0,1 1 0 0 0,-1-1-1 0 0,0 0 1 0 0,1 0 0 0 0,-1 0 0 0 0,1 0 0 0 0,-1-1 0 0 0,1 1 0 0 0,4 0 0 0 0,-3-1-213 0 0,0 0 0 0 0,0 0 0 0 0,0-1 0 0 0,0 0 0 0 0,0 0 1 0 0,-1 0-1 0 0,1 0 0 0 0,0 0 0 0 0,0-1 0 0 0,-1 1 0 0 0,1-1 1 0 0,-1 0-1 0 0,1-1 0 0 0,-1 1 0 0 0,0 0 0 0 0,0-1 0 0 0,0 0 1 0 0,0 1-1 0 0,-1-1 0 0 0,1 0 0 0 0,2-4 0 0 0,-2 1-30 0 0,1 0 0 0 0,-1-1 0 0 0,0 1-1 0 0,-1-1 1 0 0,1 1 0 0 0,-1-1 0 0 0,-1 0-1 0 0,1 0 1 0 0,-1 0 0 0 0,0 0 0 0 0,-1-11-1 0 0,0 6-2 0 0,0 1 0 0 0,-2 0 0 0 0,1 0 0 0 0,-7-21-1 0 0,7 28-10 0 0,0 1-1 0 0,0 0 0 0 0,0-1 0 0 0,0 1 0 0 0,-1 0 1 0 0,0 0-1 0 0,0 0 0 0 0,0 0 0 0 0,0 0 0 0 0,0 0 1 0 0,0 1-1 0 0,-1-1 0 0 0,1 1 0 0 0,-1-1 0 0 0,0 1 1 0 0,1 0-1 0 0,-1 0 0 0 0,0 0 0 0 0,-5-1 0 0 0,5 2-3 0 0,0 0-1 0 0,-1 1 1 0 0,1 0-1 0 0,-1 0 1 0 0,1 0-1 0 0,0 0 0 0 0,-1 1 1 0 0,1-1-1 0 0,-1 1 1 0 0,1 0-1 0 0,0-1 1 0 0,0 2-1 0 0,0-1 0 0 0,-1 0 1 0 0,1 1-1 0 0,0-1 1 0 0,-5 5-1 0 0,-2 1 11 0 0,0 0 0 0 0,1 1-1 0 0,-13 13 1 0 0,6-3 39 0 0,0 0-1 0 0,1 2 0 0 0,1 0 1 0 0,-12 23-1 0 0,18-29-23 0 0,2 0-1 0 0,-1 1 0 0 0,2 0 1 0 0,0 0-1 0 0,1 0 1 0 0,0 1-1 0 0,-2 20 0 0 0,6-31-14 0 0,0 0 0 0 0,-1-1 0 0 0,2 1 0 0 0,-1 0 0 0 0,0 0 0 0 0,1-1 0 0 0,0 1 0 0 0,0 0 0 0 0,0-1 0 0 0,1 1 0 0 0,0-1-1 0 0,0 1 1 0 0,0-1 0 0 0,0 0 0 0 0,1 0 0 0 0,-1 0 0 0 0,1 0 0 0 0,0 0 0 0 0,0-1 0 0 0,0 1 0 0 0,1-1 0 0 0,-1 0 0 0 0,1 0-1 0 0,0 0 1 0 0,0-1 0 0 0,0 1 0 0 0,7 2 0 0 0,-2-1-110 0 0,-1-1-1 0 0,1 0 1 0 0,0-1-1 0 0,0 0 1 0 0,1 0-1 0 0,-1-1 1 0 0,0 0-1 0 0,1-1 1 0 0,-1 0 0 0 0,0 0-1 0 0,0-1 1 0 0,1 0-1 0 0,12-4 1 0 0,-8 1-439 0 0,1 0 0 0 0,-1-1 0 0 0,0 0 1 0 0,0-1-1 0 0,0-1 0 0 0,-1 0 0 0 0,0-1 1 0 0,-1-1-1 0 0,0 0 0 0 0,0 0 0 0 0,-1-1 1 0 0,0-1-1 0 0,0 1 0 0 0,-1-2 0 0 0,-1 0 1 0 0,0 0-1 0 0,-1 0 0 0 0,0-1 0 0 0,11-26 1 0 0,-10 14 1035 0 0,-1-1 0 0 0,-1 0 1 0 0,-1-1-1 0 0,-1 1 0 0 0,1-37 0 0 0,1 18 1689 0 0,6 48-1365 0 0,-11-2-712 0 0,0 0 0 0 0,0 0 0 0 0,-1 0 0 0 0,1 0 0 0 0,-1 1 0 0 0,1-1 0 0 0,-1 1 0 0 0,0-1 0 0 0,1 1 0 0 0,-1 0 0 0 0,0-1 0 0 0,0 1 0 0 0,1 3 0 0 0,12 27 1067 0 0,-11-24-844 0 0,6 16 11 0 0,-1 0 0 0 0,-1 1 1 0 0,-1-1-1 0 0,-1 1 0 0 0,-2 0 0 0 0,0 0 1 0 0,-1 1-1 0 0,-2-1 0 0 0,-1 0 0 0 0,0 1 1 0 0,-7 29-1 0 0,7-50-259 0 0,0 1 0 0 0,-1-1-1 0 0,1 0 1 0 0,-1 1 0 0 0,-1-1 0 0 0,1 0 0 0 0,-1 0 0 0 0,1 0-1 0 0,-1-1 1 0 0,-1 1 0 0 0,1-1 0 0 0,-1 1 0 0 0,0-1-1 0 0,0 0 1 0 0,0-1 0 0 0,0 1 0 0 0,-6 3 0 0 0,8-6-73 0 0,1-1 0 0 0,0 1 0 0 0,-1-1 0 0 0,1 0 1 0 0,0 0-1 0 0,-1 0 0 0 0,1 0 0 0 0,0 0 0 0 0,-1 0 0 0 0,1 0 0 0 0,0 0 1 0 0,-1 0-1 0 0,1-1 0 0 0,0 1 0 0 0,-1 0 0 0 0,1-1 0 0 0,0 1 1 0 0,0-1-1 0 0,0 0 0 0 0,-3-1 0 0 0,2 1-5 0 0,0-1-1 0 0,-1 0 1 0 0,1 1-1 0 0,0-1 1 0 0,0 0 0 0 0,0 0-1 0 0,0 0 1 0 0,-2-4-1 0 0,1 1-4 0 0,1 1-1 0 0,0-1 1 0 0,0 0-1 0 0,0 1 1 0 0,0-1-1 0 0,1 0 0 0 0,0 0 1 0 0,0 0-1 0 0,0 0 1 0 0,1-1-1 0 0,-1 1 1 0 0,1 0-1 0 0,0 0 0 0 0,1 0 1 0 0,1-10-1 0 0,1 7-16 0 0,-1 0 0 0 0,1 1 0 0 0,1-1 0 0 0,-1 1 0 0 0,1 0 0 0 0,0 0 0 0 0,1 0-1 0 0,0 0 1 0 0,7-7 0 0 0,8-5-751 0 0,0 1-1 0 0,1 0 0 0 0,1 2 1 0 0,46-27-1 0 0,4 7-2153 0 0,-50 26 2125 0 0,-1 0 1 0 0,0-2-1 0 0,21-15 1 0 0,-38 23 957 0 0,-1 1 1 0 0,1-1-1 0 0,-1-1 1 0 0,0 1-1 0 0,0 0 1 0 0,0-1-1 0 0,-1 1 1 0 0,0-1-1 0 0,0 0 1 0 0,0 0 0 0 0,2-10-1 0 0,-3 13 465 0 0,-5-18 3806 0 0,-13 143 889 0 0,14 65-4047 0 0,4-166-1446 0 0,1-1-1 0 0,1 0 1 0 0,9 34-1 0 0,-12-54 13 0 0,0 1 1 0 0,1-1-1 0 0,-1 0 0 0 0,1 1 1 0 0,-1-1-1 0 0,1 0 0 0 0,0 0 1 0 0,-1 0-1 0 0,1 1 0 0 0,0-1 1 0 0,0 0-1 0 0,0 0 1 0 0,0 0-1 0 0,0 0 0 0 0,0-1 1 0 0,0 1-1 0 0,0 0 0 0 0,0 0 1 0 0,0 0-1 0 0,1-1 0 0 0,-1 1 1 0 0,0-1-1 0 0,0 1 0 0 0,1-1 1 0 0,-1 0-1 0 0,0 1 0 0 0,1-1 1 0 0,-1 0-1 0 0,0 0 0 0 0,1 0 1 0 0,-1 0-1 0 0,1 0 0 0 0,-1 0 1 0 0,0 0-1 0 0,3-1 0 0 0,0 0-624 0 0,-1 0-1 0 0,0 0 0 0 0,1 0 0 0 0,-1 0 1 0 0,0-1-1 0 0,0 0 0 0 0,1 0 0 0 0,-1 1 0 0 0,-1-2 1 0 0,1 1-1 0 0,0 0 0 0 0,3-5 0 0 0,7-9-6840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0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93 125 2172 0 0,'-58'-103'11341'0'0,"49"89"-10633"0"0,9 13-720 0 0,0 1 1 0 0,0 0 0 0 0,-1-1 0 0 0,1 1-1 0 0,0-1 1 0 0,0 1 0 0 0,-1 0 0 0 0,1-1-1 0 0,0 1 1 0 0,-1-1 0 0 0,1 1 0 0 0,-1 0 0 0 0,1 0-1 0 0,0-1 1 0 0,-1 1 0 0 0,1 0 0 0 0,-1 0-1 0 0,1-1 1 0 0,-1 1 0 0 0,1 0 0 0 0,-1 0-1 0 0,1 0 1 0 0,-1 0 0 0 0,1 0 0 0 0,-1 0-1 0 0,1 0 1 0 0,-1 0 0 0 0,1 0 0 0 0,-1 0-1 0 0,1 0 1 0 0,-1 0 0 0 0,1 0 0 0 0,-1 0 0 0 0,1 0-1 0 0,-1 1 1 0 0,1-1 0 0 0,-1 0 0 0 0,1 0-1 0 0,-1 1 1 0 0,0 0-295 0 0,1-1 1 0 0,-1 1-1 0 0,0-1 0 0 0,1 1 1 0 0,-1 0-1 0 0,0 0 0 0 0,1-1 0 0 0,-1 1 1 0 0,1 0-1 0 0,-1 0 0 0 0,1 0 0 0 0,0 0 1 0 0,-1 0-1 0 0,1-1 0 0 0,0 1 1 0 0,0 0-1 0 0,-1 0 0 0 0,1 0 0 0 0,0 0 1 0 0,0 0-1 0 0,0 2 0 0 0,2 11-4335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09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470 182 1840 0 0,'5'-17'2749'0'0,"-2"0"1"0"0,0 0-1 0 0,0 0 0 0 0,-2 0 1 0 0,0 0-1 0 0,-3-24 0 0 0,2 2 246 0 0,-19 50-2593 0 0,11-2-207 0 0,0 1 0 0 0,0 0-1 0 0,1 1 1 0 0,0-1 0 0 0,-6 15-1 0 0,-23 61 958 0 0,30-72-973 0 0,-15 46 687 0 0,2 2 0 0 0,3 0 0 0 0,-13 100 0 0 0,3 195 1166 0 0,25-150-1882 0 0,-12 158-10 0 0,-2-273-140 0 0,13-82 0 0 0,-1-1 0 0 0,0 1 0 0 0,0-1 0 0 0,-1 0 0 0 0,0 0 0 0 0,-1 0 0 0 0,-7 11 0 0 0,10-17 0 0 0,1-2 0 0 0,1 0 0 0 0,-1 0 0 0 0,0 0 0 0 0,1 0 0 0 0,-1 0 0 0 0,0 0 0 0 0,0-1 0 0 0,0 1 0 0 0,1 0 0 0 0,-1 0 0 0 0,0-1 0 0 0,0 1 0 0 0,0 0 0 0 0,0-1 0 0 0,0 1 0 0 0,-1-1 0 0 0,1 1 0 0 0,0-1 0 0 0,0 0 0 0 0,0 0 0 0 0,0 1 0 0 0,0-1 0 0 0,-1 0 0 0 0,1 0 0 0 0,0 0 0 0 0,0 0 0 0 0,-2 0 0 0 0,-1-1-190 0 0,0 1 0 0 0,-1-1-1 0 0,1 0 1 0 0,0 0 0 0 0,0 0 0 0 0,0-1 0 0 0,0 1-1 0 0,0-1 1 0 0,1 0 0 0 0,-1 0 0 0 0,0-1-1 0 0,1 1 1 0 0,0-1 0 0 0,-1 1 0 0 0,1-1 0 0 0,0 0-1 0 0,0 0 1 0 0,1 0 0 0 0,-1-1 0 0 0,-3-6 0 0 0,-4-5-1070 0 0,0-1 0 0 0,1-1 1 0 0,-9-23-1 0 0,11 20-764 0 0,0 0-1 0 0,2-1 0 0 0,-4-22 1 0 0,2-3-4100 0 0,3 12-984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09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1348 0 0,'2'-32'8023'0'0,"-2"26"-6925"0"0,1 0 1 0 0,0-1-1 0 0,0 1 0 0 0,0 0 1 0 0,3-8-1 0 0,-2 10-988 0 0,-1 1 0 0 0,1 0 0 0 0,0 0 0 0 0,0 0 0 0 0,1 0 0 0 0,-1 0 0 0 0,1 0 0 0 0,-1 1 0 0 0,1-1-1 0 0,0 1 1 0 0,6-4 0 0 0,17-9-520 0 0,0 1 0 0 0,1 1 0 0 0,0 2 0 0 0,42-13 0 0 0,35-13-7294 0 0,-78 25 2582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0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58 168 0 0,'9'-22'11266'0'0,"-9"22"-11198"0"0,0 0 1 0 0,0 0 0 0 0,0 0 0 0 0,0 0-1 0 0,0-1 1 0 0,0 1 0 0 0,0 0 0 0 0,0 0-1 0 0,0 0 1 0 0,0 0 0 0 0,0-1-1 0 0,0 1 1 0 0,0 0 0 0 0,0 0 0 0 0,1 0-1 0 0,-1 0 1 0 0,0-1 0 0 0,0 1-1 0 0,0 0 1 0 0,0 0 0 0 0,0 0 0 0 0,0 0-1 0 0,0 0 1 0 0,0-1 0 0 0,0 1 0 0 0,1 0-1 0 0,-1 0 1 0 0,0 0 0 0 0,0 0-1 0 0,0 0 1 0 0,0 0 0 0 0,0 0 0 0 0,1 0-1 0 0,-1-1 1 0 0,0 1 0 0 0,0 0-1 0 0,0 0 1 0 0,0 0 0 0 0,1 0 0 0 0,-1 0-1 0 0,0 0 1 0 0,0 0 0 0 0,0 0 0 0 0,0 0-1 0 0,1 0 1 0 0,-1 0 0 0 0,0 0-1 0 0,0 0 1 0 0,5 12 1572 0 0,1 26-697 0 0,-5-28-436 0 0,0-2-358 0 0,3 15 132 0 0,0 0 0 0 0,2 0 0 0 0,0 0 0 0 0,15 33 0 0 0,-19-51-249 0 0,1 0-1 0 0,0 0 0 0 0,0 0 0 0 0,0-1 1 0 0,0 1-1 0 0,1-1 0 0 0,0 0 0 0 0,0 0 1 0 0,0 0-1 0 0,8 5 0 0 0,-8-7-9 0 0,0 0-1 0 0,-1 0 1 0 0,1-1 0 0 0,0 1-1 0 0,0-1 1 0 0,0 0-1 0 0,0 0 1 0 0,0-1-1 0 0,0 1 1 0 0,0-1 0 0 0,0 0-1 0 0,0 0 1 0 0,0 0-1 0 0,0-1 1 0 0,0 1 0 0 0,7-2-1 0 0,-4-1-8 0 0,1 0 0 0 0,-1 0 0 0 0,0 0-1 0 0,0-1 1 0 0,0 0 0 0 0,0 0 0 0 0,-1 0 0 0 0,0-1 0 0 0,0 0-1 0 0,0-1 1 0 0,0 1 0 0 0,-1-1 0 0 0,0 0 0 0 0,0-1 0 0 0,0 1-1 0 0,-1-1 1 0 0,5-10 0 0 0,6-13 6 0 0,-2-1-1 0 0,16-58 1 0 0,-22 67 24 0 0,5-16-214 0 0,-11 36 102 0 0,-1 4-24 0 0,0 13 296 0 0,0 1 1 0 0,-1-1 0 0 0,-1 0 0 0 0,0 0 0 0 0,-8 26 0 0 0,1 3 281 0 0,-67 597 3235 0 0,67-459-3008 0 0,-23 283 465 0 0,30-447-729 0 0,-1 0 1 0 0,-1 0-1 0 0,0 0 0 0 0,-1 0 1 0 0,-14 31-1 0 0,16-45-304 0 0,1 0 1 0 0,-1 0-1 0 0,1 0 0 0 0,-1 0 1 0 0,0 0-1 0 0,0-1 0 0 0,-1 0 1 0 0,1 1-1 0 0,-1-1 0 0 0,0 0 1 0 0,-7 4-1 0 0,7-5-99 0 0,1-1 0 0 0,-1 0 0 0 0,0 0 1 0 0,1 0-1 0 0,-1 0 0 0 0,0 0 0 0 0,0-1 0 0 0,0 0 1 0 0,1 0-1 0 0,-1 0 0 0 0,0 0 0 0 0,0 0 0 0 0,0-1 0 0 0,1 0 1 0 0,-1 0-1 0 0,-7-2 0 0 0,1-2-46 0 0,1 1 0 0 0,-1-1 0 0 0,1-1 0 0 0,0 0 0 0 0,0 0 0 0 0,0 0 0 0 0,1-1 0 0 0,0-1 0 0 0,1 0 0 0 0,-1 0 0 0 0,1 0 0 0 0,1 0 0 0 0,0-1 0 0 0,0 0 0 0 0,1-1 0 0 0,0 1 0 0 0,0-1 0 0 0,-2-11 0 0 0,0 4 0 0 0,2-1 0 0 0,0 0 0 0 0,1 0 0 0 0,1 0 0 0 0,1-1 0 0 0,1 1 0 0 0,0-1 0 0 0,1 1 0 0 0,5-35 0 0 0,1 28-528 0 0,0 0 0 0 0,2 0 0 0 0,1 1 0 0 0,1 0 0 0 0,1 1 0 0 0,1 0 0 0 0,1 1 0 0 0,1 0 0 0 0,1 1 0 0 0,1 1 1 0 0,28-29-1 0 0,-1 7-1325 0 0,1 3 0 0 0,1 1 1 0 0,100-61-1 0 0,-35 32-8178 0 0,-76 48 3445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64 710 2464 0 0,'-15'0'2636'0'0,"11"0"-529"0"0,2-1-1595 0 0,-1 1 0 0 0,1 0 0 0 0,-1 1-1 0 0,0-1 1 0 0,1 0 0 0 0,-1 1 0 0 0,1-1-1 0 0,-1 1 1 0 0,1 0 0 0 0,-1 0 0 0 0,1 0 0 0 0,-5 3-1 0 0,6-3-444 0 0,0 0 0 0 0,1 0 1 0 0,-1 0-1 0 0,0 0 0 0 0,1 0 0 0 0,-1 0 0 0 0,1 0 0 0 0,-1 0 0 0 0,1 1 0 0 0,-1-1 0 0 0,1 0 0 0 0,0 0 0 0 0,0 1 0 0 0,-1-1 1 0 0,1 0-1 0 0,0 0 0 0 0,0 1 0 0 0,0-1 0 0 0,0 0 0 0 0,1 0 0 0 0,-1 1 0 0 0,0-1 0 0 0,1 0 0 0 0,-1 0 0 0 0,0 1 0 0 0,1-1 1 0 0,-1 0-1 0 0,1 0 0 0 0,1 2 0 0 0,-2-2-30 0 0,1 1-1 0 0,-1 0 1 0 0,1 0 0 0 0,0 0 0 0 0,0-1-1 0 0,0 1 1 0 0,0 0 0 0 0,0-1 0 0 0,0 1-1 0 0,1-1 1 0 0,-1 1 0 0 0,0-1 0 0 0,1 0-1 0 0,-1 1 1 0 0,1-1 0 0 0,0 0 0 0 0,-1 0 0 0 0,1 0-1 0 0,0 0 1 0 0,0 0 0 0 0,-1-1 0 0 0,1 1-1 0 0,0 0 1 0 0,0-1 0 0 0,0 0 0 0 0,0 1-1 0 0,0-1 1 0 0,2 0 0 0 0,4 0-1 0 0,-1-1 0 0 0,1 1 0 0 0,-1-2 0 0 0,0 1 1 0 0,1-1-1 0 0,-1 0 0 0 0,0-1 0 0 0,0 1 0 0 0,-1-1 0 0 0,1-1 0 0 0,8-5 0 0 0,-4 2-14 0 0,-1-2-1 0 0,1 1 0 0 0,-2-1 1 0 0,1-1-1 0 0,14-18 0 0 0,-4-1-24 0 0,-2 0 0 0 0,-1 0 0 0 0,-1-2-1 0 0,13-36 1 0 0,-5 0 21 0 0,-3-1 0 0 0,-2-1 0 0 0,-4 0 0 0 0,-2-2 0 0 0,2-70 0 0 0,-17 123-116 0 0,2 18 97 0 0,0 0 0 0 0,0 0 0 0 0,0 0 0 0 0,0 0 0 0 0,0 0 0 0 0,-1 0 0 0 0,1 0 0 0 0,0-1 0 0 0,0 1 0 0 0,0 0 0 0 0,0 0 0 0 0,-1 0 1 0 0,1 0-1 0 0,0 0 0 0 0,0 0 0 0 0,0 0 0 0 0,-1 0 0 0 0,1 0 0 0 0,0 0 0 0 0,0 0 0 0 0,0 1 0 0 0,0-1 0 0 0,-1 0 0 0 0,1 0 0 0 0,0 0 0 0 0,0 0 1 0 0,0 0-1 0 0,0 0 0 0 0,0 0 0 0 0,-1 0 0 0 0,1 0 0 0 0,0 0 0 0 0,0 1 0 0 0,0-1 0 0 0,0 0 0 0 0,0 0 0 0 0,0 0 0 0 0,-1 0 0 0 0,1 0 1 0 0,0 1-1 0 0,0-1 0 0 0,0 0 0 0 0,0 0 0 0 0,-2 4-3 0 0,0-1 1 0 0,-1 1-1 0 0,2 0 1 0 0,-1 0-1 0 0,-2 6 1 0 0,-10 43 171 0 0,2 1 1 0 0,3-1-1 0 0,-4 71 1 0 0,12-91-154 0 0,1-1 0 0 0,1 1 0 0 0,2 0 0 0 0,1-1 0 0 0,2 0-1 0 0,18 57 1 0 0,-21-79-418 0 0,1-1 0 0 0,0 0 0 0 0,1-1 0 0 0,9 15 0 0 0,-11-20-201 0 0,-1 1 0 0 0,1-1 0 0 0,0 0 0 0 0,0 0 0 0 0,0 0 0 0 0,0 0 0 0 0,1-1 1 0 0,-1 0-1 0 0,1 1 0 0 0,0-1 0 0 0,-1 0 0 0 0,1-1 0 0 0,6 3 0 0 0,4-2-4732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11 114 1668 0 0,'5'-26'4200'0'0,"-1"1"0"0"0,1-36 1 0 0,-5 59-3382 0 0,-1 17 14 0 0,-22 490 3537 0 0,23-503-4389 0 0,2 28 1173 0 0,-2-29-1131 0 0,0-1 0 0 0,0 0-1 0 0,0 0 1 0 0,0 1 0 0 0,0-1-1 0 0,1 0 1 0 0,-1 0 0 0 0,0 0-1 0 0,0 1 1 0 0,0-1 0 0 0,0 0 0 0 0,0 0-1 0 0,0 0 1 0 0,0 1 0 0 0,1-1-1 0 0,-1 0 1 0 0,0 0 0 0 0,0 0-1 0 0,0 0 1 0 0,1 1 0 0 0,-1-1-1 0 0,0 0 1 0 0,0 0 0 0 0,0 0-1 0 0,1 0 1 0 0,-1 0 0 0 0,0 0-1 0 0,0 0 1 0 0,0 0 0 0 0,1 0 0 0 0,-1 0-1 0 0,0 1 1 0 0,1-1 0 0 0,10-11 150 0 0,32-59 200 0 0,22-31-274 0 0,-55 87-143 0 0,1 1 0 0 0,0 0 0 0 0,1 1 0 0 0,0 1 0 0 0,15-11 0 0 0,-26 21 36 0 0,1-1 0 0 0,-1 1 0 0 0,0 0 0 0 0,1 0 0 0 0,-1 0 0 0 0,1 0 0 0 0,0 0 0 0 0,-1 1 0 0 0,1-1 0 0 0,0 0 0 0 0,-1 1 0 0 0,1-1 0 0 0,0 1 0 0 0,0 0 0 0 0,-1-1 0 0 0,1 1 0 0 0,0 0-1 0 0,0 0 1 0 0,0 0 0 0 0,-1 1 0 0 0,1-1 0 0 0,0 0 0 0 0,0 1 0 0 0,-1-1 0 0 0,1 1 0 0 0,0-1 0 0 0,0 1 0 0 0,-1 0 0 0 0,1 0 0 0 0,-1-1 0 0 0,1 1 0 0 0,-1 0 0 0 0,1 1 0 0 0,-1-1 0 0 0,0 0 0 0 0,1 0 0 0 0,-1 1-1 0 0,0-1 1 0 0,0 0 0 0 0,2 3 0 0 0,0 3 15 0 0,1-1-1 0 0,-1 1 0 0 0,0 0 0 0 0,-1-1 0 0 0,1 1 0 0 0,-1 0 0 0 0,-1 1 1 0 0,2 11-1 0 0,-1 43 90 0 0,-2-36-998 0 0,5 42 1 0 0,-4-62 376 0 0,0 0 1 0 0,0 0-1 0 0,0 0 0 0 0,1-1 1 0 0,0 1-1 0 0,1 0 0 0 0,-1-1 1 0 0,1 0-1 0 0,0 1 0 0 0,0-1 1 0 0,1 0-1 0 0,5 5 0 0 0,-7-7-139 0 0,1-1 0 0 0,0 0 0 0 0,0 1 0 0 0,0-1 0 0 0,1-1 0 0 0,-1 1 0 0 0,0 0 0 0 0,5 0 0 0 0,13 4-4733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1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200 667 2720 0 0,'4'-9'1327'0'0,"1"-2"102"0"0,-1 0 0 0 0,0 0 0 0 0,0 0-1 0 0,-1-1 1 0 0,0 1 0 0 0,-1-1 0 0 0,-1 1 0 0 0,0-1 0 0 0,0-16 0 0 0,-1 27-1318 0 0,0-1 1 0 0,0 0 0 0 0,0 1-1 0 0,0-1 1 0 0,0 0-1 0 0,-1 1 1 0 0,1-1 0 0 0,-1 1-1 0 0,1-1 1 0 0,-1 0 0 0 0,1 1-1 0 0,-1-1 1 0 0,0 1-1 0 0,0-1 1 0 0,0 1 0 0 0,0 0-1 0 0,0-1 1 0 0,0 1-1 0 0,-2-2 1 0 0,1 2-94 0 0,0 1-1 0 0,1 0 1 0 0,-1 0 0 0 0,0-1 0 0 0,1 1-1 0 0,-1 0 1 0 0,0 0 0 0 0,1 0-1 0 0,-1 1 1 0 0,1-1 0 0 0,-1 0-1 0 0,0 1 1 0 0,1-1 0 0 0,-1 1-1 0 0,1-1 1 0 0,-1 1 0 0 0,1 0 0 0 0,-1-1-1 0 0,-2 3 1 0 0,-11 7-12 0 0,0 0 1 0 0,1 1 0 0 0,0 1-1 0 0,0 0 1 0 0,2 1-1 0 0,-1 1 1 0 0,2 0-1 0 0,0 0 1 0 0,0 1 0 0 0,2 0-1 0 0,0 1 1 0 0,-9 19-1 0 0,15-27 1 0 0,0-1-1 0 0,0 1 0 0 0,1 0 1 0 0,0 0-1 0 0,0 1 0 0 0,0 8 1 0 0,2-14-10 0 0,-1-1 1 0 0,1 0-1 0 0,1 1 0 0 0,-1-1 1 0 0,0 1-1 0 0,1-1 0 0 0,-1 1 1 0 0,1-1-1 0 0,0 0 0 0 0,0 1 1 0 0,0-1-1 0 0,0 0 1 0 0,0 0-1 0 0,0 0 0 0 0,0 0 1 0 0,1 0-1 0 0,-1 0 0 0 0,1 0 1 0 0,0 0-1 0 0,-1 0 0 0 0,1-1 1 0 0,0 1-1 0 0,0-1 1 0 0,3 2-1 0 0,-3-2-34 0 0,1 0 1 0 0,0-1-1 0 0,0 0 1 0 0,0 1-1 0 0,0-1 1 0 0,-1 0-1 0 0,1-1 0 0 0,0 1 1 0 0,0 0-1 0 0,0-1 1 0 0,0 0-1 0 0,-1 1 1 0 0,1-1-1 0 0,0 0 1 0 0,-1 0-1 0 0,1-1 0 0 0,4-2 1 0 0,1-1-1 0 0,-1 1 0 0 0,0-2 0 0 0,0 1 0 0 0,0-1 0 0 0,0 0 0 0 0,-1 0 1 0 0,0-1-1 0 0,-1 0 0 0 0,6-7 0 0 0,7-14 22 0 0,15-31 0 0 0,-27 48 35 0 0,26-48 140 0 0,-31 57-220 0 0,-1 2 10 0 0,0 0 47 0 0,1 0 0 0 0,-1 0-1 0 0,1 0 1 0 0,-1 0 0 0 0,0 0 0 0 0,1 0 0 0 0,-1 0 0 0 0,1 0 0 0 0,-1 1 0 0 0,0-1 0 0 0,1 0-1 0 0,-1 0 1 0 0,0 0 0 0 0,1 1 0 0 0,-1-1 0 0 0,0 0 0 0 0,0 1 0 0 0,1-1 0 0 0,-1 0-1 0 0,0 0 1 0 0,0 1 0 0 0,1-1 0 0 0,-1 1 0 0 0,0-1 0 0 0,0 1 0 0 0,3 64-30 0 0,1 21 96 0 0,-3-77-45 0 0,0 0-1 0 0,1 0 1 0 0,0 0 0 0 0,1 0 0 0 0,0-1-1 0 0,0 0 1 0 0,6 10 0 0 0,-8-16-79 0 0,1 1 0 0 0,0-1-1 0 0,-1 0 1 0 0,1-1 0 0 0,0 1 0 0 0,0 0 0 0 0,0 0 0 0 0,0-1 0 0 0,0 1-1 0 0,1-1 1 0 0,-1 0 0 0 0,0 0 0 0 0,1 0 0 0 0,-1 0 0 0 0,0 0-1 0 0,1 0 1 0 0,0 0 0 0 0,-1-1 0 0 0,1 0 0 0 0,-1 1 0 0 0,1-1 0 0 0,-1 0-1 0 0,1 0 1 0 0,0 0 0 0 0,-1-1 0 0 0,1 1 0 0 0,-1-1 0 0 0,1 1 0 0 0,-1-1-1 0 0,4-1 1 0 0,3-1-383 0 0,0 0 1 0 0,-1-1-1 0 0,1 0 0 0 0,-1-1 0 0 0,0 1 0 0 0,0-2 0 0 0,10-7 0 0 0,2-6-154 0 0,0-2 0 0 0,-2 0 1 0 0,0-1-1 0 0,-1-1 0 0 0,-1 0 0 0 0,-2-1 0 0 0,16-33 0 0 0,67-188 270 0 0,-86 211 566 0 0,6-14 1716 0 0,-3-1 0 0 0,-2 0 1 0 0,10-94-1 0 0,-21 142-1915 0 0,-1 1 0 0 0,0-1 0 0 0,0 0 0 0 0,0 0 0 0 0,0 0 0 0 0,0 0 0 0 0,0 1 0 0 0,0-1 0 0 0,0 0 0 0 0,0 0 0 0 0,0 0 0 0 0,0 0 0 0 0,0 1 0 0 0,-1-1 1 0 0,1 0-1 0 0,0 0 0 0 0,-1 0 0 0 0,0 0 0 0 0,-7 8 866 0 0,-9 26 488 0 0,5 2 111 0 0,1 1 0 0 0,-11 70 0 0 0,1 79 1282 0 0,18-151-2417 0 0,-1 12-113 0 0,2 1-1 0 0,1 0 1 0 0,3-1 0 0 0,12 73 0 0 0,-3-84-790 0 0,-10-33 366 0 0,-1 0 0 0 0,1 0 0 0 0,0-1-1 0 0,0 1 1 0 0,0 0 0 0 0,1-1 0 0 0,-1 1 0 0 0,0-1-1 0 0,1 1 1 0 0,-1-1 0 0 0,1 1 0 0 0,-1-1-1 0 0,1 0 1 0 0,-1 0 0 0 0,4 1 0 0 0,-3-1-150 0 0,0 0 1 0 0,1-1 0 0 0,-1 0 0 0 0,1 1-1 0 0,-1-1 1 0 0,1 0 0 0 0,-1 0-1 0 0,0-1 1 0 0,1 1 0 0 0,-1 0-1 0 0,1-1 1 0 0,-1 1 0 0 0,0-1 0 0 0,1 0-1 0 0,-1 0 1 0 0,0 0 0 0 0,0 0-1 0 0,0 0 1 0 0,4-3 0 0 0,2-1-1998 0 0,-1-1 0 0 0,-1 0 1 0 0,12-11-1 0 0,-1-3-6024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1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89 4364 0 0,'-42'-5'5946'0'0,"-35"-6"4952"0"0,74 10-10273 0 0,4 0-578 0 0,0 0 1 0 0,0 0 0 0 0,-1 1-1 0 0,1-1 1 0 0,0 0 0 0 0,0 0-1 0 0,0 1 1 0 0,0-1 0 0 0,0 1-1 0 0,0-1 1 0 0,0 1 0 0 0,0-1-1 0 0,0 1 1 0 0,0 0 0 0 0,0-1-1 0 0,0 1 1 0 0,0 0 0 0 0,1 0-1 0 0,-1 0 1 0 0,1 0 0 0 0,0-1 21 0 0,136-19-717 0 0,-37 7-3259 0 0,-2-7-5780 0 0,-76 13 3430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2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14 2756 0 0,'-39'5'3541'0'0,"8"-1"-821"0"0,6-3-668 0 0,1 3-424 0 0,5-3-360 0 0,4 1-268 0 0,1 1 1757 0 0,47-3-2625 0 0,-1-1-480 0 0,15-3-512 0 0,14-1-405 0 0,5-2-843 0 0,7 1-2032 0 0,2-4-2589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3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137 823 468 0 0,'-20'8'3647'0'0,"-37"18"3671"0"0,49-22-6519 0 0,1 1 1 0 0,-1-1-1 0 0,1 1 1 0 0,-12 12 0 0 0,18-16-734 0 0,0 0 0 0 0,0 1 0 0 0,0-1 0 0 0,0 1 0 0 0,0-1 0 0 0,0 1 0 0 0,0-1 0 0 0,1 1 0 0 0,-1 0 0 0 0,1-1 0 0 0,-1 1 0 0 0,1 0 0 0 0,-1-1 0 0 0,1 1 0 0 0,0 0 0 0 0,0 0 0 0 0,0-1 0 0 0,0 1 0 0 0,0 0 0 0 0,1 0 0 0 0,-1-1 0 0 0,0 1 0 0 0,1 0 0 0 0,-1-1 0 0 0,1 1 0 0 0,1 2 0 0 0,-1-3-49 0 0,0-1 0 0 0,1 1-1 0 0,-1-1 1 0 0,0 0 0 0 0,0 0 0 0 0,1 0 0 0 0,-1 1 0 0 0,0-1 0 0 0,1 0-1 0 0,-1 0 1 0 0,0-1 0 0 0,0 1 0 0 0,1 0 0 0 0,-1 0 0 0 0,0-1 0 0 0,0 1-1 0 0,1 0 1 0 0,-1-1 0 0 0,0 1 0 0 0,0-1 0 0 0,0 0 0 0 0,2-1-1 0 0,27-17 144 0 0,-16 6-138 0 0,-1-2 0 0 0,0 0 1 0 0,-1 0-1 0 0,0-1 1 0 0,-1-1-1 0 0,-1 0 1 0 0,13-28-1 0 0,43-133-267 0 0,-39 88-11 0 0,-4-1-1 0 0,-4 0 0 0 0,15-186 1 0 0,-34 274 236 0 0,0 1 1 0 0,1-1-1 0 0,-2 0 1 0 0,1 0 0 0 0,0 1-1 0 0,-1-1 1 0 0,1 0-1 0 0,-1 0 1 0 0,0 1 0 0 0,-1-5-1 0 0,1 7 19 0 0,1 0-1 0 0,0-1 1 0 0,-1 1 0 0 0,1 0-1 0 0,0 0 1 0 0,-1 0 0 0 0,1 0-1 0 0,-1 0 1 0 0,1 0 0 0 0,0 1-1 0 0,-1-1 1 0 0,1 0 0 0 0,0 0-1 0 0,-1 0 1 0 0,1 0 0 0 0,0 0-1 0 0,-1 0 1 0 0,1 1 0 0 0,0-1-1 0 0,-1 0 1 0 0,1 0-1 0 0,0 0 1 0 0,0 1 0 0 0,-1-1-1 0 0,1 0 1 0 0,0 0 0 0 0,0 1-1 0 0,-1-1 1 0 0,1 0 0 0 0,0 1-1 0 0,0-1 1 0 0,-8 10-27 0 0,-1 5 58 0 0,1 0 1 0 0,1 0-1 0 0,1 1 1 0 0,-6 17-1 0 0,-14 69 224 0 0,17-63-192 0 0,-13 56 181 0 0,5 0 0 0 0,-8 132 0 0 0,25-208-192 0 0,0 1 0 0 0,1-1 1 0 0,0 1-1 0 0,2-1 0 0 0,1 1 1 0 0,11 36-1 0 0,-13-50-129 0 0,1 1 1 0 0,0-1-1 0 0,0 0 0 0 0,1 0 1 0 0,0 0-1 0 0,0-1 0 0 0,0 1 0 0 0,0-1 1 0 0,1 0-1 0 0,6 5 0 0 0,-7-7-130 0 0,0 0 0 0 0,0-1 0 0 0,1 1 0 0 0,-1-1 0 0 0,1 0 0 0 0,-1 0 0 0 0,1-1 0 0 0,0 1 0 0 0,0-1 0 0 0,-1 0 0 0 0,1 0 0 0 0,0-1-1 0 0,0 0 1 0 0,0 1 0 0 0,8-2 0 0 0,-4 0-20 0 0,-1-1 0 0 0,1 0 0 0 0,-1-1 0 0 0,0 0-1 0 0,0 0 1 0 0,0 0 0 0 0,0-1 0 0 0,0 0 0 0 0,-1-1 0 0 0,0 0-1 0 0,0 0 1 0 0,0 0 0 0 0,-1-1 0 0 0,1 0 0 0 0,-1 0-1 0 0,-1-1 1 0 0,10-12 0 0 0,2-7-2 0 0,-1 0-1 0 0,-1 0 1 0 0,19-50 0 0 0,-6 2 587 0 0,25-104-1 0 0,0-82 4018 0 0,-49 235-3699 0 0,-2 12-274 0 0,0 0-1 0 0,8-25 1 0 0,-9 36-209 0 0,5 25 334 0 0,1 307 1687 0 0,-5-137-1791 0 0,3 111 2059 0 0,-5-302-2235 0 0,1-5-179 0 0,0 0-1 0 0,0 0 1 0 0,0 0 0 0 0,0 0 0 0 0,0 0 0 0 0,-1 0 0 0 0,1-5 0 0 0,-1 4 8 0 0,7-34 18 0 0,1 0-1 0 0,19-49 0 0 0,-22 72-124 0 0,1 0 0 0 0,1 1-1 0 0,1-1 1 0 0,0 1 0 0 0,0 1 0 0 0,1-1-1 0 0,1 2 1 0 0,16-17 0 0 0,-24 26 22 0 0,1 1-1 0 0,-1 0 1 0 0,1-1-1 0 0,0 1 1 0 0,-1 1-1 0 0,1-1 1 0 0,0 0 0 0 0,0 1-1 0 0,0-1 1 0 0,0 1-1 0 0,0 0 1 0 0,1 0-1 0 0,-1 0 1 0 0,0 0 0 0 0,1 1-1 0 0,-1-1 1 0 0,0 1-1 0 0,1 0 1 0 0,-1 0-1 0 0,0 0 1 0 0,1 0-1 0 0,-1 1 1 0 0,0-1 0 0 0,1 1-1 0 0,-1 0 1 0 0,0 0-1 0 0,0 0 1 0 0,0 1-1 0 0,0-1 1 0 0,0 1 0 0 0,0-1-1 0 0,0 1 1 0 0,0 0-1 0 0,0 0 1 0 0,-1 0-1 0 0,1 1 1 0 0,-1-1 0 0 0,0 1-1 0 0,0-1 1 0 0,0 1-1 0 0,0 0 1 0 0,0 0-1 0 0,0-1 1 0 0,-1 1-1 0 0,2 5 1 0 0,2 2 5 0 0,-1 1 0 0 0,0 0 0 0 0,0 0-1 0 0,-1 0 1 0 0,2 22 0 0 0,0 58-58 0 0,-6-68 59 0 0,2 0 0 0 0,1 0-1 0 0,8 43 1 0 0,-9-64 11 0 0,-1-1-1 0 0,1 1 0 0 0,0 0 0 0 0,-1-1 1 0 0,1 1-1 0 0,0-1 0 0 0,0 1 1 0 0,0-1-1 0 0,0 1 0 0 0,0-1 0 0 0,0 0 1 0 0,0 1-1 0 0,0-1 0 0 0,1 0 1 0 0,-1 0-1 0 0,1 0 0 0 0,-1 0 0 0 0,1 0 1 0 0,-1 0-1 0 0,3 1 0 0 0,0-1 6 0 0,-1 0 0 0 0,0-1 0 0 0,1 1 0 0 0,-1-1 0 0 0,1 1 0 0 0,-1-1 0 0 0,1 0 0 0 0,-1-1 0 0 0,0 1 0 0 0,4-1 0 0 0,4-2 17 0 0,0 0 0 0 0,-1 0 0 0 0,1-1 0 0 0,-1 0 0 0 0,17-11 0 0 0,-10 4-24 0 0,0-2 0 0 0,-1 0 0 0 0,-1-1 0 0 0,0-1 0 0 0,-1 0 0 0 0,-1-1 0 0 0,0 0 0 0 0,-1-1 0 0 0,-1 0 0 0 0,0-1 0 0 0,-2-1 0 0 0,0 1 0 0 0,-1-2 0 0 0,-1 1 0 0 0,-1-1 0 0 0,8-38 0 0 0,-14 54-31 0 0,0 1 0 0 0,1 0-1 0 0,-1-1 1 0 0,-1 1 0 0 0,1 0 0 0 0,0-1 0 0 0,-1 1 0 0 0,0 0-1 0 0,0 0 1 0 0,-1-5 0 0 0,1 6-29 0 0,-3 3-4 0 0,0 0 45 0 0,0 1 0 0 0,0-1 0 0 0,0 0 0 0 0,1 1 1 0 0,-1 0-1 0 0,0 0 0 0 0,1 0 0 0 0,0 0 0 0 0,-1 1 0 0 0,1 0 0 0 0,0-1 0 0 0,1 1 0 0 0,-5 4 1 0 0,2 0-6 0 0,0 0 1 0 0,1 0 0 0 0,-1 1-1 0 0,2-1 1 0 0,-1 1 0 0 0,-3 10 0 0 0,3-6 27 0 0,1 0 0 0 0,0 0 0 0 0,1 0 0 0 0,0 1 0 0 0,1-1 0 0 0,1 0 0 0 0,0 1 0 0 0,0-1 0 0 0,3 16 0 0 0,-1-21 11 0 0,-1 0 0 0 0,1-1 0 0 0,1 1 0 0 0,-1-1 0 0 0,1 0 0 0 0,0 0 0 0 0,0 0 0 0 0,1 0 0 0 0,0-1 0 0 0,0 1 0 0 0,0-1 0 0 0,1 0 0 0 0,-1 0 0 0 0,1 0 0 0 0,1-1 0 0 0,-1 0-1 0 0,0 0 1 0 0,1 0 0 0 0,6 3 0 0 0,-1-2-127 0 0,0-1-1 0 0,1 0 0 0 0,-1 0 1 0 0,1-1-1 0 0,0-1 1 0 0,0 0-1 0 0,0 0 0 0 0,0-1 1 0 0,0-1-1 0 0,13-1 0 0 0,-9 0-761 0 0,1-1 0 0 0,-1-1 0 0 0,0 0 0 0 0,0-1-1 0 0,29-12 1 0 0,-32 10-994 0 0,0-1-1 0 0,0 0 1 0 0,22-17 0 0 0,-5-1-3946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45 2648 0 0,'-61'2'3967'0'0,"-171"11"6376"0"0,230-13-9565 0 0,44 0-1450 0 0,1-1 0 0 0,65-12-1 0 0,-48 5-698 0 0,100-15-4970 0 0,-71 9 738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57 52 0 0,'-29'-51'11598'0'0,"29"49"-10942"0"0,0 2-611 0 0,1 0 1 0 0,-1-1-1 0 0,0 1 0 0 0,1 0 1 0 0,-1-1-1 0 0,1 1 1 0 0,-1 0-1 0 0,1-1 0 0 0,-1 1 1 0 0,1 0-1 0 0,-1 0 1 0 0,1 0-1 0 0,-1-1 1 0 0,1 1-1 0 0,0 0 0 0 0,-1 0 1 0 0,1 0-1 0 0,-1 0 1 0 0,1 0-1 0 0,-1 0 0 0 0,1 0 1 0 0,0 0-1 0 0,-1 0 1 0 0,1 0-1 0 0,-1 1 0 0 0,1-1 1 0 0,-1 0-1 0 0,1 0 1 0 0,-1 0-1 0 0,1 1 0 0 0,-1-1 1 0 0,1 0-1 0 0,-1 1 1 0 0,1-1-1 0 0,-1 0 0 0 0,1 1 1 0 0,19 14 451 0 0,-11-7-355 0 0,0 2 1 0 0,-1-1-1 0 0,1 1 1 0 0,-2 1-1 0 0,0-1 1 0 0,0 1-1 0 0,-1 1 1 0 0,0-1-1 0 0,7 21 1 0 0,-7-14-18 0 0,-1 1 0 0 0,0 0 0 0 0,-2 0 0 0 0,0 0 0 0 0,1 35 0 0 0,-5-41-37 0 0,1 1 1 0 0,-2-1 0 0 0,-4 21 0 0 0,5-28-21 0 0,-1 0 0 0 0,0-1 0 0 0,0 1 0 0 0,0-1 0 0 0,-1 1 0 0 0,0-1 0 0 0,0 0 0 0 0,0 0 0 0 0,-1 0 1 0 0,-4 5-1 0 0,8-10-55 0 0,-1 1 0 0 0,1 0 0 0 0,-1-1 1 0 0,1 1-1 0 0,-1-1 0 0 0,1 1 0 0 0,-1-1 1 0 0,1 1-1 0 0,-1-1 0 0 0,0 1 0 0 0,1-1 1 0 0,-1 0-1 0 0,0 1 0 0 0,0-1 1 0 0,1 0-1 0 0,-1 0 0 0 0,0 1 0 0 0,0-1 1 0 0,1 0-1 0 0,-1 0 0 0 0,0 0 0 0 0,0 0 1 0 0,1 0-1 0 0,-1 0 0 0 0,0 0 0 0 0,0 0 1 0 0,1 0-1 0 0,-2-1 0 0 0,1 1-6 0 0,0-1 0 0 0,0 0 0 0 0,0 0 0 0 0,0 0 0 0 0,0 0 1 0 0,1 0-1 0 0,-1 0 0 0 0,0 0 0 0 0,1 0 0 0 0,-1 0 0 0 0,1 0 0 0 0,-1-1 0 0 0,1 1 0 0 0,-1 0 0 0 0,1-2 0 0 0,-2-4-9 0 0,1 1 0 0 0,0-1 0 0 0,0 0 0 0 0,0 0 0 0 0,2-8 0 0 0,0 0-18 0 0,1 1 0 0 0,1 0 1 0 0,1 0-1 0 0,0 0 0 0 0,0 0 0 0 0,1 0 0 0 0,10-16 0 0 0,-12 24 4 0 0,0 0 0 0 0,1 0 0 0 0,0 1 0 0 0,0-1-1 0 0,0 1 1 0 0,1 0 0 0 0,0 0 0 0 0,0 1 0 0 0,0-1 0 0 0,0 1-1 0 0,1 0 1 0 0,0 0 0 0 0,0 1 0 0 0,0 0 0 0 0,0 0-1 0 0,0 0 1 0 0,12-2 0 0 0,-12 4 8 0 0,1 0 0 0 0,0 1 0 0 0,0-1 0 0 0,0 2 0 0 0,0-1 0 0 0,-1 1 0 0 0,1 0 0 0 0,0 1 0 0 0,-1-1-1 0 0,1 1 1 0 0,0 1 0 0 0,-1-1 0 0 0,0 1 0 0 0,0 0 0 0 0,0 0 0 0 0,0 1 0 0 0,0 0 0 0 0,-1 0 0 0 0,0 0 0 0 0,1 1 0 0 0,-2 0 0 0 0,8 7 0 0 0,-5-3 32 0 0,1 0 0 0 0,-1 1-1 0 0,-1 0 1 0 0,0 0 0 0 0,0 0 0 0 0,-1 0 0 0 0,0 1 0 0 0,-1 0 0 0 0,0 0 0 0 0,-1 1 0 0 0,0-1-1 0 0,2 17 1 0 0,-5-24 3 0 0,0-1 0 0 0,0 1 0 0 0,0-1-1 0 0,0 1 1 0 0,-1-1 0 0 0,1 1 0 0 0,-1-1 0 0 0,0 1-1 0 0,0-1 1 0 0,-1 0 0 0 0,-1 5 0 0 0,3-8-25 0 0,0-1 1 0 0,0 1 0 0 0,0 0 0 0 0,0 0-1 0 0,0-1 1 0 0,0 1 0 0 0,0 0 0 0 0,-1 0 0 0 0,1-1-1 0 0,0 1 1 0 0,0 0 0 0 0,0 0 0 0 0,0-1-1 0 0,0 1 1 0 0,-1 0 0 0 0,1 0 0 0 0,0 0-1 0 0,0-1 1 0 0,0 1 0 0 0,-1 0 0 0 0,1 0-1 0 0,0 0 1 0 0,0 0 0 0 0,-1 0 0 0 0,1-1-1 0 0,0 1 1 0 0,0 0 0 0 0,-1 0 0 0 0,1 0 0 0 0,0 0-1 0 0,0 0 1 0 0,-1 0 0 0 0,1 0 0 0 0,0 0-1 0 0,0 0 1 0 0,-1 0 0 0 0,1 0 0 0 0,0 0-1 0 0,-1 0 1 0 0,1 0 0 0 0,0 0 0 0 0,0 0-1 0 0,-1 0 1 0 0,1 0 0 0 0,0 1 0 0 0,0-1-1 0 0,-1 0 1 0 0,1 0 0 0 0,0 0 0 0 0,0 0 0 0 0,0 0-1 0 0,-1 1 1 0 0,1-1 0 0 0,0 0 0 0 0,0 0-1 0 0,0 0 1 0 0,0 1 0 0 0,-1-1 0 0 0,1 0-1 0 0,0 0 1 0 0,0 1 0 0 0,0-1 0 0 0,0 0-1 0 0,0 0 1 0 0,0 1 0 0 0,0-1 0 0 0,0 0-1 0 0,0 0 1 0 0,-1 1 0 0 0,-4-19-8 0 0,5 8-8 0 0,1-1 0 0 0,0 0 0 0 0,0 1 0 0 0,1 0 0 0 0,0-1 0 0 0,0 1 0 0 0,2 0 0 0 0,3-10 0 0 0,2 0-18 0 0,0 1 1 0 0,24-34-1 0 0,-24 40 12 0 0,0 1 0 0 0,1 1 0 0 0,1 0 0 0 0,0 0 0 0 0,0 1 1 0 0,22-15-1 0 0,-27 21 11 0 0,-1 1 0 0 0,1-1-1 0 0,0 1 1 0 0,0 0 0 0 0,0 0 0 0 0,1 1 0 0 0,-1 0 0 0 0,1 0 0 0 0,-1 1 0 0 0,1-1 0 0 0,-1 1 0 0 0,1 1 0 0 0,0-1 0 0 0,-1 1 0 0 0,1 0 0 0 0,0 1 0 0 0,10 1 0 0 0,-13-1 49 0 0,0 1 1 0 0,-1-1-1 0 0,1 1 1 0 0,0 0 0 0 0,-1 0-1 0 0,1 0 1 0 0,-1 0-1 0 0,1 1 1 0 0,-1-1-1 0 0,0 1 1 0 0,0 0 0 0 0,0 0-1 0 0,-1 0 1 0 0,1 0-1 0 0,2 5 1 0 0,-2-2 14 0 0,0 0-1 0 0,0 0 1 0 0,0 1-1 0 0,-1-1 1 0 0,0 1 0 0 0,-1-1-1 0 0,0 1 1 0 0,1 10-1 0 0,-1 3 31 0 0,-2 1-1 0 0,0-1 0 0 0,-1 0 0 0 0,-1 0 0 0 0,-7 23 0 0 0,7-31-26 0 0,-10 48-969 0 0,12-55 343 0 0,1-1 0 0 0,-1 1 0 0 0,1 0 0 0 0,0 0 0 0 0,0 0 0 0 0,0 0 0 0 0,1 0 0 0 0,0-1 0 0 0,1 7 0 0 0,7-1-2413 0 0,-2-8-852 0 0,12-1-53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251 748 1428 0 0,'9'-9'1757'0'0,"0"-1"-1"0"0,-1 0 1 0 0,-1 0 0 0 0,8-14-1 0 0,-11 18-1040 0 0,-1 0-1 0 0,0 0 0 0 0,-1-1 0 0 0,0 1 0 0 0,1-1 0 0 0,-2 1 0 0 0,1-1 1 0 0,-1 0-1 0 0,0-9 0 0 0,0 14-634 0 0,-1 1 0 0 0,0 0 0 0 0,0-1 1 0 0,0 1-1 0 0,-1-1 0 0 0,1 1 0 0 0,0-1 0 0 0,0 1 0 0 0,-1 0 1 0 0,1-1-1 0 0,-1 1 0 0 0,1 0 0 0 0,-1-1 0 0 0,0 1 0 0 0,1 0 1 0 0,-1 0-1 0 0,0 0 0 0 0,0 0 0 0 0,0-1 0 0 0,0 1 1 0 0,0 0-1 0 0,0 0 0 0 0,-1 0 0 0 0,0 0-39 0 0,0 0 1 0 0,0 0-1 0 0,0 1 0 0 0,0-1 1 0 0,0 1-1 0 0,-1 0 0 0 0,1-1 1 0 0,0 1-1 0 0,0 0 0 0 0,0 0 1 0 0,0 0-1 0 0,0 1 0 0 0,-4 0 0 0 0,-5 2-23 0 0,1 0 0 0 0,-1 1 0 0 0,1 1 0 0 0,-17 9 0 0 0,10-4-18 0 0,0 2 1 0 0,0 0 0 0 0,1 0-1 0 0,0 2 1 0 0,2 0 0 0 0,-1 1-1 0 0,2 0 1 0 0,0 1 0 0 0,1 1-1 0 0,0 0 1 0 0,2 0 0 0 0,-11 23-1 0 0,18-34 10 0 0,1-1 0 0 0,0 1 0 0 0,1 0 0 0 0,-1 0 0 0 0,1 0 0 0 0,1 0 0 0 0,-1 0 0 0 0,1 0 0 0 0,0 0 0 0 0,0 0 0 0 0,1 0 0 0 0,-1 0 0 0 0,3 8 0 0 0,-2-11-9 0 0,1 0 1 0 0,-1 0 0 0 0,1 0-1 0 0,-1 0 1 0 0,1 0-1 0 0,0 0 1 0 0,0 0 0 0 0,0-1-1 0 0,1 1 1 0 0,-1-1 0 0 0,1 1-1 0 0,-1-1 1 0 0,1 0 0 0 0,0 0-1 0 0,0 0 1 0 0,0 0-1 0 0,0-1 1 0 0,0 1 0 0 0,0-1-1 0 0,0 0 1 0 0,1 0 0 0 0,-1 0-1 0 0,0 0 1 0 0,6 0 0 0 0,-3 0-54 0 0,-1 0 1 0 0,0-1 0 0 0,0 0 0 0 0,0 0 0 0 0,1 0 0 0 0,-1-1-1 0 0,0 0 1 0 0,0 0 0 0 0,0 0 0 0 0,0 0 0 0 0,0-1 0 0 0,0 0-1 0 0,0 0 1 0 0,5-3 0 0 0,-3 0 3 0 0,0 0-1 0 0,0 0 0 0 0,-1 0 1 0 0,0-1-1 0 0,0 0 0 0 0,0-1 1 0 0,9-13-1 0 0,0-5-9 0 0,0-1 0 0 0,-2 0 0 0 0,17-52 0 0 0,-29 77 56 0 0,32-94 173 0 0,-32 92-226 0 0,-1 4 4 0 0,1-1 47 0 0,-1 0 0 0 0,1 1 0 0 0,-1-1 0 0 0,1 0 0 0 0,-1 1 0 0 0,1-1 0 0 0,-1 1 1 0 0,1-1-1 0 0,-1 1 0 0 0,1-1 0 0 0,-1 1 0 0 0,0-1 0 0 0,1 1 0 0 0,-1-1 0 0 0,0 1 0 0 0,1 0 1 0 0,-1-1-1 0 0,0 1 0 0 0,0 0 0 0 0,0-1 0 0 0,0 1 0 0 0,1 0 0 0 0,-1-1 0 0 0,0 1 1 0 0,0-1-1 0 0,0 1 0 0 0,0 0 0 0 0,-1 0 0 0 0,1 24 83 0 0,0-23-46 0 0,-7 70 502 0 0,-1 47-163 0 0,8-107-340 0 0,0 0-1 0 0,2 1 0 0 0,-1-1 0 0 0,1 0 0 0 0,1 0 0 0 0,0 0 0 0 0,6 14 0 0 0,-7-23-41 0 0,-1 0 1 0 0,0-1 0 0 0,1 1-1 0 0,-1-1 1 0 0,1 1 0 0 0,0-1-1 0 0,0 0 1 0 0,0 0 0 0 0,0 1-1 0 0,0-1 1 0 0,0-1-1 0 0,1 1 1 0 0,-1 0 0 0 0,1-1-1 0 0,-1 1 1 0 0,1-1 0 0 0,0 1-1 0 0,-1-1 1 0 0,1 0 0 0 0,0-1-1 0 0,0 1 1 0 0,0 0-1 0 0,0-1 1 0 0,0 1 0 0 0,0-1-1 0 0,0 0 1 0 0,0 0 0 0 0,0 0-1 0 0,0 0 1 0 0,0-1 0 0 0,-1 1-1 0 0,7-3 1 0 0,0 1-134 0 0,0-1 0 0 0,0-1 0 0 0,0 0 0 0 0,0 0 0 0 0,0-1 0 0 0,-1 0 0 0 0,0 0 0 0 0,15-13 0 0 0,-4-1-74 0 0,0-2 0 0 0,-1 0-1 0 0,-1-1 1 0 0,-1 0 0 0 0,-1-2-1 0 0,20-43 1 0 0,54-160-298 0 0,-41 70 1698 0 0,33-194 0 0 0,-76 316-989 0 0,-6 32-134 0 0,-4 23-49 0 0,-60 328 793 0 0,31 6-207 0 0,33-322-551 0 0,2 0-1 0 0,6 42 1 0 0,-5-64-26 0 0,0 0-1 0 0,0 0 0 0 0,1 0 0 0 0,0 0 0 0 0,1 0 1 0 0,0-1-1 0 0,0 1 0 0 0,1-1 0 0 0,0 0 1 0 0,1-1-1 0 0,9 12 0 0 0,-12-16-7 0 0,1 0 1 0 0,1-1-1 0 0,-1 1 1 0 0,0-1-1 0 0,1 1 1 0 0,0-1-1 0 0,-1-1 1 0 0,1 1-1 0 0,0-1 1 0 0,1 0-1 0 0,-1 0 1 0 0,0 0-1 0 0,0-1 1 0 0,1 0-1 0 0,-1 0 1 0 0,1 0-1 0 0,-1 0 1 0 0,1-1-1 0 0,0 0 1 0 0,-1 0-1 0 0,1-1 1 0 0,-1 0-1 0 0,1 0 1 0 0,-1 0-1 0 0,7-3 1 0 0,-2 1 2 0 0,-1-1 0 0 0,1-1 0 0 0,-1 0-1 0 0,0 0 1 0 0,-1-1 0 0 0,1 0 0 0 0,-1 0 0 0 0,-1-1 0 0 0,1 0 0 0 0,-1 0 0 0 0,0-1-1 0 0,11-16 1 0 0,-9 9-5 0 0,0 0-1 0 0,-2-1 0 0 0,1 0 0 0 0,-2-1 1 0 0,0 1-1 0 0,-1-1 0 0 0,0 0 0 0 0,3-30 1 0 0,-7 34 4 0 0,0-1 0 0 0,-1 0 0 0 0,0 1 1 0 0,-1-1-1 0 0,0 0 0 0 0,-1 1 0 0 0,-1-1 1 0 0,0 1-1 0 0,-1 0 0 0 0,0 0 0 0 0,-11-22 1 0 0,14 33-33 0 0,0 0 0 0 0,-1 0 1 0 0,1 0-1 0 0,-1 0 1 0 0,1 1-1 0 0,-1-1 0 0 0,0 0 1 0 0,1 1-1 0 0,-1-1 1 0 0,0 1-1 0 0,0 0 0 0 0,0 0 1 0 0,0 0-1 0 0,0 0 1 0 0,0 0-1 0 0,-1 0 0 0 0,1 0 1 0 0,-3 0-1 0 0,3 1 12 0 0,1-1 1 0 0,0 1-1 0 0,0 0 0 0 0,0 0 1 0 0,-1 1-1 0 0,1-1 0 0 0,0 0 1 0 0,0 0-1 0 0,0 0 0 0 0,-1 1 1 0 0,1-1-1 0 0,0 1 0 0 0,0-1 1 0 0,0 1-1 0 0,0-1 1 0 0,0 1-1 0 0,0 0 0 0 0,0-1 1 0 0,0 1-1 0 0,0 0 0 0 0,0 0 1 0 0,0 0-1 0 0,1 0 0 0 0,-1 0 1 0 0,0 0-1 0 0,1 0 0 0 0,-1 0 1 0 0,0 0-1 0 0,1 0 0 0 0,-1 0 1 0 0,1 0-1 0 0,0 0 0 0 0,-1 0 1 0 0,1 1-1 0 0,0-1 0 0 0,0 2 1 0 0,-1-1 11 0 0,1 0 0 0 0,0 0 0 0 0,-1 1 1 0 0,1-1-1 0 0,0 0 0 0 0,1 0 0 0 0,-1 1 1 0 0,0-1-1 0 0,1 0 0 0 0,-1 0 0 0 0,1 0 1 0 0,0 0-1 0 0,-1 0 0 0 0,1 0 0 0 0,0 0 1 0 0,0 0-1 0 0,2 2 0 0 0,0 0-27 0 0,0-1 0 0 0,0 0 0 0 0,0 0 0 0 0,0 0-1 0 0,1 0 1 0 0,-1 0 0 0 0,1-1 0 0 0,4 3 0 0 0,3 1-176 0 0,0-1 0 0 0,1-1 0 0 0,-1 0 0 0 0,1 0 0 0 0,13 2 1 0 0,-7-4-76 0 0,-1 1 1 0 0,0-2 0 0 0,1 0 0 0 0,-1-2 0 0 0,1 1-1 0 0,-1-2 1 0 0,0 0 0 0 0,0-2 0 0 0,22-6-1 0 0,-27 6 369 0 0,1-1-1 0 0,-1 0 0 0 0,0-1 0 0 0,0 0 0 0 0,0-1 0 0 0,-1 0 0 0 0,0-1 0 0 0,-1-1 0 0 0,0 1 0 0 0,0-2 0 0 0,-1 1 0 0 0,13-18 0 0 0,7-27 2098 0 0,-29 53-2160 0 0,-1 2-16 0 0,-6 5 37 0 0,1 0 0 0 0,-1 0-1 0 0,1 1 1 0 0,0 0 0 0 0,1 0-1 0 0,0 1 1 0 0,0-1 0 0 0,0 1-1 0 0,-4 11 1 0 0,0-1 7 0 0,-7 12 52 0 0,2 1 0 0 0,-14 43 0 0 0,23-61-119 0 0,2 0 0 0 0,0 1-1 0 0,0-1 1 0 0,1 1 0 0 0,1 0 0 0 0,0 0-1 0 0,1 0 1 0 0,3 21 0 0 0,-3-31-175 0 0,1 0 0 0 0,0 0 0 0 0,0-1 1 0 0,0 1-1 0 0,1 0 0 0 0,-1 0 0 0 0,1-1 0 0 0,0 1 0 0 0,0-1 1 0 0,0 0-1 0 0,1 0 0 0 0,-1 1 0 0 0,1-1 0 0 0,-1-1 0 0 0,1 1 1 0 0,0 0-1 0 0,0-1 0 0 0,1 1 0 0 0,-1-1 0 0 0,0 0 0 0 0,1 0 1 0 0,6 2-1 0 0,-2-1-724 0 0,0-1 1 0 0,0 0-1 0 0,0-1 1 0 0,0 0 0 0 0,-1 0-1 0 0,1-1 1 0 0,1 0-1 0 0,-1 0 1 0 0,0-1-1 0 0,12-2 1 0 0,7-4-4488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2548 0 0,'32'-183'18268'0'0,"-32"181"-17383"0"0,3 27 419 0 0,-16 120 1524 0 0,0 3-3522 0 0,9-49-5308 0 0,4-98 5555 0 0,0 1 20 0 0,0 1 0 0 0,0 0 0 0 0,1-1 0 0 0,-1 1 0 0 0,0-1-1 0 0,1 1 1 0 0,1 3 0 0 0,5 3-6441 0 0,6 0 867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2072 0 0,'26'-101'16020'0'0,"-25"101"-15977"0"0,-1-1-1 0 0,0 0 0 0 0,0 1 1 0 0,0-1-1 0 0,0 1 0 0 0,1-1 1 0 0,-1 1-1 0 0,0-1 0 0 0,1 1 0 0 0,-1-1 1 0 0,0 1-1 0 0,1-1 0 0 0,-1 1 1 0 0,0 0-1 0 0,1-1 0 0 0,-1 1 1 0 0,1 0-1 0 0,-1-1 0 0 0,1 1 1 0 0,-1 0-1 0 0,1-1 0 0 0,-1 1 1 0 0,1 0-1 0 0,-1 0 0 0 0,1-1 1 0 0,-1 1-1 0 0,1 0 0 0 0,-1 0 0 0 0,1 0 1 0 0,0 0-1 0 0,-1 0 0 0 0,1 0 1 0 0,-1 0-1 0 0,1 0 0 0 0,-1 0 1 0 0,1 0-1 0 0,0 0 0 0 0,-1 0 1 0 0,1 1-1 0 0,-1-1 0 0 0,1 0 1 0 0,-1 0-1 0 0,1 1 0 0 0,-1-1 1 0 0,1 0-1 0 0,0 1 0 0 0,22 15 538 0 0,8 19-246 0 0,-2 1-1 0 0,-1 2 1 0 0,32 57-1 0 0,-24-38-3876 0 0,-27-45 591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57 2340 0 0,'-4'-20'6357'0'0,"3"16"-5270"0"0,0 1 1 0 0,0-1-1 0 0,0 1 1 0 0,0-1-1 0 0,0 1 0 0 0,-1-1 1 0 0,1 1-1 0 0,-3-4 1 0 0,3 6-344 0 0,-2 2-14 0 0,-2 2-374 0 0,-1 0 0 0 0,1 1 0 0 0,0-1 0 0 0,1 1 1 0 0,-1 0-1 0 0,0 0 0 0 0,1 1 0 0 0,-6 7 0 0 0,-31 48 1137 0 0,23-32-1007 0 0,-127 220 454 0 0,126-214-2277 0 0,-5 9-5807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6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85 173 2340 0 0,'-38'-91'13637'0'0,"9"23"-9233"0"0,29 67-4984 0 0,-1 0 0 0 0,1 1 0 0 0,-1-1 0 0 0,1 0 0 0 0,-1 0 0 0 0,0 0 0 0 0,1 0 0 0 0,-1 1 0 0 0,0-1 1 0 0,0 0-1 0 0,0 1 0 0 0,1-1 0 0 0,-1 0 0 0 0,0 1 0 0 0,0-1 0 0 0,0 1 0 0 0,0-1 0 0 0,0 1 1 0 0,0 0-1 0 0,-2-1 0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6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1 448 0 0,'-355'32'17260'0'0,"347"-31"-16878"0"0,0 0 0 0 0,1 0 0 0 0,-1 0 0 0 0,0 1 0 0 0,-13 6 0 0 0,19-7-33 0 0,3 1-66 0 0,0-1-253 0 0,0 0-1 0 0,0 1 1 0 0,0-1 0 0 0,0 0-1 0 0,0 0 1 0 0,0 0 0 0 0,0 0-1 0 0,1-1 1 0 0,-1 1 0 0 0,0 0-1 0 0,0 0 1 0 0,1-1 0 0 0,-1 1-1 0 0,0-1 1 0 0,1 1 0 0 0,-1-1-1 0 0,1 1 1 0 0,-1-1 0 0 0,4 0 0 0 0,36 3 167 0 0,-27-3-142 0 0,317 5-3474 0 0,-109-13-5195 0 0,-126 1 1573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0 772 1100 0 0,'0'0'5713'0'0,"1"14"-2688"0"0,1 1-2113 0 0,0 0 1 0 0,1-1 0 0 0,9 28 0 0 0,-11-41-470 0 0,-1 0-369 0 0,0-1-1 0 0,0 0 1 0 0,0 1 0 0 0,0-1 0 0 0,0 0 0 0 0,0 1-1 0 0,0-1 1 0 0,0 0 0 0 0,0 1 0 0 0,0-1-1 0 0,0 0 1 0 0,0 1 0 0 0,0-1 0 0 0,1 0-1 0 0,-1 1 1 0 0,0-1 0 0 0,0 0 0 0 0,0 0 0 0 0,0 1-1 0 0,1-1 1 0 0,-1 0 0 0 0,0 0 0 0 0,0 1-1 0 0,1-1 1 0 0,-1 0 0 0 0,0 0 0 0 0,1 1-1 0 0,-1-1 1 0 0,0 0 0 0 0,0 0 0 0 0,1 0-1 0 0,-1 0 1 0 0,0 0 0 0 0,1 0 0 0 0,0 1 0 0 0,5-4 29 0 0,0 1 1 0 0,-1-1 0 0 0,1 0 0 0 0,0 0 0 0 0,-1 0 0 0 0,0-1 0 0 0,0 0 0 0 0,0 0 0 0 0,0 0-1 0 0,-1-1 1 0 0,8-8 0 0 0,7-11-5 0 0,18-31 1 0 0,-27 40-51 0 0,29-50-16 0 0,33-71-1 0 0,21-77-50 0 0,21-39-217 0 0,-90 209 56 0 0,-22 41 163 0 0,0-1 0 0 0,0 1 1 0 0,0-1-1 0 0,1 1 0 0 0,-1 0 0 0 0,0-1 1 0 0,1 1-1 0 0,0 0 0 0 0,-1 1 0 0 0,1-1 1 0 0,0 1-1 0 0,3-2 0 0 0,-4 2 13 0 0,0 1 0 0 0,0 0 1 0 0,-1 0-1 0 0,1 0 0 0 0,0 0 0 0 0,0 0 0 0 0,-1 1 0 0 0,1-1 0 0 0,0 0 0 0 0,-1 1 0 0 0,1-1 0 0 0,0 1 0 0 0,-1 0 0 0 0,1-1 1 0 0,0 1-1 0 0,-1 0 0 0 0,1 0 0 0 0,-1 0 0 0 0,0 0 0 0 0,1 0 0 0 0,-1 1 0 0 0,0-1 0 0 0,0 0 0 0 0,0 0 0 0 0,1 1 0 0 0,0 1 1 0 0,3 5 24 0 0,1 0 1 0 0,-1 0 0 0 0,4 9-1 0 0,-9-16-19 0 0,10 21 212 0 0,-1 1 0 0 0,0 1 0 0 0,-2-1 0 0 0,7 44 0 0 0,4 101 208 0 0,-12-97-242 0 0,4 80 55 0 0,-5-62-2954 0 0,-5-87 2168 0 0,0 17-1253 0 0,-3-10-5340 0 0,-6-5 2321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7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237 128 424 0 0,'-138'-45'10873'0'0,"54"19"-5386"0"0,84 26-5432 0 0,-1 0-1 0 0,0 0 1 0 0,0 0 0 0 0,1 0-1 0 0,-1 0 1 0 0,0 0 0 0 0,1 0-1 0 0,-1-1 1 0 0,0 1 0 0 0,0 0-1 0 0,1-1 1 0 0,-1 1 0 0 0,1 0-1 0 0,-1-1 1 0 0,0 1-1 0 0,1-1 1 0 0,-1 1 0 0 0,1-1-1 0 0,-1 1 1 0 0,1-1 0 0 0,-1 1-1 0 0,0-2 1 0 0,21-2 302 0 0,86-9-637 0 0,61-9-4399 0 0,-111 13 769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7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 3752 0 0,'4'-2'2956'0'0,"9"-4"4844"0"0,-2 3-3318 0 0,-10 3-4426 0 0,0 1 1 0 0,-1-1-1 0 0,1 0 1 0 0,0 0-1 0 0,-1 0 1 0 0,1 1-1 0 0,-1-1 0 0 0,1 0 1 0 0,0 1-1 0 0,-1-1 1 0 0,1 0-1 0 0,-1 1 1 0 0,1-1-1 0 0,-1 1 1 0 0,1-1-1 0 0,-1 1 1 0 0,0-1-1 0 0,1 1 0 0 0,-1-1 1 0 0,1 1-1 0 0,-1-1 1 0 0,0 1-1 0 0,0 0 1 0 0,1-1-1 0 0,-1 1 1 0 0,0-1-1 0 0,0 1 1 0 0,0 0-1 0 0,0-1 0 0 0,0 1 1 0 0,1 0-1 0 0,-1-1 1 0 0,0 1-1 0 0,-1 0 1 0 0,1-1-1 0 0,0 2 1 0 0,1 46 387 0 0,-3 0 1 0 0,-1-1 0 0 0,-3 1 0 0 0,-13 50-1 0 0,2-1-2319 0 0,6 2-3721 0 0,10-98 4886 0 0,2 1 0 0 0,-1 0 0 0 0,0 0 0 0 0,0 0 0 0 0,1 0 0 0 0,-1-1 0 0 0,0 1 0 0 0,1 0 1 0 0,0 0-1 0 0,1 2 0 0 0,-2-4 641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273 104 2920 0 0,'11'-16'3110'0'0,"-1"0"0"0"0,0-1 0 0 0,6-19-1 0 0,-15 36-3046 0 0,-1-1 0 0 0,0 1-1 0 0,0-1 1 0 0,1 1 0 0 0,-1-1-1 0 0,0 1 1 0 0,0-1 0 0 0,0 1-1 0 0,0-1 1 0 0,1 1 0 0 0,-1-1-1 0 0,0 1 1 0 0,0-1 0 0 0,0 0-1 0 0,0 1 1 0 0,0-1 0 0 0,0 1-1 0 0,-1-1 1 0 0,1 1 0 0 0,0-1-1 0 0,0 1 1 0 0,0-1 0 0 0,0 1-1 0 0,-1-1 1 0 0,1 1 0 0 0,0-1-1 0 0,0 1 1 0 0,-1 0 0 0 0,1-1-1 0 0,-1 0 1 0 0,0 1-16 0 0,0-1 0 0 0,0 1 0 0 0,0 0 0 0 0,0-1 0 0 0,0 1 0 0 0,0 0 1 0 0,0 0-1 0 0,0 0 0 0 0,0 0 0 0 0,0 0 0 0 0,0 0 0 0 0,0 0 0 0 0,0 0 0 0 0,-1 0 0 0 0,-36 12 266 0 0,37-12-281 0 0,-14 6 10 0 0,-1 1 1 0 0,1 0-1 0 0,1 1 0 0 0,-1 1 1 0 0,1 0-1 0 0,1 1 0 0 0,-15 14 1 0 0,27-23-41 0 0,0 0 0 0 0,0 0 1 0 0,1 0-1 0 0,-1 0 1 0 0,0 0-1 0 0,1 0 0 0 0,-1 1 1 0 0,1-1-1 0 0,-1 0 0 0 0,1 0 1 0 0,0 1-1 0 0,-1-1 0 0 0,1 0 1 0 0,0 1-1 0 0,0-1 0 0 0,0 0 1 0 0,0 1-1 0 0,0-1 1 0 0,0 0-1 0 0,0 1 0 0 0,1-1 1 0 0,-1 0-1 0 0,0 1 0 0 0,1-1 1 0 0,-1 0-1 0 0,1 0 0 0 0,-1 0 1 0 0,1 1-1 0 0,0-1 0 0 0,0 0 1 0 0,-1 0-1 0 0,1 0 1 0 0,0 0-1 0 0,0 0 0 0 0,0 0 1 0 0,0 0-1 0 0,1 1 0 0 0,6 4-1 0 0,-1 1-1 0 0,1-1 0 0 0,14 9 0 0 0,-19-13-8 0 0,16 10-65 0 0,-1 0-1 0 0,22 21 0 0 0,-35-29 261 0 0,-1 0-1 0 0,0 1 0 0 0,0 0 0 0 0,0 0 0 0 0,0 0 0 0 0,-1 0 1 0 0,0 0-1 0 0,0 1 0 0 0,0 0 0 0 0,-1-1 0 0 0,1 1 1 0 0,-2 0-1 0 0,3 8 0 0 0,-4-11-25 0 0,0 0-1 0 0,0 1 1 0 0,0-1 0 0 0,0 0-1 0 0,0 0 1 0 0,-1 0 0 0 0,1 1-1 0 0,-1-1 1 0 0,0 0-1 0 0,0 0 1 0 0,0 0 0 0 0,0 0-1 0 0,-1 0 1 0 0,1 0 0 0 0,-1 0-1 0 0,0-1 1 0 0,0 1 0 0 0,0-1-1 0 0,0 1 1 0 0,0-1 0 0 0,0 1-1 0 0,-1-1 1 0 0,1 0 0 0 0,-1 0-1 0 0,0 0 1 0 0,1-1 0 0 0,-1 1-1 0 0,0-1 1 0 0,0 1 0 0 0,0-1-1 0 0,-5 1 1 0 0,1 0-166 0 0,1 0 0 0 0,-1 0-1 0 0,1-1 1 0 0,-1 1 0 0 0,0-2 0 0 0,1 1 0 0 0,-1-1 0 0 0,0 0 0 0 0,0 0-1 0 0,1-1 1 0 0,-1 0 0 0 0,0 0 0 0 0,1-1 0 0 0,-10-3 0 0 0,8 1-631 0 0,0 0 1 0 0,0-1-1 0 0,0-1 1 0 0,0 1 0 0 0,1-1-1 0 0,0 0 1 0 0,0-1-1 0 0,1 0 1 0 0,-7-9-1 0 0,3 3-1546 0 0,1-1-1 0 0,0-1 0 0 0,1 0 1 0 0,-8-20-1 0 0,3-1-4369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2824 0 0,'0'-17'2308'0'0,"0"3"-411"0"0,0 4 791 0 0,0-8-1220 0 0,4 4-1100 0 0,-1 6-540 0 0,14 9-1992 0 0,-5 1-764 0 0,3 1-957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221 103 424 0 0,'-51'-28'10805'0'0,"50"27"-10270"0"0,-3 2 126 0 0,3-1-628 0 0,1 0 0 0 0,-1 0 1 0 0,1 0-1 0 0,-1 0 0 0 0,1 0 0 0 0,-1 0 0 0 0,1 0 1 0 0,-1 0-1 0 0,1 0 0 0 0,-1 0 0 0 0,1 0 0 0 0,-1 0 1 0 0,1 1-1 0 0,0-1 0 0 0,-1 0 0 0 0,1 0 0 0 0,-1 0 1 0 0,1 1-1 0 0,-1-1 0 0 0,1 0 0 0 0,0 0 0 0 0,-1 1 1 0 0,-4 10 387 0 0,0 0 1 0 0,1 0 0 0 0,0 1 0 0 0,1-1 0 0 0,0 1 0 0 0,1 0-1 0 0,-2 23 1 0 0,3-20-319 0 0,1 0 0 0 0,1 1-1 0 0,0-1 1 0 0,1 0 0 0 0,0 0 0 0 0,6 16-1 0 0,-6-25-70 0 0,0-1 0 0 0,0 1-1 0 0,1-1 1 0 0,0 0 0 0 0,0 0 0 0 0,0 0-1 0 0,0-1 1 0 0,1 1 0 0 0,0-1-1 0 0,0 1 1 0 0,0-1 0 0 0,10 6 0 0 0,-7-5 0 0 0,1 0 0 0 0,-1-1 0 0 0,1-1 0 0 0,0 1 0 0 0,0-1 0 0 0,0 0 0 0 0,1-1 0 0 0,11 2 0 0 0,-10-2-2 0 0,1-1 0 0 0,0 0 0 0 0,-1-1 0 0 0,1 0 0 0 0,0-1 0 0 0,0 0-1 0 0,-1-1 1 0 0,1 0 0 0 0,-1 0 0 0 0,0-1 0 0 0,1-1 0 0 0,-1 1 0 0 0,-1-2 0 0 0,19-9 0 0 0,-22 9-22 0 0,-1 1 1 0 0,1-1 0 0 0,-1 0 0 0 0,0 0-1 0 0,0 0 1 0 0,-1-1 0 0 0,1 1 0 0 0,-1-1-1 0 0,0-1 1 0 0,-1 1 0 0 0,1 0 0 0 0,-1-1-1 0 0,-1 1 1 0 0,4-12 0 0 0,-4 9-9 0 0,-1 0 1 0 0,1-1 0 0 0,-2 1 0 0 0,1 0-1 0 0,-1-1 1 0 0,-1 1 0 0 0,0-1-1 0 0,0 1 1 0 0,0 0 0 0 0,-5-13 0 0 0,3 12-11 0 0,0 0 1 0 0,-1 0 0 0 0,0 1 0 0 0,-1-1 0 0 0,0 1-1 0 0,0 0 1 0 0,-1 1 0 0 0,0-1 0 0 0,-1 1 0 0 0,0 0 0 0 0,0 1-1 0 0,-1-1 1 0 0,1 2 0 0 0,-2-1 0 0 0,1 1 0 0 0,-1 0-1 0 0,0 1 1 0 0,0 0 0 0 0,0 0 0 0 0,-18-6 0 0 0,15 9-10 0 0,1 0 0 0 0,-1 1 0 0 0,0 0 1 0 0,0 0-1 0 0,0 1 0 0 0,0 1 0 0 0,0 0 1 0 0,0 1-1 0 0,0 0 0 0 0,0 1 0 0 0,1 0 0 0 0,-1 1 1 0 0,1 0-1 0 0,0 1 0 0 0,-16 9 0 0 0,15-8 9 0 0,1 2-1 0 0,-1 0 1 0 0,1 0-1 0 0,0 1 1 0 0,1 1-1 0 0,0-1 1 0 0,1 2-1 0 0,0-1 1 0 0,0 1-1 0 0,1 1 1 0 0,1-1-1 0 0,0 1 1 0 0,-7 15-1 0 0,13-24 15 0 0,0 1 1 0 0,0-1-1 0 0,0 0 0 0 0,0 0 0 0 0,0 0 0 0 0,0 1 0 0 0,1-1 1 0 0,-1 0-1 0 0,1 1 0 0 0,0-1 0 0 0,0 0 0 0 0,1 1 0 0 0,-1-1 0 0 0,1 0 1 0 0,-1 0-1 0 0,1 1 0 0 0,0-1 0 0 0,0 0 0 0 0,0 0 0 0 0,3 5 1 0 0,-1-5 1 0 0,-1-1 1 0 0,0 1-1 0 0,1 0 1 0 0,0-1-1 0 0,0 1 1 0 0,0-1-1 0 0,0 0 1 0 0,0 0-1 0 0,0 0 1 0 0,0-1-1 0 0,0 1 1 0 0,1-1-1 0 0,-1 1 1 0 0,1-1 0 0 0,-1 0-1 0 0,1-1 1 0 0,0 1-1 0 0,5 0 1 0 0,7 0-8 0 0,0-1 1 0 0,0-1 0 0 0,0 0-1 0 0,0-1 1 0 0,0-1-1 0 0,0-1 1 0 0,-1 0 0 0 0,1-1-1 0 0,-1 0 1 0 0,17-9 0 0 0,7-6-39 0 0,-1-2 0 0 0,54-38 0 0 0,-44 24-4 0 0,-18 13-21 0 0,1 1 0 0 0,54-29 0 0 0,-81 49 47 0 0,0 0 1 0 0,0 0 0 0 0,1 1 0 0 0,-1-1 0 0 0,1 1 0 0 0,-1 0-1 0 0,1 1 1 0 0,-1-1 0 0 0,1 1 0 0 0,0 0 0 0 0,-1 0 0 0 0,1 0-1 0 0,-1 0 1 0 0,1 1 0 0 0,-1 0 0 0 0,8 2 0 0 0,-6 0 2 0 0,-1-1 1 0 0,1 1 0 0 0,0 1 0 0 0,-1-1-1 0 0,0 1 1 0 0,0 0 0 0 0,0 0-1 0 0,0 0 1 0 0,-1 1 0 0 0,8 8 0 0 0,-3 1 12 0 0,1 0 1 0 0,-2 1-1 0 0,0 0 1 0 0,-1 0-1 0 0,-1 0 1 0 0,0 1-1 0 0,-1 0 1 0 0,4 21-1 0 0,-5-17 276 0 0,2 37-1 0 0,-6-50-1 0 0,0-1 1 0 0,0 1-1 0 0,-1 0 0 0 0,0 0 0 0 0,0 0 0 0 0,-1-1 1 0 0,0 1-1 0 0,0 0 0 0 0,-3 6 0 0 0,4-12-222 0 0,1 0 1 0 0,0 1-1 0 0,-1-1 0 0 0,1 0 0 0 0,-1 0 0 0 0,0 0 1 0 0,1 0-1 0 0,-1 0 0 0 0,0 0 0 0 0,1-1 0 0 0,-1 1 1 0 0,0 0-1 0 0,0 0 0 0 0,0 0 0 0 0,0-1 0 0 0,1 1 1 0 0,-1 0-1 0 0,0-1 0 0 0,-1 1 0 0 0,1-1 1 0 0,0 1-1 0 0,0-1 0 0 0,0 0 0 0 0,0 1 0 0 0,0-1 1 0 0,0 0-1 0 0,0 0 0 0 0,-1 0 0 0 0,1 0 0 0 0,0 0 1 0 0,0 0-1 0 0,0 0 0 0 0,0 0 0 0 0,0 0 0 0 0,-1 0 1 0 0,1-1-1 0 0,0 1 0 0 0,0 0 0 0 0,0-1 0 0 0,0 1 1 0 0,0-1-1 0 0,0 1 0 0 0,0-1 0 0 0,0 0 0 0 0,0 1 1 0 0,0-1-1 0 0,0 0 0 0 0,1 0 0 0 0,-1 0 0 0 0,0 0 1 0 0,0 1-1 0 0,0-3 0 0 0,-2-1-26 0 0,0 1 1 0 0,0-1-1 0 0,0 0 1 0 0,1 0-1 0 0,0 0 0 0 0,0 0 1 0 0,0 0-1 0 0,0 0 0 0 0,0-1 1 0 0,1 1-1 0 0,0-1 0 0 0,-1-7 1 0 0,2 5-202 0 0,1 0 0 0 0,0 0 0 0 0,0 0 0 0 0,1 1 0 0 0,-1-1 0 0 0,2 0 0 0 0,-1 1 0 0 0,1 0 0 0 0,0-1 0 0 0,0 1 0 0 0,0 0 0 0 0,1 0 0 0 0,0 1 0 0 0,0-1 0 0 0,1 1 0 0 0,-1 0 0 0 0,7-5 0 0 0,10-8-1719 0 0,1 1-1 0 0,1 1 1 0 0,26-14-1 0 0,3-2-3194 0 0,-20 10-351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9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97 304 0 0,'-4'-96'16972'0'0,"-5"113"-16087"0"0,-5 47 148 0 0,4 0 0 0 0,-2 69 1 0 0,5-54-656 0 0,-3 29-178 0 0,-7 71-583 0 0,2-61-7012 0 0,15-116 6731 0 0,-1 3 119 0 0,-1 1-4337 0 0,-3 3-684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19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48 494 1140 0 0,'-10'-18'2947'0'0,"5"10"-1870"0"0,0 0-1 0 0,0 0 0 0 0,1 0 0 0 0,0-1 1 0 0,1 0-1 0 0,0 0 0 0 0,0 0 1 0 0,1 0-1 0 0,-1-10 0 0 0,3 17-1020 0 0,0 0 0 0 0,1 0 0 0 0,0 0 0 0 0,-1 0 0 0 0,1 0 0 0 0,0 0-1 0 0,0 0 1 0 0,0 1 0 0 0,0-1 0 0 0,0 0 0 0 0,0 1 0 0 0,1-1 0 0 0,-1 0 0 0 0,1 1 0 0 0,-1 0 0 0 0,1-1 0 0 0,-1 1 0 0 0,1 0 0 0 0,0 0 0 0 0,0 0-1 0 0,3-2 1 0 0,42-16 254 0 0,113-21-312 0 0,-2 1-1594 0 0,-131 30 1152 0 0,0-1 0 0 0,0-1 0 0 0,39-22 1 0 0,-53 24 367 0 0,0 0 0 0 0,0 0 0 0 0,-1-1 0 0 0,0-1 0 0 0,-1 0 0 0 0,12-16 0 0 0,-11 10 891 0 0,0 0-1 0 0,11-20 1 0 0,-9 14-181 0 0,-14 21-595 0 0,-3 24 88 0 0,-102 460 2673 0 0,81-289-1835 0 0,29-208-973 0 0,0 0-1 0 0,0 1 0 0 0,1 0 1 0 0,1 0-1 0 0,1 0 0 0 0,0 1 1 0 0,0 0-1 0 0,2 0 0 0 0,-1 1 1 0 0,2 0-1 0 0,-1 1 0 0 0,20-16 1 0 0,-29 26-2 0 0,1 1 0 0 0,-1-1 0 0 0,1 0 1 0 0,-1 1-1 0 0,1-1 0 0 0,-1 1 0 0 0,1-1 1 0 0,-1 1-1 0 0,1 0 0 0 0,-1-1 0 0 0,1 1 1 0 0,0 0-1 0 0,-1 0 0 0 0,1 0 0 0 0,-1 1 1 0 0,1-1-1 0 0,0 0 0 0 0,-1 0 0 0 0,1 1 1 0 0,-1-1-1 0 0,1 1 0 0 0,-1 0 0 0 0,0-1 0 0 0,1 1 1 0 0,-1 0-1 0 0,1 0 0 0 0,-1 0 0 0 0,0 0 1 0 0,3 2-1 0 0,-1 0 6 0 0,1 1 1 0 0,-1 0-1 0 0,0-1 0 0 0,0 2 1 0 0,0-1-1 0 0,0 0 0 0 0,3 8 1 0 0,2 10 78 0 0,8 31 0 0 0,-9-30-1534 0 0,10 27 0 0 0,-13-42-424 0 0,0 0 1 0 0,0 0 0 0 0,9 13 0 0 0,0-7-4477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129 256 1896 0 0,'-5'-36'5459'0'0,"4"20"-2756"0"0,-2 0 1 0 0,0 0-1 0 0,-8-24 0 0 0,11 39-2448 0 0,-8 10 219 0 0,3 6-415 0 0,1-1 0 0 0,0 1 0 0 0,1-1 1 0 0,1 1-1 0 0,-2 29 0 0 0,4-33-17 0 0,0 1-1 0 0,1 0 1 0 0,0 0 0 0 0,1 0 0 0 0,0-1-1 0 0,1 1 1 0 0,0-1 0 0 0,6 13 0 0 0,-7-19-15 0 0,1-1 1 0 0,-1 1-1 0 0,1-1 1 0 0,0 0-1 0 0,0 1 1 0 0,0-1-1 0 0,1-1 1 0 0,-1 1-1 0 0,1 0 0 0 0,0-1 1 0 0,0 0-1 0 0,0 0 1 0 0,1 0-1 0 0,-1-1 1 0 0,1 1-1 0 0,-1-1 1 0 0,1 0-1 0 0,0 0 1 0 0,0-1-1 0 0,0 1 1 0 0,0-1-1 0 0,0 0 1 0 0,0-1-1 0 0,0 1 0 0 0,0-1 1 0 0,11 0-1 0 0,-10-1-9 0 0,1 0 0 0 0,0-1 0 0 0,0 1 0 0 0,-1-1 0 0 0,1 0 0 0 0,-1-1-1 0 0,0 0 1 0 0,1 0 0 0 0,-1 0 0 0 0,-1-1 0 0 0,1 1 0 0 0,0-1 0 0 0,-1-1-1 0 0,0 1 1 0 0,0-1 0 0 0,0 0 0 0 0,-1 0 0 0 0,1-1 0 0 0,5-9 0 0 0,-4 3-21 0 0,0 1 0 0 0,-1-1 0 0 0,-1 0-1 0 0,0 0 1 0 0,0 0 0 0 0,-1-1 0 0 0,-1 0 0 0 0,0 1 0 0 0,-1-1 0 0 0,0 0 0 0 0,-1 1 0 0 0,-1-1 0 0 0,0 0 0 0 0,0 0 0 0 0,-1 1 0 0 0,-5-16 0 0 0,5 20-12 0 0,-1 0-1 0 0,0 0 0 0 0,0 1 1 0 0,-1-1-1 0 0,0 1 1 0 0,0 0-1 0 0,-1 0 0 0 0,0 0 1 0 0,0 1-1 0 0,0-1 0 0 0,-1 1 1 0 0,0 1-1 0 0,0-1 1 0 0,-1 1-1 0 0,1 0 0 0 0,-1 0 1 0 0,0 1-1 0 0,-1 0 1 0 0,1 0-1 0 0,-1 1 0 0 0,1 0 1 0 0,-1 0-1 0 0,0 1 0 0 0,0 0 1 0 0,-16-2-1 0 0,14 4-166 0 0,0-1 1 0 0,0 2-1 0 0,0-1 0 0 0,-1 2 1 0 0,1-1-1 0 0,0 1 0 0 0,1 1 0 0 0,-1 0 1 0 0,0 0-1 0 0,-9 5 0 0 0,13-6-112 0 0,1 1 0 0 0,0-1 0 0 0,0 1 0 0 0,1 0 0 0 0,-1 1 0 0 0,0-1 0 0 0,1 1 0 0 0,0 0 0 0 0,0 0 0 0 0,0 0 0 0 0,0 0 0 0 0,1 1 0 0 0,0 0 0 0 0,0-1 0 0 0,0 1 0 0 0,0 0 0 0 0,1 1 0 0 0,0-1 0 0 0,-2 8 0 0 0,3-10-261 0 0,1 1 1 0 0,-1 0-1 0 0,1-1 0 0 0,0 1 1 0 0,0 0-1 0 0,1 0 1 0 0,-1-1-1 0 0,1 1 0 0 0,0 0 1 0 0,2 6-1 0 0,3 4-3330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325 184 288 0 0,'9'-9'1799'0'0,"0"-2"1"0"0,-1 1-1 0 0,0-1 1 0 0,10-19-1 0 0,-16 25-1412 0 0,0 0 0 0 0,0 0 0 0 0,0 1 0 0 0,-1-1 0 0 0,0 0 0 0 0,0-1 0 0 0,0 1 0 0 0,0 0 0 0 0,-1 0 0 0 0,0 0 0 0 0,0 0 0 0 0,-1 0 0 0 0,1-1 0 0 0,-3-9 0 0 0,3 14-345 0 0,-1-1 0 0 0,1 1 1 0 0,-1 0-1 0 0,1-1 0 0 0,-1 1 0 0 0,0 0 0 0 0,1 0 0 0 0,-1-1 1 0 0,0 1-1 0 0,0 0 0 0 0,0 0 0 0 0,0 0 0 0 0,0 0 1 0 0,0 0-1 0 0,0 0 0 0 0,0 0 0 0 0,0 0 0 0 0,-1 1 0 0 0,1-1 1 0 0,-3-1-1 0 0,2 2-12 0 0,-1-1 0 0 0,1 1 0 0 0,-1-1 1 0 0,1 1-1 0 0,-1 0 0 0 0,1 0 0 0 0,-1 0 1 0 0,0 0-1 0 0,1 1 0 0 0,-1-1 0 0 0,-2 1 0 0 0,-5 2 0 0 0,1 1-1 0 0,-1 0 0 0 0,0 0 1 0 0,-14 10-1 0 0,9-4-6 0 0,1 0 0 0 0,1 1 1 0 0,0 1-1 0 0,0 0 0 0 0,-18 23 0 0 0,23-25-1 0 0,0 0 0 0 0,1 1 0 0 0,0 1 0 0 0,0-1 0 0 0,2 1 0 0 0,-1 0 0 0 0,2 1 0 0 0,-5 14 0 0 0,8-23-5 0 0,0-1-1 0 0,1 0 1 0 0,-1 0-1 0 0,1 1 0 0 0,0-1 1 0 0,0 0-1 0 0,0 1 1 0 0,0-1-1 0 0,0 1 1 0 0,1-1-1 0 0,-1 0 1 0 0,1 0-1 0 0,0 1 1 0 0,0-1-1 0 0,1 0 1 0 0,-1 0-1 0 0,0 0 0 0 0,1 0 1 0 0,0 0-1 0 0,0 0 1 0 0,0-1-1 0 0,0 1 1 0 0,4 3-1 0 0,-3-3 1 0 0,1-1-1 0 0,-1 0 1 0 0,1 0-1 0 0,0 0 1 0 0,-1-1-1 0 0,1 1 1 0 0,0-1-1 0 0,0 0 1 0 0,0 0-1 0 0,0 0 1 0 0,0 0-1 0 0,0-1 1 0 0,1 0-1 0 0,-1 1 1 0 0,0-2-1 0 0,0 1 1 0 0,0 0-1 0 0,8-3 1 0 0,0-1 5 0 0,0 0-1 0 0,0-1 1 0 0,0-1 0 0 0,-1 0 0 0 0,0 0 0 0 0,0-1-1 0 0,19-17 1 0 0,20-11-139 0 0,-49 34 103 0 0,1 0 0 0 0,-1 0 0 0 0,0 1 0 0 0,1-1 1 0 0,-1 1-1 0 0,0-1 0 0 0,1 1 0 0 0,-1-1 0 0 0,0 1 1 0 0,1 0-1 0 0,-1 0 0 0 0,1 0 0 0 0,-1 0 0 0 0,1 0 1 0 0,-1 0-1 0 0,1 0 0 0 0,-1 0 0 0 0,0 0 0 0 0,1 1 1 0 0,-1-1-1 0 0,3 2 0 0 0,-2-1-1 0 0,1 0-1 0 0,-1 1 1 0 0,0 0-1 0 0,0-1 1 0 0,0 1-1 0 0,0 0 1 0 0,0 0 0 0 0,-1 0-1 0 0,1 0 1 0 0,2 5-1 0 0,2 5-14 0 0,0-1-1 0 0,-1 1 1 0 0,6 23-1 0 0,-10-30 24 0 0,8 34 21 0 0,-1 1 1 0 0,-3 0-1 0 0,-1 0 0 0 0,-3 73 1 0 0,-2-57 357 0 0,-18 105 1 0 0,15-137-3 0 0,-2-1 1 0 0,0 0-1 0 0,-2 0 0 0 0,0-1 1 0 0,-2 0-1 0 0,0-1 1 0 0,-16 25-1 0 0,19-37-148 0 0,0-1 0 0 0,0 0 0 0 0,-1 0-1 0 0,0 0 1 0 0,0-1 0 0 0,0-1 0 0 0,-1 1-1 0 0,0-1 1 0 0,-1-1 0 0 0,0 1 0 0 0,1-2-1 0 0,-1 1 1 0 0,-1-2 0 0 0,1 1 0 0 0,-1-1-1 0 0,1-1 1 0 0,-1 0 0 0 0,-20 1 0 0 0,23-2-184 0 0,1-1 0 0 0,-1 0 1 0 0,0-1-1 0 0,1 0 0 0 0,-1 0 1 0 0,1 0-1 0 0,-1-1 0 0 0,1 0 1 0 0,0-1-1 0 0,0 0 0 0 0,0 0 1 0 0,0 0-1 0 0,0-1 1 0 0,1 0-1 0 0,-1 0 0 0 0,1-1 1 0 0,0 0-1 0 0,0 0 0 0 0,1 0 1 0 0,0-1-1 0 0,0 0 0 0 0,0 0 1 0 0,0 0-1 0 0,1 0 0 0 0,0-1 1 0 0,1 0-1 0 0,-6-11 0 0 0,6 9-150 0 0,0 0-1 0 0,1 0 0 0 0,0-1 1 0 0,0 1-1 0 0,1-1 0 0 0,0 1 1 0 0,1-1-1 0 0,0 1 1 0 0,0-1-1 0 0,3-11 0 0 0,0 5-216 0 0,0 1 0 0 0,2 0-1 0 0,0 0 1 0 0,0 0 0 0 0,13-22-1 0 0,4 2-855 0 0,0 1 0 0 0,3 1 0 0 0,51-56 0 0 0,-33 46-621 0 0,2 1 0 0 0,66-47 0 0 0,36-9-4908 0 0,-100 69 3153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1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146 154 152 0 0,'8'-9'1674'0'0,"-5"6"-856"0"0,1 0 0 0 0,-1-1 0 0 0,0 0 1 0 0,0 1-1 0 0,0-1 0 0 0,-1 0 0 0 0,1-1 0 0 0,-1 1 0 0 0,0 0 0 0 0,0-1 0 0 0,0 1 0 0 0,-1-1 0 0 0,2-9 0 0 0,-19 17 57 0 0,9 2-643 0 0,0-1-1 0 0,1 1 1 0 0,-1 0-1 0 0,1 1 1 0 0,0 0 0 0 0,1 0-1 0 0,-1 0 1 0 0,-5 9 0 0 0,4-6-57 0 0,-9 11 137 0 0,1 0 0 0 0,-21 39 1 0 0,30-46-245 0 0,0 0 0 0 0,0 0 0 0 0,1 1-1 0 0,1-1 1 0 0,1 1 0 0 0,-4 19 0 0 0,7-30-51 0 0,-1-1 0 0 0,1 1 1 0 0,0 0-1 0 0,0 0 0 0 0,0 0 0 0 0,0-1 0 0 0,0 1 0 0 0,1 0 0 0 0,-1 0 0 0 0,1 0 0 0 0,-1-1 0 0 0,1 1 0 0 0,0 0 0 0 0,0-1 0 0 0,1 1 0 0 0,-1-1 1 0 0,0 1-1 0 0,1-1 0 0 0,-1 0 0 0 0,1 1 0 0 0,0-1 0 0 0,0 0 0 0 0,0 0 0 0 0,0 0 0 0 0,0-1 0 0 0,0 1 0 0 0,1 0 0 0 0,-1-1 0 0 0,1 1 0 0 0,-1-1 1 0 0,1 0-1 0 0,-1 0 0 0 0,1 0 0 0 0,0 0 0 0 0,-1 0 0 0 0,6 0 0 0 0,-1 0 7 0 0,0-1 0 0 0,0 0 0 0 0,0 0 0 0 0,0 0 0 0 0,0-1 0 0 0,0 0 0 0 0,0 0 0 0 0,-1-1 0 0 0,1 0 0 0 0,0 0 0 0 0,-1-1 0 0 0,0 1 0 0 0,1-1 0 0 0,6-5 0 0 0,-1-1-9 0 0,-1 0 0 0 0,-1-1-1 0 0,0 0 1 0 0,0-1-1 0 0,-1 1 1 0 0,0-2 0 0 0,-1 0-1 0 0,0 0 1 0 0,-1 0-1 0 0,0-1 1 0 0,7-19 0 0 0,-7 13-18 0 0,-1 0-1 0 0,0 0 1 0 0,-1-1 0 0 0,-1 0 0 0 0,-1 0 0 0 0,-1 0 0 0 0,-1-33-1 0 0,-1 50-16 0 0,0-1 0 0 0,0 0 0 0 0,0 0 0 0 0,-1 0 0 0 0,0 0 0 0 0,0 1 0 0 0,0-1 0 0 0,0 0 0 0 0,0 1 0 0 0,-1-1 0 0 0,0 1 0 0 0,0-1 0 0 0,0 1 0 0 0,0 0 0 0 0,0 0 0 0 0,0 0 0 0 0,-1 0 0 0 0,0 0 0 0 0,-3-2 0 0 0,4 4 9 0 0,0 0 0 0 0,0 1 0 0 0,-1 0 0 0 0,1-1 0 0 0,0 1 0 0 0,-1 0 0 0 0,1 0 0 0 0,0 0-1 0 0,-1 1 1 0 0,1-1 0 0 0,0 0 0 0 0,-1 1 0 0 0,1 0 0 0 0,-4 1 0 0 0,5-2 4 0 0,-7 3-16 0 0,1 1 0 0 0,-1-1 1 0 0,0 1-1 0 0,1 1 0 0 0,0-1 0 0 0,0 1 1 0 0,0 1-1 0 0,1-1 0 0 0,0 1 0 0 0,-8 9 0 0 0,10-11 27 0 0,1 0-1 0 0,0 0 0 0 0,0 1 0 0 0,0-1 0 0 0,0 1 1 0 0,1 0-1 0 0,-1-1 0 0 0,1 1 0 0 0,1 0 1 0 0,-1 1-1 0 0,1-1 0 0 0,-1 0 0 0 0,2 0 0 0 0,-1 1 1 0 0,0-1-1 0 0,1 0 0 0 0,1 9 0 0 0,-1-12 6 0 0,0 1 0 0 0,1-1 0 0 0,0 0 0 0 0,-1 0-1 0 0,1 1 1 0 0,0-1 0 0 0,0 0 0 0 0,0 0 0 0 0,0 0-1 0 0,1 0 1 0 0,-1 0 0 0 0,1 0 0 0 0,-1 0 0 0 0,1-1-1 0 0,-1 1 1 0 0,1 0 0 0 0,0-1 0 0 0,3 2 0 0 0,-2-1 2 0 0,0 0 1 0 0,1-1 0 0 0,-1 0-1 0 0,1 1 1 0 0,0-1 0 0 0,-1-1-1 0 0,1 1 1 0 0,0 0 0 0 0,-1-1-1 0 0,8 0 1 0 0,-2 0-11 0 0,1-1-1 0 0,0-1 1 0 0,0 0-1 0 0,-1 0 1 0 0,1-1-1 0 0,-1 0 1 0 0,0 0-1 0 0,10-6 1 0 0,59-40-91 0 0,10-5 14 0 0,-78 48 41 0 0,1 1 1 0 0,0 0 0 0 0,1 1 0 0 0,-1 0 0 0 0,1 1 0 0 0,14-2 0 0 0,-23 5 23 0 0,0 0 0 0 0,0 0 0 0 0,0 0 1 0 0,0 0-1 0 0,0 1 0 0 0,0-1 0 0 0,0 1 0 0 0,0 0 1 0 0,0 0-1 0 0,-1 0 0 0 0,1 0 0 0 0,0 1 0 0 0,0-1 1 0 0,-1 1-1 0 0,1 0 0 0 0,-1-1 0 0 0,1 1 0 0 0,-1 0 1 0 0,0 1-1 0 0,0-1 0 0 0,0 0 0 0 0,0 1 1 0 0,0-1-1 0 0,0 1 0 0 0,-1-1 0 0 0,3 5 0 0 0,2 6-18 0 0,-1-1-1 0 0,0 1 0 0 0,-1-1 0 0 0,4 19 1 0 0,-4-9 133 0 0,-2-1 0 0 0,0 1 0 0 0,-1 0 0 0 0,-1-1 0 0 0,-1 1 0 0 0,-1 0 0 0 0,-1-1 0 0 0,-1 0 0 0 0,-11 36 0 0 0,14-54 65 0 0,0 1 1 0 0,0-1 0 0 0,0 0 0 0 0,-1 0 0 0 0,1 0-1 0 0,-1 0 1 0 0,1 0 0 0 0,-1 0 0 0 0,0-1-1 0 0,-4 5 1 0 0,5-6 2 0 0,-1-4 27 0 0,1 3-195 0 0,1 0 0 0 0,0 0 0 0 0,0-1 0 0 0,-1 1 0 0 0,1 0 0 0 0,0 0 0 0 0,0 0 0 0 0,0 0 0 0 0,-1 0 0 0 0,1 0-1 0 0,0 0 1 0 0,0-1 0 0 0,0 1 0 0 0,0 0 0 0 0,-1 0 0 0 0,1 0 0 0 0,0 0 0 0 0,0-1 0 0 0,0 1 0 0 0,0 0 0 0 0,0 0 0 0 0,0-1 0 0 0,0 1 0 0 0,-1 0 0 0 0,1 0 0 0 0,0 0 0 0 0,0-1 0 0 0,0 1 0 0 0,0 0 0 0 0,0 0 0 0 0,0-1 0 0 0,0 1 0 0 0,0 0 0 0 0,0 0 0 0 0,0-1 0 0 0,1-10 41 0 0,0-1 0 0 0,1 0 0 0 0,0 1 0 0 0,1 0 0 0 0,1-1 0 0 0,4-10 0 0 0,33-69 59 0 0,-35 77-91 0 0,5-8-10 0 0,1 1 1 0 0,1 0 0 0 0,1 1 0 0 0,30-35 0 0 0,-35 45-20 0 0,1 1 0 0 0,0 0 0 0 0,0 1 1 0 0,0 0-1 0 0,1 0 0 0 0,1 1 0 0 0,-1 1 0 0 0,1 0 1 0 0,0 0-1 0 0,21-6 0 0 0,-28 11 1 0 0,0-1 0 0 0,0 1 0 0 0,0 1 0 0 0,0-1 0 0 0,0 1 0 0 0,0-1 0 0 0,1 1 0 0 0,-1 1 0 0 0,0-1 0 0 0,0 1 0 0 0,0 0 0 0 0,0 0 0 0 0,0 1 0 0 0,0-1 0 0 0,0 1 0 0 0,0 0 0 0 0,-1 0 0 0 0,1 1 0 0 0,-1-1 0 0 0,1 1 0 0 0,-1 0 0 0 0,5 5 0 0 0,-4-3 3 0 0,-1 0 0 0 0,0 0 0 0 0,0 0 0 0 0,-1 0 1 0 0,0 1-1 0 0,1-1 0 0 0,-2 1 0 0 0,1 0 0 0 0,-1 0 0 0 0,0 0 0 0 0,0 0 0 0 0,-1 1 1 0 0,1-1-1 0 0,-1 0 0 0 0,-1 1 0 0 0,1-1 0 0 0,-2 10 0 0 0,-1 4-605 0 0,-7 32-1 0 0,6-38-921 0 0,0-1-1 0 0,1 1 1 0 0,0-1-1 0 0,1 1 0 0 0,1 19 1 0 0,3-19-1845 0 0,5 1-1153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317 704 2504 0 0,'2'-12'1686'0'0,"6"-56"6052"0"0,-8 61-7207 0 0,0 0 0 0 0,0 0-1 0 0,-1 0 1 0 0,0 0-1 0 0,0 0 1 0 0,-1 0-1 0 0,-3-10 1 0 0,4 15-496 0 0,0 1 0 0 0,1 0 0 0 0,-1 0 0 0 0,1 0 0 0 0,-1-1 0 0 0,0 1 0 0 0,0 0 0 0 0,0 0-1 0 0,0 0 1 0 0,0 0 0 0 0,0 0 0 0 0,0 0 0 0 0,0 1 0 0 0,0-1 0 0 0,0 0 0 0 0,0 0 0 0 0,-1 1 0 0 0,1-1 0 0 0,0 1 0 0 0,-1-1 0 0 0,1 1 0 0 0,-2-1 0 0 0,-1 1-9 0 0,1 0-1 0 0,-1 0 1 0 0,0 0 0 0 0,1 0-1 0 0,-1 0 1 0 0,1 1 0 0 0,-1 0 0 0 0,-5 1-1 0 0,-5 3-25 0 0,1 1 0 0 0,0 0 0 0 0,-17 11 0 0 0,15-6 44 0 0,0 0 0 0 0,0 2 0 0 0,1-1 0 0 0,1 2 0 0 0,0-1 0 0 0,1 2 0 0 0,0 0 0 0 0,1 0 0 0 0,1 1 0 0 0,1 1 0 0 0,0-1 0 0 0,1 1 0 0 0,0 1 0 0 0,-7 29 0 0 0,14-42-24 0 0,-1 1-1 0 0,2-1 1 0 0,-1 1 0 0 0,1 0 0 0 0,0-1 0 0 0,0 1 0 0 0,0 0 0 0 0,1-1 0 0 0,0 1-1 0 0,2 8 1 0 0,-2-11 3 0 0,0 0-1 0 0,0-1 1 0 0,1 1-1 0 0,-1 0 1 0 0,0-1-1 0 0,1 1 1 0 0,0-1-1 0 0,0 0 0 0 0,0 1 1 0 0,0-1-1 0 0,0 0 1 0 0,0 0-1 0 0,0 0 1 0 0,1 0-1 0 0,-1-1 1 0 0,1 1-1 0 0,-1-1 1 0 0,1 1-1 0 0,0-1 0 0 0,0 0 1 0 0,3 1-1 0 0,-1-1 2 0 0,0 0-1 0 0,0-1 1 0 0,0 0-1 0 0,0 0 1 0 0,0 0-1 0 0,0 0 1 0 0,0-1-1 0 0,0 1 1 0 0,0-2-1 0 0,0 1 1 0 0,-1 0-1 0 0,1-1 1 0 0,0 0-1 0 0,-1 0 1 0 0,1 0-1 0 0,-1 0 1 0 0,1-1-1 0 0,-1 0 0 0 0,0 0 1 0 0,0 0-1 0 0,5-6 1 0 0,7-7 173 0 0,0-1 0 0 0,-2 0 0 0 0,18-26-1 0 0,22-42 319 0 0,-54 84-518 0 0,0 1 1 0 0,0 0 0 0 0,0 0-1 0 0,0-1 1 0 0,0 1 0 0 0,0 0-1 0 0,0 0 1 0 0,0-1 0 0 0,0 1-1 0 0,1 0 1 0 0,-1 0 0 0 0,0-1-1 0 0,0 1 1 0 0,0 0-1 0 0,0 0 1 0 0,1-1 0 0 0,-1 1-1 0 0,0 0 1 0 0,0 0 0 0 0,0 0-1 0 0,1 0 1 0 0,-1-1 0 0 0,0 1-1 0 0,0 0 1 0 0,1 0 0 0 0,-1 0-1 0 0,0 0 1 0 0,1 0 0 0 0,-1 0-1 0 0,0 0 1 0 0,0 0 0 0 0,1 0-1 0 0,-1 0 1 0 0,0 0 0 0 0,0 0-1 0 0,1 0 1 0 0,1 11 9 0 0,-3 16-27 0 0,-1-15 20 0 0,-11 76 4 0 0,13-77 11 0 0,-1-1-1 0 0,1 0 0 0 0,1 0 1 0 0,0 0-1 0 0,1 1 1 0 0,4 16-1 0 0,-5-25-2 0 0,0 0-1 0 0,-1-1 1 0 0,1 1 0 0 0,0 0-1 0 0,0-1 1 0 0,0 1 0 0 0,1 0-1 0 0,-1-1 1 0 0,0 1 0 0 0,0-1-1 0 0,1 0 1 0 0,-1 1 0 0 0,1-1 0 0 0,0 0-1 0 0,-1 0 1 0 0,1 0 0 0 0,0 0-1 0 0,-1 0 1 0 0,1 0 0 0 0,0-1-1 0 0,0 1 1 0 0,0-1 0 0 0,0 1 0 0 0,0-1-1 0 0,0 0 1 0 0,-1 1 0 0 0,1-1-1 0 0,0 0 1 0 0,0 0 0 0 0,0-1-1 0 0,0 1 1 0 0,0 0 0 0 0,0 0-1 0 0,4-2 1 0 0,2 0 49 0 0,0-1 0 0 0,0 0 0 0 0,-1 0 1 0 0,1 0-1 0 0,-1-1 0 0 0,0 0 0 0 0,9-7 0 0 0,4-5-80 0 0,0-2 1 0 0,-1 0-1 0 0,0-2 0 0 0,-2 0 1 0 0,19-28-1 0 0,64-118-96 0 0,-70 111 147 0 0,-3-2 1 0 0,-3 0-1 0 0,-2-2 1 0 0,-2-1-1 0 0,-3 0 1 0 0,-3-1-1 0 0,7-67 1 0 0,-20 120-23 0 0,1-43-132 0 0,-2 49 103 0 0,0-1 1 0 0,0 1-1 0 0,-1 0 1 0 0,1 0-1 0 0,-1 0 1 0 0,1 0-1 0 0,-1-1 0 0 0,0 1 1 0 0,1 0-1 0 0,-1 0 1 0 0,0 0-1 0 0,0 0 0 0 0,-1 1 1 0 0,1-1-1 0 0,0 0 1 0 0,-1 0-1 0 0,1 1 0 0 0,-3-3 1 0 0,3 3 10 0 0,0 1 0 0 0,0 0 0 0 0,0-1 1 0 0,0 1-1 0 0,0 0 0 0 0,0 0 0 0 0,0 0 0 0 0,0 0 1 0 0,0 0-1 0 0,0 0 0 0 0,0 0 0 0 0,0 0 0 0 0,0 0 1 0 0,0 0-1 0 0,1 0 0 0 0,-1 0 0 0 0,0 1 0 0 0,0-1 0 0 0,0 0 1 0 0,-1 1-1 0 0,-17 10-50 0 0,7-1 7 0 0,1 0 1 0 0,0 1-1 0 0,0 0 1 0 0,1 1-1 0 0,0 0 1 0 0,1 0-1 0 0,-7 15 1 0 0,-1 2-13 0 0,2 1 0 0 0,-14 39 0 0 0,13-25 77 0 0,2 1 1 0 0,2 1 0 0 0,1 0 0 0 0,3 1 0 0 0,2 0 0 0 0,2 0 0 0 0,2 0 0 0 0,6 66 0 0 0,-1-90-899 0 0,1 0 0 0 0,1-1 0 0 0,8 23-1 0 0,-7-29-1310 0 0,1 1 0 0 0,12 20 0 0 0,9 5-5468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3760 0 0,'0'0'3281'0'0,"4"-8"1295"0"0,-4-3-1580 0 0,1 3-471 0 0,1-2-2269 0 0,-2 0-5553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442 268 2080 0 0,'42'-38'12953'0'0,"-40"37"-12235"0"0,-6 16-250 0 0,-5 13 152 0 0,-1 0 0 0 0,-26 49 0 0 0,17-38-248 0 0,-208 398 2161 0 0,155-305-2285 0 0,40-70-131 0 0,-33 58 847 0 0,65-120-933 0 0,0 0 0 0 0,0 1-1 0 0,0-1 1 0 0,-1 0 0 0 0,1 1-1 0 0,0-1 1 0 0,0 0-1 0 0,0 1 1 0 0,0-1 0 0 0,-1 0-1 0 0,1 1 1 0 0,0-1 0 0 0,0 0-1 0 0,-1 0 1 0 0,1 1 0 0 0,0-1-1 0 0,-1 0 1 0 0,1 0 0 0 0,0 1-1 0 0,0-1 1 0 0,-1 0-1 0 0,1 0 1 0 0,0 0 0 0 0,-1 0-1 0 0,1 0 1 0 0,-1 0 0 0 0,1 1-1 0 0,0-1 1 0 0,-1 0 0 0 0,-3-10 211 0 0,5-19-198 0 0,7-23-17 0 0,3 0 0 0 0,1 1 0 0 0,30-75 0 0 0,-28 87-42 0 0,115-293-42 0 0,-94 258-23 0 0,3 1 0 0 0,65-91 0 0 0,-94 150 79 0 0,12-16-65 0 0,29-31 1 0 0,-44 54 41 0 0,1 0 1 0 0,0 1-1 0 0,0 0 0 0 0,0 0 1 0 0,1 0-1 0 0,0 1 0 0 0,0 0 1 0 0,0 1-1 0 0,17-7 0 0 0,-22 10 14 0 0,0 1 0 0 0,0-1 0 0 0,0 0-1 0 0,1 1 1 0 0,-1 0 0 0 0,0 0 0 0 0,1 0 0 0 0,-1 0-1 0 0,0 0 1 0 0,0 1 0 0 0,1-1 0 0 0,-1 1 0 0 0,0 0-1 0 0,0 0 1 0 0,4 2 0 0 0,-2-1 2 0 0,0 1-1 0 0,-1 0 1 0 0,1 0-1 0 0,-1 1 1 0 0,0-1 0 0 0,0 1-1 0 0,0 0 1 0 0,5 6-1 0 0,1 5 4 0 0,0 1 0 0 0,-1-1 1 0 0,0 2-1 0 0,8 22 0 0 0,1 8 46 0 0,-3 1 1 0 0,18 91-1 0 0,-4 103 387 0 0,-25-11 307 0 0,-3-35-285 0 0,7-126-48 0 0,-7-69-397 0 0,-1 0 0 0 0,1-1 1 0 0,-1 1-1 0 0,1 0 0 0 0,-1 0 0 0 0,1-1 0 0 0,0 1 0 0 0,-1-1 0 0 0,1 1 0 0 0,0-1 0 0 0,0 1 0 0 0,-1-1 0 0 0,1 1 1 0 0,0-1-1 0 0,0 1 0 0 0,0-1 0 0 0,0 0 0 0 0,-1 0 0 0 0,1 1 0 0 0,0-1 0 0 0,0 0 0 0 0,0 0 0 0 0,0 0 0 0 0,0 0 0 0 0,0 0 1 0 0,0 0-1 0 0,0 0 0 0 0,1-1 0 0 0,25-3-397 0 0,-15 1-110 0 0,-1-1 0 0 0,-1 0 1 0 0,1-1-1 0 0,-1-1 0 0 0,1 0 1 0 0,12-9-1 0 0,-6 1-1193 0 0,0 0 1 0 0,22-23-1 0 0,-25 21-1862 0 0,18-24 0 0 0,-13 10-2907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1 3172 0 0,'-256'19'15438'0'0,"128"-11"-9908"0"0,110-5-5112 0 0,15-3-274 0 0,3 1-131 0 0,0-1 0 0 0,0 1 0 0 0,0-1 0 0 0,1 1 0 0 0,-1-1 0 0 0,0 0 0 0 0,0 1 0 0 0,1-1 0 0 0,-1 1 0 0 0,0-1 0 0 0,1 0 0 0 0,-1 1 0 0 0,0-1 0 0 0,1 0 0 0 0,-1 1 1 0 0,0-1-1 0 0,1 0 0 0 0,-1 0 0 0 0,1 0 0 0 0,-1 1 0 0 0,0-1 0 0 0,1 0 0 0 0,-1 0 0 0 0,1 0 0 0 0,-1 0 0 0 0,1 0 0 0 0,-1 0 0 0 0,2 1 0 0 0,17 0 36 0 0,-13 0-40 0 0,78 0-2662 0 0,131-13 0 0 0,-175 9 1369 0 0,83-9-6737 0 0,-63 7-102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3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2856 0 0,'-82'30'16236'0'0,"62"-21"-13677"0"0,20-9-2531 0 0,0 0-1 0 0,0 0 1 0 0,0 0-1 0 0,0 0 1 0 0,0 0 0 0 0,0 1-1 0 0,-1-1 1 0 0,1 0 0 0 0,0 0-1 0 0,0 0 1 0 0,0 0-1 0 0,0 0 1 0 0,0 0 0 0 0,0 1-1 0 0,0-1 1 0 0,0 0-1 0 0,0 0 1 0 0,0 0 0 0 0,0 0-1 0 0,0 1 1 0 0,0-1 0 0 0,0 0-1 0 0,0 0 1 0 0,0 0-1 0 0,0 0 1 0 0,0 0 0 0 0,0 1-1 0 0,0-1 1 0 0,0 0-1 0 0,0 0 1 0 0,0 0 0 0 0,0 0-1 0 0,0 0 1 0 0,0 1-1 0 0,0-1 1 0 0,1 0 0 0 0,-1 0-1 0 0,0 0 1 0 0,0 0 0 0 0,0 0-1 0 0,0 0 1 0 0,0 1-1 0 0,0-1 1 0 0,0 0 0 0 0,1 0-1 0 0,-1 0 1 0 0,0 0-1 0 0,0 0 1 0 0,0 0 0 0 0,3 1 45 0 0,0 0 0 0 0,1 0 0 0 0,-1 0 0 0 0,0 0 0 0 0,0-1 1 0 0,0 1-1 0 0,4-1 0 0 0,154 2-262 0 0,-92-2-3403 0 0,8 0-7339 0 0,-61 0 4430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0 364 0 0,'-64'25'9893'0'0,"-38"16"3479"0"0,107-39-13307 0 0,0-1 0 0 0,1 0 0 0 0,-1 0 0 0 0,0-1 0 0 0,1 0 0 0 0,-1 0 0 0 0,1 0 1 0 0,-1 0-1 0 0,7-2 0 0 0,9 0-8 0 0,179-13-4405 0 0,-3-15-7030 0 0,-138 20 5171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82 964 0 0,'-62'-80'18728'0'0,"61"78"-17891"0"0,0 3-810 0 0,1-1 1 0 0,-1 0-1 0 0,0 1 1 0 0,1-1-1 0 0,-1 0 1 0 0,1 1-1 0 0,-1-1 1 0 0,1 1-1 0 0,-1-1 1 0 0,1 1-1 0 0,-1-1 1 0 0,1 1-1 0 0,-1-1 1 0 0,1 1-1 0 0,0-1 1 0 0,-1 1-1 0 0,1 0 1 0 0,0-1-1 0 0,-1 1 1 0 0,1 0-1 0 0,0-1 1 0 0,0 1-1 0 0,0 0 1 0 0,0-1-1 0 0,0 1 1 0 0,0 0-1 0 0,0-1 1 0 0,0 1-1 0 0,0 1 1 0 0,-1 26 752 0 0,2-22-640 0 0,-5 101 1140 0 0,-4 0-1 0 0,-31 151 1 0 0,14-137-1162 0 0,2-15-2372 0 0,10-34-3632 0 0,7-41-1893 0 0,3-18-129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4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251 119 896 0 0,'-235'41'21221'0'0,"220"-42"-19822"0"0,20-5-457 0 0,25-8-441 0 0,363-61 34 0 0,8 34-469 0 0,75 18-3208 0 0,-476 23 3141 0 0,31 3-1184 0 0,-30-3 1025 0 0,0 0-1 0 0,1 1 1 0 0,-1-1 0 0 0,0 0 0 0 0,0 1 0 0 0,0-1 0 0 0,0 1 0 0 0,0 0-1 0 0,0-1 1 0 0,0 1 0 0 0,0 0 0 0 0,0 0 0 0 0,0-1 0 0 0,0 1 0 0 0,-1 0 0 0 0,1 0-1 0 0,0 0 1 0 0,-1 0 0 0 0,1 0 0 0 0,0 2 0 0 0,-1-2-23 0 0,1 0-1 0 0,-1-1 1 0 0,0 1 0 0 0,0 0 0 0 0,0 0-1 0 0,0 0 1 0 0,0 0 0 0 0,0-1-1 0 0,-1 1 1 0 0,1 0 0 0 0,0 0 0 0 0,0 0-1 0 0,-1 0 1 0 0,1-1 0 0 0,0 1-1 0 0,-1 0 1 0 0,1 0 0 0 0,-1-1 0 0 0,1 1-1 0 0,-1 0 1 0 0,0 0 0 0 0,-13 14-4188 0 0,12-14 3172 0 0,-8 9-4664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47 2340 0 0,'-31'0'8370'0'0,"-55"-9"0"0"0,73 3-7130 0 0,14-1-324 0 0,14-4-224 0 0,-4 7-614 0 0,-1 1 1 0 0,1 1-1 0 0,0 0 0 0 0,0 1 0 0 0,-1 0 1 0 0,1 0-1 0 0,17 2 0 0 0,7 2-9 0 0,35 8-1 0 0,-52-7-71 0 0,1 0 0 0 0,-1 2 0 0 0,35 14 0 0 0,-49-18 13 0 0,1 0 1 0 0,0 0-1 0 0,-1 1 0 0 0,0-1 1 0 0,1 1-1 0 0,-1 0 0 0 0,0 1 1 0 0,0-1-1 0 0,-1 1 0 0 0,1-1 1 0 0,-1 1-1 0 0,0 0 0 0 0,0 0 1 0 0,0 1-1 0 0,0-1 0 0 0,-1 1 0 0 0,0-1 1 0 0,0 1-1 0 0,3 9 0 0 0,-5-10 19 0 0,0 1 0 0 0,0-1 0 0 0,0 1 0 0 0,-1 0 0 0 0,1-1 0 0 0,-1 1 0 0 0,0-1-1 0 0,-1 1 1 0 0,1-1 0 0 0,-1 0 0 0 0,0 1 0 0 0,0-1 0 0 0,0 0 0 0 0,0 0 0 0 0,-1 0-1 0 0,-4 5 1 0 0,-1 0 86 0 0,0 0 0 0 0,-1 0 0 0 0,0 0-1 0 0,-19 13 1 0 0,1-5 479 0 0,-33 16-1 0 0,12-8 993 0 0,46-24-1259 0 0,18-4-323 0 0,-11 3-16 0 0,1-1-1 0 0,0 1 0 0 0,-1 0 1 0 0,1 0-1 0 0,0 1 0 0 0,-1 0 1 0 0,1 0-1 0 0,-1 0 0 0 0,10 4 1 0 0,-3 0-9 0 0,0 0 1 0 0,20 13 0 0 0,-18-9 63 0 0,-1 0 0 0 0,-1 1 0 0 0,0 1 0 0 0,0 0 0 0 0,-1 1 0 0 0,0 0 0 0 0,-1 1 0 0 0,-1 0 0 0 0,0 0 0 0 0,-1 1 0 0 0,12 25 0 0 0,-17-30 102 0 0,1 0 0 0 0,-2 0 0 0 0,1 0 0 0 0,-1 0 0 0 0,-1 1 0 0 0,1-1 0 0 0,-2 1-1 0 0,1 0 1 0 0,-2 11 0 0 0,0-14 60 0 0,0 0 0 0 0,-1 0 0 0 0,0 0 0 0 0,0 0 0 0 0,0 0 0 0 0,-1 0 1 0 0,0-1-1 0 0,0 1 0 0 0,-1-1 0 0 0,0 0 0 0 0,0 0 0 0 0,0 0 0 0 0,-7 6 0 0 0,6-6-143 0 0,-1-1-1 0 0,0 0 1 0 0,0 0 0 0 0,0 0 0 0 0,-1-1 0 0 0,0 0-1 0 0,0 0 1 0 0,0-1 0 0 0,0 0 0 0 0,0 0 0 0 0,-1 0-1 0 0,-11 2 1 0 0,8-4 10 0 0,0 1 0 0 0,-1-2 0 0 0,1 0 0 0 0,0 0 0 0 0,0-1 0 0 0,0 0 0 0 0,-1-1 0 0 0,-11-3 0 0 0,4-1-446 0 0,-1-1 0 0 0,1 0 1 0 0,0-2-1 0 0,0 0 0 0 0,1-1 0 0 0,1-1 0 0 0,0-1 0 0 0,0 0 0 0 0,-16-17 0 0 0,27 24-450 0 0,0-1 0 0 0,1 1 0 0 0,0-2 0 0 0,0 1 0 0 0,1 0 0 0 0,-1-1 0 0 0,1 0 0 0 0,-4-11 0 0 0,6 13-316 0 0,1 0 0 0 0,0 0 0 0 0,0 0 0 0 0,0 0 0 0 0,0 0 1 0 0,1 0-1 0 0,0 0 0 0 0,0 0 0 0 0,1-5 0 0 0,3-12-7056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21 151 2892 0 0,'-15'-28'8929'0'0,"9"1"-4360"0"0,6 25-4467 0 0,1-1 0 0 0,-1 0 0 0 0,0 0 1 0 0,1 1-1 0 0,0-1 0 0 0,-1 0 0 0 0,1 1 0 0 0,0-1 0 0 0,0 1 1 0 0,1-1-1 0 0,-1 1 0 0 0,0 0 0 0 0,1-1 0 0 0,0 1 0 0 0,-1 0 0 0 0,1 0 1 0 0,0 0-1 0 0,0 0 0 0 0,3-2 0 0 0,1-1-40 0 0,1 0 0 0 0,0 0 0 0 0,0 1 0 0 0,0 0 0 0 0,1 0 0 0 0,-1 1 0 0 0,1 0 0 0 0,0 0 0 0 0,0 0 1 0 0,0 1-1 0 0,0 1 0 0 0,0-1 0 0 0,14 1 0 0 0,-17 1-57 0 0,1 0-1 0 0,-1 0 1 0 0,0 1 0 0 0,1 0 0 0 0,-1 0 0 0 0,0 0 0 0 0,0 1-1 0 0,0-1 1 0 0,0 1 0 0 0,0 1 0 0 0,0-1 0 0 0,0 1 0 0 0,-1-1 0 0 0,0 1-1 0 0,1 1 1 0 0,-1-1 0 0 0,0 1 0 0 0,0-1 0 0 0,-1 1 0 0 0,1 0-1 0 0,-1 1 1 0 0,3 4 0 0 0,-2-3 23 0 0,0 0 0 0 0,-1 1 0 0 0,0-1 0 0 0,-1 1 0 0 0,0 0 0 0 0,0 0 0 0 0,0 0 0 0 0,-1 0 0 0 0,0 0 0 0 0,0 1 0 0 0,0 7 0 0 0,-2-3 45 0 0,0 0 0 0 0,0 0 0 0 0,-2 0 1 0 0,1 0-1 0 0,-1-1 0 0 0,-6 14 0 0 0,-3 3 191 0 0,-1-1 1 0 0,-2-1-1 0 0,-1 0 0 0 0,-28 36 1 0 0,-9 2 398 0 0,-22 31 430 0 0,74-93-1033 0 0,1 0 68 0 0,0-1-125 0 0,0-1-1 0 0,0 0 0 0 0,0 0 0 0 0,0 0 1 0 0,0 1-1 0 0,0-1 0 0 0,0 0 0 0 0,0 0 1 0 0,0 0-1 0 0,0 1 0 0 0,0-1 1 0 0,0 0-1 0 0,0 0 0 0 0,0 0 0 0 0,0 1 1 0 0,0-1-1 0 0,0 0 0 0 0,0 0 0 0 0,1 0 1 0 0,-1 0-1 0 0,0 1 0 0 0,0-1 0 0 0,0 0 1 0 0,0 0-1 0 0,0 0 0 0 0,0 0 0 0 0,1 0 1 0 0,-1 1-1 0 0,0-1 0 0 0,0 0 1 0 0,0 0-1 0 0,0 0 0 0 0,1 0 0 0 0,-1 0 1 0 0,0 0-1 0 0,0 0 0 0 0,0 0 0 0 0,0 1 1 0 0,1-1-1 0 0,-1 0 0 0 0,28 0 51 0 0,0 0 0 0 0,0-2-1 0 0,38-7 1 0 0,20-1-10 0 0,16 1-288 0 0,-27 1-2761 0 0,-64 7 663 0 0,0-1 0 0 0,20-6 0 0 0,-16 3-1931 0 0,5-1-2642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1060 220 2100 0 0,'3'-21'2445'0'0,"-1"1"-1"0"0,0-1 1 0 0,-1 0-1 0 0,-1 0 1 0 0,-2 0-1 0 0,-4-30 1 0 0,5 49-2388 0 0,0 0 1 0 0,0 0-1 0 0,-1 0 0 0 0,1 0 1 0 0,0 0-1 0 0,-1 1 1 0 0,0-1-1 0 0,1 0 0 0 0,-1 1 1 0 0,0-1-1 0 0,1 1 1 0 0,-1 0-1 0 0,0 0 0 0 0,0-1 1 0 0,0 1-1 0 0,0 1 1 0 0,-1-1-1 0 0,-2-1 1 0 0,-6-2 3 0 0,-1 1 1 0 0,1 1-1 0 0,-1 0 1 0 0,0 0-1 0 0,1 1 1 0 0,-1 0-1 0 0,0 1 1 0 0,0 1 0 0 0,0 0-1 0 0,1 0 1 0 0,-1 1-1 0 0,1 1 1 0 0,-16 5-1 0 0,-2 1-30 0 0,1 2 0 0 0,1 2-1 0 0,0 0 1 0 0,-27 19 0 0 0,38-21-50 0 0,0 0 1 0 0,1 1-1 0 0,1 0 1 0 0,0 1-1 0 0,1 1 0 0 0,1 0 1 0 0,0 1-1 0 0,-16 26 1 0 0,15-19 93 0 0,1 2 0 0 0,1 0 0 0 0,1 0 0 0 0,2 0 0 0 0,-9 40 1 0 0,7-13 283 0 0,-5 101 1 0 0,13 51 278 0 0,2-130-488 0 0,1 101 41 0 0,-4 287 1550 0 0,-34-3 560 0 0,-36 29-345 0 0,-54 453 1496 0 0,122-890-3448 0 0,-55 539 13 0 0,-31-3-21 0 0,45-380 4 0 0,44-192 0 0 0,2-2 0 0 0,0-12 0 0 0,0 1 0 0 0,1-1 0 0 0,-1 1 0 0 0,0-1 0 0 0,0 0 0 0 0,1 1 0 0 0,-1-1 0 0 0,0 1 0 0 0,1-1 0 0 0,-1 0 0 0 0,0 1 0 0 0,1-1 0 0 0,-1 0 0 0 0,0 1 0 0 0,1-1 0 0 0,-1 0 0 0 0,1 0 0 0 0,-1 1 0 0 0,1-1 0 0 0,0 0 0 0 0,7 1 0 0 0,0 0 0 0 0,0-1 0 0 0,0 0 0 0 0,0 0 0 0 0,0-1 0 0 0,0 0 0 0 0,0 0 0 0 0,15-5 0 0 0,5-1 0 0 0,361-82-4949 0 0,-252 55 3204 0 0,-20 3-3020 0 0,-40 8-3074 0 0,-16 0-3226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64 616 0 0,'23'-54'14381'0'0,"-22"52"-13397"0"0,3-5 2835 0 0,-3 13-3564 0 0,0 0 1 0 0,0 0-1 0 0,-1 1 1 0 0,0-1-1 0 0,0 0 1 0 0,-1 1-1 0 0,-1 9 1 0 0,0 4 135 0 0,-25 182 1373 0 0,-1 16-1567 0 0,27-200-686 0 0,-2 67-2968 0 0,3-75 801 0 0,1 0-1 0 0,0-1 1 0 0,4 15-1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8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81 1824 0 0,'-64'-17'14666'0'0,"62"17"-14046"0"0,2 0-587 0 0,0 0 1 0 0,-1 0 0 0 0,1 0 0 0 0,0 0-1 0 0,-1 0 1 0 0,1 0 0 0 0,0 0 0 0 0,-1 0-1 0 0,1 0 1 0 0,0-1 0 0 0,-1 1-1 0 0,1 0 1 0 0,0 0 0 0 0,0 0 0 0 0,-1 0-1 0 0,1 0 1 0 0,0-1 0 0 0,-1 1 0 0 0,1 0-1 0 0,0 0 1 0 0,0 0 0 0 0,0-1 0 0 0,-1 1-1 0 0,1 0 1 0 0,0 0 0 0 0,0-1 0 0 0,0 1-1 0 0,-1 0 1 0 0,1 0 0 0 0,0-1 0 0 0,0 1-1 0 0,0 0 1 0 0,0-1 0 0 0,0 1 0 0 0,0 0-1 0 0,0-1 1 0 0,0 1 0 0 0,0 0 0 0 0,0-1-1 0 0,0 1 1 0 0,0 0 0 0 0,0-1 0 0 0,0 1-1 0 0,0 0 1 0 0,0-1 0 0 0,0 0-6 0 0,0 0 0 0 0,0 0 0 0 0,1 0 0 0 0,-1 0 0 0 0,0 0 0 0 0,0 0 0 0 0,1 0 0 0 0,-1 0 0 0 0,1 0 0 0 0,-1 0 0 0 0,1 0 0 0 0,-1 1 0 0 0,1-1 0 0 0,-1 0 0 0 0,1 0 0 0 0,0 0 0 0 0,0 1 0 0 0,0-2 0 0 0,7-3-15 0 0,1 1 1 0 0,-1-1-1 0 0,1 1 0 0 0,0 1 1 0 0,0 0-1 0 0,0 0 1 0 0,0 1-1 0 0,1 0 1 0 0,-1 0-1 0 0,1 1 0 0 0,13 0 1 0 0,-16 1-14 0 0,0 0 0 0 0,1 1 0 0 0,-1-1 0 0 0,1 2 0 0 0,-1-1 0 0 0,0 1 0 0 0,0 0 0 0 0,0 0 0 0 0,0 1 0 0 0,0 0 0 0 0,-1 0 0 0 0,1 1 0 0 0,-1 0 0 0 0,0 0 0 0 0,11 10 0 0 0,-15-12 40 0 0,1 0-1 0 0,-1 0 1 0 0,-1 1 0 0 0,1-1-1 0 0,0 1 1 0 0,-1 0-1 0 0,1-1 1 0 0,-1 1 0 0 0,0 0-1 0 0,0 0 1 0 0,0 0 0 0 0,0 0-1 0 0,0 0 1 0 0,-1 0-1 0 0,1 0 1 0 0,-1 0 0 0 0,0 3-1 0 0,0 0 55 0 0,-1-1 0 0 0,0 1 0 0 0,0-1 0 0 0,0 0 0 0 0,-1 0 0 0 0,0 0 0 0 0,0 0-1 0 0,0 0 1 0 0,-3 5 0 0 0,-6 7 232 0 0,-1 0 0 0 0,0-2 0 0 0,-1 1 0 0 0,-17 14 0 0 0,-66 55 963 0 0,1-1-696 0 0,94-83-587 0 0,0-1 0 0 0,1 1 0 0 0,-1-1 0 0 0,0 1 0 0 0,1-1-1 0 0,-1 1 1 0 0,1-1 0 0 0,-1 1 0 0 0,1-1 0 0 0,0 1 0 0 0,-1-1 0 0 0,1 1 0 0 0,-1 0 0 0 0,1-1 0 0 0,0 1 0 0 0,0 0 0 0 0,-1-1 0 0 0,1 1-1 0 0,0 0 1 0 0,0 0 0 0 0,0-1 0 0 0,0 1 0 0 0,0 0 0 0 0,0 0 0 0 0,0-1 0 0 0,0 1 0 0 0,0 0 0 0 0,0 0 0 0 0,0-1 0 0 0,0 2 0 0 0,1-1 2 0 0,0-1 0 0 0,0 1 0 0 0,1 0 1 0 0,-1 0-1 0 0,0-1 0 0 0,0 1 0 0 0,0-1 0 0 0,0 1 1 0 0,0-1-1 0 0,1 1 0 0 0,-1-1 0 0 0,0 0 0 0 0,0 1 1 0 0,1-1-1 0 0,1 0 0 0 0,10 1 30 0 0,-1-1-1 0 0,19-2 0 0 0,-29 2-36 0 0,516-71-862 0 0,-508 69 758 0 0,68-12-5142 0 0,-29 1-4503 0 0,-30 8 3162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2804 0 0,'41'-63'16067'0'0,"-40"62"-15937"0"0,-1 1 1 0 0,0-1-1 0 0,0 1 1 0 0,0-1-1 0 0,0 1 0 0 0,0-1 1 0 0,1 1-1 0 0,-1-1 0 0 0,0 1 1 0 0,1 0-1 0 0,-1-1 0 0 0,0 1 1 0 0,0-1-1 0 0,1 1 1 0 0,-1 0-1 0 0,1-1 0 0 0,-1 1 1 0 0,0 0-1 0 0,1-1 0 0 0,-1 1 1 0 0,1 0-1 0 0,-1 0 0 0 0,1 0 1 0 0,-1-1-1 0 0,1 1 1 0 0,-1 0-1 0 0,1 0 0 0 0,-1 0 1 0 0,1 0-1 0 0,-1 0 0 0 0,1 0 1 0 0,-1 0-1 0 0,1 0 0 0 0,0 0 1 0 0,0 1 62 0 0,0 0-1 0 0,-1 0 1 0 0,1 0 0 0 0,0 0 0 0 0,-1 0 0 0 0,1 0-1 0 0,-1 0 1 0 0,1 0 0 0 0,-1 1 0 0 0,1-1 0 0 0,-1 0-1 0 0,0 0 1 0 0,0 2 0 0 0,4 43 2743 0 0,-18 140 282 0 0,2-63-2895 0 0,9-89-548 0 0,0 7-3549 0 0,3-39 2528 0 0,0 9-1110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2892 0 0,'0'0'2200'0'0,"2"12"5940"0"0,-2-11-7884 0 0,4 16 5528 0 0,-3-16-5733 0 0,0-1 1 0 0,-1 1-1 0 0,1 0 0 0 0,0 0 1 0 0,0-1-1 0 0,0 1 1 0 0,0 0-1 0 0,0-1 1 0 0,0 1-1 0 0,0-1 0 0 0,0 1 1 0 0,0-1-1 0 0,0 1 1 0 0,0-1-1 0 0,0 0 0 0 0,0 1 1 0 0,0-1-1 0 0,0 0 1 0 0,0 0-1 0 0,0 0 1 0 0,0 0-1 0 0,0 0 0 0 0,1 0 1 0 0,0-1-1 0 0,232-8 465 0 0,-209 8-487 0 0,63-2 269 0 0,-86 3-267 0 0,1 0-6 0 0,39 0-739 0 0,-39 0 21 0 0,9-2-6184 0 0,-9 2 4749 0 0,10-5-6512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227 111 2928 0 0,'-6'-12'7034'0'0,"4"7"-5470"0"0,-4-4 718 0 0,1 1 0 0 0,1-2 0 0 0,-4-10 0 0 0,7 18-1917 0 0,1 1-325 0 0,-1 0 0 0 0,1 0 0 0 0,0 0 0 0 0,0 1 0 0 0,-1-1 0 0 0,1 0 0 0 0,0 0 0 0 0,0 0 0 0 0,0 0 0 0 0,0 0 0 0 0,0 0 1 0 0,0 0-1 0 0,0 1 0 0 0,0-1 0 0 0,1 0 0 0 0,-1 0 0 0 0,0 0 0 0 0,1 0 0 0 0,-1 0 0 0 0,0 0 0 0 0,1 1 0 0 0,-1-1 0 0 0,1 0 1 0 0,-1 0-1 0 0,2-1 0 0 0,1 0-32 0 0,0 0 0 0 0,0-1 0 0 0,1 1 1 0 0,-1 1-1 0 0,1-1 0 0 0,-1 0 0 0 0,1 1 1 0 0,0 0-1 0 0,-1 0 0 0 0,1 0 0 0 0,0 0 1 0 0,0 0-1 0 0,0 1 0 0 0,0 0 0 0 0,0 0 0 0 0,6 0 1 0 0,-4 1-13 0 0,-1 0 1 0 0,1 1-1 0 0,0 0 1 0 0,-1-1 0 0 0,0 2-1 0 0,1-1 1 0 0,-1 1-1 0 0,0-1 1 0 0,0 1 0 0 0,0 1-1 0 0,0-1 1 0 0,-1 1-1 0 0,0 0 1 0 0,1 0 0 0 0,-1 0-1 0 0,-1 0 1 0 0,1 1-1 0 0,-1 0 1 0 0,1 0 0 0 0,-1 0-1 0 0,-1 0 1 0 0,1 0-1 0 0,-1 0 1 0 0,0 1-1 0 0,3 10 1 0 0,-3-5 10 0 0,1 1-1 0 0,-2-1 1 0 0,0 1 0 0 0,0-1-1 0 0,-1 1 1 0 0,0-1-1 0 0,-1 1 1 0 0,-1-1 0 0 0,1 1-1 0 0,-2-1 1 0 0,0 1-1 0 0,-6 15 1 0 0,-3 0 37 0 0,-1 0 0 0 0,-2-2-1 0 0,0 0 1 0 0,-2 0 0 0 0,0-2 0 0 0,-25 26-1 0 0,-135 116 1807 0 0,159-150-1658 0 0,9-9-72 0 0,1 1 1 0 0,0 0 0 0 0,-8 10 0 0 0,15-16-53 0 0,7 2-19 0 0,-6-3-48 0 0,1 1 0 0 0,-1-1 0 0 0,0 0 0 0 0,1 1 0 0 0,-1-1 0 0 0,1 0 0 0 0,-1 0 1 0 0,0 1-1 0 0,1-1 0 0 0,-1 0 0 0 0,1 0 0 0 0,-1 0 0 0 0,1 1 0 0 0,-1-1 0 0 0,0 0 0 0 0,1 0 0 0 0,-1 0 1 0 0,1 0-1 0 0,-1 0 0 0 0,1 0 0 0 0,-1 0 0 0 0,1 0 0 0 0,-1 0 0 0 0,1 0 0 0 0,0 0 0 0 0,67-4 60 0 0,-1-4 0 0 0,92-20 0 0 0,-63 9-20 0 0,9-2 152 0 0,41-7-2742 0 0,-144 27 1499 0 0,27-5-8083 0 0,-14-3-1322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3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202 117 936 0 0,'-8'-12'5615'0'0,"5"8"-4461"0"0,1 0 0 0 0,-1-1 1 0 0,0 0-1 0 0,1 1 1 0 0,0-1-1 0 0,0 0 1 0 0,-1-9-1 0 0,2 12-1092 0 0,1 1-1 0 0,0-1 1 0 0,0 1-1 0 0,0-1 1 0 0,0 0-1 0 0,0 1 1 0 0,1-1-1 0 0,-1 1 1 0 0,0-1-1 0 0,1 1 1 0 0,-1-1-1 0 0,1 1 1 0 0,-1-1-1 0 0,1 1 1 0 0,0-1-1 0 0,0 1 1 0 0,0-1-1 0 0,0 1 1 0 0,0 0-1 0 0,0 0 1 0 0,0 0-1 0 0,0-1 1 0 0,0 1-1 0 0,1 0 1 0 0,-1 0-1 0 0,0 1 1 0 0,1-1-1 0 0,-1 0 1 0 0,0 0-1 0 0,1 1 1 0 0,1-2-1 0 0,8-1-38 0 0,-1-1 0 0 0,1 2-1 0 0,0-1 1 0 0,0 1-1 0 0,0 1 1 0 0,0 0 0 0 0,0 1-1 0 0,0 0 1 0 0,0 1 0 0 0,19 2-1 0 0,-23-2-3 0 0,0 1 1 0 0,0-1-1 0 0,0 1 0 0 0,0 1 1 0 0,0-1-1 0 0,0 1 0 0 0,-1 0 0 0 0,1 1 1 0 0,-1-1-1 0 0,0 1 0 0 0,0 1 1 0 0,0-1-1 0 0,-1 1 0 0 0,1 0 0 0 0,-1 0 1 0 0,0 0-1 0 0,5 8 0 0 0,-9-10 44 0 0,0 0-1 0 0,0 0 0 0 0,0 0 1 0 0,0 1-1 0 0,0-1 1 0 0,-1 0-1 0 0,1 0 0 0 0,-1 1 1 0 0,0-1-1 0 0,0 0 0 0 0,0 0 1 0 0,-1 1-1 0 0,1-1 1 0 0,-1 0-1 0 0,0 0 0 0 0,1 0 1 0 0,-1 1-1 0 0,-1-1 1 0 0,1 0-1 0 0,0 0 0 0 0,-4 4 1 0 0,-2 6 190 0 0,-1-1 1 0 0,-1 0-1 0 0,-15 16 1 0 0,4-7 63 0 0,0-2 0 0 0,-2 0 1 0 0,-32 21-1 0 0,-79 43 561 0 0,60-40-508 0 0,1 1-165 0 0,72-44-202 0 0,-1 0 1 0 0,1 0 0 0 0,0 0-1 0 0,0 0 1 0 0,-1 0 0 0 0,1 0-1 0 0,0 0 1 0 0,0 0 0 0 0,-1 0-1 0 0,1 1 1 0 0,0-1 0 0 0,0 0-1 0 0,-1 0 1 0 0,1 0 0 0 0,0 0-1 0 0,0 1 1 0 0,0-1 0 0 0,-1 0-1 0 0,1 0 1 0 0,0 1 0 0 0,0-1-1 0 0,0 0 1 0 0,0 0 0 0 0,-1 1-1 0 0,1-1 1 0 0,0 0 0 0 0,0 0-1 0 0,0 1 1 0 0,0-1 0 0 0,0 0-1 0 0,0 0 1 0 0,0 1 0 0 0,0-1-1 0 0,0 0 1 0 0,0 1 0 0 0,0-1-1 0 0,0 0 1 0 0,0 0 0 0 0,0 1-1 0 0,0-1 1 0 0,0 1 0 0 0,14 4 71 0 0,20-3-12 0 0,310-22 117 0 0,-156 6-1890 0 0,-179 13 1501 0 0,34-2-3930 0 0,1-3-5481 0 0,-29 2 3771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77 141 1644 0 0,'-2'-5'1865'0'0,"0"0"0"0"0,1-1-1 0 0,0 1 1 0 0,0 0 0 0 0,-1-10-1 0 0,2 11-1358 0 0,0 1-1 0 0,0-1 1 0 0,0 1-1 0 0,1 0 1 0 0,-1-1 0 0 0,1 1-1 0 0,0 0 1 0 0,2-5-1 0 0,-1 4-363 0 0,1 0 1 0 0,-1 0-1 0 0,1 1 0 0 0,-1-1 1 0 0,1 1-1 0 0,0 0 0 0 0,0 0 1 0 0,1 0-1 0 0,-1 0 0 0 0,1 0 1 0 0,-1 1-1 0 0,1-1 0 0 0,0 1 0 0 0,0 0 1 0 0,6-2-1 0 0,0 1-78 0 0,-1 0 0 0 0,1 0 0 0 0,0 1 0 0 0,0 1-1 0 0,0-1 1 0 0,0 2 0 0 0,0-1 0 0 0,0 1 0 0 0,0 1 0 0 0,0 0-1 0 0,0 0 1 0 0,0 1 0 0 0,-1 0 0 0 0,1 1 0 0 0,15 6 0 0 0,-21-7-28 0 0,1 0 1 0 0,0 0 0 0 0,-1 0 0 0 0,1 1-1 0 0,-1 0 1 0 0,0 0 0 0 0,1 0-1 0 0,-2 0 1 0 0,1 1 0 0 0,0 0 0 0 0,-1 0-1 0 0,1 0 1 0 0,-1 0 0 0 0,0 0 0 0 0,-1 0-1 0 0,1 1 1 0 0,-1-1 0 0 0,1 1-1 0 0,-2 0 1 0 0,1 0 0 0 0,0 0 0 0 0,-1 0-1 0 0,0 0 1 0 0,0 0 0 0 0,0 0 0 0 0,-1 0-1 0 0,0 1 1 0 0,0-1 0 0 0,0 0 0 0 0,-1 0-1 0 0,-1 7 1 0 0,-1 2 192 0 0,-2-1 0 0 0,1 0 0 0 0,-2-1 0 0 0,0 1 1 0 0,0-1-1 0 0,-1 0 0 0 0,-1 0 0 0 0,0-1 0 0 0,-14 15 0 0 0,-9 8 992 0 0,-52 43-1 0 0,8-16 158 0 0,-39 35-66 0 0,113-95-1237 0 0,1 0-67 0 0,0 0-1 0 0,0-1 1 0 0,0 1 0 0 0,1 0 0 0 0,-1-1 0 0 0,0 1 0 0 0,0-1 0 0 0,1 1-1 0 0,-1 0 1 0 0,0-1 0 0 0,1 1 0 0 0,-1-1 0 0 0,1 1 0 0 0,-1-1 0 0 0,1 1-1 0 0,-1-1 1 0 0,1 0 0 0 0,-1 1 0 0 0,1-1 0 0 0,-1 1 0 0 0,1-1 0 0 0,0 0-1 0 0,-1 0 1 0 0,1 1 0 0 0,-1-1 0 0 0,1 0 0 0 0,0 0 0 0 0,-1 0 0 0 0,1 0-1 0 0,0 0 1 0 0,23 4 75 0 0,-23-4-77 0 0,60 3 57 0 0,-1-4 0 0 0,76-9 0 0 0,-53 3-407 0 0,206-22-4809 0 0,-205 19 278 0 0,-66 7 1338 0 0,-15 3 1000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2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43 1716 0 0,'-3'0'2960'0'0,"-20"-1"3147"0"0,0 0-973 0 0,20 1-3153 0 0,-11-1 1638 0 0,49-5-3368 0 0,0 1 0 0 0,59 0 0 0 0,-2 0-110 0 0,9-2 4313 0 0,-98 7-3774 0 0,43-3 1526 0 0,-38 1-3995 0 0,9-2-9782 0 0,-7 1 5041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0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225 120 520 0 0,'2'-5'1851'0'0,"17"-37"8777"0"0,4 7-4613 0 0,-20 31-5846 0 0,0 1-1 0 0,0 0 0 0 0,0 0 1 0 0,1 0-1 0 0,-1 1 0 0 0,1-1 1 0 0,0 1-1 0 0,-1 0 0 0 0,1 0 1 0 0,0 0-1 0 0,0 0 0 0 0,1 1 0 0 0,-1 0 1 0 0,0 0-1 0 0,0 0 0 0 0,1 0 1 0 0,7 0-1 0 0,-4 1-141 0 0,-1 0 0 0 0,0 1 0 0 0,0-1 1 0 0,1 2-1 0 0,-1-1 0 0 0,0 1 0 0 0,0 0 0 0 0,0 0 0 0 0,-1 1 0 0 0,1 0 0 0 0,-1 0 1 0 0,1 1-1 0 0,-1-1 0 0 0,0 1 0 0 0,0 1 0 0 0,-1-1 0 0 0,9 9 0 0 0,-10-9 78 0 0,0 1 0 0 0,0-1 0 0 0,-1 1 0 0 0,0 0 0 0 0,0 0 0 0 0,0 0 0 0 0,0 1 0 0 0,-1-1 0 0 0,0 0 0 0 0,0 1 0 0 0,0 0 0 0 0,-1-1 0 0 0,1 1 0 0 0,-2 0 0 0 0,1 0 0 0 0,-1 0 0 0 0,1 0 0 0 0,-2 0 0 0 0,1-1 0 0 0,-1 1 0 0 0,-2 11 0 0 0,-2-2 165 0 0,-1 1-1 0 0,-1-1 1 0 0,0 0 0 0 0,-2-1 0 0 0,1 1 0 0 0,-1-2 0 0 0,-1 1 0 0 0,-1-1 0 0 0,0-1 0 0 0,-24 22 0 0 0,-12 5 644 0 0,-81 51 1 0 0,126-89-898 0 0,-136 82 1610 0 0,71-43-988 0 0,67-40-632 0 0,-1 0 0 0 0,1 0 0 0 0,-1 0-1 0 0,1 1 1 0 0,0-1 0 0 0,-1 0 0 0 0,1 0 0 0 0,0 0 0 0 0,-1 1 0 0 0,1-1 0 0 0,0 0 0 0 0,-1 0-1 0 0,1 1 1 0 0,0-1 0 0 0,-1 0 0 0 0,1 1 0 0 0,0-1 0 0 0,0 0 0 0 0,-1 1 0 0 0,1-1 0 0 0,0 1-1 0 0,0-1 1 0 0,0 0 0 0 0,0 1 0 0 0,0-1 0 0 0,-1 0 0 0 0,1 1 0 0 0,0 0 0 0 0,11 3 67 0 0,24-4-48 0 0,-31 0-9 0 0,407-30-517 0 0,-110 5-1630 0 0,-280 24 1813 0 0,60-3-866 0 0,-27 3-2915 0 0,-52 1 2698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72 348 0 0,'-1'0'3982'0'0,"-14"2"2100"0"0,8-2-5600 0 0,-19 1 10044 0 0,23 0-9887 0 0,98-17 1982 0 0,-88 15-2802 0 0,96-17-947 0 0,-53 4-3139 0 0,-3-6-6278 0 0,-36 14 4390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50 704 0 0,'8'-23'13351'0'0,"-3"1"-6315"0"0,-3 18-5348 0 0,0 15-388 0 0,-13 166 3344 0 0,-13 3-3656 0 0,-3 22-2964 0 0,21-126-1894 0 0,4-27-3826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324 179 1160 0 0,'-64'-140'16840'0'0,"63"137"-16552"0"0,0 2 200 0 0,-15-21 6703 0 0,251 25-6892 0 0,155-17-171 0 0,-384 14-127 0 0,11-1-86 0 0,-1 0 1 0 0,20 3-1 0 0,-34-1 77 0 0,0-1 1 0 0,0 1-1 0 0,0-1 1 0 0,0 1-1 0 0,0 0 1 0 0,0 0-1 0 0,0 0 0 0 0,0 0 1 0 0,0 0-1 0 0,-1 0 1 0 0,1 1-1 0 0,0-1 0 0 0,-1 0 1 0 0,1 1-1 0 0,-1-1 1 0 0,1 1-1 0 0,-1 0 1 0 0,0 0-1 0 0,0-1 0 0 0,0 1 1 0 0,0 0-1 0 0,0 0 1 0 0,0 0-1 0 0,0 0 1 0 0,1 4-1 0 0,0 5-25 0 0,1 0 0 0 0,-1 0 1 0 0,1 18-1 0 0,-2-19 10 0 0,1 53-24 0 0,-2 0-1 0 0,-12 93 1 0 0,3-67 68 0 0,-48 516 83 0 0,-1-4 1015 0 0,30-112 1818 0 0,36 499 1 0 0,9-247-2938 0 0,-26-561 0 0 0,2-75 0 0 0,4-33 0 0 0,-3-1 0 0 0,-3 1 0 0 0,-22 83 0 0 0,29-150 0 0 0,0 1 0 0 0,0 0 0 0 0,0-1 0 0 0,-1 1 0 0 0,0-1 0 0 0,0 0 0 0 0,0 0 0 0 0,-1 0 0 0 0,1 0 0 0 0,-1-1 0 0 0,-1 1 0 0 0,1-1 0 0 0,0 0 0 0 0,-7 4 0 0 0,-2 0 0 0 0,-1-1 0 0 0,1 0 0 0 0,-2-1 0 0 0,-21 7 0 0 0,-274 67-4858 0 0,109-33 947 0 0,111-24-6908 0 0,45-14 44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8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95 2376 0 0,'0'0'261'0'0,"0"-1"0"0"0,0 1 0 0 0,1 0 0 0 0,-1-1 0 0 0,0 1 0 0 0,0 0 0 0 0,1-1 0 0 0,-1 1 0 0 0,0 0 0 0 0,1-1 0 0 0,-1 1-1 0 0,1 0 1 0 0,-1 0 0 0 0,0 0 0 0 0,1-1 0 0 0,-1 1 0 0 0,1 0 0 0 0,-1 0 0 0 0,0 0 0 0 0,1 0 0 0 0,-1 0 0 0 0,1 0 0 0 0,-1 0 0 0 0,1 0 0 0 0,-1 0 0 0 0,1 0 0 0 0,-1 0-1 0 0,0 0 1 0 0,1 0 0 0 0,-1 0 0 0 0,1 0 0 0 0,-1 0 0 0 0,0 0 0 0 0,1 1 0 0 0,1 15 2799 0 0,-13 25-1397 0 0,-72 211 2293 0 0,-55 150-2851 0 0,129-376-1015 0 0,-7 15 780 0 0,15-39-590 0 0,1-2-271 0 0,-1 0 0 0 0,1 0 0 0 0,0 0 0 0 0,-1-1 1 0 0,1 1-1 0 0,0 0 0 0 0,-1 0 0 0 0,1-1 0 0 0,0 1 1 0 0,-1 0-1 0 0,1-1 0 0 0,0 1 0 0 0,0 0 0 0 0,-1-1 1 0 0,1 1-1 0 0,0-1 0 0 0,0 1 0 0 0,0 0 0 0 0,-1-1 1 0 0,1 1-1 0 0,0-1 0 0 0,0 1 0 0 0,0-1 0 0 0,0 1 1 0 0,0 0-1 0 0,0-1 0 0 0,0 1 0 0 0,0-1 0 0 0,0 1 0 0 0,0-1 1 0 0,1-15 77 0 0,-1 15-94 0 0,6-34 4 0 0,1 0 0 0 0,2 0 0 0 0,20-52 0 0 0,-10 33-40 0 0,81-214-151 0 0,-73 209 143 0 0,2 2 0 0 0,52-78-1 0 0,-46 91-2 0 0,-32 40 41 0 0,0 1 0 0 0,1-1 0 0 0,-1 1-1 0 0,1 0 1 0 0,0 0 0 0 0,0 1 0 0 0,0-1 0 0 0,0 1 0 0 0,6-3 0 0 0,-8 5 19 0 0,-1 0 0 0 0,1-1 0 0 0,0 1 1 0 0,0 0-1 0 0,0 0 0 0 0,-1 0 0 0 0,1 0 0 0 0,0 0 0 0 0,0 0 0 0 0,-1 1 0 0 0,1-1 1 0 0,0 1-1 0 0,0-1 0 0 0,-1 1 0 0 0,1-1 0 0 0,-1 1 0 0 0,1 0 0 0 0,0 0 1 0 0,-1 0-1 0 0,0 0 0 0 0,1 0 0 0 0,-1 0 0 0 0,1 0 0 0 0,-1 1 0 0 0,0-1 0 0 0,0 0 1 0 0,0 1-1 0 0,0-1 0 0 0,0 1 0 0 0,0-1 0 0 0,0 1 0 0 0,0-1 0 0 0,0 4 0 0 0,4 5 226 0 0,-1 1-1 0 0,0 0 1 0 0,3 20-1 0 0,-6-27-142 0 0,10 64 826 0 0,-3 1-1 0 0,-1 116 0 0 0,-5-102-568 0 0,-7 122 341 0 0,1-47-2894 0 0,4-152 768 0 0,0 10 574 0 0,1-11-3203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80 153 3668 0 0,'-31'-9'6964'0'0,"22"7"-4730"0"0,1 0 0 0 0,0-1 0 0 0,-15-6 0 0 0,22 8-1974 0 0,5 1-58 0 0,66-9-336 0 0,114-31 0 0 0,-135 28-995 0 0,50-15-2302 0 0,-34 4-2642 0 0,-26 7-652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60 508 0 0,'6'-32'8628'0'0,"-2"8"-2138"0"0,-2 20-4094 0 0,-2 11-988 0 0,-10 158 782 0 0,0-1-2857 0 0,18-20-3739 0 0,8-49-4199 0 0,-8-68 3067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8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21 2600 0 0,'-4'8'15703'0'0,"-2"-6"-11673"0"0,22-4-3132 0 0,92-11-1718 0 0,-71 6-3109 0 0,-3-1-4552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33 2576 0 0,'-143'76'20423'0'0,"157"-72"-19975"0"0,0-4-392 0 0,1 0 0 0 0,-1-1 0 0 0,0-1 0 0 0,0 0 0 0 0,24-7 0 0 0,6-1-596 0 0,154-31-5180 0 0,-67 9-2612 0 0,-74 17 1545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3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69 3032 0 0,'-2'-31'10356'0'0,"-2"2"-4855"0"0,4 28-5423 0 0,0 0 513 0 0,-4-6 846 0 0,-2 34-384 0 0,-5 52 0 0 0,3-14-259 0 0,-81 290 374 0 0,57-244-1946 0 0,17-55-1008 0 0,-6 21-3263 0 0,4-29-3726 0 0,11-32 2504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0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85 1404 0 0,'-47'8'7762'0'0,"-58"1"-1"0"0,5-7-767 0 0,97-2-6759 0 0,3 0-227 0 0,0 0 0 0 0,1 0 0 0 0,-1 0 1 0 0,0-1-1 0 0,0 1 0 0 0,0 0 1 0 0,0 0-1 0 0,0 0 0 0 0,0 0 1 0 0,0 0-1 0 0,0-1 0 0 0,0 1 1 0 0,0 0-1 0 0,0 0 0 0 0,0 0 1 0 0,0 0-1 0 0,0 0 0 0 0,0-1 0 0 0,0 1 1 0 0,0 0-1 0 0,0 0 0 0 0,0 0 1 0 0,0 0-1 0 0,0 0 0 0 0,0-1 1 0 0,0 1-1 0 0,0 0 0 0 0,0 0 1 0 0,0 0-1 0 0,-1 0 0 0 0,1 0 1 0 0,0 0-1 0 0,0 0 0 0 0,0-1 0 0 0,0 1 1 0 0,0 0-1 0 0,0 0 0 0 0,0 0 1 0 0,-1 0-1 0 0,1 0 0 0 0,0 0 1 0 0,0 0-1 0 0,0 0 0 0 0,0 0 1 0 0,0 0-1 0 0,0 0 0 0 0,-1 0 1 0 0,1 0-1 0 0,0-1 0 0 0,0 1 0 0 0,0 0 1 0 0,0 0-1 0 0,0 0 0 0 0,-1 1 1 0 0,13-9 74 0 0,16-1-30 0 0,0 1 0 0 0,1 1 0 0 0,43-4 0 0 0,-22 4-31 0 0,312-37-542 0 0,-117 40-5976 0 0,-237 4 5711 0 0,-1 0-1 0 0,1 1 0 0 0,0 0 0 0 0,0 0 0 0 0,13 5 1 0 0,-2 7-6006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1 984 0 0,'-45'9'7552'0'0,"-88"8"0"0"0,69-11-2895 0 0,46-7-3507 0 0,15 0-756 0 0,1 0 16 0 0,2 1-403 0 0,0 0 1 0 0,0 0-1 0 0,-1 0 0 0 0,1 0 1 0 0,0 0-1 0 0,0 0 1 0 0,0 0-1 0 0,0 0 0 0 0,0 0 1 0 0,0 0-1 0 0,0 0 0 0 0,-1 0 1 0 0,1 0-1 0 0,0 0 0 0 0,0 0 1 0 0,0 0-1 0 0,0 0 0 0 0,0 0 1 0 0,0 0-1 0 0,0 0 1 0 0,0 0-1 0 0,-1 0 0 0 0,1 0 1 0 0,0 0-1 0 0,0 0 0 0 0,0 0 1 0 0,0 0-1 0 0,0 0 0 0 0,0 0 1 0 0,0-1-1 0 0,0 1 1 0 0,0 0-1 0 0,0 0 0 0 0,0 0 1 0 0,-1 0-1 0 0,1 0 0 0 0,0 0 1 0 0,0 0-1 0 0,0 0 0 0 0,0-1 1 0 0,0 1-1 0 0,0 0 1 0 0,0 0-1 0 0,0 0 0 0 0,0 0 1 0 0,0 0-1 0 0,0 0 0 0 0,0 0 1 0 0,0 0-1 0 0,0-1 0 0 0,0 1 1 0 0,0 0-1 0 0,0 0 0 0 0,0 0 1 0 0,0 0-1 0 0,0 0 1 0 0,0 0-1 0 0,1 0 0 0 0,-1 0 1 0 0,0-1-1 0 0,0 1 0 0 0,0 0 1 0 0,15-1 40 0 0,1 1-1 0 0,-1 1 1 0 0,1 0 0 0 0,-1 1 0 0 0,25 7 0 0 0,-30-7-42 0 0,0 1 0 0 0,0 1 0 0 0,0 0 0 0 0,-1 0 0 0 0,0 1 0 0 0,0 0 0 0 0,0 0 0 0 0,0 1 0 0 0,12 12-1 0 0,-19-16 8 0 0,0 0-1 0 0,0 0 0 0 0,0 0 0 0 0,-1 1 0 0 0,1-1 0 0 0,-1 0 0 0 0,1 1 0 0 0,-1-1 0 0 0,0 1 0 0 0,0-1 0 0 0,0 1 0 0 0,-1 0 0 0 0,1 0 0 0 0,-1-1 0 0 0,1 1 0 0 0,-1 4 0 0 0,0-2 16 0 0,0 0 1 0 0,-1-1-1 0 0,0 1 0 0 0,0 0 1 0 0,0-1-1 0 0,-1 1 0 0 0,0-1 1 0 0,-3 9-1 0 0,-4 1 30 0 0,0 0 1 0 0,-1 0-1 0 0,-1-1 1 0 0,-14 15-1 0 0,-89 75 455 0 0,113-102-483 0 0,3 0-32 0 0,7 3 7 0 0,0-2 1 0 0,0 1 0 0 0,1-1 0 0 0,16 1-1 0 0,-12-1-1 0 0,0 0 0 0 0,16 5 0 0 0,-17-3 73 0 0,-1 0 0 0 0,1 1 0 0 0,-1 0 0 0 0,-1 1 0 0 0,1 1 0 0 0,-1 0 0 0 0,0 0 0 0 0,0 1 0 0 0,-1 0 0 0 0,0 1 0 0 0,-1 0 0 0 0,14 17 0 0 0,-21-23-2 0 0,1 1 1 0 0,-1 0-1 0 0,0 0 0 0 0,0 0 0 0 0,0 0 1 0 0,-1 0-1 0 0,1 1 0 0 0,-1-1 0 0 0,0 0 1 0 0,0 1-1 0 0,-1-1 0 0 0,1 1 0 0 0,-1-1 1 0 0,0 0-1 0 0,-1 9 0 0 0,0-8 140 0 0,0 1 0 0 0,-1 0 0 0 0,0-1 1 0 0,0 1-1 0 0,-1-1 0 0 0,1 0 0 0 0,-1 0 0 0 0,0 0 0 0 0,0 0 0 0 0,-8 8 1 0 0,2-4 88 0 0,0 0 1 0 0,-1 0 0 0 0,0-1 0 0 0,0-1 0 0 0,-1 0 0 0 0,0 0 0 0 0,0-1-1 0 0,-1 0 1 0 0,1-1 0 0 0,-16 4 0 0 0,8-4-512 0 0,0-1-1 0 0,0-1 1 0 0,-1-1 0 0 0,1 0-1 0 0,-1-2 1 0 0,1 0 0 0 0,0-1-1 0 0,-1-1 1 0 0,1-1 0 0 0,0 0 0 0 0,0-2-1 0 0,0 0 1 0 0,1-1 0 0 0,-1-1-1 0 0,2-1 1 0 0,-18-9 0 0 0,27 12-618 0 0,1 0 1 0 0,0 0 0 0 0,0 0-1 0 0,1-1 1 0 0,-1 0 0 0 0,1-1 0 0 0,1 1-1 0 0,-8-11 1 0 0,10 12-394 0 0,0 0 0 0 0,0 0-1 0 0,1-1 1 0 0,0 1 0 0 0,0-1 0 0 0,0 0 0 0 0,1 1 0 0 0,-2-8-1 0 0,1-14-7237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1043 43 284 0 0,'0'-1'6625'0'0,"-1"-10"914"0"0,-12-6-1260 0 0,11 16-5922 0 0,0-1-1 0 0,-1 0 1 0 0,1 1 0 0 0,-1-1-1 0 0,0 1 1 0 0,1 0 0 0 0,-1 0-1 0 0,-5-1 1 0 0,6 1-122 0 0,-1 1-83 0 0,-8 1-123 0 0,0 0 1 0 0,1 1-1 0 0,-1 1 1 0 0,1-1-1 0 0,-1 1 1 0 0,1 1-1 0 0,0 0 1 0 0,0 1-1 0 0,0 0 1 0 0,1 0 0 0 0,0 1-1 0 0,0 0 1 0 0,0 0-1 0 0,1 1 1 0 0,0 1-1 0 0,-9 9 1 0 0,1 0-9 0 0,2 1 0 0 0,0 0 0 0 0,1 1 0 0 0,0 0 0 0 0,2 1 0 0 0,-17 39 0 0 0,6 3 667 0 0,-23 103 1 0 0,1 69-3 0 0,16-77-293 0 0,-5 14 3 0 0,-53 260 378 0 0,-189 1062 964 0 0,245-1315-1648 0 0,-110 765 640 0 0,136-916-689 0 0,2-16 0 0 0,0 1 0 0 0,1-1 0 0 0,0 1 0 0 0,1-1 0 0 0,0 1 0 0 0,1-1 0 0 0,2 14 0 0 0,-2-23-41 0 0,0-1 0 0 0,0 1 0 0 0,0 0 0 0 0,0 0 0 0 0,0-1 0 0 0,0 1-1 0 0,1-1 1 0 0,-1 1 0 0 0,1-1 0 0 0,-1 0 0 0 0,1 0 0 0 0,-1 1 0 0 0,1-1 0 0 0,0 0-1 0 0,-1 0 1 0 0,1 0 0 0 0,0-1 0 0 0,0 1 0 0 0,0 0 0 0 0,0-1 0 0 0,-1 1 0 0 0,1-1-1 0 0,0 0 1 0 0,0 1 0 0 0,0-1 0 0 0,0 0 0 0 0,4-1 0 0 0,7 1-264 0 0,1-1 0 0 0,25-5 0 0 0,-29 5 59 0 0,300-71-6781 0 0,-110-1-4505 0 0,-127 40 1846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63 147 2376 0 0,'21'-54'7290'0'0,"-13"33"-3802"0"0,0 1-1 0 0,14-25 1 0 0,-21 44-3232 0 0,1-5 238 0 0,-1 8-368 0 0,-2 7-81 0 0,-28 181 1284 0 0,-10 57-941 0 0,38-247-390 0 0,-31 159-2770 0 0,12-53-8159 0 0,17-82 4273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2392 0 0,'-80'23'14023'0'0,"42"-13"-10710"0"0,36-9-3031 0 0,-5 0 1267 0 0,14 0-1191 0 0,20-1-173 0 0,27-8-43 0 0,0 3 0 0 0,0 2 0 0 0,0 2 1 0 0,108 13-1 0 0,-159-12-144 0 0,0 1 0 0 0,0-1 0 0 0,0 1 1 0 0,0 0-1 0 0,-1 0 0 0 0,1 0 0 0 0,0 0 0 0 0,0 1 1 0 0,0-1-1 0 0,-1 1 0 0 0,1-1 0 0 0,-1 1 1 0 0,1 0-1 0 0,-1 0 0 0 0,0 0 0 0 0,0 0 0 0 0,2 3 1 0 0,-3-3 3 0 0,0 0 0 0 0,0 1 0 0 0,0-1 0 0 0,0 0 0 0 0,-1 0 0 0 0,1 1 0 0 0,-1-1 0 0 0,1 0 0 0 0,-1 0 0 0 0,0 1 0 0 0,0-1 0 0 0,0 0 0 0 0,0 1 0 0 0,0-1 1 0 0,-1 0-1 0 0,1 1 0 0 0,-1-1 0 0 0,0 0 0 0 0,1 0 0 0 0,-1 0 0 0 0,0 1 0 0 0,0-1 0 0 0,-2 2 0 0 0,-8 16 3 0 0,-2-1 1 0 0,0 0-1 0 0,-1-1 0 0 0,-19 19 0 0 0,-71 62-2 0 0,22-23 518 0 0,48-44 119 0 0,33-30-504 0 0,6-1-110 0 0,-1 0 1 0 0,1 0 0 0 0,0-1-1 0 0,0 0 1 0 0,7 0 0 0 0,130-12 235 0 0,-51 2-196 0 0,41 3-1023 0 0,-90 8-2435 0 0,-1 2-4007 0 0,-35-3 3182 0 0,9 3-2058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3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2504 0 0,'-41'20'8796'0'0,"-2"-2"1"0"0,-59 17-1 0 0,124-39-8542 0 0,1 2 1 0 0,0 0 0 0 0,-1 1-1 0 0,1 2 1 0 0,26 3 0 0 0,-36-3-250 0 0,1 1-1 0 0,-1 0 1 0 0,0 1 0 0 0,0 1 0 0 0,0 0-1 0 0,0 0 1 0 0,-1 1 0 0 0,17 10 0 0 0,-25-13-1 0 0,0 0 1 0 0,-1 0-1 0 0,1 1 1 0 0,-1 0-1 0 0,0 0 1 0 0,0 0 0 0 0,0 0-1 0 0,0 0 1 0 0,0 1-1 0 0,-1-1 1 0 0,0 1-1 0 0,1 0 1 0 0,-1 0-1 0 0,-1-1 1 0 0,1 1 0 0 0,0 1-1 0 0,-1-1 1 0 0,0 0-1 0 0,0 0 1 0 0,0 0-1 0 0,-1 1 1 0 0,1-1-1 0 0,-1 0 1 0 0,0 1-1 0 0,0-1 1 0 0,-1 0 0 0 0,1 1-1 0 0,-1-1 1 0 0,0 0-1 0 0,-1 4 1 0 0,-3 7 84 0 0,-1 0 0 0 0,0 0 0 0 0,-1-1 1 0 0,0 0-1 0 0,-1-1 0 0 0,-1 0 0 0 0,0 0 0 0 0,-17 18 0 0 0,-12 8 501 0 0,-48 39 0 0 0,33-32-410 0 0,27-26-180 0 0,26-20 0 0 0,0 0 0 0 0,1 0 0 0 0,-1 0 0 0 0,0 0 0 0 0,0 0 0 0 0,0 0 0 0 0,0 0 0 0 0,0 0 0 0 0,1 0 0 0 0,-1 0 0 0 0,0 0 0 0 0,0 0 0 0 0,0 0 0 0 0,0 0 0 0 0,0 0 0 0 0,1 0 0 0 0,-1 0 0 0 0,0 0 0 0 0,0 1 0 0 0,0-1 0 0 0,0 0 0 0 0,0 0 0 0 0,0 0 0 0 0,0 0 0 0 0,0 0 0 0 0,1 0 0 0 0,-1 0 0 0 0,0 0 0 0 0,0 1 0 0 0,0-1 0 0 0,0 0 0 0 0,0 0 0 0 0,0 0 0 0 0,0 0 0 0 0,0 0 0 0 0,0 1 0 0 0,0-1 0 0 0,0 0 0 0 0,0 0 0 0 0,0 0 0 0 0,0 0 0 0 0,0 0 0 0 0,0 0 0 0 0,0 1 0 0 0,0-1 0 0 0,0 0 0 0 0,0 0 0 0 0,0 0 0 0 0,0 0 0 0 0,0 0 0 0 0,0 1 0 0 0,0-1 0 0 0,0 0 0 0 0,0 0 0 0 0,-1 0 0 0 0,1 0 0 0 0,0 0 0 0 0,0 0 0 0 0,0 0 0 0 0,0 1 0 0 0,0-1 0 0 0,0 0 0 0 0,0 0 0 0 0,-1 0 0 0 0,12 0 0 0 0,-11 0 0 0 0,123-31 0 0 0,-36 8 0 0 0,603-114-3590 0 0,-661 132 3000 0 0,114-22-2448 0 0,-115 20 851 0 0,0-1-1 0 0,51-23 1 0 0,-49 13-1649 0 0,-14 2-1785 0 0,-7 5-1505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3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2868 0 0,'5'-6'5136'0'0,"8"-5"5492"0"0,-13 11-10557 0 0,1 0 1 0 0,-1 0 0 0 0,0 0 0 0 0,1 0 0 0 0,-1 0-1 0 0,1 0 1 0 0,-1 0 0 0 0,0 0 0 0 0,1 1 0 0 0,-1-1-1 0 0,0 0 1 0 0,1 0 0 0 0,-1 0 0 0 0,0 0 0 0 0,1 1-1 0 0,-1-1 1 0 0,0 0 0 0 0,1 0 0 0 0,-1 1 0 0 0,0-1-1 0 0,1 0 1 0 0,-1 1 0 0 0,0-1 0 0 0,0 0 0 0 0,0 1-1 0 0,1-1 1 0 0,-1 0 0 0 0,0 1 0 0 0,0-1 0 0 0,0 0-1 0 0,0 1 1 0 0,0-1 0 0 0,0 1 0 0 0,1-1 0 0 0,-1 0-1 0 0,0 1 1 0 0,0-1 0 0 0,0 0 0 0 0,0 1 0 0 0,0-1-1 0 0,-1 1 1 0 0,6 25 707 0 0,-1-1-1 0 0,-2 1 0 0 0,-1 28 0 0 0,-7 81 135 0 0,0-41-501 0 0,-6 75-1247 0 0,12-165-1019 0 0,1 0 3448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1380 0 0,'0'0'16167'0'0,"5"-9"-14742"0"0,10 0-1039 0 0,1 0-1 0 0,0 1 1 0 0,0 1-1 0 0,1 0 1 0 0,0 2 0 0 0,0 0-1 0 0,25-4 1 0 0,-36 8-392 0 0,0 0 0 0 0,0 1 0 0 0,0 0 0 0 0,0 0 0 0 0,-1 0 0 0 0,1 1 0 0 0,0 0 0 0 0,0 0 0 0 0,-1 0 0 0 0,1 1 0 0 0,0 0 0 0 0,-1 0 0 0 0,0 0 0 0 0,1 1 0 0 0,-1-1 0 0 0,0 1 0 0 0,0 1 0 0 0,-1-1 0 0 0,1 1 0 0 0,-1 0 0 0 0,1 0 0 0 0,-1 0 0 0 0,0 0 0 0 0,-1 1 0 0 0,1 0 0 0 0,3 6 0 0 0,-1 0 12 0 0,-1 1 0 0 0,-1-1 0 0 0,1 1 0 0 0,-2 0-1 0 0,0 0 1 0 0,0 0 0 0 0,-1 0 0 0 0,-1 0 0 0 0,0 1-1 0 0,0-1 1 0 0,-1 1 0 0 0,-1-1 0 0 0,-3 20 0 0 0,-1-4 26 0 0,-2-2 0 0 0,0 1-1 0 0,-2-1 1 0 0,-1 0 0 0 0,-14 26 0 0 0,6-19 682 0 0,-43 56 0 0 0,37-57 726 0 0,-7 0 766 0 0,30-31-1744 0 0,-10 12 1646 0 0,227-65-2126 0 0,-164 40 26 0 0,-4 0 30 0 0,65-6 1 0 0,-104 17-412 0 0,-7 0 110 0 0,1 0 1 0 0,-1 1 0 0 0,1-1-1 0 0,-1 1 1 0 0,1 0-1 0 0,-1 0 1 0 0,1 0 0 0 0,-1 0-1 0 0,1 0 1 0 0,-1 0-1 0 0,1 1 1 0 0,-1-1-1 0 0,0 1 1 0 0,4 1 0 0 0,-19 24-16745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24 160 2440 0 0,'4'-16'5749'0'0,"12"-49"5259"0"0,-4 22-3445 0 0,-12 41-6676 0 0,4-28 4233 0 0,-5 27-5120 0 0,-2 8 0 0 0,0 12 0 0 0,-25 212-735 0 0,12-111 23 0 0,12-96-1607 0 0,0 8-3287 0 0,3-7-6509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7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3168 0 0,'-59'47'10925'0'0,"14"-10"-4403"0"0,44-36-6106 0 0,-2 2 31 0 0,2-3-389 0 0,1 0-1 0 0,0 0 0 0 0,0 0 1 0 0,0 0-1 0 0,-1 0 0 0 0,1 0 1 0 0,0 0-1 0 0,0 0 0 0 0,0 0 1 0 0,-1 1-1 0 0,1-1 0 0 0,0 0 1 0 0,0 0-1 0 0,0 0 0 0 0,0 0 1 0 0,0 0-1 0 0,-1 1 0 0 0,1-1 1 0 0,0 0-1 0 0,0 0 0 0 0,0 0 1 0 0,0 0-1 0 0,0 1 0 0 0,0-1 1 0 0,0 0-1 0 0,-1 0 0 0 0,1 0 1 0 0,0 1-1 0 0,0-1 0 0 0,0 0 1 0 0,0 0-1 0 0,0 0 0 0 0,0 1 1 0 0,0-1-1 0 0,0 0 0 0 0,0 0 0 0 0,0 0 1 0 0,0 1-1 0 0,1 0 21 0 0,0 0 1 0 0,0 0-1 0 0,-1 0 0 0 0,1 0 0 0 0,0-1 1 0 0,0 1-1 0 0,0 0 0 0 0,0 0 0 0 0,0-1 0 0 0,0 1 1 0 0,0-1-1 0 0,0 1 0 0 0,1-1 0 0 0,-1 1 1 0 0,0-1-1 0 0,0 0 0 0 0,0 1 0 0 0,1-1 0 0 0,-1 0 1 0 0,0 0-1 0 0,0 0 0 0 0,2 0 0 0 0,37-1 578 0 0,-25-1-519 0 0,144-21 1014 0 0,-107 14-3522 0 0,-3 1-4739 0 0,-40 6 3910 0 0,-6 0 1369 0 0,2 0-2341 0 0,8-2-2197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62 1080 0 0,'0'-2'7006'0'0,"0"-12"-942"0"0,0 12-5580 0 0,0 0 0 0 0,1 0 0 0 0,-1 0 0 0 0,0 1 0 0 0,0-1 0 0 0,1 0 0 0 0,-1 0 0 0 0,1 0 0 0 0,0 0 0 0 0,0 1 0 0 0,-1-1 0 0 0,3-2 0 0 0,-2 3-314 0 0,0 0-1 0 0,0-1 0 0 0,0 1 1 0 0,0 0-1 0 0,1 0 0 0 0,-1 0 1 0 0,0 0-1 0 0,1 0 0 0 0,-1 0 1 0 0,1 0-1 0 0,2-1 1 0 0,0 1-103 0 0,1 0 1 0 0,-1 0-1 0 0,1 0 1 0 0,0 0-1 0 0,-1 1 1 0 0,1 0 0 0 0,0 0-1 0 0,8 1 1 0 0,-11 0-58 0 0,1-1 0 0 0,-1 1 0 0 0,1 0-1 0 0,-1 0 1 0 0,0 0 0 0 0,0 0 0 0 0,1 0 0 0 0,-1 1 0 0 0,0-1 0 0 0,0 1 0 0 0,0-1 0 0 0,0 1 0 0 0,0 0 0 0 0,-1 0 0 0 0,1 0 0 0 0,-1 0-1 0 0,1 0 1 0 0,1 2 0 0 0,0 2 23 0 0,0-1 0 0 0,0 1 0 0 0,-1 0 0 0 0,1 0 0 0 0,1 9 0 0 0,-2-5 98 0 0,-1-1 0 0 0,0 1 0 0 0,0 0-1 0 0,-1 0 1 0 0,0 0 0 0 0,-1-1-1 0 0,0 1 1 0 0,-1 0 0 0 0,0-1-1 0 0,0 1 1 0 0,-1-1 0 0 0,0 1-1 0 0,-1-1 1 0 0,-6 10 0 0 0,-7 12 705 0 0,-2-1 0 0 0,-36 44 0 0 0,20-29 229 0 0,-2-2-114 0 0,26-30-650 0 0,-1 0 0 0 0,-12 20 0 0 0,24-32-296 0 0,0-1 1 0 0,0 0-1 0 0,0 1 0 0 0,-1-1 1 0 0,1 1-1 0 0,0-1 1 0 0,0 0-1 0 0,0 1 0 0 0,0-1 1 0 0,0 1-1 0 0,0-1 1 0 0,0 0-1 0 0,0 1 0 0 0,0-1 1 0 0,0 1-1 0 0,0-1 1 0 0,0 0-1 0 0,0 1 0 0 0,1-1 1 0 0,-1 1-1 0 0,0-1 1 0 0,0 0-1 0 0,0 1 0 0 0,0-1 1 0 0,1 0-1 0 0,-1 1 1 0 0,0-1-1 0 0,1 0 0 0 0,-1 1 1 0 0,0-1-1 0 0,0 0 1 0 0,1 0-1 0 0,-1 1 0 0 0,0-1 1 0 0,1 0-1 0 0,-1 0 1 0 0,0 0-1 0 0,1 1 0 0 0,-1-1 1 0 0,1 0-1 0 0,-1 0 1 0 0,0 0-1 0 0,1 0 0 0 0,-1 0 1 0 0,1 0-1 0 0,20 5 79 0 0,-20-5-79 0 0,27 1-248 0 0,0-2 1 0 0,-1 0 0 0 0,55-11 0 0 0,-30 5-559 0 0,-13 2-188 0 0,71-12-969 0 0,-98 15 851 0 0,0-1-1 0 0,0-1 1 0 0,0 0 0 0 0,-1-1-1 0 0,0 0 1 0 0,19-12-1 0 0,-27 15-285 0 0,0-1-1 0 0,0 1 1 0 0,0-1 0 0 0,-1 1-1 0 0,1-1 1 0 0,4-6-1 0 0,-2-1-5173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56 181 2820 0 0,'-3'-2'2839'0'0,"-42"-28"12173"0"0,43 29-13930 0 0,0 0-585 0 0,2 1-471 0 0,0 0 1 0 0,0 0-1 0 0,0 0 1 0 0,-1 0-1 0 0,1 0 1 0 0,0 0-1 0 0,0 0 1 0 0,0 0-1 0 0,0 0 1 0 0,-1 0-1 0 0,1 0 1 0 0,0-1-1 0 0,0 1 1 0 0,0 0-1 0 0,0 0 1 0 0,-1 0-1 0 0,1 0 1 0 0,0 0-1 0 0,0 0 1 0 0,0 0-1 0 0,0-1 1 0 0,0 1-1 0 0,0 0 1 0 0,0 0-1 0 0,-1 0 1 0 0,1 0-1 0 0,0 0 1 0 0,0-1-1 0 0,0 1 1 0 0,0 0-1 0 0,0 0 1 0 0,0 0-1 0 0,0 0 1 0 0,0-1-1 0 0,0 1 1 0 0,0 0-1 0 0,0 0 1 0 0,0 0-1 0 0,0-1 1 0 0,0 1-1 0 0,0 0 1 0 0,12-6 123 0 0,1 1 0 0 0,0 1 0 0 0,-1 0 0 0 0,1 1 0 0 0,1 0 0 0 0,19-1 0 0 0,4-2-31 0 0,338-71 364 0 0,-329 65-193 0 0,-16 3 1225 0 0,-9 4-3772 0 0,-4 3-3249 0 0,-1 1-4481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3096 0 0,'13'-20'5648'0'0,"-6"8"-2689"0"0,1 1 1 0 0,17-20-1 0 0,-22 27-2791 0 0,0 1 0 0 0,1 0 0 0 0,0 0 0 0 0,-1 1 0 0 0,1-1 0 0 0,0 1 0 0 0,0 0 0 0 0,0 0 0 0 0,1 0-1 0 0,-1 0 1 0 0,0 1 0 0 0,9-2 0 0 0,2 1-62 0 0,0 0 0 0 0,0 1 0 0 0,0 1 0 0 0,0 1 0 0 0,0 0 0 0 0,0 0 0 0 0,24 7 0 0 0,-33-6-96 0 0,1-1 0 0 0,-1 1 0 0 0,0 0-1 0 0,0 1 1 0 0,-1 0 0 0 0,1 0-1 0 0,0 0 1 0 0,-1 0 0 0 0,0 1-1 0 0,0 0 1 0 0,0 0 0 0 0,0 1-1 0 0,-1-1 1 0 0,1 1 0 0 0,-1 0-1 0 0,0 0 1 0 0,-1 0 0 0 0,1 1-1 0 0,-1-1 1 0 0,4 10 0 0 0,-6-10 9 0 0,0 0 1 0 0,0 0-1 0 0,-1 0 1 0 0,1 0-1 0 0,-1 1 1 0 0,0-1-1 0 0,0 0 1 0 0,-1 0-1 0 0,0 0 1 0 0,0 0 0 0 0,0 0-1 0 0,0 0 1 0 0,-1 0-1 0 0,0 0 1 0 0,0 0-1 0 0,-4 6 1 0 0,-5 9 103 0 0,-1-1 1 0 0,-21 26-1 0 0,25-34-59 0 0,-39 44 499 0 0,-78 72 0 0 0,60-64 741 0 0,63-61-1085 0 0,2-2-199 0 0,0 0 1 0 0,0 1-1 0 0,0-1 1 0 0,0 0-1 0 0,0 1 1 0 0,0-1 0 0 0,0 1-1 0 0,0-1 1 0 0,0 0-1 0 0,0 1 1 0 0,0-1 0 0 0,0 1-1 0 0,0-1 1 0 0,1 0-1 0 0,-1 1 1 0 0,0-1-1 0 0,0 0 1 0 0,0 1 0 0 0,0-1-1 0 0,1 0 1 0 0,-1 1-1 0 0,0-1 1 0 0,0 0 0 0 0,1 0-1 0 0,-1 1 1 0 0,0-1-1 0 0,1 0 1 0 0,-1 0-1 0 0,0 1 1 0 0,1-1 0 0 0,37 1 186 0 0,-1-2 0 0 0,54-7 1 0 0,23-1-334 0 0,-91 8-258 0 0,172 5-2635 0 0,-169-1 775 0 0,43 11 0 0 0,-51-9-10 0 0,-1 1 0 0 0,0 0 0 0 0,21 12 0 0 0,-19-7-3841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13 3032 0 0,'-30'7'3897'0'0,"13"-3"-763"0"0,0 0 0 0 0,0-1 0 0 0,-22 1 1 0 0,38-4-3075 0 0,1 0-1 0 0,0 0 1 0 0,-1 0 0 0 0,1 0 0 0 0,0 1-1 0 0,-1-1 1 0 0,1 0 0 0 0,0 0 0 0 0,-1 0 0 0 0,1 0-1 0 0,0 0 1 0 0,-1 0 0 0 0,1 0 0 0 0,-1 0 0 0 0,1 0-1 0 0,0-1 1 0 0,-1 1 0 0 0,1 0 0 0 0,0 0-1 0 0,-1 0 1 0 0,1 0 0 0 0,0 0 0 0 0,-1-1 0 0 0,1 1-1 0 0,0 0 1 0 0,-1 0 0 0 0,1 0 0 0 0,0-1 0 0 0,0 1-1 0 0,-1 0 1 0 0,1-1 0 0 0,0 1 0 0 0,10-8 579 0 0,24-5-434 0 0,-21 10-200 0 0,1 0-1 0 0,0 1 0 0 0,-1 0 1 0 0,1 1-1 0 0,0 1 1 0 0,0 0-1 0 0,0 1 0 0 0,0 1 1 0 0,0 0-1 0 0,0 0 0 0 0,-1 2 1 0 0,22 7-1 0 0,-33-10 0 0 0,-1-1 0 0 0,1 1 0 0 0,0 0 1 0 0,-1 0-1 0 0,1 0 0 0 0,-1 0 0 0 0,1 0 0 0 0,-1 1 0 0 0,1-1 0 0 0,-1 0 0 0 0,0 1 1 0 0,1-1-1 0 0,-1 1 0 0 0,0-1 0 0 0,0 1 0 0 0,0 0 0 0 0,-1-1 0 0 0,1 1 0 0 0,0 0 1 0 0,0 2-1 0 0,0-1 18 0 0,-1 0 0 0 0,0 0 0 0 0,0 0-1 0 0,0 0 1 0 0,-1 0 0 0 0,1-1 0 0 0,-1 1 0 0 0,1 0 0 0 0,-1 0 0 0 0,0 0 0 0 0,0-1 0 0 0,-2 4 0 0 0,-4 7 171 0 0,-1 0 1 0 0,-1 0-1 0 0,0-1 0 0 0,-12 13 0 0 0,13-16 13 0 0,-78 82 2097 0 0,72-77-1731 0 0,8-8-228 0 0,-8 8 815 0 0,14-8-683 0 0,9-4-271 0 0,4-3-117 0 0,-1 0 0 0 0,24-6 0 0 0,-1 0-44 0 0,134-22-782 0 0,114-15-4767 0 0,-94 29-7425 0 0,-150 15 5256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9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5 1272 0 0,'-104'64'18893'0'0,"100"-62"-17996"0"0,-14 10 1943 0 0,17-12-2764 0 0,1 0 1 0 0,0 0-1 0 0,-1 1 0 0 0,1-1 1 0 0,0 0-1 0 0,0 1 0 0 0,-1-1 1 0 0,1 0-1 0 0,0 0 0 0 0,0 1 0 0 0,0-1 1 0 0,0 0-1 0 0,-1 1 0 0 0,1-1 1 0 0,0 0-1 0 0,0 1 0 0 0,0-1 1 0 0,0 1-1 0 0,0-1 0 0 0,0 0 1 0 0,0 1-1 0 0,0-1 0 0 0,0 0 1 0 0,0 1-1 0 0,0-1 0 0 0,0 1 0 0 0,0-1 1 0 0,0 0-1 0 0,0 1 0 0 0,0-1 1 0 0,1 0-1 0 0,-1 1 0 0 0,0-1 1 0 0,0 0-1 0 0,0 1 0 0 0,1-1 1 0 0,-1 0-1 0 0,1 1-55 0 0,0-1 1 0 0,0 1-1 0 0,0-1 0 0 0,0 0 1 0 0,0 1-1 0 0,0-1 1 0 0,0 0-1 0 0,0 0 1 0 0,0 0-1 0 0,0 0 0 0 0,0 0 1 0 0,0 0-1 0 0,0 0 1 0 0,0 0-1 0 0,0 0 0 0 0,1-1 1 0 0,34 0-169 0 0,-1-1-1 0 0,1-2 1 0 0,51-12 0 0 0,35-23-7151 0 0,-89 24 2832 0 0,-14 5-813 0 0,0 0-1851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4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40 3108 0 0,'2'-2'3387'0'0,"22"-35"14369"0"0,-23 38-17538 0 0,0 1 1 0 0,0-1-1 0 0,0 1 1 0 0,-1 0-1 0 0,1 0 1 0 0,0-1-1 0 0,-1 1 1 0 0,1 0-1 0 0,-1 0 1 0 0,1 0-1 0 0,-1 0 1 0 0,0 0-1 0 0,0 0 1 0 0,0-1-1 0 0,0 1 1 0 0,0 3-1 0 0,-7 34 4175 0 0,5-29-3984 0 0,-80 293-409 0 0,19-91 0 0 0,61-204-336 0 0,1 0-1 0 0,-1-1 1 0 0,1 1 0 0 0,0 0-1 0 0,1 15 1 0 0,0-23 135 0 0,0 1 0 0 0,0 0 0 0 0,0-1 1 0 0,0 1-1 0 0,1-1 0 0 0,-1 1 0 0 0,0-1 0 0 0,0 1 1 0 0,1 0-1 0 0,-1-1 0 0 0,0 1 0 0 0,1-1 0 0 0,-1 1 1 0 0,0-1-1 0 0,1 0 0 0 0,-1 1 0 0 0,1-1 0 0 0,-1 1 1 0 0,1-1-1 0 0,-1 0 0 0 0,1 1 0 0 0,-1-1 0 0 0,1 0 1 0 0,-1 1-1 0 0,1-1 0 0 0,0 0 0 0 0,-1 0 0 0 0,1 0 0 0 0,-1 0 1 0 0,1 1-1 0 0,0-1 0 0 0,-1 0 0 0 0,1 0 0 0 0,-1 0 1 0 0,1 0-1 0 0,0 0 0 0 0,-1-1 0 0 0,2 1 0 0 0,0 0-772 0 0,0-1-1 0 0,0 1 1 0 0,0-1-1 0 0,0 0 1 0 0,1 0 0 0 0,-1 0-1 0 0,0 0 1 0 0,-1 0-1 0 0,4-2 1 0 0,10-11-9806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0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76 1680 0 0,'-6'-9'4192'0'0,"-1"1"0"0"0,0 0-1 0 0,-13-11 1 0 0,4 5-352 0 0,14 12-3240 0 0,2 2-523 0 0,0 0 0 0 0,-1 0-1 0 0,1 0 1 0 0,0 0 0 0 0,0-1-1 0 0,-1 1 1 0 0,1 0 0 0 0,0 0-1 0 0,0-1 1 0 0,-1 1 0 0 0,1 0 0 0 0,0-1-1 0 0,0 1 1 0 0,0 0 0 0 0,-1-1-1 0 0,1 1 1 0 0,0 0 0 0 0,0-1-1 0 0,0 1 1 0 0,0 0 0 0 0,0-1-1 0 0,0 1 1 0 0,0 0 0 0 0,0-1-1 0 0,0 1 1 0 0,0 0 0 0 0,0-1-1 0 0,0 0 1 0 0,10-1 62 0 0,1 0-1 0 0,-1 1 1 0 0,0 0 0 0 0,1 1 0 0 0,-1 0 0 0 0,16 2-1 0 0,3 0 4 0 0,66 0 153 0 0,282 18 40 0 0,-374-19-327 0 0,0 0 1 0 0,1 0-1 0 0,-1 0 0 0 0,0 1 0 0 0,0-1 0 0 0,0 1 0 0 0,0-1 0 0 0,0 1 0 0 0,0 0 0 0 0,-1 0 0 0 0,1 1 0 0 0,-1-1 0 0 0,1 0 0 0 0,-1 1 0 0 0,0 0 0 0 0,0-1 0 0 0,0 1 0 0 0,0 0 0 0 0,0 0 0 0 0,-1 0 0 0 0,0 0 0 0 0,1 0 0 0 0,-1 0 0 0 0,1 5 0 0 0,3 8 241 0 0,-1 2 0 0 0,-1-1 0 0 0,2 22-1 0 0,-4-33-162 0 0,4 63 531 0 0,-2 1-1 0 0,-9 85 1 0 0,-28 137 749 0 0,-99 433-532 0 0,10-68-253 0 0,85-369-581 0 0,13 2 0 0 0,13 0 0 0 0,26 302 0 0 0,-8-506 0 0 0,13 391 0 0 0,-19-463 0 0 0,-1 0 0 0 0,-1-1 0 0 0,0 1 0 0 0,-1-1 0 0 0,-1 1 0 0 0,0-1 0 0 0,0 0 0 0 0,-1-1 0 0 0,-1 1 0 0 0,0-1 0 0 0,-1 0 0 0 0,-1 0 0 0 0,1-1 0 0 0,-2 0 0 0 0,1 0 0 0 0,-2-1 0 0 0,1 0 0 0 0,-1-1 0 0 0,-1 0 0 0 0,0 0 0 0 0,-21 12 0 0 0,-6 0-409 0 0,-1-1 1 0 0,0-2-1 0 0,-1-2 1 0 0,-1-2-1 0 0,-62 14 1 0 0,-216 24-3303 0 0,285-47 3462 0 0,-113 10-5920 0 0,49-9-2122 0 0,33-2-1201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3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83 504 0 0,'0'0'2331'0'0,"-9"-20"5544"0"0,-2-12-1647 0 0,10 30-5551 0 0,1 2-675 0 0,-1 1 0 0 0,0-1 0 0 0,0 0 0 0 0,1 0 0 0 0,-1 1 0 0 0,1-1 0 0 0,-1 0 1 0 0,0 1-1 0 0,1-1 0 0 0,-1 0 0 0 0,1 1 0 0 0,-1-1 0 0 0,1 1 0 0 0,-1-1 0 0 0,1 1 0 0 0,-1-1 0 0 0,1 1 0 0 0,-1 0 0 0 0,1-1 0 0 0,0 1 1 0 0,-1-1-1 0 0,1 1 0 0 0,0 0 0 0 0,0-1 0 0 0,-1 2 0 0 0,-5 21 12 0 0,4-14-4 0 0,-5 14 25 0 0,-199 597 563 0 0,175-539 2551 0 0,31-80-3061 0 0,0-1 1 0 0,0 1 0 0 0,0-1 0 0 0,-1 1 0 0 0,1-1 0 0 0,0 1-1 0 0,0-1 1 0 0,0 0 0 0 0,0 1 0 0 0,-1-1 0 0 0,1 1-1 0 0,0-1 1 0 0,-1 1 0 0 0,1-1 0 0 0,0 0 0 0 0,-1 1-1 0 0,1-1 1 0 0,0 0 0 0 0,-1 1 0 0 0,1-1 0 0 0,0 0 0 0 0,-1 0-1 0 0,0 1 1 0 0,-3-9 475 0 0,1-16-414 0 0,6-10-79 0 0,2-1 0 0 0,1 1 0 0 0,1 0 0 0 0,25-64 0 0 0,66-123-53 0 0,-74 174-10 0 0,46-67 0 0 0,-52 88-85 0 0,2 1 1 0 0,0 1-1 0 0,46-41 0 0 0,-63 62 46 0 0,-1 2 18 0 0,-1 0 0 0 0,1-1 0 0 0,-1 1 0 0 0,1 0 0 0 0,0 0 0 0 0,0 0 0 0 0,-1 0 0 0 0,1 0 0 0 0,0 0 0 0 0,0 0 0 0 0,0 1 0 0 0,0-1 0 0 0,0 1 0 0 0,0-1 1 0 0,4 1-1 0 0,-3-1-1 0 0,1 1 1 0 0,-1 0 0 0 0,1 0 0 0 0,-1 0 0 0 0,1 1 0 0 0,0-1 0 0 0,-1 1 0 0 0,1 0 0 0 0,-1-1-1 0 0,0 2 1 0 0,1-1 0 0 0,-1 0 0 0 0,0 1 0 0 0,0-1 0 0 0,0 1 0 0 0,0 0 0 0 0,3 3 0 0 0,-1-1-7 0 0,-1 0 1 0 0,0 1 0 0 0,-1 0 0 0 0,1 0 0 0 0,-1 0 0 0 0,5 9-1 0 0,-4-6-14 0 0,5 10 18 0 0,-1 1 1 0 0,-1-1 0 0 0,-1 1-1 0 0,0 1 1 0 0,-2-1 0 0 0,4 25-1 0 0,3 121-58 0 0,-12-83 226 0 0,-13 88-1 0 0,4-68-56 0 0,7-54-1313 0 0,3-47 388 0 0,-4 6-1640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137 163 1644 0 0,'-25'-11'8017'0'0,"-48"-13"0"0"0,36 12-4601 0 0,35 12-2265 0 0,70-2-573 0 0,120-20 0 0 0,-21-13-4185 0 0,-156 32 2408 0 0,-1 0 1 0 0,1-1-1 0 0,16-9 1 0 0,8-9-5484 0 0,-20 10 768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47 2836 0 0,'14'-44'12819'0'0,"-13"41"-10759"0"0,-1 6-571 0 0,-9 23-457 0 0,-80 195 221 0 0,31-82-3218 0 0,33-67-1826 0 0,12-23-3339 0 0,9-29 931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187 372 1668 0 0,'1'-2'3214'0'0,"23"-33"10328"0"0,-23 38-13228 0 0,-1 0 1 0 0,1 1-1 0 0,-1-1 1 0 0,0 0-1 0 0,0 1 1 0 0,-1-1 0 0 0,1 0-1 0 0,-1 1 1 0 0,0-1-1 0 0,-1 5 1 0 0,1-5-122 0 0,-19 68 1753 0 0,-57 135-1 0 0,39-114-1529 0 0,16-42-306 0 0,14-34 68 0 0,1 1 0 0 0,0 0 1 0 0,-6 24-1 0 0,13-40-137 0 0,0-1 0 0 0,0 0 0 0 0,0 1 0 0 0,0-1 0 0 0,0 0 0 0 0,0 1 0 0 0,0-1 0 0 0,0 1 0 0 0,0-1 0 0 0,0 0 0 0 0,0 1 0 0 0,0-1-1 0 0,0 0 1 0 0,0 1 0 0 0,-1-1 0 0 0,1 0 0 0 0,0 1 0 0 0,0-1 0 0 0,0 0 0 0 0,0 0 0 0 0,-1 1 0 0 0,1-1 0 0 0,0 0 0 0 0,0 1 0 0 0,-1-1 0 0 0,1 0 0 0 0,0 0 0 0 0,-1 0 0 0 0,1 1 0 0 0,0-1 0 0 0,-1 0-1 0 0,1 0 1 0 0,0 0 0 0 0,0 0 0 0 0,-1 0 0 0 0,1 1 0 0 0,-1-1 0 0 0,1 0 0 0 0,0 0 0 0 0,-1 0 0 0 0,1 0 0 0 0,0 0 0 0 0,-1 0 0 0 0,1 0 0 0 0,0 0 0 0 0,-1 0 0 0 0,1 0 0 0 0,0-1 0 0 0,-1 1 0 0 0,1 0 0 0 0,0 0-1 0 0,-1 0 1 0 0,1 0 0 0 0,0 0 0 0 0,-1-1 0 0 0,1 1 0 0 0,0 0 0 0 0,-1 0 0 0 0,1-1 0 0 0,-1-4 76 0 0,9-37-214 0 0,1 0 1 0 0,29-78 0 0 0,47-79-705 0 0,-75 175 811 0 0,37-68-145 0 0,4 1 1 0 0,4 3 0 0 0,67-81 0 0 0,-105 150-86 0 0,-16 18 209 0 0,0 0 0 0 0,0 1 1 0 0,0-1-1 0 0,0 1 1 0 0,0-1-1 0 0,0 1 0 0 0,0 0 1 0 0,-1 0-1 0 0,1-1 1 0 0,0 1-1 0 0,0 0 1 0 0,0 0-1 0 0,0 0 0 0 0,0 0 1 0 0,1 0-1 0 0,-1 0 1 0 0,0 0-1 0 0,0 0 0 0 0,0 0 1 0 0,1 1-1 0 0,0 0-7 0 0,-1 1 0 0 0,1 0 0 0 0,0 0 0 0 0,0-1 0 0 0,-1 1-1 0 0,1 0 1 0 0,-1 0 0 0 0,1 1 0 0 0,-1-1 0 0 0,0 0 0 0 0,0 0 0 0 0,0 1 0 0 0,0-1 0 0 0,-1 0-1 0 0,1 1 1 0 0,0 2 0 0 0,1 0-28 0 0,3 15 67 0 0,0 0-1 0 0,-1 1 1 0 0,0-1-1 0 0,-1 24 1 0 0,-3 85 808 0 0,-1-57-395 0 0,-33 319 611 0 0,16-244-9094 0 0,14-140 4482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93 148 1716 0 0,'-27'-21'6970'0'0,"17"13"-2807"0"0,0 0 0 0 0,-15-15 0 0 0,17 16-2393 0 0,-5-5-561 0 0,13 12-1203 0 0,0-1 1 0 0,0 1 0 0 0,0-1 0 0 0,0 1 0 0 0,0 0 0 0 0,0-1 0 0 0,0 1 0 0 0,1-1 0 0 0,-1 1-1 0 0,0 0 1 0 0,0-1 0 0 0,0 1 0 0 0,0 0 0 0 0,0-1 0 0 0,1 1 0 0 0,-1 0 0 0 0,0-1-1 0 0,0 1 1 0 0,0 0 0 0 0,1-1 0 0 0,-1 1 0 0 0,0 0 0 0 0,1 0 0 0 0,-1-1 0 0 0,0 1 0 0 0,1 0-1 0 0,-1 0 1 0 0,0 0 0 0 0,1-1 0 0 0,-1 1 0 0 0,0 0 0 0 0,1 0 0 0 0,-1 0 0 0 0,0 0-1 0 0,1 0 1 0 0,-1 0 0 0 0,1 0 0 0 0,-1 0 0 0 0,0 0 0 0 0,1 0 0 0 0,-1 0 0 0 0,1 0 0 0 0,137-26-776 0 0,8 8-4158 0 0,-79 10 891 0 0,-31 5-832 0 0,1-1-2578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21 1600 0 0,'-53'1'10918'0'0,"50"-1"-9366"0"0,1 0-73 0 0,-27 0 3221 0 0,26 0-3194 0 0,1 1-1094 0 0,-21 1 1038 0 0,21-1-1275 0 0,18 0-63 0 0,4 0-78 0 0,-1-2 0 0 0,29-4 0 0 0,36-9-2767 0 0,-56 10-1547 0 0,3 0-4648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3:5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3652 0 0,'-113'50'17212'0'0,"111"-49"-16749"0"0,2-1-430 0 0,-1 0 1 0 0,1 0-1 0 0,-1 0 0 0 0,1 0 0 0 0,-1 0 0 0 0,1 0 0 0 0,-1 0 1 0 0,1 0-1 0 0,0 1 0 0 0,-1-1 0 0 0,1 0 0 0 0,-1 0 0 0 0,1 0 0 0 0,0 1 1 0 0,-1-1-1 0 0,1 0 0 0 0,0 0 0 0 0,-1 1 0 0 0,1-1 0 0 0,0 0 1 0 0,-1 1-1 0 0,1 0 0 0 0,0-1-16 0 0,0 0 0 0 0,0 1-1 0 0,0-1 1 0 0,0 0 0 0 0,1 1 0 0 0,-1-1 0 0 0,0 0 0 0 0,0 1 0 0 0,0-1 0 0 0,1 0-1 0 0,-1 0 1 0 0,0 1 0 0 0,1-1 0 0 0,-1 0 0 0 0,0 0 0 0 0,0 1 0 0 0,1-1-1 0 0,-1 0 1 0 0,0 0 0 0 0,1 0 0 0 0,-1 0 0 0 0,0 1 0 0 0,1-1 0 0 0,-1 0-1 0 0,1 0 1 0 0,-1 0 0 0 0,0 0 0 0 0,1 0 0 0 0,-1 0 0 0 0,0 0 0 0 0,1 0 0 0 0,-1 0-1 0 0,1 0 1 0 0,-1 0 0 0 0,0 0 0 0 0,1 0 0 0 0,0-1 0 0 0,209 1-2182 0 0,-138-5-1819 0 0,-1-2-3282 0 0,-42 4 354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0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46 143 816 0 0,'64'-142'16287'0'0,"-59"165"-14524"0"0,-7 29-53 0 0,-20 99-1 0 0,10-79-1097 0 0,-14 79 580 0 0,-9 62-312 0 0,18-121-156 0 0,16-90-746 0 0,1 37-17422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0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184 111 1200 0 0,'-119'30'15313'0'0,"57"-17"-9157"0"0,60-11-4040 0 0,6-2-826 0 0,20-2-430 0 0,33-4-694 0 0,717-92 680 0 0,-330 49-2537 0 0,-402 49-3692 0 0,-39 0 3479 0 0,-2 4-1395 0 0,1 1 2241 0 0,-14 9-11150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01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321 173 2864 0 0,'6'-12'6724'0'0,"3"-34"2268"0"0,-8 42-8663 0 0,-1 0 1 0 0,0 0 0 0 0,0 0 0 0 0,0 0 0 0 0,-1 0 0 0 0,1 1 0 0 0,-1-1-1 0 0,0 0 1 0 0,0 0 0 0 0,-3-6 0 0 0,2 8-310 0 0,0 0 0 0 0,-1 0 0 0 0,1 1 0 0 0,0-1 0 0 0,-1 0 0 0 0,1 1 0 0 0,-1 0 0 0 0,0-1 0 0 0,1 1 0 0 0,-1 0 0 0 0,0 0 0 0 0,0 1 0 0 0,1-1 0 0 0,-1 1 0 0 0,0-1 0 0 0,0 1 0 0 0,0 0 0 0 0,-5 0 0 0 0,-6 2-31 0 0,0 0 0 0 0,1 1 0 0 0,-1 1 1 0 0,1 0-1 0 0,-1 1 0 0 0,1 1 0 0 0,0 0 0 0 0,1 0 0 0 0,0 1 0 0 0,-13 10 1 0 0,14-10-8 0 0,1 1 0 0 0,0 0 0 0 0,1 1 0 0 0,-1 0 0 0 0,2 1 0 0 0,-1 0 0 0 0,1 0 0 0 0,1 0 0 0 0,0 1 0 0 0,0 0 0 0 0,-8 21 0 0 0,14-28 17 0 0,0 0-1 0 0,0 1 1 0 0,0-1-1 0 0,0 0 1 0 0,1 1-1 0 0,0-1 1 0 0,0 1-1 0 0,0-1 1 0 0,0 1-1 0 0,1-1 0 0 0,0 5 1 0 0,0-7 5 0 0,-1 0 0 0 0,1-1 0 0 0,0 1 0 0 0,0 0 0 0 0,-1 0 0 0 0,1-1 0 0 0,0 1 0 0 0,0-1 0 0 0,0 1 0 0 0,1-1 0 0 0,-1 1 0 0 0,0-1 0 0 0,1 1 0 0 0,-1-1 0 0 0,0 0 0 0 0,1 0 0 0 0,0 0 0 0 0,-1 0 0 0 0,1 0 0 0 0,-1 0 0 0 0,1 0 0 0 0,0-1 0 0 0,0 1 0 0 0,0 0 0 0 0,-1-1 0 0 0,1 0 0 0 0,0 1 0 0 0,0-1 0 0 0,0 0 0 0 0,3 0 0 0 0,7-1 3 0 0,-1 0-1 0 0,1 0 1 0 0,-1-1-1 0 0,1-1 1 0 0,-1 0-1 0 0,0 0 1 0 0,0-1-1 0 0,0-1 1 0 0,0 0-1 0 0,-1 0 0 0 0,0-1 1 0 0,0 0-1 0 0,-1-1 1 0 0,13-11-1 0 0,-5 3 12 0 0,-1-2-1 0 0,-1 0 0 0 0,0 0 1 0 0,-1-2-1 0 0,-1 1 1 0 0,17-34-1 0 0,29-56 1156 0 0,-59 107-1161 0 0,1 5 156 0 0,-1 1 0 0 0,0-1 0 0 0,0 0 0 0 0,0 0 0 0 0,-1 1-1 0 0,0-1 1 0 0,0 0 0 0 0,-2 7 0 0 0,-2 8 301 0 0,-15 90 1310 0 0,-75 494 876 0 0,92-568-3329 0 0,-3 30-584 0 0,5-22-6259 0 0,11-56 385 0 0,-7 9 5018 0 0,8-11-6964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0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1131 75 2192 0 0,'10'-8'5997'0'0,"8"-23"2895"0"0,-17 29-8396 0 0,-6-17 895 0 0,0 16-1359 0 0,0 1 0 0 0,0 0 0 0 0,-1 0 1 0 0,1 1-1 0 0,-1-1 0 0 0,1 1 0 0 0,-1 0 1 0 0,1 1-1 0 0,-1 0 0 0 0,-7 0 0 0 0,-61 7-8 0 0,70-6-17 0 0,-29 3-41 0 0,0 3 1 0 0,-64 20-1 0 0,81-21 11 0 0,1 1 1 0 0,-1 0-1 0 0,2 1 1 0 0,-1 1-1 0 0,1 0 0 0 0,0 2 1 0 0,-23 21-1 0 0,18-11 76 0 0,2 0 0 0 0,0 0 0 0 0,1 2 0 0 0,2 0 0 0 0,0 1 0 0 0,2 0 0 0 0,0 1 0 0 0,2 0 1 0 0,-14 50-1 0 0,8-6 503 0 0,3 1 0 0 0,-6 114 0 0 0,5 233 669 0 0,-2 32-692 0 0,-112 682-316 0 0,57-568-175 0 0,-1 137-81 0 0,5-37-9 0 0,45-472 83 0 0,-60 501-19 0 0,72-597 28 0 0,-10 66 392 0 0,20-160-426 0 0,-1-1-1 0 0,1 1 1 0 0,0 0 0 0 0,0-1 0 0 0,0 1 0 0 0,0-1-1 0 0,0 1 1 0 0,0 0 0 0 0,1-1 0 0 0,-1 1 0 0 0,0 0-1 0 0,0-1 1 0 0,0 1 0 0 0,1-1 0 0 0,-1 1 0 0 0,0 0-1 0 0,0-1 1 0 0,1 1 0 0 0,-1-1 0 0 0,1 1 0 0 0,-1-1-1 0 0,0 1 1 0 0,1-1 0 0 0,-1 1 0 0 0,1-1 0 0 0,0 1-1 0 0,20 5 150 0 0,28-9-169 0 0,-42 2-50 0 0,89-15-1648 0 0,115-33 1 0 0,-135 30 630 0 0,142-40-2959 0 0,-76 14-2119 0 0,-53 15-842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1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79 2608 0 0,'1'-17'7652'0'0,"-1"12"-7177"0"0,0 3 1068 0 0,1-10 3954 0 0,-1 11-5393 0 0,0 0 1 0 0,0-1-1 0 0,0 1 0 0 0,0 0 1 0 0,1 0-1 0 0,-1-1 0 0 0,1 1 1 0 0,-1 0-1 0 0,1 0 0 0 0,-1 0 1 0 0,1 0-1 0 0,0 0 0 0 0,-1 0 1 0 0,1 0-1 0 0,0 0 0 0 0,0 0 1 0 0,0 0-1 0 0,0 0 1 0 0,0 0-1 0 0,0 0 0 0 0,0 1 1 0 0,2-2-1 0 0,2 0-75 0 0,0 1 0 0 0,0 0 0 0 0,0 0 1 0 0,0 0-1 0 0,7 0 0 0 0,73-6-3 0 0,0 4 1 0 0,1 3 0 0 0,-1 4-1 0 0,0 4 1 0 0,85 19-1 0 0,-161-25-14 0 0,-1 0 0 0 0,0 0 1 0 0,0 1-1 0 0,0-1 0 0 0,0 2 0 0 0,0-1 0 0 0,-1 1 0 0 0,1 1 0 0 0,-1-1 1 0 0,0 1-1 0 0,-1 0 0 0 0,1 1 0 0 0,-1 0 0 0 0,0 0 0 0 0,0 0 0 0 0,-1 1 0 0 0,0-1 1 0 0,0 1-1 0 0,0 1 0 0 0,-1-1 0 0 0,0 0 0 0 0,-1 1 0 0 0,0 0 0 0 0,3 10 1 0 0,1 7 145 0 0,-1 0 0 0 0,-1 1 0 0 0,2 33 0 0 0,-2 81 139 0 0,-4-62-167 0 0,1 287 204 0 0,-3-109-186 0 0,4 376 24 0 0,10 476-125 0 0,-9-434 441 0 0,-52-2-222 0 0,-130 413-173 0 0,163-1000-100 0 0,-79 312 793 0 0,77-336-247 0 0,-14 40 3723 0 0,30-100-4230 0 0,0 0-1 0 0,1 0 1 0 0,-1 0-1 0 0,0-1 1 0 0,0 1 0 0 0,1 0-1 0 0,-1 0 1 0 0,0-1 0 0 0,0 1-1 0 0,0 0 1 0 0,0-1-1 0 0,0 1 1 0 0,0-1 0 0 0,0 1-1 0 0,0-1 1 0 0,0 0 0 0 0,0 1-1 0 0,0-1 1 0 0,0 0-1 0 0,-2 0 1 0 0,-18 2 53 0 0,20-2-76 0 0,-24 0-366 0 0,0-2 1 0 0,1-1-1 0 0,-48-12 0 0 0,23 4-530 0 0,-283-39-6705 0 0,216 35 1494 0 0,75 7 1491 0 0,6 0-2136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12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958 28 828 0 0,'50'-18'11721'0'0,"-48"17"-10611"0"0,18-7 3351 0 0,-26 8-4434 0 0,1 0 0 0 0,-1 1 1 0 0,1 0-1 0 0,-1 0 0 0 0,1 0 0 0 0,0 1 1 0 0,0 0-1 0 0,-7 3 0 0 0,-44 22-14 0 0,21-6-21 0 0,0 0 0 0 0,2 2 0 0 0,1 2 0 0 0,0 1 1 0 0,2 1-1 0 0,2 2 0 0 0,0 1 0 0 0,2 1 0 0 0,1 1 0 0 0,-35 60 1 0 0,41-54-9 0 0,1 1 0 0 0,3 1 0 0 0,1 0-1 0 0,2 1 1 0 0,-11 69 0 0 0,-9 216-93 0 0,35 181 11 0 0,4-189 10 0 0,-25 548 1087 0 0,-54-5-363 0 0,-71 70-284 0 0,113-781-327 0 0,-81 329 53 0 0,57-267 65 0 0,53-208-129 0 0,0-1-1 0 0,1 0 1 0 0,-1 1-1 0 0,1-1 1 0 0,0 1 0 0 0,0-1-1 0 0,0 0 1 0 0,0 1-1 0 0,1-1 1 0 0,-1 0-1 0 0,1 1 1 0 0,0-1 0 0 0,0 0-1 0 0,0 0 1 0 0,0 1-1 0 0,1-1 1 0 0,0 0-1 0 0,-1 0 1 0 0,1-1 0 0 0,0 1-1 0 0,0 0 1 0 0,0-1-1 0 0,1 1 1 0 0,-1-1-1 0 0,1 1 1 0 0,-1-1 0 0 0,5 3-1 0 0,1-1 9 0 0,-1 0 0 0 0,1-1 0 0 0,0 0-1 0 0,0 0 1 0 0,0-1 0 0 0,1 0 0 0 0,-1 0 0 0 0,0-1 0 0 0,1 0-1 0 0,8-1 1 0 0,22 0 2 0 0,0-1 0 0 0,0-3 0 0 0,41-9 0 0 0,114-35-1228 0 0,-131 29-588 0 0,87-39-1 0 0,-122 44 694 0 0,0 0 1 0 0,0-2-1 0 0,-2-1 1 0 0,0-1-1 0 0,27-25 1 0 0,-13-1-3105 0 0,-21 23 1341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4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7 836 0 0,'5'-6'20396'0'0,"-8"6"-20592"0"0,2 0 194 0 0,1 0 0 0 0,0 0 1 0 0,0 0-1 0 0,-1 0 0 0 0,1 0 0 0 0,0 0 1 0 0,-1 0-1 0 0,1 0 0 0 0,0 0 0 0 0,0 0 1 0 0,-1 0-1 0 0,1 0 0 0 0,0 0 0 0 0,-1 0 1 0 0,1 0-1 0 0,0 0 0 0 0,0 0 0 0 0,-1 0 1 0 0,1 1-1 0 0,0-1 0 0 0,0 0 0 0 0,-1 0 1 0 0,1 0-1 0 0,0 0 0 0 0,0 1 1 0 0,0-1-1 0 0,-1 0 0 0 0,1 0 0 0 0,0 0 1 0 0,0 1-1 0 0,0-1 0 0 0,0 0 0 0 0,-1 1 1 0 0,-57 305 340 0 0,14-95-5674 0 0,40-175 1879 0 0,6-12-2082 0 0,1-12 955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47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80 1512 0 0,'0'-25'7395'0'0,"1"22"-7199"0"0,0 0 0 0 0,1 0 1 0 0,-1 0-1 0 0,1 1 0 0 0,-1-1 1 0 0,1 1-1 0 0,0-1 0 0 0,0 1 1 0 0,0-1-1 0 0,0 1 0 0 0,0 0 0 0 0,1 0 1 0 0,-1 0-1 0 0,1 0 0 0 0,-1 1 1 0 0,1-1-1 0 0,0 1 0 0 0,-1-1 1 0 0,1 1-1 0 0,0 0 0 0 0,0 0 0 0 0,0 0 1 0 0,0 1-1 0 0,6-2 0 0 0,3 0 40 0 0,0 0-1 0 0,1 1 1 0 0,0 1-1 0 0,23 1 0 0 0,-28 0-165 0 0,-1 0-1 0 0,1 0 0 0 0,0 1 1 0 0,0 0-1 0 0,-1 0 1 0 0,1 1-1 0 0,-1 0 0 0 0,0 0 1 0 0,0 1-1 0 0,12 8 0 0 0,-16-10-33 0 0,-1 1-1 0 0,1-1 0 0 0,-1 0 0 0 0,0 1 0 0 0,0-1 0 0 0,0 1 1 0 0,0 0-1 0 0,0 0 0 0 0,0 0 0 0 0,-1 0 0 0 0,1 0 0 0 0,-1 0 0 0 0,0 0 1 0 0,0 0-1 0 0,0 1 0 0 0,0-1 0 0 0,-1 0 0 0 0,0 1 0 0 0,1-1 1 0 0,-1 0-1 0 0,0 1 0 0 0,0-1 0 0 0,-1 1 0 0 0,1-1 0 0 0,-1 0 1 0 0,0 1-1 0 0,-1 4 0 0 0,-4 6 28 0 0,1-1-1 0 0,-2 0 1 0 0,1 0 0 0 0,-2-1-1 0 0,0 0 1 0 0,0 0 0 0 0,-18 18-1 0 0,-80 69 462 0 0,79-75-183 0 0,-19 14-6 0 0,26-23-230 0 0,1 1 0 0 0,0 2 0 0 0,-24 28 0 0 0,43-46-80 0 0,-1 1-1 0 0,1-1 0 0 0,-1 0 0 0 0,1 1 1 0 0,-1-1-1 0 0,1 1 0 0 0,0-1 0 0 0,-1 1 0 0 0,1-1 1 0 0,0 1-1 0 0,-1-1 0 0 0,1 1 0 0 0,0-1 1 0 0,0 1-1 0 0,-1-1 0 0 0,1 1 0 0 0,0 0 0 0 0,0-1 1 0 0,0 1-1 0 0,0-1 0 0 0,0 1 0 0 0,0 0 1 0 0,0-1-1 0 0,0 1 0 0 0,0-1 0 0 0,0 1 0 0 0,0 0 1 0 0,0-1-1 0 0,0 1 0 0 0,0-1 0 0 0,1 1 1 0 0,-1-1-1 0 0,0 1 0 0 0,0 0 0 0 0,1-1 0 0 0,-1 1 1 0 0,0-1-1 0 0,1 1 0 0 0,-1-1 0 0 0,1 1 1 0 0,-1-1-1 0 0,0 0 0 0 0,1 1 0 0 0,-1-1 0 0 0,1 0 1 0 0,-1 1-1 0 0,1-1 0 0 0,-1 0 0 0 0,2 1 1 0 0,2 0 49 0 0,-1 0 0 0 0,1 0 1 0 0,0 0-1 0 0,0-1 0 0 0,7 0 1 0 0,-8 1-75 0 0,67-2 178 0 0,1-3 1 0 0,78-15-1 0 0,-25 2-58 0 0,61-6-1997 0 0,-155 16-8921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4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16 3396 0 0,'-9'4'19616'0'0,"21"-1"-19436"0"0,-1-2 0 0 0,0 0 0 0 0,1 0 0 0 0,-1-1 0 0 0,1 0 0 0 0,19-4 0 0 0,3 2-31 0 0,128-13-42 0 0,-136 10-3283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48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2608 0 0,'0'-5'847'0'0,"0"0"-1"0"0,1 0 1 0 0,-1 1-1 0 0,1-1 0 0 0,0 0 1 0 0,0 1-1 0 0,1-1 1 0 0,-1 1-1 0 0,1-1 1 0 0,0 1-1 0 0,0 0 1 0 0,1-1-1 0 0,-1 1 0 0 0,1 0 1 0 0,6-6-1 0 0,-5 5-451 0 0,1 1-1 0 0,0 0 1 0 0,1 0-1 0 0,-1 0 1 0 0,1 1-1 0 0,0 0 0 0 0,-1 0 1 0 0,1 0-1 0 0,0 1 1 0 0,11-3-1 0 0,-6 3-341 0 0,-1 0 0 0 0,1 0-1 0 0,-1 1 1 0 0,1 0 0 0 0,-1 1 0 0 0,1 1 0 0 0,0-1-1 0 0,-1 2 1 0 0,1-1 0 0 0,-1 2 0 0 0,0-1 0 0 0,1 1-1 0 0,-1 1 1 0 0,10 4 0 0 0,-18-7-47 0 0,1 1-1 0 0,-1-1 1 0 0,0 1 0 0 0,1-1 0 0 0,-1 1-1 0 0,0 0 1 0 0,0 0 0 0 0,0 0 0 0 0,0 0-1 0 0,0 0 1 0 0,-1 0 0 0 0,1 1 0 0 0,-1-1-1 0 0,1 0 1 0 0,-1 1 0 0 0,0 0 0 0 0,0-1-1 0 0,0 1 1 0 0,0 3 0 0 0,0-2 3 0 0,-1 0 0 0 0,0 1 0 0 0,0-1 0 0 0,0 0 1 0 0,0 1-1 0 0,-1-1 0 0 0,0 0 0 0 0,0 0 0 0 0,0 1 0 0 0,0-1 1 0 0,-3 5-1 0 0,-3 5 11 0 0,-1-1-1 0 0,0 1 1 0 0,-1-1 0 0 0,0-1 0 0 0,-20 21 0 0 0,-153 144 339 0 0,181-177-308 0 0,0 1-1 0 0,1-1 0 0 0,-1 1 1 0 0,0-1-1 0 0,0 1 0 0 0,1-1 0 0 0,-1 1 1 0 0,1 0-1 0 0,-1-1 0 0 0,0 1 1 0 0,1 0-1 0 0,0 0 0 0 0,-1 0 1 0 0,1-1-1 0 0,-1 1 0 0 0,1 0 1 0 0,0 0-1 0 0,-1 0 0 0 0,1 0 0 0 0,0 0 1 0 0,0-1-1 0 0,0 1 0 0 0,0 0 1 0 0,0 0-1 0 0,0 0 0 0 0,0 0 1 0 0,0 0-1 0 0,0 0 0 0 0,0 0 1 0 0,1 0-1 0 0,-1-1 0 0 0,0 1 0 0 0,0 0 1 0 0,1 0-1 0 0,-1 0 0 0 0,1 0 1 0 0,-1-1-1 0 0,1 1 0 0 0,-1 0 1 0 0,1-1-1 0 0,-1 1 0 0 0,1 0 1 0 0,0-1-1 0 0,-1 1 0 0 0,1 0 0 0 0,0-1 1 0 0,0 1-1 0 0,-1-1 0 0 0,1 1 1 0 0,0-1-1 0 0,0 0 0 0 0,0 1 1 0 0,-1-1-1 0 0,1 0 0 0 0,0 0 1 0 0,2 1-1 0 0,6 2 115 0 0,1-1 1 0 0,0 1-1 0 0,18 0 1 0 0,-27-3-168 0 0,207 17 454 0 0,-68-7-2465 0 0,-2 5-6682 0 0,-124-12 5541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49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74 2188 0 0,'9'-20'8093'0'0,"-5"15"-7746"0"0,1 0 1 0 0,0 0 0 0 0,0 1-1 0 0,0 0 1 0 0,0 0-1 0 0,1 1 1 0 0,0-1-1 0 0,0 1 1 0 0,0 0-1 0 0,0 1 1 0 0,0-1-1 0 0,0 1 1 0 0,1 1 0 0 0,-1-1-1 0 0,1 1 1 0 0,-1 0-1 0 0,12 0 1 0 0,-13 1-338 0 0,1 0 0 0 0,-1 0 1 0 0,0 1-1 0 0,0 0 0 0 0,0 0 1 0 0,0 0-1 0 0,0 0 0 0 0,0 1 0 0 0,-1 0 1 0 0,9 4-1 0 0,-10-4 24 0 0,0 0 1 0 0,0 0-1 0 0,-1 0 1 0 0,1 0-1 0 0,-1 1 0 0 0,1-1 1 0 0,-1 1-1 0 0,0 0 1 0 0,0-1-1 0 0,0 1 0 0 0,0 0 1 0 0,-1 0-1 0 0,1 1 1 0 0,-1-1-1 0 0,0 0 1 0 0,2 7-1 0 0,-2-3 31 0 0,0 0 0 0 0,-1 1 1 0 0,0-1-1 0 0,0 0 0 0 0,-1 0 1 0 0,0 1-1 0 0,0-1 0 0 0,-1 0 0 0 0,0 0 1 0 0,0 0-1 0 0,0 0 0 0 0,-1-1 0 0 0,-5 10 1 0 0,-2 3 0 0 0,-1-1 0 0 0,-1 0-1 0 0,-18 22 1 0 0,-140 131 1201 0 0,79-84-779 0 0,89-86-248 0 0,3 0-204 0 0,0 0 1 0 0,-1 0 0 0 0,1 0 0 0 0,0 0 0 0 0,-1 0 0 0 0,1 0-1 0 0,0 0 1 0 0,0 0 0 0 0,0-1 0 0 0,0 1 0 0 0,0 0 0 0 0,0-1 0 0 0,0 1-1 0 0,0-1 1 0 0,0 1 0 0 0,0-1 0 0 0,0 1 0 0 0,0-1 0 0 0,1 0-1 0 0,-1 0 1 0 0,0 1 0 0 0,0-1 0 0 0,0 0 0 0 0,1 0 0 0 0,-1 0 0 0 0,0 0-1 0 0,2-1 1 0 0,41-3 92 0 0,-34 2-40 0 0,289-43-174 0 0,-95 13-3545 0 0,-109 18 136 0 0,-31 4-1625 0 0,-9 2-1805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49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54 696 0 0,'7'-12'5506'0'0,"-4"5"-2753"0"0,1 1 1 0 0,-2-1-1 0 0,8-15 5228 0 0,-9 26-7714 0 0,1 1 0 0 0,-1-1 0 0 0,0 0 0 0 0,0 1 0 0 0,-1-1 0 0 0,0 1 0 0 0,1-1 0 0 0,-1 1 0 0 0,-1 0 0 0 0,1-1 0 0 0,-2 5 0 0 0,-12 55 421 0 0,11-55-563 0 0,-30 97 361 0 0,-3 9-1261 0 0,21-38-3425 0 0,15-75 3863 0 0,0 0 0 0 0,-1 0 0 0 0,1 0 0 0 0,1 0 1 0 0,-1 0-1 0 0,0 0 0 0 0,0 0 0 0 0,1 0 0 0 0,-1 0 1 0 0,1-1-1 0 0,0 1 0 0 0,-1 0 0 0 0,1 0 0 0 0,0 0 0 0 0,2 2 1 0 0,-2-2-288 0 0,13 9-5615 0 0,-10-10 5616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107 101 2388 0 0,'-83'-23'15640'0'0,"81"22"-14857"0"0,-19-9 7491 0 0,22 9-8200 0 0,0-1-1 0 0,1 1 1 0 0,0 0 0 0 0,-1 0-1 0 0,1 0 1 0 0,0-1 0 0 0,-1 2 0 0 0,1-1-1 0 0,0 0 1 0 0,0 0 0 0 0,0 1-1 0 0,0-1 1 0 0,0 1 0 0 0,2-1-1 0 0,38-6 224 0 0,-22 4-155 0 0,162-18-794 0 0,-81 12-3441 0 0,-49 4-44 0 0,1 1-5091 0 0,-32 1 1113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88 644 0 0,'0'-2'3121'0'0,"-1"-13"2049"0"0,0 8-3476 0 0,0 1-1 0 0,1-1 0 0 0,-1 1 0 0 0,2-9 0 0 0,-1 14-1586 0 0,0-1 0 0 0,1 1-1 0 0,-1 0 1 0 0,0 0 0 0 0,0 0 0 0 0,1-1 0 0 0,-1 1 0 0 0,1 0 0 0 0,-1 0 0 0 0,1 0 0 0 0,-1 0-1 0 0,1 0 1 0 0,0 0 0 0 0,0 0 0 0 0,-1 0 0 0 0,1 0 0 0 0,0 0 0 0 0,0 0 0 0 0,0 1 0 0 0,0-1-1 0 0,0 0 1 0 0,0 0 0 0 0,0 1 0 0 0,0-1 0 0 0,0 1 0 0 0,1-1 0 0 0,-1 1 0 0 0,2-1 0 0 0,3 0-40 0 0,0 0 1 0 0,0 1 0 0 0,1 0 0 0 0,-1 0 0 0 0,0 0 0 0 0,0 1 0 0 0,0 0 0 0 0,0 0 0 0 0,0 0 0 0 0,-1 1-1 0 0,1 0 1 0 0,0 0 0 0 0,9 5 0 0 0,-13-5-19 0 0,1-1-1 0 0,0 1 1 0 0,-1 0-1 0 0,0 0 1 0 0,1 0-1 0 0,-1 0 1 0 0,0 1-1 0 0,0-1 1 0 0,0 0-1 0 0,-1 1 1 0 0,1 0-1 0 0,0-1 1 0 0,-1 1-1 0 0,0 0 1 0 0,1 0-1 0 0,-1 0 1 0 0,0-1-1 0 0,-1 1 1 0 0,1 0-1 0 0,-1 1 1 0 0,1-1-1 0 0,-1 0 1 0 0,0 0-1 0 0,0 0 1 0 0,0 0-1 0 0,0 0 1 0 0,-1 0-1 0 0,1 0 1 0 0,-2 5-1 0 0,-2 4 120 0 0,-1 1 1 0 0,0-1-1 0 0,0 0 0 0 0,-1 0 1 0 0,-1-1-1 0 0,0 0 0 0 0,-1 0 1 0 0,-14 16-1 0 0,-11 8 324 0 0,-38 31 1 0 0,39-38-350 0 0,-2 3 48 0 0,13-14 344 0 0,0 2 0 0 0,-17 22 1 0 0,38-41-502 0 0,0 0 1 0 0,0 1-1 0 0,0-1 0 0 0,0 0 1 0 0,0 1-1 0 0,0-1 0 0 0,0 0 1 0 0,0 1-1 0 0,0-1 0 0 0,0 0 1 0 0,0 1-1 0 0,0-1 0 0 0,0 0 1 0 0,0 1-1 0 0,0-1 0 0 0,1 0 1 0 0,-1 0-1 0 0,0 1 0 0 0,0-1 1 0 0,0 0-1 0 0,1 0 0 0 0,-1 1 1 0 0,0-1-1 0 0,0 0 0 0 0,0 0 1 0 0,1 0-1 0 0,-1 1 0 0 0,0-1 1 0 0,1 0-1 0 0,-1 0 0 0 0,0 0 1 0 0,0 0-1 0 0,1 0 0 0 0,-1 0 1 0 0,0 1-1 0 0,1-1 0 0 0,-1 0 1 0 0,0 0-1 0 0,1 0 0 0 0,0 0 1 0 0,11 3 228 0 0,-12-3-260 0 0,22 2 134 0 0,-1-2-1 0 0,1 0 1 0 0,-1-1 0 0 0,38-7-1 0 0,-14 1-539 0 0,36-2-1624 0 0,56-7-3114 0 0,-46 3-7105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61 492 0 0,'-23'-20'8880'0'0,"23"19"-8798"0"0,-1 0 0 0 0,1 0 0 0 0,0 0 1 0 0,0 0-1 0 0,0 0 0 0 0,0 0 0 0 0,0 0 1 0 0,0 0-1 0 0,0 0 0 0 0,0 0 0 0 0,0 0 1 0 0,1 0-1 0 0,-1 0 0 0 0,0 0 0 0 0,0 1 1 0 0,1-1-1 0 0,-1 0 0 0 0,1 0 0 0 0,-1 0 1 0 0,1 0-1 0 0,-1 0 0 0 0,1 1 0 0 0,0-1 1 0 0,-1 0-1 0 0,1 1 0 0 0,0-1 0 0 0,-1 0 1 0 0,1 1-1 0 0,0-1 0 0 0,0 1 0 0 0,0-1 1 0 0,1 0-1 0 0,1-1 63 0 0,0 0 0 0 0,0 1 0 0 0,0-1 0 0 0,1 1-1 0 0,-1 0 1 0 0,1 0 0 0 0,-1 0 0 0 0,0 0 0 0 0,1 1 0 0 0,6-1 0 0 0,-1 1-54 0 0,-1 1 1 0 0,1-1-1 0 0,0 1 0 0 0,0 1 0 0 0,-1 0 1 0 0,1 0-1 0 0,-1 1 0 0 0,0 0 1 0 0,12 5-1 0 0,-17-6-58 0 0,0 0-1 0 0,0 0 1 0 0,0 0-1 0 0,0 1 1 0 0,0-1-1 0 0,0 1 1 0 0,-1 0-1 0 0,1-1 1 0 0,-1 1-1 0 0,0 0 1 0 0,0 0-1 0 0,0 1 1 0 0,0-1-1 0 0,-1 0 1 0 0,1 1 0 0 0,-1-1-1 0 0,0 1 1 0 0,0-1-1 0 0,0 1 1 0 0,0 0-1 0 0,-1-1 1 0 0,1 1-1 0 0,-1 0 1 0 0,0-1-1 0 0,0 1 1 0 0,-1 5-1 0 0,-1 5 115 0 0,-1 1 0 0 0,-1-1-1 0 0,0 0 1 0 0,-1 0 0 0 0,0-1 0 0 0,-1 1-1 0 0,-1-1 1 0 0,0-1 0 0 0,0 1-1 0 0,-13 14 1 0 0,-12 13 1198 0 0,-58 55-1 0 0,73-78-945 0 0,15-16-375 0 0,1 0-6 0 0,0 0 0 0 0,0-1 0 0 0,0 1 0 0 0,0 0 1 0 0,0 0-1 0 0,0 0 0 0 0,0 0 0 0 0,0 0 0 0 0,1 0 0 0 0,-1 0 0 0 0,0 0 0 0 0,1 0 0 0 0,-1 0 0 0 0,0 0 0 0 0,1 0 0 0 0,-1 1 0 0 0,1-1 1 0 0,0 0-1 0 0,-1 0 0 0 0,1 1 0 0 0,0-1 0 0 0,0 0 0 0 0,0 1 0 0 0,0-1 0 0 0,0 0 0 0 0,0 2 0 0 0,5-1 29 0 0,39-2 45 0 0,84-11 0 0 0,-73 5-88 0 0,270-32-3759 0 0,-110 7-5440 0 0,-152 22 3629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2 1872 0 0,'-49'-1'10237'0'0,"46"1"-9143"0"0,0 0-133 0 0,-11 0 1340 0 0,11 0-1695 0 0,-24 0 2239 0 0,25 0-2283 0 0,-1 0-540 0 0,-18 1 290 0 0,-40 9 1 0 0,37-5-251 0 0,-70 4 898 0 0,92-9-504 0 0,-5-1 0 0 0,15 0-245 0 0,31 2-196 0 0,-2 0-2 0 0,58 4-2566 0 0,-41-1-1949 0 0,0-3-3438 0 0,-31-1 2041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2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69 424 0 0,'-9'-22'8675'0'0,"-4"-7"-2193"0"0,12 27-5904 0 0,0 2-519 0 0,1 0 0 0 0,0-1 0 0 0,0 1 0 0 0,-1-1 0 0 0,1 1 0 0 0,0-1 0 0 0,0 1 0 0 0,0 0 0 0 0,0-1 0 0 0,0 1 0 0 0,0-1 0 0 0,-1 1 0 0 0,1-1 0 0 0,0 1 0 0 0,0-1 0 0 0,0 1 0 0 0,0-1 0 0 0,1 1 0 0 0,-1-1 0 0 0,0 1 0 0 0,0-1 0 0 0,0 1 0 0 0,0-1 0 0 0,3 0-37 0 0,0 0-1 0 0,0 1 1 0 0,0-1 0 0 0,0 0 0 0 0,0 1 0 0 0,0 0-1 0 0,0 0 1 0 0,0 0 0 0 0,0 0 0 0 0,0 1-1 0 0,0-1 1 0 0,0 1 0 0 0,0-1 0 0 0,0 1-1 0 0,0 0 1 0 0,0 0 0 0 0,0 1 0 0 0,-1-1 0 0 0,1 0-1 0 0,3 3 1 0 0,-2-2-11 0 0,-1 0 0 0 0,1 1 0 0 0,-1-1 0 0 0,0 1 1 0 0,0-1-1 0 0,0 1 0 0 0,0 0 0 0 0,0 0 0 0 0,-1 0 0 0 0,1 1 0 0 0,-1-1 0 0 0,0 1 0 0 0,0-1 0 0 0,0 1 1 0 0,3 7-1 0 0,-5-5 84 0 0,1 1 1 0 0,-1-1-1 0 0,0 1 1 0 0,0-1-1 0 0,-1 1 0 0 0,0-1 1 0 0,0 1-1 0 0,0-1 1 0 0,-1 1-1 0 0,0-1 1 0 0,0 0-1 0 0,-1 0 1 0 0,1 0-1 0 0,-1 0 1 0 0,-1-1-1 0 0,-6 10 1 0 0,-8 8 346 0 0,0-1 0 0 0,-33 30 1 0 0,30-32-126 0 0,-90 78 743 0 0,37-35-654 0 0,69-59-369 0 0,-9 11 142 0 0,14-15-158 0 0,0 0 0 0 0,-1 1 0 0 0,1-1-1 0 0,0 0 1 0 0,0 1 0 0 0,-1-1-1 0 0,1 1 1 0 0,0-1 0 0 0,0 1-1 0 0,0-1 1 0 0,0 0 0 0 0,0 1 0 0 0,0-1-1 0 0,0 1 1 0 0,0-1 0 0 0,0 1-1 0 0,0-1 1 0 0,0 1 0 0 0,0-1 0 0 0,0 0-1 0 0,0 1 1 0 0,0-1 0 0 0,0 1-1 0 0,0-1 1 0 0,1 1 0 0 0,-1-1 0 0 0,0 0-1 0 0,0 1 1 0 0,0-1 0 0 0,1 1-1 0 0,-1-1 1 0 0,0 0 0 0 0,1 1 0 0 0,1 0 12 0 0,-1 0-1 0 0,0-1 1 0 0,1 1 0 0 0,0 0 0 0 0,-1-1 0 0 0,1 1 0 0 0,-1-1 0 0 0,1 1 0 0 0,0-1 0 0 0,-1 0 0 0 0,1 0 0 0 0,0 0 0 0 0,2 0 0 0 0,28-2 78 0 0,-25 1-113 0 0,47-6-1769 0 0,73-18 0 0 0,-8-6-6654 0 0,-95 24 5742 0 0,18-5-4697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24 112 3272 0 0,'-21'-21'17172'0'0,"20"21"-17052"0"0,1-1 0 0 0,0 1 1 0 0,0 0-1 0 0,0-1 0 0 0,-1 1 1 0 0,1 0-1 0 0,0-1 0 0 0,0 1 0 0 0,0 0 1 0 0,0-1-1 0 0,-1 1 0 0 0,1-1 1 0 0,0 1-1 0 0,0 0 0 0 0,0-1 0 0 0,0 1 1 0 0,0 0-1 0 0,0-1 0 0 0,0 1 1 0 0,0-1-1 0 0,0 1 0 0 0,0 0 0 0 0,1-1 1 0 0,-1 1-1 0 0,0-1 0 0 0,0 1 1 0 0,0 0-1 0 0,0-1 0 0 0,1 1 0 0 0,-1 0 1 0 0,0-1-1 0 0,0 1 0 0 0,0 0 1 0 0,1-1-1 0 0,-1 1 0 0 0,0 0 0 0 0,1-1 1 0 0,19-8 1354 0 0,32 0-1324 0 0,-47 8 146 0 0,104-11 178 0 0,49-7-4465 0 0,-55-2-9605 0 0,-82 16 6171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3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17 100 2556 0 0,'31'-91'23821'0'0,"-31"90"-23519"0"0,4-6 1530 0 0,-4 7-1781 0 0,0-1 0 0 0,1 1 0 0 0,-1 0 0 0 0,0 0 0 0 0,1 0 0 0 0,-1 1 0 0 0,0-1 0 0 0,0 0 0 0 0,1 0 0 0 0,-1 0 0 0 0,0 0 0 0 0,0 0 0 0 0,1 0-1 0 0,-1 0 1 0 0,0 0 0 0 0,0 0 0 0 0,0 1 0 0 0,1-1 0 0 0,-1 0 0 0 0,0 0 0 0 0,0 0 0 0 0,0 0 0 0 0,1 1 0 0 0,-1-1 0 0 0,0 0 0 0 0,0 0 0 0 0,0 1 0 0 0,0-1 0 0 0,0 0 0 0 0,0 0 0 0 0,1 0 0 0 0,-1 1 0 0 0,0-1 0 0 0,0 0 0 0 0,0 0 0 0 0,0 1 0 0 0,0-1 0 0 0,0 0 0 0 0,0 1 0 0 0,0-1 0 0 0,0 0 0 0 0,0 0 0 0 0,0 1-1 0 0,4 14 231 0 0,-1-1 0 0 0,-1 1-1 0 0,0 0 1 0 0,0 0 0 0 0,-2 0-1 0 0,0 1 1 0 0,-3 22-1 0 0,-24 112-928 0 0,19-114 486 0 0,2-8-1257 0 0,-12 59-3810 0 0,8-29-6781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2684 0 0,'7'-15'8165'0'0,"5"-31"10780"0"0,-14 57-18989 0 0,0 1 1 0 0,1 0-1 0 0,0-1 1 0 0,1 19-1 0 0,0-1-159 0 0,-4 92-2348 0 0,-3 44-3420 0 0,7-55-4005 0 0,2-69 1505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9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90 616 0 0,'2'-12'5479'0'0,"-1"6"-4408"0"0,0 1-1 0 0,1-1 1 0 0,-1 1 0 0 0,5-9 0 0 0,-4 11-857 0 0,-1 0-1 0 0,1 0 0 0 0,1 0 1 0 0,-1-1-1 0 0,0 2 0 0 0,1-1 1 0 0,3-3-1 0 0,-4 4-203 0 0,0 0-1 0 0,1 1 1 0 0,-1 0-1 0 0,0-1 1 0 0,1 1 0 0 0,-1 0-1 0 0,0 0 1 0 0,1 0-1 0 0,0 1 1 0 0,-1-1 0 0 0,1 0-1 0 0,-1 1 1 0 0,1 0-1 0 0,0 0 1 0 0,-1 0 0 0 0,1 0-1 0 0,0 0 1 0 0,-1 0-1 0 0,1 1 1 0 0,-1-1 0 0 0,1 1-1 0 0,0 0 1 0 0,-1 0-1 0 0,0 0 1 0 0,1 0 0 0 0,3 2-1 0 0,-2-1-6 0 0,-1 0-1 0 0,1 0 1 0 0,0 0-1 0 0,-1 1 1 0 0,0-1-1 0 0,1 1 1 0 0,-1 0-1 0 0,0 0 1 0 0,-1 0-1 0 0,1 0 1 0 0,0 0-1 0 0,-1 1 1 0 0,0-1-1 0 0,0 1 1 0 0,4 7-1 0 0,-5-6 14 0 0,0 1 0 0 0,1-1-1 0 0,-2 0 1 0 0,1 1 0 0 0,-1-1 0 0 0,1 0-1 0 0,-1 1 1 0 0,-1-1 0 0 0,1 1 0 0 0,-1-1-1 0 0,-1 6 1 0 0,-3 3 29 0 0,0 1 1 0 0,0-1-1 0 0,-1 0 0 0 0,-1-1 0 0 0,0 1 0 0 0,-1-1 1 0 0,-18 21-1 0 0,-4 0 116 0 0,-2-2 0 0 0,-56 45 0 0 0,-16 14 145 0 0,104-90-297 0 0,0-1 0 0 0,-1 0 0 0 0,1 0 0 0 0,0 0 0 0 0,0 1 0 0 0,-1-1 0 0 0,1 0 0 0 0,0 0 0 0 0,0 1 0 0 0,0-1 0 0 0,-1 0 0 0 0,1 1 0 0 0,0-1 0 0 0,0 0 0 0 0,0 1 0 0 0,0-1 0 0 0,0 0 0 0 0,0 1 0 0 0,0-1 0 0 0,0 0 0 0 0,0 1 0 0 0,0-1 0 0 0,0 0 0 0 0,0 1 0 0 0,0-1 0 0 0,0 0 0 0 0,0 1 0 0 0,0-1 0 0 0,0 0 0 0 0,0 0 0 0 0,0 1 0 0 0,0-1 0 0 0,0 0 0 0 0,1 1 0 0 0,-1-1 0 0 0,1 1 4 0 0,0-1-1 0 0,-1 1 0 0 0,1-1 0 0 0,0 1 1 0 0,0-1-1 0 0,0 0 0 0 0,-1 1 0 0 0,1-1 1 0 0,0 0-1 0 0,0 0 0 0 0,0 0 0 0 0,0 0 1 0 0,0 0-1 0 0,0 0 0 0 0,0 0 0 0 0,-1 0 1 0 0,1 0-1 0 0,1 0 0 0 0,661-76-917 0 0,-620 69-2021 0 0,-25 3-1962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43 104 0 0,'5'-12'24531'0'0,"1"9"-25372"0"0,217-2 896 0 0,-72-1-5558 0 0,-93 2 555 0 0,-21-3-1120 0 0,-17 2 1142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2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97 2048 0 0,'-9'-34'10355'0'0,"-5"-10"-2104"0"0,14 43-7844 0 0,0 0-347 0 0,-1 0 0 0 0,1 1 0 0 0,0-1-1 0 0,0 0 1 0 0,0 0 0 0 0,0 1 0 0 0,0-1 0 0 0,0 0-1 0 0,1 0 1 0 0,-1 1 0 0 0,0-1 0 0 0,0 0 0 0 0,0 1-1 0 0,1-1 1 0 0,-1-1 0 0 0,13 0 203 0 0,-1 1 1 0 0,0 0-1 0 0,1 0 1 0 0,-1 1-1 0 0,1 1 1 0 0,20 3-1 0 0,-14-1-115 0 0,-11-3-119 0 0,0 1-1 0 0,0 1 1 0 0,1 0 0 0 0,-1 0-1 0 0,0 0 1 0 0,-1 1 0 0 0,1 1-1 0 0,11 5 1 0 0,-17-7-26 0 0,0-1 0 0 0,0 1 1 0 0,0-1-1 0 0,0 1 0 0 0,0 0 0 0 0,0 0 1 0 0,-1-1-1 0 0,1 1 0 0 0,-1 1 0 0 0,1-1 0 0 0,-1 0 1 0 0,0 0-1 0 0,0 0 0 0 0,0 1 0 0 0,0-1 0 0 0,0 0 1 0 0,-1 1-1 0 0,1-1 0 0 0,-1 1 0 0 0,1-1 1 0 0,-1 1-1 0 0,0-1 0 0 0,0 1 0 0 0,0-1 0 0 0,0 1 1 0 0,0-1-1 0 0,-1 1 0 0 0,1-1 0 0 0,-1 1 0 0 0,0-1 1 0 0,-2 5-1 0 0,-2 6-5 0 0,-2 0 0 0 0,1 0 0 0 0,-2-1 0 0 0,0 0 0 0 0,0 0 0 0 0,-1-1 0 0 0,-13 13 0 0 0,-79 67-29 0 0,80-73 29 0 0,-202 155 827 0 0,180-141-690 0 0,42-31-87 0 0,1-1 1 0 0,-1 0-1 0 0,1 0 1 0 0,-1 1-1 0 0,0-1 1 0 0,1 1 0 0 0,-1-1-1 0 0,1 0 1 0 0,-1 1-1 0 0,1-1 1 0 0,-1 1-1 0 0,1-1 1 0 0,0 1 0 0 0,-1 0-1 0 0,1-1 1 0 0,0 1-1 0 0,-1-1 1 0 0,1 1-1 0 0,0 0 1 0 0,0-1-1 0 0,-1 1 1 0 0,1 0 0 0 0,0-1-1 0 0,0 1 1 0 0,0 0-1 0 0,0-1 1 0 0,0 2-1 0 0,0-1-2 0 0,1-1 1 0 0,0 1-1 0 0,-1-1 0 0 0,1 1 0 0 0,0 0 0 0 0,-1-1 0 0 0,1 0 0 0 0,0 1 0 0 0,0-1 0 0 0,-1 1 0 0 0,1-1 0 0 0,0 0 0 0 0,0 1 0 0 0,0-1 0 0 0,0 0 0 0 0,-1 0 1 0 0,2 0-1 0 0,37 2 542 0 0,165-30 216 0 0,-127 15-724 0 0,-27 5-276 0 0,114-18 768 0 0,-59 8-3549 0 0,-74 13-3164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71 1976 0 0,'-8'-8'7598'0'0,"7"8"-7677"0"0,-14-12 4735 0 0,14 11-4594 0 0,1 1 1 0 0,-1 0-1 0 0,1 0 1 0 0,0-1 0 0 0,-1 1-1 0 0,1 0 1 0 0,0-1-1 0 0,-1 1 1 0 0,1 0 0 0 0,0-1-1 0 0,-1 1 1 0 0,1-1-1 0 0,0 1 1 0 0,0 0 0 0 0,0-1-1 0 0,-1 1 1 0 0,1-1-1 0 0,0 1 1 0 0,0-1-1 0 0,0 1 1 0 0,0-1 0 0 0,0 1-1 0 0,0-1 1 0 0,0 1-1 0 0,0 0 1 0 0,0-1 0 0 0,0 1-1 0 0,0-1 1 0 0,0 1-1 0 0,0-1 1 0 0,0 1-1 0 0,1-1 1 0 0,-1 1 0 0 0,0 0-1 0 0,0-1 1 0 0,0 1-1 0 0,1-1 1 0 0,-1 1 0 0 0,0 0-1 0 0,1-1 1 0 0,-1 1-1 0 0,0-1 1 0 0,1 1-1 0 0,-1 0 1 0 0,0 0 0 0 0,1-1-1 0 0,9-4-54 0 0,0 0 1 0 0,1 1-1 0 0,-1 0 0 0 0,1 1 0 0 0,0 0 0 0 0,0 1 0 0 0,0 0 0 0 0,0 0 1 0 0,0 1-1 0 0,1 1 0 0 0,-1 0 0 0 0,0 0 0 0 0,0 1 0 0 0,1 1 0 0 0,-1 0 1 0 0,0 0-1 0 0,20 8 0 0 0,-28-8-9 0 0,0-1 0 0 0,-1 1 0 0 0,1-1 0 0 0,0 1 0 0 0,-1 0 1 0 0,1 0-1 0 0,-1 0 0 0 0,1 0 0 0 0,-1 0 0 0 0,0 0 0 0 0,0 1 0 0 0,0-1 0 0 0,0 1 0 0 0,0 0 0 0 0,-1-1 1 0 0,1 1-1 0 0,-1 0 0 0 0,2 5 0 0 0,-2-3 4 0 0,-1-1 0 0 0,1 1 0 0 0,-1 0 0 0 0,0 0 0 0 0,0-1 0 0 0,0 1 0 0 0,-1 0 0 0 0,1-1 0 0 0,-1 1 0 0 0,0 0 0 0 0,-3 5 0 0 0,-2 6 14 0 0,-1 0 1 0 0,-1-1-1 0 0,-1 0 1 0 0,0 0-1 0 0,-19 23 1 0 0,-4-3 256 0 0,-2-1 0 0 0,-60 48 0 0 0,32-29 235 0 0,54-47-379 0 0,-5 5 10 0 0,13-10-133 0 0,-1-1-1 0 0,1 0 0 0 0,0 0 0 0 0,0 0 0 0 0,0 1 1 0 0,0-1-1 0 0,-1 0 0 0 0,1 0 0 0 0,0 0 1 0 0,0 1-1 0 0,0-1 0 0 0,0 0 0 0 0,0 0 1 0 0,0 1-1 0 0,0-1 0 0 0,0 0 0 0 0,0 0 0 0 0,-1 1 1 0 0,1-1-1 0 0,0 0 0 0 0,0 0 0 0 0,0 1 1 0 0,0-1-1 0 0,1 0 0 0 0,-1 0 0 0 0,0 1 0 0 0,0-1 1 0 0,0 0-1 0 0,0 0 0 0 0,0 0 0 0 0,0 1 1 0 0,0-1-1 0 0,0 0 0 0 0,0 0 0 0 0,1 1 0 0 0,-1-1 1 0 0,0 0-1 0 0,0 0 0 0 0,0 0 0 0 0,0 1 1 0 0,1-1-1 0 0,-1 0 0 0 0,0 0 0 0 0,1 0 0 0 0,0 1-3 0 0,0-1 0 0 0,0 1 0 0 0,0-1 0 0 0,1 0 0 0 0,-1 1-1 0 0,0-1 1 0 0,0 0 0 0 0,1 0 0 0 0,-1 0 0 0 0,0 0 0 0 0,0 0-1 0 0,0 0 1 0 0,1 0 0 0 0,-1-1 0 0 0,2 1 0 0 0,1-1 4 0 0,433-29-1027 0 0,-363 29-703 0 0,-3 0-1608 0 0,-23-3-2185 0 0,-27 1 213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4:58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71 1336 0 0,'-13'-27'11304'0'0,"9"18"-9351"0"0,3 8-1816 0 0,1 0 0 0 0,-1 0 0 0 0,0 0 0 0 0,1 0 0 0 0,-1 0 0 0 0,1 0 0 0 0,-1 0 0 0 0,1 0 0 0 0,-1-1 0 0 0,1 1 0 0 0,0 0 0 0 0,0 0 0 0 0,0 0 0 0 0,-1-1 0 0 0,1 1 0 0 0,0 0 0 0 0,1 0 0 0 0,-1-1 0 0 0,0 1 0 0 0,0 0 0 0 0,0 0 1 0 0,1 0-1 0 0,-1 0 0 0 0,0-1 0 0 0,2-1 0 0 0,-1 3-132 0 0,0-1 1 0 0,1 1 0 0 0,-1-1-1 0 0,0 1 1 0 0,0 0 0 0 0,0-1-1 0 0,1 1 1 0 0,-1 0 0 0 0,0 0-1 0 0,0 0 1 0 0,1 0-1 0 0,-1 0 1 0 0,0 0 0 0 0,0 1-1 0 0,1-1 1 0 0,-1 0 0 0 0,2 1-1 0 0,23 7-12 0 0,-24-8 9 0 0,4 2-7 0 0,0 1 1 0 0,1-1-1 0 0,-1 1 0 0 0,-1 0 0 0 0,1 1 0 0 0,0-1 0 0 0,-1 1 0 0 0,1 0 1 0 0,-1 0-1 0 0,0 1 0 0 0,6 7 0 0 0,-8-8 5 0 0,-1-1 1 0 0,0 0-1 0 0,0 1 0 0 0,-1-1 1 0 0,1 1-1 0 0,-1 0 0 0 0,1 0 1 0 0,-1 0-1 0 0,0-1 1 0 0,0 1-1 0 0,-1 0 0 0 0,0 0 1 0 0,1 0-1 0 0,-1 0 0 0 0,0 0 1 0 0,-1 0-1 0 0,1 0 1 0 0,-1 0-1 0 0,1 0 0 0 0,-3 5 1 0 0,-2 5 5 0 0,-1 0 1 0 0,-1 0-1 0 0,0 0 1 0 0,0-1 0 0 0,-1 0-1 0 0,-1-1 1 0 0,0 0-1 0 0,-18 18 1 0 0,-7 3 418 0 0,-56 43 1 0 0,-89 59 1337 0 0,179-134-1756 0 0,0-1-1 0 0,0 1 0 0 0,0-1 1 0 0,0 0-1 0 0,0 1 0 0 0,0-1 1 0 0,0 0-1 0 0,1 1 0 0 0,-1-1 1 0 0,0 0-1 0 0,0 1 1 0 0,0-1-1 0 0,1 0 0 0 0,-1 0 1 0 0,0 1-1 0 0,0-1 0 0 0,1 0 1 0 0,-1 0-1 0 0,0 1 0 0 0,0-1 1 0 0,1 0-1 0 0,-1 0 1 0 0,0 0-1 0 0,1 1 0 0 0,-1-1 1 0 0,0 0-1 0 0,1 0 0 0 0,-1 0 1 0 0,1 0-1 0 0,-1 0 0 0 0,0 0 1 0 0,1 0-1 0 0,-1 0 1 0 0,0 0-1 0 0,1 0 0 0 0,0 0 1 0 0,14 5 49 0 0,-15-5-53 0 0,43 5 98 0 0,83-2 0 0 0,-52-3-83 0 0,419 26-2144 0 0,-405-21-623 0 0,-29 1-1261 0 0,-41-3-594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0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32 0 0,'86'-100'21300'0'0,"-85"101"-21229"0"0,0-1 1 0 0,0 0-1 0 0,0 0 0 0 0,0 1 1 0 0,0-1-1 0 0,0 0 0 0 0,0 1 1 0 0,0-1-1 0 0,-1 1 0 0 0,1-1 1 0 0,0 1-1 0 0,0 0 0 0 0,0-1 0 0 0,-1 1 1 0 0,1 0-1 0 0,0-1 0 0 0,-1 1 1 0 0,1 0-1 0 0,-1 0 0 0 0,1 0 1 0 0,-1 0-1 0 0,1 0 0 0 0,-1-1 1 0 0,1 1-1 0 0,-1 0 0 0 0,0 0 1 0 0,0 0-1 0 0,1 0 0 0 0,-1 0 1 0 0,0 2-1 0 0,2 34 783 0 0,-2-32-607 0 0,-2 26 143 0 0,-1 0 0 0 0,-2 0 0 0 0,-15 55 0 0 0,2-16-218 0 0,-7 18 16 0 0,13-49-158 0 0,11-35-328 0 0,-7 27-2019 0 0,5-12-4614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44 2024 0 0,'-2'0'3277'0'0,"-13"-2"2225"0"0,-12-3 2523 0 0,15 3-4245 0 0,29-2-3708 0 0,-1 0 1 0 0,1 2-1 0 0,0 0 0 0 0,19 0 0 0 0,13-1 7 0 0,28-5-67 0 0,-27 1-5548 0 0,-40 5 2220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167 130 452 0 0,'4'-15'3821'0'0,"2"-2"2214"0"0,13-30 1 0 0,-17 43-5624 0 0,0 1 0 0 0,0-1 1 0 0,0 0-1 0 0,1 0 0 0 0,0 1 1 0 0,-1 0-1 0 0,1-1 0 0 0,1 1 1 0 0,-1 0-1 0 0,0 1 0 0 0,1-1 1 0 0,5-3-1 0 0,-6 5-310 0 0,0 0-1 0 0,0 0 1 0 0,0 1 0 0 0,0-1-1 0 0,1 1 1 0 0,-1 0-1 0 0,0 0 1 0 0,0 0 0 0 0,0 0-1 0 0,0 0 1 0 0,7 2 0 0 0,31 11 555 0 0,-31-8-589 0 0,-1 0-1 0 0,0 0 0 0 0,0 1 0 0 0,0 1 0 0 0,0-1 1 0 0,-1 1-1 0 0,0 1 0 0 0,-1-1 0 0 0,13 17 0 0 0,-17-19-44 0 0,0 0-1 0 0,0-1 0 0 0,-1 1 1 0 0,1 0-1 0 0,-1 0 1 0 0,0 0-1 0 0,-1 1 0 0 0,1-1 1 0 0,-1 0-1 0 0,0 1 0 0 0,-1-1 1 0 0,1 0-1 0 0,-1 1 0 0 0,0-1 1 0 0,0 1-1 0 0,-1-1 0 0 0,1 1 1 0 0,-1-1-1 0 0,-1 0 0 0 0,1 1 1 0 0,-3 6-1 0 0,-4 4 30 0 0,0 0 1 0 0,-1 0-1 0 0,-1-1 1 0 0,0 0-1 0 0,-1-1 1 0 0,-1 0-1 0 0,0-1 1 0 0,-1 0-1 0 0,-24 19 0 0 0,-16 6 492 0 0,-77 43 0 0 0,70-45-247 0 0,6-4-26 0 0,51-29-210 0 0,2-3-49 0 0,1 1 0 0 0,0-1 0 0 0,-1 1 0 0 0,1-1 0 0 0,-1 1 0 0 0,1-1 0 0 0,0 1 0 0 0,-1-1 0 0 0,1 1 0 0 0,0-1 0 0 0,-1 1 0 0 0,1-1 0 0 0,0 1 0 0 0,0-1 0 0 0,0 1-1 0 0,0 0 1 0 0,-1-1 0 0 0,1 1 0 0 0,0 0 0 0 0,0 0 0 0 0,8 3 60 0 0,30 1 33 0 0,1-3 1 0 0,-1 0-1 0 0,57-7 0 0 0,-21 2-244 0 0,279-13-3008 0 0,-237 7-1746 0 0,-1-1-5518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2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166 145 1744 0 0,'-1'-2'1926'0'0,"-4"-6"-371"0"0,0 0 0 0 0,0-1 0 0 0,1 1 0 0 0,1-1 0 0 0,-1 1 0 0 0,-2-16 0 0 0,5 22-1457 0 0,1 0 0 0 0,-1 0-1 0 0,1 0 1 0 0,0-1-1 0 0,0 1 1 0 0,0 0 0 0 0,0 0-1 0 0,1 0 1 0 0,-1-1-1 0 0,1 1 1 0 0,-1 0-1 0 0,1 0 1 0 0,0 0 0 0 0,0 0-1 0 0,0 0 1 0 0,0 0-1 0 0,0 0 1 0 0,0 0 0 0 0,0 0-1 0 0,0 1 1 0 0,1-1-1 0 0,-1 0 1 0 0,1 1 0 0 0,0-1-1 0 0,-1 1 1 0 0,1-1-1 0 0,0 1 1 0 0,0 0-1 0 0,0 0 1 0 0,0 0 0 0 0,0 0-1 0 0,0 0 1 0 0,0 0-1 0 0,4 0 1 0 0,0-1-62 0 0,0 0 0 0 0,1 1 0 0 0,-1 0 0 0 0,1 0 0 0 0,-1 0 0 0 0,1 1-1 0 0,-1 0 1 0 0,1 0 0 0 0,-1 1 0 0 0,1 0 0 0 0,-1 0 0 0 0,1 1 0 0 0,-1-1 0 0 0,0 1 0 0 0,0 1 0 0 0,0-1 0 0 0,7 4 0 0 0,-9-3-30 0 0,-1-1 0 0 0,1 1 1 0 0,-1-1-1 0 0,1 1 0 0 0,-1 0 0 0 0,0 0 1 0 0,0 1-1 0 0,0-1 0 0 0,0 1 1 0 0,-1-1-1 0 0,1 1 0 0 0,-1 0 1 0 0,0 0-1 0 0,0 0 0 0 0,-1 0 0 0 0,1 0 1 0 0,-1 0-1 0 0,0 1 0 0 0,0-1 1 0 0,0 0-1 0 0,-1 1 0 0 0,1-1 1 0 0,-1 1-1 0 0,0-1 0 0 0,0 1 0 0 0,-2 4 1 0 0,0 2 16 0 0,-1 0 0 0 0,0 0 0 0 0,0 0 0 0 0,-2 0 0 0 0,1-1 0 0 0,-1 1-1 0 0,-1-1 1 0 0,-8 11 0 0 0,-6 7 327 0 0,-34 36-1 0 0,15-26 247 0 0,-45 35 0 0 0,-15 15 478 0 0,97-86-787 0 0,6 1 251 0 0,-3-2-525 0 0,-1-1 1 0 0,0 1-1 0 0,0-1 0 0 0,0 0 0 0 0,0 1 1 0 0,0-1-1 0 0,1 0 0 0 0,-1 1 1 0 0,0-1-1 0 0,0 0 0 0 0,0 0 0 0 0,1 1 1 0 0,-1-1-1 0 0,0 0 0 0 0,1 0 0 0 0,-1 1 1 0 0,0-1-1 0 0,1 0 0 0 0,-1 0 1 0 0,0 0-1 0 0,1 1 0 0 0,-1-1 0 0 0,0 0 1 0 0,1 0-1 0 0,-1 0 0 0 0,0 0 1 0 0,1 0-1 0 0,-1 0 0 0 0,0 0 0 0 0,1 0 1 0 0,-1 0-1 0 0,1 0 0 0 0,0 0 0 0 0,56 1 467 0 0,115-15-1 0 0,-73 3-390 0 0,360-34-1775 0 0,-442 43 356 0 0,4 1-3494 0 0,0-2-3511 0 0,-7 0 2631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3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77 3192 0 0,'-3'-31'22470'0'0,"4"30"-22414"0"0,-1 1-1 0 0,0-1 1 0 0,1 0-1 0 0,-1 0 1 0 0,1 0-1 0 0,-1 1 1 0 0,1-1-1 0 0,-1 0 1 0 0,1 1-1 0 0,0-1 1 0 0,-1 1-1 0 0,1-1 1 0 0,0 0-1 0 0,-1 1 1 0 0,1-1-1 0 0,0 1 1 0 0,0 0-1 0 0,-1-1 1 0 0,1 1-1 0 0,0 0 1 0 0,0-1-1 0 0,0 1 1 0 0,1 0-1 0 0,25-4 251 0 0,-20 3-233 0 0,163-16 168 0 0,-80 8-7954 0 0,-83 9 5285 0 0,0-2 1303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84 1856 0 0,'30'-69'19985'0'0,"-31"69"-19762"0"0,1-1 1 0 0,0 0-1 0 0,0 1 0 0 0,1-1 1 0 0,-1 0-1 0 0,0 1 1 0 0,0-1-1 0 0,0 0 1 0 0,0 1-1 0 0,0-1 0 0 0,1 1 1 0 0,3-6 2234 0 0,-4 6-2235 0 0,1-1 0 0 0,0 0 1 0 0,3 17 1787 0 0,-3 33-1109 0 0,-7 10-892 0 0,-3-1-1 0 0,-19 71 0 0 0,-6 36-4910 0 0,29-137 3322 0 0,-5 43-2503 0 0,8-23-4675 0 0,3-27-111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4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689 128 1740 0 0,'2'-14'6422'0'0,"5"-31"5699"0"0,-5 40-11258 0 0,-2 5-779 0 0,0-1 0 0 0,0 0 0 0 0,0 1 0 0 0,0-1 1 0 0,0 0-1 0 0,1 1 0 0 0,-1-1 0 0 0,0 0 0 0 0,0 1 1 0 0,1-1-1 0 0,-1 1 0 0 0,1-1 0 0 0,-1 0 0 0 0,0 1 1 0 0,1-1-1 0 0,-1 1 0 0 0,1-1 0 0 0,-1 1 0 0 0,1 0 1 0 0,0-1-1 0 0,-1 1 0 0 0,1-1 0 0 0,41-6 489 0 0,-1 1 0 0 0,70-1 0 0 0,-9 2-431 0 0,249-18 487 0 0,-336 21-616 0 0,1 2 1 0 0,23 1 0 0 0,-38 0-19 0 0,0-1 1 0 0,1 0-1 0 0,-1 1 1 0 0,0 0-1 0 0,0-1 1 0 0,1 1-1 0 0,-1 0 1 0 0,0-1-1 0 0,0 1 1 0 0,0 0-1 0 0,0 0 0 0 0,0 0 1 0 0,0 0-1 0 0,0 0 1 0 0,0 0-1 0 0,0 1 1 0 0,-1-1-1 0 0,1 0 1 0 0,0 0-1 0 0,-1 0 0 0 0,1 1 1 0 0,-1-1-1 0 0,1 0 1 0 0,-1 1-1 0 0,0-1 1 0 0,1 2-1 0 0,2 38 63 0 0,-3-38-32 0 0,-5 112 717 0 0,-23 128 0 0 0,8-91-352 0 0,-23 243 344 0 0,-73 573 471 0 0,-48 144 1125 0 0,73-266-1287 0 0,79-709-1044 0 0,-34 326 0 0 0,38-404 0 0 0,7-44 0 0 0,-2-1 0 0 0,1 0 0 0 0,1 0 0 0 0,-1 0 0 0 0,-1 0 0 0 0,1 1 0 0 0,0-3 0 0 0,2 0 0 0 0,-2-3 0 0 0,-1 2 0 0 0,2-1 0 0 0,-1-1 0 0 0,-2-1 0 0 0,-5-1 0 0 0,5-6 0 0 0,0 1 0 0 0,-1 0 0 0 0,1-1 0 0 0,0 0 0 0 0,-1 0 0 0 0,1-1 0 0 0,-8 1 0 0 0,-5 1 0 0 0,-17 3-53 0 0,-584 105-10330 0 0,530-89 2715 0 0,6 2-4591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5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2584 0 0,'-24'13'8354'0'0,"-1"2"1498"0"0,9-4-3843 0 0,59-13-6519 0 0,46-9-1 0 0,-7 1-2450 0 0,-6 8-1524 0 0,-27 7-3721 0 0,-31-1 484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 2376 0 0,'-91'41'20381'0'0,"107"-42"-19526"0"0,168-14-1057 0 0,8 0-3669 0 0,-18 6-4738 0 0,-81 3 83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9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94 2056 0 0,'22'-57'11488'0'0,"-7"20"-2635"0"0,-19 88-8141 0 0,-1-1 0 0 0,-3 0 0 0 0,-14 49-1 0 0,5-23-550 0 0,-10 98-3008 0 0,21-116-1904 0 0,1 1-4757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9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31 344 0 0,'-109'48'10351'0'0,"-32"15"-279"0"0,129-53-9002 0 0,12-10-1042 0 0,0 0-1 0 0,0 0 1 0 0,0 0-1 0 0,0 0 1 0 0,-1 0-1 0 0,1 0 1 0 0,0 0-1 0 0,0 1 0 0 0,0-1 1 0 0,0 0-1 0 0,-1 0 1 0 0,1 0-1 0 0,0 0 1 0 0,0 0-1 0 0,0 1 1 0 0,0-1-1 0 0,0 0 0 0 0,0 0 1 0 0,0 0-1 0 0,0 1 1 0 0,-1-1-1 0 0,1 0 1 0 0,0 0-1 0 0,0 0 1 0 0,0 0-1 0 0,0 1 1 0 0,0-1-1 0 0,0 0 0 0 0,0 0 1 0 0,0 0-1 0 0,0 1 1 0 0,0-1-1 0 0,0 0 1 0 0,0 0-1 0 0,0 0 1 0 0,0 1-1 0 0,1-1 0 0 0,-1 0 1 0 0,0 0-1 0 0,0 0 1 0 0,0 1-1 0 0,0-1 1 0 0,0 0-1 0 0,0 0 1 0 0,0 0-1 0 0,1 0 1 0 0,-1 0-1 0 0,0 1 0 0 0,0-1 1 0 0,0 0-1 0 0,0 0 1 0 0,0 0-1 0 0,1 0 1 0 0,-1 0-1 0 0,0 0 1 0 0,0 0-1 0 0,0 0 1 0 0,1 1-1 0 0,-1-1 0 0 0,0 0 1 0 0,0 0-1 0 0,0 0 1 0 0,0 0-1 0 0,1 0 1 0 0,-1 0-1 0 0,0 0 1 0 0,0 0-1 0 0,0 0 0 0 0,1-1 1 0 0,48 2 524 0 0,0-4-1 0 0,82-13 1 0 0,-64 7-388 0 0,-35 4-111 0 0,615-102 700 0 0,-578 88-2759 0 0,-66 18 1263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09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280 106 2992 0 0,'11'6'10884'0'0,"-8"-7"-10282"0"0,0 0 1 0 0,-1 0 0 0 0,1-1-1 0 0,-1 1 1 0 0,0-1-1 0 0,1 0 1 0 0,-1 0-1 0 0,0 0 1 0 0,0 0-1 0 0,0 0 1 0 0,-1 0 0 0 0,1 0-1 0 0,0-1 1 0 0,-1 1-1 0 0,2-4 1 0 0,0 1-99 0 0,-1 1 1 0 0,-1-1 0 0 0,1 1-1 0 0,-1-1 1 0 0,0 0 0 0 0,0 0-1 0 0,0 0 1 0 0,0-7 0 0 0,-2 10-465 0 0,0 0 0 0 0,0 0 0 0 0,-1 0 0 0 0,1 0 0 0 0,-1 1 0 0 0,1-1 0 0 0,-1 0 1 0 0,1 1-1 0 0,-1-1 0 0 0,0 1 0 0 0,0 0 0 0 0,0 0 0 0 0,0 0 0 0 0,0 0 0 0 0,0 0 1 0 0,0 0-1 0 0,0 0 0 0 0,0 1 0 0 0,0-1 0 0 0,0 1 0 0 0,-3-1 0 0 0,-7 1-35 0 0,1 1 0 0 0,0 0 0 0 0,-1 1 0 0 0,1 0-1 0 0,0 1 1 0 0,0 0 0 0 0,0 0 0 0 0,0 1 0 0 0,1 1 0 0 0,0 0-1 0 0,0 0 1 0 0,0 1 0 0 0,0 1 0 0 0,1-1 0 0 0,-14 15 0 0 0,11-11-20 0 0,1 0 1 0 0,1 1 0 0 0,0 1 0 0 0,0 0 0 0 0,1 0 0 0 0,1 1 0 0 0,0 0 0 0 0,1 1 0 0 0,0-1 0 0 0,1 1-1 0 0,-7 24 1 0 0,12-34-3 0 0,0 1 0 0 0,0 0 0 0 0,1 0 0 0 0,0-1-1 0 0,0 1 1 0 0,0 0 0 0 0,0 0 0 0 0,1-1 0 0 0,0 1 0 0 0,0 0-1 0 0,0-1 1 0 0,0 1 0 0 0,1 0 0 0 0,2 5 0 0 0,-2-8 10 0 0,-1 0 0 0 0,0 0 0 0 0,1 0 0 0 0,-1 0 0 0 0,1-1 0 0 0,-1 1 1 0 0,1 0-1 0 0,0-1 0 0 0,0 1 0 0 0,0-1 0 0 0,0 0 0 0 0,0 0 0 0 0,0 0 1 0 0,0 0-1 0 0,0 0 0 0 0,0 0 0 0 0,0 0 0 0 0,1-1 0 0 0,-1 1 0 0 0,0-1 0 0 0,1 1 1 0 0,-1-1-1 0 0,0 0 0 0 0,1 0 0 0 0,-1 0 0 0 0,0 0 0 0 0,1-1 0 0 0,-1 1 1 0 0,0-1-1 0 0,0 1 0 0 0,4-2 0 0 0,4-2 10 0 0,0 0 1 0 0,0-1-1 0 0,-1 0 1 0 0,1-1-1 0 0,-1 1 1 0 0,-1-2-1 0 0,1 1 1 0 0,-1-1-1 0 0,0-1 1 0 0,0 1-1 0 0,12-18 1 0 0,2-6 27 0 0,37-66 0 0 0,-3-15 222 0 0,-55 110-290 0 0,3 17 246 0 0,-3-4-99 0 0,-2 0 0 0 0,1 0 0 0 0,-1 0 0 0 0,-1 0 0 0 0,-4 16 0 0 0,-1 7 34 0 0,-37 320 646 0 0,44-174-3395 0 0,4-138-608 0 0,2-1 0 0 0,13 52 0 0 0,-12-65-2979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11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77 1436 0 0,'-10'-19'10806'0'0,"-57"-26"-1671"0"0,66 44-8786 0 0,-33-11 935 0 0,30 13-1239 0 0,-21 2-35 0 0,0 2 0 0 0,1 0 1 0 0,-1 2-1 0 0,1 1 0 0 0,0 1 0 0 0,-36 18 1 0 0,50-20-8 0 0,0-1 1 0 0,1 2 0 0 0,0-1-1 0 0,0 1 1 0 0,1 1 0 0 0,0-1-1 0 0,0 1 1 0 0,1 1-1 0 0,0-1 1 0 0,0 1 0 0 0,1 1-1 0 0,1-1 1 0 0,0 1 0 0 0,0 0-1 0 0,-5 20 1 0 0,-3 15 258 0 0,3 1 0 0 0,-7 75 1 0 0,14-97-135 0 0,-34 665 3871 0 0,71 0-992 0 0,24 478-1346 0 0,-43-400-1661 0 0,-3-229 0 0 0,-10-440 0 0 0,-1 500 0 0 0,5-375 0 0 0,-6-221 0 0 0,0 0 0 0 0,0 0 0 0 0,1 0 0 0 0,-1 1 0 0 0,1-1 0 0 0,0 0 0 0 0,0 0 0 0 0,0 0 0 0 0,0-1 0 0 0,1 1 0 0 0,-1 0 0 0 0,1 0 0 0 0,-1-1 0 0 0,1 1 0 0 0,0-1 0 0 0,0 1 0 0 0,0-1 0 0 0,1 0 0 0 0,-1 0 0 0 0,1 0 0 0 0,-1 0 0 0 0,1 0 0 0 0,-1-1 0 0 0,1 1 0 0 0,0-1 0 0 0,0 1 0 0 0,0-1 0 0 0,0 0 0 0 0,0 0 0 0 0,0-1 0 0 0,0 1 0 0 0,6 0 0 0 0,4 0 0 0 0,1-1 0 0 0,0-1 0 0 0,0 0 0 0 0,-1-1 0 0 0,23-6 0 0 0,-28 6 0 0 0,81-23-3426 0 0,0-3 0 0 0,116-56 0 0 0,-133 50-4251 0 0,1-5-4731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2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462 152 776 0 0,'3'-4'1378'0'0,"-1"0"0"0"0,1 0 0 0 0,-1-1 0 0 0,0 1 0 0 0,0 0 0 0 0,0-1 0 0 0,-1 1-1 0 0,1-1 1 0 0,0-6 0 0 0,-2 7-857 0 0,1 0-1 0 0,-1-1 1 0 0,0 1-1 0 0,0 0 1 0 0,-1 0 0 0 0,1-1-1 0 0,-1 1 1 0 0,0 0-1 0 0,-2-7 1 0 0,2 8-467 0 0,-1 0 0 0 0,1 0 0 0 0,-1 0 1 0 0,0 0-1 0 0,0 0 0 0 0,0 0 0 0 0,0 0 1 0 0,0 1-1 0 0,-1-1 0 0 0,1 1 0 0 0,-1-1 1 0 0,1 1-1 0 0,-1 0 0 0 0,0 0 0 0 0,0 0 0 0 0,0 1 1 0 0,0-1-1 0 0,0 1 0 0 0,-1-1 0 0 0,1 1 1 0 0,0 0-1 0 0,-1 0 0 0 0,1 1 0 0 0,-1-1 1 0 0,1 1-1 0 0,-1 0 0 0 0,-3 0 0 0 0,-9 1-37 0 0,0 0 0 0 0,1 2 0 0 0,-1 0 0 0 0,0 1 0 0 0,1 0 0 0 0,0 1 0 0 0,0 1 1 0 0,0 1-1 0 0,0 0 0 0 0,1 0 0 0 0,-13 11 0 0 0,1 0-3 0 0,1 1 1 0 0,1 1-1 0 0,1 1 1 0 0,-35 40 0 0 0,53-54-8 0 0,-1 0 0 0 0,1 0 1 0 0,1 1-1 0 0,-1-1 1 0 0,1 1-1 0 0,0 0 0 0 0,1 0 1 0 0,0 1-1 0 0,0-1 0 0 0,-2 16 1 0 0,5-21-3 0 0,-1 0 1 0 0,1 0 0 0 0,0 0-1 0 0,0 0 1 0 0,0 1-1 0 0,1-1 1 0 0,-1 0 0 0 0,1 0-1 0 0,0 0 1 0 0,0 0 0 0 0,0 0-1 0 0,0 0 1 0 0,0 0-1 0 0,1-1 1 0 0,-1 1 0 0 0,1 0-1 0 0,0-1 1 0 0,0 1-1 0 0,0-1 1 0 0,0 0 0 0 0,0 1-1 0 0,0-1 1 0 0,1 0 0 0 0,-1 0-1 0 0,1 0 1 0 0,-1-1-1 0 0,1 1 1 0 0,0-1 0 0 0,0 1-1 0 0,0-1 1 0 0,0 0-1 0 0,0 0 1 0 0,4 1 0 0 0,4 0 11 0 0,1 0 0 0 0,-1 0 1 0 0,1-1-1 0 0,0 0 0 0 0,-1-1 1 0 0,1 0-1 0 0,0-1 1 0 0,0-1-1 0 0,-1 1 0 0 0,22-8 1 0 0,-18 5 4 0 0,0-2 1 0 0,0 0 0 0 0,0 0 0 0 0,-1-2-1 0 0,0 0 1 0 0,0 0 0 0 0,17-14-1 0 0,-16 8 103 0 0,0-1 0 0 0,0 0-1 0 0,-1-1 1 0 0,13-22 0 0 0,40-73 2943 0 0,-59 92-2335 0 0,-7 16-25 0 0,-10 21 407 0 0,-2 13-827 0 0,1 1 0 0 0,1-1 0 0 0,2 2 0 0 0,-6 56 0 0 0,9-23-452 0 0,5 92 0 0 0,25 64-3925 0 0,-13-149-90 0 0,2 0-3871 0 0,-6-31-2789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25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97 1140 0 0,'2'-3'590'0'0,"-1"0"0"0"0,0 0 0 0 0,0 0 0 0 0,0 0 0 0 0,0 0 0 0 0,0 0 0 0 0,-1 0 0 0 0,0-1 0 0 0,1 1 0 0 0,-1 0 0 0 0,-1 0 0 0 0,1-1 0 0 0,0 1 0 0 0,-1 0 0 0 0,1 0 0 0 0,-1 0 0 0 0,-2-6 0 0 0,2 7-95 0 0,-17 13 913 0 0,3 11-946 0 0,1 2 1 0 0,1 0 0 0 0,1 1-1 0 0,1 0 1 0 0,-9 32 0 0 0,13-37-319 0 0,0 0-74 0 0,0 0 0 0 0,2 0 0 0 0,0 1 1 0 0,2-1-1 0 0,0 1 0 0 0,1 0 0 0 0,1 0 0 0 0,2 0 0 0 0,1 21 1 0 0,0-32-49 0 0,-1-1 1 0 0,1 0-1 0 0,1 1 1 0 0,0-1-1 0 0,0-1 0 0 0,1 1 1 0 0,0 0-1 0 0,0-1 1 0 0,1 0-1 0 0,0 0 1 0 0,0 0-1 0 0,1 0 1 0 0,0-1-1 0 0,1 0 1 0 0,-1 0-1 0 0,1-1 1 0 0,1 0-1 0 0,-1 0 1 0 0,1-1-1 0 0,0 1 1 0 0,0-2-1 0 0,10 5 1 0 0,-6-4 24 0 0,0-1 1 0 0,0 0 0 0 0,0-1 0 0 0,0 0-1 0 0,1-1 1 0 0,-1-1 0 0 0,1 0 0 0 0,-1 0-1 0 0,1-1 1 0 0,0-1 0 0 0,-1 0 0 0 0,1-1 0 0 0,-1 0-1 0 0,15-5 1 0 0,-13 3-19 0 0,0-1 0 0 0,0-1-1 0 0,0 0 1 0 0,-1-1 0 0 0,0-1 0 0 0,-1 0-1 0 0,0 0 1 0 0,0-1 0 0 0,-1-1 0 0 0,0 0-1 0 0,17-20 1 0 0,-17 15-18 0 0,0-1 1 0 0,-2 0-1 0 0,0 0 0 0 0,0-1 1 0 0,-2 0-1 0 0,0-1 0 0 0,-1 0 1 0 0,0 0-1 0 0,-2 0 0 0 0,0-1 1 0 0,-1 1-1 0 0,-1-1 0 0 0,-1 0 1 0 0,-1 0-1 0 0,-1-19 0 0 0,-1 25-14 0 0,1 0 0 0 0,-2 1-1 0 0,0 0 1 0 0,0-1-1 0 0,-1 1 1 0 0,-1 0-1 0 0,0 1 1 0 0,0-1 0 0 0,-1 1-1 0 0,-9-12 1 0 0,9 14-1 0 0,-1 2 1 0 0,0-1 0 0 0,0 1 0 0 0,-1 0-1 0 0,0 0 1 0 0,0 1 0 0 0,-1 0 0 0 0,1 0-1 0 0,-1 1 1 0 0,0 0 0 0 0,-1 1 0 0 0,1 0-1 0 0,-18-4 1 0 0,15 5-221 0 0,0 1 0 0 0,-1 0 0 0 0,1 1 0 0 0,0 0 0 0 0,-1 1 0 0 0,1 0 0 0 0,-1 1 0 0 0,-19 4 0 0 0,22-3-440 0 0,1 1 0 0 0,-1 0 0 0 0,1 1-1 0 0,-16 7 1 0 0,20-8-201 0 0,-1 1 1 0 0,1-1-1 0 0,-1 1 0 0 0,1 1 0 0 0,0-1 1 0 0,1 1-1 0 0,-8 8 0 0 0,7-2-3437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2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351 166 1564 0 0,'0'-3'1856'0'0,"-1"-20"1985"0"0,1 16-2804 0 0,0 0 0 0 0,0 0-1 0 0,-1-1 1 0 0,0 1 0 0 0,0 0 0 0 0,-1 0 0 0 0,0 0-1 0 0,0 0 1 0 0,-6-11 0 0 0,7 19-940 0 0,-1-1 0 0 0,1 0 0 0 0,-1 0 0 0 0,0 0 0 0 0,1 1-1 0 0,-1-1 1 0 0,0 1 0 0 0,1-1 0 0 0,-1 1 0 0 0,1 0 0 0 0,-1 0 0 0 0,1-1 0 0 0,-2 3 0 0 0,-14 8 317 0 0,1 1 0 0 0,0 0 0 0 0,1 2 0 0 0,-26 29 0 0 0,-44 68 489 0 0,63-81-630 0 0,2 1 0 0 0,-23 49 0 0 0,37-66-215 0 0,0 0 1 0 0,1 0 0 0 0,1 0-1 0 0,0 1 1 0 0,1-1-1 0 0,1 1 1 0 0,0 0-1 0 0,0 0 1 0 0,2 15-1 0 0,0-22-14 0 0,1 0 0 0 0,0 0-1 0 0,1-1 1 0 0,0 1-1 0 0,0 0 1 0 0,0-1-1 0 0,1 0 1 0 0,0 1 0 0 0,1-1-1 0 0,0 0 1 0 0,0-1-1 0 0,0 1 1 0 0,7 7-1 0 0,-4-7 4 0 0,0 0 0 0 0,0 0 0 0 0,1-1 0 0 0,0 0 0 0 0,0-1 0 0 0,0 0 0 0 0,1 0 0 0 0,-1-1 0 0 0,16 6 0 0 0,-5-4 0 0 0,0-1 1 0 0,0-1-1 0 0,0-1 1 0 0,1-1-1 0 0,-1 0 1 0 0,1-2-1 0 0,-1 0 1 0 0,1-1 0 0 0,-1-1-1 0 0,23-5 1 0 0,-17 1-19 0 0,-1-1 0 0 0,0-2 0 0 0,0 0 0 0 0,-1-1 0 0 0,-1-1 0 0 0,1-2 0 0 0,-2 0 0 0 0,0-1 0 0 0,0-1 0 0 0,32-32 0 0 0,-39 34-15 0 0,-1-2-1 0 0,0 0 1 0 0,-1 0-1 0 0,-1-1 1 0 0,0-1-1 0 0,-1 0 1 0 0,-1 0-1 0 0,0-1 1 0 0,-2 0-1 0 0,0 0 1 0 0,-1-1-1 0 0,-1 0 1 0 0,0 0-1 0 0,2-29 1 0 0,-7 36-7 0 0,0-1 0 0 0,0 1 1 0 0,-1-1-1 0 0,-1 1 0 0 0,0 0 1 0 0,-1 0-1 0 0,0 0 0 0 0,-1 0 0 0 0,0 0 1 0 0,-1 1-1 0 0,0-1 0 0 0,-1 1 1 0 0,0 1-1 0 0,-1-1 0 0 0,0 1 1 0 0,-1 0-1 0 0,0 1 0 0 0,0-1 1 0 0,-14-10-1 0 0,11 11-292 0 0,0 0 1 0 0,0 1 0 0 0,-1 0-1 0 0,0 1 1 0 0,-1 1-1 0 0,0 0 1 0 0,0 0-1 0 0,0 2 1 0 0,0-1-1 0 0,-1 2 1 0 0,1 0 0 0 0,-1 0-1 0 0,0 1 1 0 0,0 1-1 0 0,0 0 1 0 0,0 1-1 0 0,-14 2 1 0 0,4 2-1026 0 0,1 0-1 0 0,0 2 1 0 0,-25 10 0 0 0,-27 13-5334 0 0,37-12 419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27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58 164 1116 0 0,'-2'1'4253'0'0,"0"0"-3928"0"0,-1 0 0 0 0,1 1 0 0 0,-1-1 0 0 0,1 1 0 0 0,0-1 0 0 0,0 1 0 0 0,0 0 0 0 0,0 0 0 0 0,0 0 0 0 0,0 0 0 0 0,0 0 0 0 0,1 0 0 0 0,-3 4 0 0 0,1 0 8 0 0,0 1-1 0 0,0-1 0 0 0,0 1 1 0 0,1 0-1 0 0,-2 7 0 0 0,2 0-47 0 0,0 1-1 0 0,0-1 1 0 0,1 1-1 0 0,2 26 1 0 0,1-33-210 0 0,-1 1 0 0 0,1-1 0 0 0,1 0 1 0 0,0 0-1 0 0,0 0 0 0 0,0 0 0 0 0,1 0 0 0 0,0-1 1 0 0,1 1-1 0 0,0-1 0 0 0,0 0 0 0 0,0 0 0 0 0,1-1 0 0 0,0 0 1 0 0,0 0-1 0 0,0 0 0 0 0,1-1 0 0 0,0 0 0 0 0,0 0 1 0 0,1-1-1 0 0,10 6 0 0 0,-6-4 1 0 0,0-1 1 0 0,0-1 0 0 0,1 0-1 0 0,-1 0 1 0 0,1-1-1 0 0,0-1 1 0 0,0 0-1 0 0,0-1 1 0 0,0 0-1 0 0,0-1 1 0 0,0-1-1 0 0,0 0 1 0 0,22-4-1 0 0,-27 3-40 0 0,-1-1 0 0 0,1 0 0 0 0,0 0 0 0 0,-1-1 0 0 0,1 1-1 0 0,-1-2 1 0 0,0 1 0 0 0,-1-1 0 0 0,1 0 0 0 0,-1 0-1 0 0,0-1 1 0 0,7-8 0 0 0,-5 4-13 0 0,-1 1-1 0 0,0-2 1 0 0,-1 1 0 0 0,0-1-1 0 0,-1 0 1 0 0,0 0 0 0 0,6-22-1 0 0,-6 16-9 0 0,-2 0-1 0 0,0 0 1 0 0,-1 0-1 0 0,0 0 1 0 0,-2 0-1 0 0,0 0 1 0 0,-1 0-1 0 0,0 0 1 0 0,-1-1-1 0 0,-2 2 1 0 0,1-1-1 0 0,-7-17 1 0 0,6 27-1 0 0,1 0 0 0 0,-1 0-1 0 0,0 0 1 0 0,0 0 0 0 0,-1 1 0 0 0,0-1 0 0 0,0 1 0 0 0,0 0-1 0 0,-1 1 1 0 0,0 0 0 0 0,0 0 0 0 0,-1 0 0 0 0,1 0 0 0 0,-1 1-1 0 0,0 0 1 0 0,0 1 0 0 0,-14-6 0 0 0,17 8-113 0 0,-1-1 0 0 0,0 1 0 0 0,1 0-1 0 0,-1 1 1 0 0,0-1 0 0 0,1 1 0 0 0,-1 0 0 0 0,0 0 0 0 0,0 0 0 0 0,1 1 0 0 0,-1-1 0 0 0,0 1-1 0 0,1 1 1 0 0,-1-1 0 0 0,1 0 0 0 0,-1 1 0 0 0,1 0 0 0 0,0 0 0 0 0,0 0 0 0 0,0 1-1 0 0,0 0 1 0 0,0-1 0 0 0,0 1 0 0 0,1 1 0 0 0,-1-1 0 0 0,1 0 0 0 0,0 1 0 0 0,0 0 0 0 0,0-1-1 0 0,-4 9 1 0 0,6-10-440 0 0,-1 1 0 0 0,1 0 0 0 0,-1 0 0 0 0,1 0 0 0 0,0 0 0 0 0,0 0 0 0 0,1 0 0 0 0,-1 1 0 0 0,1-1 0 0 0,-1 0 0 0 0,1 4 0 0 0,1 6-4512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2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92 1608 0 0,'7'-5'1315'0'0,"0"0"0"0"0,-1 0-1 0 0,1-1 1 0 0,-1 0 0 0 0,0 0 0 0 0,-1-1-1 0 0,1 1 1 0 0,-1-1 0 0 0,-1-1-1 0 0,6-9 1 0 0,-10 16-1277 0 0,0 1 0 0 0,0-1 0 0 0,-1 0-1 0 0,1 1 1 0 0,0-1 0 0 0,0 1 0 0 0,0-1 0 0 0,-1 0 0 0 0,1 1-1 0 0,0-1 1 0 0,-1 1 0 0 0,1-1 0 0 0,0 1 0 0 0,-1-1 0 0 0,1 1-1 0 0,-1-1 1 0 0,1 1 0 0 0,-1-1 0 0 0,1 1 0 0 0,-1 0 0 0 0,1-1-1 0 0,-1 1 1 0 0,0 0 0 0 0,1-1 0 0 0,-1 1 0 0 0,1 0-1 0 0,-1 0 1 0 0,0 0 0 0 0,1-1 0 0 0,-1 1 0 0 0,0 0 0 0 0,1 0-1 0 0,-2 0 1 0 0,-5 0-6 0 0,0 1-1 0 0,0-1 1 0 0,0 1-1 0 0,-1 1 1 0 0,1-1-1 0 0,0 1 1 0 0,1 1-1 0 0,-1-1 1 0 0,0 1-1 0 0,1 0 1 0 0,-1 1-1 0 0,1-1 1 0 0,-9 7-1 0 0,-12 10 10 0 0,-36 35 1 0 0,61-53-35 0 0,-15 13 2 0 0,2 1 1 0 0,0 1-1 0 0,-18 25 1 0 0,28-35 2 0 0,0 1 1 0 0,1-1-1 0 0,0 1 1 0 0,0 0-1 0 0,1 0 0 0 0,0 1 1 0 0,0-1-1 0 0,1 0 0 0 0,0 1 1 0 0,1 0-1 0 0,-1 12 1 0 0,2-19-6 0 0,0 0 0 0 0,0-1 0 0 0,0 1 0 0 0,0-1 1 0 0,1 1-1 0 0,-1-1 0 0 0,0 1 0 0 0,1-1 0 0 0,-1 1 0 0 0,1-1 1 0 0,0 1-1 0 0,-1-1 0 0 0,1 0 0 0 0,0 1 0 0 0,0-1 1 0 0,0 0-1 0 0,0 0 0 0 0,0 0 0 0 0,0 1 0 0 0,0-1 0 0 0,2 1 1 0 0,0 0 0 0 0,-1-1 1 0 0,1 0 0 0 0,0 0 0 0 0,0 0 0 0 0,0 0-1 0 0,-1 0 1 0 0,1 0 0 0 0,0-1 0 0 0,0 0-1 0 0,5 1 1 0 0,1-1 5 0 0,-1-1 0 0 0,0 0 0 0 0,1 0 0 0 0,-1 0 0 0 0,0-1 0 0 0,0 0 0 0 0,10-5 0 0 0,0-2 10 0 0,0 0 1 0 0,0-2-1 0 0,-1 0 0 0 0,21-19 1 0 0,55-58 1808 0 0,-68 62-577 0 0,-22 23-1045 0 0,16-14 606 0 0,-11 16-481 0 0,-6 13-23 0 0,-9 34 586 0 0,-13 46 1 0 0,0 3-475 0 0,-28 117-93 0 0,31-142-386 0 0,9-40-811 0 0,-1 6-1691 0 0,4-1-3489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29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337 111 728 0 0,'-5'-1'602'0'0,"1"1"0"0"0,0-1 0 0 0,-1 1 0 0 0,1 0 0 0 0,-1 0 0 0 0,1 1-1 0 0,0-1 1 0 0,-1 1 0 0 0,1 0 0 0 0,0 0 0 0 0,-7 3 0 0 0,5-1 13 0 0,-1 1 0 0 0,1 0-1 0 0,0 0 1 0 0,1 0 0 0 0,-1 0 0 0 0,-8 10-1 0 0,-13 14 831 0 0,1 2 0 0 0,1 1 0 0 0,1 1-1 0 0,-23 42 1 0 0,35-51-1149 0 0,0 0 1 0 0,1 1-1 0 0,1 1 0 0 0,2 0 0 0 0,0 0 0 0 0,2 0 0 0 0,-5 36 0 0 0,11-49-206 0 0,-1 0 0 0 0,1 0 0 0 0,1 0 0 0 0,0 0 0 0 0,0-1 0 0 0,2 1 0 0 0,-1 0-1 0 0,1-1 1 0 0,1 1 0 0 0,0-1 0 0 0,1 0 0 0 0,0 0 0 0 0,1-1 0 0 0,12 20 0 0 0,-12-23-49 0 0,0 0 0 0 0,0 0 0 0 0,1 0 0 0 0,0-1 0 0 0,0 0 0 0 0,0-1 0 0 0,1 1 0 0 0,0-1 1 0 0,0 0-1 0 0,0-1 0 0 0,0 0 0 0 0,1-1 0 0 0,0 1 0 0 0,-1-2 0 0 0,1 1 0 0 0,1-1 0 0 0,-1-1 0 0 0,0 1 0 0 0,16-1 1 0 0,-14-1-28 0 0,1-1 1 0 0,0 0-1 0 0,-1-1 1 0 0,0 0-1 0 0,1-1 1 0 0,-1 0 0 0 0,0-1-1 0 0,0 0 1 0 0,0-1-1 0 0,-1 0 1 0 0,12-8-1 0 0,-8 4-6 0 0,-1-1 0 0 0,-1-1-1 0 0,1 0 1 0 0,-2 0 0 0 0,0-1-1 0 0,0-1 1 0 0,12-18-1 0 0,-9 8 3 0 0,-1 0 0 0 0,-1-1-1 0 0,-1 0 1 0 0,-1-1 0 0 0,-2 0-1 0 0,0 0 1 0 0,-1-1 0 0 0,-2 0 0 0 0,4-45-1 0 0,-7 36 39 0 0,-2 0 0 0 0,-2-1 0 0 0,-9-57-1 0 0,7 75-63 0 0,0 0 0 0 0,-1 0 0 0 0,-1 1 0 0 0,0-1 0 0 0,-2 1 0 0 0,0 0 1 0 0,-1 1-1 0 0,-18-26 0 0 0,25 39-5 0 0,0 0 1 0 0,-1 1 0 0 0,1-1 0 0 0,-1 1-1 0 0,0-1 1 0 0,0 1 0 0 0,0 0 0 0 0,0 0-1 0 0,0 0 1 0 0,0 0 0 0 0,0 1 0 0 0,-1-1 0 0 0,1 1-1 0 0,0 0 1 0 0,-1 0 0 0 0,1 0 0 0 0,-1 1-1 0 0,0-1 1 0 0,-4 0 0 0 0,5 2-104 0 0,0-1-1 0 0,0 0 1 0 0,0 1-1 0 0,0 0 1 0 0,0 0 0 0 0,0 0-1 0 0,0 0 1 0 0,0 0 0 0 0,0 0-1 0 0,1 1 1 0 0,-1-1 0 0 0,0 1-1 0 0,1 0 1 0 0,0 0 0 0 0,-1 0-1 0 0,1 0 1 0 0,0 0 0 0 0,0 1-1 0 0,0-1 1 0 0,0 1 0 0 0,0-1-1 0 0,1 1 1 0 0,-2 3 0 0 0,0-1-305 0 0,1 1-1 0 0,-1 0 1 0 0,1 0 0 0 0,1 0 0 0 0,-1 0 0 0 0,1 0 0 0 0,0 0 0 0 0,0 0 0 0 0,1 1 0 0 0,0-1 0 0 0,0 0 0 0 0,1 0 0 0 0,-1 0 0 0 0,1 1-1 0 0,3 7 1 0 0,-3-8-306 0 0,2 0-1 0 0,-1-1 1 0 0,0 1 0 0 0,1 0-1 0 0,0-1 1 0 0,0 0-1 0 0,1 0 1 0 0,0 0-1 0 0,7 8 1 0 0,5 2-3650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30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216 198 2380 0 0,'12'-26'12070'0'0,"-27"39"-11267"0"0,1 0-1 0 0,1 0 1 0 0,0 1 0 0 0,1 1-1 0 0,1 0 1 0 0,-15 24 0 0 0,13-18-339 0 0,-8 10 180 0 0,-29 61 0 0 0,43-76-516 0 0,0 1 0 0 0,1 1-1 0 0,0-1 1 0 0,2 1 0 0 0,-5 32-1 0 0,9-46-103 0 0,-1 0-1 0 0,1 0 1 0 0,0 0-1 0 0,0 0 0 0 0,1 0 1 0 0,-1 0-1 0 0,1 0 0 0 0,0 0 1 0 0,0 0-1 0 0,0 0 1 0 0,1 0-1 0 0,-1-1 0 0 0,1 1 1 0 0,0 0-1 0 0,0-1 0 0 0,0 0 1 0 0,0 1-1 0 0,1-1 1 0 0,-1 0-1 0 0,1 0 0 0 0,0 0 1 0 0,0-1-1 0 0,0 1 0 0 0,0-1 1 0 0,1 1-1 0 0,-1-1 1 0 0,0 0-1 0 0,1 0 0 0 0,0-1 1 0 0,-1 1-1 0 0,1-1 0 0 0,0 1 1 0 0,0-1-1 0 0,8 1 1 0 0,-1-1-8 0 0,1 1 1 0 0,0-1 0 0 0,-1-1 0 0 0,1 0 0 0 0,0-1 0 0 0,0 0-1 0 0,-1-1 1 0 0,1 0 0 0 0,-1-1 0 0 0,21-8 0 0 0,-15 3-4 0 0,-1-1 1 0 0,0 0-1 0 0,-1-2 0 0 0,0 0 1 0 0,0 0-1 0 0,-1-1 0 0 0,-1-1 1 0 0,0-1-1 0 0,0 0 1 0 0,-2 0-1 0 0,0-1 0 0 0,0 0 1 0 0,-2-1-1 0 0,13-27 1 0 0,-12 22-7 0 0,-2 1 1 0 0,0-1 0 0 0,-2-1 0 0 0,0 1 0 0 0,-1-1 0 0 0,-2 0 0 0 0,0-1 0 0 0,-1 1 0 0 0,-1 0-1 0 0,-1-1 1 0 0,-6-39 0 0 0,4 53 1 0 0,0 0 0 0 0,-1 1 1 0 0,0-1-1 0 0,0 1 0 0 0,-1-1 0 0 0,0 1 0 0 0,-1 0 0 0 0,1 0 0 0 0,-2 1 1 0 0,1 0-1 0 0,-1 0 0 0 0,0 0 0 0 0,-1 0 0 0 0,-9-7 0 0 0,12 11-133 0 0,0 1 1 0 0,0-1-1 0 0,0 1 0 0 0,0 0 0 0 0,0 0 0 0 0,0 0 0 0 0,-1 1 1 0 0,1-1-1 0 0,-1 1 0 0 0,1 0 0 0 0,-1 0 0 0 0,-8 0 1 0 0,9 2-224 0 0,-1-1 0 0 0,1 1 0 0 0,-1 0 0 0 0,1 0 0 0 0,0 0 0 0 0,0 0 0 0 0,-1 1 0 0 0,1 0 0 0 0,0 0 0 0 0,0 0 0 0 0,1 0 1 0 0,-1 0-1 0 0,0 1 0 0 0,1 0 0 0 0,-5 4 0 0 0,4-3-620 0 0,0 0-1 0 0,0 1 1 0 0,0-1 0 0 0,1 1 0 0 0,0-1 0 0 0,0 1-1 0 0,0 0 1 0 0,0 0 0 0 0,-2 8 0 0 0,2 0-3820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28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606 80 1304 0 0,'2'-4'796'0'0,"1"1"1"0"0,-1-1-1 0 0,0 0 0 0 0,0 0 0 0 0,0 0 1 0 0,0 0-1 0 0,0 0 0 0 0,-1 0 0 0 0,0 0 1 0 0,0-1-1 0 0,0 1 0 0 0,0 0 0 0 0,-1-1 0 0 0,0 1 1 0 0,0-6-1 0 0,0 9-740 0 0,0 1 0 0 0,0-1 0 0 0,-1 1 0 0 0,1 0 0 0 0,0-1 0 0 0,0 1 0 0 0,0-1 0 0 0,-1 1 0 0 0,1 0 0 0 0,0-1 0 0 0,0 1 0 0 0,-1 0 0 0 0,1-1 0 0 0,0 1 0 0 0,-1 0 0 0 0,1-1 0 0 0,0 1 0 0 0,-1 0 0 0 0,1 0 0 0 0,0-1 0 0 0,-1 1 0 0 0,1 0 0 0 0,-1 0 0 0 0,1 0 0 0 0,0 0 0 0 0,-1 0 0 0 0,1 0-1 0 0,-1-1 1 0 0,1 1 0 0 0,-1 0 0 0 0,1 0 0 0 0,0 0 0 0 0,-1 0 0 0 0,1 0 0 0 0,-1 0 0 0 0,1 1 0 0 0,-1-1 0 0 0,1 0 0 0 0,0 0 0 0 0,-1 0 0 0 0,1 0 0 0 0,-1 0 0 0 0,1 1 0 0 0,0-1 0 0 0,-1 0 0 0 0,1 0 0 0 0,0 1 0 0 0,-1-1 0 0 0,1 0 0 0 0,-1 1 0 0 0,-20 14 727 0 0,20-15-644 0 0,-26 26 622 0 0,1 1 0 0 0,2 0 0 0 0,-35 52 0 0 0,44-59-546 0 0,10-13-114 0 0,-92 134 1238 0 0,85-120-1214 0 0,1 0 1 0 0,0 0-1 0 0,2 1 0 0 0,0 0 1 0 0,-5 26-1 0 0,12-43-60 0 0,1 0-1 0 0,0 0 1 0 0,1 1-1 0 0,-1-1 1 0 0,1 0-1 0 0,0 0 1 0 0,1 1-1 0 0,-1-1 1 0 0,1 0-1 0 0,0 0 1 0 0,0 0-1 0 0,0 0 1 0 0,1 0-1 0 0,3 9 1 0 0,-2-11-18 0 0,-1 0 1 0 0,0 0-1 0 0,1 0 0 0 0,-1 0 1 0 0,1 0-1 0 0,0 0 0 0 0,0-1 1 0 0,0 1-1 0 0,0-1 0 0 0,0 0 1 0 0,1 0-1 0 0,-1 0 0 0 0,1 0 1 0 0,-1-1-1 0 0,1 0 1 0 0,0 1-1 0 0,-1-1 0 0 0,1 0 1 0 0,0-1-1 0 0,5 1 0 0 0,4 0 20 0 0,1-1 0 0 0,-1 0 0 0 0,0-1 0 0 0,1-1 0 0 0,-1 0 0 0 0,0-1 0 0 0,0 0-1 0 0,0-1 1 0 0,-1 0 0 0 0,1-1 0 0 0,-1-1 0 0 0,0 0 0 0 0,16-10 0 0 0,-5 0-18 0 0,0-1 1 0 0,-1 0 0 0 0,-1-2 0 0 0,0 0-1 0 0,23-30 1 0 0,-31 33-31 0 0,-1-1 0 0 0,0-1 0 0 0,-2 0 0 0 0,0-1 0 0 0,13-34 0 0 0,-19 43-27 0 0,0 0 0 0 0,-1-1-1 0 0,-1 1 1 0 0,0-1 0 0 0,0 1 0 0 0,-1-1 0 0 0,0 0 0 0 0,-1 0 0 0 0,-1 1 0 0 0,1-1-1 0 0,-2 0 1 0 0,-4-20 0 0 0,3 24 1 0 0,0 1-1 0 0,0 0 1 0 0,-1-1-1 0 0,0 1 1 0 0,0 1 0 0 0,0-1-1 0 0,-1 0 1 0 0,0 1-1 0 0,0 0 1 0 0,0 0 0 0 0,-1 1-1 0 0,1-1 1 0 0,-1 1-1 0 0,0 1 1 0 0,0-1-1 0 0,-1 1 1 0 0,1 0 0 0 0,-1 0-1 0 0,0 1 1 0 0,-10-3-1 0 0,-2 0-318 0 0,0 1 0 0 0,0 1-1 0 0,0 1 1 0 0,-1 1-1 0 0,0 0 1 0 0,-25 3-1 0 0,-1 4-1301 0 0,1 1 0 0 0,0 3 0 0 0,-56 19-1 0 0,-125 63-8805 0 0,180-68 5749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30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375 146 1220 0 0,'3'-6'713'0'0,"1"1"0"0"0,-1-1-1 0 0,0 0 1 0 0,0 0 0 0 0,-1 0 0 0 0,0 0 0 0 0,0 0-1 0 0,0-1 1 0 0,-1 1 0 0 0,0-1 0 0 0,0 1-1 0 0,-1-1 1 0 0,1 1 0 0 0,-1-1 0 0 0,-1 1-1 0 0,0-8 1 0 0,0 12-629 0 0,0 1 0 0 0,1-1-1 0 0,-1 0 1 0 0,0 1-1 0 0,0-1 1 0 0,0 1 0 0 0,0-1-1 0 0,0 1 1 0 0,-1 0 0 0 0,1-1-1 0 0,0 1 1 0 0,-1 0 0 0 0,1 0-1 0 0,-1 0 1 0 0,1 0 0 0 0,-1 0-1 0 0,1 0 1 0 0,-1 0 0 0 0,0 0-1 0 0,1 1 1 0 0,-1-1 0 0 0,-3 0-1 0 0,-1 0 123 0 0,0-1-1 0 0,0 1 1 0 0,0 1-1 0 0,0-1 1 0 0,-7 1-1 0 0,-1 2 57 0 0,-1 0 0 0 0,1 1 0 0 0,0 0 0 0 0,0 1 0 0 0,0 1 0 0 0,1 0 1 0 0,-1 0-1 0 0,-24 16 0 0 0,20-10-66 0 0,1 1 1 0 0,0 1 0 0 0,0 1-1 0 0,1 0 1 0 0,-21 25-1 0 0,31-31-133 0 0,0-1-1 0 0,1 2 0 0 0,-1-1 0 0 0,2 0 0 0 0,-1 1 1 0 0,1 0-1 0 0,0 0 0 0 0,1 1 0 0 0,-4 16 0 0 0,6-22-46 0 0,1 0 0 0 0,-1 0 0 0 0,1 0 0 0 0,0 1 0 0 0,0-1 0 0 0,0 0 0 0 0,1 0 0 0 0,-1 0 0 0 0,1 0 0 0 0,0 0 0 0 0,0 0 0 0 0,1-1 0 0 0,-1 1 0 0 0,1 0 0 0 0,-1 0 0 0 0,1-1 0 0 0,0 1 0 0 0,1-1 0 0 0,-1 0 0 0 0,1 0 0 0 0,-1 1 0 0 0,1-2-1 0 0,0 1 1 0 0,0 0 0 0 0,0 0 0 0 0,5 2 0 0 0,-2-1 4 0 0,1-1 0 0 0,0 1 1 0 0,-1-1-1 0 0,1-1 0 0 0,0 1 0 0 0,1-1 0 0 0,-1 0 0 0 0,0-1 0 0 0,1 0 0 0 0,-1 0 0 0 0,1 0 1 0 0,-1-1-1 0 0,0 0 0 0 0,1-1 0 0 0,-1 1 0 0 0,1-2 0 0 0,-1 1 0 0 0,0-1 0 0 0,1 0 0 0 0,-1 0 0 0 0,0-1 1 0 0,0 0-1 0 0,11-7 0 0 0,2-2 42 0 0,-1-1 1 0 0,-1-1-1 0 0,0 0 0 0 0,-1-1 1 0 0,-1-1-1 0 0,23-28 1 0 0,44-67 2309 0 0,-80 106-2249 0 0,-2 3-98 0 0,-1 1 1 0 0,1 1 0 0 0,-1-1 0 0 0,1 0 0 0 0,0 0-1 0 0,0 0 1 0 0,-1 0 0 0 0,1 0 0 0 0,0 0 0 0 0,0 1-1 0 0,0-1 1 0 0,0 0 0 0 0,0 1 0 0 0,1-2 0 0 0,-1 13 272 0 0,-12 29 34 0 0,-47 155 147 0 0,-39 234 1 0 0,75-287-4713 0 0,19-112-1313 0 0,2 34 1 0 0,1-38-3203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31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716 103 592 0 0,'-15'-19'6871'0'0,"12"16"-6095"0"0,1 1 41 0 0,0-1-1 0 0,1 1 0 0 0,-1 0 1 0 0,0 0-1 0 0,1-1 1 0 0,-1 1-1 0 0,1-1 0 0 0,-1-2 1 0 0,3 3-636 0 0,1 1-1 0 0,0 0 1 0 0,0 0 0 0 0,0 0 0 0 0,-1 0-1 0 0,1 0 1 0 0,0 1 0 0 0,0-1 0 0 0,0 1-1 0 0,4-1 1 0 0,-6 1-129 0 0,88-16 938 0 0,1 4 0 0 0,99-1 0 0 0,-147 11-913 0 0,67-2 82 0 0,-94 4-146 0 0,1 1 1 0 0,0 1 0 0 0,-1 0 0 0 0,0 1 0 0 0,16 5 0 0 0,-26-6-9 0 0,0-1 0 0 0,0 1 0 0 0,0 0-1 0 0,0 0 1 0 0,0 1 0 0 0,0-1 0 0 0,-1 1 0 0 0,1 0 0 0 0,-1 0 0 0 0,0 0 0 0 0,0 0 0 0 0,0 1-1 0 0,0-1 1 0 0,2 5 0 0 0,-1-2 13 0 0,-2 0 0 0 0,1 0 0 0 0,-1 0 0 0 0,0 1 0 0 0,0-1 0 0 0,0 1 0 0 0,-1-1 0 0 0,1 12 0 0 0,-2 7 61 0 0,-1 0 1 0 0,-1 0-1 0 0,-1 1 0 0 0,-7 24 0 0 0,6-32-33 0 0,-47 222 373 0 0,-28 167 558 0 0,42 77 406 0 0,31 3-438 0 0,0 8-358 0 0,-9-138-59 0 0,-5 552 1095 0 0,46-244-547 0 0,-19-550-837 0 0,19 490 604 0 0,-27-449-430 0 0,-39 290 0 0 0,21-328 451 0 0,-48 156 0 0 0,65-268-864 0 0,-3 13 0 0 0,-2 1 0 0 0,-1-1 0 0 0,-17 33 0 0 0,22-48 0 0 0,0 1 0 0 0,0-1 0 0 0,0 0 0 0 0,-1 1 0 0 0,1-1 0 0 0,-1-1 0 0 0,0 1 0 0 0,0 0 0 0 0,-1-1 0 0 0,1 0 0 0 0,-1 0 0 0 0,1 0 0 0 0,-1-1 0 0 0,0 0 0 0 0,0 0 0 0 0,0 0 0 0 0,0 0 0 0 0,-1-1 0 0 0,-8 2 0 0 0,-32-2 1 0 0,1-1 0 0 0,-1-2 0 0 0,-58-11 0 0 0,22 3-281 0 0,-220-19-8600 0 0,87 9-1934 0 0,101 9 421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35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44 600 0 0,'-16'3'11081'0'0,"1"-1"-4364"0"0,27-5-3391 0 0,19-5-3143 0 0,-2 0-237 0 0,43-5 1 0 0,2-1-3669 0 0,-71 14 3283 0 0,0-1-1 0 0,0 0 1 0 0,0 1-1 0 0,0 0 1 0 0,0 0-1 0 0,0 0 1 0 0,0 0-1 0 0,0 0 1 0 0,0 0 0 0 0,0 1-1 0 0,4 1 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3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53 1264 0 0,'-41'37'16714'0'0,"60"-42"-15741"0"0,-5 2-692 0 0,25-10-123 0 0,1 2 0 0 0,0 2 0 0 0,59-5 0 0 0,-17 2-3841 0 0,-1-5-5077 0 0,-59 11 3743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8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652 52 240 0 0,'-452'-22'9574'0'0,"429"20"-9178"0"0,-12-2 4113 0 0,-59 2-1 0 0,91 2-4107 0 0,-27 2 1724 0 0,16 0-586 0 0,17 0-1432 0 0,0-1-1 0 0,0 1 1 0 0,1-1 0 0 0,-1 0-1 0 0,1 0 1 0 0,-1 0-1 0 0,1-1 1 0 0,-1 1 0 0 0,1-1-1 0 0,-1 0 1 0 0,1 0-1 0 0,-1 0 1 0 0,7-2 0 0 0,5 2 82 0 0,409-18 715 0 0,-136 2-733 0 0,2702 43 242 0 0,-1921 35-376 0 0,-790-45-54 0 0,-159-7-8 0 0,104 3 97 0 0,-138-7 93 0 0,-57-2-35 0 0,-26-4-158 0 0,13 2 194 0 0,-12-2-141 0 0,-2 1 6 0 0,0-1 0 0 0,0 1 0 0 0,0-1 0 0 0,0 0 0 0 0,0 0 0 0 0,0 0 0 0 0,0 0 0 0 0,-1-1 0 0 0,1 1 0 0 0,0 0 0 0 0,0-1 0 0 0,0 1 0 0 0,0-1 0 0 0,3-1 0 0 0,-4 1-401 0 0,-2-3-1049 0 0,1 2 1035 0 0,-1 1 0 0 0,1-1 1 0 0,-1 0-1 0 0,0 0 0 0 0,1 0 1 0 0,-1 0-1 0 0,0 1 0 0 0,0-1 1 0 0,0 0-1 0 0,-1 1 1 0 0,1-1-1 0 0,0 1 0 0 0,0-1 1 0 0,-1 1-1 0 0,-1-2 0 0 0,-30-19-7082 0 0,31 20 6698 0 0,-30-15-8118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0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10 843 1556 0 0,'0'0'1562'0'0,"-10"39"6177"0"0,10-39-7691 0 0,0 1 0 0 0,0 0 0 0 0,1-1 0 0 0,-1 1 0 0 0,0 0 0 0 0,0-1 0 0 0,1 1 0 0 0,-1 0 0 0 0,1-1 0 0 0,-1 1 0 0 0,0-1 0 0 0,1 1 0 0 0,-1-1 0 0 0,1 1 0 0 0,-1-1 0 0 0,1 1 0 0 0,-1-1 0 0 0,1 1 0 0 0,0-1 1 0 0,-1 0-1 0 0,1 1 0 0 0,-1-1 0 0 0,1 0 0 0 0,0 1 0 0 0,-1-1 0 0 0,1 0 0 0 0,0 0 0 0 0,0 0 0 0 0,-1 0 0 0 0,2 0 0 0 0,0 0 18 0 0,-1 0 1 0 0,1-1-1 0 0,0 1 0 0 0,0-1 1 0 0,-1 0-1 0 0,1 1 1 0 0,0-1-1 0 0,-1 0 1 0 0,1 0-1 0 0,-1 0 0 0 0,3-2 1 0 0,4-4 94 0 0,-1 0 0 0 0,0-1 0 0 0,9-11 0 0 0,36-60 73 0 0,-4-3 1 0 0,52-118-1 0 0,-29 55-259 0 0,-20 39-41 0 0,38-70-52 0 0,-79 157 74 0 0,-9 16 26 0 0,0 0 1 0 0,1 0 0 0 0,-1 0-1 0 0,1-1 1 0 0,0 1 0 0 0,0 1-1 0 0,0-1 1 0 0,0 0 0 0 0,1 0-1 0 0,4-3 1 0 0,-6 6 13 0 0,-1-1 0 0 0,1 1 0 0 0,-1 0 0 0 0,1 0 1 0 0,0 0-1 0 0,-1 0 0 0 0,1 0 0 0 0,0 0 0 0 0,-1 0 0 0 0,1 0 0 0 0,-1 0 1 0 0,1 1-1 0 0,0-1 0 0 0,-1 0 0 0 0,1 0 0 0 0,0 0 0 0 0,-1 1 0 0 0,1-1 0 0 0,-1 0 1 0 0,1 1-1 0 0,-1-1 0 0 0,1 0 0 0 0,-1 1 0 0 0,1-1 0 0 0,-1 1 0 0 0,1-1 0 0 0,-1 1 1 0 0,1 0-1 0 0,11 15-13 0 0,-3 1 223 0 0,-1 1 0 0 0,-1 0 0 0 0,0 0 0 0 0,-1 1 0 0 0,6 33 0 0 0,6 101 1653 0 0,-15-123-1527 0 0,0 365 2353 0 0,-4-381-2627 0 0,-7 135 377 0 0,4-99-47 0 0,4-48-363 0 0,5-11-3741 0 0,-4 7 3272 0 0,0 0 0 0 0,-1 0 0 0 0,1 1 0 0 0,-1-1 0 0 0,1-3 0 0 0,11-35-6770 0 0,-9 23 2277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1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68 1036 0 0,'-3'0'2064'0'0,"-20"-2"1649"0"0,-30-1 3462 0 0,216-22-7087 0 0,-26 3-1786 0 0,-1 8-3931 0 0,-91 12 1284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20 804 228 0 0,'-18'88'11642'0'0,"17"-87"-11465"0"0,1 0 0 0 0,0 0 1 0 0,0 1-1 0 0,0-1 1 0 0,0 0-1 0 0,0 0 0 0 0,0 0 1 0 0,0 0-1 0 0,0 1 0 0 0,0-1 1 0 0,1 0-1 0 0,-1 0 0 0 0,0 0 1 0 0,1 0-1 0 0,0 2 0 0 0,-1-3-81 0 0,1 0 0 0 0,-1 1 0 0 0,0-1 0 0 0,1 0 0 0 0,-1 0-1 0 0,0 0 1 0 0,1 1 0 0 0,-1-1 0 0 0,0 0 0 0 0,1 0 0 0 0,-1 0 0 0 0,1 0-1 0 0,-1 0 1 0 0,0 0 0 0 0,1 0 0 0 0,-1 0 0 0 0,1 0 0 0 0,-1 0-1 0 0,0 0 1 0 0,1 0 0 0 0,-1 0 0 0 0,0 0 0 0 0,1 0 0 0 0,-1 0 0 0 0,1-1-1 0 0,-1 1 1 0 0,0 0 0 0 0,1 0 0 0 0,-1-1 0 0 0,3 0 99 0 0,0-1 1 0 0,0 0 0 0 0,0-1-1 0 0,-1 1 1 0 0,1 0-1 0 0,-1-1 1 0 0,0 0 0 0 0,4-4-1 0 0,36-67 95 0 0,-3-2 0 0 0,39-108 0 0 0,-50 116-230 0 0,165-376-148 0 0,-189 434 25 0 0,-3 7 38 0 0,0 1 0 0 0,-1 0-1 0 0,1 0 1 0 0,0-1 0 0 0,1 1-1 0 0,-1 0 1 0 0,0 0-1 0 0,1 0 1 0 0,-1 1 0 0 0,1-1-1 0 0,-1 0 1 0 0,1 0 0 0 0,2-1-1 0 0,-2 2-39 0 0,11 5-51 0 0,-11-3 108 0 0,0 1-1 0 0,0-1 0 0 0,0 0 1 0 0,0 1-1 0 0,0 0 0 0 0,-1-1 0 0 0,1 1 1 0 0,0 0-1 0 0,-1 0 0 0 0,0 0 0 0 0,1 0 1 0 0,-1 0-1 0 0,0 0 0 0 0,1 4 1 0 0,12 34-31 0 0,-12-34 34 0 0,11 47 82 0 0,-2 1 0 0 0,-2 1-1 0 0,2 92 1 0 0,-16 168 574 0 0,3-276-598 0 0,-5 90 157 0 0,7-79-1547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97 174 1608 0 0,'-57'-7'11614'0'0,"18"7"-6804"0"0,50-2-4769 0 0,0 0-1 0 0,1-1 0 0 0,-1 0 1 0 0,20-9-1 0 0,-5 1-402 0 0,122-48-4346 0 0,-55 10-1574 0 0,-52 24 1804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2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41 464 0 0,'0'-16'6245'0'0,"0"14"-5848"0"0,-5-21 6514 0 0,3 33-6233 0 0,-24 243 2528 0 0,-2-84-3035 0 0,18-130-1334 0 0,0 0-2180 0 0,6-13-2505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2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1892 0 0,'-23'51'17050'0'0,"22"-49"-16353"0"0,0 3 662 0 0,0-4-1316 0 0,1-1-1 0 0,0 0 0 0 0,0 0 1 0 0,-1 1-1 0 0,1-1 0 0 0,0 0 1 0 0,0 1-1 0 0,0-1 0 0 0,-1 0 0 0 0,1 1 1 0 0,0-1-1 0 0,0 1 0 0 0,0-1 1 0 0,0 0-1 0 0,0 1 0 0 0,0-1 1 0 0,0 1-1 0 0,0-1 0 0 0,0 0 1 0 0,0 1-1 0 0,0-1 0 0 0,0 1 0 0 0,0-1 1 0 0,0 0-1 0 0,0 1 0 0 0,0-1 1 0 0,0 0-1 0 0,0 1 0 0 0,1-1 1 0 0,-1 1-1 0 0,0-1 0 0 0,0 0 1 0 0,0 1-1 0 0,1-1 0 0 0,-1 0 0 0 0,17-1-340 0 0,-1-1-1 0 0,1-1 0 0 0,-1-1 1 0 0,26-8-1 0 0,32-8-6650 0 0,-47 12 768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2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25 112 0 0,'-35'29'7185'0'0,"-10"9"2555"0"0,20-15-6467 0 0,23-22-2996 0 0,2-1-248 0 0,0 1-1 0 0,-1-1 0 0 0,1 0 1 0 0,-1 0-1 0 0,1 1 0 0 0,-1-1 0 0 0,1 0 1 0 0,0 1-1 0 0,-1-1 0 0 0,1 0 1 0 0,0 1-1 0 0,-1-1 0 0 0,1 0 1 0 0,0 1-1 0 0,0-1 0 0 0,-1 1 1 0 0,1-1-1 0 0,0 0 0 0 0,0 1 1 0 0,0-1-1 0 0,-1 1 0 0 0,1 0-11 0 0,0-1-1 0 0,0 0 0 0 0,0 0 1 0 0,0 1-1 0 0,0-1 0 0 0,0 0 1 0 0,0 0-1 0 0,0 1 0 0 0,-1-1 1 0 0,1 0-1 0 0,0 0 0 0 0,0 1 1 0 0,0-1-1 0 0,0 0 0 0 0,1 0 1 0 0,-1 1-1 0 0,0-1 0 0 0,0 0 1 0 0,0 0-1 0 0,0 1 0 0 0,0-1 1 0 0,0 0-1 0 0,0 0 0 0 0,0 1 1 0 0,0-1-1 0 0,1 0 0 0 0,-1 0 0 0 0,0 0 1 0 0,0 1-1 0 0,0-1 0 0 0,0 0 1 0 0,1 0-1 0 0,-1 0 0 0 0,0 1 1 0 0,0-1-1 0 0,0 0 0 0 0,1 0 1 0 0,-1 0-1 0 0,0 0 0 0 0,0 0 1 0 0,1 0-1 0 0,-1 0 0 0 0,1 1 1 0 0,7-1-89 0 0,0 0 1 0 0,1-1-1 0 0,-1 1 1 0 0,0-1-1 0 0,1-1 1 0 0,-1 0-1 0 0,0 0 1 0 0,13-5-1 0 0,66-34-3922 0 0,-68 32 2838 0 0,66-35-5952 0 0,-38 20 485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3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219 259 1444 0 0,'-6'-23'10495'0'0,"3"6"-4829"0"0,-7 32-4517 0 0,0 18-102 0 0,2 1 0 0 0,-6 39-1 0 0,4-12-341 0 0,-129 470 2378 0 0,138-528-3016 0 0,-4 10 2162 0 0,5-12-2206 0 0,0-1 0 0 0,0 0-1 0 0,0 0 1 0 0,0 0-1 0 0,-1 0 1 0 0,1 1 0 0 0,0-1-1 0 0,0 0 1 0 0,0 0-1 0 0,0 0 1 0 0,0 0-1 0 0,-1 0 1 0 0,1 0 0 0 0,0 1-1 0 0,0-1 1 0 0,0 0-1 0 0,-1 0 1 0 0,1 0-1 0 0,0 0 1 0 0,0 0 0 0 0,0 0-1 0 0,-1 0 1 0 0,1 0-1 0 0,0 0 1 0 0,0 0-1 0 0,0 0 1 0 0,-1 0 0 0 0,1 0-1 0 0,0 0 1 0 0,0 0-1 0 0,0 0 1 0 0,-1 0-1 0 0,1 0 1 0 0,0 0 0 0 0,0-1-1 0 0,0 1 1 0 0,-1 0-1 0 0,1 0 1 0 0,0 0 0 0 0,0 0-1 0 0,0 0 1 0 0,0 0-1 0 0,0-1 1 0 0,-1 1-1 0 0,1 0 1 0 0,0 0 0 0 0,0 0-1 0 0,0 0 1 0 0,0-1-1 0 0,0 1 1 0 0,0 0-1 0 0,0 0 1 0 0,0 0 0 0 0,-1-1-1 0 0,1 1 1 0 0,0 0-1 0 0,-1-4 13 0 0,0 0 0 0 0,1 0 0 0 0,-1 1-1 0 0,1-1 1 0 0,0 0 0 0 0,0 0-1 0 0,0 0 1 0 0,0 0 0 0 0,1 0 0 0 0,-1 0-1 0 0,1 1 1 0 0,2-6 0 0 0,-2 1-26 0 0,15-62-307 0 0,3 1-1 0 0,48-118 1 0 0,80-122-186 0 0,-103 224 258 0 0,58-84-1 0 0,-101 168 218 0 0,14-19-149 0 0,-14 20 145 0 0,-1-1 1 0 0,1 0 0 0 0,0 1-1 0 0,-1-1 1 0 0,1 1-1 0 0,-1-1 1 0 0,1 1 0 0 0,0-1-1 0 0,-1 1 1 0 0,1 0 0 0 0,0-1-1 0 0,0 1 1 0 0,-1 0 0 0 0,1-1-1 0 0,0 1 1 0 0,0 0-1 0 0,0 0 1 0 0,-1 0 0 0 0,1 0-1 0 0,0-1 1 0 0,0 1 0 0 0,0 1-1 0 0,0-1 1 0 0,-1 0 0 0 0,1 0-1 0 0,0 0 1 0 0,1 1-1 0 0,2 2-11 0 0,1 1-1 0 0,-1 0 0 0 0,1 0 1 0 0,-1 0-1 0 0,-1 0 0 0 0,1 1 1 0 0,-1 0-1 0 0,1 0 0 0 0,-1 0 1 0 0,-1 0-1 0 0,1 0 0 0 0,-1 0 0 0 0,0 1 1 0 0,0-1-1 0 0,0 1 0 0 0,0 6 1 0 0,4 17-8 0 0,4 54 0 0 0,-10-81 33 0 0,-1 385 1367 0 0,-5-255-853 0 0,4-87-399 0 0,0 6 133 0 0,2-1-1 0 0,6 53 1 0 0,-6-102-265 0 0,0-1 0 0 0,0 1 1 0 0,0-1-1 0 0,1 0 0 0 0,-1 1 0 0 0,0-1 1 0 0,0 1-1 0 0,0-1 0 0 0,1 1 1 0 0,-1-1-1 0 0,0 0 0 0 0,1 1 0 0 0,-1-1 1 0 0,0 0-1 0 0,1 1 0 0 0,-1-1 1 0 0,1 0-1 0 0,-1 0 0 0 0,0 1 0 0 0,1-1 1 0 0,-1 0-1 0 0,1 0 0 0 0,-1 0 1 0 0,1 0-1 0 0,-1 1 0 0 0,1-1 0 0 0,-1 0 1 0 0,0 0-1 0 0,1 0 0 0 0,-1 0 1 0 0,1 0-1 0 0,-1 0 0 0 0,1 0 0 0 0,-1 0 1 0 0,1 0-1 0 0,-1 0 0 0 0,1-1 1 0 0,-1 1-1 0 0,1 0 0 0 0,-1 0 0 0 0,1 0 1 0 0,-1-1-1 0 0,20-8-1228 0 0,0-2-601 0 0,-1-1 0 0 0,0-2 1 0 0,-2 0-1 0 0,18-16 0 0 0,4-14-6536 0 0,-24 22 667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3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94 952 0 0,'-145'13'14321'0'0,"142"-13"-13983"0"0,-9 4 835 0 0,29-5-1370 0 0,0-1-1 0 0,-1 0 0 0 0,1-1 0 0 0,27-9 1 0 0,68-30-4381 0 0,-95 35 3548 0 0,27-12-2308 0 0,0-3-1108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3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45 2804 0 0,'-19'-36'13157'0'0,"13"28"-9764"0"0,2 15-3062 0 0,1 0 0 0 0,0 0 0 0 0,0 1-1 0 0,1 0 1 0 0,0-1 0 0 0,0 1 0 0 0,1 0-1 0 0,-1 14 1 0 0,0-1 184 0 0,-12 49 521 0 0,-27 83 0 0 0,26-103-884 0 0,-62 160-550 0 0,56-159-3114 0 0,17-39 1500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247 293 1428 0 0,'7'-4'21725'0'0,"-8"13"-21453"0"0,1-1 1 0 0,-1 0 0 0 0,-1 1-1 0 0,1-1 1 0 0,-1 0-1 0 0,-1 0 1 0 0,0 0-1 0 0,-6 12 1 0 0,1 2 229 0 0,-151 378 2231 0 0,135-343-2483 0 0,5-22 1150 0 0,18-33-737 0 0,0-2-636 0 0,1 1 1 0 0,-1-1 0 0 0,0 0 0 0 0,1 0-1 0 0,-1 0 1 0 0,0-1 0 0 0,1 1 0 0 0,-1 0-1 0 0,0 0 1 0 0,0 0 0 0 0,1 0 0 0 0,-1-1-1 0 0,0 1 1 0 0,1 0 0 0 0,-1-1 0 0 0,1 1-1 0 0,-1 0 1 0 0,0-1 0 0 0,1 1 0 0 0,-1-1-1 0 0,-2-10-33 0 0,2 0 1 0 0,-1 1-1 0 0,2-1 0 0 0,-1 0 0 0 0,1 0 1 0 0,1 0-1 0 0,0 0 0 0 0,4-14 0 0 0,24-87-645 0 0,-28 108 633 0 0,31-87-422 0 0,4 1-1 0 0,84-150 0 0 0,-80 169 225 0 0,57-74-1 0 0,-96 143 197 0 0,0 0 0 0 0,0 1 1 0 0,0 0-1 0 0,0-1 0 0 0,0 1 0 0 0,1-1 0 0 0,-1 1 1 0 0,1 0-1 0 0,-1 0 0 0 0,1 0 0 0 0,-1 0 0 0 0,1 0 1 0 0,0 0-1 0 0,0 0 0 0 0,-1 1 0 0 0,1-1 0 0 0,0 1 1 0 0,0-1-1 0 0,0 1 0 0 0,-1 0 0 0 0,1-1 0 0 0,0 1 1 0 0,0 0-1 0 0,0 0 0 0 0,0 1 0 0 0,2-1 1 0 0,-1 1 1 0 0,0 0 1 0 0,0 0-1 0 0,-1 1 1 0 0,1-1 0 0 0,0 1-1 0 0,-1 0 1 0 0,1-1-1 0 0,-1 1 1 0 0,0 0 0 0 0,1 1-1 0 0,-1-1 1 0 0,0 0-1 0 0,0 1 1 0 0,-1-1 0 0 0,3 4-1 0 0,8 16 66 0 0,-1 0-1 0 0,-1 0 1 0 0,-1 1-1 0 0,-1 0 1 0 0,-1 1-1 0 0,-1 0 1 0 0,4 33-1 0 0,5 175 1778 0 0,-23 41-227 0 0,7-260-1574 0 0,-4 141 469 0 0,5-142-493 0 0,0-2-26 0 0,0-8-225 0 0,16-6-1938 0 0,5-6-1365 0 0,-1-2-1 0 0,-1 0 1 0 0,34-28-1 0 0,-36 27-421 0 0,12-9-5727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14 2952 0 0,'-38'5'3889'0'0,"13"-2"-406"0"0,0 1 0 0 0,-34 9 0 0 0,57-12-2925 0 0,5 1-247 0 0,-3-2-304 0 0,1 1-1 0 0,-1-1 1 0 0,0 0-1 0 0,0 1 1 0 0,0-1-1 0 0,0 0 1 0 0,1 0 0 0 0,-1 1-1 0 0,0-1 1 0 0,0 0-1 0 0,1 0 1 0 0,-1 1-1 0 0,0-1 1 0 0,0 0-1 0 0,1 0 1 0 0,-1 0 0 0 0,0 0-1 0 0,1 1 1 0 0,-1-1-1 0 0,0 0 1 0 0,0 0-1 0 0,1 0 1 0 0,-1 0-1 0 0,0 0 1 0 0,1 0 0 0 0,-1 0-1 0 0,0 0 1 0 0,1 0-1 0 0,-1 0 1 0 0,0 0-1 0 0,1 0 1 0 0,-1 0-1 0 0,0 0 1 0 0,1 0 0 0 0,-1 0-1 0 0,1-1 1 0 0,204-8-918 0 0,4-17-8461 0 0,-147 16 3657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5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 2504 0 0,'-114'25'16565'0'0,"113"-25"-15901"0"0,-6 5 231 0 0,194-17-1140 0 0,-62-5-7775 0 0,-124 17 7917 0 0,16-3-3904 0 0,-1 1-1842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26 2536 0 0,'-163'70'16830'0'0,"163"-70"-16767"0"0,-1 0 0 0 0,1 0-1 0 0,0 0 1 0 0,-1 0 0 0 0,1 1-1 0 0,-1-1 1 0 0,1 0-1 0 0,-1 0 1 0 0,1 0 0 0 0,0 1-1 0 0,-1-1 1 0 0,1 0-1 0 0,0 1 1 0 0,-1-1 0 0 0,1 0-1 0 0,0 1 1 0 0,-1-1 0 0 0,1 0-1 0 0,0 1 1 0 0,0-1-1 0 0,-1 0 1 0 0,1 1 0 0 0,0-1-1 0 0,0 1 1 0 0,0 0 0 0 0,7 5 605 0 0,12 1-434 0 0,7-4-20 0 0,0-1-1 0 0,0-1 0 0 0,49-4 0 0 0,77-22-2087 0 0,13-17-3348 0 0,-57 8-1771 0 0,-55 15 736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5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11 1484 0 0,'-51'-7'10162'0'0,"38"7"-5589"0"0,100-3-3910 0 0,88 8-1 0 0,-61 0-518 0 0,-52-2-353 0 0,40 1-1513 0 0,-32-10-7300 0 0,-51 3 4691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5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 1428 0 0,'-24'-2'6112'0'0,"5"2"-1652"0"0,9 0-3341 0 0,7 0-280 0 0,-12 3 1084 0 0,12 1-1445 0 0,1-1 0 0 0,-1 1 1 0 0,1-1-1 0 0,0 1 0 0 0,0 0 1 0 0,0 0-1 0 0,1 0 0 0 0,-1 0 1 0 0,1 0-1 0 0,-2 8 0 0 0,-4 49 2538 0 0,4-33-2070 0 0,-27 421 2675 0 0,27-378-3387 0 0,2-54-1186 0 0,-1 60 2631 0 0,3-52-5730 0 0,1 0-5801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6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0 2536 0 0,'-49'6'6826'0'0,"-56"2"11397"0"0,152 1-17487 0 0,391 28-4 0 0,-320-29-616 0 0,45-1-559 0 0,-57-5-2933 0 0,-64-4-3641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37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10 109 1976 0 0,'0'0'9130'0'0,"-9"7"-5333"0"0,11-6-3634 0 0,1 1-1 0 0,0-1 0 0 0,0 0 0 0 0,0 0 0 0 0,-1 0 0 0 0,1 0 0 0 0,0 0 0 0 0,0 0 1 0 0,0-1-1 0 0,0 1 0 0 0,0-1 0 0 0,0 0 0 0 0,4 0 0 0 0,45-3 932 0 0,-50 3-1077 0 0,422-46 2302 0 0,159-11-1884 0 0,1511 37-237 0 0,-1882 28-201 0 0,1093 36 43 0 0,-918-34 9 0 0,474 2-11 0 0,-563-30 12 0 0,-125 5 17 0 0,-141 10-970 0 0,-15 1-4216 0 0,-32 6 1215 0 0,-8-1 147 0 0,-6-1-1633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7:58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 1772 0 0,'0'0'14295'0'0,"-4"-5"-13453"0"0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00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89 1192 0 0,'-1'-8'16213'0'0,"-1"7"-15841"0"0,-13 7 4197 0 0,14-5-4590 0 0,25-2 12 0 0,38 1 14 0 0,-2 1-26 0 0,-19-2 27 0 0,-21 2 18 0 0,1-2 0 0 0,0 0-1 0 0,-1-1 1 0 0,33-9 0 0 0,-48 10-14 0 0,8-5 20 0 0,4-4 8 0 0,-15 4-33 0 0,-1 2 16 0 0,1-2 9 0 0,-2 4-25 0 0,0-1 0 0 0,0 1 0 0 0,0-1 0 0 0,0 0 0 0 0,-1 1 0 0 0,1-1 0 0 0,-1 1 0 0 0,0-1 0 0 0,0 1 0 0 0,0-1 0 0 0,0 1 0 0 0,0 0 0 0 0,-2-3 0 0 0,2 4-35 0 0,-2 7-2014 0 0,4 5-2099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02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9 300 0 0,'0'0'2204'0'0,"2"-9"-3656"0"0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13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1332 0 0,'0'0'3836'0'0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1 684 0 0,'0'0'3032'0'0,"-11"1"-3108"0"0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17 432 0 0,'15'-3'1032'0'0,"-3"1"300"0"0,6-3-532 0 0,-2 2-332 0 0,-3-1-360 0 0,3 4-1704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6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16 0 0,'0'0'2296'0'0,"-17"4"-2596"0"0,10-1-804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6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0 732 0 0,'0'0'324'0'0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6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1 404 0 0,'0'0'4184'0'0,"-1"12"-2335"0"0,-1-2-1393 0 0,5 0-1548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7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1232 0 0,'0'0'4798'0'0,"1"5"-2889"0"0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8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20 112 0 0,'0'0'2501'0'0,"-1"-19"5088"0"0,0 20-8094 0 0,-1 2-194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28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21 1460 0 0,'0'0'1872'0'0,"-2"-11"685"0"0,1 1-2629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33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1 224 0 0,'0'0'1612'0'0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3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80 0 0,'1'10'9297'0'0,"-1"-10"-9352"0"0,0 0 0 0 0,0 0 0 0 0,0 1 0 0 0,0-1 1 0 0,0 0-1 0 0,0 0 0 0 0,0 1 0 0 0,0-1 0 0 0,0 0 0 0 0,0 0 0 0 0,0 1 1 0 0,0-1-1 0 0,0 0 0 0 0,0 0 0 0 0,0 0 0 0 0,0 1 0 0 0,-1-1 0 0 0,1 0 1 0 0,0 0-1 0 0,0 0 0 0 0,0 1 0 0 0,0-1 0 0 0,0 0 0 0 0,-1 0 0 0 0,1 0 1 0 0,0 0-1 0 0,0 1 0 0 0,0-1 0 0 0,-1 0 0 0 0,1 0 0 0 0,0 0 1 0 0,0 0-1 0 0,0 0 0 0 0,-1 0 0 0 0,1 0 0 0 0,0 0 0 0 0,0 0 0 0 0,-1 0 1 0 0,1 0-1 0 0,0 0 0 0 0,0 0 0 0 0,-1 0 0 0 0,1 0 0 0 0,0 0 0 0 0,0 0 1 0 0,-1 0-1 0 0,1 0 0 0 0,0 0 0 0 0,0 0 0 0 0,0 0 0 0 0,-1 0 0 0 0,1 0 1 0 0,0 0-1 0 0,0-1 0 0 0,0 1 0 0 0,-1 0 0 0 0,1 0 0 0 0,0 0 0 0 0,0 0 1 0 0,0-1-1 0 0,-1 1 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38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 60 0 0,'-4'-9'8757'0'0,"4"7"-8874"0"0,-2-1 400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39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1 488 0 0,'0'0'8541'0'0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40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14 524 0 0,'0'0'1160'0'0,"4"-8"-260"0"0,6 3-2352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41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2 388 0 0,'0'0'2924'0'0,"3"0"-2806"0"0,2-2-110 0 0,-4 2 6 0 0,-1 0 1 0 0,0 0 0 0 0,1 0 0 0 0,-1 1 0 0 0,0-1-1 0 0,0 0 1 0 0,1 0 0 0 0,-1 0 0 0 0,0 0 0 0 0,1 0-1 0 0,-1 0 1 0 0,0 0 0 0 0,0 1 0 0 0,1-1 0 0 0,-1 0-1 0 0,0 0 1 0 0,0 0 0 0 0,1 0 0 0 0,-1 1 0 0 0,0-1-1 0 0,0 0 1 0 0,0 0 0 0 0,1 1 0 0 0,-1-1 0 0 0,0 0-1 0 0,0 1 1 0 0,0-1 0 0 0,0 0 0 0 0,0 0 0 0 0,0 1-1 0 0,1-1 1 0 0,-1 0 0 0 0,0 1 0 0 0,0-1 0 0 0,0 0-1 0 0,0 1 1 0 0,0-1 0 0 0,0 0 0 0 0,0 1 0 0 0,0 1-1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48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0 720 0 0,'0'0'1560'0'0,"-2"19"-918"0"0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49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2 684 0 0,'0'0'3200'0'0,"15"-2"-3636"0"0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50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1 932 0 0,'0'0'4673'0'0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52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0 564 0 0,'15'7'5248'0'0,"-30"-7"-8656"0"0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53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 0 0,'0'0'3724'0'0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8:5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0 392 0 0,'0'0'2820'0'0,"-1"9"-2716"0"0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13 929 1940 0 0,'-8'22'5173'0'0,"4"12"-1986"0"0,4-34-3123 0 0,0 1 1 0 0,0-1-1 0 0,0 1 0 0 0,0 0 0 0 0,0-1 0 0 0,0 1 0 0 0,1 0 1 0 0,-1-1-1 0 0,0 1 0 0 0,0-1 0 0 0,1 1 0 0 0,-1-1 0 0 0,0 1 1 0 0,1-1-1 0 0,-1 1 0 0 0,0-1 0 0 0,1 1 0 0 0,-1-1 0 0 0,1 1 0 0 0,-1-1 1 0 0,1 0-1 0 0,-1 1 0 0 0,1-1 0 0 0,-1 0 0 0 0,1 1 0 0 0,0-1 1 0 0,-1 0-1 0 0,1 0 0 0 0,-1 0 0 0 0,1 1 0 0 0,0-1 0 0 0,-1 0 1 0 0,1 0-1 0 0,-1 0 0 0 0,1 0 0 0 0,0 0 0 0 0,-1 0 0 0 0,1 0 1 0 0,0 0-1 0 0,-1 0 0 0 0,1 0 0 0 0,-1-1 0 0 0,2 1 0 0 0,24-9 916 0 0,-24 9-959 0 0,8-5 134 0 0,1-1 1 0 0,-1 0-1 0 0,1-1 0 0 0,-2 0 0 0 0,1 0 1 0 0,10-12-1 0 0,47-55 33 0 0,-53 58-146 0 0,27-36-49 0 0,-2-1 1 0 0,49-91-1 0 0,47-128-101 0 0,-8 16 20 0 0,-124 250 80 0 0,-1 1-1 0 0,1 0 1 0 0,1 0 0 0 0,-1 0 0 0 0,1 0 0 0 0,0 0 0 0 0,0 1-1 0 0,0-1 1 0 0,0 1 0 0 0,1 0 0 0 0,0 0 0 0 0,6-3 0 0 0,-10 7 23 0 0,-1 0 1 0 0,1 0 0 0 0,0 0 0 0 0,0 0-1 0 0,-1 0 1 0 0,1 0 0 0 0,0 0 0 0 0,0 0-1 0 0,0 0 1 0 0,-1 1 0 0 0,1-1 0 0 0,0 0-1 0 0,0 0 1 0 0,-1 1 0 0 0,1-1-1 0 0,0 1 1 0 0,-1-1 0 0 0,1 0 0 0 0,0 1-1 0 0,-1 0 1 0 0,1-1 0 0 0,-1 1 0 0 0,1-1-1 0 0,-1 1 1 0 0,1-1 0 0 0,-1 1 0 0 0,1 1-1 0 0,11 17 446 0 0,-4 3-78 0 0,-1 0 0 0 0,-1 1 0 0 0,0-1 0 0 0,3 44 0 0 0,-6-43-131 0 0,29 206 1316 0 0,28 207 710 0 0,-34-120-1356 0 0,-25-297-859 0 0,-1-18-701 0 0,-1-3-297 0 0,-4-28-3535 0 0,2 15 3370 0 0,-4-33-5724 0 0,1 17 177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4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92 104 1840 0 0,'-52'4'9740'0'0,"12"-1"-3974"0"0,59 0-5430 0 0,0-4-252 0 0,1-1 0 0 0,-1-1 1 0 0,1 0-1 0 0,33-11 0 0 0,-21 5-122 0 0,198-38-3684 0 0,-75 23-2615 0 0,-134 21 5052 0 0,22-4-3032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137 209 1432 0 0,'16'-9'16766'0'0,"-14"16"-16302"0"0,-1 1 1 0 0,-1-1 0 0 0,0 1 0 0 0,0 0-1 0 0,0-1 1 0 0,-1 1 0 0 0,0-1-1 0 0,-4 13 1 0 0,1 5 201 0 0,-107 579 2864 0 0,88-474-2934 0 0,19-123-559 0 0,0-14-48 0 0,1-16-43 0 0,14-82-1143 0 0,45-195 0 0 0,-55 295 1183 0 0,70-270-728 0 0,-52 215 572 0 0,3 1-1 0 0,44-84 1 0 0,-64 137 147 0 0,1 0 1 0 0,1 0 0 0 0,-1 1-1 0 0,1-1 1 0 0,0 1 0 0 0,0-1-1 0 0,1 1 1 0 0,-1 1 0 0 0,1-1-1 0 0,10-7 1 0 0,-2 9-9 0 0,-10 4 45 0 0,1 0 0 0 0,-1-1 0 0 0,0 1-1 0 0,1 0 1 0 0,-1 1 0 0 0,0-1 0 0 0,0 0 0 0 0,0 1-1 0 0,0 0 1 0 0,0 0 0 0 0,0 0 0 0 0,0 0 0 0 0,-1 0-1 0 0,1 1 1 0 0,-1-1 0 0 0,0 1 0 0 0,1-1 0 0 0,-1 1-1 0 0,0 0 1 0 0,-1 0 0 0 0,1 0 0 0 0,2 5 0 0 0,4 10 282 0 0,0 0 1 0 0,9 32 0 0 0,-16-46-253 0 0,38 148 1834 0 0,37 295 1 0 0,-57-158-916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104 129 372 0 0,'-52'12'13572'0'0,"12"-3"-5960"0"0,38-8-7049 0 0,-8 4 1484 0 0,30-6-1973 0 0,0-1 0 0 0,0-1 1 0 0,29-7-1 0 0,62-24-31 0 0,-70 21 0 0 0,21-5 14 0 0,-21 6-479 0 0,-1-1-1 0 0,41-19 0 0 0,-80 31 151 0 0,0 1-1 0 0,0-1 1 0 0,0 1 0 0 0,-1-1-1 0 0,1 1 1 0 0,0-1 0 0 0,-1 0-1 0 0,1 1 1 0 0,0-1 0 0 0,-1 0-1 0 0,1 1 1 0 0,-1-1-1 0 0,1 0 1 0 0,-1 0 0 0 0,1 0-1 0 0,-1 0 1 0 0,0 0 0 0 0,1 1-1 0 0,-1-1 1 0 0,0 0 0 0 0,0-1-1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36 804 0 0,'3'-15'5989'0'0,"4"-5"2748"0"0,-9 37-7974 0 0,-9 103-200 0 0,-2 29-2948 0 0,14-49-4661 0 0,2-66 2025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6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1396 0 0,'-22'24'17713'0'0,"13"-7"-13511"0"0,9-17-4159 0 0,0 1 0 0 0,0-1-1 0 0,0 0 1 0 0,0 0 0 0 0,0 1 0 0 0,0-1 0 0 0,1 0 0 0 0,-1 1-1 0 0,0-1 1 0 0,0 0 0 0 0,0 1 0 0 0,0-1 0 0 0,0 0 0 0 0,1 0-1 0 0,-1 1 1 0 0,0-1 0 0 0,0 0 0 0 0,0 0 0 0 0,1 1 0 0 0,-1-1-1 0 0,0 0 1 0 0,0 0 0 0 0,1 0 0 0 0,-1 1 0 0 0,0-1 0 0 0,0 0-1 0 0,1 0 1 0 0,-1 0 0 0 0,0 0 0 0 0,1 0 0 0 0,-1 1 0 0 0,5-1-72 0 0,0 1 0 0 0,0-1 1 0 0,0 0-1 0 0,0 0 0 0 0,8-2 1 0 0,-4 1 303 0 0,111-17-2467 0 0,-16 2-5174 0 0,-82 14 2872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6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23 2524 0 0,'-42'27'4842'0'0,"-64"47"6606"0"0,98-63-10546 0 0,7-11-887 0 0,1 0 0 0 0,0 1-1 0 0,0-1 1 0 0,0 0 0 0 0,0 1 0 0 0,0-1 0 0 0,0 0-1 0 0,0 1 1 0 0,0-1 0 0 0,0 0 0 0 0,0 1-1 0 0,0-1 1 0 0,0 0 0 0 0,0 1 0 0 0,0-1-1 0 0,0 0 1 0 0,0 0 0 0 0,0 1 0 0 0,0-1-1 0 0,0 0 1 0 0,1 1 0 0 0,-1-1 0 0 0,0 0-1 0 0,0 0 1 0 0,0 1 0 0 0,0-1 0 0 0,1 0-1 0 0,-1 0 1 0 0,0 1 0 0 0,0-1 0 0 0,1 0-1 0 0,-1 0 1 0 0,0 0 0 0 0,0 1 0 0 0,1-1-1 0 0,-1 0 1 0 0,0 0 0 0 0,1 0 0 0 0,-1 0-1 0 0,0 0 1 0 0,0 0 0 0 0,1 1 0 0 0,-1-1-1 0 0,0 0 1 0 0,1 0 0 0 0,-1 0 0 0 0,0 0-1 0 0,1 0 1 0 0,27 0-48 0 0,0 0-1 0 0,0-1 0 0 0,0-2 1 0 0,-1-1-1 0 0,31-8 0 0 0,3 0-612 0 0,221-40-3542 0 0,-93 14-2240 0 0,-78 15-143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67 1276 0 0,'15'-26'10604'0'0,"-15"25"-10444"0"0,0-1 0 0 0,0 0 1 0 0,0 0-1 0 0,-1 1 0 0 0,1-1 0 0 0,-1 0 0 0 0,0 0 0 0 0,1 1 0 0 0,-1-1 0 0 0,0 1 0 0 0,0-1 0 0 0,0 1 0 0 0,0-1 0 0 0,0 1 0 0 0,0-1 0 0 0,-1 1 0 0 0,1 0 0 0 0,0 0 0 0 0,-1-1 0 0 0,1 1 0 0 0,-1 0 0 0 0,1 0 0 0 0,-3 0 0 0 0,0-1-93 0 0,1 1-1 0 0,-1 0 1 0 0,0 0-1 0 0,-1 1 0 0 0,1-1 1 0 0,0 1-1 0 0,0 0 1 0 0,0 0-1 0 0,-7 1 0 0 0,-5 2-53 0 0,1 1 0 0 0,-1 1 0 0 0,1 0-1 0 0,0 1 1 0 0,0 0 0 0 0,1 1 0 0 0,0 1-1 0 0,0 1 1 0 0,0-1 0 0 0,1 2-1 0 0,-17 16 1 0 0,17-14-17 0 0,1 1-1 0 0,1 1 0 0 0,0 0 1 0 0,1 0-1 0 0,0 1 0 0 0,2 0 1 0 0,-1 1-1 0 0,2 0 0 0 0,0 0 1 0 0,1 0-1 0 0,0 1 0 0 0,-2 18 1 0 0,-4 26 31 0 0,3 1 0 0 0,-1 66 0 0 0,8-87 2 0 0,-34 650 330 0 0,22-358-244 0 0,-21 603 666 0 0,22-531-225 0 0,5-184-304 0 0,-7 709 1528 0 0,44-409-224 0 0,-23-430-1324 0 0,-6-87-224 0 0,1 9 36 0 0,0 1 0 0 0,1 0 0 0 0,0-1 0 0 0,8 25 0 0 0,-9-35-35 0 0,0 0 0 0 0,0 0 1 0 0,1-1-1 0 0,-1 1 0 0 0,1 0 0 0 0,-1-1 0 0 0,1 1 0 0 0,0-1 1 0 0,0 0-1 0 0,0 1 0 0 0,0-1 0 0 0,1 0 0 0 0,-1 0 1 0 0,0-1-1 0 0,1 1 0 0 0,0 0 0 0 0,-1-1 0 0 0,1 1 0 0 0,0-1 1 0 0,0 0-1 0 0,-1 0 0 0 0,1 0 0 0 0,0 0 0 0 0,0-1 1 0 0,0 1-1 0 0,0-1 0 0 0,6 0 0 0 0,26-3 49 0 0,-1-1 1 0 0,0-2-1 0 0,0-1 0 0 0,54-19 1 0 0,-47 13-62 0 0,89-25-371 0 0,210-66-2494 0 0,-121 20-3154 0 0,-163 58 1470 0 0,-5-1-2221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49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64 1660 0 0,'13'-44'10318'0'0,"-6"24"-5430"0"0,-10 61-2336 0 0,4 47 1 0 0,1-23-1417 0 0,-14 273 762 0 0,7-302-2039 0 0,2-8-2664 0 0,0-3-2737 0 0,2-4-2698 0 0,1-4 2367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44 137 1700 0 0,'10'-30'6150'0'0,"-2"-1"0"0"0,6-35-1 0 0,-14 64-5639 0 0,3-6 1733 0 0,-25 178 1277 0 0,13-81-2806 0 0,-34 280-1591 0 0,41-348-865 0 0,0 3-2999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2804 0 0,'52'-37'25354'0'0,"-56"240"-21008"0"0,-13 103-4053 0 0,3-59-2056 0 0,14-216-1468 0 0,0-2-1974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1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20 123 2392 0 0,'24'-31'12540'0'0,"-29"66"-11056"0"0,-26 140 829 0 0,27-140-2087 0 0,2 0 0 0 0,1 0 0 0 0,3 36 0 0 0,0-58-142 0 0,0-1 0 0 0,0 1 0 0 0,1-1 0 0 0,1 0 0 0 0,0 0 0 0 0,0-1 1 0 0,1 1-1 0 0,1-1 0 0 0,0 0 0 0 0,12 16 0 0 0,-16-23-5 0 0,1-1 0 0 0,0 1 0 0 0,0-1 1 0 0,1 0-1 0 0,-1 0 0 0 0,1 0 0 0 0,0 0 1 0 0,-1-1-1 0 0,1 1 0 0 0,0-1 0 0 0,1 0 0 0 0,-1 0 1 0 0,0-1-1 0 0,0 1 0 0 0,1-1 0 0 0,-1 0 0 0 0,1 0 1 0 0,-1 0-1 0 0,1-1 0 0 0,0 0 0 0 0,-1 0 1 0 0,1 0-1 0 0,-1 0 0 0 0,1-1 0 0 0,0 1 0 0 0,-1-1 1 0 0,0 0-1 0 0,1-1 0 0 0,-1 1 0 0 0,1-1 1 0 0,6-3-1 0 0,-1-1-10 0 0,0-1 1 0 0,-1 1 0 0 0,1-1-1 0 0,-1-1 1 0 0,0 0-1 0 0,-1 0 1 0 0,0-1-1 0 0,-1 0 1 0 0,1 0 0 0 0,-2-1-1 0 0,1 0 1 0 0,-1 0-1 0 0,-1-1 1 0 0,0 1-1 0 0,4-14 1 0 0,4-12-5 0 0,-3-1-1 0 0,0 0 1 0 0,5-51 0 0 0,-13 68-17 0 0,0 1 1 0 0,-1-1-1 0 0,-1 0 1 0 0,-1 0-1 0 0,0 0 0 0 0,-2 0 1 0 0,-5-21-1 0 0,6 33-77 0 0,-1 0 1 0 0,0 0-1 0 0,0 0 0 0 0,-1 0 0 0 0,0 0 1 0 0,-1 1-1 0 0,1 0 0 0 0,-8-8 0 0 0,8 10-73 0 0,0 1 0 0 0,-1 0-1 0 0,1 0 1 0 0,-1 0 0 0 0,0 1 0 0 0,0-1-1 0 0,0 1 1 0 0,-1 1 0 0 0,1-1-1 0 0,-1 1 1 0 0,1 0 0 0 0,-12-3-1 0 0,11 4-214 0 0,0 0 0 0 0,-1 1-1 0 0,1-1 1 0 0,0 1 0 0 0,-1 1-1 0 0,1-1 1 0 0,0 1-1 0 0,-1 0 1 0 0,1 1 0 0 0,0-1-1 0 0,0 1 1 0 0,-11 5 0 0 0,8-2-1186 0 0,-1 0 0 0 0,1 1 0 0 0,0 0 0 0 0,0 0 0 0 0,1 1 0 0 0,-14 13 0 0 0,7-4-4710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43 163 1444 0 0,'12'-25'10439'0'0,"-10"20"-8338"0"0,2-8 3179 0 0,-6 17-4445 0 0,-19 46-344 0 0,11-17-314 0 0,2-1-1 0 0,-8 65 1 0 0,14-78-147 0 0,1 0 0 0 0,1 0 0 0 0,1 0 0 0 0,0 0 0 0 0,2 0-1 0 0,7 32 1 0 0,-8-46-8 0 0,0 1 0 0 0,0-1 0 0 0,0 0 0 0 0,1 1 0 0 0,-1-1 0 0 0,1 0 0 0 0,0-1 0 0 0,1 1 0 0 0,-1 0 0 0 0,1-1 0 0 0,0 0 0 0 0,0 0 0 0 0,1 0-1 0 0,-1 0 1 0 0,1-1 0 0 0,-1 0 0 0 0,10 5 0 0 0,-8-6 3 0 0,0 1 0 0 0,1-1 0 0 0,-1-1 0 0 0,1 1 0 0 0,0-1 0 0 0,-1 0 0 0 0,1-1 0 0 0,0 1 0 0 0,0-1 0 0 0,-1-1 0 0 0,1 1 0 0 0,0-1 0 0 0,-1 0 0 0 0,13-5 0 0 0,-12 4 50 0 0,-1 0 1 0 0,0 0 0 0 0,0-1 0 0 0,0 0 0 0 0,0-1-1 0 0,-1 1 1 0 0,1-1 0 0 0,-1 0 0 0 0,0 0 0 0 0,0-1-1 0 0,0 1 1 0 0,7-11 0 0 0,-6 6 5 0 0,-1 0 1 0 0,0 1-1 0 0,0-2 0 0 0,-1 1 1 0 0,0 0-1 0 0,-1-1 1 0 0,4-17-1 0 0,-3 5-25 0 0,-2-1 0 0 0,0 1-1 0 0,-1 0 1 0 0,-1 0 0 0 0,-2-1 0 0 0,0 1 0 0 0,-5-23 0 0 0,2 25-58 0 0,0 1 0 0 0,-1 0 0 0 0,0 0 0 0 0,-14-26 0 0 0,14 34-14 0 0,0 1 1 0 0,-1 0-1 0 0,0 0 1 0 0,0 0-1 0 0,-1 1 1 0 0,0 0-1 0 0,-1 1 1 0 0,-16-13-1 0 0,21 18-88 0 0,0 1 0 0 0,0-1 0 0 0,0 1 0 0 0,-1 0-1 0 0,1 0 1 0 0,-1 0 0 0 0,1 0 0 0 0,-1 1 0 0 0,0 0 0 0 0,1 0 0 0 0,-1 0-1 0 0,0 0 1 0 0,0 1 0 0 0,0 0 0 0 0,0 0 0 0 0,0 0 0 0 0,0 1-1 0 0,1 0 1 0 0,-1 0 0 0 0,0 0 0 0 0,0 0 0 0 0,-7 4 0 0 0,8-3-272 0 0,0 0 1 0 0,0 1-1 0 0,0-1 0 0 0,1 1 1 0 0,-1 0-1 0 0,1 0 1 0 0,0 0-1 0 0,0 1 1 0 0,0-1-1 0 0,0 1 1 0 0,1-1-1 0 0,-1 1 0 0 0,1 0 1 0 0,0 0-1 0 0,0 0 1 0 0,0 1-1 0 0,1-1 1 0 0,-1 0-1 0 0,1 0 1 0 0,0 1-1 0 0,1-1 0 0 0,-1 1 1 0 0,1-1-1 0 0,0 7 1 0 0,2 23-5189 0 0,6-15 1284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2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125 315 964 0 0,'14'-45'22459'0'0,"-24"50"-22054"0"0,3 1-360 0 0,0 1 1 0 0,0 0 0 0 0,1 1 0 0 0,0 0-1 0 0,0 0 1 0 0,1 0 0 0 0,0 1 0 0 0,-4 9 0 0 0,-4 11 118 0 0,-10 33 0 0 0,13-31-99 0 0,-10 51 0 0 0,18-71-46 0 0,1-1-1 0 0,0 1 1 0 0,0-1 0 0 0,1 1-1 0 0,1-1 1 0 0,-1 1-1 0 0,2-1 1 0 0,4 20 0 0 0,-5-28-2 0 0,0 0 1 0 0,-1 0-1 0 0,1 0 1 0 0,0 0-1 0 0,0 0 0 0 0,0 0 1 0 0,1 0-1 0 0,-1-1 1 0 0,0 1-1 0 0,1 0 1 0 0,-1-1-1 0 0,1 1 1 0 0,-1-1-1 0 0,1 0 1 0 0,0 1-1 0 0,0-1 1 0 0,0 0-1 0 0,2 1 1 0 0,-1-1 2 0 0,0 0-1 0 0,1 0 1 0 0,-1 0 0 0 0,1-1 0 0 0,-1 1 0 0 0,1-1 0 0 0,-1 0 0 0 0,1 0 0 0 0,-1 0 0 0 0,5-1-1 0 0,4-2 31 0 0,0 0 0 0 0,-1 0 0 0 0,0-1 0 0 0,1 0 0 0 0,15-10 0 0 0,-8 3 32 0 0,-1-1 0 0 0,0-1 0 0 0,-1-1 0 0 0,0 0 0 0 0,-2-1 0 0 0,1-1 1 0 0,-2 0-1 0 0,0-1 0 0 0,-1-1 0 0 0,16-27 0 0 0,-19 27 134 0 0,-1 0 1 0 0,0-1-1 0 0,-1 0 0 0 0,-1 0 0 0 0,-1-1 1 0 0,-1 1-1 0 0,0-1 0 0 0,-2-1 0 0 0,0 1 1 0 0,-1 0-1 0 0,-2-28 0 0 0,0 39-179 0 0,-2 0 0 0 0,1 0 0 0 0,-1 0 0 0 0,0 0 0 0 0,-1 0 0 0 0,0 0 0 0 0,-1 1 0 0 0,0-1 0 0 0,0 1 0 0 0,-1 0 0 0 0,1 0 1 0 0,-2 0-1 0 0,1 1 0 0 0,-1 0 0 0 0,-8-8 0 0 0,5 7-536 0 0,-1 0 1 0 0,0 0-1 0 0,0 1 1 0 0,-14-7-1 0 0,9 6-2385 0 0,0 1-1 0 0,-30-8 1 0 0,28 9-3333 0 0,12 3 4251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3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18 180 1324 0 0,'0'0'14253'0'0,"2"14"-13117"0"0,-11 57 319 0 0,4-39-1073 0 0,1 0-1 0 0,2 0 0 0 0,3 55 1 0 0,0-79-349 0 0,0 1 0 0 0,1-1-1 0 0,-1 0 1 0 0,2 0 0 0 0,-1 0 0 0 0,1 0 0 0 0,0 0 0 0 0,1 0-1 0 0,0-1 1 0 0,0 0 0 0 0,0 0 0 0 0,1 0 0 0 0,0 0 0 0 0,1-1-1 0 0,-1 1 1 0 0,1-1 0 0 0,0-1 0 0 0,1 1 0 0 0,8 5 0 0 0,-6-6-1 0 0,1-1 0 0 0,0 0 0 0 0,0 0 0 0 0,0-1 0 0 0,0 0 0 0 0,0 0 1 0 0,1-1-1 0 0,-1-1 0 0 0,1 0 0 0 0,0 0 0 0 0,-1-1 0 0 0,21-2 1 0 0,-10-1 109 0 0,1-1 1 0 0,-1 0 0 0 0,0-1 0 0 0,-1-2 0 0 0,28-11-1 0 0,-34 11-30 0 0,0-1-1 0 0,0-1 1 0 0,-1 0-1 0 0,0-1 1 0 0,0 0-1 0 0,-1-1 1 0 0,-1 0-1 0 0,1-1 1 0 0,-2 0-1 0 0,0 0 0 0 0,-1-2 1 0 0,0 1-1 0 0,11-22 1 0 0,-12 17-23 0 0,0 0 0 0 0,-1 0 1 0 0,-1 0-1 0 0,-1-1 0 0 0,0 0 1 0 0,-2 0-1 0 0,0 0 0 0 0,-1-1 1 0 0,-1 1-1 0 0,-2-37 0 0 0,0 48-142 0 0,0 0-1 0 0,0 1 1 0 0,-1-1-1 0 0,0 0 0 0 0,0 1 1 0 0,0 0-1 0 0,-1 0 1 0 0,-1-1-1 0 0,1 2 1 0 0,-1-1-1 0 0,0 0 1 0 0,0 1-1 0 0,-1 0 0 0 0,0 0 1 0 0,0 0-1 0 0,0 0 1 0 0,-1 1-1 0 0,0 0 1 0 0,0 0-1 0 0,0 1 1 0 0,-1-1-1 0 0,0 1 0 0 0,1 1 1 0 0,-1-1-1 0 0,-1 1 1 0 0,1 0-1 0 0,0 1 1 0 0,-1 0-1 0 0,1 0 1 0 0,-1 1-1 0 0,1 0 0 0 0,-1 0 1 0 0,0 0-1 0 0,0 1 1 0 0,1 1-1 0 0,-11 1 1 0 0,9-1-407 0 0,0 0 0 0 0,1 2 0 0 0,-1-1 0 0 0,1 1 0 0 0,-1 0 0 0 0,1 0-1 0 0,0 1 1 0 0,1 0 0 0 0,-1 1 0 0 0,1 0 0 0 0,0 0 0 0 0,-7 6 0 0 0,7-4-850 0 0,0 0 0 0 0,1 0-1 0 0,0 1 1 0 0,0 0 0 0 0,0 0-1 0 0,-6 13 1 0 0,5-4-3320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3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240 260 2212 0 0,'-2'-38'8100'0'0,"-4"5"-3819"0"0,5 31-3797 0 0,1 2-436 0 0,-1-1 1 0 0,1 1-1 0 0,-1 0 1 0 0,0-1-1 0 0,1 1 1 0 0,-1 0-1 0 0,0 0 1 0 0,1 0 0 0 0,-1 0-1 0 0,0-1 1 0 0,1 1-1 0 0,-1 0 1 0 0,0 0-1 0 0,0 0 1 0 0,1 0-1 0 0,-1 1 1 0 0,0-1-1 0 0,1 0 1 0 0,-2 1-1 0 0,-16 12 301 0 0,1 1 0 0 0,0 1 0 0 0,1 0 0 0 0,1 1-1 0 0,1 1 1 0 0,-13 19 0 0 0,17-22-207 0 0,1 1 1 0 0,0 1-1 0 0,1 0 0 0 0,1 0 1 0 0,0 0-1 0 0,1 1 1 0 0,1 0-1 0 0,-4 23 0 0 0,8-36-88 0 0,1 0-1 0 0,0 1 0 0 0,-1-1 1 0 0,1 1-1 0 0,1-1 1 0 0,-1 1-1 0 0,1-1 0 0 0,-1 1 1 0 0,1-1-1 0 0,1 0 0 0 0,-1 1 1 0 0,0-1-1 0 0,1 0 0 0 0,0 0 1 0 0,0 0-1 0 0,3 4 0 0 0,-3-5 29 0 0,1 0 0 0 0,-1-1 0 0 0,1 1 0 0 0,0-1 0 0 0,0 0-1 0 0,0 1 1 0 0,0-1 0 0 0,0-1 0 0 0,0 1 0 0 0,0 0 0 0 0,1-1 0 0 0,-1 0 0 0 0,1 1-1 0 0,-1-1 1 0 0,1-1 0 0 0,-1 1 0 0 0,1 0 0 0 0,-1-1 0 0 0,8 0 0 0 0,1-1 34 0 0,-1 0-1 0 0,0-1 1 0 0,0 0 0 0 0,0-1 0 0 0,0 0 0 0 0,0-1 0 0 0,0 0 0 0 0,-1 0-1 0 0,0-1 1 0 0,0-1 0 0 0,0 0 0 0 0,0 0 0 0 0,-1-1 0 0 0,0 0 0 0 0,-1-1-1 0 0,0 0 1 0 0,12-14 0 0 0,-5 4-19 0 0,-1 0 1 0 0,-1-1-1 0 0,-1-1 0 0 0,0 0 0 0 0,-1-1 0 0 0,-2 0 0 0 0,12-36 1 0 0,-14 32-48 0 0,-1 1 1 0 0,-1-1 0 0 0,2-28 0 0 0,-6 45-50 0 0,-1-1 0 0 0,0 1 0 0 0,0-1 0 0 0,-1 1 0 0 0,0-1 0 0 0,0 1 0 0 0,-1 0 0 0 0,0-1 0 0 0,0 1 0 0 0,-1 0 0 0 0,0 0 0 0 0,-8-13 0 0 0,8 17-91 0 0,0 0 0 0 0,0 1 0 0 0,0-1 0 0 0,-1 1 0 0 0,1 0 0 0 0,-1 0 0 0 0,0 0 0 0 0,0 1 0 0 0,0-1 0 0 0,0 1 0 0 0,0 0 0 0 0,0 0 0 0 0,-1 0 0 0 0,1 1 0 0 0,-1-1 0 0 0,1 1 0 0 0,-1 0 0 0 0,0 0 0 0 0,1 1 0 0 0,-1 0 0 0 0,0 0 0 0 0,0 0 0 0 0,1 0 0 0 0,-1 0 0 0 0,0 1 0 0 0,-8 2 0 0 0,1 1-450 0 0,-1-1 0 0 0,1 2 1 0 0,1-1-1 0 0,-1 2 0 0 0,1-1 0 0 0,-1 2 1 0 0,2 0-1 0 0,-20 15 0 0 0,0 6-2697 0 0,2 1 0 0 0,-46 60 0 0 0,42-45-2754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4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67 254 1524 0 0,'0'0'4667'0'0,"-18"12"2670"0"0,10 3-6793 0 0,1 0-1 0 0,0 0 1 0 0,1 1-1 0 0,1-1 1 0 0,-5 21 0 0 0,8-26-476 0 0,1 0 0 0 0,0 0 0 0 0,0 0 0 0 0,1 0 0 0 0,0 0 0 0 0,0 0 0 0 0,1 0 0 0 0,1 0 0 0 0,0 0 0 0 0,4 12 0 0 0,-5-19 0 0 0,0-1-1 0 0,0 1 1 0 0,1 0-1 0 0,-1 0 1 0 0,1 0-1 0 0,0-1 0 0 0,0 1 1 0 0,0-1-1 0 0,0 1 1 0 0,0-1-1 0 0,0 0 1 0 0,1 0-1 0 0,-1 0 1 0 0,1 0-1 0 0,-1 0 1 0 0,7 2-1 0 0,-4-2 28 0 0,0 0 0 0 0,1 0 0 0 0,0-1 0 0 0,-1 0 0 0 0,1 0 0 0 0,0 0 0 0 0,0-1 0 0 0,9 0 0 0 0,2-1 117 0 0,0-2 0 0 0,0 0 0 0 0,0 0-1 0 0,-1-2 1 0 0,22-8 0 0 0,-20 5 30 0 0,-1-1 1 0 0,1 0-1 0 0,-2-1 0 0 0,1-1 0 0 0,-1-1 0 0 0,-1 0 0 0 0,0-1 0 0 0,-1 0 0 0 0,19-24 1 0 0,-24 26-85 0 0,-1 0 0 0 0,0 0 0 0 0,-1-1 1 0 0,0 0-1 0 0,-1 0 0 0 0,0 0 0 0 0,-1-1 1 0 0,0 0-1 0 0,-1 0 0 0 0,-1 0 0 0 0,0-1 1 0 0,-1 1-1 0 0,0-1 0 0 0,0-20 0 0 0,-3 28-127 0 0,1-1 0 0 0,-2 0-1 0 0,1 1 1 0 0,-1-1 0 0 0,0 1 0 0 0,0-1-1 0 0,0 1 1 0 0,-1 0 0 0 0,0 0-1 0 0,0 0 1 0 0,-1 0 0 0 0,0 1 0 0 0,0 0-1 0 0,0-1 1 0 0,0 1 0 0 0,-1 0-1 0 0,0 1 1 0 0,0-1 0 0 0,0 1 0 0 0,-9-5-1 0 0,-3-1-552 0 0,0 1-1 0 0,0 1 1 0 0,-1 1 0 0 0,0 0-1 0 0,-33-7 1 0 0,42 12-1388 0 0,-1 1-1 0 0,1 1 1 0 0,-14 0 0 0 0,17 0 590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5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1028 60 1096 0 0,'-14'-11'5258'0'0,"-1"0"0"0"0,-31-17 0 0 0,45 28-4772 0 0,-6-6 2116 0 0,18 4-2341 0 0,0 1 0 0 0,0 0 0 0 0,0 1 0 0 0,0 0 0 0 0,14 3 0 0 0,8-1-2 0 0,-17-2-173 0 0,185 11 526 0 0,-168-8-568 0 0,1 3 1 0 0,-1 0-1 0 0,62 22 1 0 0,-87-25-43 0 0,0 0 0 0 0,-1 1 0 0 0,1 0 0 0 0,-1 1 0 0 0,0 0 0 0 0,0 0 0 0 0,-1 0 0 0 0,1 1 0 0 0,-1 0 0 0 0,0 0 0 0 0,-1 0 0 0 0,1 1 0 0 0,-1 0 0 0 0,-1 0 0 0 0,8 13 0 0 0,-5-3 45 0 0,-1 1 0 0 0,0-1 0 0 0,-1 1 0 0 0,-1 0 0 0 0,-1 0 0 0 0,1 23 0 0 0,3 73 739 0 0,-5 0 0 0 0,-21 192-1 0 0,-64 225 1040 0 0,58-391-1381 0 0,-123 992 1737 0 0,143-108 759 0 0,15-843-2940 0 0,8 293 0 0 0,-39-2 0 0 0,14-420 0 0 0,-19 72 0 0 0,18-97 0 0 0,-1 0 0 0 0,-1-1 0 0 0,-1 0 0 0 0,-20 33 0 0 0,25-49 0 0 0,0-2 0 0 0,0 1 0 0 0,-1-1 0 0 0,0 0 0 0 0,-1 0 0 0 0,0-1 0 0 0,0 0 0 0 0,-1 0 0 0 0,1-1 0 0 0,-13 7 0 0 0,8-7 0 0 0,-1 0 0 0 0,0 0 0 0 0,0-1 0 0 0,0-1 0 0 0,-1 0 0 0 0,-23 2 0 0 0,-10-3 0 0 0,0-2 0 0 0,-1-3 0 0 0,-74-11 0 0 0,75 7 0 0 0,-53-5-845 0 0,-409-32-13028 0 0,458 41 7655 0 0,0-2-3209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301 531 332 0 0,'-27'-105'15098'0'0,"27"103"-14705"0"0,-1 2-382 0 0,1 0 1 0 0,0 0 0 0 0,0 0-1 0 0,0 0 1 0 0,0 0 0 0 0,0 0-1 0 0,0 0 1 0 0,0 0 0 0 0,0 0-1 0 0,-1 0 1 0 0,1 0 0 0 0,0 0-1 0 0,0 0 1 0 0,0 0-1 0 0,0 0 1 0 0,0 0 0 0 0,0 0-1 0 0,0 0 1 0 0,-1 0 0 0 0,1 0-1 0 0,0 0 1 0 0,0 0 0 0 0,0 0-1 0 0,0 0 1 0 0,0 0 0 0 0,0 0-1 0 0,0 0 1 0 0,0 0 0 0 0,-1 0-1 0 0,1 0 1 0 0,0 0-1 0 0,0 0 1 0 0,0 0 0 0 0,0 0-1 0 0,0-1 1 0 0,0 1 0 0 0,0 0-1 0 0,0 0 1 0 0,0 0 0 0 0,0 0-1 0 0,0 0 1 0 0,0 0 0 0 0,0 0-1 0 0,0 0 1 0 0,0-1 0 0 0,-1 1-1 0 0,1 0 1 0 0,0 0-1 0 0,0 0 1 0 0,0 0 0 0 0,0 0-1 0 0,0 0 1 0 0,0 0 0 0 0,0-1-1 0 0,0 1 1 0 0,0 0 0 0 0,1 0-1 0 0,-1 0 1 0 0,0 0 0 0 0,0 0-1 0 0,0 0 1 0 0,0 0-1 0 0,0-1 1 0 0,-5 10 190 0 0,-20 148 2365 0 0,-11 49 91 0 0,-85 262 2184 0 0,58-241-2676 0 0,52-194-259 0 0,9-31-1313 0 0,2-4-389 0 0,-2-4-155 0 0,0-1-1 0 0,1 1 1 0 0,0 0 0 0 0,1-1-1 0 0,-1 1 1 0 0,1-1 0 0 0,1-9-1 0 0,9-51-110 0 0,-7 47 16 0 0,89-485-1607 0 0,42 8 414 0 0,-12 177 552 0 0,-121 316 649 0 0,1 0 1 0 0,0 0-1 0 0,0 0 1 0 0,0 0-1 0 0,1 1 1 0 0,-1-1-1 0 0,1 1 1 0 0,0-1-1 0 0,0 1 1 0 0,0 0-1 0 0,6-5 1 0 0,-7 8 26 0 0,-1 0 1 0 0,0-1-1 0 0,0 1 1 0 0,1 0 0 0 0,-1 0-1 0 0,0 0 1 0 0,1 0-1 0 0,-1 0 1 0 0,0 0-1 0 0,1 0 1 0 0,-1 0-1 0 0,0 1 1 0 0,1-1-1 0 0,-1 1 1 0 0,0-1-1 0 0,0 0 1 0 0,0 1-1 0 0,1 0 1 0 0,-1-1 0 0 0,0 1-1 0 0,0 0 1 0 0,0 0-1 0 0,0-1 1 0 0,0 1-1 0 0,0 0 1 0 0,1 1-1 0 0,21 28-77 0 0,-11-7 82 0 0,-1 2 0 0 0,0-1 1 0 0,-2 2-1 0 0,-1-1 0 0 0,7 40 1 0 0,11 134 220 0 0,-7 239 1012 0 0,-10-138-651 0 0,-8-278-705 0 0,6 85-18 0 0,1-38-4162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6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180 213 2020 0 0,'-39'-3'4706'0'0,"-101"-3"10541"0"0,169-1-14798 0 0,-8 1-356 0 0,115-26-1128 0 0,138-52 0 0 0,-180 49-1748 0 0,-35 6-2684 0 0,-46 18 115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57 2192 0 0,'19'-50'14652'0'0,"-18"44"-13118"0"0,1 6-883 0 0,1 9 168 0 0,1 19 377 0 0,-1 0-1 0 0,-2 0 0 0 0,-3 46 0 0 0,-17 90-68 0 0,4-48-638 0 0,10-74-829 0 0,1-15-1078 0 0,0 36-1 0 0,4-55 299 0 0,1 1-1 0 0,0 0 1 0 0,0-1-1 0 0,4 15 1 0 0,-4-22 424 0 0,0 1 0 0 0,-1 0 0 0 0,1-1 1 0 0,0 1-1 0 0,9 9-3478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7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155 101 2052 0 0,'4'-9'1808'0'0,"0"1"-1"0"0,0-1 0 0 0,-1 0 1 0 0,0 0-1 0 0,0 0 1 0 0,-1 0-1 0 0,2-15 1 0 0,-4 23-1760 0 0,0 1 0 0 0,0-1 0 0 0,0 1 0 0 0,0-1 0 0 0,0 1 0 0 0,0-1 0 0 0,0 1 0 0 0,0-1 0 0 0,0 1 0 0 0,0-1 0 0 0,0 1 0 0 0,0 0 0 0 0,0-1 0 0 0,0 1 0 0 0,-1-1 0 0 0,1 1 0 0 0,0-1 0 0 0,0 1 0 0 0,-1 0 0 0 0,1-1 0 0 0,0 1 0 0 0,0-1 0 0 0,-1 1 0 0 0,1 0 0 0 0,0-1 0 0 0,-1 1 0 0 0,1 0 0 0 0,-1 0 0 0 0,1-1 0 0 0,0 1 0 0 0,-1 0 0 0 0,1 0 0 0 0,-1 0 0 0 0,1-1 0 0 0,-1 1 0 0 0,1 0 0 0 0,-1 0 0 0 0,1 0 0 0 0,0 0 0 0 0,-1 0 0 0 0,1 0 0 0 0,-1 0 0 0 0,1 0 0 0 0,-1 0 0 0 0,1 0 0 0 0,-1 0 0 0 0,1 0 0 0 0,-1 0 0 0 0,1 0 0 0 0,-1 1 0 0 0,-22 10 76 0 0,22-10 50 0 0,-6 4-133 0 0,1 0 0 0 0,0 0 0 0 0,0 0 0 0 0,0 0 0 0 0,1 1 0 0 0,0 0 0 0 0,0 0 0 0 0,0 1 0 0 0,1-1 0 0 0,0 1 0 0 0,0 0 0 0 0,1 0 0 0 0,-1 0 0 0 0,-2 13 0 0 0,6-18-34 0 0,0 1-1 0 0,-1-1 0 0 0,2 1 1 0 0,-1-1-1 0 0,0 1 1 0 0,0-1-1 0 0,1 1 0 0 0,0-1 1 0 0,-1 1-1 0 0,1-1 1 0 0,0 1-1 0 0,0-1 1 0 0,0 0-1 0 0,1 1 0 0 0,-1-1 1 0 0,0 0-1 0 0,1 0 1 0 0,0 0-1 0 0,-1 0 0 0 0,4 2 1 0 0,3 4 6 0 0,1-1 0 0 0,1 0 0 0 0,12 8 0 0 0,-3-3 8 0 0,14 10 1 0 0,-11-8 120 0 0,27 23 0 0 0,-44-33 169 0 0,0 1 0 0 0,0 0-1 0 0,-1 0 1 0 0,1 0 0 0 0,-1 1 0 0 0,0 0-1 0 0,0-1 1 0 0,-1 1 0 0 0,0 1 0 0 0,3 6 0 0 0,-5-10-170 0 0,0-1 1 0 0,-1 1-1 0 0,1 0 1 0 0,0 0-1 0 0,-1 0 1 0 0,0 0-1 0 0,0 0 1 0 0,0 0-1 0 0,0 0 1 0 0,0 0 0 0 0,-1 0-1 0 0,1 0 1 0 0,-1 0-1 0 0,0 0 1 0 0,1 0-1 0 0,-2 0 1 0 0,1 0-1 0 0,0 0 1 0 0,0-1 0 0 0,-1 1-1 0 0,0-1 1 0 0,1 1-1 0 0,-1-1 1 0 0,0 1-1 0 0,0-1 1 0 0,0 0-1 0 0,-1 0 1 0 0,1 0 0 0 0,0 0-1 0 0,-1-1 1 0 0,0 1-1 0 0,1 0 1 0 0,-1-1-1 0 0,0 0 1 0 0,-4 2-1 0 0,1-1-259 0 0,0 0 0 0 0,0 0 0 0 0,0 0 0 0 0,0-1 0 0 0,0 0 0 0 0,0 0 0 0 0,-1-1 0 0 0,1 1 0 0 0,0-1 0 0 0,-1-1 0 0 0,1 1 0 0 0,0-1 0 0 0,0 0 0 0 0,-1-1 0 0 0,1 0 0 0 0,-7-2 0 0 0,2-2-878 0 0,1 0 0 0 0,0-1 1 0 0,1 0-1 0 0,0-1 0 0 0,0 0 0 0 0,0 0 0 0 0,-9-13 0 0 0,6 6-3271 0 0,-18-31-1 0 0,8 7-3721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7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17 100 2276 0 0,'-3'-18'2796'0'0,"1"4"-511"0"0,-2 2-285 0 0,4 2-424 0 0,-1 0-280 0 0,-1 1 524 0 0,-1-6-800 0 0,1 3-924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8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441 304 1740 0 0,'5'-24'1826'0'0,"-2"0"0"0"0,0 0 0 0 0,-1 0 0 0 0,-2 0 0 0 0,0 0 0 0 0,-2-1 0 0 0,-7-35-1 0 0,9 56-1663 0 0,-2-1-1 0 0,1 1 0 0 0,0-1 1 0 0,-1 1-1 0 0,0 0 0 0 0,0 0 1 0 0,0 0-1 0 0,-1 0 0 0 0,1 0 0 0 0,-1 0 1 0 0,0 0-1 0 0,0 1 0 0 0,-5-5 1 0 0,5 6-128 0 0,1 1 1 0 0,-1-1-1 0 0,1 1 1 0 0,-1 0-1 0 0,0 0 1 0 0,1 0-1 0 0,-1 0 1 0 0,0 0-1 0 0,0 0 1 0 0,0 1-1 0 0,1-1 1 0 0,-1 1-1 0 0,0 0 1 0 0,0 0-1 0 0,0 0 1 0 0,0 0-1 0 0,0 0 1 0 0,0 1-1 0 0,0-1 1 0 0,1 1-1 0 0,-1 0 1 0 0,-5 2-1 0 0,-5 3 4 0 0,1 0 0 0 0,0 1 0 0 0,0 1 0 0 0,0 0 0 0 0,1 0 0 0 0,0 1 0 0 0,-13 14 0 0 0,-62 76 56 0 0,84-97-92 0 0,-20 27 37 0 0,1 1 0 0 0,1 0 0 0 0,-19 41 0 0 0,32-56-27 0 0,0 1 0 0 0,1-1 0 0 0,1 1 0 0 0,0 1 1 0 0,1-1-1 0 0,1 1 0 0 0,0-1 0 0 0,2 1 0 0 0,-1 19 1 0 0,3-31-3 0 0,-1-1 0 0 0,0 0 0 0 0,1 0 0 0 0,0 1 1 0 0,0-1-1 0 0,0 0 0 0 0,1 0 0 0 0,-1 0 0 0 0,1 0 1 0 0,0-1-1 0 0,0 1 0 0 0,0 0 0 0 0,6 6 0 0 0,-6-8-3 0 0,0 0-1 0 0,0-1 0 0 0,0 1 0 0 0,0 0 1 0 0,1-1-1 0 0,-1 0 0 0 0,0 1 0 0 0,1-1 0 0 0,-1 0 1 0 0,1 0-1 0 0,-1 0 0 0 0,1-1 0 0 0,0 1 1 0 0,-1 0-1 0 0,1-1 0 0 0,0 0 0 0 0,-1 0 0 0 0,1 0 1 0 0,0 0-1 0 0,0 0 0 0 0,-1 0 0 0 0,5-2 1 0 0,6-2-7 0 0,0 0 1 0 0,0-1 0 0 0,0 0 0 0 0,-1-1 0 0 0,0-1 0 0 0,0 0 0 0 0,0 0 0 0 0,-1-1 0 0 0,-1-1 0 0 0,1 0 0 0 0,-1 0 0 0 0,-1-1-1 0 0,1 0 1 0 0,12-20 0 0 0,2-6-54 0 0,-1-2 0 0 0,-1-1 0 0 0,19-49 0 0 0,-19 31 62 0 0,-15 35 39 0 0,2 1 0 0 0,13-26 0 0 0,-22 47-49 0 0,0 0 0 0 0,0-1-1 0 0,0 1 1 0 0,0 0 0 0 0,1 0 0 0 0,-1 0-1 0 0,0 0 1 0 0,0-1 0 0 0,0 1 0 0 0,0 0-1 0 0,0 0 1 0 0,0 0 0 0 0,0 0 0 0 0,0-1-1 0 0,0 1 1 0 0,0 0 0 0 0,1 0 0 0 0,-1 0-1 0 0,0 0 1 0 0,0 0 0 0 0,0 0 0 0 0,0-1-1 0 0,0 1 1 0 0,1 0 0 0 0,-1 0-1 0 0,0 0 1 0 0,0 0 0 0 0,0 0 0 0 0,0 0-1 0 0,1 0 1 0 0,-1 0 0 0 0,0 0 0 0 0,0 0-1 0 0,0 0 1 0 0,1 0 0 0 0,-1 0 0 0 0,0 0-1 0 0,0 0 1 0 0,0 0 0 0 0,0 0 0 0 0,1 0-1 0 0,-1 0 1 0 0,0 0 0 0 0,0 0 0 0 0,0 0-1 0 0,0 0 1 0 0,1 0 0 0 0,-1 1 0 0 0,0-1-1 0 0,0 0 1 0 0,0 0 0 0 0,0 0 0 0 0,0 0-1 0 0,1 0 1 0 0,4 15-19 0 0,-1 31 37 0 0,-3-37-19 0 0,1 15-149 0 0,17 117 576 0 0,-16-128-802 0 0,0 1 0 0 0,1 0-1 0 0,1-1 1 0 0,0 1 0 0 0,1-1 0 0 0,1-1-1 0 0,14 23 1 0 0,-19-33 46 0 0,0 1-1 0 0,0 0 1 0 0,1-1-1 0 0,-1 1 1 0 0,1-1-1 0 0,0 0 1 0 0,0 0 0 0 0,-1 0-1 0 0,1 0 1 0 0,1 0-1 0 0,-1-1 1 0 0,0 0 0 0 0,4 2-1 0 0,-4-2-352 0 0,1 0-1 0 0,-1-1 1 0 0,1 0-1 0 0,-1 1 1 0 0,1-1-1 0 0,0 0 1 0 0,-1 0-1 0 0,5-1 1 0 0,7-3-3611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8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0 192 260 0 0,'32'-100'10022'0'0,"-12"31"-4143"0"0,-19 67-5452 0 0,12 26 14 0 0,-7 19 139 0 0,-2-1 1 0 0,-2 1-1 0 0,-2-1 0 0 0,-2 1 1 0 0,-13 74-1 0 0,3-27 3788 0 0,13-93-4165 0 0,2-19-140 0 0,1 1 1 0 0,1-1 0 0 0,1 1 0 0 0,1 0 0 0 0,13-29-1 0 0,3 2-43 0 0,34-51 0 0 0,-42 75-62 0 0,1 0-1 0 0,22-24 1 0 0,-32 42 17 0 0,-1 0 1 0 0,1 0-1 0 0,0 1 1 0 0,1 0 0 0 0,-1 0-1 0 0,1 1 1 0 0,0-1-1 0 0,0 1 1 0 0,0 1-1 0 0,1-1 1 0 0,15-4 0 0 0,-20 8 15 0 0,1 0 1 0 0,-1-1-1 0 0,1 1 1 0 0,0 0 0 0 0,-1 1-1 0 0,1-1 1 0 0,0 0-1 0 0,-1 1 1 0 0,1 0-1 0 0,-1 0 1 0 0,1 0 0 0 0,-1 1-1 0 0,1-1 1 0 0,-1 1-1 0 0,0-1 1 0 0,0 1 0 0 0,0 0-1 0 0,0 0 1 0 0,0 1-1 0 0,0-1 1 0 0,-1 1-1 0 0,1-1 1 0 0,-1 1 0 0 0,1 0-1 0 0,1 3 1 0 0,3 4-12 0 0,-1-1 0 0 0,0 1 1 0 0,-1 1-1 0 0,0-1 0 0 0,-1 1 1 0 0,5 16-1 0 0,-4-5 88 0 0,-1 0 0 0 0,-2 0 0 0 0,1 29 0 0 0,4 33-1473 0 0,-5-72 88 0 0,0-1 0 0 0,8 20-1 0 0,-10-29 1033 0 0,1-1-1 0 0,0 1 1 0 0,-1-1-1 0 0,1 1 1 0 0,0-1-1 0 0,0 1 1 0 0,0-1-1 0 0,0 0 1 0 0,1 1-1 0 0,-1-1 1 0 0,3 2-1 0 0,27 0-13526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9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1 102 772 0 0,'16'-22'13082'0'0,"-8"7"-9811"0"0,0 1 2084 0 0,-8 13-5192 0 0,1 0 0 0 0,-1 0 0 0 0,0 0 0 0 0,1 0 0 0 0,-1 0 0 0 0,1 0 0 0 0,-1 0 0 0 0,1 0 0 0 0,0 0 0 0 0,-1 0 0 0 0,1 1 0 0 0,0-1-1 0 0,0 0 1 0 0,0 0 0 0 0,0 1 0 0 0,-1-1 0 0 0,1 1 0 0 0,0-1 0 0 0,0 0 0 0 0,0 1 0 0 0,0 0 0 0 0,0-1 0 0 0,0 1 0 0 0,0 0 0 0 0,1-1 0 0 0,0 1 0 0 0,177-24-4234 0 0,-56 17-7900 0 0,-94 6 3537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9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3200 0 0,'-98'79'13154'0'0,"97"-79"-13058"0"0,0 1 0 0 0,0-1 0 0 0,0 1-1 0 0,1-1 1 0 0,-1 1 0 0 0,0 0 0 0 0,1-1 0 0 0,-1 1 0 0 0,0 0-1 0 0,1 0 1 0 0,-1-1 0 0 0,1 1 0 0 0,-1 0 0 0 0,1 0 0 0 0,-1 0-1 0 0,1-1 1 0 0,-1 3 0 0 0,1-3-64 0 0,0 1 0 0 0,0-1 0 0 0,0 1 0 0 0,0-1 0 0 0,1 1 0 0 0,-1-1 0 0 0,0 1 0 0 0,0-1 0 0 0,0 1 0 0 0,0-1 0 0 0,1 1 0 0 0,-1-1 0 0 0,0 1 0 0 0,1-1 0 0 0,-1 0 0 0 0,0 1 0 0 0,1-1 0 0 0,-1 0 0 0 0,0 1 0 0 0,1-1 0 0 0,-1 0 0 0 0,2 1 0 0 0,0 1 14 0 0,1-1-1 0 0,0 0 0 0 0,-1 0 0 0 0,1 0 0 0 0,0 0 0 0 0,0 0 0 0 0,0-1 0 0 0,5 1 0 0 0,64-3-860 0 0,0-3 1 0 0,120-24-1 0 0,-148 21-17 0 0,149-32-6025 0 0,-91 16 173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9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27 112 4688 0 0,'-27'-32'18351'0'0,"27"32"-18268"0"0,0-1 0 0 0,0 1 0 0 0,0-1 0 0 0,0 1 0 0 0,0 0 0 0 0,1-1 0 0 0,-1 1-1 0 0,0-1 1 0 0,0 1 0 0 0,0-1 0 0 0,1 1 0 0 0,-1 0 0 0 0,0-1 0 0 0,0 1 0 0 0,1 0 0 0 0,-1-1-1 0 0,0 1 1 0 0,1 0 0 0 0,-1-1 0 0 0,0 1 0 0 0,1 0 0 0 0,-1 0 0 0 0,0-1 0 0 0,1 1-1 0 0,0 0 1 0 0,29-9 459 0 0,0 2-1 0 0,45-6 1 0 0,68 1-445 0 0,-109 10-147 0 0,63-5-1096 0 0,55-3-3042 0 0,-54 0-5262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5:59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0 1712 0 0,'-3'1'2228'0'0,"-1"-1"-1587"0"0,1 0 0 0 0,-1 1-1 0 0,1 0 1 0 0,-1 0 0 0 0,1 0 0 0 0,-1 0 0 0 0,1 0 0 0 0,0 1 0 0 0,-1-1 0 0 0,1 1 0 0 0,0 0 0 0 0,0 0 0 0 0,0 0 0 0 0,1 1-1 0 0,-1-1 1 0 0,-4 5 0 0 0,2 1 300 0 0,0 0-1 0 0,0 0 1 0 0,1 0-1 0 0,0 0 0 0 0,-5 15 1 0 0,-1 8 550 0 0,2 0 0 0 0,1 0 0 0 0,-4 39 0 0 0,-1 99 55 0 0,7-94-1070 0 0,0 15-188 0 0,-5 70-1942 0 0,-10-3-5469 0 0,10-115 3232 0 0,1-15-1994 0 0,-1-6-1910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61 2760 0 0,'-137'32'15175'0'0,"76"-20"-8210"0"0,0 2-872 0 0,102-15-5119 0 0,1405-85-235 0 0,-1108 71-678 0 0,-66-2-4495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1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208 203 2352 0 0,'3'-16'7030'0'0,"-3"14"-6353"0"0,1 0 0 0 0,0-1 0 0 0,-1 1 0 0 0,0-1 0 0 0,0 1 0 0 0,1-1 0 0 0,-1 1 0 0 0,-1-1 0 0 0,1 0 0 0 0,0 1 0 0 0,-1-1 0 0 0,1 1 0 0 0,-1 0 0 0 0,-1-4 0 0 0,-1 8-566 0 0,1 1-1 0 0,-1-1 1 0 0,1 1 0 0 0,-1 0-1 0 0,1 0 1 0 0,-3 4 0 0 0,5-7-110 0 0,-23 39 379 0 0,1 1 0 0 0,3 1 0 0 0,-17 49 0 0 0,28-70-252 0 0,1 1 1 0 0,1 0 0 0 0,-6 40 0 0 0,11-53-107 0 0,0 0 1 0 0,1 0-1 0 0,0 0 1 0 0,0 0-1 0 0,1 1 1 0 0,0-1-1 0 0,0 0 1 0 0,1-1-1 0 0,0 1 1 0 0,0 0-1 0 0,1 0 1 0 0,0-1-1 0 0,7 12 1 0 0,-8-16-11 0 0,0 0 1 0 0,0 0 0 0 0,1 0-1 0 0,-1 0 1 0 0,1-1-1 0 0,0 1 1 0 0,0-1 0 0 0,0 0-1 0 0,0 0 1 0 0,0 0 0 0 0,0 0-1 0 0,1-1 1 0 0,-1 1-1 0 0,6 1 1 0 0,-3-2 2 0 0,1 1 0 0 0,-1-1 0 0 0,1 0 1 0 0,-1-1-1 0 0,1 0 0 0 0,-1 0 0 0 0,12-2 0 0 0,-5 0 6 0 0,-1-1 1 0 0,0 0-1 0 0,0 0 0 0 0,-1-2 1 0 0,1 1-1 0 0,-1-2 0 0 0,0 1 0 0 0,13-10 1 0 0,-15 9-27 0 0,-1-1 1 0 0,1-1 0 0 0,-1 0-1 0 0,-1 0 1 0 0,0 0 0 0 0,0-1-1 0 0,0 0 1 0 0,-1 0 0 0 0,-1-1-1 0 0,6-12 1 0 0,-5 7-5 0 0,0 0-1 0 0,-1-1 1 0 0,-1 1-1 0 0,0-1 1 0 0,-2 0-1 0 0,3-25 1 0 0,-5 19 4 0 0,0 0 0 0 0,-1 0 0 0 0,-2 1 0 0 0,0-1 0 0 0,-1 1 0 0 0,-1 0 0 0 0,-1 0 0 0 0,0 0 0 0 0,-2 1-1 0 0,-17-33 1 0 0,23 49-3 0 0,-1-1 0 0 0,0 1-1 0 0,0 0 1 0 0,0 0-1 0 0,0 0 1 0 0,0 0-1 0 0,-1 1 1 0 0,1 0 0 0 0,-1-1-1 0 0,0 1 1 0 0,0 0-1 0 0,-1 1 1 0 0,1-1-1 0 0,0 1 1 0 0,-1 0 0 0 0,0 0-1 0 0,-5-1 1 0 0,4 2 4 0 0,0 0 0 0 0,0 0-1 0 0,0 1 1 0 0,0 0 0 0 0,0 1 0 0 0,-1-1 0 0 0,1 1 0 0 0,0 0 0 0 0,0 1 0 0 0,1 0 0 0 0,-1-1 0 0 0,0 2 0 0 0,-9 4 0 0 0,-1 1-10 0 0,0 1 1 0 0,1 0-1 0 0,0 1 1 0 0,1 1-1 0 0,0 0 0 0 0,1 1 1 0 0,0 0-1 0 0,1 1 1 0 0,0 1-1 0 0,1 0 1 0 0,-15 25-1 0 0,23-33-40 0 0,0 0 0 0 0,0 0 0 0 0,1 0-1 0 0,-1 1 1 0 0,2-1 0 0 0,-1 0 0 0 0,1 1 0 0 0,-1 11-1 0 0,2-16-12 0 0,0 1 0 0 0,0-1 0 0 0,0 0 0 0 0,0 1 0 0 0,1-1 0 0 0,-1 1 0 0 0,1-1 0 0 0,-1 0 0 0 0,1 0 0 0 0,0 1 0 0 0,0-1 0 0 0,0 0 0 0 0,0 0 0 0 0,1 0 0 0 0,-1 0 0 0 0,0 0 0 0 0,1 0 0 0 0,0-1 0 0 0,-1 1 1 0 0,1 0-1 0 0,0-1 0 0 0,0 1 0 0 0,0-1 0 0 0,0 0 0 0 0,0 1 0 0 0,0-1 0 0 0,4 1 0 0 0,5 2-328 0 0,0-1 0 0 0,0-1 0 0 0,0 0 0 0 0,1-1 0 0 0,-1 0 1 0 0,1 0-1 0 0,-1-2 0 0 0,0 1 0 0 0,1-1 0 0 0,-1-1 1 0 0,21-5-1 0 0,-4-1-264 0 0,0-1 0 0 0,-1-1 0 0 0,41-22 0 0 0,-37 14 270 0 0,-1 0 1 0 0,-1-3-1 0 0,37-32 1 0 0,71-83 2848 0 0,-130 129-2091 0 0,-1 0-57 0 0,0 0-1 0 0,0 1 1 0 0,1 0-1 0 0,0 0 0 0 0,11-7 1 0 0,-17 13-303 0 0,0 0 0 0 0,0-1 1 0 0,0 1-1 0 0,0 0 0 0 0,0 0 0 0 0,0 0 1 0 0,0 0-1 0 0,0 0 0 0 0,0 0 0 0 0,0 0 1 0 0,0 1-1 0 0,-1-1 0 0 0,1 0 0 0 0,0 1 1 0 0,0-1-1 0 0,0 0 0 0 0,0 1 1 0 0,0-1-1 0 0,-1 1 0 0 0,1-1 0 0 0,0 1 1 0 0,0-1-1 0 0,-1 1 0 0 0,1 0 0 0 0,0-1 1 0 0,-1 1-1 0 0,1 0 0 0 0,0 1 0 0 0,16 23 356 0 0,-16-23-287 0 0,9 17 296 0 0,-1 0 0 0 0,-1 1 0 0 0,10 35-1 0 0,8 65 428 0 0,-19-84-617 0 0,0 0 275 0 0,3 71-1 0 0,-9-89 137 0 0,-2 0 1 0 0,0-1 0 0 0,0 1-1 0 0,-2-1 1 0 0,-1 1 0 0 0,-5 19-1 0 0,8-34-424 0 0,0-1 0 0 0,0 1 0 0 0,0-1-1 0 0,0 1 1 0 0,0-1 0 0 0,0 1 0 0 0,-1-1 0 0 0,1 1-1 0 0,-1-1 1 0 0,0 0 0 0 0,1 0 0 0 0,-1 0 0 0 0,0 0-1 0 0,0 0 1 0 0,0 0 0 0 0,-1-1 0 0 0,1 1 0 0 0,0-1-1 0 0,-1 1 1 0 0,1-1 0 0 0,-6 2 0 0 0,5-2-59 0 0,0-1 1 0 0,0 1 0 0 0,0-1-1 0 0,-1 0 1 0 0,1 0-1 0 0,0 0 1 0 0,0 0-1 0 0,0 0 1 0 0,-1-1 0 0 0,1 0-1 0 0,0 1 1 0 0,0-1-1 0 0,0 0 1 0 0,0 0-1 0 0,0-1 1 0 0,0 1 0 0 0,1-1-1 0 0,-4-1 1 0 0,4 1-85 0 0,-1 0 1 0 0,1 0 0 0 0,0 0-1 0 0,0 0 1 0 0,0-1-1 0 0,0 1 1 0 0,0 0-1 0 0,1-1 1 0 0,-1 0 0 0 0,1 1-1 0 0,-1-1 1 0 0,1 0-1 0 0,0 0 1 0 0,0 1 0 0 0,0-1-1 0 0,1 0 1 0 0,-1 0-1 0 0,0-4 1 0 0,2 2-113 0 0,-1 0 0 0 0,0 1 0 0 0,1-1 0 0 0,0 0 0 0 0,0 1-1 0 0,1-1 1 0 0,-1 0 0 0 0,1 1 0 0 0,0 0 0 0 0,4-7 0 0 0,4-5-569 0 0,1 0 1 0 0,1 1-1 0 0,0 1 0 0 0,24-22 0 0 0,48-36-3779 0 0,118-78 0 0 0,13-10-5690 0 0,-168 121 4953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1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163 275 1172 0 0,'6'-24'2054'0'0,"-1"0"0"0"0,-1 0 1 0 0,-1 0-1 0 0,-1-1 0 0 0,-1 1 0 0 0,-1-1 0 0 0,-1 0 1 0 0,-2 1-1 0 0,-5-30 0 0 0,7 53-1839 0 0,-13 40 1243 0 0,5 12 383 0 0,-3 53 0 0 0,1-2-481 0 0,-78 446 1448 0 0,72-449-2783 0 0,14-82-226 0 0,-9 65-1977 0 0,10-65 209 0 0,1-1 0 0 0,2 32 0 0 0,3-29-461 0 0,3-9-252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2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21 202 152 0 0,'25'-147'16206'0'0,"-20"106"-12515"0"0,-1 28-1178 0 0,-1 26-1622 0 0,-1 28 63 0 0,-12 351 4880 0 0,-27-2-4355 0 0,37-388-1471 0 0,-5 35 41 0 0,-2 49-290 0 0,7-85 11 0 0,3-15-740 0 0,6-19 631 0 0,1 0 0 0 0,2 1-1 0 0,1 0 1 0 0,2 1 0 0 0,1 0 0 0 0,1 2-1 0 0,2 0 1 0 0,1 1 0 0 0,39-43 0 0 0,-56 67 317 0 0,0 1 1 0 0,0 0 0 0 0,0 0-1 0 0,1 1 1 0 0,0-1-1 0 0,-1 1 1 0 0,1 0 0 0 0,0 0-1 0 0,0 0 1 0 0,0 0-1 0 0,8-2 1 0 0,-9 4 17 0 0,0 0 0 0 0,-1 0-1 0 0,1 0 1 0 0,-1 0 0 0 0,1 1 0 0 0,0-1 0 0 0,-1 0 0 0 0,1 1 0 0 0,-1 0-1 0 0,1 0 1 0 0,-1 0 0 0 0,1 0 0 0 0,-1 0 0 0 0,0 0 0 0 0,1 1-1 0 0,-1-1 1 0 0,0 1 0 0 0,0-1 0 0 0,0 1 0 0 0,3 4 0 0 0,1 0-8 0 0,-1 0 0 0 0,0 1 0 0 0,0 0 0 0 0,0 0 0 0 0,-1 0 0 0 0,0 1 0 0 0,-1-1 0 0 0,1 1 0 0 0,-1 0 0 0 0,1 8 0 0 0,3 12-33 0 0,3 48-1 0 0,-8-52-1795 0 0,2 1-1 0 0,8 34 0 0 0,-11-57 1398 0 0,0 1 0 0 0,0-1 0 0 0,0 0 1 0 0,0 0-1 0 0,1 0 0 0 0,-1 1 0 0 0,0-1 0 0 0,1 0 0 0 0,0-1 1 0 0,-1 1-1 0 0,1 0 0 0 0,0 0 0 0 0,0-1 0 0 0,0 1 0 0 0,0-1 0 0 0,0 1 1 0 0,0-1-1 0 0,0 0 0 0 0,1 0 0 0 0,-1 0 0 0 0,0 0 0 0 0,1-1 1 0 0,-1 1-1 0 0,1 0 0 0 0,-1-1 0 0 0,1 0 0 0 0,-1 0 0 0 0,1 1 1 0 0,3-2-1 0 0,9 0-4689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2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1 213 300 0 0,'5'-16'4629'0'0,"0"-1"1"0"0,4-22-1 0 0,2-9 3400 0 0,-19 82-6975 0 0,2-13-770 0 0,1 0 0 0 0,1 1 0 0 0,1-1-1 0 0,1 1 1 0 0,1 0 0 0 0,0 0-1 0 0,5 29 1 0 0,-4-47-262 0 0,1-1 0 0 0,0 0 0 0 0,0 1 0 0 0,0-1 0 0 0,0 0 0 0 0,0 1 0 0 0,1-1 0 0 0,0 0 0 0 0,-1 0 0 0 0,1 0 0 0 0,0-1 0 0 0,0 1 0 0 0,1 0 0 0 0,-1-1 0 0 0,1 1 0 0 0,4 3 0 0 0,-2-4-6 0 0,-1 1 0 0 0,0-1 1 0 0,1 0-1 0 0,0 0 0 0 0,-1 0 0 0 0,1-1 0 0 0,0 0 0 0 0,0 0 0 0 0,0 0 0 0 0,8 0 0 0 0,-1-1-9 0 0,0-1-1 0 0,0 0 0 0 0,0-1 0 0 0,0 0 1 0 0,0 0-1 0 0,0-2 0 0 0,-1 1 1 0 0,0-1-1 0 0,12-7 0 0 0,-12 6-2 0 0,-2-1 1 0 0,1-1-1 0 0,-1 0 1 0 0,0 0-1 0 0,0-1 0 0 0,0 0 1 0 0,-1 0-1 0 0,-1-1 1 0 0,0 0-1 0 0,0 0 1 0 0,0-1-1 0 0,-1 0 0 0 0,7-16 1 0 0,-10 18-2 0 0,0 0 0 0 0,0 0 0 0 0,-1 0-1 0 0,0 0 1 0 0,0 0 0 0 0,-1-1 0 0 0,0 1 0 0 0,-1-1 0 0 0,1 1 0 0 0,-2-1 0 0 0,1 1 0 0 0,-1-1 0 0 0,-1 1 0 0 0,1 0-1 0 0,-1-1 1 0 0,-1 1 0 0 0,0 0 0 0 0,0 0 0 0 0,-5-9 0 0 0,5 12-15 0 0,0 0 0 0 0,0-1 1 0 0,-1 1-1 0 0,1 1 0 0 0,-1-1 0 0 0,0 0 0 0 0,-1 1 0 0 0,1 0 0 0 0,-1 0 1 0 0,0 0-1 0 0,-9-5 0 0 0,10 7-7 0 0,1 1 0 0 0,-1 0-1 0 0,0 0 1 0 0,0 0 0 0 0,0 0 0 0 0,0 0 0 0 0,0 1 0 0 0,0-1-1 0 0,0 1 1 0 0,0 0 0 0 0,0 1 0 0 0,1-1 0 0 0,-1 0 0 0 0,0 1-1 0 0,0 0 1 0 0,0 0 0 0 0,0 0 0 0 0,0 1 0 0 0,-4 2 0 0 0,-2 1-297 0 0,1 0 0 0 0,-1 1 1 0 0,1 0-1 0 0,0 0 0 0 0,1 1 1 0 0,0 0-1 0 0,0 1 0 0 0,-9 10 0 0 0,13-13-57 0 0,1-1 0 0 0,-1 1 0 0 0,1 0-1 0 0,0 0 1 0 0,1 0 0 0 0,-1 0-1 0 0,1 0 1 0 0,0 1 0 0 0,0-1-1 0 0,0 1 1 0 0,1-1 0 0 0,0 1-1 0 0,0 0 1 0 0,0-1 0 0 0,1 1-1 0 0,0 0 1 0 0,1 7 0 0 0,-1-10-118 0 0,0-1 0 0 0,1 0 0 0 0,-1 1 0 0 0,1-1 0 0 0,0 0 1 0 0,0 1-1 0 0,0-1 0 0 0,0 0 0 0 0,0 0 0 0 0,0 0 0 0 0,1 0 0 0 0,-1 0 1 0 0,1 0-1 0 0,-1 0 0 0 0,1-1 0 0 0,3 4 0 0 0,11 6-4949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770 153 388 0 0,'4'-6'1062'0'0,"-1"0"0"0"0,1 0-1 0 0,-1 0 1 0 0,-1-1 0 0 0,1 0 0 0 0,-1 1 0 0 0,0-1-1 0 0,0 0 1 0 0,-1 0 0 0 0,0 0 0 0 0,0 0-1 0 0,-1 0 1 0 0,0 0 0 0 0,0-1 0 0 0,0 1 0 0 0,-1 0-1 0 0,0 0 1 0 0,-4-13 0 0 0,4 20-1016 0 0,1-1 1 0 0,0 1-1 0 0,0-1 1 0 0,0 0-1 0 0,-1 1 1 0 0,1-1-1 0 0,0 1 1 0 0,0-1 0 0 0,-1 1-1 0 0,1-1 1 0 0,-1 1-1 0 0,1 0 1 0 0,0-1-1 0 0,-1 1 1 0 0,1-1-1 0 0,-1 1 1 0 0,1 0-1 0 0,-1-1 1 0 0,1 1-1 0 0,-1 0 1 0 0,1 0-1 0 0,-1-1 1 0 0,1 1-1 0 0,-1 0 1 0 0,1 0-1 0 0,-1 0 1 0 0,0 0-1 0 0,1-1 1 0 0,-1 1-1 0 0,1 0 1 0 0,-1 0-1 0 0,0 0 1 0 0,1 0-1 0 0,-1 1 1 0 0,1-1-1 0 0,-1 0 1 0 0,1 0-1 0 0,-2 1 1 0 0,0-1 10 0 0,-1 1 0 0 0,1 0 1 0 0,0 0-1 0 0,0 0 0 0 0,0 1 1 0 0,0-1-1 0 0,0 0 0 0 0,-2 3 0 0 0,-9 8 83 0 0,2 2-1 0 0,0-1 0 0 0,0 1 1 0 0,1 1-1 0 0,-10 21 0 0 0,-35 83 138 0 0,42-87-160 0 0,2 0 0 0 0,-8 36 1 0 0,15-50-150 0 0,1 0 0 0 0,1 0 1 0 0,1 0-1 0 0,0 0 1 0 0,3 30-1 0 0,-2-44-78 0 0,1-1-1 0 0,-1 1 1 0 0,1-1-1 0 0,0 1 1 0 0,0-1 0 0 0,0 0-1 0 0,0 0 1 0 0,0 1-1 0 0,1-1 1 0 0,-1 0-1 0 0,1 0 1 0 0,0 0 0 0 0,0-1-1 0 0,0 1 1 0 0,1 0-1 0 0,-1-1 1 0 0,0 1-1 0 0,1-1 1 0 0,0 0-1 0 0,-1 0 1 0 0,1 0 0 0 0,0 0-1 0 0,0 0 1 0 0,5 1-1 0 0,-5-2-30 0 0,0-1-1 0 0,0 0 0 0 0,0 0 0 0 0,0 0 1 0 0,0 0-1 0 0,0-1 0 0 0,0 1 1 0 0,0-1-1 0 0,-1 0 0 0 0,1 0 0 0 0,0 0 1 0 0,0 0-1 0 0,-1 0 0 0 0,1 0 1 0 0,-1-1-1 0 0,1 0 0 0 0,-1 1 0 0 0,3-3 1 0 0,3-3-273 0 0,0 0 0 0 0,0 0 1 0 0,10-14-1 0 0,-6 5 47 0 0,-1 0 0 0 0,0-1 0 0 0,-2 0 0 0 0,15-35 0 0 0,18-78 1321 0 0,-17 47 1723 0 0,-59 251 36 0 0,-147 918 4201 0 0,173-1011-6564 0 0,-4 34 298 0 0,-33 142 0 0 0,41-236-601 0 0,0 0 0 0 0,-1-1 1 0 0,-1 0-1 0 0,0 0 0 0 0,-1 0 1 0 0,-1-1-1 0 0,0 0 0 0 0,-1 0 0 0 0,0-1 1 0 0,-1 0-1 0 0,-19 18 0 0 0,20-22-3 0 0,-1-1-1 0 0,0 0 1 0 0,0-1 0 0 0,0 0-1 0 0,-1 0 1 0 0,0-1-1 0 0,0-1 1 0 0,-1 1 0 0 0,1-2-1 0 0,-1 0 1 0 0,0 0-1 0 0,1-1 1 0 0,-1-1-1 0 0,0 0 1 0 0,-17 0 0 0 0,15-2-4 0 0,0 0 1 0 0,0-1 0 0 0,-1 0-1 0 0,1-1 1 0 0,0-1 0 0 0,1 0-1 0 0,-1-1 1 0 0,1 0 0 0 0,0-1-1 0 0,0-1 1 0 0,1 0 0 0 0,-14-10 0 0 0,19 12-89 0 0,0-1 0 0 0,1 0 0 0 0,0 0 0 0 0,0 0 0 0 0,0-1 0 0 0,1 1 0 0 0,0-1 1 0 0,0-1-1 0 0,1 1 0 0 0,0-1 0 0 0,0 0 0 0 0,1 1 0 0 0,0-2 0 0 0,0 1 1 0 0,1 0-1 0 0,0 0 0 0 0,1-1 0 0 0,0 1 0 0 0,0-1 0 0 0,0 0 0 0 0,2-13 0 0 0,3-7-577 0 0,0 0 0 0 0,2 1 0 0 0,2-1 0 0 0,0 1 0 0 0,18-39 0 0 0,75-128-2986 0 0,-28 76 838 0 0,5 4 0 0 0,144-166 0 0 0,-129 181 1281 0 0,4 4-1 0 0,182-139 1 0 0,-128 115 894 0 0,-123 95 1222 0 0,-1-2 0 0 0,-1-1 0 0 0,23-33 0 0 0,-46 58-451 0 0,-1 0 0 0 0,0 0 0 0 0,1 0 0 0 0,-2 0 0 0 0,1-1 0 0 0,0 1 0 0 0,-1-1 0 0 0,1 1 0 0 0,-1-1 0 0 0,0 1 0 0 0,0-1 0 0 0,0 0 0 0 0,-1 0 0 0 0,1-5 0 0 0,-1 8-140 0 0,-1 1-1 0 0,1 0 1 0 0,-1-1 0 0 0,1 1 0 0 0,0 0 0 0 0,-1-1 0 0 0,1 1 0 0 0,-1 0-1 0 0,1-1 1 0 0,-1 1 0 0 0,1 0 0 0 0,-1 0 0 0 0,1 0 0 0 0,-1 0 0 0 0,1 0 0 0 0,-1-1-1 0 0,1 1 1 0 0,-1 0 0 0 0,1 0 0 0 0,-1 0 0 0 0,1 0 0 0 0,-1 0 0 0 0,0 1-1 0 0,1-1 1 0 0,-1 0 0 0 0,1 0 0 0 0,-1 0 0 0 0,1 0 0 0 0,-1 0 0 0 0,1 1-1 0 0,-1-1 1 0 0,1 0 0 0 0,-1 1 0 0 0,-16 6 417 0 0,16-7-444 0 0,-9 6 193 0 0,-1 1 0 0 0,1 1 1 0 0,0-1-1 0 0,1 2 0 0 0,0-1 1 0 0,0 1-1 0 0,1 1 0 0 0,0-1 1 0 0,-7 13-1 0 0,3-2 33 0 0,0 0 1 0 0,1 0-1 0 0,-15 43 0 0 0,22-50-169 0 0,0 1 1 0 0,1-1-1 0 0,0 1 0 0 0,1 0 0 0 0,0 0 0 0 0,1 0 0 0 0,1 0 0 0 0,0 0 0 0 0,4 20 0 0 0,-4-30-49 0 0,1 0 0 0 0,0 1 1 0 0,0-1-1 0 0,1 0 1 0 0,-1 0-1 0 0,1 0 0 0 0,0 0 1 0 0,0 0-1 0 0,0 0 0 0 0,0 0 1 0 0,1 0-1 0 0,0-1 1 0 0,0 0-1 0 0,0 1 0 0 0,0-1 1 0 0,0 0-1 0 0,1 0 1 0 0,-1-1-1 0 0,1 1 0 0 0,-1-1 1 0 0,1 0-1 0 0,0 0 0 0 0,0 0 1 0 0,0 0-1 0 0,1-1 1 0 0,-1 1-1 0 0,0-1 0 0 0,0 0 1 0 0,1-1-1 0 0,-1 1 0 0 0,1-1 1 0 0,8 0-1 0 0,-4 0-35 0 0,0-1 0 0 0,-1-1 0 0 0,1 0 1 0 0,0 0-1 0 0,-1 0 0 0 0,1-1 0 0 0,-1 0 0 0 0,0-1 0 0 0,0 0 0 0 0,0 0 0 0 0,-1-1 0 0 0,0 0 0 0 0,1 0 0 0 0,-1-1 1 0 0,-1 0-1 0 0,11-11 0 0 0,-4 3-140 0 0,-2-1 1 0 0,0 0-1 0 0,0-1 0 0 0,-1 0 1 0 0,-1 0-1 0 0,13-35 1 0 0,-13 25 56 0 0,-1-1-1 0 0,-1 0 1 0 0,-1-1 0 0 0,-2 1 0 0 0,2-37-1 0 0,-6 42 161 0 0,0 1-1 0 0,-2-1 0 0 0,0 1 1 0 0,-1 0-1 0 0,-1 0 0 0 0,-1 0 1 0 0,-12-32-1 0 0,16 52-52 0 0,-16-30 78 0 0,17 30-80 0 0,-1-1 1 0 0,0 1-1 0 0,0 0 1 0 0,0 0-1 0 0,0 0 1 0 0,0 0 0 0 0,-1 0-1 0 0,1 0 1 0 0,0 0-1 0 0,0 0 1 0 0,-1 1-1 0 0,1-1 1 0 0,0 0 0 0 0,-1 1-1 0 0,1-1 1 0 0,0 1-1 0 0,-1 0 1 0 0,1-1-1 0 0,-1 1 1 0 0,1 0-1 0 0,-1 0 1 0 0,1 0 0 0 0,-1 0-1 0 0,-2 0 1 0 0,0 1-5 0 0,-1 0 0 0 0,1 1 1 0 0,-1 0-1 0 0,1 0 0 0 0,0 0 0 0 0,0 0 1 0 0,0 0-1 0 0,0 1 0 0 0,0 0 0 0 0,0 0 1 0 0,-4 5-1 0 0,1-1-2 0 0,1 1-1 0 0,0-1 1 0 0,0 1 0 0 0,1 1-1 0 0,-6 10 1 0 0,3-2 11 0 0,1 1-1 0 0,0 0 1 0 0,2 1 0 0 0,0-1 0 0 0,-4 27 0 0 0,8-34 12 0 0,0 0 0 0 0,1 0-1 0 0,0 0 1 0 0,1 0 0 0 0,0 0 0 0 0,0-1 0 0 0,1 1 0 0 0,1 0 0 0 0,0-1 0 0 0,0 1-1 0 0,1-1 1 0 0,8 15 0 0 0,-9-19-15 0 0,1 0-1 0 0,0 0 0 0 0,1 0 1 0 0,-1 0-1 0 0,1-1 1 0 0,0 0-1 0 0,1 0 0 0 0,-1 0 1 0 0,1-1-1 0 0,0 0 0 0 0,0 0 1 0 0,0 0-1 0 0,0-1 1 0 0,1 0-1 0 0,0 0 0 0 0,-1-1 1 0 0,1 1-1 0 0,0-1 0 0 0,12 1 1 0 0,-6-2-118 0 0,-1 0 1 0 0,0-1-1 0 0,1-1 1 0 0,-1 0-1 0 0,1 0 1 0 0,-1-2-1 0 0,0 1 1 0 0,0-2-1 0 0,0 1 1 0 0,0-2-1 0 0,-1 1 1 0 0,1-2-1 0 0,-1 1 1 0 0,0-2-1 0 0,-1 1 1 0 0,16-14-1 0 0,9-10 91 0 0,-1-2 0 0 0,-2-1 1 0 0,31-41-1 0 0,-53 62 192 0 0,22-23 273 0 0,-30 33-418 0 0,13 7 38 0 0,-10 5-46 0 0,-1 1 0 0 0,0 0 1 0 0,0-1-1 0 0,3 23 0 0 0,6 47 246 0 0,-13-73-193 0 0,0-6-57 0 0,1-1 0 0 0,-1 1-1 0 0,0 0 1 0 0,0-1-1 0 0,0 1 1 0 0,0 0-1 0 0,1-1 1 0 0,-1 1-1 0 0,0-1 1 0 0,0 1 0 0 0,1-1-1 0 0,-1 1 1 0 0,0 0-1 0 0,1-1 1 0 0,-1 1-1 0 0,1-1 1 0 0,-1 0 0 0 0,1 1-1 0 0,-1-1 1 0 0,1 1-1 0 0,-1-1 1 0 0,1 0-1 0 0,-1 1 1 0 0,1-1 0 0 0,0 0-1 0 0,-1 1 1 0 0,1-1-1 0 0,-1 0 1 0 0,1 0-1 0 0,0 0 1 0 0,-1 0 0 0 0,1 0-1 0 0,0 0 1 0 0,-1 0-1 0 0,1 0 1 0 0,0 0-1 0 0,-1 0 1 0 0,1 0 0 0 0,-1 0-1 0 0,1 0 1 0 0,0 0-1 0 0,-1 0 1 0 0,1-1-1 0 0,0 1 1 0 0,-1 0-1 0 0,1 0 1 0 0,-1-1 0 0 0,1 1-1 0 0,0-1 1 0 0,4-1 0 0 0,-1-1 0 0 0,0 1 1 0 0,0-1-1 0 0,-1 0 0 0 0,6-4 0 0 0,70-77 79 0 0,-44 44-114 0 0,2 2 0 0 0,54-44 0 0 0,-90 82 22 0 0,-1-1 1 0 0,1 1 0 0 0,0-1-1 0 0,-1 1 1 0 0,1-1-1 0 0,0 1 1 0 0,-1-1 0 0 0,1 1-1 0 0,0 0 1 0 0,-1-1-1 0 0,1 1 1 0 0,0 0 0 0 0,0-1-1 0 0,0 1 1 0 0,-1 0-1 0 0,1 0 1 0 0,0 0 0 0 0,0 0-1 0 0,0 0 1 0 0,-1 0-1 0 0,1 0 1 0 0,0 0 0 0 0,0 0-1 0 0,0 0 1 0 0,-1 1-1 0 0,1-1 1 0 0,0 0 0 0 0,0 1-1 0 0,0-1 1 0 0,1 2 2 0 0,-1-1 0 0 0,0 0 0 0 0,0 0 0 0 0,0 1 0 0 0,0-1 0 0 0,-1 1 0 0 0,1-1 0 0 0,0 1 0 0 0,-1-1 0 0 0,1 1 1 0 0,-1-1-1 0 0,1 1 0 0 0,0 2 0 0 0,0 5 20 0 0,0 1 0 0 0,0-1 0 0 0,-1 0 0 0 0,-1 11 0 0 0,-4 18-72 0 0,-2 43 297 0 0,6-72-681 0 0,1 1 0 0 0,1-1 0 0 0,0 0 0 0 0,0 1 0 0 0,1-1 0 0 0,3 11 0 0 0,-3-16-52 0 0,0-1 0 0 0,0 1 0 0 0,0-1 1 0 0,0 0-1 0 0,0 0 0 0 0,1 0 1 0 0,-1 0-1 0 0,1 0 0 0 0,0 0 0 0 0,0-1 1 0 0,0 0-1 0 0,0 1 0 0 0,0-1 1 0 0,1 0-1 0 0,-1 0 0 0 0,0-1 0 0 0,1 1 1 0 0,0-1-1 0 0,6 2 0 0 0,11 2-3786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4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1069 800 0 0,'8'-10'1349'0'0,"0"-1"1"0"0,0 0-1 0 0,-1-1 0 0 0,-1 0 0 0 0,0 0 0 0 0,-1-1 1 0 0,0 1-1 0 0,-1-1 0 0 0,-1 0 0 0 0,1 0 0 0 0,-2 0 1 0 0,0-1-1 0 0,0-15 0 0 0,-1 20-440 0 0,-1 7-843 0 0,1 1 0 0 0,-1-1-1 0 0,1 1 1 0 0,-1-1 0 0 0,0 1-1 0 0,0-1 1 0 0,0 1 0 0 0,0-1-1 0 0,0 1 1 0 0,0-1 0 0 0,0 1 0 0 0,-1-1-1 0 0,1 1 1 0 0,0-1 0 0 0,-1 1-1 0 0,1 0 1 0 0,-1-1 0 0 0,0 1 0 0 0,1 0-1 0 0,-1-1 1 0 0,0 1 0 0 0,0 0-1 0 0,0 0 1 0 0,-1-2 0 0 0,0 2-53 0 0,1 1 0 0 0,0 0 0 0 0,0 0-1 0 0,0 0 1 0 0,-1 0 0 0 0,1 0 0 0 0,0 0 0 0 0,0 0 0 0 0,0 1 0 0 0,0-1 0 0 0,-1 0 0 0 0,1 1 0 0 0,0-1 0 0 0,0 0 0 0 0,0 1 0 0 0,0 0 0 0 0,0-1-1 0 0,0 1 1 0 0,0-1 0 0 0,0 1 0 0 0,-1 1 0 0 0,-21 18 52 0 0,21-19-56 0 0,-11 13 3 0 0,0 0 1 0 0,1 1-1 0 0,0 0 0 0 0,-17 32 0 0 0,11-13 41 0 0,-19 52-1 0 0,34-79-32 0 0,0 1-1 0 0,1 0 0 0 0,0 0 0 0 0,-1 12 0 0 0,3-18-17 0 0,0 1 0 0 0,0 0 0 0 0,0-1 0 0 0,0 1 0 0 0,0-1 0 0 0,0 1-1 0 0,1-1 1 0 0,-1 1 0 0 0,1-1 0 0 0,0 0 0 0 0,0 1 0 0 0,0-1 0 0 0,0 0-1 0 0,0 1 1 0 0,0-1 0 0 0,1 0 0 0 0,2 3 0 0 0,-3-4-27 0 0,0 0 0 0 0,0 0 0 0 0,1-1 0 0 0,-1 1 0 0 0,0 0 0 0 0,1-1 0 0 0,-1 1 0 0 0,0-1 0 0 0,1 0 0 0 0,-1 0 0 0 0,1 1 0 0 0,-1-1 0 0 0,1 0 0 0 0,-1 0 0 0 0,1 0 0 0 0,-1 0 0 0 0,1 0 0 0 0,-1-1 0 0 0,2 1 0 0 0,1-1-35 0 0,-1 0 0 0 0,0 0 0 0 0,0 0 0 0 0,1 0 0 0 0,-1-1 0 0 0,0 1 0 0 0,3-3 0 0 0,6-5-96 0 0,-1 0 1 0 0,-1-1 0 0 0,0-1 0 0 0,0 0 0 0 0,-1 0 0 0 0,12-20-1 0 0,39-79-58 0 0,-52 95 245 0 0,-5 9-118 0 0,-1 8 57 0 0,-4 16 102 0 0,-8 27 341 0 0,6-30-258 0 0,0 0 0 0 0,1 1-1 0 0,0-1 1 0 0,2 1 0 0 0,0 0-1 0 0,0 0 1 0 0,4 27 0 0 0,-3-41-138 0 0,0 0 0 0 0,1-1 1 0 0,0 1-1 0 0,-1 0 1 0 0,1 0-1 0 0,0 0 0 0 0,0 0 1 0 0,0-1-1 0 0,0 1 1 0 0,1 0-1 0 0,-1-1 0 0 0,0 1 1 0 0,1-1-1 0 0,-1 1 1 0 0,1-1-1 0 0,-1 0 0 0 0,1 0 1 0 0,2 2-1 0 0,0-1 4 0 0,0 0-1 0 0,1-1 1 0 0,-1 1-1 0 0,0-1 1 0 0,1 0-1 0 0,-1 0 1 0 0,0 0 0 0 0,6-1-1 0 0,7 0 7 0 0,0 0 0 0 0,0-2 0 0 0,23-4-1 0 0,-13 0-56 0 0,-1-2 0 0 0,0 0-1 0 0,0-2 1 0 0,-1-1 0 0 0,0-1 0 0 0,-1-1-1 0 0,0-1 1 0 0,-1-1 0 0 0,-1-1-1 0 0,0-1 1 0 0,35-36 0 0 0,-20 14-109 0 0,-3-2 1 0 0,-1 0 0 0 0,-2-3 0 0 0,-3 0 0 0 0,29-59 0 0 0,-32 52 36 0 0,-3-1 1 0 0,-2 0 0 0 0,16-65 0 0 0,-28 80 192 0 0,0-1 1 0 0,-3 0-1 0 0,-1 1 1 0 0,-2-2-1 0 0,-4-62 1 0 0,1 89-13 0 0,-1 0 1 0 0,0 0 0 0 0,-1 1 0 0 0,0-1 0 0 0,0 1-1 0 0,-1-1 1 0 0,-9-16 0 0 0,11 26-71 0 0,1-1 0 0 0,-1 0 0 0 0,1 1 0 0 0,-1-1 0 0 0,0 1 0 0 0,0-1 0 0 0,-1 1 0 0 0,1 0 0 0 0,0 0 1 0 0,-1 0-1 0 0,1 0 0 0 0,-1 1 0 0 0,0-1 0 0 0,1 1 0 0 0,-1-1 0 0 0,0 1 0 0 0,0 0 0 0 0,0 0 0 0 0,0 0 0 0 0,0 0 0 0 0,0 1 0 0 0,0-1 0 0 0,0 1 0 0 0,-1 0 0 0 0,1 0 0 0 0,0 0 0 0 0,0 0 0 0 0,0 1 0 0 0,0-1 1 0 0,0 1-1 0 0,0 0 0 0 0,0-1 0 0 0,-5 3 0 0 0,-4 3 35 0 0,0 0 0 0 0,1 1-1 0 0,0 0 1 0 0,0 0 0 0 0,0 1 0 0 0,1 1 0 0 0,0 0 0 0 0,1 0 0 0 0,0 1 0 0 0,0 0 0 0 0,1 0 0 0 0,1 1 0 0 0,-1 0-1 0 0,-5 13 1 0 0,-6 13 316 0 0,1 2-1 0 0,2 0 0 0 0,-11 43 0 0 0,10-20 296 0 0,2 1 0 0 0,3 1 0 0 0,-5 93 0 0 0,14-106-441 0 0,3 0 0 0 0,3 0 0 0 0,1 0 0 0 0,21 93 0 0 0,-19-120-369 0 0,2 1 0 0 0,1-1 0 0 0,0-1 0 0 0,2 0 0 0 0,1 0 1 0 0,0-1-1 0 0,16 20 0 0 0,-18-30-559 0 0,-1 0 0 0 0,2-1 0 0 0,0 0 0 0 0,0-1 0 0 0,18 13 0 0 0,-19-17-481 0 0,-1 0 0 0 0,1-1 0 0 0,0 0 0 0 0,0-1 0 0 0,1 0 0 0 0,-1 0 0 0 0,1-1 0 0 0,12 2 0 0 0,13-1-8679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5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221 127 3252 0 0,'-17'9'6366'0'0,"0"0"1151"0"0,5-5-2991 0 0,-2 2 785 0 0,10-6-5058 0 0,2 1 8 0 0,-1-1-1 0 0,1 1 0 0 0,0-1 1 0 0,0 0-1 0 0,0 0 0 0 0,-1 0 1 0 0,1 0-1 0 0,0-1 0 0 0,-4 0 1 0 0,5 0-243 0 0,-23-30 33 0 0,11 20-75 0 0,0 0-1 0 0,-22-12 1 0 0,21 14-23 0 0,13 8 23 0 0,-27-25-527 0 0,27 25 465 0 0,38-8-2031 0 0,72-3-3707 0 0,-17 2-2860 0 0,-23 0-1404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51 1648 0 0,'-24'-10'5323'0'0,"-27"-15"1"0"0,22 10-2492 0 0,28 14-2371 0 0,-3 2-234 0 0,3-1-223 0 0,1 0 1 0 0,0 0 0 0 0,0 0 0 0 0,-1 0 0 0 0,1 0 0 0 0,0 0 0 0 0,0 0 0 0 0,-1 0 0 0 0,1 0 0 0 0,0 0 0 0 0,0 0 0 0 0,-1 0 0 0 0,1 0 0 0 0,0 0 0 0 0,0 0 0 0 0,0 1 0 0 0,-1-1 0 0 0,1 0 0 0 0,0 0-1 0 0,0 0 1 0 0,-1 0 0 0 0,1 0 0 0 0,0 1 0 0 0,0-1 0 0 0,0 0 0 0 0,0 0 0 0 0,-1 0 0 0 0,1 0 0 0 0,0 1 0 0 0,0-1 0 0 0,0 0 0 0 0,0 0 0 0 0,0 1 0 0 0,0-1 0 0 0,-1 0 0 0 0,1 0 0 0 0,0 1 0 0 0,0-1-1 0 0,13 92 1162 0 0,3 44-511 0 0,-15 30-333 0 0,-2-146-52 0 0,-2 1 1 0 0,0-1-1 0 0,-1 0 0 0 0,-1-1 1 0 0,-1 1-1 0 0,-9 21 1 0 0,15-40-217 0 0,-1 0 1 0 0,1 0 0 0 0,-1 1-1 0 0,0-1 1 0 0,1 0 0 0 0,-1 0 0 0 0,0 0-1 0 0,0 0 1 0 0,0 0 0 0 0,0 0-1 0 0,0 0 1 0 0,0 0 0 0 0,0-1 0 0 0,0 1-1 0 0,-1 1 1 0 0,1-2-36 0 0,0 0-1 0 0,1 0 1 0 0,-1 0-1 0 0,1 0 1 0 0,-1 0-1 0 0,0 1 1 0 0,1-1-1 0 0,-1-1 1 0 0,0 1-1 0 0,1 0 1 0 0,-1 0-1 0 0,1 0 1 0 0,-1 0-1 0 0,0 0 1 0 0,1 0-1 0 0,-1-1 1 0 0,1 1-1 0 0,-1 0 1 0 0,0-1-1 0 0,1 1 1 0 0,-1 0-1 0 0,0-1 1 0 0,-1-1-2 0 0,1 0 1 0 0,-1 0-1 0 0,0 0 0 0 0,1 0 1 0 0,-1 0-1 0 0,1 0 0 0 0,0-1 1 0 0,0 1-1 0 0,0 0 0 0 0,0-1 1 0 0,0 1-1 0 0,0-1 0 0 0,0-3 1 0 0,-1-13-20 0 0,1 1 1 0 0,1-1 0 0 0,1 1 0 0 0,1-1 0 0 0,0 1 0 0 0,1-1-1 0 0,1 1 1 0 0,1 0 0 0 0,0 1 0 0 0,2-1 0 0 0,0 1-1 0 0,14-25 1 0 0,-17 36-9 0 0,-1 0 0 0 0,1 0 0 0 0,1 0 0 0 0,-1 1 0 0 0,1 0 0 0 0,0 0 0 0 0,0 0 0 0 0,0 1 0 0 0,1-1 0 0 0,0 1-1 0 0,0 1 1 0 0,0-1 0 0 0,0 1 0 0 0,0 0 0 0 0,1 0 0 0 0,-1 1 0 0 0,1 0 0 0 0,0 0 0 0 0,0 0 0 0 0,0 1 0 0 0,0 0 0 0 0,0 1 0 0 0,8-1-1 0 0,-4 2 5 0 0,-1 0-1 0 0,0 0 1 0 0,0 1-1 0 0,0 1 1 0 0,0-1-1 0 0,0 2 1 0 0,0-1-1 0 0,-1 1 0 0 0,0 1 1 0 0,0 0-1 0 0,0 0 1 0 0,0 1-1 0 0,-1 0 1 0 0,0 0-1 0 0,10 10 1 0 0,-7-5 9 0 0,-2 0 0 0 0,1 0 1 0 0,-1 1-1 0 0,11 20 0 0 0,-17-26 12 0 0,0-1-1 0 0,-1 1 1 0 0,1 0-1 0 0,-1 0 1 0 0,0 0-1 0 0,-1 0 1 0 0,1 0-1 0 0,-1 0 1 0 0,-1 1-1 0 0,1-1 1 0 0,-1 0 0 0 0,0 1-1 0 0,-1 6 1 0 0,1-11-5 0 0,0-1 0 0 0,0 1 0 0 0,0-1 0 0 0,0 0 0 0 0,-1 1 0 0 0,1-1 0 0 0,0 0-1 0 0,-1 0 1 0 0,1 1 0 0 0,-1-1 0 0 0,0 0 0 0 0,1 0 0 0 0,-1 1 0 0 0,0-1 0 0 0,0 0 0 0 0,0 0 0 0 0,1 0 0 0 0,-1 0 0 0 0,0 0 0 0 0,0 0 0 0 0,-1-1 0 0 0,1 1 0 0 0,0 0 0 0 0,0 0 0 0 0,0-1 0 0 0,0 1 0 0 0,-1-1 0 0 0,1 1 0 0 0,0-1 0 0 0,-1 1 0 0 0,1-1 0 0 0,0 0 0 0 0,-1 0 0 0 0,1 1 0 0 0,0-1 0 0 0,-1 0 0 0 0,1 0 0 0 0,0-1 0 0 0,-3 1 0 0 0,3-1-7 0 0,0 0-1 0 0,0 1 0 0 0,0-1 1 0 0,0 0-1 0 0,0 0 1 0 0,0 0-1 0 0,0 0 1 0 0,1 0-1 0 0,-1 0 1 0 0,0 0-1 0 0,1 0 1 0 0,-1 0-1 0 0,0 0 1 0 0,1 0-1 0 0,0 0 1 0 0,-1 0-1 0 0,1-1 1 0 0,0 1-1 0 0,-1 0 1 0 0,1 0-1 0 0,0-2 1 0 0,-1-25-1 0 0,3 13-12 0 0,0 0-1 0 0,1 1 1 0 0,1 0-1 0 0,0-1 1 0 0,1 1-1 0 0,1 1 1 0 0,0-1-1 0 0,0 1 1 0 0,2 0 0 0 0,0 0-1 0 0,13-16 1 0 0,-7 11-20 0 0,1 1 0 0 0,1 1 0 0 0,0 0 0 0 0,1 1 0 0 0,1 1 0 0 0,36-22 0 0 0,-50 33 23 0 0,1 0 1 0 0,0 1-1 0 0,1 0 0 0 0,-1 0 1 0 0,0 0-1 0 0,0 0 1 0 0,1 1-1 0 0,-1 0 0 0 0,1 0 1 0 0,-1 1-1 0 0,1-1 1 0 0,0 1-1 0 0,8 1 0 0 0,-10 0 8 0 0,0 0-1 0 0,-1 0 1 0 0,1 0-1 0 0,0 1 1 0 0,-1-1-1 0 0,1 1 1 0 0,-1 0-1 0 0,1 0 0 0 0,-1 0 1 0 0,0 1-1 0 0,0-1 1 0 0,0 1-1 0 0,0-1 1 0 0,0 1-1 0 0,-1 0 1 0 0,1 0-1 0 0,-1 0 1 0 0,0 1-1 0 0,4 6 1 0 0,-2-1 17 0 0,0 0 0 0 0,-1 1 1 0 0,1-1-1 0 0,-2 1 0 0 0,1 0 0 0 0,-2 0 1 0 0,1 0-1 0 0,-1 0 0 0 0,-1 16 1 0 0,-2 6-168 0 0,-10 53 1 0 0,1-7-3189 0 0,13-51 120 0 0,3-9-2274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7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340 944 1396 0 0,'4'-17'3555'0'0,"0"1"0"0"0,1-28 0 0 0,-4 37-2839 0 0,-2-1 1 0 0,1 1 0 0 0,-1 0 0 0 0,0-1-1 0 0,0 1 1 0 0,-1 0 0 0 0,1 0-1 0 0,-6-12 1 0 0,6 16-543 0 0,-1 0-1 0 0,1 0 0 0 0,0 0 1 0 0,-1 0-1 0 0,0 1 1 0 0,0-1-1 0 0,0 0 1 0 0,0 1-1 0 0,0-1 1 0 0,0 1-1 0 0,-1 0 1 0 0,-2-3-1 0 0,3 4-143 0 0,0 0 0 0 0,0 1-1 0 0,0-1 1 0 0,0 1 0 0 0,0 0-1 0 0,0-1 1 0 0,0 1 0 0 0,0 0-1 0 0,0 0 1 0 0,0 0-1 0 0,0 0 1 0 0,1 1 0 0 0,-1-1-1 0 0,0 0 1 0 0,0 1 0 0 0,0-1-1 0 0,0 1 1 0 0,0 0 0 0 0,0 0-1 0 0,1 0 1 0 0,-3 1 0 0 0,-14 10 38 0 0,1 0-1 0 0,0 1 1 0 0,1 1 0 0 0,0 0 0 0 0,-25 32 0 0 0,37-42-63 0 0,-20 23 59 0 0,-34 52 0 0 0,49-65-52 0 0,0 1-1 0 0,1 0 1 0 0,1 0-1 0 0,0 1 1 0 0,-7 31-1 0 0,13-42-33 0 0,0 0 1 0 0,0-1-1 0 0,1 1 0 0 0,0 0 0 0 0,0 0 1 0 0,0 0-1 0 0,1 0 0 0 0,-1 0 0 0 0,1-1 1 0 0,0 1-1 0 0,1 0 0 0 0,2 7 1 0 0,-3-9-39 0 0,1-1 0 0 0,-1 0 1 0 0,0 0-1 0 0,1 0 1 0 0,-1 0-1 0 0,1 0 1 0 0,0 0-1 0 0,-1-1 1 0 0,1 1-1 0 0,0 0 0 0 0,0-1 1 0 0,0 1-1 0 0,0-1 1 0 0,1 0-1 0 0,-1 0 1 0 0,0 0-1 0 0,0 0 1 0 0,1 0-1 0 0,-1 0 0 0 0,1-1 1 0 0,-1 1-1 0 0,1-1 1 0 0,-1 1-1 0 0,1-1 1 0 0,-1 0-1 0 0,1 0 1 0 0,-1 0-1 0 0,5-1 1 0 0,-2 0 14 0 0,1 0 0 0 0,0 0 0 0 0,-1-1 0 0 0,1 0 0 0 0,-1 0 0 0 0,1 0 0 0 0,-1-1 1 0 0,0 0-1 0 0,0 0 0 0 0,0 0 0 0 0,6-5 0 0 0,-4 1-12 0 0,1 0 0 0 0,-1-1 1 0 0,0 0-1 0 0,0 0 0 0 0,9-16 0 0 0,1-8 269 0 0,-2-1 0 0 0,20-60 0 0 0,-29 75 44 0 0,20-56 890 0 0,-25 72-1062 0 0,0 4-90 0 0,0 2 12 0 0,1-1 0 0 0,-1 1 0 0 0,-1 0 1 0 0,1 0-1 0 0,0 0 0 0 0,-1 0 1 0 0,0 0-1 0 0,0-1 0 0 0,-1 6 0 0 0,-5 43 88 0 0,2-24-32 0 0,0 6 0 0 0,-5 71 142 0 0,9-94-168 0 0,0 0 1 0 0,1 0-1 0 0,1 0 1 0 0,0 0 0 0 0,0 0-1 0 0,1-1 1 0 0,6 16-1 0 0,-8-24-27 0 0,0 1-1 0 0,0-1 1 0 0,0 0-1 0 0,1 0 0 0 0,-1 0 1 0 0,1 1-1 0 0,0-1 1 0 0,-1-1-1 0 0,1 1 0 0 0,0 0 1 0 0,0 0-1 0 0,0-1 1 0 0,0 1-1 0 0,0-1 1 0 0,1 1-1 0 0,-1-1 0 0 0,0 0 1 0 0,1 0-1 0 0,2 1 1 0 0,-1-1-6 0 0,0-1 1 0 0,0 1 0 0 0,1-1 0 0 0,-1 0 0 0 0,0 0 0 0 0,0 0 0 0 0,1 0 0 0 0,-1-1 0 0 0,0 0 0 0 0,8-2-1 0 0,-2-1-68 0 0,1 0-1 0 0,0-1 0 0 0,-1 0 1 0 0,0-1-1 0 0,-1 0 0 0 0,1 0 0 0 0,16-16 1 0 0,-5 0-137 0 0,0-2 0 0 0,-2 0 0 0 0,0-2 0 0 0,-2 0 0 0 0,25-50 1 0 0,49-149-423 0 0,-65 142 475 0 0,-3-1 0 0 0,18-128 0 0 0,-27 92 1182 0 0,-3-147 0 0 0,-13 258-1017 0 0,-4 10-22 0 0,-5 15-1 0 0,-2 22 53 0 0,2 1-1 0 0,-11 60 1 0 0,-2 85 348 0 0,21-157-326 0 0,-28 314 636 0 0,27-260-581 0 0,5 0 0 0 0,12 99-1 0 0,-12-169-77 0 0,1 0 0 0 0,1-1-1 0 0,0 1 1 0 0,0-1-1 0 0,1 1 1 0 0,0-1-1 0 0,0 0 1 0 0,1-1 0 0 0,12 17-1 0 0,-14-22-33 0 0,0 0 0 0 0,0-1 0 0 0,0 0 0 0 0,0 0 0 0 0,1 0 0 0 0,0 0 0 0 0,-1 0 0 0 0,1-1 0 0 0,0 1 0 0 0,0-1-1 0 0,0 0 1 0 0,1-1 0 0 0,-1 1 0 0 0,0-1 0 0 0,1 1 0 0 0,-1-1 0 0 0,1-1 0 0 0,-1 1 0 0 0,1-1 0 0 0,0 1 0 0 0,-1-1 0 0 0,1-1 0 0 0,-1 1 0 0 0,1 0 0 0 0,7-3 0 0 0,-2 0-7 0 0,0-1 0 0 0,-1 0 1 0 0,1 0-1 0 0,-1-1 1 0 0,0 0-1 0 0,0-1 0 0 0,-1 0 1 0 0,1 0-1 0 0,-1-1 0 0 0,-1 0 1 0 0,1 0-1 0 0,-1-1 1 0 0,-1 0-1 0 0,1 0 0 0 0,8-15 1 0 0,0-4 4 0 0,0-1 0 0 0,-1 0 0 0 0,17-57 0 0 0,-24 61 19 0 0,-1 0 1 0 0,-1-1-1 0 0,3-38 0 0 0,-6-73 221 0 0,-2 100-224 0 0,-3 21-123 0 0,2 15 90 0 0,1 0 0 0 0,0 0 0 0 0,0-1 0 0 0,0 1 0 0 0,0 0 0 0 0,-1 0 0 0 0,1 0 1 0 0,0-1-1 0 0,0 1 0 0 0,-1 0 0 0 0,1 0 0 0 0,0 0 0 0 0,0 0 0 0 0,-1 0 0 0 0,1 0 0 0 0,0 0 0 0 0,0 0 0 0 0,-1 0 0 0 0,1 0 0 0 0,0 0 0 0 0,0 0 0 0 0,-1 0 0 0 0,1 0 0 0 0,0 0 0 0 0,-1 0 0 0 0,1 0 0 0 0,0 0 1 0 0,0 0-1 0 0,-1 0 0 0 0,1 0-7 0 0,-1 1 1 0 0,0 0 0 0 0,1-1 0 0 0,-1 1 0 0 0,1-1 0 0 0,-1 1-1 0 0,1 0 1 0 0,-1-1 0 0 0,1 1 0 0 0,0 0 0 0 0,-1-1-1 0 0,1 1 1 0 0,0 0 0 0 0,-1 0 0 0 0,1-1 0 0 0,0 1-1 0 0,0 0 1 0 0,0 0 0 0 0,0 0 0 0 0,0-1 0 0 0,0 1 0 0 0,0 0-1 0 0,0 0 1 0 0,0 0 0 0 0,0-1 0 0 0,0 1 0 0 0,0 0-1 0 0,1 0 1 0 0,-1 0 0 0 0,1 0 0 0 0,1 5-81 0 0,1 0-1 0 0,0-1 1 0 0,0 1 0 0 0,0-1 0 0 0,1 1 0 0 0,0-1 0 0 0,0 0-1 0 0,0-1 1 0 0,0 1 0 0 0,1-1 0 0 0,0 0 0 0 0,0 0 0 0 0,0 0-1 0 0,0-1 1 0 0,1 1 0 0 0,0-1 0 0 0,7 3 0 0 0,12 4-282 0 0,1-1 1 0 0,43 10-1 0 0,-64-18 324 0 0,17 5-137 0 0,0-2 0 0 0,1 0 1 0 0,-1-1-1 0 0,29-1 0 0 0,-44-2 170 0 0,0-1 1 0 0,-1 1 0 0 0,1-2-1 0 0,0 1 1 0 0,-1-1-1 0 0,1 0 1 0 0,-1 0-1 0 0,8-4 1 0 0,-10 4 27 0 0,-1 0 0 0 0,0-1 0 0 0,1 1 0 0 0,-1-1 0 0 0,0 1 0 0 0,0-1 0 0 0,0 0 0 0 0,-1 0 0 0 0,1-1 1 0 0,-1 1-1 0 0,1-1 0 0 0,-1 1 0 0 0,0-1 0 0 0,2-6 0 0 0,-3 6 63 0 0,0 0 1 0 0,0-1 0 0 0,-1 1 0 0 0,0 0-1 0 0,0 0 1 0 0,0-1 0 0 0,0 1-1 0 0,-1 0 1 0 0,1 0 0 0 0,-1-1-1 0 0,0 1 1 0 0,0 0 0 0 0,-1 0-1 0 0,1 0 1 0 0,-1 0 0 0 0,-2-4-1 0 0,3 7-48 0 0,1 1-19 0 0,0-1 1 0 0,-1 0 0 0 0,1 1-1 0 0,-1-1 1 0 0,1 1 0 0 0,-1-1-1 0 0,1 1 1 0 0,-1-1 0 0 0,1 1-1 0 0,-1-1 1 0 0,0 1 0 0 0,1 0-1 0 0,-1-1 1 0 0,1 1 0 0 0,-1 0-1 0 0,0-1 1 0 0,0 1 0 0 0,1 0 0 0 0,-1 0-1 0 0,0 0 1 0 0,1-1 0 0 0,-1 1-1 0 0,0 0 1 0 0,0 0 0 0 0,1 0-1 0 0,-1 0 1 0 0,0 0 0 0 0,0 1-1 0 0,1-1 1 0 0,-2 0 0 0 0,-19 8 36 0 0,13-3 40 0 0,0 1 0 0 0,1 0 0 0 0,0 0 0 0 0,0 1 0 0 0,0 0 0 0 0,1 0 0 0 0,0 0 0 0 0,-5 9 0 0 0,-38 69 719 0 0,43-74-717 0 0,-14 28 266 0 0,-24 65 0 0 0,38-87-280 0 0,1 1 0 0 0,1 0 1 0 0,0 0-1 0 0,1 0 0 0 0,1 1 0 0 0,0 26 1 0 0,2-40-71 0 0,1 0 0 0 0,-1 0 0 0 0,1 0 0 0 0,0 0 0 0 0,0 0 1 0 0,0 0-1 0 0,1 0 0 0 0,0-1 0 0 0,0 1 0 0 0,0-1 0 0 0,0 1 0 0 0,1-1 1 0 0,-1 0-1 0 0,1 0 0 0 0,0 0 0 0 0,1 0 0 0 0,-1 0 0 0 0,7 5 1 0 0,-4-6-136 0 0,-1 1 0 0 0,1-1 0 0 0,0 0 0 0 0,0-1 0 0 0,0 1 0 0 0,1-1 0 0 0,-1 0 0 0 0,0-1 0 0 0,1 0 0 0 0,-1 0 0 0 0,1 0 1 0 0,-1-1-1 0 0,12 0 0 0 0,-4-1-229 0 0,-1 0 1 0 0,1-1 0 0 0,-1 0-1 0 0,1-1 1 0 0,-1-1 0 0 0,0 0 0 0 0,0-1-1 0 0,-1 0 1 0 0,0-1 0 0 0,15-9-1 0 0,-11 4 23 0 0,-1 0 0 0 0,0-2-1 0 0,-1 1 1 0 0,0-2 0 0 0,-1 0-1 0 0,18-24 1 0 0,-11 10 615 0 0,-1-2 0 0 0,27-60 0 0 0,12-63 5366 0 0,-39 99-3474 0 0,-18 52-1920 0 0,2 36 826 0 0,-13 44 863 0 0,-8 81-30 0 0,15-107-2656 0 0,2 55-1 0 0,2-100 195 0 0,-1 0-1 0 0,1 0 1 0 0,1-1 0 0 0,-1 1-1 0 0,1 0 1 0 0,0-1-1 0 0,5 10 1 0 0,-6-13 28 0 0,1-1 1 0 0,-1 0-1 0 0,1 1 0 0 0,0-1 1 0 0,-1 0-1 0 0,1 0 0 0 0,0 0 0 0 0,5 4 1 0 0,-5-5-121 0 0,-1 0 1 0 0,1 0-1 0 0,0 0 0 0 0,0 0 1 0 0,0-1-1 0 0,0 1 1 0 0,0 0-1 0 0,0-1 1 0 0,0 0-1 0 0,0 1 1 0 0,0-1-1 0 0,0 0 0 0 0,3 0 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1648 0 0,'2'-24'3975'0'0,"4"-96"14997"0"0,-6 120-18952 0 0,0 0 0 0 0,0 0 0 0 0,0 0 0 0 0,0 0 0 0 0,0 0 0 0 0,0 0 0 0 0,0-1 1 0 0,0 1-1 0 0,0 0 0 0 0,0 0 0 0 0,0 0 0 0 0,0 0 0 0 0,0 0 0 0 0,0-1 0 0 0,0 1 0 0 0,0 0 0 0 0,0 0 0 0 0,0 0 0 0 0,0 0 0 0 0,0 0 1 0 0,0 0-1 0 0,0 0 0 0 0,0-1 0 0 0,0 1 0 0 0,0 0 0 0 0,1 0 0 0 0,-1 0 0 0 0,0 0 0 0 0,0 0 0 0 0,0 0 0 0 0,0 0 0 0 0,0 0 0 0 0,0 0 1 0 0,0 0-1 0 0,0-1 0 0 0,1 1 0 0 0,-1 0 0 0 0,0 0 0 0 0,0 0 0 0 0,0 0 0 0 0,0 0 0 0 0,0 0 0 0 0,0 0 0 0 0,1 0 0 0 0,-1 0 0 0 0,0 0 1 0 0,0 0-1 0 0,0 0 0 0 0,0 0 0 0 0,0 0 0 0 0,1 0 0 0 0,-1 0 0 0 0,0 0 0 0 0,0 0 0 0 0,0 0 0 0 0,0 1 0 0 0,0-1 0 0 0,0 0 0 0 0,1 0 1 0 0,9 9 703 0 0,12 18 149 0 0,-19-24-676 0 0,96 138 2071 0 0,21 27-2976 0 0,-60-103-3314 0 0,-51-57 1973 0 0,0 0 0 0 0,18 11-1 0 0,-2-10-6534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8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448 101 1964 0 0,'-4'-10'2103'0'0,"0"-3"1077"0"0,-1 1 0 0 0,0 0 0 0 0,0 0 0 0 0,-15-22-1 0 0,19 33-3075 0 0,0 0 0 0 0,1 1 0 0 0,-1-1 0 0 0,0 1 0 0 0,0-1-1 0 0,0 1 1 0 0,0-1 0 0 0,0 1 0 0 0,0-1 0 0 0,1 1 0 0 0,-1 0-1 0 0,0-1 1 0 0,0 1 0 0 0,0 0 0 0 0,0 0 0 0 0,0 0 0 0 0,0 0-1 0 0,-1 0 1 0 0,1 0 0 0 0,0 0 0 0 0,0 0 0 0 0,0 0 0 0 0,0 0-1 0 0,0 1 1 0 0,1-1 0 0 0,-3 1 0 0 0,-24 13 1059 0 0,8 1-486 0 0,0 1-1 0 0,1 1 1 0 0,1 0 0 0 0,0 2-1 0 0,-20 29 1 0 0,-61 107 569 0 0,21 1-1006 0 0,55-103-2680 0 0,-1 0-3451 0 0,22-51 5526 0 0,-1 3-945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8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130 287 2876 0 0,'-6'-20'2989'0'0,"-32"-91"11308"0"0,-3 2-5863 0 0,36 97-8872 0 0,-3-6-1594 0 0,6 3-2968 0 0,-27 13-5701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8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 3548 0 0,'-326'65'17341'0'0,"305"-61"-16052"0"0,5 0-451 0 0,9-3-360 0 0,-1 0 0 0 0,1 1 0 0 0,0 0-1 0 0,-14 7 726 0 0,22-6-187 0 0,-1-3-997 0 0,0 0 1 0 0,0 1-1 0 0,0-1 0 0 0,0 0 1 0 0,0 0-1 0 0,0 1 0 0 0,0-1 1 0 0,0 0-1 0 0,0 0 0 0 0,0 1 0 0 0,0-1 1 0 0,0 0-1 0 0,0 0 0 0 0,0 1 1 0 0,1-1-1 0 0,-1 0 0 0 0,0 0 0 0 0,0 1 1 0 0,0-1-1 0 0,0 0 0 0 0,0 0 1 0 0,1 1-1 0 0,-1-1 0 0 0,0 0 1 0 0,0 0-1 0 0,0 0 0 0 0,1 0 0 0 0,-1 1 1 0 0,0-1-1 0 0,0 0 0 0 0,0 0 1 0 0,1 0-1 0 0,-1 0 0 0 0,0 0 1 0 0,0 0-1 0 0,1 0 0 0 0,-1 0 0 0 0,0 0 1 0 0,1 1-1 0 0,-1-1 0 0 0,0 0 1 0 0,0 0-1 0 0,1-1 0 0 0,64 5 480 0 0,1-3 0 0 0,70-9 0 0 0,-45 2-1116 0 0,289-2-6830 0 0,-134 4-3717 0 0,-146 1 3304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11:26:09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7857 0 0,'1'0'24861'0'0,"4"-5"-24812"0"0,-4 4-50 0 0,11-13-3103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22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51 932 0 0,'0'0'838'0'0,"21"-23"6051"0"0,-13 3-3007 0 0,-4 12-1996 0 0,-6 12-382 0 0,-1 8-1480 0 0,-1 0-1 0 0,2 0 0 0 0,0 0 0 0 0,0 1 0 0 0,1 16 0 0 0,-1 0-4 0 0,-69 519 223 0 0,64-505-210 0 0,-3 70 0 0 0,3-45 11 0 0,7-66-43 0 0,0 1-6 0 0,0 7 20 0 0,-1 37 60 0 0,1-44-58 0 0,-4 32 277 0 0,0-11-51 0 0,1-15-268 0 0,2-13-583 0 0,2-5-1714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22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90 208 432 0 0,'-2'1'1889'0'0,"-21"6"3171"0"0,-16 1 3150 0 0,13 3 1991 0 0,26-11-10173 0 0,22-2-47 0 0,0-1 1 0 0,-1 0 0 0 0,26-8-1 0 0,17-4-8 0 0,528-69 86 0 0,-207 33-245 0 0,-347 45 176 0 0,151-24 6 0 0,-157 23 7 0 0,-25 6 265 0 0,31-9-3146 0 0,-24-1-2710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2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24 844 0 0,'5'-9'10761'0'0,"3"-4"-8107"0"0,-7 12-2642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2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9 948 0 0,'0'0'7417'0'0,"1"-8"-3889"0"0,-5 38-3045 0 0,-28 171 1138 0 0,28-180-1546 0 0,1-7-157 0 0,0-2-439 0 0,1 0 1 0 0,-2 18-1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2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1 114 340 0 0,'0'0'13829'0'0,"2"-1"-13709"0"0,134-17 124 0 0,201-21-210 0 0,335 2 9 0 0,-324 21 75 0 0,-290 13-340 0 0,-55 3-179 0 0,13 5-2752 0 0,-12-1 2245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28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1084 0 0,'0'0'5069'0'0,"-5"28"-3693"0"0,6-21-467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29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 1436 0 0,'0'0'5481'0'0,"-12"-2"-6460"0"0,12 8-752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30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0 564 0 0,'0'0'4921'0'0,"-3"0"-4635"0"0,-4 0-73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30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10 764 0 0,'0'0'4536'0'0,"-13"-1"-5088"0"0,20-4-1435 0 0,-1 1 1630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3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9 452 0 0,'0'0'1801'0'0,"0"-8"-1571"0"0,-6 59-395 0 0,6-50-245 0 0,0 1-147 0 0,0 6 78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3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1160 0 0,'-12'4'7084'0'0,"-6"1"-4173"0"0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39:34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0 496 0 0,'0'0'4496'0'0,"7"6"-3711"0"0,1 0-909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2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196 241 1352 0 0,'6'-12'3440'0'0,"-4"8"-2724"0"0,0 0 1 0 0,-1 0-1 0 0,0 0 1 0 0,1 0-1 0 0,-1-1 1 0 0,-1 1-1 0 0,1 0 1 0 0,-1 0-1 0 0,1-1 1 0 0,-1 1-1 0 0,-1-6 1 0 0,1 8-248 0 0,-2 2-438 0 0,1 1 0 0 0,-1-1-1 0 0,1 1 1 0 0,-1-1 0 0 0,1 1 0 0 0,-1 0-1 0 0,1-1 1 0 0,0 1 0 0 0,-1 0-1 0 0,1 0 1 0 0,0 0 0 0 0,0 0 0 0 0,-1 0-1 0 0,1 0 1 0 0,0 0 0 0 0,0 0-1 0 0,-1 2 1 0 0,-17 26 150 0 0,13-19-117 0 0,-13 25-16 0 0,2 1 0 0 0,1 1 0 0 0,1 0 0 0 0,-12 51 0 0 0,20-62-28 0 0,-38 156 76 0 0,40-153-40 0 0,2 1-1 0 0,1-1 0 0 0,1 0 0 0 0,4 41 0 0 0,-2-61 46 0 0,1-1-1 0 0,-1 1 0 0 0,2-1 0 0 0,-1 0 1 0 0,1 0-1 0 0,0 0 0 0 0,1 0 0 0 0,-1 0 1 0 0,7 8-1 0 0,-8-13-58 0 0,0 0 0 0 0,1 0 0 0 0,-1 0 0 0 0,1 0 0 0 0,0 0 0 0 0,0-1 0 0 0,0 1 0 0 0,0-1 0 0 0,0 0 0 0 0,1 0 0 0 0,-1 0 0 0 0,1 0 0 0 0,-1-1 0 0 0,1 0 0 0 0,0 1 0 0 0,-1-1 0 0 0,1 0 0 0 0,0-1 0 0 0,0 1 0 0 0,0-1 0 0 0,-1 1 0 0 0,6-1 0 0 0,2-2-14 0 0,0 0 1 0 0,0 0-1 0 0,-1-1 1 0 0,1 0 0 0 0,-1 0-1 0 0,1-2 1 0 0,-1 1-1 0 0,0-1 1 0 0,-1-1-1 0 0,1 1 1 0 0,-1-2 0 0 0,0 1-1 0 0,-1-1 1 0 0,1-1-1 0 0,11-13 1 0 0,2-4-13 0 0,-2-1 1 0 0,0-1-1 0 0,30-58 1 0 0,-34 55-13 0 0,-1-1 1 0 0,-1-1-1 0 0,-2-1 1 0 0,-1 0-1 0 0,-2 0 0 0 0,-1-1 1 0 0,3-36-1 0 0,-9 51-2 0 0,-1 1 0 0 0,0-1 0 0 0,-2 0 0 0 0,-1 0 0 0 0,0 0-1 0 0,-1 1 1 0 0,-1-1 0 0 0,0 1 0 0 0,-2 0 0 0 0,0 0 0 0 0,-1 1 0 0 0,-1 0 0 0 0,0 0-1 0 0,-17-24 1 0 0,16 29 5 0 0,-1 0 1 0 0,0 0-1 0 0,0 1 0 0 0,-1 1 0 0 0,-1 0 0 0 0,0 1 0 0 0,0 0 0 0 0,-1 0 0 0 0,0 1 0 0 0,0 1 0 0 0,-1 0 1 0 0,-18-5-1 0 0,24 9-28 0 0,0 0 1 0 0,0 1 0 0 0,0 1 0 0 0,0-1 0 0 0,-1 1-1 0 0,1 1 1 0 0,-1-1 0 0 0,1 1 0 0 0,-1 1 0 0 0,1 0-1 0 0,0 0 1 0 0,-1 0 0 0 0,1 1 0 0 0,0 1-1 0 0,0-1 1 0 0,0 1 0 0 0,0 1 0 0 0,1-1 0 0 0,-1 1-1 0 0,1 1 1 0 0,0-1 0 0 0,0 1 0 0 0,-9 8 0 0 0,11-8 15 0 0,0 0 0 0 0,1 0 0 0 0,-1 1 0 0 0,1-1 0 0 0,0 1 1 0 0,0 0-1 0 0,0 0 0 0 0,1 1 0 0 0,0-1 0 0 0,1 1 0 0 0,-1-1 1 0 0,1 1-1 0 0,-2 9 0 0 0,3-7 4 0 0,1 0 0 0 0,-1 0 1 0 0,1-1-1 0 0,1 1 0 0 0,0 0 0 0 0,0 0 1 0 0,0 0-1 0 0,1 0 0 0 0,5 12 1 0 0,0-3 7 0 0,2 0 1 0 0,0-1-1 0 0,1 1 1 0 0,0-2 0 0 0,1 0-1 0 0,1 0 1 0 0,1-1-1 0 0,27 26 1 0 0,0-5 6 0 0,78 75 28 0 0,-94-85 4 0 0,-1 0 0 0 0,33 49-1 0 0,-25-24 230 0 0,43 93 0 0 0,-70-136-251 0 0,0 0-1 0 0,1 0 0 0 0,9 10 0 0 0,1 4 118 0 0,-13-20-113 0 0,0 0 0 0 0,-1 0 0 0 0,1 0 0 0 0,0 0 0 0 0,0 0 1 0 0,0-1-1 0 0,0 1 0 0 0,0-1 0 0 0,1 1 0 0 0,-1-1 0 0 0,0 0 1 0 0,1 0-1 0 0,-1 0 0 0 0,1 0 0 0 0,-1 0 0 0 0,1 0 0 0 0,-1-1 1 0 0,4 1-1 0 0,2 0 37 0 0,1-1 1 0 0,-1 1-1 0 0,14-3 1 0 0,-19 2-57 0 0,4-1-104 0 0,-1-1-1 0 0,0 0 1 0 0,1 0-1 0 0,-1-1 0 0 0,0 1 1 0 0,0-1-1 0 0,0-1 0 0 0,7-4 1 0 0,18-19-10074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2344 0 0,'9'-29'17963'0'0,"-6"19"-15981"0"0,0 6-2146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4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521 362 272 0 0,'41'-82'5033'0'0,"8"-20"-1193"0"0,-44 93-3458 0 0,-5 16 157 0 0,-6 17-109 0 0,-17 28-241 0 0,-3-1 0 0 0,-43 65 0 0 0,-77 88 57 0 0,145-203-245 0 0,-57 77 269 0 0,-4-2 0 0 0,-87 82 0 0 0,148-157-263 0 0,-1 1 0 0 0,1-1-1 0 0,0 0 1 0 0,-1 1-1 0 0,1-1 1 0 0,0 0 0 0 0,-1 0-1 0 0,0 0 1 0 0,1 0-1 0 0,-1 0 1 0 0,0 0-1 0 0,1-1 1 0 0,-1 1 0 0 0,0 0-1 0 0,0-1 1 0 0,0 0-1 0 0,1 1 1 0 0,-1-1 0 0 0,0 0-1 0 0,0 0 1 0 0,0 0-1 0 0,0 0 1 0 0,0 0-1 0 0,0 0 1 0 0,1-1 0 0 0,-4 0-1 0 0,4 0-11 0 0,-1-1 0 0 0,0 1 0 0 0,0-1 0 0 0,0 0 0 0 0,1 0 0 0 0,-1 0 1 0 0,1 0-1 0 0,-1 0 0 0 0,1 0 0 0 0,0 0 0 0 0,0 0 0 0 0,0 0 0 0 0,0 0 0 0 0,0-1 0 0 0,1 1 0 0 0,-1 0 0 0 0,1-1 0 0 0,-1 1 0 0 0,1-4 0 0 0,-3-29 2 0 0,1 1 1 0 0,2-1-1 0 0,2 0 0 0 0,1 1 0 0 0,1-1 1 0 0,17-61-1 0 0,-19 91 7 0 0,-1 0 1 0 0,1 0-1 0 0,0 0 1 0 0,0 0-1 0 0,1 0 0 0 0,-1 1 1 0 0,1-1-1 0 0,0 1 1 0 0,0 0-1 0 0,0-1 1 0 0,1 2-1 0 0,0-1 1 0 0,4-4-1 0 0,-5 6-6 0 0,0 0 0 0 0,1 0 0 0 0,-1 1 0 0 0,0-1 0 0 0,1 1 0 0 0,-1 0 0 0 0,1-1-1 0 0,-1 2 1 0 0,1-1 0 0 0,-1 0 0 0 0,1 1 0 0 0,-1-1 0 0 0,1 1 0 0 0,0 0 0 0 0,-1 1 0 0 0,1-1 0 0 0,0 0 0 0 0,-1 1 0 0 0,1 0 0 0 0,3 1-1 0 0,13 5 44 0 0,0 1-1 0 0,-1 0 1 0 0,0 2-1 0 0,29 19 1 0 0,68 57 95 0 0,-4-3-11 0 0,-89-67-75 0 0,1-2 1 0 0,1 0-1 0 0,1-2 1 0 0,-1-1-1 0 0,2-1 0 0 0,27 7 1 0 0,-43-15-33 0 0,0 0 0 0 0,0 0 0 0 0,1-1 0 0 0,-1-1 0 0 0,0 0 0 0 0,1 0 0 0 0,18-4-1 0 0,-22 2-17 0 0,0 0 0 0 0,0-1 0 0 0,-1 0-1 0 0,0 0 1 0 0,1 0 0 0 0,-1-1-1 0 0,0 0 1 0 0,0-1 0 0 0,-1 1-1 0 0,0-1 1 0 0,1 0 0 0 0,4-7 0 0 0,-1 1 4 0 0,0 0 1 0 0,-1-1-1 0 0,-1-1 1 0 0,0 0 0 0 0,0 0-1 0 0,-2 0 1 0 0,1-1-1 0 0,4-15 1 0 0,-5 8 18 0 0,-1 0 0 0 0,0 0 0 0 0,-2-1 0 0 0,0 0 0 0 0,-1-24 0 0 0,-2 13-35 0 0,-3 1 1 0 0,0-1 0 0 0,-2 1-1 0 0,-1 0 1 0 0,-2 0-1 0 0,-1 0 1 0 0,-20-43 0 0 0,19 52-23 0 0,-1 0 1 0 0,-2 1-1 0 0,-27-38 1 0 0,34 52 23 0 0,-1 1 0 0 0,1-1 0 0 0,-1 1 0 0 0,-1 0 0 0 0,1 1 1 0 0,-1 0-1 0 0,0 0 0 0 0,-1 1 0 0 0,1 0 0 0 0,-1 0 0 0 0,0 1 0 0 0,-17-6 1 0 0,22 9 6 0 0,0 1 0 0 0,0-1 0 0 0,0 1 0 0 0,0-1 1 0 0,-1 1-1 0 0,1 0 0 0 0,0 1 0 0 0,0-1 1 0 0,0 1-1 0 0,0 0 0 0 0,0 0 0 0 0,0 0 1 0 0,-7 3-1 0 0,5 0 18 0 0,0-1 1 0 0,0 1-1 0 0,0 0 1 0 0,0 0-1 0 0,1 0 1 0 0,0 1-1 0 0,-8 9 1 0 0,4-2 14 0 0,0 0 1 0 0,0 1 0 0 0,1 0-1 0 0,1 1 1 0 0,0 0 0 0 0,-8 25 0 0 0,12-29-77 0 0,1-1 0 0 0,0 1 0 0 0,0 0 0 0 0,1 0 0 0 0,1 0 0 0 0,0 0 0 0 0,0 0 0 0 0,0 0 1 0 0,2-1-1 0 0,-1 1 0 0 0,1 0 0 0 0,5 15 0 0 0,-3-13-659 0 0,1 0 1 0 0,1 0-1 0 0,0-1 0 0 0,1 0 1 0 0,0 0-1 0 0,0 0 0 0 0,1-1 1 0 0,0 0-1 0 0,12 10 0 0 0,-1-3-2528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5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161 669 392 0 0,'3'0'6197'0'0,"21"3"-1499"0"0,-22-3-4370 0 0,3 12-14 0 0,19 6 122 0 0,-22-17-263 0 0,13 0 317 0 0,-12-1-457 0 0,-1-1 1 0 0,1 1-1 0 0,-1-1 1 0 0,0 0 0 0 0,1 0-1 0 0,-1 0 1 0 0,0 0-1 0 0,1-1 1 0 0,-1 1-1 0 0,0 0 1 0 0,0-1-1 0 0,0 0 1 0 0,0 1-1 0 0,-1-1 1 0 0,1 0-1 0 0,2-2 1 0 0,-1-1-7 0 0,0 1 0 0 0,-1-1-1 0 0,1 0 1 0 0,-1 0 0 0 0,0 0 0 0 0,0 0 0 0 0,1-8 0 0 0,-1 4-18 0 0,-1 1 1 0 0,0 0 0 0 0,0 0-1 0 0,-1-1 1 0 0,0 1-1 0 0,0 0 1 0 0,-1-1 0 0 0,0 1-1 0 0,-1 0 1 0 0,-2-11 0 0 0,-10-6 9 0 0,13 24-20 0 0,0-1-1 0 0,0 1 0 0 0,0 0 1 0 0,0 0-1 0 0,0 0 0 0 0,0 0 0 0 0,0 0 1 0 0,0 0-1 0 0,0 0 0 0 0,0 1 1 0 0,-1-1-1 0 0,1 0 0 0 0,0 1 0 0 0,-1-1 1 0 0,1 0-1 0 0,0 1 0 0 0,-1 0 1 0 0,-2-1-1 0 0,-2 2 0 0 0,1 0 0 0 0,-1 0-1 0 0,0 0 1 0 0,1 1 0 0 0,-1 0 0 0 0,1 0 0 0 0,-1 1 0 0 0,1-1-1 0 0,0 1 1 0 0,0 0 0 0 0,0 1 0 0 0,0-1 0 0 0,1 1 0 0 0,0 0-1 0 0,-1 0 1 0 0,-3 6 0 0 0,-11 12 26 0 0,-31 47-1 0 0,45-62-21 0 0,-12 20 24 0 0,-25 49-1 0 0,37-64-21 0 0,0-1 0 0 0,1 1 0 0 0,0 0-1 0 0,1 0 1 0 0,0 0 0 0 0,1 0 0 0 0,-1 20-1 0 0,3-29 0 0 0,0 1 0 0 0,0-1 0 0 0,0 0 1 0 0,1 0-1 0 0,-1 0 0 0 0,1 1 0 0 0,0-1 0 0 0,0 0 0 0 0,0 0 0 0 0,0 0 0 0 0,1 0 0 0 0,-1 0 0 0 0,1-1 0 0 0,-1 1 0 0 0,1 0 0 0 0,0-1 0 0 0,0 1 0 0 0,0-1 1 0 0,1 0-1 0 0,-1 1 0 0 0,1-1 0 0 0,2 2 0 0 0,0-2 0 0 0,-1 1 0 0 0,1-1 0 0 0,0 0 0 0 0,0-1 0 0 0,1 1 0 0 0,-1-1 0 0 0,0 0 1 0 0,0 0-1 0 0,1-1 0 0 0,-1 0 0 0 0,0 1 0 0 0,10-3 0 0 0,2 0-223 0 0,-1-1-1 0 0,0-1 1 0 0,0 0 0 0 0,0-1-1 0 0,0-1 1 0 0,-1-1-1 0 0,0 0 1 0 0,-1-1 0 0 0,1 0-1 0 0,-1-2 1 0 0,-1 1 0 0 0,17-16-1 0 0,-7 3-164 0 0,0 0-1 0 0,-1-2 0 0 0,-2-1 0 0 0,-1 0 1 0 0,25-42-1 0 0,-18 19 219 0 0,-2 0 0 0 0,-2-2 0 0 0,-2 0 0 0 0,22-89 0 0 0,-32 94 1032 0 0,-3 1 1 0 0,-1-2-1 0 0,0-58 1 0 0,-11 27 1538 0 0,5 74-1691 0 0,-4 7-334 0 0,1 1-1 0 0,-1 0 1 0 0,1 0-1 0 0,0 0 1 0 0,0 0 0 0 0,1 0-1 0 0,0 0 1 0 0,0 1-1 0 0,-2 8 1 0 0,-10 57 1285 0 0,9-39-1010 0 0,-90 633 2395 0 0,90-577-3090 0 0,5-79 29 0 0,1 0-1 0 0,-1-1 1 0 0,2 1-1 0 0,-1 0 0 0 0,1 0 1 0 0,0-1-1 0 0,7 16 1 0 0,-9-23 10 0 0,1 0 1 0 0,0 0-1 0 0,0 1 1 0 0,-1-1 0 0 0,1 0-1 0 0,0 0 1 0 0,0 0-1 0 0,0 0 1 0 0,1 0-1 0 0,-1 0 1 0 0,0-1-1 0 0,0 1 1 0 0,0 0 0 0 0,1 0-1 0 0,-1-1 1 0 0,0 1-1 0 0,1-1 1 0 0,-1 1-1 0 0,0-1 1 0 0,1 0-1 0 0,2 1 1 0 0,-1-1-43 0 0,1 0 1 0 0,-1 0-1 0 0,0 0 0 0 0,0-1 1 0 0,1 1-1 0 0,-1-1 0 0 0,6-2 0 0 0,2-1-337 0 0,-1-1-1 0 0,0 0 0 0 0,0 0 0 0 0,0-1 0 0 0,-1-1 0 0 0,0 0 0 0 0,12-11 0 0 0,51-61-3925 0 0,-66 73 3927 0 0,9-14-1833 0 0,0 0-1 0 0,-1-1 1 0 0,19-39-1 0 0,-20 30-2091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5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70 1264 0 0,'-125'-21'11811'0'0,"123"21"-11555"0"0,-3-7 329 0 0,26-1-522 0 0,0 1 0 0 0,1 1 0 0 0,0 1 0 0 0,26-3 0 0 0,93 0-2633 0 0,-106 9-589 0 0,46 6 0 0 0,-55-3 220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5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83 1940 0 0,'-16'35'4990'0'0,"8"-21"-2994"0"0,2 1-1 0 0,-7 20 1 0 0,12-34-1934 0 0,1 0-1 0 0,0 0 1 0 0,0 0-1 0 0,0 0 1 0 0,0 0 0 0 0,0 0-1 0 0,0 0 1 0 0,1 0-1 0 0,-1 0 1 0 0,0 0-1 0 0,0 0 1 0 0,1 0 0 0 0,-1 0-1 0 0,0 0 1 0 0,1 0-1 0 0,-1 0 1 0 0,1 0-1 0 0,-1 0 1 0 0,1 0 0 0 0,0-1-1 0 0,-1 1 1 0 0,1 0-1 0 0,0 0 1 0 0,0-1-1 0 0,-1 1 1 0 0,1 0 0 0 0,0-1-1 0 0,0 1 1 0 0,0-1-1 0 0,0 1 1 0 0,0-1 0 0 0,0 0-1 0 0,0 1 1 0 0,0-1-1 0 0,0 0 1 0 0,0 0-1 0 0,0 1 1 0 0,0-1 0 0 0,0 0-1 0 0,1 0 1 0 0,36 1 443 0 0,-38-1-505 0 0,7-1 29 0 0,-1 0 1 0 0,1 0 0 0 0,-1 0-1 0 0,1-1 1 0 0,-1 0-1 0 0,1 0 1 0 0,-1 0-1 0 0,0-1 1 0 0,0 0 0 0 0,0-1-1 0 0,0 1 1 0 0,-1-1-1 0 0,1 0 1 0 0,-1 0-1 0 0,0-1 1 0 0,4-4 0 0 0,-5 5-9 0 0,-1-1 0 0 0,0 1 0 0 0,-1-1 0 0 0,1 0 0 0 0,-1 0 0 0 0,0 0 0 0 0,0 0 0 0 0,0 0 0 0 0,-1 0 0 0 0,0 0 0 0 0,0 0 0 0 0,0-1 1 0 0,-1 1-1 0 0,0 0 0 0 0,0-1 0 0 0,0 1 0 0 0,0 0 0 0 0,-1-1 0 0 0,0 1 0 0 0,-2-6 0 0 0,3 8-22 0 0,-1 1-1 0 0,1-1 1 0 0,-1 1-1 0 0,0 0 1 0 0,0-1-1 0 0,0 1 1 0 0,-1 0-1 0 0,1 0 1 0 0,0-1-1 0 0,-1 1 1 0 0,0 0-1 0 0,1 0 1 0 0,-1 1-1 0 0,0-1 1 0 0,0 0 0 0 0,0 1-1 0 0,0-1 1 0 0,0 1-1 0 0,0-1 1 0 0,0 1-1 0 0,-1 0 1 0 0,1 0-1 0 0,0 0 1 0 0,-1 0-1 0 0,1 1 1 0 0,-1-1-1 0 0,1 0 1 0 0,-1 1-1 0 0,1 0 1 0 0,-1 0-1 0 0,0 0 1 0 0,1 0-1 0 0,-1 0 1 0 0,1 0-1 0 0,-1 1 1 0 0,1-1-1 0 0,-4 2 1 0 0,-4 0-4 0 0,0 1 0 0 0,1 1 1 0 0,-1-1-1 0 0,1 1 0 0 0,0 1 1 0 0,0 0-1 0 0,0 0 0 0 0,-9 8 1 0 0,6-3 147 0 0,1 1 0 0 0,-1 0 0 0 0,2 0 0 0 0,-1 1 0 0 0,2 1 0 0 0,-16 24 0 0 0,19-26-17 0 0,1 0 0 0 0,0-1 1 0 0,1 2-1 0 0,0-1 0 0 0,0 0 1 0 0,2 1-1 0 0,-1 0 0 0 0,1-1 0 0 0,0 21 1 0 0,2-28-113 0 0,0 0 0 0 0,1 0 1 0 0,-1 0-1 0 0,1-1 1 0 0,0 1-1 0 0,0 0 0 0 0,0-1 1 0 0,0 1-1 0 0,1-1 0 0 0,0 1 1 0 0,-1-1-1 0 0,1 0 0 0 0,0 1 1 0 0,5 4-1 0 0,-2-3 8 0 0,0 0 0 0 0,1 0 0 0 0,-1-1 1 0 0,1 0-1 0 0,0 0 0 0 0,0 0 0 0 0,10 4 0 0 0,5 0-30 0 0,0-1-1 0 0,1-1 1 0 0,44 8 0 0 0,-35-10-1287 0 0,52 2-1 0 0,-70-6 108 0 0,-1 0 0 0 0,1-1 0 0 0,-1-1 0 0 0,0 0 0 0 0,0 0 0 0 0,0-2-1 0 0,15-5 1 0 0,-8 0-3729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6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76 2356 0 0,'-10'-14'5043'0'0,"-12"-30"0"0"0,13 26-633 0 0,13 19-4222 0 0,1-1 0 0 0,-1 1 0 0 0,0 0 0 0 0,1 0 0 0 0,-1 1 0 0 0,0-1 0 0 0,0 1 0 0 0,0 0 0 0 0,0 0 0 0 0,-1 1 0 0 0,7 3 0 0 0,40 37 1076 0 0,-38-32-1042 0 0,4 4-44 0 0,0 1 0 0 0,-1 0 0 0 0,-1 1 1 0 0,-1 1-1 0 0,0 0 0 0 0,15 29 0 0 0,-23-36-121 0 0,0-1 0 0 0,-1 1 0 0 0,0 0 0 0 0,-1 0 0 0 0,0 0 0 0 0,-1 1 0 0 0,0-1 1 0 0,0 1-1 0 0,-2-1 0 0 0,1 1 0 0 0,-2-1 0 0 0,1 1 0 0 0,-1-1 0 0 0,-4 13 0 0 0,-9 20 346 0 0,13-42-303 0 0,0 1 1 0 0,-1-1 0 0 0,1 0 0 0 0,-1 1 0 0 0,1-1 0 0 0,-1 0-1 0 0,0 0 1 0 0,0 0 0 0 0,0 0 0 0 0,0-1 0 0 0,0 1 0 0 0,0-1 0 0 0,0 1-1 0 0,-4 1 1 0 0,5-3-78 0 0,0 1 0 0 0,0-1 0 0 0,0 0-1 0 0,0 0 1 0 0,0 0 0 0 0,0 0 0 0 0,0 0-1 0 0,0 0 1 0 0,0 0 0 0 0,0 0 0 0 0,-1 0 0 0 0,1 0-1 0 0,0-1 1 0 0,0 1 0 0 0,0 0 0 0 0,0-1-1 0 0,0 1 1 0 0,0-1 0 0 0,1 1 0 0 0,-1-1-1 0 0,0 1 1 0 0,0-1 0 0 0,-1-1 0 0 0,-16-19 238 0 0,15 16-244 0 0,0 0 0 0 0,0 0-1 0 0,1-1 1 0 0,0 1-1 0 0,0-1 1 0 0,0 0 0 0 0,0 0-1 0 0,1 0 1 0 0,0 1-1 0 0,0-1 1 0 0,1 0 0 0 0,0 0-1 0 0,0-9 1 0 0,1 7-93 0 0,1 0 0 0 0,0 0 0 0 0,0 0 0 0 0,0 0 0 0 0,1 0 0 0 0,1 0 0 0 0,-1 1 0 0 0,9-15 0 0 0,-4 12-416 0 0,0-1 0 0 0,0 1 0 0 0,1 0 0 0 0,0 1 0 0 0,14-11-1 0 0,-13 12-603 0 0,0 0 0 0 0,1 1 0 0 0,0 1 0 0 0,0 0 0 0 0,14-5 0 0 0,72-18-8259 0 0,-76 24 5674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6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38 2060 0 0,'0'-11'7571'0'0,"2"-15"2031"0"0,-4 32-8349 0 0,0 5-1083 0 0,-5 70 2553 0 0,1-12-2024 0 0,-4 11-265 0 0,-12 64 309 0 0,19-130-579 0 0,3-12-121 0 0,0 1 0 0 0,-1-1-1 0 0,1 0 1 0 0,-1 1-1 0 0,1-1 1 0 0,-1 0-1 0 0,0 0 1 0 0,0 0-1 0 0,-2 4 1 0 0,2-5 7 0 0,0-1-62 0 0,0 0 0 0 0,0-1 0 0 0,0 1 0 0 0,1 0-1 0 0,-1-1 1 0 0,0 1 0 0 0,0-1 0 0 0,0 1 0 0 0,1-1 0 0 0,-1 1 0 0 0,0-1 0 0 0,1 0 0 0 0,-1 1-1 0 0,0-1 1 0 0,1 0 0 0 0,-1 0 0 0 0,1 1 0 0 0,-1-1 0 0 0,1 0 0 0 0,0 0 0 0 0,-1 0 0 0 0,1 0-1 0 0,0 0 1 0 0,-1 1 0 0 0,1-1 0 0 0,0 0 0 0 0,0 0 0 0 0,0 0 0 0 0,0-2 0 0 0,-2-30-393 0 0,2 31 366 0 0,0-14-111 0 0,1 0 0 0 0,0 1 1 0 0,2-1-1 0 0,0 1 1 0 0,0 0-1 0 0,10-26 0 0 0,-11 35 113 0 0,1 1 0 0 0,0-1-1 0 0,-1 0 1 0 0,2 1 0 0 0,-1 0-1 0 0,1-1 1 0 0,-1 1 0 0 0,1 1-1 0 0,1-1 1 0 0,-1 1 0 0 0,1-1-1 0 0,0 1 1 0 0,0 0 0 0 0,0 1-1 0 0,0-1 1 0 0,1 1-1 0 0,-1 0 1 0 0,12-4 0 0 0,-13 7 28 0 0,0-1 0 0 0,-1 1 0 0 0,1 0 1 0 0,0 0-1 0 0,-1 0 0 0 0,1 0 0 0 0,0 1 1 0 0,0-1-1 0 0,-1 1 0 0 0,1 0 0 0 0,-1 0 1 0 0,1 0-1 0 0,-1 1 0 0 0,1-1 0 0 0,-1 1 1 0 0,0 0-1 0 0,6 4 0 0 0,2 2 8 0 0,-2 0 0 0 0,1 0 0 0 0,14 17 0 0 0,-15-14 29 0 0,-1 0 0 0 0,0 1 0 0 0,-1 0 0 0 0,0 0 0 0 0,-1 1 0 0 0,0 0 0 0 0,-1 0 0 0 0,0 0 0 0 0,-1 1 0 0 0,4 24 0 0 0,-8-34 14 0 0,-6 13 137 0 0,5-15-121 0 0,-11-8-118 0 0,9-2-7 0 0,1 0 0 0 0,-1 0 0 0 0,2 0 0 0 0,0-1-1 0 0,0 1 1 0 0,0-1 0 0 0,1 1 0 0 0,0-1 0 0 0,1 1 0 0 0,-1-1-1 0 0,2 1 1 0 0,-1 0 0 0 0,6-14 0 0 0,-3 8-1 0 0,1 1 0 0 0,0 0-1 0 0,2 0 1 0 0,-1 0 0 0 0,1 1 0 0 0,1 0 0 0 0,15-17 0 0 0,-17 21 37 0 0,2 1 0 0 0,-1 0 1 0 0,1 0-1 0 0,0 1 0 0 0,1 0 1 0 0,-1 0-1 0 0,1 1 0 0 0,0 0 1 0 0,15-6-1 0 0,-19 9 24 0 0,0 1 1 0 0,-1 0-1 0 0,1 0 0 0 0,0 0 0 0 0,0 0 1 0 0,0 1-1 0 0,0-1 0 0 0,0 1 0 0 0,0 1 1 0 0,1-1-1 0 0,-1 1 0 0 0,-1-1 1 0 0,1 2-1 0 0,0-1 0 0 0,0 0 0 0 0,0 1 1 0 0,0 0-1 0 0,-1 0 0 0 0,1 0 0 0 0,-1 1 1 0 0,6 4-1 0 0,-5-3 33 0 0,0 1 0 0 0,0-1-1 0 0,0 1 1 0 0,0 1 0 0 0,-1-1 0 0 0,0 1-1 0 0,0 0 1 0 0,-1 0 0 0 0,1 0 0 0 0,-1 0 0 0 0,-1 0-1 0 0,1 1 1 0 0,-1-1 0 0 0,0 1 0 0 0,0 0 0 0 0,-1 0-1 0 0,1 10 1 0 0,-1 10-291 0 0,-1 0 0 0 0,-1-1 1 0 0,-7 36-1 0 0,4-24-1534 0 0,5-16-860 0 0,-1-21 2477 0 0,0 0 1 0 0,0-1-1 0 0,0 1 0 0 0,0 0 0 0 0,0 0 1 0 0,1-1-1 0 0,-1 1 0 0 0,0 0 0 0 0,0-1 1 0 0,1 1-1 0 0,-1 0 0 0 0,1-1 1 0 0,-1 1-1 0 0,0 0 0 0 0,1-1 0 0 0,-1 1 1 0 0,1-1-1 0 0,0 1 0 0 0,-1-1 0 0 0,1 1 1 0 0,-1-1-1 0 0,1 1 0 0 0,0-1 0 0 0,-1 0 1 0 0,1 1-1 0 0,0-1 0 0 0,-1 0 1 0 0,1 0-1 0 0,0 1 0 0 0,0-1 0 0 0,-1 0 1 0 0,1 0-1 0 0,0 0 0 0 0,0 0 0 0 0,-1 0 1 0 0,3 0-1 0 0,13-3-3009 0 0,-1-2-1193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7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24 131 2144 0 0,'6'-131'18479'0'0,"-14"148"-17048"0"0,0 28-714 0 0,1 1 0 0 0,3-1 0 0 0,2 1-1 0 0,6 86 1 0 0,-4-130-752 0 0,0 0-1 0 0,1 1 0 0 0,-1-1 1 0 0,0 1-1 0 0,1-1 0 0 0,0 1 0 0 0,0-1 1 0 0,-1 0-1 0 0,1 0 0 0 0,1 1 1 0 0,-1-1-1 0 0,0 0 0 0 0,1 0 1 0 0,-1 0-1 0 0,1 0 0 0 0,-1 0 0 0 0,1 0 1 0 0,0-1-1 0 0,3 3 0 0 0,-3-3-128 0 0,0-1-1 0 0,-1 1 1 0 0,1-1 0 0 0,0 0-1 0 0,0 0 1 0 0,0 1-1 0 0,0-1 1 0 0,0-1-1 0 0,0 1 1 0 0,0 0-1 0 0,0 0 1 0 0,0-1-1 0 0,-1 1 1 0 0,1-1 0 0 0,0 0-1 0 0,0 1 1 0 0,0-1-1 0 0,-1 0 1 0 0,1 0-1 0 0,-1 0 1 0 0,1 0-1 0 0,0 0 1 0 0,-1-1-1 0 0,0 1 1 0 0,2-2 0 0 0,5-5-1208 0 0,-1 0 1 0 0,0 0 0 0 0,0 0 0 0 0,-1-1-1 0 0,0 0 1 0 0,-1 0 0 0 0,0-1 0 0 0,7-18-1 0 0,1-6-4531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7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74 1812 0 0,'-10'-14'2980'0'0,"-1"1"0"0"0,-23-23 0 0 0,33 35-2798 0 0,0 0-171 0 0,0 0 1 0 0,1 0 0 0 0,-1 1-1 0 0,1-1 1 0 0,-1 1 0 0 0,0-1-1 0 0,0 1 1 0 0,1-1-1 0 0,-1 1 1 0 0,0-1 0 0 0,0 1-1 0 0,0-1 1 0 0,0 1 0 0 0,0 0-1 0 0,1 0 1 0 0,-1-1 0 0 0,0 1-1 0 0,0 0 1 0 0,0 0 0 0 0,0 0-1 0 0,0 0 1 0 0,0 0 0 0 0,0 0-1 0 0,0 0 1 0 0,0 0-1 0 0,1 1 1 0 0,-1-1 0 0 0,0 0-1 0 0,0 0 1 0 0,0 1 0 0 0,0-1-1 0 0,0 1 1 0 0,1-1 0 0 0,-1 0-1 0 0,0 1 1 0 0,0 0 0 0 0,1-1-1 0 0,-1 1 1 0 0,0-1-1 0 0,0 2 1 0 0,-2 1-689 0 0,1 0 0 0 0,0 1 1 0 0,0-1-1 0 0,0 0 0 0 0,0 1 0 0 0,0-1 0 0 0,-1 7 1 0 0,0 2-2917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8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92 196 0 0,'10'6'15276'0'0,"-6"-1"-15082"0"0,1-1 0 0 0,-1 1-1 0 0,-1 0 1 0 0,1 0 0 0 0,-1 0 0 0 0,0 1-1 0 0,0-1 1 0 0,0 1 0 0 0,-1 0 0 0 0,0 0 0 0 0,0 0-1 0 0,1 7 1 0 0,0-2-113 0 0,-1 0 0 0 0,0 1 0 0 0,-1 0 0 0 0,0-1 1 0 0,-2 22-1 0 0,-2-16 60 0 0,0-1 0 0 0,-2 1 0 0 0,1-1 0 0 0,-2 0 0 0 0,-14 29 0 0 0,20-44-125 0 0,-1-1 0 0 0,1 1 0 0 0,0 0-1 0 0,-1 0 1 0 0,1 0 0 0 0,-1-1-1 0 0,1 1 1 0 0,-1 0 0 0 0,0 0-1 0 0,1-1 1 0 0,-1 1 0 0 0,0 0-1 0 0,1-1 1 0 0,-1 1 0 0 0,0-1-1 0 0,0 1 1 0 0,0-1 0 0 0,-1 1 0 0 0,2-1-10 0 0,-1 0 0 0 0,0 0 1 0 0,1 0-1 0 0,-1 0 1 0 0,1 0-1 0 0,-1 0 0 0 0,1 0 1 0 0,-1-1-1 0 0,1 1 1 0 0,-1 0-1 0 0,1 0 1 0 0,-1 0-1 0 0,1-1 0 0 0,-1 1 1 0 0,1 0-1 0 0,-1-1 1 0 0,1 1-1 0 0,-1-1 1 0 0,1 1-1 0 0,0 0 0 0 0,-1-2 1 0 0,-1-1 3 0 0,0 0 1 0 0,0 0 0 0 0,0 0-1 0 0,1 0 1 0 0,-1 0 0 0 0,1 0-1 0 0,-1-5 1 0 0,0-1-14 0 0,1 0 0 0 0,1 0-1 0 0,-1 1 1 0 0,1-1 0 0 0,1 0 0 0 0,0 0-1 0 0,0 0 1 0 0,0 0 0 0 0,1 1 0 0 0,1-1-1 0 0,5-14 1 0 0,-3 11-22 0 0,1 0 0 0 0,0 0-1 0 0,1 0 1 0 0,1 1 0 0 0,-1 0 0 0 0,2 1 0 0 0,10-12-1 0 0,-11 14 0 0 0,0 1-1 0 0,1 0 1 0 0,-1 1-1 0 0,2 0 1 0 0,-1 0-1 0 0,1 0 1 0 0,-1 2-1 0 0,1-1 1 0 0,1 1-1 0 0,-1 0 1 0 0,1 1-1 0 0,12-2 1 0 0,-17 4 22 0 0,-1 0-1 0 0,1 1 1 0 0,-1 0 0 0 0,1 0 0 0 0,-1 0 0 0 0,1 1 0 0 0,-1 0 0 0 0,1 0 0 0 0,-1 0 0 0 0,0 0 0 0 0,1 1 0 0 0,-1 0 0 0 0,0 0 0 0 0,0 1 0 0 0,0-1 0 0 0,-1 1 0 0 0,1 0 0 0 0,-1 0 0 0 0,1 1 0 0 0,-1-1 0 0 0,0 1 0 0 0,0 0 0 0 0,-1 0 0 0 0,1 1 0 0 0,-1-1 0 0 0,4 6 0 0 0,-3-2 31 0 0,-1-1 0 0 0,0 1-1 0 0,0 0 1 0 0,0 0 0 0 0,-1 0 0 0 0,0 0 0 0 0,-1 0-1 0 0,0 0 1 0 0,0 0 0 0 0,-1 1 0 0 0,0-1-1 0 0,0 0 1 0 0,-3 15 0 0 0,-3 6 70 0 0,0 0-1 0 0,-15 38 1 0 0,21-66-92 0 0,-1-1-1 0 0,1 1 1 0 0,-1 0 0 0 0,1 0 0 0 0,0 0 0 0 0,-1 0-1 0 0,1 0 1 0 0,0 0 0 0 0,0 0 0 0 0,0 0 0 0 0,0 0 0 0 0,0 0-1 0 0,0 0 1 0 0,0 0 0 0 0,0 0 0 0 0,0 0 0 0 0,0 0-1 0 0,1 0 1 0 0,-1 0 0 0 0,0 0 0 0 0,1 0 0 0 0,-1 0-1 0 0,0 0 1 0 0,1 0 0 0 0,0 1 0 0 0,0-2-1 0 0,0 1 0 0 0,0-1 0 0 0,0 0 0 0 0,1 1 0 0 0,-1-1 0 0 0,0 0 0 0 0,0 0 0 0 0,0 1 0 0 0,0-1 0 0 0,0 0 0 0 0,1 0 0 0 0,-1-1 0 0 0,0 1 0 0 0,0 0 0 0 0,0 0 0 0 0,0 0 1 0 0,0-1-1 0 0,2 0 0 0 0,7-2 10 0 0,0-2 1 0 0,0 1 0 0 0,12-9 0 0 0,21-13 14 0 0,77-62-1 0 0,-99 70 3 0 0,-1-2 0 0 0,0 0-1 0 0,-2-1 1 0 0,0 0 0 0 0,16-29 0 0 0,-29 41 34 0 0,0 0 1 0 0,-1 0-1 0 0,0 0 1 0 0,3-12-1 0 0,-6 18-44 0 0,0 0-1 0 0,0 0 1 0 0,0-1 0 0 0,-1 1-1 0 0,1 0 1 0 0,-1-1-1 0 0,0 1 1 0 0,0-1 0 0 0,0 1-1 0 0,-1 0 1 0 0,1-1-1 0 0,-1 1 1 0 0,0 0 0 0 0,1-1-1 0 0,-4-4 1 0 0,1 5-31 0 0,3 3 9 0 0,-1-1-1 0 0,0 0 1 0 0,0 0-1 0 0,0 0 1 0 0,0 1 0 0 0,0-1-1 0 0,0 1 1 0 0,0-1 0 0 0,0 1-1 0 0,0-1 1 0 0,0 1-1 0 0,0-1 1 0 0,0 1 0 0 0,-1 0-1 0 0,1 0 1 0 0,0 0-1 0 0,0-1 1 0 0,0 1 0 0 0,0 0-1 0 0,-1 1 1 0 0,1-1 0 0 0,0 0-1 0 0,0 0 1 0 0,-2 1-1 0 0,0 0-4 0 0,-4 0 8 0 0,0 1-1 0 0,0 0 1 0 0,0 0 0 0 0,1 0-1 0 0,-1 1 1 0 0,1 0-1 0 0,-1 0 1 0 0,1 1 0 0 0,0 0-1 0 0,1 0 1 0 0,-1 0 0 0 0,1 1-1 0 0,-1 0 1 0 0,-7 9-1 0 0,4-4 15 0 0,1 1-1 0 0,0 1 0 0 0,0 0 0 0 0,1 0 0 0 0,0 0 1 0 0,-6 18-1 0 0,10-23-22 0 0,1 1 0 0 0,-1-1 0 0 0,2 1 0 0 0,-1 0-1 0 0,1-1 1 0 0,0 1 0 0 0,0 0 0 0 0,1 0 0 0 0,0 0 0 0 0,1-1 0 0 0,0 1 0 0 0,0 0 0 0 0,1 0 0 0 0,-1-1 0 0 0,2 1 0 0 0,-1-1-1 0 0,1 0 1 0 0,0 1 0 0 0,1-1 0 0 0,-1-1 0 0 0,1 1 0 0 0,1 0 0 0 0,-1-1 0 0 0,1 0 0 0 0,1 0 0 0 0,-1 0 0 0 0,1-1-1 0 0,0 0 1 0 0,0 0 0 0 0,0 0 0 0 0,0-1 0 0 0,1 0 0 0 0,0 0 0 0 0,0-1 0 0 0,0 1 0 0 0,1-2 0 0 0,12 5 0 0 0,-5-5-825 0 0,-1 0 1 0 0,1 0 0 0 0,0-1 0 0 0,0-1-1 0 0,0-1 1 0 0,28-4 0 0 0,-22 1-1674 0 0,0-1 0 0 0,22-8 0 0 0,-12 0-2548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2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99 503 1800 0 0,'-54'0'8030'0'0,"51"0"-7363"0"0,-4 0 484 0 0,3 0-647 0 0,1 0 1 0 0,0 0 0 0 0,-1 0 0 0 0,1 0-1 0 0,-1-1 1 0 0,1 1 0 0 0,-5-2 0 0 0,8 2-484 0 0,0-1 0 0 0,0 1 1 0 0,0 0-1 0 0,-1 0 0 0 0,1 0 0 0 0,0 0 1 0 0,0 0-1 0 0,0-1 0 0 0,0 1 1 0 0,-1 0-1 0 0,1 0 0 0 0,0 0 0 0 0,0-1 1 0 0,0 1-1 0 0,0 0 0 0 0,0 0 1 0 0,0 0-1 0 0,0-1 0 0 0,0 1 0 0 0,0 0 1 0 0,-1 0-1 0 0,1-1 0 0 0,0 1 1 0 0,0 0-1 0 0,0 0 0 0 0,0-1 0 0 0,0 1 1 0 0,0 0-1 0 0,1 0 0 0 0,-1-1 1 0 0,0 1-1 0 0,0 0 0 0 0,0 0 0 0 0,0 0 1 0 0,0-1-1 0 0,0 1 0 0 0,0 0 0 0 0,1 0 1 0 0,14-17-188 0 0,92-65 265 0 0,107-88-49 0 0,-16-16 107 0 0,-194 182-179 0 0,-2 2 5 0 0,0 1 0 0 0,-1-1-1 0 0,1 0 1 0 0,-1 0-1 0 0,1 1 1 0 0,-1-1 0 0 0,0 0-1 0 0,0 0 1 0 0,0 0-1 0 0,0 0 1 0 0,0 0 0 0 0,0 0-1 0 0,0-1 1 0 0,0-2-1 0 0,-20 7-205 0 0,-8 13 47 0 0,-41 31 0 0 0,56-36 131 0 0,0 0-1 0 0,1 0 1 0 0,0 1 0 0 0,1 1-1 0 0,-15 19 1 0 0,23-28 34 0 0,1-1 1 0 0,-1 1-1 0 0,1-1 1 0 0,0 1-1 0 0,0 0 0 0 0,0 0 1 0 0,0 0-1 0 0,0-1 0 0 0,0 1 1 0 0,1 0-1 0 0,-1 0 1 0 0,1 0-1 0 0,0 0 0 0 0,0 0 1 0 0,0 0-1 0 0,0 0 0 0 0,2 5 1 0 0,0-2-1 0 0,0-1 1 0 0,0 1 0 0 0,1-1-1 0 0,0 0 1 0 0,0 1 0 0 0,1-1-1 0 0,7 8 1 0 0,3 4-39 0 0,-1 0 0 0 0,17 32 1 0 0,-27-44 70 0 0,0 0 1 0 0,-1 0 0 0 0,0 0-1 0 0,0 1 1 0 0,0-1 0 0 0,0 1-1 0 0,-1 0 1 0 0,0-1 0 0 0,0 1 0 0 0,-1 0-1 0 0,0 0 1 0 0,0-1 0 0 0,0 1-1 0 0,0 0 1 0 0,-2 6 0 0 0,1-9 85 0 0,0 1 0 0 0,0-1 0 0 0,0 1 1 0 0,-1-1-1 0 0,1 0 0 0 0,-1 1 0 0 0,0-1 1 0 0,0 0-1 0 0,0 0 0 0 0,0-1 0 0 0,-1 1 1 0 0,1 0-1 0 0,-1-1 0 0 0,1 1 0 0 0,-1-1 1 0 0,0 0-1 0 0,-5 3 0 0 0,4-3 19 0 0,0 0-1 0 0,-1-1 1 0 0,0 1-1 0 0,1-1 1 0 0,-1 0 0 0 0,0 0-1 0 0,0-1 1 0 0,1 0-1 0 0,-1 0 1 0 0,0 0-1 0 0,-7-1 1 0 0,-8-3 89 0 0,1 0 0 0 0,0-2 0 0 0,0 0 0 0 0,-36-17 0 0 0,0-4-752 0 0,53 26 43 0 0,2 2 444 0 0,-1-1-1 0 0,1 0 1 0 0,0 0-1 0 0,0 0 1 0 0,-1 0-1 0 0,1 0 1 0 0,0 0-1 0 0,0 0 0 0 0,-1 1 1 0 0,1-1-1 0 0,0 0 1 0 0,0 0-1 0 0,-1 0 1 0 0,1 0-1 0 0,0 0 1 0 0,0 0-1 0 0,-1 0 1 0 0,1 0-1 0 0,0-1 1 0 0,0 1-1 0 0,-1 0 1 0 0,1 0-1 0 0,0 0 1 0 0,0 0-1 0 0,-1 0 1 0 0,1 0-1 0 0,0 0 1 0 0,0-1-1 0 0,-1 1 1 0 0,2 1-528 0 0,-1 0 513 0 0,0-1 0 0 0,0 0 0 0 0,0 0 0 0 0,0 0 0 0 0,0 0-1 0 0,0 1 1 0 0,0-1 0 0 0,0 0 0 0 0,0 0 0 0 0,0 0 0 0 0,0 0 0 0 0,0 1 0 0 0,0-1 0 0 0,0 0 0 0 0,0 0 0 0 0,0 0 0 0 0,0 0-1 0 0,0 1 1 0 0,0-1 0 0 0,-1 0 0 0 0,-2 2-1474 0 0,3-2 1474 0 0,0 0 0 0 0,-1 0 0 0 0,1 0 0 0 0,0 0 0 0 0,0 0 0 0 0,0-1 0 0 0,0 1 0 0 0,-1 0-1 0 0,1 0 1 0 0,0 0 0 0 0,0 0 0 0 0,-1 0-192 0 0,2 0 46 0 0,-1 1-1 0 0,1-1 1 0 0,0 1 0 0 0,-1 0 0 0 0,1-1-1 0 0,-1 1 1 0 0,1-1 0 0 0,0 1 0 0 0,0-1 0 0 0,-1 0-1 0 0,1 1 1 0 0,0-1 0 0 0,0 0 0 0 0,0 1-1 0 0,-1-1 1 0 0,1 0 0 0 0,0 0 0 0 0,0 0-1 0 0,1 0 1 0 0,11 2-2530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3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81 948 0 0,'8'-9'2645'0'0,"-1"-2"1"0"0,10-17-1 0 0,2-5 2820 0 0,-56 169-3121 0 0,28-103-2293 0 0,-4 37 0 0 0,11-55-25 0 0,0-1 1 0 0,2 1 0 0 0,-1-1-1 0 0,2 1 1 0 0,3 17 0 0 0,-4-28-19 0 0,1-1 0 0 0,0 0 0 0 0,0 0 1 0 0,0 1-1 0 0,0-1 0 0 0,0 0 0 0 0,1 0 0 0 0,0 0 1 0 0,-1 0-1 0 0,1 0 0 0 0,0-1 0 0 0,0 1 0 0 0,1 0 1 0 0,-1-1-1 0 0,4 3 0 0 0,-4-3-26 0 0,0-1 1 0 0,1 0-1 0 0,-1 0 0 0 0,1 1 1 0 0,-1-1-1 0 0,1-1 0 0 0,-1 1 0 0 0,1 0 1 0 0,-1-1-1 0 0,1 1 0 0 0,0-1 1 0 0,-1 0-1 0 0,1 0 0 0 0,0 0 1 0 0,-1 0-1 0 0,1 0 0 0 0,0-1 1 0 0,-1 1-1 0 0,5-2 0 0 0,-1-1-43 0 0,1 1-1 0 0,-1-1 1 0 0,0-1 0 0 0,0 1-1 0 0,0-1 1 0 0,0 0-1 0 0,-1 0 1 0 0,1-1 0 0 0,-1 0-1 0 0,0 0 1 0 0,0 0-1 0 0,-1-1 1 0 0,0 1 0 0 0,6-10-1 0 0,3-9-30 0 0,0 0-1 0 0,12-33 1 0 0,-23 50 82 0 0,21-48 471 0 0,15-62 0 0 0,-37 114-498 0 0,2-1-15 0 0,-5 28 165 0 0,-1 0-1 0 0,-1 0 0 0 0,-12 40 1 0 0,-1 8 21 0 0,10-41-117 0 0,1-6-107 0 0,-3 41 1 0 0,8-60-289 0 0,1 0 1 0 0,0-1 0 0 0,0 1 0 0 0,0 0-1 0 0,1 0 1 0 0,0 0 0 0 0,0-1 0 0 0,1 1-1 0 0,-1-1 1 0 0,1 1 0 0 0,0-1 0 0 0,6 9-1 0 0,-7-12-13 0 0,0-1 0 0 0,0 1 1 0 0,0-1-1 0 0,0 0 0 0 0,0 0 0 0 0,1 1 0 0 0,-1-1 0 0 0,0 0 0 0 0,1 0 0 0 0,-1-1 0 0 0,1 1 0 0 0,1 1 0 0 0,9 2-3997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3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246 132 1392 0 0,'4'-19'3321'0'0,"0"1"0"0"0,-2-1 0 0 0,2-37 0 0 0,-4 55-3276 0 0,0 0-1 0 0,0 1 1 0 0,0-1-1 0 0,0 0 1 0 0,0 1 0 0 0,0-1-1 0 0,0 0 1 0 0,0 1-1 0 0,0-1 1 0 0,0 0 0 0 0,0 0-1 0 0,0 1 1 0 0,-1-1-1 0 0,1 0 1 0 0,0 1 0 0 0,-1-1-1 0 0,1 1 1 0 0,0-1-1 0 0,-1 0 1 0 0,1 1 0 0 0,0-1-1 0 0,-1 1 1 0 0,1-1-1 0 0,-1 1 1 0 0,1-1 0 0 0,-1 1-1 0 0,1-1 1 0 0,-1 1-1 0 0,0 0 1 0 0,0-1 0 0 0,0 1-14 0 0,-1 0 0 0 0,1 0 0 0 0,0 0 0 0 0,-1 0 0 0 0,1 1 0 0 0,0-1 0 0 0,0 1 0 0 0,0-1 0 0 0,-1 0 0 0 0,1 1 0 0 0,0 0 0 0 0,0-1 0 0 0,0 1 1 0 0,-2 1-1 0 0,-4 4 10 0 0,0 0-1 0 0,0 1 1 0 0,-6 7 0 0 0,-15 24 17 0 0,1 1 1 0 0,2 1-1 0 0,2 2 0 0 0,-25 63 1 0 0,36-77-11 0 0,-11 38 0 0 0,20-56-27 0 0,1-1 1 0 0,0 1-1 0 0,0 0 0 0 0,1 0 1 0 0,0 0-1 0 0,1 0 1 0 0,2 19-1 0 0,-2-26-40 0 0,1-1 0 0 0,-1 0 0 0 0,1 1 1 0 0,0-1-1 0 0,0 0 0 0 0,0 1 0 0 0,0-1 0 0 0,0 0 1 0 0,0 0-1 0 0,0 0 0 0 0,1 0 0 0 0,-1 0 0 0 0,1 0 0 0 0,0-1 1 0 0,-1 1-1 0 0,1 0 0 0 0,0-1 0 0 0,3 3 0 0 0,-2-3-110 0 0,0 1-1 0 0,1-1 0 0 0,-1 0 0 0 0,1 0 1 0 0,-1 0-1 0 0,1 0 0 0 0,-1 0 0 0 0,1-1 1 0 0,-1 0-1 0 0,1 0 0 0 0,4 0 0 0 0,3-1-319 0 0,0-1-1 0 0,0 0 1 0 0,0 0-1 0 0,-1-2 0 0 0,1 1 1 0 0,-1-1-1 0 0,11-6 1 0 0,-2-2-314 0 0,0 0-1 0 0,0-2 1 0 0,-2 0 0 0 0,0-2 0 0 0,0 1 0 0 0,-1-2-1 0 0,-1 0 1 0 0,-1-1 0 0 0,14-23 0 0 0,1-4-937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29 282 2724 0 0,'23'-89'1820'0'0,"23"-102"5282"0"0,-46 190-6598 0 0,-1 3-437 0 0,0 1 0 0 0,-1-1 0 0 0,1 1 0 0 0,0-1 0 0 0,0 1 0 0 0,1 0 0 0 0,-1-1 0 0 0,0 1 0 0 0,1 0 0 0 0,0 4 0 0 0,-1-4 17 0 0,-51 341 1368 0 0,39-245-1278 0 0,2-8 173 0 0,1 96 0 0 0,9-186-336 0 0,1-1 1 0 0,0 1-1 0 0,0-1 0 0 0,0 1 1 0 0,0-1-1 0 0,0 1 1 0 0,0-1-1 0 0,0 1 1 0 0,0-1-1 0 0,0 1 0 0 0,0-1 1 0 0,0 0-1 0 0,0 1 1 0 0,0-1-1 0 0,1 1 0 0 0,-1-1 1 0 0,0 1-1 0 0,0-1 1 0 0,0 1-1 0 0,1-1 1 0 0,-1 0-1 0 0,0 1 0 0 0,0-1 1 0 0,1 0-1 0 0,-1 1 1 0 0,0-1-1 0 0,1 0 1 0 0,-1 1-1 0 0,0-1 0 0 0,1 0 1 0 0,-1 1-1 0 0,1-1 1 0 0,-1 0-1 0 0,1 0 0 0 0,-1 0 1 0 0,1 1-1 0 0,0-2-3 0 0,1 1 1 0 0,-1 0-1 0 0,0-1 0 0 0,1 1 0 0 0,-1-1 0 0 0,0 0 0 0 0,0 1 0 0 0,1-1 0 0 0,-1 0 1 0 0,0 0-1 0 0,0 0 0 0 0,1-1 0 0 0,30-32-2 0 0,37-60-21 0 0,53-62-205 0 0,-121 154 200 0 0,1 0-1 0 0,0 0 1 0 0,0 0-1 0 0,0 0 1 0 0,1 1-1 0 0,-1-1 0 0 0,0 1 1 0 0,1-1-1 0 0,-1 1 1 0 0,1 0-1 0 0,-1 0 1 0 0,6-1-1 0 0,-7 2 22 0 0,0 0 0 0 0,0 0 1 0 0,0 0-1 0 0,0 0 0 0 0,0 0 0 0 0,0 0 0 0 0,0 0 0 0 0,0 1 0 0 0,0-1 0 0 0,0 0 0 0 0,0 1 0 0 0,0-1 0 0 0,0 1 0 0 0,0-1 0 0 0,0 1 0 0 0,0-1 0 0 0,0 1 0 0 0,0 0 0 0 0,-1-1 0 0 0,1 1 0 0 0,0 0 0 0 0,0 0 0 0 0,-1 0 0 0 0,1-1 0 0 0,0 1 0 0 0,-1 0 0 0 0,1 0 0 0 0,-1 0 0 0 0,0 0 0 0 0,1 0 0 0 0,-1 0 0 0 0,0 0 0 0 0,1 0 0 0 0,-1 2 0 0 0,4 15 211 0 0,-2 0 0 0 0,0-1 0 0 0,-1 1 0 0 0,-1 0 0 0 0,0 0-1 0 0,-2 0 1 0 0,-4 25 0 0 0,2-19-76 0 0,2 1 0 0 0,0-1 0 0 0,3 27 0 0 0,-1-50-127 0 0,0 0 1 0 0,0-1 0 0 0,0 1 0 0 0,0 0 0 0 0,0 0-1 0 0,0 0 1 0 0,0 0 0 0 0,1 0 0 0 0,-1-1 0 0 0,0 1-1 0 0,1 0 1 0 0,-1 0 0 0 0,1 0 0 0 0,-1-1 0 0 0,1 1 0 0 0,-1 0-1 0 0,1 0 1 0 0,-1-1 0 0 0,1 1 0 0 0,0-1 0 0 0,-1 1-1 0 0,1 0 1 0 0,0-1 0 0 0,-1 1 0 0 0,1-1 0 0 0,0 0-1 0 0,0 1 1 0 0,1 0 0 0 0,0-1-32 0 0,0 0 0 0 0,0 0 0 0 0,0 0 0 0 0,0 0 0 0 0,0 0 0 0 0,0 0 0 0 0,0-1 0 0 0,0 1 0 0 0,0-1 0 0 0,0 1 0 0 0,-1-1 0 0 0,3-1 0 0 0,8-3-423 0 0,-1-2 1 0 0,0 1-1 0 0,10-9 0 0 0,-19 13 289 0 0,139-110-9049 0 0,-106 84 5153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4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45 784 656 0 0,'-2'1'2538'0'0,"-9"8"420"0"0,8-7-2473 0 0,0 0 0 0 0,0 1-1 0 0,0-1 1 0 0,1 1-1 0 0,-1 0 1 0 0,1 0 0 0 0,-1 0-1 0 0,1 0 1 0 0,0 0-1 0 0,-3 6 1 0 0,5-8-277 0 0,1 2 9 0 0,-1-2-205 0 0,0-1 0 0 0,0 0 0 0 0,0 0 0 0 0,0 1 0 0 0,0-1 0 0 0,0 0 0 0 0,0 1 1 0 0,0-1-1 0 0,0 0 0 0 0,0 1 0 0 0,0-1 0 0 0,1 0 0 0 0,-1 0 0 0 0,0 1 0 0 0,0-1 0 0 0,0 0 0 0 0,0 1 0 0 0,1-1 1 0 0,-1 0-1 0 0,0 0 0 0 0,0 0 0 0 0,0 1 0 0 0,1-1 0 0 0,-1 0 0 0 0,0 0 0 0 0,0 0 0 0 0,1 1 0 0 0,-1-1 0 0 0,1 0 0 0 0,3 1 7 0 0,0-1 0 0 0,0 1 0 0 0,1-1 0 0 0,-1 0 0 0 0,0-1 0 0 0,0 1 0 0 0,1-1 0 0 0,-1 0 0 0 0,0 0 0 0 0,0 0 0 0 0,0 0 0 0 0,0-1 0 0 0,0 1 0 0 0,6-5 0 0 0,5-2-1 0 0,0-1 1 0 0,20-16-1 0 0,-13 6-11 0 0,-2-1-1 0 0,0 0 1 0 0,-1-1 0 0 0,-1-1 0 0 0,-1-1 0 0 0,-2-1-1 0 0,20-36 1 0 0,-10 7-155 0 0,-2 0 0 0 0,27-91 0 0 0,-37 94 206 0 0,-1 0 1 0 0,-3 0-1 0 0,-2-1 0 0 0,1-67 1 0 0,-8 118-61 0 0,1-1 1 0 0,-1 1-1 0 0,0 0 1 0 0,0-1-1 0 0,0 1 0 0 0,0 0 1 0 0,0 0-1 0 0,0-1 1 0 0,0 1-1 0 0,0 0 1 0 0,0-1-1 0 0,-1 1 1 0 0,1 0-1 0 0,0 0 0 0 0,0-1 1 0 0,0 1-1 0 0,0 0 1 0 0,0 0-1 0 0,0-1 1 0 0,-1 1-1 0 0,1 0 0 0 0,0 0 1 0 0,0-1-1 0 0,0 1 1 0 0,-1 0-1 0 0,1 0 1 0 0,0 0-1 0 0,0-1 1 0 0,0 1-1 0 0,-1 0 0 0 0,1 0 1 0 0,0 0-1 0 0,0 0 1 0 0,-1-1-1 0 0,-10 6-13 0 0,-7 12 24 0 0,7-3 66 0 0,1 1 1 0 0,0 0-1 0 0,2 1 0 0 0,-11 24 0 0 0,-20 71 165 0 0,-18 103-96 0 0,50-178-101 0 0,2 1 0 0 0,1 1 0 0 0,2 70 0 0 0,3-99-24 0 0,-1 0 1 0 0,2 0-1 0 0,-1 0 0 0 0,1 0 0 0 0,1-1 0 0 0,-1 1 1 0 0,1-1-1 0 0,1 1 0 0 0,6 11 0 0 0,-7-16-82 0 0,-1-1 0 0 0,1 1 0 0 0,0-1 0 0 0,0 0 0 0 0,0 0-1 0 0,0 0 1 0 0,1-1 0 0 0,-1 1 0 0 0,1-1 0 0 0,-1 0 0 0 0,1 1 0 0 0,0-2 0 0 0,0 1-1 0 0,0 0 1 0 0,0-1 0 0 0,0 0 0 0 0,0 0 0 0 0,1 0 0 0 0,-1 0 0 0 0,0-1 0 0 0,9 0-1 0 0,-3 0-258 0 0,0-1 0 0 0,0-1 0 0 0,0 0 0 0 0,0 0-1 0 0,-1-1 1 0 0,1 0 0 0 0,-1 0 0 0 0,0-1-1 0 0,0-1 1 0 0,0 1 0 0 0,15-12 0 0 0,-7 4-548 0 0,-2-1-1 0 0,1-1 1 0 0,-2 0 0 0 0,25-31 0 0 0,-10 6-695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5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97 322 1720 0 0,'24'-86'4564'0'0,"21"-132"0"0"0,-45 201-3707 0 0,-6 31-530 0 0,-8 29 35 0 0,-104 515 1974 0 0,91-390-1687 0 0,27-159-452 0 0,8-14-146 0 0,7-16-67 0 0,26-52-126 0 0,-14 23 88 0 0,41-57 0 0 0,-58 94 13 0 0,0 0 1 0 0,1 1 0 0 0,0 0-1 0 0,1 0 1 0 0,1 1-1 0 0,-1 1 1 0 0,2 0 0 0 0,25-14-1 0 0,-37 23 37 0 0,-1 0-1 0 0,1 0 0 0 0,0 0 0 0 0,0 1 1 0 0,0-1-1 0 0,0 0 0 0 0,0 1 0 0 0,0 0 1 0 0,0-1-1 0 0,0 1 0 0 0,0 0 0 0 0,0 0 1 0 0,0 0-1 0 0,0 0 0 0 0,0 1 0 0 0,0-1 1 0 0,0 0-1 0 0,-1 1 0 0 0,1-1 0 0 0,3 2 1 0 0,-2 0 15 0 0,-1-1-1 0 0,0 1 1 0 0,0 0 0 0 0,1 0 0 0 0,-1 0 0 0 0,-1 0-1 0 0,1 0 1 0 0,0 1 0 0 0,0-1 0 0 0,-1 0 0 0 0,1 1-1 0 0,1 4 1 0 0,1 2 44 0 0,-1 0-1 0 0,0 0 1 0 0,-1 1 0 0 0,0-1-1 0 0,0 1 1 0 0,-1 0-1 0 0,0 10 1 0 0,-10 119 305 0 0,7-116-301 0 0,-1 3 20 0 0,1-14-575 0 0,0 0 1 0 0,1-1 0 0 0,1 1 0 0 0,0 0 0 0 0,1 0 0 0 0,2 16-1 0 0,-3-26 324 0 0,1-1-1 0 0,0 0 0 0 0,-1 1 0 0 0,1-1 0 0 0,0 0 0 0 0,-1 1 0 0 0,1-1 0 0 0,0 0 1 0 0,0 0-1 0 0,0 1 0 0 0,0-1 0 0 0,0 0 0 0 0,0 0 0 0 0,1 0 0 0 0,-1-1 0 0 0,0 1 0 0 0,0 0 1 0 0,1 0-1 0 0,-1-1 0 0 0,0 1 0 0 0,3 0 0 0 0,1 1-495 0 0,-1-1-1 0 0,1-1 1 0 0,0 1-1 0 0,0-1 1 0 0,6 1-1 0 0,6-2-1619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5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184 617 688 0 0,'15'-25'4119'0'0,"13"-32"-1"0"0,-24 48-3308 0 0,0-1 0 0 0,-1 1 0 0 0,0-1-1 0 0,-1 0 1 0 0,0 1 0 0 0,-1-1 0 0 0,1-11-1 0 0,-2 20-792 0 0,0 1 0 0 0,0 0 0 0 0,0-1 0 0 0,0 1 0 0 0,-1-1-1 0 0,1 1 1 0 0,0 0 0 0 0,0-1 0 0 0,0 1 0 0 0,0 0-1 0 0,-1-1 1 0 0,1 1 0 0 0,0 0 0 0 0,0-1 0 0 0,-1 1 0 0 0,1 0-1 0 0,0-1 1 0 0,-1 1 0 0 0,1 0 0 0 0,0 0 0 0 0,-1-1 0 0 0,1 1-1 0 0,0 0 1 0 0,-1 0 0 0 0,1 0 0 0 0,0 0 0 0 0,-1-1 0 0 0,1 1-1 0 0,-1 0 1 0 0,1 0 0 0 0,0 0 0 0 0,-1 0 0 0 0,1 0-1 0 0,-1 0 1 0 0,1 0 0 0 0,-1 0 0 0 0,-13 2 104 0 0,13-2-128 0 0,-3 1 23 0 0,0 0 0 0 0,0 0 0 0 0,0 1 0 0 0,0-1 1 0 0,0 1-1 0 0,1 0 0 0 0,-1 0 0 0 0,1 1 0 0 0,-7 4 0 0 0,-26 28 36 0 0,30-28-45 0 0,-12 12-9 0 0,1 2-1 0 0,0 0 0 0 0,-21 37 1 0 0,31-46 15 0 0,1 1 1 0 0,0 0-1 0 0,0 1 1 0 0,1-1 0 0 0,1 1-1 0 0,0 0 1 0 0,1 0 0 0 0,-1 19-1 0 0,3-30-17 0 0,1 0-1 0 0,0 0 1 0 0,0 0 0 0 0,0 0-1 0 0,1 0 1 0 0,-1 0 0 0 0,1 0-1 0 0,0 0 1 0 0,-1 0 0 0 0,1 0-1 0 0,1 0 1 0 0,-1 0 0 0 0,0-1-1 0 0,1 1 1 0 0,-1 0 0 0 0,1-1-1 0 0,3 5 1 0 0,-3-6-60 0 0,0 1 0 0 0,0-1 1 0 0,1 1-1 0 0,-1-1 0 0 0,0 0 0 0 0,0 0 1 0 0,1 0-1 0 0,-1 0 0 0 0,0 0 0 0 0,1 0 1 0 0,-1-1-1 0 0,1 0 0 0 0,-1 1 0 0 0,1-1 1 0 0,-1 0-1 0 0,1 0 0 0 0,-1 0 0 0 0,1 0 1 0 0,-1-1-1 0 0,1 1 0 0 0,2-1 0 0 0,3-2-91 0 0,0 1-1 0 0,-1-2 1 0 0,1 1 0 0 0,-1-1-1 0 0,0 0 1 0 0,0 0-1 0 0,0-1 1 0 0,-1 0-1 0 0,1 0 1 0 0,-1 0-1 0 0,0-1 1 0 0,8-11 0 0 0,4-6-48 0 0,-1-1 1 0 0,15-28-1 0 0,15-41 733 0 0,-7 12 2362 0 0,-34 70-2522 0 0,-6 16-197 0 0,-13 28-114 0 0,4-8 65 0 0,0 2-38 0 0,-24 91 161 0 0,30-106-221 0 0,1-1 1 0 0,1 1-1 0 0,0-1 0 0 0,1 1 1 0 0,0 0-1 0 0,1-1 1 0 0,0 1-1 0 0,4 13 1 0 0,-5-22-56 0 0,1-1 1 0 0,0 0 0 0 0,0 0 0 0 0,0 0 0 0 0,0 0 0 0 0,0 0 0 0 0,1 0 0 0 0,-1 0 0 0 0,1 0 0 0 0,-1-1-1 0 0,1 1 1 0 0,-1 0 0 0 0,1-1 0 0 0,0 1 0 0 0,0-1 0 0 0,0 0 0 0 0,0 0 0 0 0,0 0 0 0 0,0 0 0 0 0,0 0-1 0 0,0 0 1 0 0,1 0 0 0 0,-1-1 0 0 0,0 1 0 0 0,0-1 0 0 0,1 1 0 0 0,-1-1 0 0 0,0 0 0 0 0,1 0 0 0 0,-1 0-1 0 0,0 0 1 0 0,5-1 0 0 0,1-1-247 0 0,1 1 0 0 0,0-1-1 0 0,-1 0 1 0 0,1-1-1 0 0,-1 0 1 0 0,0 0 0 0 0,10-6-1 0 0,2-4 28 0 0,-1-1 0 0 0,-1 0-1 0 0,0-1 1 0 0,-1-1 0 0 0,-1-1 0 0 0,0 0-1 0 0,-2-1 1 0 0,23-34 0 0 0,-5-3-705 0 0,50-114 1 0 0,-65 128 1659 0 0,-2-1 1 0 0,-2-1-1 0 0,-2 0 1 0 0,-2 0-1 0 0,-2-1 1 0 0,-1 0 0 0 0,-1-55-1 0 0,-5 98-692 0 0,0-1 0 0 0,0 1 0 0 0,0 0-1 0 0,0 0 1 0 0,0 0 0 0 0,0 0 0 0 0,0 0 0 0 0,-1 0-1 0 0,1 0 1 0 0,0 0 0 0 0,0 0 0 0 0,-1 0 0 0 0,1 0-1 0 0,-1 0 1 0 0,1 0 0 0 0,-2-1 0 0 0,2 2-15 0 0,-1 0 0 0 0,1 0 1 0 0,0-1-1 0 0,-1 1 0 0 0,1 0 1 0 0,0 0-1 0 0,-1 0 0 0 0,1 0 0 0 0,-1 0 1 0 0,1 0-1 0 0,0 0 0 0 0,-1 0 0 0 0,1 0 1 0 0,0 1-1 0 0,-1-1 0 0 0,1 0 1 0 0,-1 0-1 0 0,1 0 0 0 0,0 0 0 0 0,-1 0 1 0 0,1 1-1 0 0,0-1 0 0 0,-1 0 0 0 0,1 0 1 0 0,0 1-1 0 0,0-1 0 0 0,-1 0 1 0 0,1 1-1 0 0,-18 22 27 0 0,1 11 511 0 0,2 2 0 0 0,-17 55 0 0 0,-11 79 1034 0 0,22-81-827 0 0,9-37-422 0 0,2 1-1 0 0,2 0 0 0 0,3 0 0 0 0,2 84 0 0 0,3-132-306 0 0,0 1 0 0 0,1-1 1 0 0,0 0-1 0 0,0-1 1 0 0,0 1-1 0 0,0 0 0 0 0,1 0 1 0 0,0 0-1 0 0,0-1 0 0 0,0 1 1 0 0,1-1-1 0 0,-1 1 1 0 0,1-1-1 0 0,6 7 0 0 0,-6-8-118 0 0,0-1-1 0 0,0 0 1 0 0,0 0-1 0 0,0 0 0 0 0,0 0 1 0 0,1 0-1 0 0,-1 0 1 0 0,1-1-1 0 0,-1 0 1 0 0,1 1-1 0 0,-1-1 1 0 0,1-1-1 0 0,0 1 0 0 0,0 0 1 0 0,-1-1-1 0 0,1 0 1 0 0,0 0-1 0 0,0 0 1 0 0,-1 0-1 0 0,7-2 0 0 0,2-1-873 0 0,0-1-1 0 0,0 0 0 0 0,0 0 0 0 0,-1-1 0 0 0,0-1 1 0 0,0 0-1 0 0,0 0 0 0 0,-1-1 0 0 0,0 0 0 0 0,10-9 0 0 0,9-12-5266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65 2920 0 0,'-56'-23'12537'0'0,"55"22"-12028"0"0,-2-1 55 0 0,-2-3 326 0 0,27-1-1238 0 0,1 2 0 0 0,-1 1 0 0 0,28-1 0 0 0,2 0-2319 0 0,10-5-4050 0 0,-46 6 2477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44 700 0 0,'-243'-10'17263'0'0,"240"10"-16681"0"0,6 0-385 0 0,234-19-4551 0 0,-90 9-2323 0 0,-84 5 1370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7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48 889 2716 0 0,'-11'11'3753'0'0,"8"-9"-3402"0"0,0 0 0 0 0,0 0 0 0 0,1 0 0 0 0,-1 1 0 0 0,1 0 0 0 0,0-1 0 0 0,-1 1 0 0 0,1 0 0 0 0,0 0 0 0 0,0 0 0 0 0,1 0 0 0 0,-1 1 0 0 0,1-1 0 0 0,0 0 0 0 0,0 1 0 0 0,0-1 0 0 0,-1 6 0 0 0,2-9-331 0 0,0 1 0 0 0,0 0-1 0 0,1-1 1 0 0,-1 1 0 0 0,0-1-1 0 0,0 1 1 0 0,1 0 0 0 0,-1-1-1 0 0,0 1 1 0 0,1-1 0 0 0,-1 1-1 0 0,0-1 1 0 0,1 1 0 0 0,-1-1-1 0 0,1 0 1 0 0,-1 1 0 0 0,1-1-1 0 0,-1 1 1 0 0,1-1 0 0 0,-1 0-1 0 0,1 1 1 0 0,0-1 0 0 0,-1 0-1 0 0,1 0 1 0 0,-1 0 0 0 0,1 1-1 0 0,0-1 1 0 0,-1 0 0 0 0,1 0-1 0 0,0 0 1 0 0,-1 0 0 0 0,1 0 0 0 0,-1 0-1 0 0,2 0 1 0 0,20-2 254 0 0,-11-1-240 0 0,0-1 1 0 0,-1-1-1 0 0,1 1 0 0 0,-1-2 0 0 0,0 1 1 0 0,0-1-1 0 0,-1-1 0 0 0,0 0 1 0 0,0 0-1 0 0,-1-1 0 0 0,1 0 1 0 0,11-16-1 0 0,4-7-98 0 0,-2-2 1 0 0,24-44-1 0 0,-16 20-426 0 0,-3-2 0 0 0,23-72-1 0 0,26-129-785 0 0,-37 51 606 0 0,-39 209 668 0 0,0-1 0 0 0,0 0 0 0 0,0 0 0 0 0,1 1-1 0 0,-1-1 1 0 0,0 0 0 0 0,0 0 0 0 0,0 0 0 0 0,0 1 0 0 0,0-1 0 0 0,0 0 0 0 0,-1 0 0 0 0,1 1 0 0 0,0-1 0 0 0,0 0 0 0 0,-1 0 0 0 0,1 1 0 0 0,0-1 0 0 0,-1-1 0 0 0,1 2 2 0 0,-1 0-1 0 0,1 0 1 0 0,-1 0-1 0 0,1 1 1 0 0,-1-1-1 0 0,1 0 1 0 0,0 0 0 0 0,-1 0-1 0 0,1 0 1 0 0,-1 0-1 0 0,1 1 1 0 0,0-1-1 0 0,-1 0 1 0 0,1 0-1 0 0,-1 1 1 0 0,1-1 0 0 0,0 0-1 0 0,-1 1 1 0 0,1-1-1 0 0,0 0 1 0 0,0 1-1 0 0,-1-1 1 0 0,1 1-1 0 0,-19 27 45 0 0,-8 28 211 0 0,3 1 0 0 0,-29 100 0 0 0,-11 128 67 0 0,62-277-310 0 0,-23 167 339 0 0,23-154-295 0 0,2 0 1 0 0,0-1-1 0 0,1 1 1 0 0,1 0 0 0 0,1-1-1 0 0,8 30 1 0 0,-10-45-44 0 0,1 0 0 0 0,0-1 0 0 0,0 1 0 0 0,0 0 0 0 0,1-1 0 0 0,-1 1 0 0 0,1-1 0 0 0,0 0 0 0 0,1 0 1 0 0,-1 0-1 0 0,1 0 0 0 0,-1-1 0 0 0,1 1 0 0 0,0-1 0 0 0,0 0 0 0 0,1 0 0 0 0,-1 0 0 0 0,7 2 0 0 0,-4-2-52 0 0,0-1 0 0 0,0 0 0 0 0,0-1 0 0 0,0 1 0 0 0,0-1 0 0 0,0-1 0 0 0,1 1 0 0 0,-1-1 0 0 0,0-1 0 0 0,0 1 0 0 0,1-1 0 0 0,9-3 0 0 0,-4 1-97 0 0,0-1 0 0 0,0-1 1 0 0,0 0-1 0 0,-1-1 0 0 0,0 0 0 0 0,0-1 0 0 0,19-14 0 0 0,-14 8 16 0 0,-2-1-1 0 0,0 0 1 0 0,0-2-1 0 0,17-24 0 0 0,-7 4 16 0 0,-2-2 0 0 0,-1 0-1 0 0,-3-2 1 0 0,17-47-1 0 0,-10 15 520 0 0,-4-2 0 0 0,24-150 0 0 0,-45 205-265 0 0,-7 32 162 0 0,-7 34 56 0 0,-84 532 1456 0 0,84-482-1467 0 0,13-66 125 0 0,0-29-389 0 0,11-7-15 0 0,-7 1-74 0 0,1-1 1 0 0,-1 1-1 0 0,0-1 1 0 0,0 1-1 0 0,0-1 1 0 0,-1-1-1 0 0,1 1 1 0 0,3-10-1 0 0,4-3-17 0 0,-6 9 3 0 0,25-39-46 0 0,45-54-1 0 0,-65 90 25 0 0,0 0 0 0 0,1 1 0 0 0,1 1 0 0 0,-1-1-1 0 0,2 2 1 0 0,-1 0 0 0 0,1 0 0 0 0,1 1 0 0 0,22-9-1 0 0,-34 15 28 0 0,1 1 0 0 0,0 1 0 0 0,-1-1-1 0 0,1 0 1 0 0,0 1 0 0 0,-1-1 0 0 0,1 1-1 0 0,0 0 1 0 0,0 0 0 0 0,0 0 0 0 0,-1 0-1 0 0,1 0 1 0 0,0 1 0 0 0,0-1 0 0 0,-1 1-1 0 0,1 0 1 0 0,0 0 0 0 0,-1 0 0 0 0,5 2-1 0 0,-4-1 19 0 0,0 1-1 0 0,0-1 0 0 0,0 1 1 0 0,0 0-1 0 0,0 0 0 0 0,0 0 1 0 0,-1 1-1 0 0,1-1 1 0 0,-1 1-1 0 0,0-1 0 0 0,3 8 1 0 0,1 5 44 0 0,-1 1 1 0 0,-1 0 0 0 0,0 0-1 0 0,-1 0 1 0 0,0 18 0 0 0,-1 5 10 0 0,4 29 46 0 0,-6-63-86 0 0,1 0 1 0 0,1 0-1 0 0,-1 0 0 0 0,1 0 0 0 0,0 0 0 0 0,1 0 1 0 0,-1 0-1 0 0,5 6 0 0 0,-5-10-16 0 0,-1 0 0 0 0,0-1 0 0 0,1 1 0 0 0,-1-1-1 0 0,1 1 1 0 0,-1-1 0 0 0,1 1 0 0 0,0-1 0 0 0,0 0 0 0 0,0 0 0 0 0,0 0 0 0 0,-1 0-1 0 0,1 0 1 0 0,0 0 0 0 0,1-1 0 0 0,-1 1 0 0 0,4 0 0 0 0,-2-1-4 0 0,0 0 0 0 0,0 0 0 0 0,0 0 1 0 0,0 0-1 0 0,-1-1 0 0 0,1 0 0 0 0,0 0 0 0 0,0 0 1 0 0,4-2-1 0 0,4-2-4 0 0,0-2 1 0 0,0 1 0 0 0,-1-1-1 0 0,18-15 1 0 0,-8 4-15 0 0,-1-1 0 0 0,-1-1 0 0 0,-1-1 0 0 0,-1-1 0 0 0,0 0 0 0 0,17-33 0 0 0,-13 17 68 0 0,-2-2 1 0 0,-2 0-1 0 0,17-54 0 0 0,-32 85-32 0 0,0 0 0 0 0,0-1 0 0 0,-1 1 0 0 0,0 0 0 0 0,-1-12-1 0 0,-16 27-104 0 0,11-1 77 0 0,-1-1 0 0 0,1 1-1 0 0,-1 1 1 0 0,1-1 0 0 0,1 1-1 0 0,-1 0 1 0 0,1 0 0 0 0,0 0-1 0 0,1 1 1 0 0,-5 8-1 0 0,5-9 37 0 0,-9 18 37 0 0,0 0 0 0 0,2 0 0 0 0,1 1 0 0 0,-6 28 0 0 0,12-43-40 0 0,1 1 0 0 0,0-1 0 0 0,1 0 0 0 0,0 0 0 0 0,1 1 0 0 0,0-1 0 0 0,1 0 0 0 0,0 0 0 0 0,0 1-1 0 0,1-1 1 0 0,1 0 0 0 0,-1 0 0 0 0,7 14 0 0 0,-7-20-11 0 0,1 0 0 0 0,-1 0 0 0 0,0-1 0 0 0,1 1 0 0 0,0-1 0 0 0,0 1 0 0 0,0-1 0 0 0,0 0 0 0 0,0 0 0 0 0,1-1 0 0 0,-1 1 0 0 0,1-1 0 0 0,0 0 0 0 0,7 4 0 0 0,-4-4-101 0 0,-1 0-1 0 0,1 0 1 0 0,0-1 0 0 0,0 1 0 0 0,-1-2-1 0 0,1 1 1 0 0,0-1 0 0 0,13-1-1 0 0,-5-1-981 0 0,0-1-1 0 0,1 0 0 0 0,-1-1 0 0 0,-1-1 1 0 0,1-1-1 0 0,-1 0 0 0 0,25-14 1 0 0,-7 0-4015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8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96 2836 0 0,'-140'3'11559'0'0,"124"-6"-10191"0"0,23-2-487 0 0,24-6-350 0 0,265-36-1448 0 0,-97 28-4015 0 0,-105 11 840 0 0,-29 3-738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9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1060 0 0,'0'-6'567'0'0,"0"0"1"0"0,1 1-1 0 0,0-1 1 0 0,0 0-1 0 0,0 1 0 0 0,1-1 1 0 0,-1 1-1 0 0,1 0 1 0 0,1 0-1 0 0,4-8 0 0 0,-4 8-283 0 0,0 0 0 0 0,1 0 0 0 0,0 1 0 0 0,0-1 0 0 0,0 1-1 0 0,0 0 1 0 0,1 0 0 0 0,-1 1 0 0 0,9-5 0 0 0,-9 5-198 0 0,1 1-1 0 0,0 0 1 0 0,-1 0 0 0 0,1 0 0 0 0,0 1-1 0 0,0-1 1 0 0,0 1 0 0 0,0 0-1 0 0,0 1 1 0 0,0-1 0 0 0,1 1 0 0 0,-1 0-1 0 0,0 1 1 0 0,0-1 0 0 0,0 1 0 0 0,0 0-1 0 0,0 0 1 0 0,0 0 0 0 0,0 1 0 0 0,0 0-1 0 0,-1 0 1 0 0,1 0 0 0 0,-1 0 0 0 0,1 1-1 0 0,4 3 1 0 0,0 1-18 0 0,0 2-1 0 0,0-1 1 0 0,0 1 0 0 0,-1 0-1 0 0,-1 1 1 0 0,1 0-1 0 0,-2 0 1 0 0,1 0-1 0 0,-2 1 1 0 0,1 0 0 0 0,-1 0-1 0 0,-1 1 1 0 0,5 17-1 0 0,-6-15 139 0 0,0-1 0 0 0,-1 0-1 0 0,0 1 1 0 0,-2-1-1 0 0,1 1 1 0 0,-1-1 0 0 0,-1 1-1 0 0,-1 0 1 0 0,0-1 0 0 0,0 0-1 0 0,-9 24 1 0 0,5-28 616 0 0,1-14-626 0 0,2-14-195 0 0,4 7-2 0 0,1 0 0 0 0,1 0 0 0 0,0 0 0 0 0,0 0 1 0 0,1 0-1 0 0,0 1 0 0 0,1 0 0 0 0,10-16 1 0 0,-4 9-46 0 0,1 0 0 0 0,0 1 0 0 0,30-31 0 0 0,-37 44 24 0 0,0-1 0 0 0,0 1 0 0 0,0 0 1 0 0,0 0-1 0 0,1 0 0 0 0,-1 1 0 0 0,1 0 0 0 0,0 0 0 0 0,0 1 1 0 0,10-4-1 0 0,-12 6 13 0 0,-1-1 0 0 0,0 1 0 0 0,0-1 0 0 0,0 1 0 0 0,1 0 0 0 0,-1 0 0 0 0,0 1-1 0 0,0-1 1 0 0,0 1 0 0 0,0-1 0 0 0,0 1 0 0 0,1 0 0 0 0,-1 0 0 0 0,0 0 0 0 0,-1 1 0 0 0,1-1 0 0 0,0 1 0 0 0,0 0 0 0 0,-1-1 0 0 0,1 1 0 0 0,-1 0 0 0 0,1 1 0 0 0,-1-1 0 0 0,2 3 0 0 0,4 4 6 0 0,-2 0 1 0 0,1 1-1 0 0,-1-1 0 0 0,-1 1 1 0 0,0 1-1 0 0,0-1 0 0 0,-1 1 1 0 0,4 15-1 0 0,0 9 98 0 0,5 48-1 0 0,-5-22 192 0 0,-10-41-35 0 0,2-20-250 0 0,0 0 0 0 0,0 0 0 0 0,0 0 0 0 0,0 0 0 0 0,0 0 0 0 0,0 0 0 0 0,0 0 0 0 0,0 0 0 0 0,0 0 0 0 0,0 0 0 0 0,0 0 0 0 0,0 0 0 0 0,0 0 0 0 0,0 0 0 0 0,0 0 0 0 0,0 0 0 0 0,0 0 0 0 0,0 0 0 0 0,0 0-1 0 0,-1 0 1 0 0,1 0 0 0 0,0 0 0 0 0,0 0 0 0 0,0 0 0 0 0,0 0 0 0 0,0 0 0 0 0,0 0 0 0 0,0 0 0 0 0,0 0 0 0 0,0 0 0 0 0,0 0 0 0 0,0 0 0 0 0,0 0 0 0 0,0 0 0 0 0,0 0 0 0 0,0 0 0 0 0,0 0 0 0 0,0 0 0 0 0,0 0 0 0 0,0 0 0 0 0,0 0 0 0 0,0 0 0 0 0,0 0 0 0 0,0 0 0 0 0,0 0 0 0 0,0 0 0 0 0,-1 0 0 0 0,1 0 0 0 0,0 0 0 0 0,2-13-78 0 0,4-20 2 0 0,1 0 0 0 0,2 0 0 0 0,2 1 0 0 0,1 0 0 0 0,17-34 0 0 0,-20 49 38 0 0,1-1-1 0 0,1 2 0 0 0,0-1 1 0 0,1 1-1 0 0,1 1 1 0 0,0 0-1 0 0,1 1 0 0 0,1 1 1 0 0,0 0-1 0 0,23-14 0 0 0,-35 25 24 0 0,-1 0 0 0 0,1 1 0 0 0,0 0 0 0 0,-1-1-1 0 0,1 1 1 0 0,0 0 0 0 0,0 1 0 0 0,0-1 0 0 0,0 0-1 0 0,0 1 1 0 0,0-1 0 0 0,0 1 0 0 0,0 0-1 0 0,4 1 1 0 0,-6-1 20 0 0,1 0-1 0 0,-1 1 0 0 0,1 0 0 0 0,-1-1 1 0 0,1 1-1 0 0,-1 0 0 0 0,1 0 0 0 0,-1 0 1 0 0,0 0-1 0 0,1 0 0 0 0,-1 0 1 0 0,0 0-1 0 0,0 0 0 0 0,0 0 0 0 0,0 1 1 0 0,0-1-1 0 0,0 0 0 0 0,0 1 1 0 0,-1-1-1 0 0,1 1 0 0 0,0-1 0 0 0,-1 1 1 0 0,1-1-1 0 0,-1 1 0 0 0,1-1 1 0 0,-1 1-1 0 0,0-1 0 0 0,0 4 0 0 0,1 10 49 0 0,-1 0 0 0 0,-1 0 0 0 0,-1 0 0 0 0,0 0-1 0 0,-1 0 1 0 0,-8 25 0 0 0,1-3 9 0 0,5-15-113 0 0,-1-1-219 0 0,1 0 0 0 0,1 1 1 0 0,1 0-1 0 0,1 0 0 0 0,2 43 0 0 0,0-62 50 0 0,1 0 0 0 0,0 0 0 0 0,-1 0 0 0 0,1 0 0 0 0,1 0 0 0 0,-1 0 0 0 0,0 0 0 0 0,1 0 0 0 0,-1 0 0 0 0,1-1 0 0 0,0 1 0 0 0,0-1 0 0 0,3 4 0 0 0,-3-4-254 0 0,0 0-1 0 0,0-1 1 0 0,0 1-1 0 0,1-1 1 0 0,-1 1-1 0 0,0-1 1 0 0,1 0-1 0 0,-1 0 1 0 0,1 0-1 0 0,3 1 1 0 0,10 0-3521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0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242 811 1416 0 0,'16'-24'3827'0'0,"24"-49"0"0"0,-36 64-3192 0 0,-1 0-1 0 0,1 0 1 0 0,-1 0 0 0 0,-1 0 0 0 0,0-1 0 0 0,0 0 0 0 0,-1 1-1 0 0,0-1 1 0 0,-1-14 0 0 0,0 23-605 0 0,0 0 1 0 0,0 0-1 0 0,0 0 1 0 0,0 0-1 0 0,0 0 1 0 0,-1 0-1 0 0,1 0 0 0 0,0 0 1 0 0,0 0-1 0 0,-1 0 1 0 0,1 0-1 0 0,-1 0 0 0 0,1 0 1 0 0,-1 0-1 0 0,1 0 1 0 0,-1 0-1 0 0,0 1 0 0 0,1-1 1 0 0,-1 0-1 0 0,0 0 1 0 0,0 1-1 0 0,1-1 0 0 0,-1 0 1 0 0,0 1-1 0 0,0-1 1 0 0,0 1-1 0 0,0-1 0 0 0,-2 0 1 0 0,1 1-20 0 0,0 0 0 0 0,0 0 0 0 0,-1 0 0 0 0,1 0 1 0 0,0 1-1 0 0,0-1 0 0 0,0 1 0 0 0,-1-1 0 0 0,1 1 0 0 0,0 0 1 0 0,0-1-1 0 0,0 1 0 0 0,-3 2 0 0 0,-13 8 0 0 0,0 1 1 0 0,0 1-1 0 0,1 0 0 0 0,1 1 1 0 0,0 1-1 0 0,1 0 0 0 0,-19 26 0 0 0,15-15-6 0 0,1 1 0 0 0,1 1-1 0 0,1 0 1 0 0,-16 41 0 0 0,28-60 10 0 0,2-1 1 0 0,-1 1 0 0 0,1 0-1 0 0,0-1 1 0 0,1 1 0 0 0,0 0-1 0 0,0 0 1 0 0,2 18 0 0 0,-1-24-13 0 0,0 0 1 0 0,1-1-1 0 0,-1 1 1 0 0,1 0-1 0 0,0 0 1 0 0,0 0-1 0 0,0-1 0 0 0,0 1 1 0 0,0 0-1 0 0,0-1 1 0 0,1 1-1 0 0,-1-1 1 0 0,1 0-1 0 0,0 1 1 0 0,0-1-1 0 0,0 0 0 0 0,0 0 1 0 0,0 0-1 0 0,0 0 1 0 0,0 0-1 0 0,1-1 1 0 0,-1 1-1 0 0,1-1 0 0 0,-1 0 1 0 0,1 1-1 0 0,-1-1 1 0 0,1 0-1 0 0,0 0 1 0 0,0-1-1 0 0,4 2 1 0 0,-2-2-11 0 0,-1 0 1 0 0,1 0-1 0 0,0 0 1 0 0,0-1-1 0 0,-1 0 1 0 0,1 1 0 0 0,0-2-1 0 0,-1 1 1 0 0,1 0-1 0 0,-1-1 1 0 0,1 0-1 0 0,-1 0 1 0 0,0 0 0 0 0,0-1-1 0 0,0 1 1 0 0,0-1-1 0 0,0 0 1 0 0,5-6-1 0 0,2-3-2 0 0,0 0-1 0 0,0 0 0 0 0,-2-1 1 0 0,10-15-1 0 0,10-23 235 0 0,-2 0 0 0 0,33-93 0 0 0,-44 105-204 0 0,-15 36-67 0 0,0 6-23 0 0,-1 6 128 0 0,1 0 1 0 0,-1 1 0 0 0,-1-1-1 0 0,0 0 1 0 0,0 1 0 0 0,-1-1-1 0 0,-1 0 1 0 0,-2 9 0 0 0,-4 20 29 0 0,4-14-18 0 0,1 0-1 0 0,1 0 1 0 0,1 0-1 0 0,1 1 1 0 0,2-1-1 0 0,5 41 1 0 0,-6-63-60 0 0,0 0 1 0 0,1 0 0 0 0,-1 1 0 0 0,1-1-1 0 0,0 0 1 0 0,0 0 0 0 0,0 0-1 0 0,0 0 1 0 0,0 0 0 0 0,0 0 0 0 0,0 0-1 0 0,1 0 1 0 0,-1 0 0 0 0,1 0 0 0 0,-1-1-1 0 0,1 1 1 0 0,0-1 0 0 0,-1 1-1 0 0,1-1 1 0 0,3 2 0 0 0,-3-2-24 0 0,1 0-1 0 0,0-1 1 0 0,-1 1 0 0 0,1-1-1 0 0,0 1 1 0 0,-1-1 0 0 0,1 0-1 0 0,0 0 1 0 0,0 0 0 0 0,-1 0-1 0 0,1-1 1 0 0,0 1 0 0 0,-1-1-1 0 0,5-1 1 0 0,4-2-177 0 0,0-1-1 0 0,0-1 1 0 0,-1 1 0 0 0,0-2 0 0 0,0 1-1 0 0,14-13 1 0 0,2-6-330 0 0,-1 0-1 0 0,-1-2 0 0 0,-1-1 1 0 0,-2-1-1 0 0,20-34 1 0 0,-1-9-234 0 0,35-84 1 0 0,-58 113 953 0 0,-1 0 0 0 0,-3-1 1 0 0,-1-1-1 0 0,-2 0 0 0 0,-3-1 0 0 0,-1 1 1 0 0,-2-1-1 0 0,-3-54 0 0 0,-2 73 277 0 0,2 16-336 0 0,-1 1 1 0 0,-1-1 0 0 0,0 1 0 0 0,0-1 0 0 0,-1 1 0 0 0,-3-13 0 0 0,-9 41-165 0 0,6 3 51 0 0,1-1 1 0 0,0 1-1 0 0,2 1 1 0 0,1-1-1 0 0,-2 27 1 0 0,-2 3 106 0 0,-76 559 928 0 0,77-553-866 0 0,2 112 0 0 0,5-166-185 0 0,0 1 1 0 0,1-1-1 0 0,-1 1 1 0 0,1-1 0 0 0,0 0-1 0 0,-1 1 1 0 0,2-1 0 0 0,-1 0-1 0 0,0 0 1 0 0,1 0-1 0 0,-1 0 1 0 0,1 0 0 0 0,2 3-1 0 0,-2-4-6 0 0,-1-1-1 0 0,1 1 1 0 0,0-1-1 0 0,-1 0 1 0 0,1 0-1 0 0,0 1 1 0 0,0-1-1 0 0,0-1 1 0 0,0 1-1 0 0,0 0 1 0 0,0 0-1 0 0,0-1 1 0 0,1 1-1 0 0,-1-1 1 0 0,0 0-1 0 0,0 0 1 0 0,0 0-1 0 0,0 0 1 0 0,1 0-1 0 0,-1 0 0 0 0,3-1 1 0 0,3 0-12 0 0,1-1-1 0 0,-1-1 1 0 0,0 1 0 0 0,0-1 0 0 0,0-1-1 0 0,0 0 1 0 0,0 0 0 0 0,12-8-1 0 0,1-4-74 0 0,28-27-1 0 0,-21 16 17 0 0,-2-2 0 0 0,-1 0-1 0 0,-1-2 1 0 0,34-59 0 0 0,-43 64 200 0 0,-1-1 1 0 0,-2-1 0 0 0,-1 0 0 0 0,-1 0 0 0 0,-1-1 0 0 0,8-49-1 0 0,-15 63 0 0 0,-1 0-1 0 0,0 0 0 0 0,-2 0 1 0 0,-3-29-1 0 0,4 43-138 0 0,0 0-1 0 0,0 0 1 0 0,0 1-1 0 0,0-1 1 0 0,0 0 0 0 0,0 0-1 0 0,-1 1 1 0 0,1-1-1 0 0,0 0 1 0 0,0 1 0 0 0,-1-1-1 0 0,1 0 1 0 0,-1 1-1 0 0,1-1 1 0 0,0 0 0 0 0,-1 1-1 0 0,1-1 1 0 0,-1 1-1 0 0,1-1 1 0 0,-1 1 0 0 0,0-1-1 0 0,1 1 1 0 0,-1-1-1 0 0,0 1 1 0 0,1 0 0 0 0,-1-1-1 0 0,0 1 1 0 0,1 0-1 0 0,-1-1 1 0 0,0 1 0 0 0,1 0-1 0 0,-1 0 1 0 0,0 0-1 0 0,0 0 1 0 0,0 0 0 0 0,1 0-1 0 0,-1 0 1 0 0,0 0-1 0 0,0 0 1 0 0,1 0-1 0 0,-1 0 1 0 0,0 0 0 0 0,1 0-1 0 0,-1 1 1 0 0,0-1-1 0 0,0 0 1 0 0,1 1 0 0 0,-2 0-1 0 0,-1 0-6 0 0,0 1 0 0 0,1 0 0 0 0,-1-1-1 0 0,0 1 1 0 0,1 0 0 0 0,-1 1 0 0 0,1-1 0 0 0,-3 4-1 0 0,2-1 3 0 0,0 0-1 0 0,1 0 0 0 0,-1 0 0 0 0,1 1 1 0 0,1-1-1 0 0,-1 1 0 0 0,1 0 0 0 0,0-1 0 0 0,0 1 1 0 0,0 0-1 0 0,1 0 0 0 0,0-1 0 0 0,0 1 1 0 0,1 0-1 0 0,-1 0 0 0 0,1-1 0 0 0,1 1 0 0 0,-1 0 1 0 0,1-1-1 0 0,4 11 0 0 0,-3-9-48 0 0,0 0 1 0 0,1-1-1 0 0,0 1 0 0 0,0-1 1 0 0,1 0-1 0 0,-1 0 1 0 0,1 0-1 0 0,0-1 0 0 0,1 1 1 0 0,0-1-1 0 0,-1-1 0 0 0,1 1 1 0 0,1-1-1 0 0,-1 0 0 0 0,10 4 1 0 0,1-2 38 0 0,0-1 0 0 0,1 0 0 0 0,0-1 1 0 0,0-1-1 0 0,0-1 0 0 0,0-1 1 0 0,0 0-1 0 0,1-2 0 0 0,-1 0 0 0 0,0 0 1 0 0,0-2-1 0 0,0 0 0 0 0,25-9 1 0 0,-41 11 355 0 0,9-2 812 0 0,-25 12-1144 0 0,0 0 1 0 0,0 1 0 0 0,1 1-1 0 0,1 0 1 0 0,0 1-1 0 0,0 1 1 0 0,1 0 0 0 0,-11 16-1 0 0,10-11-28 0 0,1 0 0 0 0,1 1 1 0 0,0 0-1 0 0,2 0 0 0 0,0 1 0 0 0,-6 25 0 0 0,13-42 32 0 0,0 0-1 0 0,1 0 0 0 0,-1 0 1 0 0,1 0-1 0 0,0 0 1 0 0,-1 0-1 0 0,2 0 0 0 0,-1 0 1 0 0,0 0-1 0 0,0 0 0 0 0,1 0 1 0 0,0 0-1 0 0,0 0 0 0 0,0 0 1 0 0,0 0-1 0 0,0 0 0 0 0,0 0 1 0 0,3 4-1 0 0,-2-5-27 0 0,0 0 0 0 0,0 0 0 0 0,0 0-1 0 0,1 0 1 0 0,-1-1 0 0 0,0 1 0 0 0,1 0 0 0 0,-1-1-1 0 0,1 0 1 0 0,-1 0 0 0 0,1 1 0 0 0,0-2 0 0 0,0 1 0 0 0,-1 0-1 0 0,1 0 1 0 0,0-1 0 0 0,0 0 0 0 0,0 1 0 0 0,5-2-1 0 0,4 1-149 0 0,-1-1 0 0 0,1 0 0 0 0,0-1-1 0 0,-1-1 1 0 0,1 0 0 0 0,-1 0 0 0 0,0-1-1 0 0,0-1 1 0 0,0 0 0 0 0,-1 0 0 0 0,0-1-1 0 0,0 0 1 0 0,0-1 0 0 0,-1 0 0 0 0,1-1-1 0 0,-2 0 1 0 0,1 0 0 0 0,-1-1 0 0 0,7-10-1 0 0,11-17 1156 0 0,-2-1 0 0 0,-1-1 0 0 0,29-68 1 0 0,-45 91-266 0 0,20-52 3308 0 0,-52 134-3628 0 0,3 0 1 0 0,-22 120 0 0 0,42-174-1321 0 0,1 0-1 0 0,0 22 0 0 0,1-30 119 0 0,0-1 0 0 0,1 0-1 0 0,-1 0 1 0 0,1 0 0 0 0,0-1-1 0 0,1 1 1 0 0,1 5-1 0 0,-2-8 418 0 0,0 0 1 0 0,1 0-1 0 0,-1 0 0 0 0,0 0 0 0 0,1 0 0 0 0,-1 0 0 0 0,0-1 0 0 0,1 1 0 0 0,-1-1 0 0 0,1 1 0 0 0,-1-1 0 0 0,1 1 0 0 0,-1-1 0 0 0,1 0 0 0 0,-1 0 0 0 0,1 1 0 0 0,-1-1 0 0 0,3-1 0 0 0,14 2-5872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1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66 174 744 0 0,'5'-15'3478'0'0,"2"0"0"0"0,0 0 0 0 0,11-17-1 0 0,-16 31-3037 0 0,-2 0-419 0 0,0 1-1 0 0,0 0 0 0 0,0-1 1 0 0,0 1-1 0 0,0 0 0 0 0,1 0 1 0 0,-1-1-1 0 0,0 1 0 0 0,0 0 1 0 0,1 0-1 0 0,-1 0 0 0 0,0-1 1 0 0,0 1-1 0 0,1 0 0 0 0,-1 0 1 0 0,0 0-1 0 0,0-1 0 0 0,1 1 1 0 0,-1 0-1 0 0,0 0 0 0 0,1 0 1 0 0,-1 0-1 0 0,0 0 0 0 0,1 0 1 0 0,-1 0-1 0 0,0 0 0 0 0,0 0 1 0 0,1 0-1 0 0,-1 0 0 0 0,0 0 1 0 0,1 0-1 0 0,-1 0 0 0 0,0 0 1 0 0,1 0-1 0 0,-1 0 0 0 0,0 0 1 0 0,1 0-1 0 0,-1 0 0 0 0,0 1 1 0 0,0-1-1 0 0,1 0 0 0 0,-1 0 1 0 0,0 0-1 0 0,1 1 0 0 0,-1-1 1 0 0,0 0-1 0 0,0 0 0 0 0,0 0 1 0 0,1 1-1 0 0,14 10 300 0 0,-10-5-260 0 0,-1-1 1 0 0,0 2-1 0 0,0-1 0 0 0,-1 0 0 0 0,0 1 0 0 0,0 0 0 0 0,-1 0 1 0 0,0 0-1 0 0,0 0 0 0 0,0 0 0 0 0,0 12 0 0 0,-1-8-11 0 0,-1 0 0 0 0,0 0 0 0 0,-1 0 0 0 0,-1 0 0 0 0,0 0 0 0 0,0 0-1 0 0,-5 12 1 0 0,1-6 38 0 0,-2 0 0 0 0,1-1 0 0 0,-2 0-1 0 0,0 0 1 0 0,-1-1 0 0 0,0 0 0 0 0,-1-1-1 0 0,-1 0 1 0 0,-17 15 0 0 0,-6-4 314 0 0,33-24-368 0 0,-1-4-51 0 0,2 3 16 0 0,1 0 0 0 0,0 0-1 0 0,0 0 1 0 0,0 0 0 0 0,-1 0 0 0 0,1 0-1 0 0,0 0 1 0 0,0-1 0 0 0,0 1 0 0 0,0 0 0 0 0,-1 0-1 0 0,1 0 1 0 0,0 0 0 0 0,0 0 0 0 0,0 0 0 0 0,0-1-1 0 0,-1 1 1 0 0,1 0 0 0 0,0 0 0 0 0,0 0-1 0 0,0 0 1 0 0,0-1 0 0 0,0 1 0 0 0,0 0 0 0 0,0 0-1 0 0,-1 0 1 0 0,1-1 0 0 0,0 1 0 0 0,0 0 0 0 0,0 0-1 0 0,0 0 1 0 0,0-1 0 0 0,0 1 0 0 0,0 0-1 0 0,0 0 1 0 0,0 0 0 0 0,0-1 0 0 0,0 1 0 0 0,0 0-1 0 0,0 0 1 0 0,0 0 0 0 0,1-1 0 0 0,8-17-146 0 0,2 1 0 0 0,0 0 1 0 0,2 1-1 0 0,-1 0 0 0 0,26-24 1 0 0,-24 26 31 0 0,89-92-250 0 0,77-86 698 0 0,-148 149-4 0 0,-31 42-369 0 0,-4 2 22 0 0,1 0 32 0 0,-1 0-1 0 0,1 1 1 0 0,-1-1 0 0 0,1 1-1 0 0,-1-1 1 0 0,1 1-1 0 0,0 0 1 0 0,0 0-1 0 0,0 0 1 0 0,-3 5 0 0 0,3-5-17 0 0,-11 14 79 0 0,0 1-1 0 0,1 1 1 0 0,1 0-1 0 0,0 0 1 0 0,2 1-1 0 0,0 1 1 0 0,1-1-1 0 0,1 2 1 0 0,1-1-1 0 0,1 0 1 0 0,1 1-1 0 0,0 0 1 0 0,0 23-1 0 0,4-40-49 0 0,0 0-1 0 0,0-1 0 0 0,0 1 0 0 0,0 0 0 0 0,0-1 1 0 0,1 1-1 0 0,0 0 0 0 0,0-1 0 0 0,0 1 0 0 0,0-1 1 0 0,1 1-1 0 0,-1-1 0 0 0,1 0 0 0 0,0 0 0 0 0,0 1 1 0 0,0-1-1 0 0,4 4 0 0 0,-2-3-3 0 0,0-1 1 0 0,0 0-1 0 0,0 0 0 0 0,0-1 1 0 0,0 1-1 0 0,1-1 0 0 0,-1 0 1 0 0,1 0-1 0 0,0 0 0 0 0,0-1 1 0 0,8 2-1 0 0,2-1-391 0 0,0-1 0 0 0,0 0 0 0 0,0-1-1 0 0,0-1 1 0 0,0 0 0 0 0,0-1 0 0 0,26-7 0 0 0,-29 6-634 0 0,0-1-1 0 0,-1 0 1 0 0,0-1 0 0 0,1 0-1 0 0,-2-1 1 0 0,1 0 0 0 0,-1-1 0 0 0,0 0-1 0 0,12-12 1 0 0,-4 1-3424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1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77 52 0 0,'-43'-16'5417'0'0,"-91"-36"6850"0"0,108 45-12049 0 0,-9 6-9780 0 0,27 1 7767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1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1 700 0 0,'-90'3'8906'0'0,"53"-1"-4950"0"0,29-2-2432 0 0,10 0-449 0 0,219-4-801 0 0,0 10-3918 0 0,-142-2-42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2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1032 364 0 0,'-4'3'865'0'0,"0"1"0"0"0,0 0 0 0 0,1 0 0 0 0,-1 0 0 0 0,1 0 0 0 0,0 1 0 0 0,0-1 0 0 0,-4 9 0 0 0,4-5-261 0 0,0 0 1 0 0,0 0 0 0 0,1 0 0 0 0,-2 15-1 0 0,4-23-498 0 0,-1 1-1 0 0,1 0 1 0 0,0-1-1 0 0,0 1 0 0 0,0-1 1 0 0,0 1-1 0 0,0 0 0 0 0,0-1 1 0 0,0 1-1 0 0,0-1 1 0 0,0 1-1 0 0,0 0 0 0 0,0-1 1 0 0,0 1-1 0 0,0-1 1 0 0,1 1-1 0 0,-1 0 0 0 0,0-1 1 0 0,0 1-1 0 0,1-1 0 0 0,-1 1 1 0 0,0-1-1 0 0,1 1 1 0 0,-1-1-1 0 0,0 1 0 0 0,1-1 1 0 0,-1 1-1 0 0,2 0 1 0 0,-1-1 1 0 0,0 0 1 0 0,-1 0-1 0 0,1 0 1 0 0,0 0 0 0 0,0 0-1 0 0,0 0 1 0 0,0 0-1 0 0,0 0 1 0 0,0 0-1 0 0,0-1 1 0 0,0 1 0 0 0,0 0-1 0 0,0-1 1 0 0,0 1-1 0 0,1-1 1 0 0,31-22 962 0 0,-33 23-1068 0 0,21-18 294 0 0,-1-1-1 0 0,-1-1 1 0 0,33-44-1 0 0,38-76-160 0 0,-67 103-67 0 0,118-198-277 0 0,142-219 189 0 0,-261 421 89 0 0,-9 12-125 0 0,1 1 0 0 0,29-32-1 0 0,-43 52 46 0 0,1-1-1 0 0,0 0 1 0 0,-1 0-1 0 0,1 1 1 0 0,0-1-1 0 0,-1 0 1 0 0,1 1-1 0 0,0-1 0 0 0,0 1 1 0 0,0-1-1 0 0,0 1 1 0 0,0-1-1 0 0,0 1 1 0 0,0-1-1 0 0,0 1 1 0 0,0 0-1 0 0,0 0 1 0 0,-1 0-1 0 0,2-1 1 0 0,-1 1-1 0 0,0 0 0 0 0,0 0 1 0 0,0 0-1 0 0,0 1 1 0 0,0-1-1 0 0,0 0 1 0 0,1 1-1 0 0,0 0 10 0 0,-1 0 0 0 0,1 0 0 0 0,-1 0 0 0 0,1 0 0 0 0,-1 1 0 0 0,0-1 0 0 0,1 1 1 0 0,-1-1-1 0 0,0 1 0 0 0,0 0 0 0 0,0-1 0 0 0,0 1 0 0 0,0 2 0 0 0,3 6 84 0 0,-1 0 0 0 0,0 1 1 0 0,0-1-1 0 0,0 13 0 0 0,3 45 1016 0 0,-4 1-1 0 0,-11 114 1 0 0,-35 136 343 0 0,41-299-1436 0 0,-8 50 511 0 0,-2 114 1 0 0,13-182-483 0 0,3-2-132 0 0,-1-1-1 0 0,1 1 1 0 0,0-1 0 0 0,-1 0-1 0 0,1 0 1 0 0,-1 0 0 0 0,1 0-1 0 0,-1-1 1 0 0,1 1 0 0 0,-1-1-1 0 0,0 1 1 0 0,0-1 0 0 0,1 0 0 0 0,-1 0-1 0 0,2-3 1 0 0,29-35-2799 0 0,-29 34 2406 0 0,5-6-653 0 0,-1 0 0 0 0,-1 0-1 0 0,0 0 1 0 0,0-1 0 0 0,-1 0 0 0 0,-1-1 0 0 0,0 1 0 0 0,-1-1 0 0 0,-1 0 0 0 0,0 0 0 0 0,2-20-1 0 0,-6 14-1705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2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28 492 0 0,'-175'-26'13632'0'0,"175"26"-13595"0"0,0 0 0 0 0,-1 0 1 0 0,1 0-1 0 0,0 0 0 0 0,-1 0 0 0 0,1 0 1 0 0,-1 0-1 0 0,1 0 0 0 0,0 0 0 0 0,-1 0 1 0 0,1 0-1 0 0,0 0 0 0 0,-1 0 0 0 0,1 0 1 0 0,0 0-1 0 0,-1 0 0 0 0,1 0 0 0 0,-1 0 1 0 0,1 0-1 0 0,0 1 0 0 0,-1-1 0 0 0,1 0 1 0 0,0 0-1 0 0,0 0 0 0 0,-1 1 0 0 0,1-1 1 0 0,0 1 25 0 0,1 0 1 0 0,0-1 0 0 0,0 1-1 0 0,-1-1 1 0 0,1 0-1 0 0,0 1 1 0 0,0-1 0 0 0,0 1-1 0 0,0-1 1 0 0,-1 0 0 0 0,1 0-1 0 0,0 0 1 0 0,0 1 0 0 0,0-1-1 0 0,0 0 1 0 0,2 0-1 0 0,73 5 793 0 0,88-5-1 0 0,-71-1-630 0 0,49-6 784 0 0,-69 3-2965 0 0,3 2-9062 0 0,-59 2 7240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2 114 1680 0 0,'-2'-15'4845'0'0,"3"11"-4585"0"0,0 1 0 0 0,-1-1 0 0 0,1 1 0 0 0,0 0 0 0 0,1-1 0 0 0,-1 1 0 0 0,1 0 0 0 0,-1 0 0 0 0,1 0 0 0 0,0 0 0 0 0,0 0 0 0 0,0 1 0 0 0,0-1 0 0 0,5-4 0 0 0,-2 3-92 0 0,1 0 1 0 0,-1 0-1 0 0,1 1 1 0 0,0 0-1 0 0,0 0 1 0 0,0 0-1 0 0,8-2 1 0 0,3 0-54 0 0,1 1 0 0 0,-1 0 0 0 0,1 2 0 0 0,-1 0 0 0 0,20 1-1 0 0,-25 1-68 0 0,0 1 0 0 0,0 0-1 0 0,0 1 1 0 0,0 0-1 0 0,-1 1 1 0 0,1 0 0 0 0,-1 1-1 0 0,0 0 1 0 0,15 8-1 0 0,-22-10-1 0 0,0 0-1 0 0,-1 0 0 0 0,1 1 0 0 0,0-1 0 0 0,-1 1 1 0 0,0 0-1 0 0,1 0 0 0 0,-1 0 0 0 0,0 1 1 0 0,-1-1-1 0 0,1 1 0 0 0,-1 0 0 0 0,1-1 1 0 0,-1 1-1 0 0,0 0 0 0 0,0 0 0 0 0,-1 1 0 0 0,0-1 1 0 0,1 0-1 0 0,-1 1 0 0 0,0-1 0 0 0,-1 0 1 0 0,1 1-1 0 0,-1-1 0 0 0,0 1 0 0 0,0-1 0 0 0,-2 9 1 0 0,-1 1 89 0 0,0-1 1 0 0,-2 0 0 0 0,1 0-1 0 0,-2 0 1 0 0,0 0 0 0 0,0-1-1 0 0,-1 0 1 0 0,-1 0 0 0 0,-10 12-1 0 0,-13 14 718 0 0,-45 40 0 0 0,52-54-477 0 0,-70 67 379 0 0,94-91-730 0 0,0 1-1 0 0,-1-1 0 0 0,1 0 0 0 0,-1 1 1 0 0,1-1-1 0 0,-1 1 0 0 0,1-1 0 0 0,0 1 1 0 0,-1-1-1 0 0,1 1 0 0 0,0-1 0 0 0,-1 1 0 0 0,1-1 1 0 0,0 1-1 0 0,0-1 0 0 0,0 1 0 0 0,0-1 1 0 0,-1 1-1 0 0,1 0 0 0 0,0-1 0 0 0,0 1 1 0 0,0-1-1 0 0,0 1 0 0 0,0 0 0 0 0,1 0 1 0 0,-1-1-1 0 0,0 0 0 0 0,1 1 0 0 0,-1-1 0 0 0,1 1 0 0 0,-1-1 1 0 0,0 0-1 0 0,1 1 0 0 0,-1-1 0 0 0,1 0 0 0 0,-1 0 1 0 0,1 1-1 0 0,-1-1 0 0 0,1 0 0 0 0,-1 0 0 0 0,1 0 1 0 0,0 0-1 0 0,-1 0 0 0 0,1 1 0 0 0,29-1 358 0 0,-29-1-390 0 0,52-6 11 0 0,1-3-1 0 0,-1-2 0 0 0,70-27 0 0 0,-50 16-2207 0 0,-9 0-2173 0 0,-23 3-1449 0 0,-23 9 984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19 125 2860 0 0,'4'-49'13515'0'0,"-4"37"-11088"0"0,-2 4-1299 0 0,-5 140-50 0 0,1-4-729 0 0,3-91-244 0 0,0-5 523 0 0,2-26 394 0 0,1-11 734 0 0,2-18-1717 0 0,0 0 1 0 0,2 0 0 0 0,1 0 0 0 0,1 0 0 0 0,1 1 0 0 0,0 0-1 0 0,18-34 1 0 0,-24 53-65 0 0,1-1 0 0 0,0 0-1 0 0,0 1 1 0 0,1 0 0 0 0,-1-1 0 0 0,0 1-1 0 0,1 0 1 0 0,0 0 0 0 0,0 1-1 0 0,0-1 1 0 0,0 1 0 0 0,0-1-1 0 0,1 1 1 0 0,5-3 0 0 0,-6 4 8 0 0,-1 0 1 0 0,1 0-1 0 0,0 1 1 0 0,-1-1-1 0 0,1 1 1 0 0,0-1-1 0 0,-1 1 1 0 0,1 0-1 0 0,0 0 1 0 0,-1 1-1 0 0,1-1 1 0 0,0 0-1 0 0,-1 1 1 0 0,1 0-1 0 0,-1-1 1 0 0,1 1-1 0 0,-1 0 1 0 0,1 0 0 0 0,-1 1-1 0 0,1-1 1 0 0,-1 0-1 0 0,4 4 1 0 0,4 4-7 0 0,0 1 1 0 0,-1 0-1 0 0,0 0 0 0 0,-1 1 1 0 0,0 0-1 0 0,-1 0 1 0 0,0 1-1 0 0,-1 0 1 0 0,0 0-1 0 0,-1 1 1 0 0,0 0-1 0 0,-1 0 1 0 0,3 16-1 0 0,1-1 254 0 0,-3-20-8 0 0,-2-15 208 0 0,-1-12-441 0 0,1-1 1 0 0,1 1-1 0 0,1 0 1 0 0,0 1-1 0 0,2-1 1 0 0,0 1-1 0 0,1 0 0 0 0,19-31 1 0 0,-20 38-22 0 0,0-1 0 0 0,1 2 0 0 0,1-1 0 0 0,0 1 0 0 0,0 0 0 0 0,1 1 0 0 0,0 0 0 0 0,1 1 0 0 0,0 0 0 0 0,0 0 0 0 0,1 1 0 0 0,0 1 1 0 0,19-8-1 0 0,-27 12 3 0 0,1 1 1 0 0,-1 0 0 0 0,1 0 0 0 0,-1 0-1 0 0,1 1 1 0 0,0-1 0 0 0,-1 1 0 0 0,1 0-1 0 0,0 1 1 0 0,-1-1 0 0 0,1 1 0 0 0,0 0-1 0 0,-1 0 1 0 0,1 0 0 0 0,-1 1 0 0 0,0-1-1 0 0,1 1 1 0 0,-1 0 0 0 0,8 5 0 0 0,-8-3 19 0 0,0-1-1 0 0,0 1 1 0 0,0 0 0 0 0,0 0 0 0 0,0 0 0 0 0,-1 1 0 0 0,0-1 0 0 0,0 1-1 0 0,0 0 1 0 0,-1 0 0 0 0,1 0 0 0 0,-1 0 0 0 0,0 0 0 0 0,-1 1-1 0 0,1-1 1 0 0,0 8 0 0 0,3 29-1 0 0,-3 79-1 0 0,-2-79 51 0 0,-1-40-31 0 0,1 0 1 0 0,0 0 0 0 0,0-1-1 0 0,0 1 1 0 0,0 0 0 0 0,1 0 0 0 0,-1 0-1 0 0,0 0 1 0 0,1-1 0 0 0,-1 1 0 0 0,1 0-1 0 0,-1 0 1 0 0,1-1 0 0 0,0 1-1 0 0,0-1 1 0 0,0 1 0 0 0,0-1 0 0 0,0 1-1 0 0,0-1 1 0 0,0 1 0 0 0,1-1-1 0 0,-1 0 1 0 0,3 2 0 0 0,-2-2-97 0 0,0 0 1 0 0,1-1-1 0 0,-1 1 1 0 0,0-1-1 0 0,0 0 1 0 0,1 0-1 0 0,-1 0 0 0 0,0 0 1 0 0,1 0-1 0 0,-1 0 1 0 0,0-1-1 0 0,1 1 1 0 0,-1-1-1 0 0,0 1 0 0 0,0-1 1 0 0,0 0-1 0 0,4-2 1 0 0,54-29-5956 0 0,-24 9-885 0 0,-15 9-236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9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15 633 1556 0 0,'0'0'9666'0'0,"-1"0"-9538"0"0,0 0 0 0 0,0 0-1 0 0,0 0 1 0 0,0 0 0 0 0,0 0 0 0 0,1 0 0 0 0,-1 1 0 0 0,0-1 0 0 0,0 0 0 0 0,0 1 0 0 0,1-1 0 0 0,-1 1 0 0 0,0-1 0 0 0,0 1 0 0 0,0 0 0 0 0,1 7 238 0 0,0-1 0 0 0,1 1 0 0 0,0 0 1 0 0,1 0-1 0 0,-1-1 0 0 0,1 1 0 0 0,6 12 1 0 0,-7-17-275 0 0,1 1 0 0 0,0 0 0 0 0,1 0 0 0 0,-1-1 0 0 0,0 0 1 0 0,1 1-1 0 0,0-1 0 0 0,0 0 0 0 0,0 0 0 0 0,0-1 0 0 0,0 1 0 0 0,1 0 1 0 0,-1-1-1 0 0,1 0 0 0 0,4 2 0 0 0,-4-3-6 0 0,0 0 0 0 0,0 0 1 0 0,0 0-1 0 0,0-1 0 0 0,0 0 0 0 0,0 1 1 0 0,1-2-1 0 0,-1 1 0 0 0,0 0 0 0 0,6-2 1 0 0,43-12 344 0 0,-46 12-375 0 0,15-6 16 0 0,-1-1 1 0 0,1-1-1 0 0,-1 0 1 0 0,-1-2-1 0 0,0 0 0 0 0,-1-1 1 0 0,-1-1-1 0 0,0-1 1 0 0,32-34-1 0 0,-31 27-50 0 0,-1 0 0 0 0,0-2 1 0 0,-2 0-1 0 0,-1-1 0 0 0,-1 0 0 0 0,-1-1 0 0 0,15-44 0 0 0,-15 26 23 0 0,-2 1 0 0 0,-3-1-1 0 0,-1-1 1 0 0,-2 1-1 0 0,-1-70 1 0 0,-4 113-51 0 0,0 0 1 0 0,1 0-1 0 0,-1 1 1 0 0,0-1-1 0 0,0 0 0 0 0,0 0 1 0 0,0 0-1 0 0,0 0 1 0 0,0 1-1 0 0,0-1 1 0 0,0 0-1 0 0,-1 0 1 0 0,1 0-1 0 0,0 0 0 0 0,0 1 1 0 0,-1-1-1 0 0,1 0 1 0 0,0 0-1 0 0,-1 1 1 0 0,1-1-1 0 0,-1 0 0 0 0,1 0 1 0 0,-1 1-1 0 0,0-1 1 0 0,1 1-1 0 0,-1-1 1 0 0,1 0-1 0 0,-1 1 1 0 0,-1-1-1 0 0,0 1 1 0 0,1 0 1 0 0,0 0-1 0 0,-1 1 0 0 0,1-1 0 0 0,0 1 1 0 0,0-1-1 0 0,-1 1 0 0 0,1-1 0 0 0,0 1 1 0 0,0 0-1 0 0,0 0 0 0 0,0 0 0 0 0,0-1 1 0 0,0 1-1 0 0,-2 2 0 0 0,-7 8-18 0 0,1 0 0 0 0,-10 15-1 0 0,0 3 0 0 0,2 1 1 0 0,1 0-1 0 0,1 1 0 0 0,2 1 0 0 0,-13 45 1 0 0,19-49 27 0 0,1 0 0 0 0,1 1 0 0 0,1-1 0 0 0,2 1 0 0 0,0 0 1 0 0,6 53-1 0 0,-3-72-25 0 0,1 1 1 0 0,0 0-1 0 0,0-1 1 0 0,1 1-1 0 0,0-1 1 0 0,1 0-1 0 0,1 0 1 0 0,-1 0-1 0 0,1 0 1 0 0,1-1-1 0 0,0 0 1 0 0,0 0-1 0 0,1-1 1 0 0,0 1-1 0 0,1-2 1 0 0,-1 1-1 0 0,1-1 1 0 0,1 0-1 0 0,0 0 1 0 0,0-1-1 0 0,0-1 1 0 0,0 1-1 0 0,1-1 1 0 0,0-1-1 0 0,0 0 0 0 0,0 0 1 0 0,1-1-1 0 0,-1 0 1 0 0,17 1-1 0 0,-4-1-914 0 0,0-1 0 0 0,-1-1 0 0 0,34-3 0 0 0,25-10-5229 0 0,-26-1-764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26 968 0 0,'-15'-17'9965'0'0,"11"10"-8304"0"0,8 9-1522 0 0,0-1 1 0 0,-1 0-1 0 0,1 1 1 0 0,0 0 0 0 0,0 0-1 0 0,-1 0 1 0 0,0 0-1 0 0,1 1 1 0 0,-1-1-1 0 0,0 1 1 0 0,0 0-1 0 0,0 0 1 0 0,0 0 0 0 0,-1 0-1 0 0,1 1 1 0 0,-1-1-1 0 0,0 1 1 0 0,3 5-1 0 0,2 4 73 0 0,-1 1 0 0 0,0-1 0 0 0,-1 1-1 0 0,4 16 1 0 0,-7-19 46 0 0,0 0-1 0 0,0 0 1 0 0,-2 0 0 0 0,1 1-1 0 0,-1-1 1 0 0,-1 0 0 0 0,0 1-1 0 0,-1-1 1 0 0,0 0-1 0 0,-1 0 1 0 0,0 0 0 0 0,0-1-1 0 0,-1 1 1 0 0,-1-1 0 0 0,0 1-1 0 0,-9 13 1 0 0,14-23-235 0 0,0-1 0 0 0,-1 1 1 0 0,1-1-1 0 0,0 1 0 0 0,-1-1 0 0 0,1 0 0 0 0,0 1 1 0 0,-1-1-1 0 0,1 1 0 0 0,-1-1 0 0 0,1 0 0 0 0,-1 1 1 0 0,1-1-1 0 0,0 0 0 0 0,-1 1 0 0 0,1-1 0 0 0,-1 0 1 0 0,0 0-1 0 0,1 0 0 0 0,-1 1 0 0 0,1-1 0 0 0,-1 0 1 0 0,1 0-1 0 0,-1 0 0 0 0,1 0 0 0 0,-1 0 1 0 0,1 0-1 0 0,-1 0 0 0 0,0 0 0 0 0,1 0 0 0 0,-1 0 1 0 0,1 0-1 0 0,-1-1 0 0 0,1 1 0 0 0,-1 0 0 0 0,1 0 1 0 0,-1 0-1 0 0,1-1 0 0 0,-1 1 0 0 0,1 0 0 0 0,-1-1 1 0 0,1 1-1 0 0,-1 0 0 0 0,1-1 0 0 0,0 1 0 0 0,-1-1 1 0 0,1 1-1 0 0,0 0 0 0 0,-1-1 0 0 0,1 1 1 0 0,0-1-1 0 0,-1 1 0 0 0,1-1 0 0 0,0 1 0 0 0,0-1 1 0 0,0 0-1 0 0,-1 0 0 0 0,-9-32 20 0 0,9 23-50 0 0,1-1 0 0 0,0 1 0 0 0,0-1 0 0 0,1 1 0 0 0,0-1 0 0 0,1 1 0 0 0,0-1 0 0 0,1 1 0 0 0,0 0 0 0 0,1 0 0 0 0,0 0 0 0 0,0 1 0 0 0,8-14 0 0 0,-5 12-23 0 0,1 0-1 0 0,0 1 1 0 0,0 0 0 0 0,1 0 0 0 0,0 1 0 0 0,1 0 0 0 0,0 0 0 0 0,0 1 0 0 0,1 1-1 0 0,15-9 1 0 0,-22 14 22 0 0,-1 0-1 0 0,1 0 1 0 0,0 1 0 0 0,0-1-1 0 0,0 1 1 0 0,0 0-1 0 0,0 0 1 0 0,1 0-1 0 0,-1 1 1 0 0,0 0-1 0 0,0-1 1 0 0,1 1 0 0 0,-1 1-1 0 0,0-1 1 0 0,0 1-1 0 0,0-1 1 0 0,1 1-1 0 0,-1 0 1 0 0,0 1-1 0 0,0-1 1 0 0,5 4 0 0 0,-4-2-3 0 0,0 0 0 0 0,0 1 0 0 0,-1-1 0 0 0,1 1 0 0 0,-1 0 0 0 0,0 1 0 0 0,0-1 0 0 0,0 1 0 0 0,-1 0 1 0 0,0-1-1 0 0,0 1 0 0 0,0 1 0 0 0,0-1 0 0 0,2 8 0 0 0,-1 3 36 0 0,0 0 1 0 0,-1 1-1 0 0,0-1 0 0 0,-2 1 1 0 0,0-1-1 0 0,0 1 0 0 0,-2 0 1 0 0,-3 25-1 0 0,4-41-24 0 0,-1 18 183 0 0,-2 6 338 0 0,3-24-394 0 0,-1-4-117 0 0,0-1 0 0 0,1 0-1 0 0,-1 1 1 0 0,1-1 0 0 0,0 0-1 0 0,0 1 1 0 0,1-1 0 0 0,-1 0-1 0 0,2-6 1 0 0,3-13-27 0 0,1 0 1 0 0,0 1-1 0 0,2-1 0 0 0,1 1 1 0 0,12-22-1 0 0,-15 33-13 0 0,0 0 1 0 0,1 1-1 0 0,0-1 0 0 0,1 1 0 0 0,0 1 1 0 0,1-1-1 0 0,0 1 0 0 0,1 1 1 0 0,-1 0-1 0 0,2 0 0 0 0,11-7 0 0 0,-19 14 18 0 0,-1 0 1 0 0,1 0-1 0 0,-1-1 0 0 0,1 2 0 0 0,-1-1 0 0 0,1 0 0 0 0,-1 0 0 0 0,1 1 0 0 0,0 0 0 0 0,-1-1 0 0 0,1 1 0 0 0,0 0 1 0 0,-1 0-1 0 0,1 1 0 0 0,0-1 0 0 0,-1 0 0 0 0,1 1 0 0 0,0 0 0 0 0,-1-1 0 0 0,1 1 0 0 0,-1 0 0 0 0,1 0 0 0 0,-1 1 1 0 0,0-1-1 0 0,1 0 0 0 0,3 4 0 0 0,-2-1 1 0 0,1 1 1 0 0,-2-1 0 0 0,1 0-1 0 0,0 1 1 0 0,-1 0-1 0 0,0 0 1 0 0,0 0 0 0 0,0 0-1 0 0,-1 1 1 0 0,0-1-1 0 0,3 9 1 0 0,0 7 38 0 0,-2 1 0 0 0,3 40 0 0 0,-5-45-408 0 0,0 0 0 0 0,1 0 0 0 0,1 0 0 0 0,0 0 0 0 0,11 30-1 0 0,-12-43 83 0 0,0-1-1 0 0,0 1 0 0 0,0-1 0 0 0,1 1 0 0 0,-1-1 0 0 0,1 0 0 0 0,0 0 0 0 0,0 0 0 0 0,0 0 0 0 0,0-1 0 0 0,0 1 0 0 0,1-1 0 0 0,5 4 0 0 0,-4-4-777 0 0,0 1-1 0 0,1-1 0 0 0,-1 0 1 0 0,1-1-1 0 0,8 2 0 0 0,12 1-5325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127 625 208 0 0,'-11'-4'5513'0'0,"-20"-1"1414"0"0,28 5-6654 0 0,-1 0 0 0 0,1 0 0 0 0,-1 0 0 0 0,0 1 0 0 0,1-1 0 0 0,-6 3 0 0 0,7-2-234 0 0,0 1 1 0 0,-1 0 0 0 0,1 1 0 0 0,0-1 0 0 0,0 0-1 0 0,0 1 1 0 0,1-1 0 0 0,-1 1 0 0 0,1-1 0 0 0,-1 1-1 0 0,1 0 1 0 0,0 0 0 0 0,-2 4 0 0 0,-1 4 17 0 0,-1-3-30 0 0,2 1 0 0 0,-1 0 0 0 0,1 0 0 0 0,1 0 0 0 0,-1 0 0 0 0,2 0 0 0 0,-1 1 0 0 0,1-1 1 0 0,1 0-1 0 0,0 16 0 0 0,0-24-20 0 0,1 1 1 0 0,-1-1-1 0 0,1 1 1 0 0,0-1-1 0 0,-1 1 1 0 0,1-1-1 0 0,0 1 0 0 0,0-1 1 0 0,0 0-1 0 0,0 1 1 0 0,0-1-1 0 0,0 0 1 0 0,0 0-1 0 0,1 0 1 0 0,-1 0-1 0 0,0 0 1 0 0,1 0-1 0 0,-1 0 0 0 0,0 0 1 0 0,1 0-1 0 0,-1-1 1 0 0,1 1-1 0 0,-1-1 1 0 0,1 1-1 0 0,0-1 1 0 0,-1 0-1 0 0,1 1 1 0 0,-1-1-1 0 0,1 0 1 0 0,0 0-1 0 0,-1 0 0 0 0,4-1 1 0 0,5 1 22 0 0,1 0 0 0 0,0-1 0 0 0,14-4 0 0 0,-25 5-30 0 0,17-4 20 0 0,0-1 0 0 0,0-1 0 0 0,0-1 0 0 0,-1 0 0 0 0,0-1 0 0 0,0-1 0 0 0,-1 0 0 0 0,0-1 0 0 0,-1-1 0 0 0,0 0 0 0 0,-1-1 0 0 0,14-15 0 0 0,-7 5-14 0 0,-1-2 0 0 0,-2 1 0 0 0,0-2 0 0 0,-1 0 0 0 0,-2-1 0 0 0,17-41 0 0 0,-19 34-35 0 0,-1 0 0 0 0,-1-1-1 0 0,-2 0 1 0 0,-2-1 0 0 0,-1 0-1 0 0,-1 1 1 0 0,-2-1 0 0 0,-2-1-1 0 0,-1 1 1 0 0,-7-48 0 0 0,8 81 18 0 0,0 0 0 0 0,-1 0-1 0 0,1 0 1 0 0,0 0 0 0 0,-1 0 0 0 0,0 0 0 0 0,1 0 0 0 0,-1 0 0 0 0,0 0 0 0 0,0 0 0 0 0,0 0 0 0 0,0 1-1 0 0,0-1 1 0 0,-1 0 0 0 0,1 1 0 0 0,0-1 0 0 0,-1 1 0 0 0,1-1 0 0 0,-1 1 0 0 0,0-1 0 0 0,-2 0 0 0 0,2 1 6 0 0,0 1 0 0 0,0 0 0 0 0,0 0 0 0 0,0 0 0 0 0,0 0 0 0 0,0 1 0 0 0,0-1 0 0 0,1 1 1 0 0,-1-1-1 0 0,0 1 0 0 0,0-1 0 0 0,0 1 0 0 0,0 0 0 0 0,1 0 0 0 0,-1 0 0 0 0,1 0 1 0 0,-1 0-1 0 0,0 0 0 0 0,1 1 0 0 0,0-1 0 0 0,-1 0 0 0 0,1 1 0 0 0,-2 1 0 0 0,-7 9 0 0 0,1-1 0 0 0,0 2 0 0 0,0-1 0 0 0,1 1 0 0 0,1 0 0 0 0,0 1 0 0 0,1 0 0 0 0,0 0 0 0 0,-4 16 0 0 0,3-3 21 0 0,1 0-1 0 0,1 1 0 0 0,1 0 1 0 0,0 28-1 0 0,4-40 1 0 0,0 0 0 0 0,1-1-1 0 0,1 1 1 0 0,1 0 0 0 0,0-1-1 0 0,1 0 1 0 0,0 0 0 0 0,1 0 0 0 0,1 0-1 0 0,0-1 1 0 0,13 21 0 0 0,-12-24-87 0 0,1-1 0 0 0,0 1 1 0 0,1-1-1 0 0,0-1 0 0 0,0 1 0 0 0,1-2 1 0 0,0 1-1 0 0,1-1 0 0 0,0-1 1 0 0,0 0-1 0 0,0-1 0 0 0,1 0 0 0 0,24 9 1 0 0,-14-9-531 0 0,0 0 0 0 0,0-2 1 0 0,0 0-1 0 0,26 0 0 0 0,44-5-4341 0 0,-46-4 611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85 600 0 0,'-95'15'13348'0'0,"36"-3"-10392"0"0,57-11-2811 0 0,-23 3 450 0 0,53-8-533 0 0,-1-2-1 0 0,1-1 1 0 0,41-17 0 0 0,-10 4 2 0 0,20-11-283 0 0,-20 7-10290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3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57 2216 0 0,'0'0'2210'0'0,"0"-24"7566"0"0,-1 19-8369 0 0,-3 25-1022 0 0,1 0 0 0 0,1 0 0 0 0,0 27 0 0 0,-1 9-98 0 0,-18 85-15 0 0,8-60 519 0 0,13-80-458 0 0,-1 7 185 0 0,0-12-159 0 0,0-14-177 0 0,5-6-147 0 0,2 1-1 0 0,0 1 1 0 0,1-1-1 0 0,20-39 1 0 0,-21 50-64 0 0,1 1 1 0 0,0-1-1 0 0,1 1 0 0 0,0 1 1 0 0,0-1-1 0 0,1 1 1 0 0,1 1-1 0 0,0 0 0 0 0,21-15 1 0 0,-28 21 16 0 0,1 1 0 0 0,0 0 0 0 0,-1 0 0 0 0,1 1-1 0 0,0-1 1 0 0,0 1 0 0 0,0 0 0 0 0,0 0 0 0 0,1 0 0 0 0,-1 0 0 0 0,0 1 0 0 0,0 0 0 0 0,0 0 0 0 0,1 0 0 0 0,-1 0 0 0 0,0 1 0 0 0,0-1 0 0 0,0 1 0 0 0,5 2-1 0 0,-4-1 7 0 0,1 0 0 0 0,-1 1-1 0 0,0 0 1 0 0,0 0 0 0 0,0 0-1 0 0,-1 0 1 0 0,1 1-1 0 0,-1 0 1 0 0,0 0 0 0 0,0 0-1 0 0,0 1 1 0 0,0-1 0 0 0,4 7-1 0 0,0 5 11 0 0,1 0 0 0 0,-2 0 0 0 0,0 0 0 0 0,-1 1 0 0 0,6 24 0 0 0,-1 2 352 0 0,-11-42-210 0 0,0-1-145 0 0,-1 0 0 0 0,1-1-1 0 0,-1 1 1 0 0,1-1 0 0 0,-1 0-1 0 0,1 1 1 0 0,-1-1 0 0 0,1 1-1 0 0,0-1 1 0 0,-1 0 0 0 0,1 1-1 0 0,0-1 1 0 0,-1 0 0 0 0,1 1-1 0 0,0-1 1 0 0,0 0 0 0 0,0 0-1 0 0,0 1 1 0 0,0-1 0 0 0,-1 0-1 0 0,1 0 1 0 0,1-1 0 0 0,-1-19-27 0 0,4-5-5 0 0,1-1 1 0 0,1 1-1 0 0,2 1 0 0 0,17-41 0 0 0,-21 57 9 0 0,0 0 0 0 0,1 1 0 0 0,0 0 0 0 0,0 0 0 0 0,1 0 0 0 0,0 0 0 0 0,0 1 0 0 0,1 0 0 0 0,0 0 0 0 0,0 1 1 0 0,1 0-1 0 0,0 0 0 0 0,0 1 0 0 0,0 0 0 0 0,1 0 0 0 0,11-4 0 0 0,-16 8 15 0 0,0-1-1 0 0,0 1 1 0 0,0 0 0 0 0,0 0 0 0 0,1 0-1 0 0,-1 1 1 0 0,0 0 0 0 0,1-1 0 0 0,-1 1 0 0 0,0 1-1 0 0,1-1 1 0 0,-1 1 0 0 0,0 0 0 0 0,1 0 0 0 0,-1 0-1 0 0,0 0 1 0 0,0 1 0 0 0,0 0 0 0 0,0-1-1 0 0,3 4 1 0 0,-2-2-1 0 0,-1 0-1 0 0,0 1 1 0 0,-1 0 0 0 0,1 0-1 0 0,-1 0 1 0 0,0 0-1 0 0,0 0 1 0 0,0 1 0 0 0,0-1-1 0 0,-1 1 1 0 0,0 0-1 0 0,0 0 1 0 0,0 0 0 0 0,0 0-1 0 0,1 9 1 0 0,2 25 21 0 0,-2-17 5 0 0,6 29-1 0 0,-8-49-107 0 0,-1 0 0 0 0,0 0-1 0 0,1 0 1 0 0,0 0-1 0 0,-1 0 1 0 0,1 1 0 0 0,0-2-1 0 0,0 1 1 0 0,0 0-1 0 0,1 0 1 0 0,-1 0 0 0 0,0 0-1 0 0,1-1 1 0 0,-1 1-1 0 0,1 0 1 0 0,-1-1 0 0 0,1 1-1 0 0,0-1 1 0 0,0 0-1 0 0,-1 0 1 0 0,1 0 0 0 0,0 0-1 0 0,0 0 1 0 0,0 0-1 0 0,0 0 1 0 0,0 0 0 0 0,1-1-1 0 0,-1 1 1 0 0,0-1-1 0 0,0 0 1 0 0,0 0 0 0 0,0 1-1 0 0,1-1 1 0 0,-1-1-1 0 0,0 1 1 0 0,0 0 0 0 0,0 0-1 0 0,4-2 1 0 0,6-1-1621 0 0,1 0 1 0 0,-2-1 0 0 0,20-9 0 0 0,-20 8-59 0 0,16-6-2890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8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1 227 8 0 0,'0'-2'2234'0'0,"0"-3"-1491"0"0,0 1 0 0 0,1 0 0 0 0,-1-1 0 0 0,1 1 1 0 0,0 0-1 0 0,1-1 0 0 0,-1 1 0 0 0,4-8 1 0 0,-2 8-366 0 0,-1 0 0 0 0,1 0 1 0 0,-1 0-1 0 0,1 1 1 0 0,0-1-1 0 0,1 1 0 0 0,-1-1 1 0 0,5-2-1 0 0,-5 4-268 0 0,0-1-1 0 0,0 1 1 0 0,1 1-1 0 0,-1-1 1 0 0,0 0-1 0 0,1 1 0 0 0,-1 0 1 0 0,1 0-1 0 0,0 0 1 0 0,-1 0-1 0 0,1 0 1 0 0,0 1-1 0 0,0-1 1 0 0,-1 1-1 0 0,1 0 1 0 0,0 0-1 0 0,0 1 1 0 0,-1-1-1 0 0,1 1 0 0 0,0 0 1 0 0,-1 0-1 0 0,1 0 1 0 0,-1 0-1 0 0,5 3 1 0 0,-1 0-6 0 0,0 0 0 0 0,-1 1 0 0 0,0 0 0 0 0,0 0 0 0 0,0 0 0 0 0,-1 1 0 0 0,0 0 0 0 0,0 0 0 0 0,0 0 0 0 0,0 1 0 0 0,-1 0 0 0 0,-1-1 0 0 0,1 1-1 0 0,-1 1 1 0 0,0-1 0 0 0,0 0 0 0 0,2 14 0 0 0,-3-10 70 0 0,0 0-1 0 0,0-1 0 0 0,-1 2 1 0 0,0-1-1 0 0,-1 0 0 0 0,0 0 1 0 0,-1 0-1 0 0,0 0 0 0 0,-1 0 1 0 0,0 0-1 0 0,-1-1 0 0 0,-4 12 1 0 0,-11 24 2925 0 0,17-44-2633 0 0,1-2-418 0 0,0 1 0 0 0,0-1 0 0 0,0 0 0 0 0,-1 1 0 0 0,1-1-1 0 0,0 0 1 0 0,0 1 0 0 0,-1-1 0 0 0,1 0 0 0 0,0 0 0 0 0,-1 1 0 0 0,1-1 0 0 0,0 0 0 0 0,0 0 0 0 0,-1 1 0 0 0,1-1 0 0 0,-1 0 0 0 0,1 0 0 0 0,0 0 0 0 0,-1 0 0 0 0,1 0 0 0 0,0 0 0 0 0,-1 0 0 0 0,0 0 0 0 0,0-2-19 0 0,-1 0 0 0 0,1 0 1 0 0,0-1-1 0 0,0 1 1 0 0,0-1-1 0 0,0 1 1 0 0,0-1-1 0 0,0 0 1 0 0,1 1-1 0 0,-1-1 1 0 0,1 1-1 0 0,0-1 1 0 0,0 0-1 0 0,0 0 1 0 0,0 1-1 0 0,0-1 1 0 0,0 0-1 0 0,1 1 1 0 0,1-5-1 0 0,1-9-27 0 0,13-30-1 0 0,-13 38 21 0 0,7-19-44 0 0,2 1 0 0 0,1 0 1 0 0,1 1-1 0 0,1 1 1 0 0,26-32-1 0 0,-27 38-24 0 0,2 1-1 0 0,0 1 1 0 0,0 0 0 0 0,2 1-1 0 0,0 1 1 0 0,0 1-1 0 0,26-14 1 0 0,-40 24 26 0 0,0 1-1 0 0,1 0 1 0 0,-1 1 0 0 0,0-1 0 0 0,1 1 0 0 0,-1 0-1 0 0,0 0 1 0 0,1 0 0 0 0,0 0 0 0 0,-1 1-1 0 0,1 0 1 0 0,-1 0 0 0 0,1 0 0 0 0,-1 1 0 0 0,9 1-1 0 0,-10-1 15 0 0,0 0-1 0 0,0 1 1 0 0,0-1 0 0 0,0 1-1 0 0,-1 0 1 0 0,1-1-1 0 0,-1 1 1 0 0,1 1-1 0 0,-1-1 1 0 0,0 0-1 0 0,0 0 1 0 0,0 1-1 0 0,0-1 1 0 0,0 1-1 0 0,0 0 1 0 0,-1 0-1 0 0,1-1 1 0 0,-1 1-1 0 0,0 0 1 0 0,0 0 0 0 0,0 0-1 0 0,0 0 1 0 0,0 6-1 0 0,1 2 11 0 0,-1 1 0 0 0,0 0-1 0 0,-1 0 1 0 0,0 0 0 0 0,-3 20-1 0 0,-17 61 1 0 0,6-29 0 0 0,12-55-13 0 0,1-1 0 0 0,0 1 0 0 0,0 0 0 0 0,1 0 0 0 0,0 0 0 0 0,0-1 0 0 0,2 11 0 0 0,-1-16-58 0 0,0 1 0 0 0,0-1-1 0 0,0 0 1 0 0,1 0 0 0 0,-1 0 0 0 0,1 0-1 0 0,-1 0 1 0 0,1-1 0 0 0,0 1 0 0 0,0 0-1 0 0,1-1 1 0 0,-1 1 0 0 0,0-1 0 0 0,1 0-1 0 0,-1 0 1 0 0,1 0 0 0 0,0 0 0 0 0,0 0-1 0 0,-1-1 1 0 0,1 1 0 0 0,6 1 0 0 0,0 0-747 0 0,1 0 1 0 0,0 0-1 0 0,0-1 1 0 0,0-1 0 0 0,21 1-1 0 0,23-5-6324 0 0,-19-3-514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0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77 2132 0 0,'-6'-3'15485'0'0,"21"-2"-14077"0"0,32-6-2330 0 0,-39 10 1433 0 0,71-17-429 0 0,100-16 392 0 0,-177 33-465 0 0,23-3-1250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1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1 114 684 0 0,'11'-20'7297'0'0,"6"-8"-1106"0"0,-16 27-5719 0 0,-1 0-431 0 0,0 1 1 0 0,0 0-1 0 0,0-1 1 0 0,0 1-1 0 0,1 0 0 0 0,-1-1 1 0 0,0 1-1 0 0,0 0 0 0 0,0-1 1 0 0,1 1-1 0 0,-1 0 1 0 0,0 0-1 0 0,0-1 0 0 0,1 1 1 0 0,-1 0-1 0 0,0 0 1 0 0,1-1-1 0 0,-1 1 0 0 0,0 0 1 0 0,0 0-1 0 0,1 0 0 0 0,-1 0 1 0 0,1 0-1 0 0,-1 0 1 0 0,0-1-1 0 0,1 1 0 0 0,-1 0 1 0 0,4 1 87 0 0,0 1-1 0 0,0-1 1 0 0,0 1 0 0 0,-1-1 0 0 0,1 1 0 0 0,-1 0-1 0 0,1 0 1 0 0,-1 1 0 0 0,0-1 0 0 0,0 1 0 0 0,0 0-1 0 0,3 3 1 0 0,0 1 40 0 0,-1 0-1 0 0,1 1 1 0 0,-2-1-1 0 0,1 1 1 0 0,3 10 0 0 0,-1-2-2 0 0,-1 1 1 0 0,-1-1 0 0 0,-1 1-1 0 0,0 0 1 0 0,1 23-1 0 0,0 45 4515 0 0,-5-85-4671 0 0,-1-1 1 0 0,0 1-1 0 0,1-1 1 0 0,-1 1-1 0 0,1-1 0 0 0,-1 1 1 0 0,1-1-1 0 0,-1 1 1 0 0,1-1-1 0 0,-1 0 1 0 0,1 1-1 0 0,-1-1 1 0 0,1 0-1 0 0,0 1 1 0 0,0-1-1 0 0,-1 0 1 0 0,1 1-1 0 0,0-1 1 0 0,0 0-1 0 0,0 0 1 0 0,0 1-1 0 0,-1-1 1 0 0,1 0-1 0 0,0 0 1 0 0,0 1-1 0 0,1-2 1 0 0,-1-23 52 0 0,2 11-56 0 0,0 0 1 0 0,1 1-1 0 0,1-1 1 0 0,0 1 0 0 0,1-1-1 0 0,0 1 1 0 0,1 0 0 0 0,0 1-1 0 0,1 0 1 0 0,12-17-1 0 0,-7 14-48 0 0,0 0 0 0 0,0 1-1 0 0,1 0 1 0 0,1 1-1 0 0,0 1 1 0 0,1 0-1 0 0,21-12 1 0 0,-29 20 1 0 0,0 0 1 0 0,0 0 0 0 0,1 1-1 0 0,-1 1 1 0 0,1-1-1 0 0,-1 1 1 0 0,1 0 0 0 0,0 1-1 0 0,0 0 1 0 0,14 0-1 0 0,-19 1 28 0 0,0 0-1 0 0,0 0 1 0 0,0 1-1 0 0,-1-1 0 0 0,1 1 1 0 0,0 0-1 0 0,0 0 0 0 0,-1 0 1 0 0,1 0-1 0 0,-1 0 1 0 0,1 0-1 0 0,-1 1 0 0 0,1-1 1 0 0,-1 1-1 0 0,0 0 0 0 0,1 0 1 0 0,-1 0-1 0 0,0 0 1 0 0,-1 0-1 0 0,1 0 0 0 0,0 0 1 0 0,0 1-1 0 0,-1-1 0 0 0,0 1 1 0 0,1-1-1 0 0,-1 1 1 0 0,0-1-1 0 0,0 1 0 0 0,0 0 1 0 0,-1 0-1 0 0,1-1 0 0 0,0 5 1 0 0,1 13-6 0 0,-2 1-1 0 0,0-1 1 0 0,-1 1 0 0 0,0-1 0 0 0,-7 25 0 0 0,4-16-77 0 0,-2 44 1 0 0,6-71 10 0 0,0 0 1 0 0,0 0-1 0 0,0 0 1 0 0,0 0-1 0 0,0 0 0 0 0,1 0 1 0 0,-1 0-1 0 0,1 0 1 0 0,0 0-1 0 0,-1-1 1 0 0,1 1-1 0 0,0 0 0 0 0,0 0 1 0 0,0-1-1 0 0,0 1 1 0 0,0 0-1 0 0,0-1 1 0 0,1 1-1 0 0,-1-1 0 0 0,1 1 1 0 0,-1-1-1 0 0,1 0 1 0 0,-1 0-1 0 0,1 0 1 0 0,-1 0-1 0 0,1 0 0 0 0,0 0 1 0 0,0 0-1 0 0,0 0 1 0 0,0-1-1 0 0,-1 1 1 0 0,1-1-1 0 0,3 1 0 0 0,1 0-1096 0 0,1-1-1 0 0,0 1 1 0 0,0-1 0 0 0,-1-1-1 0 0,1 1 1 0 0,-1-1-1 0 0,1-1 1 0 0,12-3-1 0 0,2-3-6218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1 221 660 0 0,'0'-2'443'0'0,"0"-1"-1"0"0,0 0 0 0 0,0 0 1 0 0,1 0-1 0 0,-1 0 1 0 0,1 1-1 0 0,0-1 1 0 0,0 0-1 0 0,0 1 1 0 0,0-1-1 0 0,0 0 1 0 0,0 1-1 0 0,1 0 1 0 0,-1-1-1 0 0,1 1 1 0 0,0 0-1 0 0,0 0 1 0 0,0 0-1 0 0,3-3 1 0 0,-2 3-232 0 0,1-1 1 0 0,0 1-1 0 0,0 0 1 0 0,0 0 0 0 0,0 0-1 0 0,0 1 1 0 0,0-1 0 0 0,1 1-1 0 0,-1 0 1 0 0,1 0-1 0 0,6 0 1 0 0,-4 1-149 0 0,0 0-1 0 0,1 0 1 0 0,-1 0-1 0 0,0 1 1 0 0,1 0-1 0 0,-1 0 1 0 0,0 1-1 0 0,0 0 1 0 0,0 0 0 0 0,0 1-1 0 0,0 0 1 0 0,-1 0-1 0 0,1 1 1 0 0,-1-1-1 0 0,7 6 1 0 0,-8-4 33 0 0,-1-1-1 0 0,0 1 1 0 0,1 0 0 0 0,-2 0 0 0 0,1 1-1 0 0,0-1 1 0 0,-1 1 0 0 0,0-1-1 0 0,-1 1 1 0 0,1 0 0 0 0,-1 0 0 0 0,0 1-1 0 0,0-1 1 0 0,-1 0 0 0 0,0 1 0 0 0,0-1-1 0 0,-1 1 1 0 0,0 11 0 0 0,-1-7 83 0 0,0 0 1 0 0,-1 0 0 0 0,-1-1-1 0 0,0 1 1 0 0,-1 0 0 0 0,0-1-1 0 0,0 0 1 0 0,-1 0 0 0 0,0 0-1 0 0,-8 10 1 0 0,12-18-68 0 0,0 0 1 0 0,-1-1-1 0 0,1 1 0 0 0,0 0 0 0 0,-1-1 1 0 0,0 1-1 0 0,1-1 0 0 0,-1 1 1 0 0,0-1-1 0 0,0 0 0 0 0,1 0 1 0 0,-1 1-1 0 0,0-2 0 0 0,-3 2 1 0 0,4-1-94 0 0,1-1 0 0 0,-1 0 0 0 0,1 0 0 0 0,-1 0 1 0 0,1 0-1 0 0,-1 0 0 0 0,0 0 0 0 0,1 0 0 0 0,-1 0 0 0 0,1-1 1 0 0,-1 1-1 0 0,1 0 0 0 0,-1 0 0 0 0,1 0 0 0 0,-1-1 1 0 0,1 1-1 0 0,-1 0 0 0 0,1 0 0 0 0,-1-1 0 0 0,1 1 0 0 0,-1-1 1 0 0,0 0-17 0 0,0-1 0 0 0,0 1 1 0 0,0 0-1 0 0,0-1 0 0 0,1 1 1 0 0,-1 0-1 0 0,0-1 0 0 0,1 1 1 0 0,0-1-1 0 0,-1 1 0 0 0,1-3 1 0 0,-1-6 5 0 0,0 1 0 0 0,1-1 0 0 0,1 1 0 0 0,-1-1 1 0 0,2 1-1 0 0,-1-1 0 0 0,1 1 0 0 0,1 0 0 0 0,5-15 0 0 0,1 2-39 0 0,1 1 0 0 0,21-35-1 0 0,-13 29-18 0 0,1 1 0 0 0,39-43 0 0 0,-46 57 21 0 0,0 1 0 0 0,1 0 1 0 0,0 0-1 0 0,1 1 1 0 0,0 1-1 0 0,1 1 0 0 0,17-8 1 0 0,-29 14 22 0 0,1 1 1 0 0,0-1-1 0 0,0 1 0 0 0,0 0 1 0 0,-1 0-1 0 0,1 1 1 0 0,0-1-1 0 0,0 1 0 0 0,0 0 1 0 0,0 0-1 0 0,0 0 1 0 0,0 1-1 0 0,0-1 0 0 0,0 1 1 0 0,0 0-1 0 0,5 2 1 0 0,-6-2 24 0 0,0 1 0 0 0,-1-1 0 0 0,0 1-1 0 0,1 0 1 0 0,-1-1 0 0 0,0 1 0 0 0,0 1 0 0 0,0-1 0 0 0,0 0 0 0 0,0 0 0 0 0,0 1 0 0 0,-1-1 0 0 0,1 1 0 0 0,-1-1 0 0 0,0 1 0 0 0,0 0 0 0 0,0 0 0 0 0,0-1 0 0 0,0 1 0 0 0,0 0 0 0 0,-1 0-1 0 0,1 6 1 0 0,0 13 93 0 0,-2 0-1 0 0,0 1 1 0 0,-1-1-1 0 0,-8 32 1 0 0,-1 16-26 0 0,11-65-96 0 0,-2 3 28 0 0,2-1-1 0 0,-1 1 1 0 0,1-1 0 0 0,0 1 0 0 0,0-1-1 0 0,3 10 1 0 0,-3-15-55 0 0,1 1 1 0 0,0-1-1 0 0,0 0 1 0 0,0 0-1 0 0,0 0 0 0 0,0-1 1 0 0,0 1-1 0 0,0 0 0 0 0,1 0 1 0 0,-1-1-1 0 0,1 1 0 0 0,-1-1 1 0 0,1 1-1 0 0,0-1 0 0 0,0 1 1 0 0,-1-1-1 0 0,1 0 0 0 0,0 0 1 0 0,0 0-1 0 0,0 0 1 0 0,0 0-1 0 0,0-1 0 0 0,1 1 1 0 0,-1-1-1 0 0,0 1 0 0 0,3 0 1 0 0,8 0-584 0 0,0 0 1 0 0,-1 0 0 0 0,1-2 0 0 0,0 1-1 0 0,-1-2 1 0 0,14-2 0 0 0,6-3-2713 0 0,35-13-1 0 0,-16 2-2087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5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381 139 8 0 0,'-11'-3'17499'0'0,"11"3"-17477"0"0,0 0 0 0 0,0 0 0 0 0,0 0 0 0 0,0 0 0 0 0,0 0 0 0 0,-1 0 1 0 0,1 0-1 0 0,0 0 0 0 0,0 0 0 0 0,0 0 0 0 0,0 0 0 0 0,0 0 0 0 0,-1 0 0 0 0,1 0 0 0 0,0-1 0 0 0,0 1 0 0 0,0 0 1 0 0,0 0-1 0 0,0 0 0 0 0,0 0 0 0 0,-1 0 0 0 0,1 0 0 0 0,0 0 0 0 0,0 0 0 0 0,0 0 0 0 0,0 0 0 0 0,0 0 0 0 0,0-1 0 0 0,0 1 1 0 0,0 0-1 0 0,0 0 0 0 0,0 0 0 0 0,-1 0 0 0 0,1 0 0 0 0,0 0 0 0 0,0 0 0 0 0,0-1 0 0 0,0 1 0 0 0,0 0 0 0 0,0 0 1 0 0,0 0-1 0 0,0 0 0 0 0,0 0 0 0 0,0-1 0 0 0,0 1 0 0 0,0 0 0 0 0,0 0 0 0 0,0 0 0 0 0,0 0 0 0 0,0 0 0 0 0,0 0 0 0 0,0-1 1 0 0,1 1-1 0 0,-1 0 0 0 0,0 0 0 0 0,0 0 0 0 0,0 0 0 0 0,11-6 441 0 0,29-7-522 0 0,-28 10 189 0 0,265-62 27 0 0,-135 37-144 0 0,-91 19 15 0 0,-18 3-66 0 0,-31 5-6 0 0,1 1-4 0 0,-2 0 39 0 0,1 0 0 0 0,0 0 1 0 0,-1 0-1 0 0,1 1 0 0 0,-1-1 0 0 0,1 0 0 0 0,-1 1 1 0 0,1-1-1 0 0,-1 1 0 0 0,1-1 0 0 0,-1 1 1 0 0,0-1-1 0 0,1 1 0 0 0,-1 0 0 0 0,0 0 1 0 0,1 0-1 0 0,-1 0 0 0 0,0 0 0 0 0,0 0 1 0 0,0 0-1 0 0,2 2 0 0 0,-1 1 15 0 0,0 0 1 0 0,-1 0-1 0 0,1 0 0 0 0,-1 0 1 0 0,0 0-1 0 0,0 0 0 0 0,1 8 1 0 0,1 29 490 0 0,-1 1 1 0 0,-2-1-1 0 0,-11 70 0 0 0,5-51-245 0 0,-71 1292 1093 0 0,71-1214-1250 0 0,-33 346 531 0 0,-24-2 343 0 0,10 65 270 0 0,48-451 2889 0 0,5-95-3598 0 0,-9 11 864 0 0,3-10-1324 0 0,1-1 0 0 0,-1 1 0 0 0,0-1 1 0 0,0 0-1 0 0,0 0 0 0 0,0 0 0 0 0,0-1 0 0 0,-7 0 1 0 0,2 0-38 0 0,-187 8-2463 0 0,10 0-2686 0 0,-1-5-7202 0 0,118-4 2106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17 440 1148 0 0,'39'-19'8039'0'0,"-39"19"-8024"0"0,0 0-1 0 0,0-1 1 0 0,0 1 0 0 0,0 0-1 0 0,0 0 1 0 0,0 0 0 0 0,0-1-1 0 0,0 1 1 0 0,0 0 0 0 0,0 0 0 0 0,0 0-1 0 0,0-1 1 0 0,0 1 0 0 0,0 0-1 0 0,0 0 1 0 0,0 0 0 0 0,0 0-1 0 0,0-1 1 0 0,0 1 0 0 0,0 0 0 0 0,0 0-1 0 0,0 0 1 0 0,0-1 0 0 0,0 1-1 0 0,-1 0 1 0 0,1 0 0 0 0,0 0 0 0 0,0 0-1 0 0,0 0 1 0 0,0 0 0 0 0,0-1-1 0 0,-1 1 1 0 0,1 0 0 0 0,0 0-1 0 0,0 0 1 0 0,0 0 0 0 0,-1 0 0 0 0,1 0-1 0 0,0 0 1 0 0,0 0 0 0 0,0 0-1 0 0,0 0 1 0 0,-1 0 0 0 0,1 0-1 0 0,0 0 1 0 0,0 0 0 0 0,0 0 0 0 0,-1 0-1 0 0,1 0 1 0 0,-12-5 1189 0 0,-7-1 721 0 0,2 16 1935 0 0,16-9-3872 0 0,-1 15-68 0 0,2-10 70 0 0,0-2 8 0 0,5 15 1 0 0,-5-15 9 0 0,1 0-4 0 0,9 12 40 0 0,-8-13-35 0 0,0-1 1 0 0,1 1 0 0 0,0-1 0 0 0,-1 1-1 0 0,1-1 1 0 0,0 0 0 0 0,0 0 0 0 0,0 0-1 0 0,0 0 1 0 0,1-1 0 0 0,-1 0 0 0 0,0 1 0 0 0,1-1-1 0 0,-1 0 1 0 0,1 0 0 0 0,-1-1 0 0 0,1 1-1 0 0,-1-1 1 0 0,1 0 0 0 0,0 0 0 0 0,-1 0-1 0 0,1 0 1 0 0,-1 0 0 0 0,1-1 0 0 0,4-1 0 0 0,11-3-17 0 0,0 0 1 0 0,0-2 0 0 0,25-11-1 0 0,-28 11-4 0 0,4-2 11 0 0,1-1 0 0 0,-1 0 0 0 0,-1-2 0 0 0,0 0 0 0 0,0-1 0 0 0,29-28 0 0 0,-39 32 0 0 0,-1-1-1 0 0,1 0 0 0 0,-2 0 1 0 0,0-1-1 0 0,0 1 1 0 0,-1-2-1 0 0,0 1 0 0 0,-1-1 1 0 0,0 1-1 0 0,-1-2 1 0 0,0 1-1 0 0,-1 0 0 0 0,3-21 1 0 0,-4 8-8 0 0,0-41 0 0 0,-2 57-8 0 0,-1-1 1 0 0,0 1 0 0 0,-1-1 0 0 0,0 1 0 0 0,0 0 0 0 0,-1 0 0 0 0,-5-12 0 0 0,8 21 8 0 0,0-1 1 0 0,0 1 0 0 0,0-1-1 0 0,-1 0 1 0 0,1 1 0 0 0,0 0-1 0 0,-1-1 1 0 0,1 1 0 0 0,0-1-1 0 0,-1 1 1 0 0,1-1 0 0 0,-1 1-1 0 0,1 0 1 0 0,0-1 0 0 0,-1 1-1 0 0,1 0 1 0 0,-1-1 0 0 0,1 1-1 0 0,-1 0 1 0 0,1 0 0 0 0,-1-1-1 0 0,0 1 1 0 0,1 0 0 0 0,-1 0-1 0 0,1 0 1 0 0,-1 0 0 0 0,1 0-1 0 0,-1 0 1 0 0,0 0 0 0 0,1 0-1 0 0,-1 0 1 0 0,0 0 0 0 0,-1 1-1 0 0,0 0 1 0 0,0 0-1 0 0,1 0 1 0 0,-1 0-1 0 0,0 0 1 0 0,1 0-1 0 0,-1 0 1 0 0,1 1 0 0 0,-1-1-1 0 0,0 2 1 0 0,-5 5-6 0 0,1 0 0 0 0,-10 16 0 0 0,3 3-91 0 0,0 1 0 0 0,2-1-1 0 0,1 2 1 0 0,1 0 0 0 0,1 0 0 0 0,2 0-1 0 0,1 1 1 0 0,1 0 0 0 0,0 59-1 0 0,5-79-704 0 0,0 0 0 0 0,0 0 0 0 0,3 11 0 0 0,-3-18 149 0 0,0 0-1 0 0,0 0 0 0 0,1 0 0 0 0,-1 0 1 0 0,1 0-1 0 0,-1-1 0 0 0,1 1 1 0 0,2 3-1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8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206 107 1244 0 0,'5'-12'2476'0'0,"0"0"0"0"0,0 0 0 0 0,4-23 0 0 0,-5 19-150 0 0,-3 14-2200 0 0,-1 1 0 0 0,1 0 1 0 0,-1 0-1 0 0,1 0 0 0 0,-1 0 1 0 0,0-1-1 0 0,0 1 1 0 0,0 0-1 0 0,1 0 0 0 0,-1-1 1 0 0,0 1-1 0 0,-1 0 1 0 0,1 0-1 0 0,0-2 0 0 0,-18 16 589 0 0,-8 15-469 0 0,1 1 0 0 0,1 1 0 0 0,-32 52 0 0 0,55-81-243 0 0,0 1 0 0 0,1-1 0 0 0,-1 0 0 0 0,0 1 0 0 0,0-1 0 0 0,1 1 0 0 0,-1-1 0 0 0,1 0 0 0 0,-1 1 0 0 0,1-1 0 0 0,0 1 0 0 0,0 0 0 0 0,-1-1 0 0 0,1 1 0 0 0,0-1 0 0 0,0 1 0 0 0,0-1 0 0 0,1 1 0 0 0,-1-1 0 0 0,0 1 0 0 0,1-1 0 0 0,-1 1 0 0 0,1-1 0 0 0,-1 1 0 0 0,1-1 0 0 0,0 1 0 0 0,-1-1 0 0 0,1 0 0 0 0,0 1 0 0 0,0-1 0 0 0,0 0 0 0 0,0 0 0 0 0,0 0 0 0 0,0 0 0 0 0,0 0 0 0 0,1 0 0 0 0,-1 0-1 0 0,0 0 1 0 0,1 0 0 0 0,2 1 0 0 0,5 2-10 0 0,0 0 0 0 0,0-1-1 0 0,1 0 1 0 0,19 3 0 0 0,-21-4-3 0 0,6 1-37 0 0,0 1-1 0 0,26 11 0 0 0,-35-13 53 0 0,0 1-1 0 0,1 0 1 0 0,-1 0-1 0 0,-1 0 1 0 0,1 0-1 0 0,0 1 0 0 0,-1 0 1 0 0,0-1-1 0 0,0 2 1 0 0,4 5-1 0 0,-6-8 152 0 0,0 1 0 0 0,-1-1-1 0 0,1 1 1 0 0,-1 0 0 0 0,0 0 0 0 0,0 0-1 0 0,0 0 1 0 0,0 0 0 0 0,0 0 0 0 0,-1 0-1 0 0,1 0 1 0 0,-1 0 0 0 0,0 0 0 0 0,0 1-1 0 0,0-1 1 0 0,0 0 0 0 0,-2 4 0 0 0,1-3 70 0 0,0 0 0 0 0,-1 0 0 0 0,0 0 0 0 0,0 0 0 0 0,0 0 0 0 0,0 0 0 0 0,0-1 0 0 0,-1 1 0 0 0,0-1 0 0 0,0 1 0 0 0,-4 3 0 0 0,1-2 2 0 0,0 0 0 0 0,-1 0 0 0 0,1-1 0 0 0,-1 0 0 0 0,0 0 0 0 0,0 0 0 0 0,0-1 0 0 0,-1 0 0 0 0,1-1 0 0 0,-1 1 0 0 0,0-2 0 0 0,1 1 0 0 0,-1-1 0 0 0,-8 1 0 0 0,10-2-254 0 0,0-1 1 0 0,1 1 0 0 0,-1-1-1 0 0,0 0 1 0 0,1 0 0 0 0,-1-1-1 0 0,1 1 1 0 0,0-1 0 0 0,-1 0-1 0 0,-6-5 1 0 0,6 4-388 0 0,1-1 0 0 0,0 0 0 0 0,0-1 0 0 0,0 1 0 0 0,0-1-1 0 0,1 0 1 0 0,0 0 0 0 0,0 0 0 0 0,-5-9 0 0 0,1-2-1550 0 0,1 0 0 0 0,1-1 0 0 0,1 0-1 0 0,0 0 1 0 0,1 0 0 0 0,-2-20 0 0 0,5 31 1156 0 0,-3-18-3816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8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53 109 1960 0 0,'-5'-13'1805'0'0,"1"0"0"0"0,-2 0-1 0 0,0 0 1 0 0,-8-12 0 0 0,-4-7-7612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39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184 304 244 0 0,'8'-33'4266'0'0,"-1"1"0"0"0,-2-1 1 0 0,2-61-1 0 0,-7 93-4226 0 0,1 1 0 0 0,-1-1 1 0 0,0 1-1 0 0,0-1 0 0 0,0 1 0 0 0,0 0 1 0 0,0-1-1 0 0,0 1 0 0 0,0-1 0 0 0,0 1 1 0 0,0-1-1 0 0,0 1 0 0 0,0 0 0 0 0,0-1 1 0 0,0 1-1 0 0,0-1 0 0 0,-1 1 0 0 0,1-1 1 0 0,0 1-1 0 0,0 0 0 0 0,0-1 0 0 0,-1 1 1 0 0,1 0-1 0 0,0-1 0 0 0,0 1 0 0 0,-1 0 1 0 0,1-1-1 0 0,0 1 0 0 0,-1 0 0 0 0,1-1 1 0 0,0 1-1 0 0,-1 0 0 0 0,1 0 0 0 0,-1 0 1 0 0,1-1-1 0 0,0 1 0 0 0,-1 0 0 0 0,1 0 1 0 0,-1 0-1 0 0,1 0 0 0 0,0 0 0 0 0,-1 0 1 0 0,1 0-1 0 0,-1 0 0 0 0,1 0 0 0 0,-1 0 1 0 0,1 0-1 0 0,-1 0 0 0 0,1 0 0 0 0,0 0 1 0 0,-1 0-1 0 0,1 0 0 0 0,-1 0 0 0 0,1 1 0 0 0,0-1 1 0 0,-1 0-1 0 0,1 0 0 0 0,-1 1 0 0 0,-20 15 151 0 0,-1 10-54 0 0,0 2-1 0 0,2 0 1 0 0,2 1-1 0 0,0 1 0 0 0,2 1 1 0 0,1 0-1 0 0,-15 46 0 0 0,27-67-123 0 0,0 1 0 0 0,0-1 0 0 0,2 0 0 0 0,-1 1 0 0 0,1-1 0 0 0,0 1 0 0 0,1 0 0 0 0,1-1 0 0 0,-1 1 0 0 0,4 11 0 0 0,-4-18-5 0 0,2 1 0 0 0,-1 0-1 0 0,0-1 1 0 0,1 0 0 0 0,0 1 0 0 0,0-1 0 0 0,0 0 0 0 0,1 0-1 0 0,0 0 1 0 0,-1 0 0 0 0,1 0 0 0 0,0-1 0 0 0,1 1 0 0 0,-1-1 0 0 0,1 0-1 0 0,-1 0 1 0 0,1 0 0 0 0,0-1 0 0 0,0 1 0 0 0,0-1 0 0 0,1 0-1 0 0,-1 0 1 0 0,0 0 0 0 0,6 1 0 0 0,0-1 4 0 0,0 0 0 0 0,1-1 0 0 0,-1-1 0 0 0,0 1 0 0 0,1-1-1 0 0,-1-1 1 0 0,0 0 0 0 0,0-1 0 0 0,1 0 0 0 0,-1 0 0 0 0,0-1 0 0 0,-1 0 0 0 0,1-1 0 0 0,16-8 0 0 0,-16 7-9 0 0,-1-1 0 0 0,1 0 1 0 0,-1 0-1 0 0,-1-1 1 0 0,1 0-1 0 0,-1 0 0 0 0,0-1 1 0 0,-1 0-1 0 0,0 0 0 0 0,0-1 1 0 0,-1 0-1 0 0,0 0 1 0 0,8-19-1 0 0,-6 7-58 0 0,0-2 1 0 0,-2 1-1 0 0,-1-1 0 0 0,-1 0 1 0 0,-1 0-1 0 0,1-27 0 0 0,-4 31 6 0 0,-1 0 0 0 0,0 0 0 0 0,-1 0 0 0 0,-1 0 0 0 0,-1 1 0 0 0,0-1 0 0 0,-2 1 1 0 0,-7-19-1 0 0,12 35 38 0 0,0 0 0 0 0,0 0 1 0 0,0-1-1 0 0,0 1 1 0 0,-1 0-1 0 0,1 0 1 0 0,-1 1-1 0 0,1-1 1 0 0,-1 0-1 0 0,0 0 1 0 0,1 1-1 0 0,-1-1 1 0 0,0 1-1 0 0,0 0 1 0 0,0-1-1 0 0,0 1 1 0 0,0 0-1 0 0,0 0 1 0 0,-3-1-1 0 0,1 2 0 0 0,1-1-1 0 0,0 1 1 0 0,0 0 0 0 0,0 0 0 0 0,0 0 0 0 0,-1 0-1 0 0,1 1 1 0 0,0-1 0 0 0,0 1 0 0 0,0 0-1 0 0,0 0 1 0 0,-5 2 0 0 0,-3 3-11 0 0,0 0 0 0 0,0 1 0 0 0,1 0 0 0 0,-1 1 0 0 0,2 0 0 0 0,-11 11 0 0 0,5-4-7 0 0,1 0 1 0 0,1 2-1 0 0,-22 34 1 0 0,29-41 21 0 0,1 0-1 0 0,0 1 1 0 0,0-1 0 0 0,1 1 0 0 0,1 0 0 0 0,0 0 0 0 0,1 1 0 0 0,-3 20 0 0 0,5-28 9 0 0,0 0 1 0 0,0 0-1 0 0,0 0 0 0 0,0-1 1 0 0,0 1-1 0 0,1 0 1 0 0,0 0-1 0 0,0 0 0 0 0,0-1 1 0 0,0 1-1 0 0,1 0 0 0 0,-1-1 1 0 0,1 1-1 0 0,0-1 1 0 0,0 0-1 0 0,0 1 0 0 0,1-1 1 0 0,-1 0-1 0 0,1 0 1 0 0,-1-1-1 0 0,1 1 0 0 0,0 0 1 0 0,0-1-1 0 0,0 0 0 0 0,1 0 1 0 0,-1 0-1 0 0,0 0 1 0 0,1 0-1 0 0,0 0 0 0 0,-1-1 1 0 0,1 0-1 0 0,0 0 1 0 0,-1 0-1 0 0,1 0 0 0 0,5 0 1 0 0,4 0-13 0 0,-1 0 1 0 0,1-1-1 0 0,-1 0 0 0 0,1-1 1 0 0,-1 0-1 0 0,1-1 1 0 0,-1-1-1 0 0,0 0 0 0 0,21-8 1 0 0,-12 2-26 0 0,-1-1 1 0 0,0-1-1 0 0,-1-1 0 0 0,0-1 1 0 0,0-1-1 0 0,24-23 1 0 0,87-108-172 0 0,-126 141 195 0 0,-2 1-14 0 0,0 1-1 0 0,1-1 1 0 0,-1 1 0 0 0,0 0-1 0 0,1 0 1 0 0,0 0-1 0 0,-1 0 1 0 0,1 0 0 0 0,4-2-1 0 0,-6 4 15 0 0,1-1 0 0 0,-1 1 0 0 0,1 0 0 0 0,-1-1 0 0 0,0 1 0 0 0,1 0 0 0 0,-1 0 0 0 0,1 0 0 0 0,-1 0 0 0 0,1 0 0 0 0,-1 0 0 0 0,1 0 0 0 0,-1 1 0 0 0,0-1 0 0 0,3 1 0 0 0,1 2-2 0 0,-1 0-1 0 0,0 0 1 0 0,0 0 0 0 0,-1 0 0 0 0,1 0 0 0 0,-1 1 0 0 0,1-1 0 0 0,-1 1 0 0 0,0 0 0 0 0,-1 0 0 0 0,4 5 0 0 0,2 5 25 0 0,-1 0-1 0 0,-1 1 1 0 0,0 0 0 0 0,0 0 0 0 0,-2 0-1 0 0,0 1 1 0 0,-1-1 0 0 0,0 1 0 0 0,-1 0 0 0 0,-1 0-1 0 0,-1 28 1 0 0,-1-38 49 0 0,0 0 1 0 0,0 0-1 0 0,-1 0 0 0 0,0-1 0 0 0,0 1 1 0 0,0-1-1 0 0,0 1 0 0 0,-7 9 0 0 0,7-13-9 0 0,1 1 0 0 0,-1-1-1 0 0,0 0 1 0 0,0 0-1 0 0,0 0 1 0 0,-1 0 0 0 0,1 0-1 0 0,0 0 1 0 0,-1 0 0 0 0,1-1-1 0 0,-1 1 1 0 0,1-1-1 0 0,-1 0 1 0 0,0 0 0 0 0,0 0-1 0 0,1 0 1 0 0,-1 0 0 0 0,0-1-1 0 0,0 1 1 0 0,-6-1 0 0 0,4 0-19 0 0,1 0 0 0 0,-1 0 0 0 0,0-1 1 0 0,0 1-1 0 0,0-1 0 0 0,1 0 1 0 0,-1-1-1 0 0,0 1 0 0 0,1-1 0 0 0,-1 0 1 0 0,1 0-1 0 0,0 0 0 0 0,-1-1 1 0 0,-6-5-1 0 0,10 7-40 0 0,0 0 1 0 0,0 0 0 0 0,0 0-1 0 0,1 0 1 0 0,-1 0-1 0 0,0 0 1 0 0,1 0-1 0 0,-1 0 1 0 0,0 0-1 0 0,1 0 1 0 0,0 0 0 0 0,-1 0-1 0 0,1-1 1 0 0,0 1-1 0 0,-1 0 1 0 0,1 0-1 0 0,0 0 1 0 0,0-1-1 0 0,0 1 1 0 0,0 0-1 0 0,0 0 1 0 0,0-1 0 0 0,1 1-1 0 0,-1 0 1 0 0,0 0-1 0 0,0 0 1 0 0,1 0-1 0 0,-1-1 1 0 0,1 1-1 0 0,-1 0 1 0 0,2-1-1 0 0,1-3-90 0 0,0 0-1 0 0,0 0 0 0 0,1 1 1 0 0,6-7-1 0 0,-10 10 71 0 0,31-28-1239 0 0,0 2-1 0 0,2 1 1 0 0,42-25 0 0 0,22-17-1893 0 0,-85 59 2800 0 0,168-141-6607 0 0,-146 113 4403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0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107 185 1160 0 0,'8'-17'1897'0'0,"-1"-1"-1"0"0,-1-1 1 0 0,-1 1 0 0 0,-1-1-1 0 0,0 0 1 0 0,-2 0 0 0 0,1-34-1 0 0,-3 51-1295 0 0,0 2-548 0 0,-1 0 1 0 0,0 1 0 0 0,0-1-1 0 0,0 0 1 0 0,1 1 0 0 0,-1-1-1 0 0,0 1 1 0 0,0-1 0 0 0,1 1-1 0 0,-1 0 1 0 0,1-1 0 0 0,-1 1-1 0 0,0 0 1 0 0,1-1 0 0 0,-1 1-1 0 0,1 0 1 0 0,0 0 0 0 0,-1-1-1 0 0,1 1 1 0 0,0 0 0 0 0,-1 0-1 0 0,1 1 1 0 0,-8 24 426 0 0,7-21-325 0 0,-20 88 1461 0 0,-14 157 1 0 0,26-163-1146 0 0,-44 338 405 0 0,48-342-2990 0 0,4-83 2029 0 0,1 0 1 0 0,0 1 0 0 0,0-1 0 0 0,0 1 0 0 0,0-1 0 0 0,0 0-1 0 0,0 1 1 0 0,1-1 0 0 0,-1 0 0 0 0,0 1 0 0 0,0-1 0 0 0,0 1-1 0 0,0-1 1 0 0,0 0 0 0 0,0 1 0 0 0,1-1 0 0 0,-1 0 0 0 0,0 1 0 0 0,0-1-1 0 0,0 0 1 0 0,1 1 0 0 0,-1-1 0 0 0,0 0 0 0 0,1 0 0 0 0,-1 1-1 0 0,0-1 1 0 0,1 0 0 0 0,-1 0 0 0 0,0 0 0 0 0,1 1 0 0 0,-1-1-1 0 0,0 0 1 0 0,1 0 0 0 0,-1 0 0 0 0,0 0 0 0 0,1 0 0 0 0,-1 0-1 0 0,1 0 1 0 0,-1 0 0 0 0,0 0 0 0 0,1 0 0 0 0,-1 0 0 0 0,0 0-1 0 0,1 0 1 0 0,-1 0 0 0 0,1 0 0 0 0,0 0 0 0 0,16-8-3405 0 0,-3-3-1023 0 0,0-5-2312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0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89 208 1748 0 0,'-87'-25'11849'0'0,"85"25"-11449"0"0,6 0-237 0 0,8 0-45 0 0,258-9-637 0 0,-231 5 61 0 0,0-2 1 0 0,0-1-1 0 0,-1-2 0 0 0,71-27 0 0 0,-98 30 688 0 0,-1 1 1 0 0,1-2 0 0 0,-1 1-1 0 0,-1-2 1 0 0,0 1 0 0 0,0-1-1 0 0,0-1 1 0 0,-1 1-1 0 0,0-1 1 0 0,-1-1 0 0 0,11-16-1 0 0,-17 24-136 0 0,4 1 10 0 0,-4 4-63 0 0,-2 2-40 0 0,-21 131 109 0 0,6-43 56 0 0,-5 123 0 0 0,17-145-5 0 0,1-22 299 0 0,6 80-1 0 0,-3-128-447 0 0,0-1-1 0 0,0 0 1 0 0,0 1-1 0 0,0-1 0 0 0,0 1 1 0 0,0-1-1 0 0,1 0 1 0 0,-1 1-1 0 0,0-1 0 0 0,0 0 1 0 0,0 1-1 0 0,0-1 1 0 0,1 0-1 0 0,-1 1 0 0 0,0-1 1 0 0,0 0-1 0 0,0 1 1 0 0,1-1-1 0 0,-1 0 0 0 0,0 0 1 0 0,1 1-1 0 0,-1-1 1 0 0,0 0-1 0 0,1 0 0 0 0,-1 0 1 0 0,0 1-1 0 0,1-1 1 0 0,-1 0-1 0 0,0 0 0 0 0,1 0 1 0 0,-1 0-1 0 0,0 0 0 0 0,1 0 1 0 0,-1 0-1 0 0,1 0 1 0 0,-1 0-1 0 0,0 0 0 0 0,1 0 1 0 0,-1 0-1 0 0,1 0 1 0 0,-1 0-1 0 0,0 0 0 0 0,1 0 1 0 0,-1 0-1 0 0,0 0 1 0 0,1 0-1 0 0,-1-1 0 0 0,0 1 1 0 0,1 0-1 0 0,-1 0 1 0 0,0 0-1 0 0,1-1 0 0 0,-1 1 1 0 0,0 0-1 0 0,0-1 1 0 0,1 1-1 0 0,-1 0 0 0 0,0-1 1 0 0,22-18-31 0 0,-19 17 62 0 0,24-26-64 0 0,89-83-15 0 0,-95 93-59 0 0,1 0-1 0 0,1 2 1 0 0,41-22-1 0 0,-63 37 93 0 0,1 0 0 0 0,-1 1-1 0 0,1-1 1 0 0,-1 1-1 0 0,0-1 1 0 0,1 1-1 0 0,-1 0 1 0 0,1 0 0 0 0,-1-1-1 0 0,1 1 1 0 0,-1 0-1 0 0,1 0 1 0 0,-1 1-1 0 0,1-1 1 0 0,-1 0-1 0 0,1 0 1 0 0,-1 1 0 0 0,1-1-1 0 0,-1 1 1 0 0,0-1-1 0 0,1 1 1 0 0,-1 0-1 0 0,0 0 1 0 0,1-1-1 0 0,-1 1 1 0 0,0 0 0 0 0,0 0-1 0 0,0 0 1 0 0,0 0-1 0 0,0 0 1 0 0,0 0-1 0 0,0 1 1 0 0,0-1-1 0 0,0 0 1 0 0,0 0 0 0 0,0 2-1 0 0,2 3 20 0 0,0 0 0 0 0,-1 0 0 0 0,1 0 1 0 0,-1 0-1 0 0,0 0 0 0 0,1 14 0 0 0,1 30 256 0 0,-4-33-735 0 0,2 0 0 0 0,0 0 0 0 0,7 30 0 0 0,-7-42-8 0 0,-1-1 1 0 0,1 0 0 0 0,0 1 0 0 0,0-1 0 0 0,0 0-1 0 0,1 0 1 0 0,-1 0 0 0 0,1 0 0 0 0,0-1 0 0 0,0 1 0 0 0,1-1-1 0 0,-1 0 1 0 0,1 0 0 0 0,-1 0 0 0 0,1 0 0 0 0,0 0 0 0 0,0-1-1 0 0,6 3 1 0 0,4 0-2855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1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10 379 804 0 0,'4'-9'1485'0'0,"0"0"1"0"0,-1 0-1 0 0,0-1 1 0 0,0 1-1 0 0,-1-1 0 0 0,0 0 1 0 0,0-13-1 0 0,6-25 3729 0 0,-8 47-5202 0 0,0 1-1 0 0,0 0 1 0 0,0 0-1 0 0,0 0 1 0 0,0 0 0 0 0,0 0-1 0 0,1-1 1 0 0,-1 1 0 0 0,0 0-1 0 0,0 0 1 0 0,0 0 0 0 0,0 0-1 0 0,0-1 1 0 0,0 1-1 0 0,0 0 1 0 0,0 0 0 0 0,0 0-1 0 0,0 0 1 0 0,0-1 0 0 0,0 1-1 0 0,0 0 1 0 0,0 0-1 0 0,0 0 1 0 0,0 0 0 0 0,0-1-1 0 0,0 1 1 0 0,0 0 0 0 0,0 0-1 0 0,-1 0 1 0 0,1 0-1 0 0,0-1 1 0 0,0 1 0 0 0,0 0-1 0 0,0 0 1 0 0,0 0 0 0 0,0 0-1 0 0,0 0 1 0 0,-1-1-1 0 0,1 1 1 0 0,0 0 0 0 0,0 0-1 0 0,0 0 1 0 0,0 0 0 0 0,0 0-1 0 0,-1 0 1 0 0,1 0 0 0 0,-8 11 324 0 0,1 10-197 0 0,0 0 1 0 0,2 1 0 0 0,-4 22 0 0 0,8-36-116 0 0,0-1 1 0 0,1 0-1 0 0,0 1 1 0 0,0-1-1 0 0,0 0 1 0 0,1 1-1 0 0,0-1 1 0 0,0 0-1 0 0,1 0 1 0 0,0 1-1 0 0,0-1 1 0 0,1-1-1 0 0,5 11 1 0 0,-7-15-13 0 0,1 1 0 0 0,-1-1 0 0 0,1 0 0 0 0,0 0 1 0 0,0 0-1 0 0,0 0 0 0 0,0 0 0 0 0,0 0 0 0 0,1-1 0 0 0,-1 1 0 0 0,0-1 1 0 0,1 1-1 0 0,-1-1 0 0 0,1 0 0 0 0,-1 0 0 0 0,1 0 0 0 0,0-1 1 0 0,3 2-1 0 0,-1-2 4 0 0,0 0 0 0 0,0 0 0 0 0,0 0 0 0 0,0 0 0 0 0,0-1 0 0 0,-1 0 0 0 0,1 0 0 0 0,0 0 0 0 0,8-4 0 0 0,-3 1 1 0 0,0-1 0 0 0,0 0 0 0 0,0-1 0 0 0,-1 0 0 0 0,0-1 0 0 0,0 0 0 0 0,-1 0 0 0 0,12-14 1 0 0,-9 8-8 0 0,-2-1 1 0 0,0 0 0 0 0,-1 0-1 0 0,0-1 1 0 0,-1 0 0 0 0,-1 0 0 0 0,0-1-1 0 0,-1 0 1 0 0,-1 0 0 0 0,4-24 0 0 0,-6 28-24 0 0,-1 0 0 0 0,0 1 1 0 0,-1-1-1 0 0,-1 0 0 0 0,1 0 1 0 0,-2 1-1 0 0,0-1 1 0 0,0 0-1 0 0,-1 1 0 0 0,0 0 1 0 0,-1-1-1 0 0,-1 1 0 0 0,1 1 1 0 0,-2-1-1 0 0,-9-15 1 0 0,13 24-2 0 0,0-1 1 0 0,0 1 0 0 0,0-1 0 0 0,0 1-1 0 0,0 0 1 0 0,-1 0 0 0 0,1 0 0 0 0,-1 0-1 0 0,1 0 1 0 0,-1 1 0 0 0,0-1 0 0 0,1 1-1 0 0,-1 0 1 0 0,0 0 0 0 0,0 0 0 0 0,0 0-1 0 0,0 0 1 0 0,-5 0 0 0 0,4 1-38 0 0,0 0 0 0 0,0 0 0 0 0,0 1 0 0 0,0-1 0 0 0,0 1 0 0 0,0 0 0 0 0,0 0 0 0 0,1 1 0 0 0,-1-1 0 0 0,0 1 0 0 0,1 0 0 0 0,-7 4 0 0 0,3-1-305 0 0,0 0-1 0 0,0 1 0 0 0,0 0 1 0 0,1 1-1 0 0,0-1 0 0 0,1 1 1 0 0,-1 0-1 0 0,1 0 0 0 0,1 1 0 0 0,-1 0 1 0 0,1 0-1 0 0,-4 12 0 0 0,6-15-227 0 0,1 0 0 0 0,0 1-1 0 0,0-1 1 0 0,0 0 0 0 0,1 1-1 0 0,-1-1 1 0 0,1 0-1 0 0,1 1 1 0 0,-1-1 0 0 0,1 0-1 0 0,0 0 1 0 0,1 6 0 0 0,6 6-4011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1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841 173 1324 0 0,'2'-7'789'0'0,"0"1"-1"0"0,-1-1 1 0 0,-1 1 0 0 0,1-1-1 0 0,-1 1 1 0 0,0-1-1 0 0,0 1 1 0 0,-1-1 0 0 0,1 1-1 0 0,-2-1 1 0 0,1 1 0 0 0,-1 0-1 0 0,0-1 1 0 0,0 1-1 0 0,-1 0 1 0 0,-6-11 0 0 0,7 13-663 0 0,0 0 0 0 0,0 1 1 0 0,-1-1-1 0 0,0 1 0 0 0,1 0 1 0 0,-1 0-1 0 0,0 0 0 0 0,-1 0 1 0 0,1 0-1 0 0,0 1 0 0 0,-1-1 1 0 0,0 1-1 0 0,1 0 0 0 0,-1 0 0 0 0,0 1 1 0 0,0-1-1 0 0,0 1 0 0 0,0 0 1 0 0,-1 0-1 0 0,1 0 0 0 0,0 0 1 0 0,0 1-1 0 0,0-1 0 0 0,-1 1 1 0 0,1 0-1 0 0,0 1 0 0 0,-5 0 1 0 0,-5 2-80 0 0,1 1 1 0 0,0 1 0 0 0,0 0-1 0 0,1 1 1 0 0,-1 0 0 0 0,1 1-1 0 0,0 0 1 0 0,1 1-1 0 0,-19 16 1 0 0,18-14-34 0 0,0 2 0 0 0,1-1 0 0 0,1 1-1 0 0,0 1 1 0 0,1 0 0 0 0,0 0 0 0 0,0 1 0 0 0,-6 17-1 0 0,13-27-7 0 0,0 0-1 0 0,1 1 0 0 0,-1-1 0 0 0,1 1 0 0 0,0-1 1 0 0,1 1-1 0 0,-1-1 0 0 0,1 1 0 0 0,0 0 0 0 0,0-1 1 0 0,0 1-1 0 0,0-1 0 0 0,1 1 0 0 0,0 0 1 0 0,0-1-1 0 0,0 1 0 0 0,1-1 0 0 0,-1 0 0 0 0,1 1 1 0 0,3 4-1 0 0,-2-5-14 0 0,-1-1-1 0 0,1 0 1 0 0,-1 0 0 0 0,1-1 0 0 0,0 1 0 0 0,0-1 0 0 0,0 1 0 0 0,1-1-1 0 0,-1 0 1 0 0,1 0 0 0 0,-1 0 0 0 0,1-1 0 0 0,-1 1 0 0 0,1-1 0 0 0,0 0-1 0 0,0 0 1 0 0,0 0 0 0 0,0 0 0 0 0,0-1 0 0 0,0 0 0 0 0,0 1-1 0 0,-1-1 1 0 0,1-1 0 0 0,5 0 0 0 0,-1 0-3 0 0,0-1-1 0 0,0-1 1 0 0,0 1-1 0 0,-1-1 1 0 0,1 0-1 0 0,-1-1 1 0 0,1 0-1 0 0,-1 0 1 0 0,0-1 0 0 0,-1 0-1 0 0,1 0 1 0 0,-1 0-1 0 0,0-1 1 0 0,9-10-1 0 0,5-9 121 0 0,0-1-1 0 0,20-37 1 0 0,-26 41 136 0 0,18-24-1 0 0,-31 44-315 0 0,5 11-35 0 0,-5-3 96 0 0,0 1 0 0 0,0-1 0 0 0,-1 0 1 0 0,0 1-1 0 0,0-1 0 0 0,0 0 0 0 0,-3 13 0 0 0,1-5 16 0 0,-74 492 1147 0 0,47-369-522 0 0,-77 219 1 0 0,91-315-226 0 0,-3 0 1 0 0,-1-1-1 0 0,-1-1 0 0 0,-34 46 0 0 0,43-70-178 0 0,0 0 0 0 0,-1-1 0 0 0,0-1 0 0 0,-1 0 0 0 0,-1-1 0 0 0,0 0 0 0 0,-1-1 0 0 0,0 0 0 0 0,0-2 0 0 0,-1 1 0 0 0,-1-2 0 0 0,1 0 0 0 0,-19 5 0 0 0,27-11-158 0 0,0 0 0 0 0,0 0 1 0 0,0-1-1 0 0,0 0 0 0 0,-1-1 1 0 0,1 0-1 0 0,0 0 0 0 0,0 0 1 0 0,0-1-1 0 0,-1-1 0 0 0,1 1 0 0 0,0-1 1 0 0,0-1-1 0 0,1 1 0 0 0,-1-1 1 0 0,0-1-1 0 0,1 1 0 0 0,0-1 1 0 0,0-1-1 0 0,0 1 0 0 0,0-1 1 0 0,1 0-1 0 0,-8-9 0 0 0,6 5-86 0 0,0 0-1 0 0,0 0 1 0 0,1-1-1 0 0,1 0 1 0 0,0 0-1 0 0,0-1 1 0 0,1 1 0 0 0,1-1-1 0 0,-1-1 1 0 0,2 1-1 0 0,-1 0 1 0 0,2-1-1 0 0,0 0 1 0 0,0 0-1 0 0,0-20 1 0 0,3 5-204 0 0,2 1 1 0 0,1-1-1 0 0,1 1 0 0 0,1-1 1 0 0,1 1-1 0 0,1 1 0 0 0,2 0 1 0 0,0 0-1 0 0,24-39 0 0 0,-4 15-489 0 0,1 2-1 0 0,3 2 0 0 0,62-66 1 0 0,-42 58-1100 0 0,2 2 0 0 0,87-62 0 0 0,141-62-9310 0 0,-238 150 7011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2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145 150 1628 0 0,'1'-4'715'0'0,"0"1"-1"0"0,0-1 0 0 0,0 1 1 0 0,-1-1-1 0 0,1 1 0 0 0,-1-1 1 0 0,0 1-1 0 0,0-1 0 0 0,0 1 1 0 0,0-1-1 0 0,-1 1 0 0 0,1-1 1 0 0,-1 1-1 0 0,0-1 1 0 0,0 1-1 0 0,0-1 0 0 0,-4-6 845 0 0,1 11-1482 0 0,1-1 0 0 0,-1 1 0 0 0,1 0-1 0 0,-1 0 1 0 0,1 0 0 0 0,0 1 0 0 0,-1-1-1 0 0,1 1 1 0 0,0 0 0 0 0,0 0 0 0 0,0 0-1 0 0,1 0 1 0 0,-1 0 0 0 0,0 1 0 0 0,1-1-1 0 0,-1 1 1 0 0,1 0 0 0 0,0 0 0 0 0,-2 3-1 0 0,-7 10 27 0 0,2 0-1 0 0,-11 22 0 0 0,17-31-49 0 0,-3 7-11 0 0,0 0 1 0 0,1 0-1 0 0,0 1 1 0 0,1 0 0 0 0,1 0-1 0 0,0 0 1 0 0,2 1-1 0 0,-1-1 1 0 0,2 0 0 0 0,1 21-1 0 0,-1-31-21 0 0,1 1-1 0 0,0 0 0 0 0,0 0 1 0 0,0 0-1 0 0,1-1 1 0 0,0 1-1 0 0,0-1 1 0 0,0 1-1 0 0,1-1 0 0 0,0 0 1 0 0,0 0-1 0 0,0 0 1 0 0,1 0-1 0 0,0-1 1 0 0,-1 1-1 0 0,2-1 0 0 0,-1 0 1 0 0,0 0-1 0 0,1-1 1 0 0,0 1-1 0 0,0-1 1 0 0,0 0-1 0 0,0 0 0 0 0,0-1 1 0 0,0 1-1 0 0,1-1 1 0 0,0 0-1 0 0,-1-1 1 0 0,9 2-1 0 0,-6-1-8 0 0,1-1 1 0 0,-1-1-1 0 0,0 1 0 0 0,1-2 0 0 0,-1 1 1 0 0,0-1-1 0 0,1 0 0 0 0,-1 0 0 0 0,0-1 1 0 0,0-1-1 0 0,0 1 0 0 0,0-1 0 0 0,-1 0 1 0 0,1-1-1 0 0,-1 0 0 0 0,0 0 0 0 0,0-1 1 0 0,0 0-1 0 0,0 0 0 0 0,-1 0 0 0 0,0-1 1 0 0,0 0-1 0 0,-1 0 0 0 0,1 0 0 0 0,4-8 1 0 0,0-1-23 0 0,-1 0 0 0 0,-1 0 1 0 0,0-1-1 0 0,-1 0 1 0 0,0-1-1 0 0,-1 1 1 0 0,-1-1-1 0 0,-1 0 0 0 0,0-1 1 0 0,1-31-1 0 0,-4 25-15 0 0,-4-47-1 0 0,2 60-1 0 0,-1-1 1 0 0,0 1-1 0 0,-1 0 1 0 0,0 0 0 0 0,-1 1-1 0 0,-6-14 1 0 0,9 22 12 0 0,0 1 0 0 0,0-1 0 0 0,0 0 0 0 0,0 0 0 0 0,0 1 0 0 0,-1-1 0 0 0,1 1 0 0 0,0-1 0 0 0,-1 1 0 0 0,1 0 0 0 0,-1-1 0 0 0,0 1 0 0 0,1 0 0 0 0,-1 0 0 0 0,0 0 0 0 0,0 0 0 0 0,0 0 0 0 0,0 1 0 0 0,0-1 0 0 0,-3 0 0 0 0,2 0 2 0 0,0 1 0 0 0,0 1 0 0 0,-1-1 0 0 0,1 0 0 0 0,0 1 0 0 0,0-1-1 0 0,0 1 1 0 0,0 0 0 0 0,0 0 0 0 0,0 0 0 0 0,0 1 0 0 0,-3 1 0 0 0,-5 4-14 0 0,0 0 0 0 0,0 1 0 0 0,1 0 0 0 0,0 1 0 0 0,-11 13 0 0 0,9-9 24 0 0,0 0 0 0 0,1 1 0 0 0,1 1-1 0 0,0 0 1 0 0,1 0 0 0 0,1 1 0 0 0,0 0 0 0 0,1 0 0 0 0,1 0 0 0 0,1 1-1 0 0,0 0 1 0 0,1 1 0 0 0,-2 19 0 0 0,5-30 13 0 0,1-1 0 0 0,0 0 0 0 0,0 0 0 0 0,1 1 0 0 0,0-1 0 0 0,0 0 0 0 0,0 0 0 0 0,1 0 0 0 0,0 0 0 0 0,0 0 0 0 0,0 0 0 0 0,1 0 0 0 0,0-1 0 0 0,0 0 0 0 0,0 1 0 0 0,1-1 0 0 0,0 0 0 0 0,0 0 0 0 0,0-1 0 0 0,7 6 0 0 0,-5-5-21 0 0,0-1 1 0 0,1 1-1 0 0,-1-2 1 0 0,1 1-1 0 0,0-1 1 0 0,0 0-1 0 0,0 0 1 0 0,1-1-1 0 0,-1 0 0 0 0,0 0 1 0 0,1-1-1 0 0,-1 0 1 0 0,1 0-1 0 0,0-1 1 0 0,-1 0-1 0 0,11-1 1 0 0,3-2-149 0 0,0-2 1 0 0,0 0 0 0 0,0-1 0 0 0,0-1 0 0 0,-1-1 0 0 0,-1-1 0 0 0,1-1 0 0 0,-1 0-1 0 0,-1-1 1 0 0,20-17 0 0 0,7-7 358 0 0,-2-3 0 0 0,62-70 0 0 0,-99 101-102 0 0,8-8-114 0 0,-14 14 8 0 0,1 1 0 0 0,-1-1 0 0 0,1 1 0 0 0,-1 0 0 0 0,1 0 0 0 0,-1-1 0 0 0,1 1 0 0 0,-1 0 0 0 0,1 0 0 0 0,0-1 0 0 0,-1 1 0 0 0,1 0 0 0 0,-1 0 0 0 0,1 0 0 0 0,-1 0 0 0 0,1 0 0 0 0,0 0 0 0 0,-1 0 0 0 0,1 0 0 0 0,-1 0 0 0 0,1 0 0 0 0,-1 0 0 0 0,1 0 0 0 0,-1 1 0 0 0,1-1 0 0 0,0 0 0 0 0,0 1 0 0 0,-1 0 1 0 0,1 1 1 0 0,0 0-1 0 0,-1 0 1 0 0,1-1-1 0 0,-1 1 1 0 0,0 0-1 0 0,1 0 1 0 0,-1 0-1 0 0,0 0 1 0 0,0-1-1 0 0,0 1 1 0 0,-1 0 0 0 0,1 2-1 0 0,0-2 0 0 0,-6 42 59 0 0,-1 0 0 0 0,-3-1 0 0 0,-14 42 0 0 0,10-35 31 0 0,0-5-5 0 0,-9 41 2625 0 0,42-116-2327 0 0,1-5-381 0 0,2 0 0 0 0,1 1 0 0 0,2 2 0 0 0,1 0 0 0 0,2 2 0 0 0,1 0 0 0 0,46-36-1 0 0,-62 56-79 0 0,0 1 0 0 0,1 0 0 0 0,0 0 0 0 0,24-9 0 0 0,-36 17 77 0 0,0 1-1 0 0,0-1 1 0 0,0 1-1 0 0,0-1 1 0 0,0 1-1 0 0,0 0 1 0 0,0 0-1 0 0,0 0 1 0 0,0 0-1 0 0,0 0 1 0 0,0 1-1 0 0,0-1 0 0 0,0 0 1 0 0,0 1-1 0 0,0 0 1 0 0,0-1-1 0 0,0 1 1 0 0,0 0-1 0 0,0 0 1 0 0,-1 0-1 0 0,1 0 1 0 0,0 1-1 0 0,-1-1 1 0 0,1 0-1 0 0,0 1 0 0 0,-1-1 1 0 0,0 1-1 0 0,1-1 1 0 0,-1 1-1 0 0,0 0 1 0 0,0-1-1 0 0,0 1 1 0 0,0 0-1 0 0,0 0 1 0 0,0 0-1 0 0,-1 0 1 0 0,1 2-1 0 0,2 4 16 0 0,-1 0 0 0 0,0 0 0 0 0,0 0 0 0 0,-1 0 0 0 0,0 0 0 0 0,-1 0 0 0 0,0 16 0 0 0,-6 19-798 0 0,-22 79 0 0 0,26-114-142 0 0,0 0-1 0 0,0 1 1 0 0,0 11 0 0 0,2-17 95 0 0,0 0 0 0 0,0 0-1 0 0,1 1 1 0 0,-1-1 0 0 0,1 0-1 0 0,-1 0 1 0 0,3 4 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3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178 922 1776 0 0,'8'-13'1320'0'0,"0"0"0"0"0,-1 0-1 0 0,0-1 1 0 0,-1 0 0 0 0,-1 0-1 0 0,0 0 1 0 0,-1-1 0 0 0,0 0-1 0 0,-1 0 1 0 0,1-19 0 0 0,-4 33-1286 0 0,0 0 1 0 0,0 0-1 0 0,0 0 1 0 0,0 0-1 0 0,0 0 0 0 0,0 0 1 0 0,0 1-1 0 0,0-1 1 0 0,0 0-1 0 0,0 0 0 0 0,-1 0 1 0 0,1 0-1 0 0,0 1 1 0 0,-1-1-1 0 0,1 0 1 0 0,-1 0-1 0 0,1 1 0 0 0,-1-1 1 0 0,1 0-1 0 0,-1 0 1 0 0,1 1-1 0 0,-1-1 1 0 0,1 1-1 0 0,-1-1 0 0 0,0 1 1 0 0,0-1-1 0 0,0 0 1 0 0,-1 1-17 0 0,1-1 0 0 0,-1 1 1 0 0,1 0-1 0 0,-1 0 0 0 0,1 0 1 0 0,-1 0-1 0 0,1 0 0 0 0,-1 1 1 0 0,1-1-1 0 0,-1 0 0 0 0,1 1 1 0 0,-1-1-1 0 0,1 1 0 0 0,-2 0 1 0 0,-7 4-14 0 0,1 1 0 0 0,0-1 0 0 0,-11 10 1 0 0,19-14 22 0 0,-18 14-13 0 0,1 1 0 0 0,0 1 0 0 0,-28 35-1 0 0,39-44-2 0 0,1 1-1 0 0,0 0 0 0 0,1 0 0 0 0,0 0 0 0 0,0 1 0 0 0,1 0 0 0 0,0 0 0 0 0,1 0 0 0 0,0 0 0 0 0,1 1 0 0 0,-2 13 0 0 0,3-22-6 0 0,1 1 1 0 0,0-1-1 0 0,0 0 1 0 0,0 1-1 0 0,0-1 1 0 0,1 1-1 0 0,-1-1 0 0 0,1 1 1 0 0,-1-1-1 0 0,1 0 1 0 0,0 1-1 0 0,0-1 1 0 0,0 0-1 0 0,0 0 1 0 0,0 0-1 0 0,1 0 0 0 0,-1 0 1 0 0,1 0-1 0 0,-1 0 1 0 0,1 0-1 0 0,0 0 1 0 0,-1-1-1 0 0,1 1 1 0 0,0-1-1 0 0,0 1 0 0 0,0-1 1 0 0,1 0-1 0 0,-1 0 1 0 0,0 0-1 0 0,0 0 1 0 0,3 1-1 0 0,1-1-25 0 0,-1 0 0 0 0,0 0 1 0 0,0 0-1 0 0,0-1 0 0 0,0 0 0 0 0,0 0 0 0 0,1 0 1 0 0,-1-1-1 0 0,0 1 0 0 0,0-1 0 0 0,0-1 0 0 0,0 1 0 0 0,9-4 1 0 0,-3-1-9 0 0,-1 0 0 0 0,0 0 0 0 0,0 0 1 0 0,0-2-1 0 0,-1 1 0 0 0,0-1 0 0 0,0 0 1 0 0,-1-1-1 0 0,13-17 0 0 0,3-10 327 0 0,29-58 0 0 0,-38 67 95 0 0,-5 13-559 0 0,-7 15 9 0 0,-5 12 109 0 0,-9 25 111 0 0,2 1 1 0 0,2 0 0 0 0,1 0 0 0 0,0 65 0 0 0,6-100-37 0 0,0 1 1 0 0,0-1-1 0 0,1 1 1 0 0,-1-1-1 0 0,1 1 1 0 0,0-1-1 0 0,0 0 1 0 0,1 1-1 0 0,-1-1 1 0 0,1 0-1 0 0,0 0 1 0 0,0 0-1 0 0,5 6 1 0 0,-5-7 2 0 0,0-1 0 0 0,0 0 0 0 0,1 0 0 0 0,-1 0 0 0 0,1-1 0 0 0,-1 1 0 0 0,1 0 0 0 0,0-1 0 0 0,0 0 0 0 0,-1 0 0 0 0,1 0 0 0 0,0 0 0 0 0,0 0 0 0 0,0 0 0 0 0,0-1 0 0 0,0 1 0 0 0,0-1 0 0 0,0 0 0 0 0,1 0 0 0 0,-1 0 0 0 0,3-1 0 0 0,9-1 36 0 0,0-1 0 0 0,0-1 0 0 0,0 0-1 0 0,-1 0 1 0 0,0-2 0 0 0,0 0 0 0 0,0-1 0 0 0,0 0 0 0 0,23-17-1 0 0,-9 3-23 0 0,-1-1 0 0 0,-1-2 0 0 0,30-33 0 0 0,-17 10-41 0 0,-1-1 1 0 0,-3-2-1 0 0,-2-1 1 0 0,45-92 0 0 0,-58 98-33 0 0,-1-2 1 0 0,-2 0 0 0 0,-3-2-1 0 0,-2 1 1 0 0,-1-1-1 0 0,3-57 1 0 0,-9 5-21 0 0,-6 86 54 0 0,1 0 0 0 0,-2 1 0 0 0,0-1-1 0 0,-8-25 1 0 0,10 39-20 0 0,-1-1 1 0 0,1 1-1 0 0,-1-1 0 0 0,1 1 0 0 0,-1 0 0 0 0,1 0 1 0 0,-1-1-1 0 0,0 1 0 0 0,0 0 0 0 0,0 0 0 0 0,0 0 1 0 0,0 0-1 0 0,0 0 0 0 0,0 0 0 0 0,0 0 0 0 0,0 0 1 0 0,0 0-1 0 0,-1 0 0 0 0,1 1 0 0 0,0-1 0 0 0,-3 0 1 0 0,2 0-2 0 0,-1 1 0 0 0,1 0 0 0 0,0 0 0 0 0,0 0 0 0 0,-1 0 0 0 0,1 0 0 0 0,0 0 0 0 0,0 1 0 0 0,-1-1 1 0 0,1 1-1 0 0,0 0 0 0 0,-4 1 0 0 0,-2 3-11 0 0,-1 0-1 0 0,0 0 1 0 0,1 0 0 0 0,0 2 0 0 0,-8 6-1 0 0,-6 9-1 0 0,1 1-1 0 0,1 1 0 0 0,0 0 0 0 0,2 2 0 0 0,2 0 0 0 0,-27 56 1 0 0,25-42 83 0 0,2 1 0 0 0,2 0 0 0 0,2 1 1 0 0,-10 62-1 0 0,19-78-1 0 0,0 1-1 0 0,2-1 0 0 0,0 1 1 0 0,2-1-1 0 0,1 1 1 0 0,1-1-1 0 0,2 1 1 0 0,0-1-1 0 0,13 36 1 0 0,-12-47-64 0 0,0 0 0 0 0,1-1 0 0 0,0 0 0 0 0,1 0 0 0 0,1 0 0 0 0,0-1 0 0 0,0-1 0 0 0,2 0 0 0 0,-1 0 0 0 0,2-1 1 0 0,0 0-1 0 0,0-1 0 0 0,0 0 0 0 0,1-1 0 0 0,1 0 0 0 0,28 13 0 0 0,-28-16-816 0 0,0-1-1 0 0,1-1 1 0 0,25 5-1 0 0,-29-7-1061 0 0,0-1-1 0 0,0-1 1 0 0,13 0-1 0 0,-3-2-4492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3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64 3472 0 0,'-14'-15'23859'0'0,"7"-8"-22652"0"0,-1-2-5688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7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287 238 2620 0 0,'0'0'12037'0'0,"1"10"-11760"0"0,0 0-250 0 0,-1-1-1 0 0,2 0 1 0 0,-1 0 0 0 0,1 0-1 0 0,4 10 1 0 0,-6-18-10 0 0,7 10 127 0 0,-4-11-132 0 0,0 0 0 0 0,0-1 0 0 0,0 1-1 0 0,0-1 1 0 0,0 1 0 0 0,0-1 0 0 0,0 0-1 0 0,0 0 1 0 0,0 0 0 0 0,-1-1 0 0 0,1 1-1 0 0,0-1 1 0 0,-1 1 0 0 0,1-1 0 0 0,-1 0-1 0 0,0 0 1 0 0,0 0 0 0 0,0 0 0 0 0,1 0-1 0 0,-2-1 1 0 0,1 1 0 0 0,0-1 0 0 0,2-3-1 0 0,6-10 8 0 0,-1-1 0 0 0,11-27-1 0 0,-16 34-7 0 0,9-21 53 0 0,9-44 0 0 0,-3 11 601 0 0,-13 42-585 0 0,-4 15-180 0 0,-2 20 67 0 0,-3 20 13 0 0,-15 58 0 0 0,8-44 29 0 0,-106 418 180 0 0,107-438-117 0 0,-38 114-91 0 0,37-113 411 0 0,-2-2 0 0 0,-1 0 1 0 0,-17 26-1 0 0,28-48-277 0 0,-1 0-1 0 0,0-1 0 0 0,0 1 1 0 0,0-1-1 0 0,0 1 1 0 0,0-1-1 0 0,-1 0 0 0 0,1 0 1 0 0,-1-1-1 0 0,0 1 1 0 0,0-1-1 0 0,-4 2 0 0 0,6-3-83 0 0,-1 0-1 0 0,1-1 0 0 0,0 1 1 0 0,0-1-1 0 0,-1 0 0 0 0,1 0 0 0 0,0 0 1 0 0,-1 0-1 0 0,1 0 0 0 0,0-1 1 0 0,-1 1-1 0 0,1-1 0 0 0,0 1 1 0 0,0-1-1 0 0,0 0 0 0 0,-1 0 0 0 0,1 0 1 0 0,0 0-1 0 0,0 0 0 0 0,0 0 1 0 0,1-1-1 0 0,-1 1 0 0 0,0-1 1 0 0,0 1-1 0 0,-2-4 0 0 0,-4-4-4 0 0,0-1 0 0 0,1 1 0 0 0,0-1-1 0 0,1-1 1 0 0,0 1 0 0 0,-9-23 0 0 0,3 1-3 0 0,-9-40 1 0 0,18 58-38 0 0,0-1 1 0 0,1 1-1 0 0,0-1 0 0 0,1 0 0 0 0,1 1 1 0 0,0-1-1 0 0,1 1 0 0 0,0-1 0 0 0,1 0 0 0 0,7-22 1 0 0,-6 29-7 0 0,0 0 0 0 0,0 1 1 0 0,0 0-1 0 0,1 0 1 0 0,0 0-1 0 0,0 0 1 0 0,1 1-1 0 0,0-1 1 0 0,0 1-1 0 0,1 0 1 0 0,0 1-1 0 0,-1-1 1 0 0,2 1-1 0 0,-1 1 0 0 0,1-1 1 0 0,0 1-1 0 0,0 0 1 0 0,0 0-1 0 0,0 1 1 0 0,14-5-1 0 0,-6 5 6 0 0,-1 0-1 0 0,1 1 1 0 0,-1 0-1 0 0,1 1 1 0 0,-1 1-1 0 0,1 1 1 0 0,0 0-1 0 0,27 5 1 0 0,9 6 54 0 0,54 20 0 0 0,-101-30-39 0 0,63 21 108 0 0,-23-6-297 0 0,1-3 0 0 0,46 9 0 0 0,-77-20 38 0 0,0-1 0 0 0,0-1-1 0 0,0 0 1 0 0,0-1 0 0 0,0 0-1 0 0,0-2 1 0 0,0 1 0 0 0,0-2 0 0 0,0 1-1 0 0,-1-2 1 0 0,17-6 0 0 0,-20 6 96 0 0,-1-1-1 0 0,1 0 1 0 0,-1-1 0 0 0,0 1 0 0 0,-1-2 0 0 0,0 1 0 0 0,0-1 0 0 0,0-1 0 0 0,0 0 0 0 0,10-14-1 0 0,-10 9 1 0 0,0 0-1 0 0,0 0 1 0 0,-2-1-1 0 0,0 0 1 0 0,0 0-1 0 0,6-27 1 0 0,-6 9 311 0 0,-1 1 1 0 0,-2-1-1 0 0,-1 0 1 0 0,-1 0-1 0 0,-2 0 1 0 0,-7-48-1 0 0,8 79-255 0 0,0 1-1 0 0,0-1 1 0 0,0 1 0 0 0,0-1-1 0 0,0 0 1 0 0,0 1 0 0 0,0-1-1 0 0,0 1 1 0 0,0-1 0 0 0,-1 1-1 0 0,1-1 1 0 0,0 0 0 0 0,0 1-1 0 0,-1-1 1 0 0,1 1 0 0 0,0-1-1 0 0,0 1 1 0 0,-1-1 0 0 0,1 1-1 0 0,-1-1 1 0 0,1 1 0 0 0,0 0-1 0 0,-1-1 1 0 0,1 1 0 0 0,-1 0-1 0 0,1-1 1 0 0,-1 1 0 0 0,0-1-1 0 0,0 1 0 0 0,0 1-1 0 0,0-1 1 0 0,0 0-1 0 0,1 1 1 0 0,-1-1-1 0 0,0 0 1 0 0,0 1-1 0 0,1-1 1 0 0,-1 1-1 0 0,0-1 1 0 0,1 1-1 0 0,-1 0 1 0 0,0-1-1 0 0,1 1 1 0 0,-1 0-1 0 0,0 0 1 0 0,-19 34-23 0 0,-9 41 89 0 0,4 0 0 0 0,3 2 0 0 0,3 0 0 0 0,-16 161-1 0 0,30-173 7 0 0,5 95 0 0 0,0-157-62 0 0,0 0-1 0 0,1 0 1 0 0,0 0 0 0 0,0 1 0 0 0,0-1-1 0 0,0-1 1 0 0,0 1 0 0 0,1 0 0 0 0,0 0 0 0 0,0 0-1 0 0,3 4 1 0 0,-4-8-12 0 0,-1 1 0 0 0,1-1 0 0 0,0 1 0 0 0,0-1 0 0 0,-1 0 0 0 0,1 1 0 0 0,0-1 0 0 0,0 0 0 0 0,0 0 1 0 0,0 1-1 0 0,-1-1 0 0 0,1 0 0 0 0,0 0 0 0 0,0 0 0 0 0,0 0 0 0 0,0 0 0 0 0,0 0 0 0 0,-1 0 0 0 0,1 0 0 0 0,0-1 0 0 0,0 1 0 0 0,0 0 0 0 0,-1 0 0 0 0,1-1 0 0 0,0 1 0 0 0,1-1 0 0 0,19-10-129 0 0,-2-1-77 0 0,-1-2-1 0 0,-1 0 1 0 0,0-1 0 0 0,-1-1 0 0 0,22-26-1 0 0,62-97-545 0 0,-81 108 974 0 0,-1-1 0 0 0,-2 0 0 0 0,-1-1 0 0 0,-1-1 1 0 0,-2-1-1 0 0,8-36 0 0 0,-19 65-103 0 0,3-11 129 0 0,-6 15-197 0 0,-4 9-65 0 0,1 1 12 0 0,1 0 1 0 0,0 1-1 0 0,1 0 0 0 0,-1 0 1 0 0,2 0-1 0 0,-3 16 0 0 0,0-8-9 0 0,-2 15 0 0 0,0 0 0 0 0,-2 46-1 0 0,8-67 15 0 0,0-1 0 0 0,2 0 0 0 0,-1 0 0 0 0,1 0 0 0 0,1 0-1 0 0,-1 0 1 0 0,2 0 0 0 0,0 0 0 0 0,0 0 0 0 0,0-1 0 0 0,1 1 0 0 0,6 8-1 0 0,-8-15-37 0 0,0 0-1 0 0,0 0 1 0 0,0 0-1 0 0,0-1 1 0 0,1 1-1 0 0,-1-1 1 0 0,1 0-1 0 0,-1 1 1 0 0,1-1-1 0 0,0 0 1 0 0,0-1-1 0 0,0 1 1 0 0,0 0-1 0 0,0-1 1 0 0,1 0-1 0 0,-1 0 1 0 0,5 2-1 0 0,-3-3-52 0 0,0 0-1 0 0,0 1 1 0 0,0-1-1 0 0,0-1 1 0 0,0 1-1 0 0,0-1 1 0 0,0 0 0 0 0,-1 0-1 0 0,1 0 1 0 0,0-1-1 0 0,4-2 1 0 0,4-2-78 0 0,-1 0 0 0 0,0-1 0 0 0,-1-1 1 0 0,1 0-1 0 0,-2 0 0 0 0,1-2 0 0 0,16-17 0 0 0,1-9-48 0 0,42-69-1 0 0,12-15-24 0 0,-82 119 239 0 0,1 0 0 0 0,0 1 0 0 0,-1-1 0 0 0,1 0-1 0 0,0 0 1 0 0,0 1 0 0 0,0-1 0 0 0,-1 0 0 0 0,1 1 0 0 0,0-1 0 0 0,0 1-1 0 0,0-1 1 0 0,0 1 0 0 0,0 0 0 0 0,0-1 0 0 0,0 1 0 0 0,0 0 0 0 0,0 0-1 0 0,0 0 1 0 0,0 0 0 0 0,0 0 0 0 0,0 0 0 0 0,1 0 0 0 0,-1 0 0 0 0,0 0-1 0 0,0 0 1 0 0,0 0 0 0 0,0 1 0 0 0,0-1 0 0 0,0 0 0 0 0,0 1 0 0 0,0-1-1 0 0,0 1 1 0 0,-1-1 0 0 0,1 1 0 0 0,0-1 0 0 0,0 1 0 0 0,0 0 0 0 0,0 0-1 0 0,-1-1 1 0 0,1 1 0 0 0,0 0 0 0 0,0 1 0 0 0,3 2 61 0 0,-1 0 1 0 0,0 0-1 0 0,-1 0 1 0 0,1 0-1 0 0,-1 1 1 0 0,1-1-1 0 0,2 9 0 0 0,-1 4 87 0 0,-1 1 0 0 0,0-1 0 0 0,-2 1 0 0 0,0-1 0 0 0,-1 26 0 0 0,-17 87 1701 0 0,9-108-598 0 0,4-16-828 0 0,3-13 72 0 0,2-10-518 0 0,0 0 1 0 0,2 1 0 0 0,0-1 0 0 0,1 0 0 0 0,1 1 0 0 0,0 0 0 0 0,1 0 0 0 0,1 1 0 0 0,0 0 0 0 0,1 0 0 0 0,1 0-1 0 0,0 1 1 0 0,1 0 0 0 0,1 1 0 0 0,0 0 0 0 0,1 1 0 0 0,0 0 0 0 0,25-18 0 0 0,-33 27 10 0 0,0 1-1 0 0,0-1 1 0 0,0 1 0 0 0,1 0-1 0 0,-1 0 1 0 0,1 0 0 0 0,-1 1 0 0 0,1 0-1 0 0,0 0 1 0 0,0 0 0 0 0,-1 0-1 0 0,1 1 1 0 0,0-1 0 0 0,0 1 0 0 0,0 0-1 0 0,0 1 1 0 0,0-1 0 0 0,-1 1 0 0 0,1 0-1 0 0,0 1 1 0 0,8 2 0 0 0,-7-1 13 0 0,-1 0 0 0 0,0 0 1 0 0,0 0-1 0 0,0 1 0 0 0,0 0 1 0 0,-1 0-1 0 0,0 0 0 0 0,1 0 0 0 0,-1 1 1 0 0,-1-1-1 0 0,1 1 0 0 0,-1 0 1 0 0,0 0-1 0 0,0 0 0 0 0,0 1 1 0 0,-1-1-1 0 0,3 9 0 0 0,-3-6 4 0 0,0-1-1 0 0,-1 1 1 0 0,0 0-1 0 0,0-1 1 0 0,0 1 0 0 0,-1 0-1 0 0,-1-1 1 0 0,-1 13-1 0 0,-2 2 211 0 0,-12 34 0 0 0,11-41-879 0 0,0 0 1 0 0,1 1 0 0 0,1 0 0 0 0,0 0 0 0 0,0 17-1 0 0,3-32 415 0 0,0 0 0 0 0,0 0 0 0 0,0 0 0 0 0,0 0 0 0 0,0 0-1 0 0,1 1 1 0 0,-1-1 0 0 0,0 0 0 0 0,1 0 0 0 0,-1 0 0 0 0,1 0-1 0 0,-1 0 1 0 0,1 0 0 0 0,-1 0 0 0 0,1 0 0 0 0,0 0 0 0 0,0-1-1 0 0,-1 1 1 0 0,1 0 0 0 0,0 0 0 0 0,0-1 0 0 0,0 1 0 0 0,0 0-1 0 0,0-1 1 0 0,0 1 0 0 0,0-1 0 0 0,0 1 0 0 0,0-1 0 0 0,0 1-1 0 0,0-1 1 0 0,0 0 0 0 0,0 0 0 0 0,0 1 0 0 0,0-1 0 0 0,0 0-1 0 0,3 0 1 0 0,11-2-4409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8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269 110 1000 0 0,'5'-10'2132'0'0,"0"1"0"0"0,-1-1 0 0 0,0 0 0 0 0,0 0 0 0 0,-1-1 0 0 0,4-20 0 0 0,-7 31-2089 0 0,0-1 0 0 0,0 0 0 0 0,0 1 1 0 0,0-1-1 0 0,1 1 0 0 0,-1-1 0 0 0,0 0 0 0 0,0 1 0 0 0,0-1 0 0 0,0 1 0 0 0,0-1 0 0 0,-1 0 0 0 0,1 1 0 0 0,0-1 1 0 0,0 1-1 0 0,0-1 0 0 0,0 1 0 0 0,-1-1 0 0 0,1 1 0 0 0,0-1 0 0 0,-1 0 0 0 0,1 1 0 0 0,0-1 0 0 0,-1 1 0 0 0,1 0 1 0 0,-1-1-1 0 0,1 1 0 0 0,0-1 0 0 0,-1 1 0 0 0,1 0 0 0 0,-1-1 0 0 0,1 1 0 0 0,-1 0 0 0 0,1-1 0 0 0,-1 1 1 0 0,0 0-1 0 0,1 0 0 0 0,-1 0 0 0 0,1 0 0 0 0,-1-1 0 0 0,0 1 0 0 0,1 0 0 0 0,-1 0 0 0 0,1 0 0 0 0,-1 0 0 0 0,0 0 1 0 0,1 0-1 0 0,-1 0 0 0 0,1 1 0 0 0,-1-1 0 0 0,1 0 0 0 0,-1 0 0 0 0,0 0 0 0 0,1 1 0 0 0,-1-1 0 0 0,-33 16 389 0 0,32-14-323 0 0,-15 9 27 0 0,0 0 0 0 0,1 2-1 0 0,1 0 1 0 0,0 1-1 0 0,1 0 1 0 0,1 1-1 0 0,-16 22 1 0 0,12-12-106 0 0,1-1 0 0 0,2 2-1 0 0,0 0 1 0 0,-14 40 0 0 0,24-54-18 0 0,0 1 0 0 0,1-1 1 0 0,0 1-1 0 0,1 0 0 0 0,0-1 1 0 0,1 1-1 0 0,1 0 0 0 0,1 16 0 0 0,-1-25-5 0 0,1-1-1 0 0,-1 1 0 0 0,1 0 0 0 0,0 0 1 0 0,0 0-1 0 0,0-1 0 0 0,1 1 0 0 0,-1 0 1 0 0,1-1-1 0 0,0 0 0 0 0,0 1 0 0 0,0-1 0 0 0,0 0 1 0 0,1 0-1 0 0,-1 0 0 0 0,1 0 0 0 0,0 0 1 0 0,0-1-1 0 0,0 1 0 0 0,0-1 0 0 0,0 0 1 0 0,1 0-1 0 0,-1 0 0 0 0,0 0 0 0 0,1-1 1 0 0,0 1-1 0 0,-1-1 0 0 0,1 0 0 0 0,0 0 0 0 0,0 0 1 0 0,5 0-1 0 0,7 0-59 0 0,1-1 1 0 0,-1 0-1 0 0,1-1 1 0 0,-1-1 0 0 0,0 0-1 0 0,1-2 1 0 0,-1 1-1 0 0,-1-2 1 0 0,1 0-1 0 0,18-10 1 0 0,-3 0-204 0 0,0-1 0 0 0,-1-2 0 0 0,51-39 1 0 0,-55 35 51 0 0,0-1-1 0 0,-1-1 1 0 0,38-47 0 0 0,-55 60 225 0 0,0 0-1 0 0,-1 0 1 0 0,0-1 0 0 0,0 0-1 0 0,-2 0 1 0 0,1 0 0 0 0,-2-1-1 0 0,1 0 1 0 0,-2 0 0 0 0,0 0-1 0 0,0 0 1 0 0,1-23 0 0 0,-4 35-6 0 0,0-1 0 0 0,0-1-1 0 0,0 1 1 0 0,0 0-1 0 0,0 0 1 0 0,0-1 0 0 0,0 1-1 0 0,-1 0 1 0 0,1 0-1 0 0,-1-1 1 0 0,1 1 0 0 0,-1 0-1 0 0,0 0 1 0 0,0 0-1 0 0,0 0 1 0 0,0 0 0 0 0,0 0-1 0 0,-1 0 1 0 0,1 0-1 0 0,0 0 1 0 0,-3-1 0 0 0,-15-5-66 0 0,12 10 35 0 0,4-1 6 0 0,-2 1 14 0 0,0 0 1 0 0,0 0-1 0 0,0 0 0 0 0,0 1 0 0 0,0 0 1 0 0,0 0-1 0 0,1 0 0 0 0,-1 0 1 0 0,1 1-1 0 0,0 0 0 0 0,0 0 1 0 0,-5 7-1 0 0,-4 5 67 0 0,-19 34 0 0 0,31-48-68 0 0,-13 23 27 0 0,1 0 0 0 0,1 1 0 0 0,-11 35 0 0 0,18-46-10 0 0,1 1 0 0 0,1 0 0 0 0,0 0 0 0 0,1 0 0 0 0,1 1-1 0 0,0-1 1 0 0,2 18 0 0 0,0-29-21 0 0,-1 0 1 0 0,1 0-1 0 0,0-1 1 0 0,1 1-1 0 0,-1 0 1 0 0,1-1-1 0 0,0 1 0 0 0,0-1 1 0 0,0 1-1 0 0,1-1 1 0 0,-1 0-1 0 0,1 0 0 0 0,7 7 1 0 0,-5-6-135 0 0,0-1 0 0 0,1 1 0 0 0,0-1 1 0 0,0 0-1 0 0,0-1 0 0 0,0 0 0 0 0,1 0 0 0 0,11 4 1 0 0,6-1-977 0 0,1-1 0 0 0,0-1 0 0 0,0-1 0 0 0,33 0 0 0 0,-10-3-2851 0 0,1-3-1895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9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1003 1992 0 0,'-104'59'11467'0'0,"103"-57"-10737"0"0,2-5-650 0 0,0 1-1 0 0,0 1 0 0 0,1-1 1 0 0,-1 0-1 0 0,1 0 1 0 0,0 0-1 0 0,0 1 0 0 0,-1-1 1 0 0,1 1-1 0 0,0-1 1 0 0,4-1-1 0 0,1-2 80 0 0,26-23-20 0 0,-2 0 0 0 0,-1-3-1 0 0,-1 0 1 0 0,-2-2 0 0 0,-1-1-1 0 0,-2-1 1 0 0,-1-1 0 0 0,-2 0 0 0 0,-1-2-1 0 0,-3-1 1 0 0,15-45 0 0 0,-9 5-85 0 0,-4 0 1 0 0,-4-2-1 0 0,-3 0 1 0 0,-3-1-1 0 0,-3-97 1 0 0,-6 178-86 0 0,-11 16-65 0 0,4 2 72 0 0,2 1 0 0 0,0-1 0 0 0,-6 36 0 0 0,6-22 12 0 0,-81 552 1265 0 0,63-399-727 0 0,-45 388 675 0 0,27 2-642 0 0,39-526-503 0 0,-1 12 75 0 0,7 79 1 0 0,-4-133-112 0 0,0-5-14 0 0,0 1 1 0 0,0-1 0 0 0,0 1-1 0 0,0-1 1 0 0,0 0 0 0 0,1 1-1 0 0,-1-1 1 0 0,0 1 0 0 0,1-1-1 0 0,-1 0 1 0 0,1 1 0 0 0,-1-1-1 0 0,1 0 1 0 0,0 1 0 0 0,-1-1-1 0 0,1 0 1 0 0,0 0 0 0 0,0 1 0 0 0,0-1-1 0 0,0 0 1 0 0,1 1 0 0 0,11 2 22 0 0,-9-5-31 0 0,0 1 0 0 0,0-1 1 0 0,0 0-1 0 0,0 0 0 0 0,0-1 1 0 0,0 1-1 0 0,0-1 0 0 0,0 0 0 0 0,-1 0 1 0 0,1 0-1 0 0,-1 0 0 0 0,1-1 0 0 0,-1 1 1 0 0,0-1-1 0 0,0 0 0 0 0,0 0 0 0 0,3-4 1 0 0,4-5-33 0 0,0 0 0 0 0,-1 0 1 0 0,10-19-1 0 0,-12 17 29 0 0,0-1-1 0 0,-1 1 1 0 0,-1-1 0 0 0,0 0 0 0 0,-1 0-1 0 0,-1 0 1 0 0,0-1 0 0 0,-1 1-1 0 0,-1-1 1 0 0,0 0 0 0 0,-1 1 0 0 0,-1-1-1 0 0,0 0 1 0 0,-1 1 0 0 0,-1-1 0 0 0,0 1-1 0 0,-1 0 1 0 0,-1 0 0 0 0,0 0-1 0 0,-1 1 1 0 0,-9-16 0 0 0,-8-9-31 0 0,-1 2 1 0 0,-2 0-1 0 0,-1 2 0 0 0,-2 1 0 0 0,-1 1 1 0 0,-68-57-1 0 0,-231-144 1 0 0,311 223 41 0 0,4 2 5 0 0,3 2-23 0 0,1 1 0 0 0,0-2 0 0 0,0 1 0 0 0,0-1 0 0 0,-12-14 1 0 0,22 21 8 0 0,-1 0 1 0 0,1 1-1 0 0,-1-1 1 0 0,1 0 0 0 0,-1 0-1 0 0,1 0 1 0 0,-1 0 0 0 0,1 0-1 0 0,0 0 1 0 0,0 1 0 0 0,-1-1-1 0 0,1 0 1 0 0,0 0-1 0 0,0 0 1 0 0,0 0 0 0 0,0 0-1 0 0,0 0 1 0 0,0 0 0 0 0,0 0-1 0 0,0 0 1 0 0,1 0 0 0 0,0-2-1 0 0,0 1-22 0 0,0 0 0 0 0,0 0 0 0 0,0 0 0 0 0,1 0 0 0 0,-1 0 0 0 0,1 0 0 0 0,-1 0 0 0 0,1 0-1 0 0,2-1 1 0 0,4-3-153 0 0,0 0 0 0 0,0 1 0 0 0,13-6 0 0 0,53-21-1883 0 0,2 3-1 0 0,121-30 1 0 0,-26 10-4649 0 0,-118 31 2535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9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105 117 240 0 0,'1'-8'1252'0'0,"0"1"0"0"0,-1 0 0 0 0,1-1-1 0 0,-2 1 1 0 0,1-1 0 0 0,-1 1 0 0 0,0 0 0 0 0,0-1 0 0 0,-1 1 0 0 0,0 0-1 0 0,-1 0 1 0 0,-3-9 0 0 0,6 16-1216 0 0,0-1-1 0 0,-1 0 0 0 0,1 1 1 0 0,0-1-1 0 0,0 1 0 0 0,0-1 1 0 0,0 1-1 0 0,-1-1 0 0 0,1 1 1 0 0,0-1-1 0 0,0 1 0 0 0,-1-1 1 0 0,1 1-1 0 0,0-1 0 0 0,-1 1 1 0 0,1-1-1 0 0,-1 1 0 0 0,1-1 1 0 0,0 1-1 0 0,-1 0 0 0 0,1-1 1 0 0,-1 1-1 0 0,1 0 0 0 0,-1 0 1 0 0,1-1-1 0 0,-1 1 0 0 0,0 0 1 0 0,1 0-1 0 0,-1 0 0 0 0,1 0 1 0 0,-1-1-1 0 0,1 1 0 0 0,-1 0 1 0 0,0 0-1 0 0,1 0 0 0 0,-1 0 1 0 0,1 0-1 0 0,-1 1 0 0 0,0-1 1 0 0,-1 1 5 0 0,0 1 0 0 0,0-1 0 0 0,1 1 0 0 0,-1 0 1 0 0,1-1-1 0 0,-1 1 0 0 0,1 0 0 0 0,0 0 0 0 0,0 0 0 0 0,-2 4 0 0 0,-8 20 58 0 0,2 1 0 0 0,1 0 0 0 0,0 0 0 0 0,3 1 0 0 0,-5 47 0 0 0,7-48-45 0 0,1 0 0 0 0,4 53-1 0 0,-1-69-401 0 0,1-1 0 0 0,0 0-1 0 0,1 1 1 0 0,5 14 0 0 0,-5-20-219 0 0,-1 0-1 0 0,0 0 1 0 0,1-1 0 0 0,0 1 0 0 0,0-1 0 0 0,1 0-1 0 0,-1 1 1 0 0,1-2 0 0 0,7 8 0 0 0,1-4-3228 0 0,1-2-1728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4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36 137 764 0 0,'7'-62'11630'0'0,"-6"62"-11557"0"0,0 0-1 0 0,1 1 1 0 0,-1-1 0 0 0,0 1 0 0 0,1-1-1 0 0,-1 1 1 0 0,0 0 0 0 0,0-1 0 0 0,0 1 0 0 0,0 0-1 0 0,1 0 1 0 0,-1 0 0 0 0,0 0 0 0 0,-1 0-1 0 0,1 0 1 0 0,0 0 0 0 0,0 0 0 0 0,0 1 0 0 0,-1-1-1 0 0,1 0 1 0 0,0 0 0 0 0,-1 1 0 0 0,1 0-1 0 0,12 37 1118 0 0,-11-32-953 0 0,2 11-14 0 0,0 0 0 0 0,0 1 0 0 0,-2 0 0 0 0,-1 0 1 0 0,0-1-1 0 0,-1 1 0 0 0,-1 0 0 0 0,-1 0 0 0 0,0 0 1 0 0,-2-1-1 0 0,0 0 0 0 0,-1 1 0 0 0,-1-1 0 0 0,-10 21 0 0 0,14-34-173 0 0,-1 0 0 0 0,0-1 0 0 0,0 0 0 0 0,0 1-1 0 0,0-1 1 0 0,-1 0 0 0 0,1-1 0 0 0,-6 5-1 0 0,8-7-21 0 0,-2-2 1 0 0,2-1-28 0 0,-1 1-1 0 0,0 0 1 0 0,1-1 0 0 0,-1 0 0 0 0,1 1-1 0 0,-1-1 1 0 0,1 0 0 0 0,0 0-1 0 0,0 1 1 0 0,0-1 0 0 0,0 0-1 0 0,0 0 1 0 0,0 0 0 0 0,1-1-1 0 0,-1 1 1 0 0,0 0 0 0 0,1 0-1 0 0,0 0 1 0 0,-1 0 0 0 0,1-1-1 0 0,0 1 1 0 0,0 0 0 0 0,1 0-1 0 0,0-4 1 0 0,0-11-14 0 0,1 0 1 0 0,6-18-1 0 0,-7 29 3 0 0,6-23-4 0 0,2 0 1 0 0,0 1-1 0 0,2 0 0 0 0,24-44 0 0 0,-27 57-18 0 0,2 0 1 0 0,0 0 0 0 0,1 1-1 0 0,0 0 1 0 0,1 1 0 0 0,0 0-1 0 0,1 1 1 0 0,1 1-1 0 0,17-13 1 0 0,-26 21 28 0 0,0 0 1 0 0,1 0-1 0 0,-1 0 1 0 0,1 1-1 0 0,0 0 0 0 0,0 0 1 0 0,0 0-1 0 0,0 1 0 0 0,0 0 1 0 0,0 0-1 0 0,0 0 1 0 0,0 1-1 0 0,0 0 0 0 0,0 0 1 0 0,1 0-1 0 0,-1 1 0 0 0,0 0 1 0 0,0 0-1 0 0,0 1 1 0 0,0-1-1 0 0,0 1 0 0 0,-1 1 1 0 0,1-1-1 0 0,-1 1 1 0 0,1 0-1 0 0,-1 0 0 0 0,0 1 1 0 0,0-1-1 0 0,0 1 0 0 0,-1 0 1 0 0,1 1-1 0 0,-1-1 1 0 0,0 1-1 0 0,0 0 0 0 0,0 0 1 0 0,-1 0-1 0 0,0 0 0 0 0,0 1 1 0 0,0-1-1 0 0,-1 1 1 0 0,0 0-1 0 0,0-1 0 0 0,0 1 1 0 0,-1 0-1 0 0,2 10 0 0 0,-3 1 49 0 0,-1 0-1 0 0,0 0 0 0 0,-1 0 0 0 0,0 0 0 0 0,-2 0 1 0 0,-7 23-1 0 0,6-23-650 0 0,0 0 0 0 0,1 0-1 0 0,1 1 1 0 0,1-1 0 0 0,0 28 0 0 0,2-42 280 0 0,1-1 0 0 0,-1 1 0 0 0,1-1 0 0 0,0 1 0 0 0,0-1 0 0 0,0 0 0 0 0,0 1 0 0 0,1-1 0 0 0,-1 0 0 0 0,1 0 0 0 0,-1 0 0 0 0,1 0 0 0 0,0 0 0 0 0,-1 0 0 0 0,1-1 0 0 0,0 1 0 0 0,0-1 0 0 0,1 1 0 0 0,-1-1 0 0 0,0 1 0 0 0,0-1 0 0 0,1 0 0 0 0,-1 0 0 0 0,0 0 0 0 0,1-1 0 0 0,-1 1 0 0 0,1-1 1 0 0,-1 1-1 0 0,4-1 0 0 0,11 3-3092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0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260 781 1412 0 0,'9'-11'1568'0'0,"0"0"0"0"0,-1 0 1 0 0,-1 0-1 0 0,0-1 0 0 0,9-20 0 0 0,-13 24-917 0 0,0 1 1 0 0,-1-1 0 0 0,0 0-1 0 0,0 1 1 0 0,0-1-1 0 0,-1 0 1 0 0,0 0-1 0 0,-1 0 1 0 0,0 0-1 0 0,-1-16 1 0 0,1 23-601 0 0,-1-1 0 0 0,1 1 0 0 0,0-1 0 0 0,-1 0 0 0 0,1 1 0 0 0,-1-1 0 0 0,0 1 0 0 0,1-1 0 0 0,-1 1 0 0 0,0 0 0 0 0,0-1 0 0 0,0 1 0 0 0,0 0 0 0 0,0-1 1 0 0,0 1-1 0 0,0 0 0 0 0,-1 0 0 0 0,1 0 0 0 0,0 0 0 0 0,-1 0 0 0 0,1 0 0 0 0,-2 0 0 0 0,0 0-10 0 0,0 0 0 0 0,0 0 1 0 0,0 1-1 0 0,0 0 0 0 0,0-1 0 0 0,1 1 0 0 0,-1 0 0 0 0,0 0 1 0 0,0 1-1 0 0,0-1 0 0 0,-5 2 0 0 0,-2 1 11 0 0,-1 1 0 0 0,1 0 1 0 0,0 0-1 0 0,0 1 0 0 0,-14 10 0 0 0,7-3-36 0 0,2 1-1 0 0,0 0 1 0 0,0 1 0 0 0,1 1-1 0 0,1 0 1 0 0,0 1 0 0 0,2 0-1 0 0,-12 21 1 0 0,14-22-5 0 0,1 0 1 0 0,1 1-1 0 0,0 0 1 0 0,1 1-1 0 0,1 0 1 0 0,1 0-1 0 0,0 0 1 0 0,1 0-1 0 0,-1 30 1 0 0,4-42 2 0 0,0 0 1 0 0,0 0 0 0 0,1 0 0 0 0,-1 0 0 0 0,1 0-1 0 0,1 0 1 0 0,-1 0 0 0 0,1-1 0 0 0,-1 1 0 0 0,1 0-1 0 0,1-1 1 0 0,4 8 0 0 0,-6-10-6 0 0,1 0 0 0 0,0 0 0 0 0,1 0 0 0 0,-1 0 0 0 0,0 0 0 0 0,0-1 1 0 0,1 1-1 0 0,-1-1 0 0 0,1 1 0 0 0,-1-1 0 0 0,1 0 0 0 0,0 0 0 0 0,-1 0 0 0 0,1 0 0 0 0,0-1 0 0 0,0 1 0 0 0,0-1 0 0 0,-1 1 0 0 0,1-1 0 0 0,0 0 0 0 0,0 0 0 0 0,0-1 0 0 0,4 0 1 0 0,5-1-9 0 0,0-1 0 0 0,0-1 0 0 0,0 0 0 0 0,0-1 0 0 0,-1 0 0 0 0,0-1 0 0 0,0 0 0 0 0,-1-1 0 0 0,0 0 0 0 0,13-11 0 0 0,3-5-142 0 0,0-2 0 0 0,29-37 0 0 0,-23 20-36 0 0,-2-1 1 0 0,-1-1 0 0 0,-3-1 0 0 0,32-73 0 0 0,-34 57 47 0 0,-2-1-1 0 0,-3-1 1 0 0,13-76-1 0 0,-23 85 411 0 0,-2-1-1 0 0,-1-57 0 0 0,-6 112-281 0 0,0-1 1 0 0,0 1-1 0 0,1-1 0 0 0,-1 0 1 0 0,0 1-1 0 0,0-1 0 0 0,0 1 1 0 0,0-1-1 0 0,0 0 0 0 0,0 1 1 0 0,0-1-1 0 0,0 1 0 0 0,0-1 1 0 0,-1 0-1 0 0,1 1 0 0 0,0-1 1 0 0,0 1-1 0 0,0-1 0 0 0,-1 1 0 0 0,1-1 1 0 0,0 1-1 0 0,-1-1 0 0 0,1 1 1 0 0,0-1-1 0 0,-1 1 0 0 0,1-1 1 0 0,-1 1-1 0 0,1-1 0 0 0,0 1 1 0 0,-1 0-1 0 0,1-1 0 0 0,-2 1 1 0 0,-8 5-31 0 0,9-4 31 0 0,-5 5 32 0 0,1 1 0 0 0,0-1 0 0 0,1 1 0 0 0,0 0 0 0 0,0 1 0 0 0,0-1 0 0 0,1 1 0 0 0,0-1 0 0 0,-4 17 0 0 0,0-4 143 0 0,-12 41 472 0 0,3 1 0 0 0,2 0 0 0 0,3 1-1 0 0,2 0 1 0 0,4 0 0 0 0,2 1 0 0 0,9 110 0 0 0,-5-162-627 0 0,1 0 0 0 0,0 0 1 0 0,0 0-1 0 0,1 0 0 0 0,1 0 1 0 0,0-1-1 0 0,0 0 0 0 0,7 13 1 0 0,-8-20-176 0 0,-1-1 0 0 0,1 1 0 0 0,0-1 1 0 0,0 1-1 0 0,0-1 0 0 0,0 0 0 0 0,0 0 1 0 0,1 0-1 0 0,-1-1 0 0 0,1 1 0 0 0,0-1 1 0 0,0 0-1 0 0,0 0 0 0 0,0 0 0 0 0,0 0 1 0 0,0-1-1 0 0,0 0 0 0 0,1 0 1 0 0,-1 0-1 0 0,0 0 0 0 0,1 0 0 0 0,-1-1 1 0 0,1 0-1 0 0,-1 0 0 0 0,6-1 0 0 0,-4 0-475 0 0,0 0 0 0 0,-1 0 0 0 0,1 0 0 0 0,0-1 0 0 0,0 0 0 0 0,-1 0 0 0 0,6-3 0 0 0,19-15-5903 0 0,-13 3-931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0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12 2968 0 0,'-39'-2'3137'0'0,"3"1"-717"0"0,7-1-544 0 0,2 0-432 0 0,4 1-304 0 0,2 1-224 0 0,4-2-192 0 0,0 2-176 0 0,4-2 264 0 0,-6 4-652 0 0,11 5-1792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328 822 904 0 0,'-10'5'1857'0'0,"0"0"-1"0"0,0 1 1 0 0,1 1-1 0 0,-17 14 1 0 0,22-16-1380 0 0,0 0 0 0 0,0 0 0 0 0,1 1 0 0 0,0 0 0 0 0,-8 20 4905 0 0,22-34-5133 0 0,0 0-1 0 0,-1-1 1 0 0,0 0-1 0 0,-1-1 1 0 0,0 0-1 0 0,12-18 1 0 0,45-76 8 0 0,-52 80-162 0 0,100-203 13 0 0,-18-9-125 0 0,-50 119 27 0 0,-34 85 22 0 0,26-57-422 0 0,-38 88 384 0 0,0 1 1 0 0,0-1-1 0 0,0 1 0 0 0,0 0 1 0 0,1-1-1 0 0,-1 1 0 0 0,0 0 0 0 0,0-1 1 0 0,0 1-1 0 0,0 0 0 0 0,1-1 0 0 0,-1 1 1 0 0,0 0-1 0 0,1 0 0 0 0,-1-1 1 0 0,0 1-1 0 0,0 0 0 0 0,1 0 0 0 0,-1-1 1 0 0,0 1-1 0 0,1 0 0 0 0,-1 0 0 0 0,0 0 1 0 0,1 0-1 0 0,-1-1 0 0 0,1 1 0 0 0,-1 0 1 0 0,0 0-1 0 0,1 0 0 0 0,-1 0 1 0 0,0 0-1 0 0,1 0 0 0 0,-1 0 0 0 0,1 0 1 0 0,0 0-1 0 0,9 12-74 0 0,1 19 21 0 0,-1 18 119 0 0,-3 0-1 0 0,2 76 1 0 0,-13 103 415 0 0,1-126-441 0 0,-4 30 79 0 0,1 29 301 0 0,7-153-222 0 0,3-18-210 0 0,1-24-198 0 0,-7 16 152 0 0,0-1 0 0 0,0 1 0 0 0,-2 0 0 0 0,0 0 0 0 0,-1 0 0 0 0,-1 1 0 0 0,-1 0 0 0 0,-1 0 0 0 0,-10-18 0 0 0,10 22 42 0 0,0 0 1 0 0,-2 1 0 0 0,1 0 0 0 0,-1 1 0 0 0,-1 0 0 0 0,0 1-1 0 0,-1 0 1 0 0,0 0 0 0 0,0 1 0 0 0,-1 1 0 0 0,-20-10-1 0 0,3 5 2 0 0,0 1 0 0 0,0 1-1 0 0,-44-8 1 0 0,-98-10-11 0 0,27 6 95 0 0,127 20-70 0 0,14 3-6 0 0,1-1 1 0 0,0 1-1 0 0,-1-1 1 0 0,1 1-1 0 0,0-1 1 0 0,0 0 0 0 0,0-1-1 0 0,0 1 1 0 0,0 0-1 0 0,-3-3 1 0 0,5 4 8 0 0,1 0 1 0 0,0-1-1 0 0,-1 1 1 0 0,1 0-1 0 0,0-1 1 0 0,0 1-1 0 0,-1 0 1 0 0,1-1 0 0 0,0 1-1 0 0,0 0 1 0 0,0-1-1 0 0,-1 1 1 0 0,1-1-1 0 0,0 1 1 0 0,0 0-1 0 0,0-1 1 0 0,0 1-1 0 0,0-1 1 0 0,0 1-1 0 0,0 0 1 0 0,0-1-1 0 0,0 1 1 0 0,0-1-1 0 0,0 1 1 0 0,0-1-1 0 0,0 1 1 0 0,0 0-1 0 0,0-1 1 0 0,0 1-1 0 0,1-1 1 0 0,-1 1 0 0 0,0 0-1 0 0,0-1 1 0 0,0 1-1 0 0,1 0 1 0 0,-1-1-1 0 0,1 0 1 0 0,11-11-42 0 0,-3 7-11 0 0,1 1 1 0 0,0 0-1 0 0,0 0 1 0 0,0 1-1 0 0,0 0 1 0 0,1 0-1 0 0,-1 1 1 0 0,1 1-1 0 0,16-1 1 0 0,15 2-852 0 0,43 5 1 0 0,-70-4 569 0 0,135 16-4611 0 0,-95-10 462 0 0,-21-4-391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2380 0 0,'0'-13'13954'0'0,"3"0"-8870"0"0,5 5-3547 0 0,21 0-1960 0 0,-21 7 803 0 0,91-14-49 0 0,-58 11-1145 0 0,-1-3 0 0 0,54-15 0 0 0,-86 19-777 0 0,-1-1 0 0 0,1 1-1 0 0,10-8 1 0 0,-3 0-3998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2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1412 0 0,'29'-48'21634'0'0,"-26"40"-18298"0"0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4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31 232 0 0,'9'-8'6379'0'0,"17"-15"4026"0"0,-26 29-10395 0 0,-1 0 1 0 0,0-1-1 0 0,0 1 0 0 0,-1-1 1 0 0,-3 10-1 0 0,3-9-4 0 0,-13 52 88 0 0,-10 78 1 0 0,16-51-2413 0 0,9-68 597 0 0,-1 8-4743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7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397 362 656 0 0,'25'-36'14152'0'0,"-26"40"-14351"0"0,-18 53 2106 0 0,-51 105 1 0 0,27-66-1364 0 0,-134 291 312 0 0,88-198-521 0 0,84-176-123 0 0,-11 15 1444 0 0,15-27-1384 0 0,3-21-172 0 0,1 0-1 0 0,0 0 0 0 0,2 0 0 0 0,0 1 1 0 0,16-36-1 0 0,-10 25-92 0 0,388-922-933 0 0,-392 937 904 0 0,4-8-94 0 0,0 1 0 0 0,27-38 0 0 0,-38 59 113 0 0,1 1 0 0 0,-1-1 0 0 0,1 1 0 0 0,-1-1-1 0 0,1 1 1 0 0,-1 0 0 0 0,1-1 0 0 0,0 1 0 0 0,-1 0 0 0 0,1-1 0 0 0,0 1 0 0 0,-1 0-1 0 0,1 0 1 0 0,0-1 0 0 0,0 1 0 0 0,-1 0 0 0 0,1 0 0 0 0,0 0 0 0 0,-1 0 0 0 0,1 0 0 0 0,0 0-1 0 0,0 0 1 0 0,-1 0 0 0 0,1 0 0 0 0,0 1 0 0 0,-1-1 0 0 0,1 0 0 0 0,0 0 0 0 0,-1 0 0 0 0,1 1-1 0 0,0-1 1 0 0,-1 1 0 0 0,1-1 0 0 0,-1 0 0 0 0,1 1 0 0 0,0 0 0 0 0,18 19-19 0 0,-11-7 61 0 0,-2 1 1 0 0,0-1-1 0 0,0 1 1 0 0,-1 1-1 0 0,-1-1 1 0 0,4 26-1 0 0,7 93 411 0 0,-13-106-399 0 0,3 375 1445 0 0,-5-116-854 0 0,5-194-538 0 0,2 42 288 0 0,-8-133-381 0 0,1 0 0 0 0,0 0 0 0 0,0 0 0 0 0,0 0 1 0 0,0 0-1 0 0,0-1 0 0 0,0 1 0 0 0,0 0 0 0 0,0 0 0 0 0,0 0 1 0 0,0 0-1 0 0,1 0 0 0 0,-1-1 0 0 0,0 1 0 0 0,1 0 1 0 0,-1 0-1 0 0,1 0 0 0 0,-1-1 0 0 0,0 1 0 0 0,1 0 1 0 0,0 0-1 0 0,-1-1 0 0 0,1 1 0 0 0,-1-1 0 0 0,1 1 1 0 0,0 0-1 0 0,0 0 0 0 0,0-1-29 0 0,1 0 1 0 0,-1 0-1 0 0,0 0 1 0 0,0-1-1 0 0,0 1 1 0 0,0 0-1 0 0,0 0 0 0 0,0-1 1 0 0,0 1-1 0 0,0-1 1 0 0,0 1-1 0 0,0-1 1 0 0,0 1-1 0 0,0-1 1 0 0,0 0-1 0 0,0 1 0 0 0,1-2 1 0 0,5-5-391 0 0,0 1 0 0 0,0-1 0 0 0,8-12 0 0 0,-7 8-735 0 0,-1 0 0 0 0,0-1 0 0 0,-1 0 1 0 0,10-25-1 0 0,-13 28-665 0 0,0 0 0 0 0,-1-1 0 0 0,-1 0 0 0 0,2-13 0 0 0,-3 3-4279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7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75 624 0 0,'-74'1'10588'0'0,"0"-1"-3431"0"0,96-6-6912 0 0,-4 0-166 0 0,163-31-2175 0 0,-59 15-6350 0 0,-87 17 2699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283 704 1488 0 0,'14'-15'4783'0'0,"17"-24"0"0"0,-24 29-2999 0 0,-7 10-1768 0 0,0 0 1 0 0,0 0 0 0 0,0-1-1 0 0,0 1 1 0 0,0 0 0 0 0,0 0-1 0 0,0 0 1 0 0,0 0-1 0 0,0 0 1 0 0,0 0 0 0 0,0-1-1 0 0,0 1 1 0 0,0 0-1 0 0,0 0 1 0 0,0 0 0 0 0,0 0-1 0 0,0 0 1 0 0,0 0 0 0 0,0 0-1 0 0,0-1 1 0 0,0 1-1 0 0,0 0 1 0 0,0 0 0 0 0,0 0-1 0 0,1 0 1 0 0,-1 0-1 0 0,0 0 1 0 0,0 0 0 0 0,0 0-1 0 0,0-1 1 0 0,0 1 0 0 0,0 0-1 0 0,0 0 1 0 0,0 0-1 0 0,0 0 1 0 0,1 0 0 0 0,-1 0-1 0 0,0 0 1 0 0,0 0-1 0 0,0 0 1 0 0,0 0 0 0 0,0 0-1 0 0,0 0 1 0 0,0 0 0 0 0,1 0-1 0 0,-1 0 1 0 0,0 0-1 0 0,0 0 1 0 0,0 0 0 0 0,0 0-1 0 0,0 0 1 0 0,0 0-1 0 0,0 0 1 0 0,1 0 0 0 0,-1 0-1 0 0,3 9 521 0 0,-7 17-28 0 0,-2 0-1 0 0,-1-1 0 0 0,0 1 0 0 0,-2-1 0 0 0,-18 36 1 0 0,9-20-231 0 0,-156 309 671 0 0,128-264-773 0 0,7-15 1865 0 0,38-73-2007 0 0,0-1 1 0 0,0 0 0 0 0,1 0 0 0 0,-1 0 0 0 0,1 0 0 0 0,0 0 0 0 0,0 0 0 0 0,0 0 0 0 0,0 0 0 0 0,0 0 0 0 0,1 0 0 0 0,-1 0 0 0 0,2-3 0 0 0,14-44-2 0 0,-10 33-6 0 0,193-451-138 0 0,-90 229-51 0 0,114-234-57 0 0,-219 467 208 0 0,23-41-100 0 0,-24 43 93 0 0,0 1 0 0 0,0-1 1 0 0,0 0-1 0 0,0 1 0 0 0,0 0 1 0 0,1 0-1 0 0,0 0 0 0 0,-1 0 1 0 0,5-2-1 0 0,-6 5 15 0 0,-1-1-1 0 0,1 1 1 0 0,-1-1-1 0 0,1 1 1 0 0,-1 0-1 0 0,1 0 0 0 0,-1 0 1 0 0,1 0-1 0 0,-1 0 1 0 0,1 0-1 0 0,-1 0 1 0 0,1 0-1 0 0,-1 1 1 0 0,1-1-1 0 0,-1 0 1 0 0,1 1-1 0 0,-1-1 1 0 0,0 1-1 0 0,1 0 0 0 0,-1-1 1 0 0,0 1-1 0 0,1 0 1 0 0,-1 0-1 0 0,0 0 1 0 0,0 0-1 0 0,2 2 1 0 0,2 2 4 0 0,-1-1 1 0 0,0 1 0 0 0,0 0-1 0 0,5 10 1 0 0,1 5 78 0 0,0 1 0 0 0,-2 0-1 0 0,-1 0 1 0 0,-1 1 0 0 0,0-1 0 0 0,-2 1 0 0 0,0 0 0 0 0,-2 1 0 0 0,0 23-1 0 0,-2 33 605 0 0,-14 94-1 0 0,13-169-660 0 0,-58 403 1353 0 0,40-294-1224 0 0,8-45 38 0 0,-3 110 0 0 0,14-177-178 0 0,1 2-81 0 0,-1-3 55 0 0,0 0-1 0 0,0 0 1 0 0,0 0 0 0 0,0 0-1 0 0,0 0 1 0 0,0 1 0 0 0,0-1 0 0 0,0 0-1 0 0,0 0 1 0 0,0 0 0 0 0,0 0-1 0 0,0 0 1 0 0,1 0 0 0 0,-1 1 0 0 0,0-1-1 0 0,0 0 1 0 0,0 0 0 0 0,0 0 0 0 0,0 0-1 0 0,0 0 1 0 0,0 0 0 0 0,0 0-1 0 0,0 1 1 0 0,1-1 0 0 0,-1 0 0 0 0,0 0-1 0 0,0 0 1 0 0,0 0 0 0 0,0 0-1 0 0,0 0 1 0 0,0 0 0 0 0,1 0 0 0 0,-1 0-1 0 0,0 0 1 0 0,0 0 0 0 0,0 0 0 0 0,0 0-1 0 0,0 0 1 0 0,1 0 0 0 0,-1 0-1 0 0,0 0 1 0 0,0 0 0 0 0,6-5-737 0 0,0 0 1 0 0,0 0-1 0 0,-1-1 1 0 0,1 0 0 0 0,-1 0-1 0 0,-1 0 1 0 0,8-13-1 0 0,-2 0-4059 0 0,14-35 0 0 0,-18 34-1057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8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87 1944 0 0,'-51'1'9141'0'0,"10"0"-4275"0"0,38-1-4468 0 0,-9 0 860 0 0,73-4-2005 0 0,113-21 1 0 0,-114 15-573 0 0,111-25-5621 0 0,-110 20 1489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9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64 1796 0 0,'5'-63'12643'0'0,"-16"87"-11226"0"0,9-20-1222 0 0,-59 144 1896 0 0,15-57-1772 0 0,-24 53 35 0 0,31-43-2862 0 0,30-62-682 0 0,7-12-2510 0 0,2-15 687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9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1172 0 0,'-51'44'14940'0'0,"32"-25"-7378"0"0,34-17-7713 0 0,-1 0 0 0 0,2-1-1 0 0,-1 0 1 0 0,0-2 0 0 0,21-2 0 0 0,-1 1-1105 0 0,39 1-3705 0 0,-36 1-3879 0 0,-22 0 3534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59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2216 0 0,'-47'33'8505'0'0,"35"-25"-6006"0"0,0 0 1 0 0,-17 16 376 0 0,29-24-2865 0 0,0 1-1 0 0,0-1 1 0 0,0 1 0 0 0,0-1-1 0 0,0 1 1 0 0,0-1-1 0 0,0 1 1 0 0,0-1-1 0 0,1 1 1 0 0,-1-1 0 0 0,0 0-1 0 0,0 1 1 0 0,0-1-1 0 0,1 1 1 0 0,-1-1-1 0 0,0 0 1 0 0,1 1-1 0 0,-1-1 1 0 0,0 0 0 0 0,1 1-1 0 0,-1-1 1 0 0,1 0-1 0 0,-1 0 1 0 0,0 1-1 0 0,1-1 1 0 0,0 0 0 0 0,17 3-124 0 0,27-9-826 0 0,-33 4 495 0 0,148-30-8440 0 0,-107 20 2786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924 133 1700 0 0,'10'-10'2294'0'0,"0"-1"-1"0"0,-1 0 0 0 0,0-1 1 0 0,-1 0-1 0 0,0 0 0 0 0,-1-1 1 0 0,8-18-1 0 0,-15 29-1764 0 0,-1-8 740 0 0,-1 4-425 0 0,-13 4-804 0 0,0 3-39 0 0,-1 0 0 0 0,1 1 0 0 0,-1 1 0 0 0,1 1 0 0 0,0 0 0 0 0,0 1 0 0 0,1 0-1 0 0,0 1 1 0 0,0 1 0 0 0,0 0 0 0 0,-19 14 0 0 0,15-8-15 0 0,0 1-1 0 0,1 0 1 0 0,1 2 0 0 0,0 0-1 0 0,1 0 1 0 0,1 2-1 0 0,-19 28 1 0 0,14-11 34 0 0,1 1-1 0 0,1 0 1 0 0,2 1 0 0 0,2 1 0 0 0,-10 48 0 0 0,-27 201 637 0 0,44-242-563 0 0,-28 371 529 0 0,26-275-334 0 0,-86 699 4455 0 0,62-647-3538 0 0,-10-1-1 0 0,-79 226 0 0 0,-17-38-1205 0 0,136-376 0 0 0,1 0 0 0 0,0 0 0 0 0,-1 0 0 0 0,1 0 0 0 0,1 1 0 0 0,-1-1 0 0 0,1 0 0 0 0,-1 0 0 0 0,1 1 0 0 0,1-1 0 0 0,-1 0 0 0 0,1 1 0 0 0,1 7 0 0 0,-1-9 0 0 0,1 0 0 0 0,-1 0 0 0 0,1-1 0 0 0,0 1 0 0 0,-1 0 0 0 0,1-1 0 0 0,1 0 0 0 0,-1 1 0 0 0,0-1 0 0 0,0 0 0 0 0,1 0 0 0 0,-1 0 0 0 0,1 0 0 0 0,0 0 0 0 0,-1-1 0 0 0,1 1 0 0 0,0-1 0 0 0,0 0 0 0 0,4 1 0 0 0,13 4 4 0 0,0-1 0 0 0,0-1 0 0 0,0-1 0 0 0,38 2 0 0 0,86-9-59 0 0,-109 2 8 0 0,-14 1-171 0 0,255-18-3881 0 0,-207 11-546 0 0,132-34-1 0 0,-176 35 321 0 0,33-16 0 0 0,-22 6-3698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1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138 140 2376 0 0,'6'-32'5761'0'0,"-4"24"-3735"0"0,0-1 0 0 0,0 1 0 0 0,-1-14 0 0 0,-1 20-1335 0 0,0-6 802 0 0,0 5-351 0 0,-7 8-1165 0 0,1 2 86 0 0,0 1 0 0 0,0 0 1 0 0,1 0-1 0 0,0 1 1 0 0,1-1-1 0 0,0 1 0 0 0,-6 17 1 0 0,-1 2 4 0 0,-8 17 41 0 0,-26 92 0 0 0,38-109-80 0 0,1 0-1 0 0,2 1 1 0 0,1-1 0 0 0,1 50 0 0 0,2-73-11 0 0,0-1 0 0 0,1 1 1 0 0,0 0-1 0 0,-1 0 0 0 0,2-1 1 0 0,-1 1-1 0 0,0 0 0 0 0,1-1 1 0 0,0 0-1 0 0,0 1 0 0 0,1-1 1 0 0,-1 0-1 0 0,1 0 0 0 0,0 0 1 0 0,0 0-1 0 0,0-1 0 0 0,5 5 1 0 0,-4-5 29 0 0,0 0 0 0 0,1 0 0 0 0,0 0 0 0 0,-1-1 0 0 0,1 0 0 0 0,0 0 0 0 0,0 0 0 0 0,0-1 0 0 0,0 0 0 0 0,0 0 1 0 0,1 0-1 0 0,-1 0 0 0 0,0-1 0 0 0,1 0 0 0 0,9-1 0 0 0,0-1 131 0 0,0 0 0 0 0,0-1 0 0 0,0-1 0 0 0,0 0-1 0 0,-1-1 1 0 0,1-1 0 0 0,-1 0 0 0 0,0-1 0 0 0,-1 0 0 0 0,0-2 0 0 0,0 1 0 0 0,-1-1 0 0 0,0-1-1 0 0,0 0 1 0 0,-1-1 0 0 0,11-13 0 0 0,-8 6-57 0 0,0-1 1 0 0,-1 0-1 0 0,-1-1 1 0 0,-1 0-1 0 0,0-1 0 0 0,-2 0 1 0 0,0-1-1 0 0,-2 0 0 0 0,0 0 1 0 0,4-26-1 0 0,-10 36-101 0 0,0 1 0 0 0,0-1 1 0 0,-1 0-1 0 0,0 0 0 0 0,-1 0 0 0 0,0 1 0 0 0,-1-1 0 0 0,-1 0 1 0 0,1 1-1 0 0,-2 0 0 0 0,0-1 0 0 0,0 1 0 0 0,-1 1 0 0 0,-10-18 1 0 0,12 23-85 0 0,-1-1 0 0 0,0 1 1 0 0,0 0-1 0 0,0 0 0 0 0,-1 0 1 0 0,0 1-1 0 0,0-1 0 0 0,0 1 0 0 0,0 0 1 0 0,-1 1-1 0 0,1-1 0 0 0,-1 1 1 0 0,0 0-1 0 0,0 1 0 0 0,0 0 1 0 0,-1-1-1 0 0,1 2 0 0 0,0-1 1 0 0,-1 1-1 0 0,1 0 0 0 0,-1 0 1 0 0,1 1-1 0 0,-1 0 0 0 0,0 0 1 0 0,1 0-1 0 0,-1 1 0 0 0,-8 2 1 0 0,5 0-435 0 0,1-1 1 0 0,0 2 0 0 0,-1-1 0 0 0,1 1-1 0 0,1 1 1 0 0,-1-1 0 0 0,1 1-1 0 0,-1 1 1 0 0,1 0 0 0 0,-7 7 0 0 0,5-3-2091 0 0,1-1-1 0 0,0 2 1 0 0,-14 20 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1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53 101 2012 0 0,'-2'-16'5325'0'0,"2"12"-4716"0"0,0 1-1 0 0,1-1 0 0 0,-1 0 1 0 0,1 0-1 0 0,0 0 0 0 0,0 1 0 0 0,0-1 1 0 0,0 0-1 0 0,3-4 0 0 0,-2 5-432 0 0,0 0-1 0 0,0 0 0 0 0,0 0 0 0 0,0 1 0 0 0,1-1 1 0 0,0 1-1 0 0,-1-1 0 0 0,1 1 0 0 0,0 0 1 0 0,0 0-1 0 0,0 0 0 0 0,0 0 0 0 0,0 0 0 0 0,1 1 1 0 0,-1 0-1 0 0,0-1 0 0 0,5 0 0 0 0,-3 1-117 0 0,-1 1 1 0 0,1-1-1 0 0,-1 0 0 0 0,1 1 0 0 0,-1 0 1 0 0,0 0-1 0 0,1 1 0 0 0,-1-1 0 0 0,1 1 1 0 0,-1 0-1 0 0,7 2 0 0 0,-8-2-9 0 0,-1 0-1 0 0,0 0 1 0 0,1 0 0 0 0,-1 0-1 0 0,0 0 1 0 0,0 1 0 0 0,0-1-1 0 0,0 1 1 0 0,0 0 0 0 0,0 0-1 0 0,0-1 1 0 0,-1 1 0 0 0,1 0-1 0 0,-1 0 1 0 0,1 1 0 0 0,-1-1-1 0 0,0 0 1 0 0,0 0 0 0 0,0 1-1 0 0,0-1 1 0 0,0 0 0 0 0,0 1-1 0 0,0 4 1 0 0,0 4 134 0 0,-1 0 0 0 0,0 0-1 0 0,-1 0 1 0 0,0 0 0 0 0,-1 0 0 0 0,0 0 0 0 0,0 0-1 0 0,-1 0 1 0 0,-1-1 0 0 0,0 1 0 0 0,-7 13 0 0 0,-10 15 520 0 0,-40 55 0 0 0,38-60-61 0 0,-51 66 911 0 0,72-98-1508 0 0,2-2-36 0 0,0 0 1 0 0,-1 1-1 0 0,1-1 0 0 0,0 0 1 0 0,0 0-1 0 0,-1 1 0 0 0,1-1 1 0 0,0 0-1 0 0,-1 1 0 0 0,1-1 1 0 0,0 0-1 0 0,0 1 1 0 0,0-1-1 0 0,-1 0 0 0 0,1 1 1 0 0,0-1-1 0 0,0 1 0 0 0,0-1 1 0 0,0 0-1 0 0,0 1 0 0 0,0-1 1 0 0,0 1-1 0 0,0-1 1 0 0,0 0-1 0 0,0 1 0 0 0,3 0-7 0 0,0 0 1 0 0,1 0-1 0 0,-1-1 0 0 0,0 1 0 0 0,1-1 0 0 0,-1 0 1 0 0,0 0-1 0 0,1-1 0 0 0,-1 1 0 0 0,6-2 0 0 0,41-11-505 0 0,-19 4-127 0 0,36-5-1387 0 0,54-13-2897 0 0,-42 7-2169 0 0,-41 10 86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2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90 1516 0 0,'-1'-12'7349'0'0,"-10"-14"2289"0"0,11 26-9628 0 0,-1 0 0 0 0,1 0 0 0 0,-1 0 0 0 0,1 0 1 0 0,0 1-1 0 0,-1-1 0 0 0,1 0 0 0 0,-1 1 0 0 0,1-1 1 0 0,0 0-1 0 0,-1 1 0 0 0,1-1 0 0 0,-1 0 0 0 0,1 1 1 0 0,0-1-1 0 0,0 0 0 0 0,-1 1 0 0 0,1-1 1 0 0,0 1-1 0 0,0-1 0 0 0,0 1 0 0 0,-1-1 0 0 0,1 1 1 0 0,0 0-1 0 0,-96 242 3679 0 0,95-239-3671 0 0,-4 12 1544 0 0,-14 28 640 0 0,25-83-1541 0 0,0 23-704 0 0,1-1-1 0 0,1 1 0 0 0,0 1 0 0 0,1-1 0 0 0,1 1 1 0 0,0 1-1 0 0,1 0 0 0 0,0 0 0 0 0,1 1 0 0 0,1 1 1 0 0,0 0-1 0 0,1 1 0 0 0,16-11 0 0 0,-28 20 24 0 0,0 1-1 0 0,1 0 0 0 0,-1 0 1 0 0,0 0-1 0 0,1 0 1 0 0,-1 0-1 0 0,0 0 1 0 0,1 0-1 0 0,-1 1 1 0 0,1 0-1 0 0,-1-1 1 0 0,1 1-1 0 0,0 0 0 0 0,-1 0 1 0 0,1 0-1 0 0,-1 0 1 0 0,1 1-1 0 0,-1-1 1 0 0,5 2-1 0 0,-4 0 3 0 0,0-1 1 0 0,0 1-1 0 0,0 0 0 0 0,0 0 0 0 0,0 0 0 0 0,0 1 1 0 0,-1-1-1 0 0,1 1 0 0 0,-1-1 0 0 0,0 1 0 0 0,0 0 1 0 0,3 4-1 0 0,1 4 43 0 0,-1-1 0 0 0,0 1 0 0 0,-1 0 0 0 0,-1 0 0 0 0,1 0 0 0 0,2 24 0 0 0,-5-32 37 0 0,-1 3 45 0 0,1 0 1 0 0,0 0-1 0 0,0-1 1 0 0,1 1 0 0 0,3 8-1 0 0,10-45-179 0 0,4 2-57 0 0,1 1-1 0 0,1 1 1 0 0,2 0-1 0 0,0 2 1 0 0,2 1 0 0 0,1 1-1 0 0,0 1 1 0 0,35-21-1 0 0,-59 41 107 0 0,0 0-1 0 0,1 1 0 0 0,-1 0 0 0 0,0-1 1 0 0,1 1-1 0 0,0 0 0 0 0,-1 0 0 0 0,1 0 1 0 0,0 1-1 0 0,-1-1 0 0 0,1 0 1 0 0,0 1-1 0 0,0 0 0 0 0,-1 0 0 0 0,1 0 1 0 0,0 0-1 0 0,5 1 0 0 0,-6 0 36 0 0,0 0-1 0 0,0 0 1 0 0,-1 0-1 0 0,1 0 1 0 0,0 0-1 0 0,-1 1 1 0 0,1-1-1 0 0,-1 0 1 0 0,1 1-1 0 0,-1-1 1 0 0,0 1-1 0 0,0 0 1 0 0,0-1-1 0 0,0 1 1 0 0,0 0 0 0 0,0 0-1 0 0,0 0 1 0 0,0-1-1 0 0,-1 1 1 0 0,1 0-1 0 0,-1 0 1 0 0,1 0-1 0 0,-1 0 1 0 0,0 0-1 0 0,0 0 1 0 0,0 3-1 0 0,0 16 185 0 0,-1 0 0 0 0,-1 0 1 0 0,-1 0-1 0 0,0-1 0 0 0,-11 30 0 0 0,-5 41-1863 0 0,19-89 1477 0 0,0-1 0 0 0,0 0 1 0 0,0 1-1 0 0,0-1 0 0 0,0 1 1 0 0,0-1-1 0 0,0 0 0 0 0,1 1 1 0 0,-1-1-1 0 0,1 0 0 0 0,-1 0 1 0 0,1 1-1 0 0,-1-1 0 0 0,1 0 0 0 0,0 0 1 0 0,0 0-1 0 0,0 1 0 0 0,-1-1 1 0 0,1 0-1 0 0,0 0 0 0 0,0 0 1 0 0,0-1-1 0 0,1 1 0 0 0,-1 0 1 0 0,0 0-1 0 0,0-1 0 0 0,2 2 1 0 0,2 0-1738 0 0,0 0 0 0 0,0 0 0 0 0,0 0 1 0 0,11 2-1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15 124 0 0,'-4'-15'18966'0'0,"6"16"-18812"0"0,1 0-1 0 0,-1 0 1 0 0,1 1-1 0 0,-1-1 1 0 0,0 1-1 0 0,1-1 1 0 0,-1 1-1 0 0,0 0 1 0 0,0 0-1 0 0,0 0 0 0 0,0 0 1 0 0,-1 0-1 0 0,1 0 1 0 0,0 0-1 0 0,-1 1 1 0 0,0-1-1 0 0,0 1 1 0 0,1-1-1 0 0,-1 1 1 0 0,0-1-1 0 0,-1 1 0 0 0,2 4 1 0 0,1 5 278 0 0,-1-1 0 0 0,0 1-1 0 0,-1 0 1 0 0,0 14 0 0 0,-2 1 325 0 0,-1-1-1 0 0,-2 0 1 0 0,0 0 0 0 0,-14 44 0 0 0,0-16 1325 0 0,-28 56 1 0 0,40-93-2044 0 0,-1-9-39 0 0,7-8 0 0 0,0 0 0 0 0,-1 0 0 0 0,1 0 0 0 0,0 0 0 0 0,-1 0 0 0 0,1 0 0 0 0,0 0 0 0 0,-1 0 0 0 0,1 0 0 0 0,0 0 0 0 0,0 0 0 0 0,-1-1 0 0 0,1 1 0 0 0,0 0 0 0 0,-1 0 0 0 0,1 0 0 0 0,0 0 0 0 0,0 0 0 0 0,-1-1 0 0 0,1 1 0 0 0,0 0 0 0 0,0 0 0 0 0,0 0 0 0 0,-1-1 0 0 0,1 1 0 0 0,0 0 0 0 0,0 0 0 0 0,0-1 0 0 0,0 1 0 0 0,-1 0 0 0 0,1-1 0 0 0,-1-2 0 0 0,1-1 0 0 0,-1 1 0 0 0,1 0 0 0 0,0-1 0 0 0,-1 1 0 0 0,1 0 0 0 0,1-1 0 0 0,-1 1 0 0 0,0 0 0 0 0,1-1 0 0 0,0 1 0 0 0,2-6 0 0 0,17-42 0 0 0,-16 41 0 0 0,9-18 0 0 0,0 0 0 0 0,2 1 0 0 0,1 1 0 0 0,2 0 0 0 0,0 1 0 0 0,1 1 0 0 0,2 1 0 0 0,0 1 0 0 0,1 0 0 0 0,2 2 0 0 0,0 1 0 0 0,43-27 0 0 0,-60 42 0 0 0,-5 2 0 0 0,0 1 0 0 0,1 0 0 0 0,-1 0 0 0 0,0 0 0 0 0,1 0 0 0 0,-1 0 0 0 0,1 0 0 0 0,-1 1 0 0 0,1-1 0 0 0,4 1 0 0 0,12-1 0 0 0,-18 1 0 0 0,1 0 0 0 0,0 1 0 0 0,0-1 0 0 0,-1 0 0 0 0,1 1 0 0 0,0 0 0 0 0,-1-1 0 0 0,1 1 0 0 0,0 0 0 0 0,-1 0 0 0 0,1 0 0 0 0,-1 0 0 0 0,1 0 0 0 0,-1 0 0 0 0,0 0 0 0 0,1 0 0 0 0,-1 1 0 0 0,0-1 0 0 0,2 3 0 0 0,-1 0 0 0 0,0-1 0 0 0,-1 1 0 0 0,1 0 0 0 0,-1 0 0 0 0,0 0 0 0 0,0-1 0 0 0,0 1 0 0 0,0 6 0 0 0,0 6 0 0 0,-1-1 0 0 0,0 1 0 0 0,-4 23 0 0 0,-42 189 0 0 0,45-228-17 0 0,1 1 1 0 0,0 0-1 0 0,0 0 1 0 0,0-1-1 0 0,-1 1 0 0 0,1 0 1 0 0,0 0-1 0 0,0 0 1 0 0,0-1-1 0 0,0 1 0 0 0,0 0 1 0 0,0 0-1 0 0,1-1 1 0 0,-1 1-1 0 0,0 0 1 0 0,0 0-1 0 0,0-1 0 0 0,1 1 1 0 0,-1 0-1 0 0,0 0 1 0 0,1-1-1 0 0,-1 1 0 0 0,1 0 1 0 0,-1-1-1 0 0,1 1 1 0 0,-1-1-1 0 0,1 1 0 0 0,-1 0 1 0 0,1-1-1 0 0,0 1 1 0 0,-1-1-1 0 0,1 0 0 0 0,0 1 1 0 0,-1-1-1 0 0,1 1 1 0 0,0-1-1 0 0,1 1 1 0 0,0-1-136 0 0,1 0 1 0 0,-1 0-1 0 0,1 0 1 0 0,-1 0-1 0 0,1-1 1 0 0,-1 1-1 0 0,5-2 1 0 0,-5 2 6 0 0,25-8-2306 0 0,0-1 0 0 0,-1-1 0 0 0,39-21-1 0 0,25-23-7739 0 0,-48 26 1811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4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0 622 932 0 0,'18'-24'3521'0'0,"17"-23"4132"0"0,-33 46-7176 0 0,-2 0-432 0 0,0 1 0 0 0,0 0-1 0 0,0-1 1 0 0,0 1 0 0 0,0 0 0 0 0,0-1 0 0 0,0 1-1 0 0,0 0 1 0 0,0-1 0 0 0,0 1 0 0 0,0 0-1 0 0,0 0 1 0 0,1-1 0 0 0,-1 1 0 0 0,0 0 0 0 0,0 0-1 0 0,0-1 1 0 0,0 1 0 0 0,1 0 0 0 0,-1 0-1 0 0,0-1 1 0 0,0 1 0 0 0,1 0 0 0 0,-1 0-1 0 0,0 0 1 0 0,0 0 0 0 0,1-1 0 0 0,-1 1 0 0 0,0 0-1 0 0,1 0 1 0 0,-1 0 0 0 0,0 0 0 0 0,0 0-1 0 0,1 0 1 0 0,-1 0 0 0 0,0 0 0 0 0,1 0 0 0 0,-1 0-1 0 0,0 0 1 0 0,1 0 0 0 0,-1 0 0 0 0,0 0-1 0 0,1 0 1 0 0,-1 0 0 0 0,0 0 0 0 0,0 0-1 0 0,1 0 1 0 0,-1 0 0 0 0,0 1 0 0 0,1-1 0 0 0,0 1 50 0 0,0-1 0 0 0,1 1 1 0 0,-1-1-1 0 0,0 1 0 0 0,0-1 1 0 0,0 1-1 0 0,0 0 0 0 0,0 0 1 0 0,0 0-1 0 0,0 0 0 0 0,0 0 1 0 0,-1-1-1 0 0,2 3 0 0 0,0 2 131 0 0,4 6 85 0 0,-1-1 0 0 0,12 15 0 0 0,-16-22-210 0 0,1-1 1 0 0,0 1 0 0 0,1-1-1 0 0,-1 0 1 0 0,0 0-1 0 0,0 0 1 0 0,1 0 0 0 0,0 0-1 0 0,-1 0 1 0 0,1-1 0 0 0,0 1-1 0 0,0-1 1 0 0,-1 0-1 0 0,1 0 1 0 0,5 2 0 0 0,2-3 3 0 0,0 0 1 0 0,0 0-1 0 0,0-1 1 0 0,0 0 0 0 0,0 0-1 0 0,0-2 1 0 0,0 1-1 0 0,0-1 1 0 0,-1 0-1 0 0,1-1 1 0 0,-1 0-1 0 0,16-10 1 0 0,-1-1-31 0 0,0-1-1 0 0,0-1 1 0 0,28-28 0 0 0,-33 26-52 0 0,-2 0 1 0 0,0-1 0 0 0,-1-1-1 0 0,-1-1 1 0 0,-1 0-1 0 0,0-1 1 0 0,10-27 0 0 0,-7 9 3 0 0,-2-1 0 0 0,-1-1 0 0 0,10-59 0 0 0,-22 88-59 0 0,0 1-1 0 0,0 0 1 0 0,-1-1-1 0 0,-1-13 1 0 0,-1 24-25 0 0,-1 5 4 0 0,-5 3 31 0 0,0 0 0 0 0,0 1 1 0 0,1-1-1 0 0,0 2 0 0 0,0-1 1 0 0,1 0-1 0 0,0 1 0 0 0,0 0 0 0 0,0 1 1 0 0,-4 8-1 0 0,-37 85 82 0 0,42-90-23 0 0,-8 18 23 0 0,1 0-1 0 0,2 1 1 0 0,0 0 0 0 0,2 1 0 0 0,-3 41 0 0 0,9-62-53 0 0,0-1 1 0 0,1 1-1 0 0,0-1 1 0 0,1 1-1 0 0,0-1 1 0 0,1 0-1 0 0,0 1 1 0 0,0-1 0 0 0,1 0-1 0 0,0 0 1 0 0,1 0-1 0 0,0 0 1 0 0,0-1-1 0 0,1 0 1 0 0,0 1-1 0 0,0-2 1 0 0,1 1-1 0 0,0-1 1 0 0,0 0-1 0 0,1 0 1 0 0,12 10 0 0 0,0-4-630 0 0,0-1-1 0 0,1-1 1 0 0,0-1 0 0 0,33 12 0 0 0,41 9-8453 0 0,-71-25 2600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5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50 3028 0 0,'-14'1'1229'0'0,"8"-1"312"0"0,-1 1 1 0 0,1-2 0 0 0,0 1-1 0 0,0-1 1 0 0,0 0-1 0 0,0 0 1 0 0,0-1-1 0 0,-7-2 1 0 0,11 3-850 0 0,1 0-528 0 0,0 0 0 0 0,-1 1 0 0 0,1-1 0 0 0,-1 0 0 0 0,1 1 0 0 0,-1-1 0 0 0,1 1 0 0 0,-1-1 0 0 0,1 1 0 0 0,-1 0 0 0 0,1-1 0 0 0,-1 1 0 0 0,-2 0 0 0 0,3 4-147 0 0,1 0 0 0 0,-1 0 0 0 0,1 0 0 0 0,-1 0 0 0 0,1 0 0 0 0,0 1 0 0 0,1-1 0 0 0,-1 0 0 0 0,2 5 0 0 0,-1 29 111 0 0,-4-13 52 0 0,-2 0 0 0 0,-1-1-1 0 0,-9 28 1 0 0,12-41 423 0 0,2-12-587 0 0,1 1 1 0 0,0 0-1 0 0,0 0 1 0 0,0-1-1 0 0,0 1 1 0 0,0 0-1 0 0,0 0 1 0 0,-1 0-1 0 0,1-1 1 0 0,0 1-1 0 0,0 0 1 0 0,0 0-1 0 0,-1 0 1 0 0,1 0-1 0 0,0-1 1 0 0,0 1-1 0 0,-1 0 1 0 0,1 0-1 0 0,0 0 1 0 0,0 0-1 0 0,0 0 1 0 0,-1 0-1 0 0,1 0 1 0 0,0 0-1 0 0,0 0 1 0 0,-1 0-1 0 0,1 0 1 0 0,0 0-1 0 0,-1 0 1 0 0,1 0-1 0 0,0 0 1 0 0,0 0-1 0 0,-1 0 1 0 0,1 0-1 0 0,0 0 1 0 0,0 0-1 0 0,0 0 1 0 0,-1 0-1 0 0,1 0 1 0 0,0 1-1 0 0,0-1 1 0 0,-1 0-1 0 0,1 0 1 0 0,0 0-1 0 0,0 0 1 0 0,0 1-1 0 0,-1-1 1 0 0,1 0-1 0 0,0 0 1 0 0,0 0-1 0 0,0 1 1 0 0,0-1-1 0 0,0 0 1 0 0,0 0-1 0 0,-1 0 1 0 0,1 1-1 0 0,0-1 1 0 0,0 0-1 0 0,0 0 1 0 0,0 1-1 0 0,0-1 1 0 0,0 0-1 0 0,0 1 1 0 0,0-1-1 0 0,0 0 1 0 0,0 0-1 0 0,0 1 1 0 0,-1-3-21 0 0,1-1 0 0 0,-1 1-1 0 0,1 0 1 0 0,0-1 0 0 0,-1 1 0 0 0,1-1 0 0 0,0 1 0 0 0,0 0 0 0 0,1-1-1 0 0,-1 1 1 0 0,0 0 0 0 0,1-1 0 0 0,-1 1 0 0 0,2-3 0 0 0,-1 2-7 0 0,2-8-34 0 0,0 0 1 0 0,1 0 0 0 0,1 1 0 0 0,0-1-1 0 0,0 1 1 0 0,1 0 0 0 0,0 0 0 0 0,1 1-1 0 0,0 0 1 0 0,1 0 0 0 0,-1 0 0 0 0,2 1 0 0 0,-1 0-1 0 0,1 1 1 0 0,0 0 0 0 0,1 0 0 0 0,14-7-1 0 0,-22 13 33 0 0,0 0-1 0 0,0 0 1 0 0,0 1 0 0 0,0-1-1 0 0,0 1 1 0 0,0-1-1 0 0,0 1 1 0 0,0 0-1 0 0,0 0 1 0 0,0 0-1 0 0,0 0 1 0 0,0 0-1 0 0,0 1 1 0 0,0-1-1 0 0,0 0 1 0 0,0 1-1 0 0,3 0 1 0 0,-1 1-4 0 0,1 0 0 0 0,-1 0 0 0 0,1 0-1 0 0,-1 1 1 0 0,0-1 0 0 0,4 5 0 0 0,-3-3 11 0 0,-1 0 0 0 0,0 1 1 0 0,0-1-1 0 0,-1 1 0 0 0,0 0 0 0 0,1 0 0 0 0,-1 1 0 0 0,-1-1 1 0 0,1 1-1 0 0,-1-1 0 0 0,0 1 0 0 0,0 0 0 0 0,-1 0 0 0 0,0-1 1 0 0,1 11-1 0 0,-1-6 83 0 0,0 1 1 0 0,-1 0-1 0 0,-1 0 1 0 0,0-1 0 0 0,0 1-1 0 0,-1 0 1 0 0,-5 17-1 0 0,6-26-54 0 0,-8 3 14 0 0,8-7-47 0 0,0 0 0 0 0,0 0 0 0 0,0 0 0 0 0,0 0 0 0 0,0 0 0 0 0,0 0 0 0 0,1 0 0 0 0,-1 0 0 0 0,1-1 0 0 0,-1 1 0 0 0,1 0 0 0 0,0 0 0 0 0,0-1 0 0 0,0-3 0 0 0,1 0-13 0 0,0 0 1 0 0,1 0-1 0 0,-1 0 1 0 0,1 0 0 0 0,3-7-1 0 0,2-3-21 0 0,1 1 0 0 0,1 0 0 0 0,11-14 0 0 0,-13 19 19 0 0,1 0 1 0 0,0 1-1 0 0,1 0 1 0 0,0 1-1 0 0,0 0 1 0 0,0 0-1 0 0,1 1 1 0 0,0 1 0 0 0,1-1-1 0 0,0 1 1 0 0,0 1-1 0 0,0 0 1 0 0,0 1-1 0 0,24-6 1 0 0,-30 10-1 0 0,-2 0 37 0 0,-1 0 0 0 0,0 0 0 0 0,1 0 0 0 0,-1 0 0 0 0,1 1 0 0 0,-1-1 1 0 0,0 1-1 0 0,0 0 0 0 0,1 0 0 0 0,-1 0 0 0 0,0 0 0 0 0,0 0 0 0 0,0 0 0 0 0,0 0 1 0 0,0 1-1 0 0,0-1 0 0 0,0 1 0 0 0,0-1 0 0 0,-1 1 0 0 0,1 0 0 0 0,-1 0 0 0 0,1 0 1 0 0,-1 0-1 0 0,0 0 0 0 0,1 0 0 0 0,-1 0 0 0 0,1 3 0 0 0,-1 0 66 0 0,0 1 1 0 0,0 0-1 0 0,-1 0 0 0 0,0 0 0 0 0,0 0 0 0 0,0 0 1 0 0,-2 10-1 0 0,0-1 56 0 0,-10 51 212 0 0,4-27-173 0 0,8-38-192 0 0,0-1 0 0 0,0 1 0 0 0,-1 0-1 0 0,1-1 1 0 0,0 1 0 0 0,0 0 0 0 0,0 0 0 0 0,0-1-1 0 0,0 1 1 0 0,0 0 0 0 0,0-1 0 0 0,0 1 0 0 0,0 0-1 0 0,0 0 1 0 0,0-1 0 0 0,0 1 0 0 0,1 0 0 0 0,-1-1-1 0 0,0 1 1 0 0,0 0 0 0 0,1 0 0 0 0,-1-1 0 0 0,1 1-1 0 0,-1-1 1 0 0,0 1 0 0 0,1 0 0 0 0,-1-1 0 0 0,1 1-1 0 0,-1-1 1 0 0,1 1 0 0 0,0-1 0 0 0,-1 0 0 0 0,1 1-1 0 0,-1-1 1 0 0,1 1 0 0 0,0-1 0 0 0,0 0 0 0 0,2 1-123 0 0,1-2 0 0 0,-1 1 1 0 0,0 0-1 0 0,0-1 0 0 0,0 1 1 0 0,1-1-1 0 0,4-2 0 0 0,65-20-4351 0 0,-25 5-2792 0 0,-15 4-831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6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80 1444 0 0,'-23'-15'12690'0'0,"6"4"-7196"0"0,17 11-5417 0 0,0 0 0 0 0,1 0-1 0 0,-1 0 1 0 0,0 0 0 0 0,0 0 0 0 0,0 0-1 0 0,1 0 1 0 0,-1 0 0 0 0,0 0 0 0 0,0 0-1 0 0,0 0 1 0 0,3-2 921 0 0,-3 2-922 0 0,0-1 1 0 0,0 1 0 0 0,0 0 0 0 0,0 0-1 0 0,0 0 1 0 0,1-1 0 0 0,-1 1 0 0 0,0 0-1 0 0,0 0 1 0 0,0 0 0 0 0,0-1 0 0 0,0 1-1 0 0,0 0 1 0 0,0 0 0 0 0,0 0 0 0 0,0-1-1 0 0,0 1 1 0 0,0 0 0 0 0,0 0 0 0 0,0-1-1 0 0,0 1 1 0 0,0 0 0 0 0,-2-2 920 0 0,2 2-920 0 0,-1-1 0 0 0,120-8 665 0 0,107-7-398 0 0,-92 5 97 0 0,-132 10-470 0 0,19 1-1266 0 0,-9-3-3790 0 0,-9 0 4481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6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23 404 0 0,'3'-1'3109'0'0,"37"-20"11223"0"0,-40 21-14274 0 0,1 0 0 0 0,-1-1 1 0 0,1 1-1 0 0,0 0 0 0 0,-1 0 0 0 0,1 0 0 0 0,-1 0 0 0 0,1 0 1 0 0,-1 0-1 0 0,1 0 0 0 0,-1 0 0 0 0,1 0 0 0 0,0 0 1 0 0,-1 1-1 0 0,1-1 0 0 0,-1 0 0 0 0,1 0 0 0 0,-1 0 1 0 0,1 1-1 0 0,-1-1 0 0 0,1 0 0 0 0,-1 0 0 0 0,1 1 1 0 0,-1-1-1 0 0,0 1 0 0 0,1-1 0 0 0,-1 0 0 0 0,1 1 0 0 0,-1-1 1 0 0,0 1-1 0 0,0-1 0 0 0,1 1 0 0 0,-1 0 0 0 0,12 15 1242 0 0,-8-6-847 0 0,-1 1 0 0 0,0-1 0 0 0,0 1 0 0 0,-1 0-1 0 0,0 0 1 0 0,-1 0 0 0 0,0 1 0 0 0,-1 13 0 0 0,-2 13 192 0 0,-8 38 0 0 0,8-63-510 0 0,-5 22 274 0 0,-19 57-1 0 0,12-49 536 0 0,6-29 434 0 0,8-14-1350 0 0,0 0 1 0 0,0 0 0 0 0,-1 0-1 0 0,1 1 1 0 0,0-1-1 0 0,0 0 1 0 0,-1 0 0 0 0,1 0-1 0 0,0 0 1 0 0,0 0-1 0 0,-1 0 1 0 0,1 0 0 0 0,0 0-1 0 0,-1 0 1 0 0,1 0-1 0 0,0 0 1 0 0,0 0-1 0 0,-1 0 1 0 0,1 0 0 0 0,0-1-1 0 0,0 1 1 0 0,-1 0-1 0 0,1 0 1 0 0,0 0 0 0 0,0 0-1 0 0,0 0 1 0 0,-1 0-1 0 0,1-1 1 0 0,0 1 0 0 0,0 0-1 0 0,-1-1 1 0 0,0 0 3 0 0,0-1-1 0 0,0 1 1 0 0,0-1 0 0 0,0 0 0 0 0,1 0 0 0 0,-1 1-1 0 0,0-1 1 0 0,1 0 0 0 0,-1 0 0 0 0,1 0-1 0 0,0 0 1 0 0,0 0 0 0 0,-1-3 0 0 0,2-10-63 0 0,1 0 1 0 0,0 0-1 0 0,1 0 0 0 0,0 0 1 0 0,1 0-1 0 0,1 1 0 0 0,0-1 1 0 0,1 1-1 0 0,1 1 0 0 0,0-1 1 0 0,12-17-1 0 0,-9 17-28 0 0,1-1 0 0 0,0 2-1 0 0,1 0 1 0 0,1 0 0 0 0,0 1-1 0 0,1 0 1 0 0,0 2 0 0 0,0-1-1 0 0,25-12 1 0 0,-29 18-5 0 0,0 0-1 0 0,1 1 1 0 0,-1 1 0 0 0,1-1-1 0 0,0 2 1 0 0,-1-1-1 0 0,1 2 1 0 0,14-2 0 0 0,-22 3 56 0 0,0 0 1 0 0,-1 0 0 0 0,1 1 0 0 0,0-1 0 0 0,0 0-1 0 0,0 1 1 0 0,-1 0 0 0 0,1-1 0 0 0,0 1 0 0 0,-1 0-1 0 0,1 0 1 0 0,0 1 0 0 0,-1-1 0 0 0,0 1 0 0 0,1-1-1 0 0,-1 1 1 0 0,0 0 0 0 0,0 0 0 0 0,0 0 0 0 0,0 0-1 0 0,0 0 1 0 0,0 0 0 0 0,0 0 0 0 0,-1 1 0 0 0,1-1-1 0 0,-1 1 1 0 0,0-1 0 0 0,0 1 0 0 0,1-1 0 0 0,-2 1-1 0 0,1 0 1 0 0,0 0 0 0 0,-1-1 0 0 0,1 1 0 0 0,-1 5-1 0 0,0 7 53 0 0,0 0 0 0 0,-1-1-1 0 0,-1 1 1 0 0,0-1 0 0 0,-1 1-1 0 0,-1-1 1 0 0,0 0 0 0 0,-11 23 0 0 0,9-21-165 0 0,0 0 0 0 0,1 0 0 0 0,0 0 1 0 0,2 0-1 0 0,0 1 0 0 0,-1 19 0 0 0,4-34 17 0 0,0-1 1 0 0,0 1-1 0 0,0-1 0 0 0,0 1 0 0 0,0 0 0 0 0,1-1 0 0 0,-1 1 0 0 0,1-1 0 0 0,-1 1 0 0 0,1-1 1 0 0,-1 1-1 0 0,1-1 0 0 0,0 1 0 0 0,0-1 0 0 0,0 0 0 0 0,-1 1 0 0 0,1-1 0 0 0,1 0 0 0 0,-1 0 1 0 0,0 0-1 0 0,0 0 0 0 0,3 2 0 0 0,-1-1-171 0 0,-1-1 1 0 0,1 0-1 0 0,0 0 1 0 0,0 0-1 0 0,0-1 1 0 0,0 1-1 0 0,0-1 0 0 0,0 1 1 0 0,0-1-1 0 0,0 0 1 0 0,4 0-1 0 0,7-2-1326 0 0,-1 0 0 0 0,0-1-1 0 0,0 0 1 0 0,18-7 0 0 0,3-4-3530 0 0,2-4-2573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1 920 1536 0 0,'1'-2'1827'0'0,"24"-47"11492"0"0,-21 87-11533 0 0,-4-30-1657 0 0,1 1-1 0 0,0-1 0 0 0,1 1 0 0 0,2 8 0 0 0,-3-16-86 0 0,-1-1 0 0 0,1 1 0 0 0,-1 0 0 0 0,1 0 0 0 0,0 0 0 0 0,-1-1 0 0 0,1 1 0 0 0,0 0 0 0 0,-1-1 0 0 0,1 1 0 0 0,0 0 0 0 0,0-1 0 0 0,0 1 0 0 0,-1-1 0 0 0,1 0 0 0 0,0 1 0 0 0,0-1 0 0 0,0 0 0 0 0,0 1 0 0 0,0-1 0 0 0,0 0 0 0 0,0 0 0 0 0,0 0 0 0 0,0 0 0 0 0,0 0 0 0 0,0 0 0 0 0,0 0 0 0 0,0 0 0 0 0,0 0 0 0 0,0 0 0 0 0,0 0 0 0 0,0-1 0 0 0,1 0 0 0 0,34-12 574 0 0,-34 12-598 0 0,24-13 98 0 0,0-2-1 0 0,-1 0 0 0 0,-1-1 1 0 0,0-2-1 0 0,-2 0 1 0 0,27-29-1 0 0,-11 5-77 0 0,-1-2 1 0 0,40-64-1 0 0,-51 66-110 0 0,-2-1-1 0 0,-1-1 1 0 0,-3-1 0 0 0,16-52-1 0 0,-25 62-45 0 0,-2-1-1 0 0,-1 0 1 0 0,-2 0-1 0 0,-1 0 1 0 0,-2-1-1 0 0,-3-41 1 0 0,0 77 93 0 0,0-1 0 0 0,0 1 0 0 0,-1 0 1 0 0,1 0-1 0 0,-1 0 0 0 0,1 0 1 0 0,-1 0-1 0 0,-1-4 0 0 0,1 6 14 0 0,1-1 1 0 0,0 1-1 0 0,-1-1 0 0 0,1 1 1 0 0,-1-1-1 0 0,1 1 0 0 0,0-1 0 0 0,-1 1 1 0 0,1 0-1 0 0,-1-1 0 0 0,0 1 1 0 0,1 0-1 0 0,-1-1 0 0 0,1 1 1 0 0,-1 0-1 0 0,1-1 0 0 0,-1 1 0 0 0,0 0 1 0 0,1 0-1 0 0,-2 0 0 0 0,0 0-1 0 0,0 0-1 0 0,-1 1 1 0 0,1-1 0 0 0,0 1-1 0 0,0 0 1 0 0,0 0 0 0 0,0 0-1 0 0,0 0 1 0 0,0 0-1 0 0,0 0 1 0 0,1 0 0 0 0,-1 1-1 0 0,0-1 1 0 0,1 1-1 0 0,-1-1 1 0 0,-1 3 0 0 0,-10 10-36 0 0,0 2 0 0 0,1-1 0 0 0,0 2 0 0 0,-10 20 0 0 0,-33 74-31 0 0,38-72 61 0 0,1 1-1 0 0,2 0 0 0 0,-16 80 1 0 0,26-99 26 0 0,2 0 0 0 0,0 0 1 0 0,1 1-1 0 0,1-1 1 0 0,2 0-1 0 0,0 0 1 0 0,1 1-1 0 0,0-1 0 0 0,12 34 1 0 0,-6-33-111 0 0,0-1 0 0 0,2-1 1 0 0,0 1-1 0 0,1-2 0 0 0,1 0 0 0 0,1 0 1 0 0,22 23-1 0 0,44 33-3230 0 0,7-9-4696 0 0,-65-52 2670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8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0 1396 0 0,'-156'40'17062'0'0,"154"-39"-16384"0"0,-9 2 2359 0 0,30-2-2850 0 0,1-1 1 0 0,-1-1-1 0 0,25-4 0 0 0,6 0-79 0 0,-37 4-309 0 0,130-8 226 0 0,-47 7-7529 0 0,-82 1 3977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8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12 120 0 0,'11'-11'17395'0'0,"-10"14"-17191"0"0,0 1 1 0 0,0 0 0 0 0,-1-1-1 0 0,1 1 1 0 0,-1 0-1 0 0,0-1 1 0 0,0 1-1 0 0,0 0 1 0 0,-1 5-1 0 0,-9 40 1324 0 0,5-27-1026 0 0,-70 237 1338 0 0,71-246-1840 0 0,2-6 248 0 0,0 1-1 0 0,-1-1 0 0 0,0 1 1 0 0,0-1-1 0 0,0 0 0 0 0,-1 0 1 0 0,-5 6-1 0 0,8-12-34 0 0,-2-2 8 0 0,2 1-216 0 0,1 0-1 0 0,0 0 1 0 0,-1 0 0 0 0,1 0 0 0 0,0 0-1 0 0,-1 0 1 0 0,1 0 0 0 0,0 0-1 0 0,-1 0 1 0 0,1 0 0 0 0,0 0 0 0 0,-1 0-1 0 0,1-1 1 0 0,0 1 0 0 0,0 0-1 0 0,-1 0 1 0 0,1 0 0 0 0,0 0 0 0 0,0-1-1 0 0,-1 1 1 0 0,1 0 0 0 0,0 0-1 0 0,0-1 1 0 0,0 1 0 0 0,-1 0 0 0 0,1 0-1 0 0,0-1 1 0 0,-2-7-14 0 0,0 1 0 0 0,1-1 0 0 0,0 1 0 0 0,1-1 0 0 0,0 0 0 0 0,0 1 0 0 0,0-1 0 0 0,1 0 0 0 0,0 1 0 0 0,1-1 0 0 0,-1 1 0 0 0,2-1 0 0 0,-1 1 0 0 0,1 0 0 0 0,4-8 0 0 0,-2 4-47 0 0,0 0 0 0 0,1 0 0 0 0,1 1 0 0 0,0 0 0 0 0,0 0 0 0 0,1 0 0 0 0,0 1 1 0 0,19-16-1 0 0,-23 22 34 0 0,1-1 1 0 0,0 1-1 0 0,0 0 1 0 0,0 1-1 0 0,1-1 1 0 0,-1 1-1 0 0,1 0 1 0 0,-1 0-1 0 0,1 1 1 0 0,-1-1-1 0 0,1 1 1 0 0,0 0-1 0 0,0 1 1 0 0,0 0-1 0 0,-1 0 1 0 0,1 0-1 0 0,0 0 1 0 0,0 1-1 0 0,0 0 1 0 0,-1 0-1 0 0,1 1 1 0 0,0 0-1 0 0,-1 0 1 0 0,1 0-1 0 0,-1 0 1 0 0,0 1-1 0 0,0 0 1 0 0,0 0-1 0 0,0 0 1 0 0,-1 1-1 0 0,1 0 1 0 0,7 8-1 0 0,-4-4 30 0 0,-1 0 0 0 0,0 0 0 0 0,-1 1 0 0 0,0 0 1 0 0,0 1-1 0 0,-1-1 0 0 0,0 1 0 0 0,-1 0 0 0 0,0 1 0 0 0,0-1 0 0 0,2 16 0 0 0,-6-16 163 0 0,-5-12 80 0 0,-3-14-90 0 0,7 6-191 0 0,1 0 0 0 0,0 0 0 0 0,1 0 1 0 0,0 0-1 0 0,1 0 0 0 0,0 0 0 0 0,0 0 1 0 0,1 0-1 0 0,0 1 0 0 0,1-1 0 0 0,0 1 1 0 0,1 0-1 0 0,0 0 0 0 0,9-12 0 0 0,-8 11 6 0 0,2 0-1 0 0,0 1 1 0 0,0 0-1 0 0,0 0 1 0 0,1 1-1 0 0,1 0 1 0 0,-1 1-1 0 0,1 0 1 0 0,0 0-1 0 0,1 1 0 0 0,18-8 1 0 0,-22 12-4 0 0,0-1 1 0 0,0 1-1 0 0,0 0 1 0 0,0 1-1 0 0,1 0 1 0 0,-1 0-1 0 0,0 1 1 0 0,1 0 0 0 0,11 1-1 0 0,-17-1 50 0 0,1 1 0 0 0,-1 0 0 0 0,1-1 1 0 0,-1 1-1 0 0,1 0 0 0 0,-1 0 0 0 0,1 0 0 0 0,-1 1 0 0 0,0-1 0 0 0,0 1 0 0 0,0-1 0 0 0,0 1 1 0 0,0 0-1 0 0,0-1 0 0 0,0 1 0 0 0,0 0 0 0 0,0 0 0 0 0,-1 1 0 0 0,1-1 0 0 0,-1 0 0 0 0,0 0 1 0 0,0 1-1 0 0,0-1 0 0 0,0 1 0 0 0,0-1 0 0 0,0 1 0 0 0,-1-1 0 0 0,1 1 0 0 0,-1-1 1 0 0,1 4-1 0 0,-1 8 158 0 0,0-1-1 0 0,-1 1 1 0 0,-1-1 0 0 0,0 1 0 0 0,-1-1 0 0 0,0 1 0 0 0,-1-1 0 0 0,-9 19 0 0 0,-8 36 74 0 0,14-45-230 0 0,5-17-181 0 0,0 1 0 0 0,1-1-1 0 0,-1 1 1 0 0,0 11-1 0 0,3-17 104 0 0,-1 0-1 0 0,0 0 0 0 0,0 0 0 0 0,1 0 0 0 0,-1 0 1 0 0,1-1-1 0 0,-1 1 0 0 0,1 0 0 0 0,-1 0 0 0 0,1-1 1 0 0,-1 1-1 0 0,1 0 0 0 0,0-1 0 0 0,-1 1 1 0 0,1 0-1 0 0,0-1 0 0 0,0 1 0 0 0,-1-1 0 0 0,1 1 1 0 0,0-1-1 0 0,0 1 0 0 0,0-1 0 0 0,0 0 0 0 0,0 0 1 0 0,-1 1-1 0 0,1-1 0 0 0,0 0 0 0 0,0 0 0 0 0,0 0 1 0 0,0 0-1 0 0,0 0 0 0 0,2 0 0 0 0,29-1-2154 0 0,-17-2-145 0 0,1-1 1 0 0,0-1 0 0 0,24-10-1 0 0,-31 12 189 0 0,20-9-5913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09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51 1816 0 0,'-14'-51'16146'0'0,"15"52"-16120"0"0,0-1-1 0 0,0 1 0 0 0,0-1 1 0 0,0 1-1 0 0,0-1 0 0 0,-1 1 1 0 0,1 0-1 0 0,0-1 0 0 0,0 1 0 0 0,-1 0 1 0 0,1 0-1 0 0,-1 0 0 0 0,1-1 1 0 0,-1 1-1 0 0,1 0 0 0 0,-1 0 1 0 0,1 0-1 0 0,-1 1 0 0 0,9 19 321 0 0,-4-4-93 0 0,0 1 1 0 0,-1-1-1 0 0,-2 1 0 0 0,1-1 1 0 0,-2 1-1 0 0,0 0 0 0 0,-2-1 1 0 0,0 1-1 0 0,0 0 0 0 0,-2-1 0 0 0,0 1 1 0 0,-1-1-1 0 0,-1 0 0 0 0,-9 24 1 0 0,13-40-226 0 0,1 2 130 0 0,-1-1 0 0 0,0 1 0 0 0,0-1 0 0 0,0 1 0 0 0,-1-1 1 0 0,1 1-1 0 0,0-1 0 0 0,-1 0 0 0 0,1 1 0 0 0,-1-1 0 0 0,0 0 0 0 0,0 0 0 0 0,0 0 0 0 0,0-1 0 0 0,0 1 0 0 0,-3 1 0 0 0,4-3-150 0 0,1 0 0 0 0,0 0 0 0 0,-1 0 0 0 0,1 0 0 0 0,-1 0 0 0 0,1 0 0 0 0,-1 0-1 0 0,1 0 1 0 0,0-1 0 0 0,-1 1 0 0 0,1 0 0 0 0,0 0 0 0 0,-1-1 0 0 0,1 1 0 0 0,0 0 0 0 0,-1 0 0 0 0,1-1-1 0 0,0 1 1 0 0,-1 0 0 0 0,1-1 0 0 0,0 1 0 0 0,0-1 0 0 0,-1 1 0 0 0,1 0 0 0 0,0-1 0 0 0,0 1 0 0 0,0 0-1 0 0,0-1 1 0 0,0 1 0 0 0,0-1 0 0 0,-1 1 0 0 0,1-1 0 0 0,0 1 0 0 0,0 0 0 0 0,0-1 0 0 0,0 1 0 0 0,1-1-1 0 0,-1 0 1 0 0,-1-17 38 0 0,3 4-79 0 0,1 0-1 0 0,0 0 0 0 0,1 1 0 0 0,0-1 0 0 0,1 1 0 0 0,1 0 1 0 0,0 0-1 0 0,0 1 0 0 0,15-20 0 0 0,-5 10-58 0 0,1 0 0 0 0,1 1 0 0 0,0 2 0 0 0,24-20 0 0 0,-34 33 42 0 0,0 0 0 0 0,0 0 0 0 0,1 1 0 0 0,0 0 0 0 0,0 0-1 0 0,0 1 1 0 0,0 0 0 0 0,20-4 0 0 0,-26 7 45 0 0,0 0 0 0 0,0 1 0 0 0,0-1 0 0 0,0 1 0 0 0,0 0 0 0 0,0 0 0 0 0,0 0 0 0 0,0 0 0 0 0,0 0 0 0 0,0 1 0 0 0,-1-1 0 0 0,1 1 0 0 0,0 0 0 0 0,0 0 0 0 0,0 0 0 0 0,0 0-1 0 0,-1 0 1 0 0,1 1 0 0 0,-1-1 0 0 0,1 1 0 0 0,-1 0 0 0 0,1 0 0 0 0,-1 0 0 0 0,0 0 0 0 0,0 0 0 0 0,0 0 0 0 0,0 1 0 0 0,0-1 0 0 0,-1 0 0 0 0,1 1 0 0 0,-1 0 0 0 0,1-1 0 0 0,-1 1 0 0 0,1 3 0 0 0,0 1 57 0 0,0 1 0 0 0,-1 0 1 0 0,1-1-1 0 0,-1 1 0 0 0,-1 0 0 0 0,0 0 1 0 0,0 0-1 0 0,0-1 0 0 0,-1 1 0 0 0,-2 8 1 0 0,-4 12 123 0 0,-14 39 1 0 0,4-11-92 0 0,3-4-1417 0 0,14-50 959 0 0,7-3-1211 0 0,0 0 521 0 0,1 0 1 0 0,-1-1-1 0 0,0 0 1 0 0,0 0-1 0 0,0-1 1 0 0,0 0-1 0 0,-1 0 1 0 0,1-1-1 0 0,-1 0 1 0 0,8-6-1 0 0,-11 8 368 0 0,21-14-6475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919 84 1036 0 0,'0'-29'19006'0'0,"2"27"-18970"0"0,0 0 1 0 0,1 0 0 0 0,-1 1-1 0 0,1-1 1 0 0,-1 1-1 0 0,1-1 1 0 0,0 1 0 0 0,0 0-1 0 0,-1 0 1 0 0,1 0-1 0 0,0 0 1 0 0,5 0 0 0 0,45-5 116 0 0,-32 4-101 0 0,402-26 197 0 0,-421 28-255 0 0,1 0 0 0 0,-1 0 0 0 0,1 0 0 0 0,-1 0 0 0 0,0 1 1 0 0,1-1-1 0 0,-1 1 0 0 0,1 0 0 0 0,-1 0 0 0 0,0 0 0 0 0,0 0 0 0 0,0 0 0 0 0,0 0 0 0 0,0 1 0 0 0,0-1 1 0 0,0 0-1 0 0,3 4 0 0 0,-3-2 14 0 0,1 0 0 0 0,-1 0 1 0 0,0 0-1 0 0,0 1 0 0 0,-1-1 0 0 0,1 1 1 0 0,-1-1-1 0 0,1 1 0 0 0,-1-1 0 0 0,0 6 1 0 0,2 6 121 0 0,-2 1 0 0 0,0-1 0 0 0,-1 1 0 0 0,-3 19 0 0 0,3-30-76 0 0,-11 95 913 0 0,-25 107 0 0 0,-38 96 860 0 0,31-136-901 0 0,17-64-404 0 0,-187 869 1033 0 0,163-608-1409 0 0,-1-1-12 0 0,-26-6 974 0 0,-21-52 290 0 0,77-253-1018 0 0,-1-1-1 0 0,-3-1 0 0 0,-55 82 0 0 0,66-113-368 0 0,0 0 0 0 0,-1-1 1 0 0,-26 24-1 0 0,35-37-13 0 0,1 0 0 0 0,-1-1-1 0 0,-1 1 1 0 0,1-2 0 0 0,0 1 0 0 0,-1-1 0 0 0,0 0 0 0 0,0 0-1 0 0,0 0 1 0 0,0-1 0 0 0,0-1 0 0 0,0 1 0 0 0,-1-1 0 0 0,1 0 0 0 0,-12 0-1 0 0,-185-24-5613 0 0,108 10 1163 0 0,6 1-3240 0 0,-9 1-4879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0 711 2360 0 0,'0'0'3440'0'0,"3"39"4897"0"0,-3-37-7817 0 0,2-2-284 0 0,0 1 1 0 0,0 0 0 0 0,-1-1-1 0 0,1 0 1 0 0,0 1 0 0 0,0-1-1 0 0,0 0 1 0 0,0 0 0 0 0,-1 0 0 0 0,1 0-1 0 0,0 0 1 0 0,0 0 0 0 0,0 0-1 0 0,2-1 1 0 0,10-4-28 0 0,0-1 0 0 0,0 0 0 0 0,-1 0 0 0 0,1-2 0 0 0,-1 0 0 0 0,-1 0 0 0 0,19-16 1 0 0,-13 7-114 0 0,-1 0 0 0 0,-1-1 1 0 0,-1-1-1 0 0,16-24 0 0 0,-3-3-104 0 0,-3-1 0 0 0,-1-1-1 0 0,27-83 1 0 0,-15 6 21 0 0,-31 105-29 0 0,-2-1 0 0 0,0 1 0 0 0,-1-1 0 0 0,-2-26 0 0 0,0 45 7 0 0,0 0-1 0 0,0 0 0 0 0,0-1 1 0 0,-1 1-1 0 0,1 0 1 0 0,-1 0-1 0 0,0 0 0 0 0,1-1 1 0 0,-1 1-1 0 0,0 0 0 0 0,0 0 1 0 0,0 0-1 0 0,0 0 1 0 0,-1 1-1 0 0,1-1 0 0 0,-1 0 1 0 0,-1-2-1 0 0,2 4 4 0 0,-1-1-1 0 0,1 1 1 0 0,0-1 0 0 0,0 1-1 0 0,-1-1 1 0 0,1 1-1 0 0,0 0 1 0 0,-1-1-1 0 0,1 1 1 0 0,-1 0 0 0 0,1 0-1 0 0,0 0 1 0 0,-1 0-1 0 0,1 0 1 0 0,0 1 0 0 0,-1-1-1 0 0,1 0 1 0 0,0 1-1 0 0,-1-1 1 0 0,1 1 0 0 0,0-1-1 0 0,0 1 1 0 0,-1-1-1 0 0,1 1 1 0 0,0 0 0 0 0,0 0-1 0 0,0 0 1 0 0,0 0-1 0 0,-2 1 1 0 0,-7 8-19 0 0,0-1 0 0 0,1 2 0 0 0,0-1 0 0 0,0 1 0 0 0,1 0 0 0 0,1 1-1 0 0,0 0 1 0 0,-7 17 0 0 0,-4 14-37 0 0,-14 47 0 0 0,25-65 68 0 0,0 0-1 0 0,1 1 0 0 0,2-1 0 0 0,0 1 0 0 0,2 0 0 0 0,1 0 0 0 0,1 0 0 0 0,4 30 0 0 0,-3-45-18 0 0,1 0 1 0 0,0 0-1 0 0,1-1 1 0 0,0 1 0 0 0,1-1-1 0 0,0 0 1 0 0,0 0-1 0 0,1 0 1 0 0,1-1-1 0 0,-1 0 1 0 0,2 0-1 0 0,-1 0 1 0 0,1-1-1 0 0,0 1 1 0 0,1-2 0 0 0,0 1-1 0 0,0-1 1 0 0,1 0-1 0 0,0-1 1 0 0,0 0-1 0 0,18 8 1 0 0,-10-6-721 0 0,0-2 1 0 0,1 0-1 0 0,-1-1 0 0 0,22 3 1 0 0,36-2-6699 0 0,-42-5 1611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2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74 848 636 0 0,'-15'0'3364'0'0,"12"0"-2110"0"0,1 0-1187 0 0,0 0 207 0 0,0 0-1 0 0,0 1 0 0 0,0-1 0 0 0,0 0 1 0 0,0 1-1 0 0,0-1 0 0 0,0 1 0 0 0,0-1 0 0 0,0 1 1 0 0,1 0-1 0 0,-1 0 0 0 0,0 0 0 0 0,0 0 1 0 0,1 0-1 0 0,-1 0 0 0 0,1 1 0 0 0,-4 1 1 0 0,3 2 34 0 0,0-1 0 0 0,-1 0 0 0 0,1 1 0 0 0,1-1 0 0 0,-1 1 0 0 0,1 0 0 0 0,0-1 0 0 0,0 1 0 0 0,0 0 0 0 0,0 0 0 0 0,1 0 0 0 0,0-1 0 0 0,0 1 0 0 0,0 0 0 0 0,1 0 0 0 0,0 0 0 0 0,-1 0 1 0 0,2-1-1 0 0,-1 1 0 0 0,2 5 0 0 0,-1-6-131 0 0,0 0 0 0 0,0 0 1 0 0,0 0-1 0 0,0 0 1 0 0,0 0-1 0 0,1 0 0 0 0,0 0 1 0 0,0-1-1 0 0,0 0 1 0 0,0 1-1 0 0,0-1 0 0 0,1 0 1 0 0,-1-1-1 0 0,1 1 0 0 0,0-1 1 0 0,0 1-1 0 0,0-1 1 0 0,0 0-1 0 0,0 0 0 0 0,0-1 1 0 0,0 0-1 0 0,6 2 1 0 0,3-2-18 0 0,0 0 1 0 0,-1-1 0 0 0,1-1 0 0 0,0 0-1 0 0,0-1 1 0 0,0 0 0 0 0,-1-1 0 0 0,0 0 0 0 0,1-1-1 0 0,14-7 1 0 0,5-3 10 0 0,0-2 0 0 0,43-30-1 0 0,-46 25-116 0 0,-1-1-1 0 0,-1-2 0 0 0,0 0 0 0 0,-2-2 1 0 0,-1-1-1 0 0,-2-1 0 0 0,0 0 1 0 0,30-56-1 0 0,-27 36-45 0 0,-1-1 0 0 0,-3-1 1 0 0,-2-1-1 0 0,-2-1 0 0 0,11-58 1 0 0,-27 103-12 0 0,7-30-23 0 0,5-58 0 0 0,-13 85 3 0 0,1 1 1 0 0,-1-1 0 0 0,-1 1 0 0 0,0-1 0 0 0,0 1 0 0 0,-1-1 0 0 0,0 1 0 0 0,0 0-1 0 0,-1 0 1 0 0,0 0 0 0 0,-8-15 0 0 0,10 22 12 0 0,-1 1-1 0 0,1-1 0 0 0,0 0 1 0 0,0 1-1 0 0,0-1 0 0 0,-1 1 1 0 0,1-1-1 0 0,-1 1 1 0 0,1 0-1 0 0,-1 0 0 0 0,0 0 1 0 0,1 0-1 0 0,-1 0 1 0 0,0 0-1 0 0,0 0 0 0 0,0 0 1 0 0,0 1-1 0 0,0-1 0 0 0,0 0 1 0 0,0 1-1 0 0,-2 0 1 0 0,1 0-3 0 0,-1 0 0 0 0,1 0 0 0 0,-1 1 0 0 0,1 0 0 0 0,-1 0 0 0 0,1 0 0 0 0,0 0 0 0 0,0 0 0 0 0,0 0 0 0 0,-1 1 1 0 0,-3 2-1 0 0,-4 4-14 0 0,1 0 0 0 0,0 1 0 0 0,0-1 0 0 0,1 2 1 0 0,-12 14-1 0 0,5-2 7 0 0,1 1 0 0 0,0 1 0 0 0,2 0 0 0 0,1 1-1 0 0,1 0 1 0 0,1 1 0 0 0,-9 37 0 0 0,10-26 2 0 0,2 0 0 0 0,1 0 0 0 0,3 1 0 0 0,0 70 0 0 0,4-91-56 0 0,0 0 0 0 0,1-1 0 0 0,1 1 0 0 0,0-1-1 0 0,1 1 1 0 0,1-1 0 0 0,1 0 0 0 0,0-1 0 0 0,1 1 0 0 0,1-1 0 0 0,0-1 0 0 0,1 1-1 0 0,0-1 1 0 0,1-1 0 0 0,1 0 0 0 0,0 0 0 0 0,1-1 0 0 0,0-1 0 0 0,1 0 0 0 0,0 0-1 0 0,17 9 1 0 0,-2-3-936 0 0,2-2 0 0 0,0-1 0 0 0,43 14 0 0 0,41 2-6807 0 0,-71-22 1231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6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1548 0 0,'16'-24'13657'0'0,"-10"22"-11139"0"0,0 10-3359 0 0,-2 7 911 0 0,0 0-1 0 0,-1 0 1 0 0,-1 0-1 0 0,0 0 1 0 0,-1 0-1 0 0,-1 23 1 0 0,-2 4 138 0 0,-10 47 1 0 0,7-59 1033 0 0,2-21 371 0 0,3-23-1135 0 0,2-5-521 0 0,1 1 1 0 0,0-1-1 0 0,1 0 1 0 0,2 1-1 0 0,0 0 1 0 0,0 0 0 0 0,2 1-1 0 0,0-1 1 0 0,1 2-1 0 0,14-20 1 0 0,-21 33 24 0 0,1 0 0 0 0,-1 0 0 0 0,1 0 0 0 0,0 0 0 0 0,0 1 0 0 0,0 0 0 0 0,0-1 0 0 0,0 1 0 0 0,1 0 0 0 0,-1 0 0 0 0,1 1 0 0 0,-1-1 0 0 0,1 1 0 0 0,0 0 0 0 0,0 0-1 0 0,4-1 1 0 0,-5 2 11 0 0,0 0 0 0 0,-1 0 0 0 0,1 0 0 0 0,0 0-1 0 0,-1 1 1 0 0,1-1 0 0 0,0 1 0 0 0,-1-1 0 0 0,1 1-1 0 0,-1 0 1 0 0,1 0 0 0 0,-1 0 0 0 0,0 1-1 0 0,1-1 1 0 0,-1 1 0 0 0,0-1 0 0 0,0 1 0 0 0,0 0-1 0 0,0-1 1 0 0,0 1 0 0 0,0 0 0 0 0,0 0-1 0 0,-1 1 1 0 0,1-1 0 0 0,0 2 0 0 0,4 8 29 0 0,0 0 1 0 0,-1 0 0 0 0,-1 0-1 0 0,0 1 1 0 0,-1-1 0 0 0,0 1-1 0 0,-1 0 1 0 0,-1 0-1 0 0,0-1 1 0 0,0 1 0 0 0,-2 14-1 0 0,1-25 222 0 0,2-24-233 0 0,3 2-42 0 0,2 0 1 0 0,0 1 0 0 0,0 0-1 0 0,21-34 1 0 0,-24 45 8 0 0,1 0 1 0 0,0 1-1 0 0,1 0 0 0 0,0 0 1 0 0,0 0-1 0 0,0 1 1 0 0,1 0-1 0 0,-1 0 1 0 0,1 1-1 0 0,1 0 1 0 0,-1 0-1 0 0,1 1 0 0 0,14-7 1 0 0,-19 10 19 0 0,-1 0 1 0 0,1 1-1 0 0,-1-1 0 0 0,1 0 1 0 0,0 1-1 0 0,-1 0 1 0 0,1 0-1 0 0,-1 0 0 0 0,1 0 1 0 0,0 0-1 0 0,-1 0 1 0 0,1 0-1 0 0,-1 1 0 0 0,1 0 1 0 0,-1-1-1 0 0,1 1 1 0 0,-1 0-1 0 0,1 0 1 0 0,-1 0-1 0 0,0 1 0 0 0,1-1 1 0 0,-1 0-1 0 0,0 1 1 0 0,0 0-1 0 0,0-1 0 0 0,0 1 1 0 0,0 0-1 0 0,-1 0 1 0 0,1 0-1 0 0,0 0 0 0 0,-1 0 1 0 0,1 1-1 0 0,-1-1 1 0 0,0 0-1 0 0,0 1 0 0 0,1 4 1 0 0,2 3 70 0 0,-1 0 0 0 0,0 1 0 0 0,-1-1 0 0 0,0 1 0 0 0,-1 0 0 0 0,0 0 0 0 0,-1 15 0 0 0,-5 32 122 0 0,2-36-587 0 0,1 1-1 0 0,2 35 0 0 0,0-57 215 0 0,0 1 1 0 0,0-1 0 0 0,1 1-1 0 0,-1-1 1 0 0,0 1 0 0 0,1-1-1 0 0,-1 0 1 0 0,1 1 0 0 0,0-1-1 0 0,-1 0 1 0 0,1 1 0 0 0,0-1-1 0 0,0 0 1 0 0,-1 0 0 0 0,1 0-1 0 0,0 0 1 0 0,0 0 0 0 0,0 0-1 0 0,1 0 1 0 0,1 1 0 0 0,-1 0-433 0 0,0-1 1 0 0,1 0-1 0 0,-1-1 0 0 0,1 1 1 0 0,-1 0-1 0 0,1-1 0 0 0,-1 1 1 0 0,1-1-1 0 0,-1 0 0 0 0,1 0 1 0 0,3 0-1 0 0,16-2-5534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8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 1480 0 0,'-110'13'16264'0'0,"108"-13"-15490"0"0,0 1-85 0 0,-2-1-560 0 0,-16 5 1956 0 0,19-3-1212 0 0,14 1-942 0 0,31-1-577 0 0,55-4 0 0 0,-2-5-6282 0 0,-64 0 633 0 0,-17 5 989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19 3188 0 0,'10'-19'12621'0'0,"-8"24"-12207"0"0,-1-1 0 0 0,1 1 1 0 0,-1-1-1 0 0,0 1 0 0 0,0-1 1 0 0,0 1-1 0 0,-1 0 0 0 0,1 9 1 0 0,-5 45 1545 0 0,2-36-1323 0 0,-25 160 1841 0 0,6-59-1325 0 0,10-83-227 0 0,11-39-705 0 0,0-5-189 0 0,2-14-127 0 0,2-1-1 0 0,0 1 1 0 0,0 0 0 0 0,13-28-1 0 0,36-64-217 0 0,-40 84 241 0 0,2 2 0 0 0,22-30 0 0 0,-29 43 18 0 0,0 1 0 0 0,1 0-1 0 0,0 0 1 0 0,0 1 0 0 0,1 0 0 0 0,0 0-1 0 0,17-9 1 0 0,-25 16 34 0 0,0 0-1 0 0,0 0 1 0 0,0 0-1 0 0,1 0 1 0 0,-1 1 0 0 0,0-1-1 0 0,1 1 1 0 0,-1-1-1 0 0,1 1 1 0 0,-1 0 0 0 0,0 0-1 0 0,1 0 1 0 0,-1 0-1 0 0,1 0 1 0 0,-1 0-1 0 0,1 1 1 0 0,-1-1 0 0 0,0 1-1 0 0,4 1 1 0 0,-3 0 4 0 0,0 0 0 0 0,0 0-1 0 0,0 0 1 0 0,-1 0 0 0 0,1 0 0 0 0,0 1 0 0 0,-1-1 0 0 0,0 1 0 0 0,1 0-1 0 0,-1 0 1 0 0,0 0 0 0 0,1 3 0 0 0,3 6 20 0 0,-1-1 0 0 0,-1 1-1 0 0,0 0 1 0 0,0 1 0 0 0,-1-1 0 0 0,2 18 0 0 0,-1 40 83 0 0,-4-47-208 0 0,2-1 0 0 0,0 1 1 0 0,7 25-1 0 0,-9-46-63 0 0,1 0 0 0 0,-1-1 0 0 0,1 1 0 0 0,0 0-1 0 0,0-1 1 0 0,0 1 0 0 0,0-1 0 0 0,0 1 0 0 0,1-1 0 0 0,-1 1-1 0 0,0-1 1 0 0,0 0 0 0 0,1 0 0 0 0,-1 0 0 0 0,1 0-1 0 0,-1 0 1 0 0,1 0 0 0 0,0 0 0 0 0,-1 0 0 0 0,1 0 0 0 0,0-1-1 0 0,0 1 1 0 0,-1-1 0 0 0,1 1 0 0 0,0-1 0 0 0,0 0 0 0 0,0 0-1 0 0,0 0 1 0 0,-1 0 0 0 0,1 0 0 0 0,0 0 0 0 0,0 0 0 0 0,2-1-1 0 0,5-1-1505 0 0,0 0-1 0 0,0 0 0 0 0,-1 0 1 0 0,1-1-1 0 0,15-9 0 0 0,-2 0-4017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6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2400 0 0,'0'0'18285'0'0,"3"0"-17929"0"0,46-7-117 0 0,0 2-1 0 0,56 2 1 0 0,43-4-8465 0 0,-124 1 2474 0 0,-12 2 377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68 452 0 0,'23'-46'15621'0'0,"-23"46"-15524"0"0,1-1-1 0 0,-1 1 1 0 0,0-1 0 0 0,0 1-1 0 0,0 0 1 0 0,1-1 0 0 0,-1 1-1 0 0,0 0 1 0 0,0-1 0 0 0,1 1 0 0 0,-1 0-1 0 0,0-1 1 0 0,1 1 0 0 0,-1 0-1 0 0,0 0 1 0 0,1-1 0 0 0,-1 1-1 0 0,0 0 1 0 0,1 0 0 0 0,-1 0 0 0 0,1-1-1 0 0,-1 1 1 0 0,0 0 0 0 0,1 0-1 0 0,0 0 1 0 0,2 3 61 0 0,0 0-1 0 0,0 0 1 0 0,-1 0 0 0 0,1 1-1 0 0,-1-1 1 0 0,0 1 0 0 0,0-1-1 0 0,0 1 1 0 0,0 0 0 0 0,0 0-1 0 0,-1 0 1 0 0,0 0 0 0 0,2 8-1 0 0,1 11 351 0 0,1 30-1 0 0,-3-33-335 0 0,-1 90 448 0 0,-2-59-37 0 0,1-49-526 0 0,0-7-483 0 0,1 0 287 0 0,-1-1 0 0 0,1 1 1 0 0,0 0-1 0 0,1 0 0 0 0,-1-1 0 0 0,1 1 0 0 0,4-8 0 0 0,-3 3-22 0 0,5-9-55 0 0,1-1 0 0 0,0 1 1 0 0,1 0-1 0 0,21-27 0 0 0,-25 36 160 0 0,2 1 0 0 0,0 1 0 0 0,0-1 0 0 0,0 1 0 0 0,1 1 0 0 0,0 0 0 0 0,0 0 0 0 0,1 0 0 0 0,19-8 0 0 0,-27 14 49 0 0,0 1 0 0 0,1-1 0 0 0,-1 1 0 0 0,0 0 0 0 0,0 0 0 0 0,0 0 0 0 0,1 0-1 0 0,-1 0 1 0 0,0 0 0 0 0,0 0 0 0 0,1 1 0 0 0,-1-1 0 0 0,0 1 0 0 0,0 0-1 0 0,0 0 1 0 0,0 0 0 0 0,0 0 0 0 0,0 0 0 0 0,0 0 0 0 0,3 2 0 0 0,0 1-4 0 0,0 1 1 0 0,1-1 0 0 0,-2 1-1 0 0,1 0 1 0 0,5 6-1 0 0,-6-5 23 0 0,1 1-1 0 0,-1 0 0 0 0,-1-1 1 0 0,0 2-1 0 0,0-1 0 0 0,0 0 1 0 0,0 0-1 0 0,-1 1 0 0 0,-1 0 1 0 0,2 8-1 0 0,-1 5 212 0 0,-2 1 1 0 0,-2 25-1 0 0,1 3 855 0 0,1-48-820 0 0,-3 5 366 0 0,8-14-595 0 0,-1-1 0 0 0,0 1 0 0 0,5-13 0 0 0,9-17-73 0 0,8-4 0 0 0,47-57-1 0 0,-60 84 10 0 0,0 0 0 0 0,0 1 1 0 0,1 0-1 0 0,1 1 0 0 0,0 1 0 0 0,1 0 1 0 0,16-8-1 0 0,-29 17 34 0 0,-1 1 0 0 0,1 0-1 0 0,-1 0 1 0 0,1 0 0 0 0,0 0 0 0 0,-1 0 0 0 0,1 0 0 0 0,0 1-1 0 0,-1-1 1 0 0,1 1 0 0 0,0 0 0 0 0,0 0 0 0 0,-1 0 0 0 0,1 0-1 0 0,0 1 1 0 0,0-1 0 0 0,-1 1 0 0 0,1-1 0 0 0,0 1-1 0 0,-1 0 1 0 0,1 0 0 0 0,-1 0 0 0 0,1 0 0 0 0,-1 1 0 0 0,1-1-1 0 0,-1 1 1 0 0,0-1 0 0 0,0 1 0 0 0,2 2 0 0 0,0 0 51 0 0,-1 0 1 0 0,0 0 0 0 0,0 0 0 0 0,-1 1-1 0 0,0-1 1 0 0,1 1 0 0 0,-1 0 0 0 0,-1-1-1 0 0,1 1 1 0 0,-1 0 0 0 0,0 0 0 0 0,0 0-1 0 0,0 0 1 0 0,-1 0 0 0 0,0 6 0 0 0,-1 15 192 0 0,-2 0 0 0 0,-1 0 1 0 0,-8 29-1 0 0,6-30-199 0 0,1 1 0 0 0,1-1 0 0 0,-1 30 0 0 0,5-51-128 0 0,0-1 1 0 0,1 1-1 0 0,-1-1 0 0 0,1 1 0 0 0,0-1 0 0 0,0 1 0 0 0,0-1 0 0 0,0 1 1 0 0,0-1-1 0 0,1 0 0 0 0,-1 0 0 0 0,1 0 0 0 0,0 0 0 0 0,0 0 0 0 0,0 0 1 0 0,1 0-1 0 0,-1-1 0 0 0,1 1 0 0 0,-1-1 0 0 0,1 1 0 0 0,0-1 0 0 0,0 0 1 0 0,0 0-1 0 0,0 0 0 0 0,0-1 0 0 0,4 2 0 0 0,-1-1-498 0 0,-1 0-1 0 0,0 0 0 0 0,1-1 1 0 0,0 0-1 0 0,-1 0 0 0 0,12 0 1 0 0,-11-1-641 0 0,0 0 0 0 0,0-1 0 0 0,0 1 1 0 0,0-2-1 0 0,0 1 0 0 0,8-3 0 0 0,6-4-5549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9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64 134 684 0 0,'-5'-3'1115'0'0,"-1"1"-1"0"0,1-1 1 0 0,-1 0 0 0 0,1-1 0 0 0,0 1-1 0 0,1-1 1 0 0,-6-5 0 0 0,8 8-913 0 0,1-1 0 0 0,-1 0 1 0 0,1 0-1 0 0,-1 0 0 0 0,1 0 0 0 0,0 0 1 0 0,0 0-1 0 0,-1-1 0 0 0,2 1 1 0 0,-1 0-1 0 0,0-1 0 0 0,0 1 1 0 0,1 0-1 0 0,-1-1 0 0 0,1 1 1 0 0,0-1-1 0 0,0 1 0 0 0,0 0 1 0 0,0-4-1 0 0,1 5-166 0 0,-1 0 1 0 0,0 0-1 0 0,1 0 0 0 0,0 1 1 0 0,-1-1-1 0 0,1 0 1 0 0,0 0-1 0 0,-1 0 0 0 0,1 1 1 0 0,0-1-1 0 0,0 1 0 0 0,-1-1 1 0 0,1 0-1 0 0,0 1 1 0 0,0-1-1 0 0,0 1 0 0 0,0 0 1 0 0,0-1-1 0 0,0 1 1 0 0,0 0-1 0 0,0-1 0 0 0,0 1 1 0 0,0 0-1 0 0,0 0 0 0 0,0 0 1 0 0,0 0-1 0 0,0 0 1 0 0,0 0-1 0 0,1 0 0 0 0,3 1 42 0 0,0 0-1 0 0,0 0 0 0 0,0 0 0 0 0,0 1 1 0 0,0-1-1 0 0,0 1 0 0 0,0 0 0 0 0,-1 1 0 0 0,1-1 1 0 0,-1 1-1 0 0,7 5 0 0 0,-3-2 36 0 0,-1 1 0 0 0,0 1 0 0 0,0-1 0 0 0,0 1 0 0 0,8 13 0 0 0,-4-2 77 0 0,-1 0 0 0 0,-1 0 1 0 0,-1 1-1 0 0,0 0 1 0 0,5 25-1 0 0,-6-10 572 0 0,-2 0-1 0 0,-1 1 1 0 0,-1 51 0 0 0,-4-77 498 0 0,-1-16-994 0 0,-1-22-288 0 0,6-3-3 0 0,1 0-1 0 0,2 0 1 0 0,1 1-1 0 0,1 0 1 0 0,2 0-1 0 0,1 0 0 0 0,2 2 1 0 0,0-1-1 0 0,2 2 1 0 0,1 0-1 0 0,26-35 1 0 0,-37 57-3 0 0,-1 0 1 0 0,1 0-1 0 0,0 1 1 0 0,0-1 0 0 0,0 1-1 0 0,1 0 1 0 0,-1 1-1 0 0,1-1 1 0 0,0 1 0 0 0,10-4-1 0 0,-14 7 24 0 0,0-1 0 0 0,-1 1 0 0 0,1 0-1 0 0,0 0 1 0 0,-1 0 0 0 0,1 0 0 0 0,0 0-1 0 0,-1 0 1 0 0,1 0 0 0 0,0 1 0 0 0,-1-1-1 0 0,1 1 1 0 0,0-1 0 0 0,-1 1 0 0 0,1 0-1 0 0,-1-1 1 0 0,1 1 0 0 0,-1 0 0 0 0,0 0-1 0 0,1 0 1 0 0,-1 0 0 0 0,0 0 0 0 0,1 1-1 0 0,1 1 1 0 0,0 1-8 0 0,0 0 0 0 0,0 0 0 0 0,0 1-1 0 0,0-1 1 0 0,-1 1 0 0 0,4 8 0 0 0,0 5 32 0 0,-2 1 0 0 0,0 0 0 0 0,-1 0 0 0 0,-1 1 0 0 0,-1 26 0 0 0,-1-26-1 0 0,1 0 0 0 0,0 0-1 0 0,2-1 1 0 0,0 1 0 0 0,8 22 0 0 0,-11-40-91 0 0,1 0-1 0 0,0 0 0 0 0,0 1 0 0 0,0-1 1 0 0,0 0-1 0 0,0 0 0 0 0,0-1 0 0 0,1 1 0 0 0,-1 0 1 0 0,0 0-1 0 0,1-1 0 0 0,0 1 0 0 0,-1-1 1 0 0,1 1-1 0 0,0-1 0 0 0,0 0 0 0 0,0 1 1 0 0,0-1-1 0 0,0 0 0 0 0,0 0 0 0 0,0 0 1 0 0,0-1-1 0 0,3 2 0 0 0,-2-2-215 0 0,1 0 0 0 0,-1 0-1 0 0,1 0 1 0 0,-1 0 0 0 0,1-1-1 0 0,0 1 1 0 0,-1-1 0 0 0,1 0-1 0 0,-1 0 1 0 0,0 0 0 0 0,1-1-1 0 0,-1 1 1 0 0,6-4 0 0 0,32-24-6396 0 0,-17 8 83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675 61 1324 0 0,'-10'-4'6651'0'0,"2"-1"-4943"0"0,-17-12 8267 0 0,24 16-9690 0 0,19-3-58 0 0,31-6-201 0 0,0 1-1 0 0,1 3 1 0 0,0 3 0 0 0,0 1 0 0 0,94 10 0 0 0,-133-7-33 0 0,-1 1 0 0 0,0 1 0 0 0,0-1-1 0 0,0 2 1 0 0,0 0 0 0 0,-1 0 0 0 0,1 0 0 0 0,-1 1 0 0 0,0 1 0 0 0,-1 0 0 0 0,1 0 0 0 0,14 14 0 0 0,-14-10 60 0 0,-1-1 0 0 0,-1 2-1 0 0,1-1 1 0 0,-2 1-1 0 0,0 0 1 0 0,0 0 0 0 0,-1 1-1 0 0,0-1 1 0 0,-1 1-1 0 0,4 18 1 0 0,0 10 282 0 0,-1 1 0 0 0,-2 0 1 0 0,-2 52-1 0 0,-12 125 920 0 0,9-208-1192 0 0,-78 667 3481 0 0,69-615-3218 0 0,-96 819 3055 0 0,75-571-2877 0 0,-33 484 1037 0 0,64-503-1541 0 0,-2 51 0 0 0,1-332 0 0 0,-1 1 0 0 0,0-1 0 0 0,-1 0 0 0 0,0 1 0 0 0,-5 13 0 0 0,6-21 0 0 0,0 0 0 0 0,0 0 0 0 0,-1-1 0 0 0,1 1 0 0 0,-1-1 0 0 0,0 1 0 0 0,0-1 0 0 0,0 1 0 0 0,0-1 0 0 0,0 0 0 0 0,-1 0 0 0 0,1 0 0 0 0,0 0 0 0 0,-1-1 0 0 0,0 1 0 0 0,1-1 0 0 0,-1 1 0 0 0,0-1 0 0 0,0 0 0 0 0,0 0 0 0 0,0 0 0 0 0,1 0 0 0 0,-5 0 0 0 0,-15 1 0 0 0,0 0 0 0 0,-1-1 0 0 0,1-1 0 0 0,-32-4 0 0 0,-90-21 0 0 0,111 18 0 0 0,-103-21-1101 0 0,-217-72-1 0 0,343 96 249 0 0,0 0 1 0 0,1 0-1 0 0,0-1 1 0 0,0 0-1 0 0,-9-7 0 0 0,14 9 141 0 0,1 0 0 0 0,0 0 0 0 0,0 0 0 0 0,0 0 0 0 0,0-1 0 0 0,-2-4 0 0 0,3 5-291 0 0,1 0 0 0 0,-1 0 1 0 0,1 0-1 0 0,0-1 0 0 0,0 1 1 0 0,0-1-1 0 0,0 1 0 0 0,0-6 1 0 0,0-12-8034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924 73 1036 0 0,'37'-15'20842'0'0,"-34"11"-19791"0"0,-4 3-961 0 0,0-1 0 0 0,0 0-1 0 0,0 0 1 0 0,0 1 0 0 0,-1-1-1 0 0,1 1 1 0 0,0-1 0 0 0,-1 1-1 0 0,1-1 1 0 0,-1 1 0 0 0,0 0-1 0 0,1 0 1 0 0,-1 0 0 0 0,0 0-1 0 0,0 0 1 0 0,1 0 0 0 0,-5-1-1 0 0,-39-9 26 0 0,32 8 29 0 0,-13-2-162 0 0,-1 1 0 0 0,0 1-1 0 0,0 1 1 0 0,0 1-1 0 0,0 2 1 0 0,0 0 0 0 0,0 2-1 0 0,0 1 1 0 0,0 2-1 0 0,1 0 1 0 0,0 2 0 0 0,0 0-1 0 0,-32 17 1 0 0,39-15-32 0 0,0 2 0 0 0,1 0 0 0 0,0 1 0 0 0,1 1 0 0 0,1 0 1 0 0,-25 29-1 0 0,21-18 43 0 0,1 0-1 0 0,1 1 1 0 0,1 1 0 0 0,-14 33 0 0 0,7-5 263 0 0,3 2 1 0 0,2 1-1 0 0,3 0 0 0 0,-13 85 1 0 0,-18 358 2812 0 0,41 4-272 0 0,6-199-1814 0 0,-2-172-912 0 0,-16 607 334 0 0,-7 38-405 0 0,20-563 0 0 0,1-119 0 0 0,2 110 0 0 0,3-203 0 0 0,-1 0 0 0 0,1 0 0 0 0,0 0 0 0 0,0-1 0 0 0,0 1 0 0 0,1 0 0 0 0,-1 0 0 0 0,1-1 0 0 0,0 1 0 0 0,0 0 0 0 0,0-1 0 0 0,0 0 0 0 0,1 0 0 0 0,4 5 0 0 0,-1-3 0 0 0,-1 0 0 0 0,1 0 0 0 0,0-1 0 0 0,1 0 0 0 0,-1-1 0 0 0,1 1 0 0 0,9 3 0 0 0,9 1 0 0 0,0-2 0 0 0,0 0 0 0 0,39 3 0 0 0,133 3-3248 0 0,-116-14-963 0 0,0-4 1 0 0,-1-3-1 0 0,135-33 0 0 0,-117 12-6061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2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51 292 2380 0 0,'1'-2'2001'0'0,"11"-21"7887"0"0,-15 36-9710 0 0,-9 27 389 0 0,-27 107 333 0 0,35-129-857 0 0,2 1 1 0 0,0-1 0 0 0,1 1-1 0 0,1 0 1 0 0,0 0 0 0 0,5 20-1 0 0,-5-36-12 0 0,1 1-1 0 0,-1 0 0 0 0,1-1 0 0 0,0 1 0 0 0,1-1 0 0 0,-1 1 0 0 0,0-1 0 0 0,1 0 0 0 0,0 1 1 0 0,0-1-1 0 0,0 0 0 0 0,0 0 0 0 0,1 0 0 0 0,-1 0 0 0 0,1-1 0 0 0,-1 1 0 0 0,1-1 0 0 0,0 1 1 0 0,0-1-1 0 0,0 0 0 0 0,0 0 0 0 0,1 0 0 0 0,-1-1 0 0 0,1 1 0 0 0,-1-1 0 0 0,1 0 0 0 0,-1 0 1 0 0,1 0-1 0 0,-1 0 0 0 0,1-1 0 0 0,0 1 0 0 0,0-1 0 0 0,-1 0 0 0 0,1 0 0 0 0,4-1 0 0 0,1 0 108 0 0,0 0 0 0 0,0-1 0 0 0,0 0 0 0 0,0 0 0 0 0,0-1-1 0 0,0-1 1 0 0,0 1 0 0 0,-1-1 0 0 0,0-1 0 0 0,0 0 0 0 0,0 0-1 0 0,0 0 1 0 0,8-8 0 0 0,-2-2 23 0 0,-1-1 0 0 0,0 0 0 0 0,-1-1-1 0 0,-1 0 1 0 0,0-1 0 0 0,-1 0 0 0 0,-1 0 0 0 0,12-36 0 0 0,-12 24 62 0 0,-2 1 0 0 0,0-1 0 0 0,-2 0 1 0 0,-1 0-1 0 0,0-42 0 0 0,-4 57-165 0 0,-1 0 0 0 0,-1 1 0 0 0,0-1 0 0 0,-1 0 0 0 0,-8-23 0 0 0,7 29-59 0 0,0-1 0 0 0,0 0 0 0 0,-1 1-1 0 0,0 0 1 0 0,0 0 0 0 0,-1 1-1 0 0,0 0 1 0 0,-1 0 0 0 0,-8-8-1 0 0,13 14-80 0 0,-1 0 0 0 0,0 0 0 0 0,1 0 0 0 0,-1 0 0 0 0,0 0 0 0 0,0 1 0 0 0,0-1-1 0 0,0 1 1 0 0,-1 0 0 0 0,1 0 0 0 0,0 0 0 0 0,-1 0 0 0 0,1 1 0 0 0,0-1 0 0 0,-1 1-1 0 0,1 0 1 0 0,-1 0 0 0 0,1 0 0 0 0,0 1 0 0 0,-1-1 0 0 0,1 1 0 0 0,0 0 0 0 0,-1-1 0 0 0,1 1-1 0 0,0 1 1 0 0,0-1 0 0 0,0 0 0 0 0,0 1 0 0 0,-4 2 0 0 0,2-1-390 0 0,1 1 0 0 0,0-1 0 0 0,0 0 0 0 0,0 1 0 0 0,0 0 0 0 0,0 0 0 0 0,-5 9-1 0 0,7-9-338 0 0,-1-1-1 0 0,1 1 1 0 0,0 0-1 0 0,1 0 0 0 0,-1 0 1 0 0,1 1-1 0 0,0-1 1 0 0,0 0-1 0 0,-1 8 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3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89 792 0 0,'-6'-5'1180'0'0,"1"1"-1"0"0,1-1 0 0 0,-1-1 1 0 0,1 1-1 0 0,0-1 1 0 0,0 0-1 0 0,1 0 1 0 0,-1 0-1 0 0,-3-10 0 0 0,7 16-1150 0 0,0-1 0 0 0,0 0 0 0 0,0 0-1 0 0,-1 0 1 0 0,1 1 0 0 0,0-1-1 0 0,1 0 1 0 0,-1 0 0 0 0,0 0-1 0 0,0 1 1 0 0,0-1 0 0 0,0 0 0 0 0,1 0-1 0 0,-1 0 1 0 0,0 1 0 0 0,1-1-1 0 0,-1 0 1 0 0,0 1 0 0 0,1-1-1 0 0,-1 0 1 0 0,1 1 0 0 0,-1-1 0 0 0,1 0-1 0 0,-1 1 1 0 0,1-1 0 0 0,0 1-1 0 0,-1-1 1 0 0,1 1 0 0 0,0-1-1 0 0,-1 1 1 0 0,1 0 0 0 0,0-1-1 0 0,0 1 1 0 0,-1 0 0 0 0,1 0 0 0 0,0-1-1 0 0,0 1 1 0 0,-1 0 0 0 0,1 0-1 0 0,0 0 1 0 0,0 0 0 0 0,1 0-1 0 0,1 0 0 0 0,-1 0 0 0 0,1 0 0 0 0,-1 0-1 0 0,1 0 1 0 0,0 1 0 0 0,-1-1-1 0 0,1 1 1 0 0,-1 0 0 0 0,1-1-1 0 0,-1 1 1 0 0,4 2 0 0 0,-4-1 27 0 0,0 0 0 0 0,0 1 0 0 0,0-1 0 0 0,0 1 0 0 0,0 0 0 0 0,0-1 0 0 0,0 1 0 0 0,-1 0 0 0 0,0 0 0 0 0,1 0 0 0 0,1 6 0 0 0,6 35 491 0 0,-7-28-365 0 0,-1-1 1 0 0,-1 0 0 0 0,-1 0 0 0 0,0 1 0 0 0,-1-1-1 0 0,0 0 1 0 0,-2 0 0 0 0,1 0 0 0 0,-2-1-1 0 0,0 1 1 0 0,-8 14 0 0 0,0-2-9 0 0,-1 0 1 0 0,-2-2-1 0 0,0 0 1 0 0,-34 39-1 0 0,-2-10 79 0 0,47-49-205 0 0,-1 0 0 0 0,0-1 1 0 0,0 0-1 0 0,0 0 0 0 0,0 0 0 0 0,-1-1 1 0 0,-12 5-1 0 0,16-7-38 0 0,0 0 1 0 0,1-1-1 0 0,-1 0 0 0 0,0 1 0 0 0,0-1 1 0 0,1 0-1 0 0,-1-1 0 0 0,0 1 0 0 0,1 0 1 0 0,-1-1-1 0 0,0 1 0 0 0,1-1 0 0 0,-1 0 1 0 0,0 0-1 0 0,1 0 0 0 0,0 0 0 0 0,-1-1 1 0 0,1 1-1 0 0,-1-1 0 0 0,1 1 0 0 0,0-1 1 0 0,0 0-1 0 0,0 1 0 0 0,0-1 0 0 0,0 0 1 0 0,-1-3-1 0 0,-2-1-31 0 0,1-1 1 0 0,0 1-1 0 0,0-1 1 0 0,1 0 0 0 0,0 1-1 0 0,0-2 1 0 0,-3-11-1 0 0,6 18 17 0 0,-1 0 0 0 0,1 0 0 0 0,0 1 0 0 0,0-1 0 0 0,0 0 0 0 0,0 0-1 0 0,0 0 1 0 0,0 0 0 0 0,0 0 0 0 0,0 0 0 0 0,0 0 0 0 0,0 0 0 0 0,1 1 0 0 0,-1-1 0 0 0,0 0 0 0 0,0 0-1 0 0,1 0 1 0 0,-1 0 0 0 0,1 1 0 0 0,-1-1 0 0 0,1 0 0 0 0,-1 0 0 0 0,1 1 0 0 0,-1-1 0 0 0,1 0 0 0 0,0 1 0 0 0,-1-1-1 0 0,1 1 1 0 0,0-1 0 0 0,0 1 0 0 0,-1-1 0 0 0,1 1 0 0 0,0-1 0 0 0,0 1 0 0 0,0 0 0 0 0,0 0 0 0 0,0-1 0 0 0,-1 1-1 0 0,1 0 1 0 0,0 0 0 0 0,0 0 0 0 0,1 0 0 0 0,3-1-6 0 0,-1 1 0 0 0,0 0 1 0 0,1 0-1 0 0,-1 0 0 0 0,1 1 0 0 0,-1 0 1 0 0,6 1-1 0 0,1 2-7 0 0,0 0 0 0 0,0 1 0 0 0,-1 1 1 0 0,1 0-1 0 0,-1 0 0 0 0,0 1 0 0 0,15 13 0 0 0,1 6 83 0 0,28 32-1 0 0,-38-38-1077 0 0,0-1 0 0 0,2-1 1 0 0,1 0-1 0 0,33 24 0 0 0,-46-39 40 0 0,1 1 0 0 0,0-1 0 0 0,0 0 1 0 0,0-1-1 0 0,0 0 0 0 0,12 3 0 0 0,0-3-3545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3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20 141 1200 0 0,'24'-106'13612'0'0,"-23"104"-13284"0"0,0-3 12 0 0,-1 5-327 0 0,0 0 0 0 0,0 0 0 0 0,0 0 0 0 0,0 0 0 0 0,0 0 0 0 0,0 0 0 0 0,0 0 0 0 0,0 0 0 0 0,0 0 1 0 0,0 0-1 0 0,0 0 0 0 0,0 0 0 0 0,0 0 0 0 0,0 0 0 0 0,0 0 0 0 0,1 0 0 0 0,-1 0 0 0 0,0 0 0 0 0,0 0 1 0 0,0 0-1 0 0,0 0 0 0 0,0 0 0 0 0,0 0 0 0 0,0-1 0 0 0,0 1 0 0 0,0 0 0 0 0,0 0 0 0 0,0 0 0 0 0,0 0 1 0 0,0 0-1 0 0,0 0 0 0 0,0 0 0 0 0,0 0 0 0 0,0 0 0 0 0,0 0 0 0 0,0 0 0 0 0,0 0 0 0 0,0 0 0 0 0,0 0 0 0 0,2 17 318 0 0,-2 0 0 0 0,0 0 0 0 0,0 0 0 0 0,-2 0 0 0 0,0 0-1 0 0,-8 28 1 0 0,4-12-132 0 0,-18 98 1647 0 0,23-129-1405 0 0,-2-15-101 0 0,4-4-313 0 0,0-1 0 0 0,1 1 0 0 0,9-34 0 0 0,-8 41-50 0 0,0 0 1 0 0,1 0 0 0 0,0 0-1 0 0,0 0 1 0 0,1 1-1 0 0,1 0 1 0 0,-1 0 0 0 0,9-10-1 0 0,-12 17 11 0 0,0 0 0 0 0,0 0 1 0 0,0 0-1 0 0,0 0 0 0 0,0 0 0 0 0,1 1 0 0 0,-1-1 0 0 0,1 1 0 0 0,-1 0 0 0 0,1-1 0 0 0,0 1 0 0 0,-1 0 0 0 0,1 0 0 0 0,0 1 1 0 0,0-1-1 0 0,0 1 0 0 0,0-1 0 0 0,0 1 0 0 0,0 0 0 0 0,-1 0 0 0 0,1 0 0 0 0,0 0 0 0 0,0 1 0 0 0,0-1 0 0 0,0 1 1 0 0,0 0-1 0 0,3 1 0 0 0,1 1-4 0 0,0 0-1 0 0,-1 1 1 0 0,1 0 0 0 0,0 0-1 0 0,-1 1 1 0 0,0 0 0 0 0,0 0 0 0 0,-1 0-1 0 0,6 8 1 0 0,-1-3 34 0 0,-2 1 0 0 0,1 1 0 0 0,-1-1 0 0 0,-1 1 0 0 0,0 0 0 0 0,-1 1-1 0 0,-1 0 1 0 0,0 0 0 0 0,0 0 0 0 0,5 27 0 0 0,-10-39-10 0 0,0-1-1 0 0,0 1 1 0 0,0 0 0 0 0,0 0 0 0 0,0-1-1 0 0,0 1 1 0 0,0 0 0 0 0,0-1 0 0 0,0 1 0 0 0,-1 0-1 0 0,1-1 1 0 0,0 1 0 0 0,0 0 0 0 0,-1-1-1 0 0,1 1 1 0 0,0 0 0 0 0,-1-1 0 0 0,1 1-1 0 0,-1-1 1 0 0,1 1 0 0 0,-1-1 0 0 0,0 1-1 0 0,1-1-4 0 0,0 1 0 0 0,-1-1 0 0 0,1 0 0 0 0,0 0 0 0 0,-1 0 0 0 0,1 0 0 0 0,0 0 0 0 0,0 0 0 0 0,-1 0 0 0 0,1 0 0 0 0,0-1 0 0 0,-1 1 0 0 0,1 0 0 0 0,0 0 0 0 0,0 0 0 0 0,-1 0 0 0 0,1 0 0 0 0,0 0 0 0 0,0-1 0 0 0,-1 1 0 0 0,1 0 0 0 0,0 0 0 0 0,0 0 0 0 0,-1 0 0 0 0,1-1 0 0 0,0 1 0 0 0,0 0 0 0 0,0 0 0 0 0,0-1 0 0 0,-1 1 0 0 0,1 0-1 0 0,0 0 1 0 0,0-1 0 0 0,0 1 0 0 0,0 0 0 0 0,0-1 0 0 0,0 1 0 0 0,0 0 0 0 0,0 0 0 0 0,0-1 0 0 0,0 1 0 0 0,0 0 0 0 0,0-1 0 0 0,0 1 0 0 0,0 0 0 0 0,0 0 0 0 0,0-1 0 0 0,0 1 0 0 0,0 0 0 0 0,0-1 0 0 0,-1-17-29 0 0,1-1 0 0 0,1 1 1 0 0,1 0-1 0 0,0 0 0 0 0,1 0 1 0 0,1 0-1 0 0,1 0 0 0 0,0 1 0 0 0,2 0 1 0 0,11-23-1 0 0,-14 31 6 0 0,1 1 0 0 0,0 0 0 0 0,1 1 1 0 0,0-1-1 0 0,0 1 0 0 0,0 0 0 0 0,1 0 0 0 0,0 1 0 0 0,14-10 0 0 0,-15 13 14 0 0,0 0-1 0 0,0 0 1 0 0,0 0-1 0 0,1 0 1 0 0,-1 1-1 0 0,1 0 0 0 0,0 1 1 0 0,0-1-1 0 0,0 1 1 0 0,0 1-1 0 0,-1-1 1 0 0,1 1-1 0 0,0 0 0 0 0,11 2 1 0 0,-11 0 11 0 0,0-1 0 0 0,1 1 0 0 0,-1 0 0 0 0,-1 0 0 0 0,1 1 0 0 0,0 0 0 0 0,-1 0 0 0 0,1 1-1 0 0,-1 0 1 0 0,0 0 0 0 0,0 0 0 0 0,0 1 0 0 0,-1 0 0 0 0,0 0 0 0 0,0 0 0 0 0,0 1 0 0 0,0-1 0 0 0,-1 1 0 0 0,0 0 0 0 0,0 1 0 0 0,5 12 0 0 0,2 9-41 0 0,-2 0 1 0 0,0 0-1 0 0,-2 1 0 0 0,3 34 1 0 0,2-1-840 0 0,-10-55 373 0 0,-1 0-1 0 0,2 1 1 0 0,-1-1-1 0 0,1 0 1 0 0,0 0-1 0 0,5 9 1 0 0,-5-13-235 0 0,-1 0 0 0 0,0 0 0 0 0,0-1 0 0 0,1 1 0 0 0,0-1 1 0 0,-1 1-1 0 0,1-1 0 0 0,0 0 0 0 0,5 3 0 0 0,7 1-5531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5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3 566 1532 0 0,'0'0'7738'0'0,"1"0"-7546"0"0,0 0 0 0 0,0 1 0 0 0,0-1 1 0 0,0 0-1 0 0,0 0 0 0 0,0 1 1 0 0,0-1-1 0 0,0 0 0 0 0,0 1 1 0 0,0-1-1 0 0,-1 1 0 0 0,3 0 1 0 0,-11 83 4061 0 0,1 5-3078 0 0,6-87-1074 0 0,1 0 0 0 0,0 0-1 0 0,0 0 1 0 0,0 0 0 0 0,0 0-1 0 0,0 0 1 0 0,0 0 0 0 0,0 0-1 0 0,1 0 1 0 0,-1 0 0 0 0,1 0-1 0 0,0-1 1 0 0,-1 1 0 0 0,1 0-1 0 0,0 0 1 0 0,0-1 0 0 0,0 1-1 0 0,0 0 1 0 0,0-1 0 0 0,1 1-1 0 0,-1-1 1 0 0,0 1 0 0 0,4 1-1 0 0,-4-3-43 0 0,1 0 0 0 0,0 0 0 0 0,0 0 0 0 0,0 0 0 0 0,0 0 0 0 0,0-1 0 0 0,0 1 0 0 0,0-1 0 0 0,-1 1 0 0 0,1-1 0 0 0,0 0 0 0 0,0 0-1 0 0,-1 1 1 0 0,3-3 0 0 0,-1 1 67 0 0,7-3-37 0 0,0-1-1 0 0,-1-1 1 0 0,0 0 0 0 0,0 0-1 0 0,0-1 1 0 0,-1 0-1 0 0,0 0 1 0 0,7-11 0 0 0,5-9-1 0 0,22-42 0 0 0,-11 12-169 0 0,-3-1 1 0 0,30-93-1 0 0,18-133-163 0 0,-71 233-109 0 0,-19 58 262 0 0,10-2 78 0 0,0 0-1 0 0,0 1 0 0 0,1-1 1 0 0,-1 1-1 0 0,1 0 0 0 0,0 0 1 0 0,0 0-1 0 0,1 0 0 0 0,-3 8 1 0 0,0-2-9 0 0,-10 23 20 0 0,1 1 0 0 0,2 0 0 0 0,2 1 0 0 0,1 0 0 0 0,2 1-1 0 0,1 0 1 0 0,2 0 0 0 0,2 0 0 0 0,2 49 0 0 0,1-72 16 0 0,1 0 0 0 0,0 0-1 0 0,1 0 1 0 0,1 0 0 0 0,0 0-1 0 0,11 21 1 0 0,-11-27-111 0 0,0 0 0 0 0,1 0 0 0 0,0 0 0 0 0,1-1 0 0 0,-1 0 0 0 0,1 0 0 0 0,1-1 0 0 0,-1 0 0 0 0,1 0 0 0 0,0 0 0 0 0,14 7 0 0 0,-2-3-807 0 0,1-1 0 0 0,-1-1-1 0 0,1 0 1 0 0,42 9-1 0 0,37-2-5219 0 0,-36-10-193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5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11 1308 0 0,'-22'-9'9884'0'0,"21"9"-9813"0"0,1 0 0 0 0,-1-1 0 0 0,0 1 1 0 0,1 0-1 0 0,-1 0 0 0 0,0 0 1 0 0,1-1-1 0 0,-1 1 0 0 0,0 0 0 0 0,1 0 1 0 0,-1 0-1 0 0,0 0 0 0 0,1 1 0 0 0,-1-1 1 0 0,0 0-1 0 0,0 0 0 0 0,1 0 1 0 0,-1 0-1 0 0,1 1 0 0 0,-1-1 0 0 0,0 0 1 0 0,1 1-1 0 0,-1-1 0 0 0,1 0 0 0 0,-1 1 1 0 0,0-1-1 0 0,1 1 0 0 0,-1-1 0 0 0,1 1 1 0 0,0-1-1 0 0,-1 1 0 0 0,1-1 1 0 0,-1 1-1 0 0,1-1 0 0 0,0 1 0 0 0,-1 0 1 0 0,1-1-1 0 0,0 1 0 0 0,0 0 0 0 0,-1-1 1 0 0,1 1-1 0 0,0 0 0 0 0,0-1 0 0 0,0 1 1 0 0,0 0-1 0 0,0 1 0 0 0,-1 6 239 0 0,1 1-1 0 0,0-1 0 0 0,1 13 0 0 0,0-2 197 0 0,-1 11 219 0 0,-3 0 0 0 0,0 0 0 0 0,-14 53 0 0 0,15-74-382 0 0,-4 10 1071 0 0,5-18-1393 0 0,1-1 0 0 0,0 0 0 0 0,-1 1 0 0 0,1-1 0 0 0,0 1 0 0 0,-1-1-1 0 0,1 0 1 0 0,-1 1 0 0 0,1-1 0 0 0,0 0 0 0 0,-1 1 0 0 0,1-1 0 0 0,-1 0 0 0 0,1 0 0 0 0,-1 0 0 0 0,1 1 0 0 0,-1-1 0 0 0,1 0-1 0 0,-1 0 1 0 0,1 0 0 0 0,-1 0 0 0 0,1 0 0 0 0,-1 0 0 0 0,0 0 0 0 0,1 0 0 0 0,-1 0 0 0 0,0 0 0 0 0,1-1-22 0 0,-1 0 1 0 0,1 0-1 0 0,-1 1 1 0 0,1-1 0 0 0,0 0-1 0 0,-1 0 1 0 0,1 0-1 0 0,0 0 1 0 0,0 0 0 0 0,0 1-1 0 0,-1-1 1 0 0,1 0-1 0 0,0 0 1 0 0,0 0 0 0 0,0 0-1 0 0,1 0 1 0 0,-1-1-1 0 0,2-14-80 0 0,0-1 0 0 0,1 1 1 0 0,1-1-1 0 0,1 1 0 0 0,0 1 0 0 0,1-1 0 0 0,16-29 0 0 0,-19 40 56 0 0,0-1-1 0 0,0 1 1 0 0,1-1 0 0 0,-1 1-1 0 0,1 0 1 0 0,1 1 0 0 0,-1-1-1 0 0,1 1 1 0 0,-1-1 0 0 0,1 1-1 0 0,1 1 1 0 0,-1-1 0 0 0,0 1-1 0 0,1 0 1 0 0,0 0 0 0 0,9-3-1 0 0,-12 6 17 0 0,0-1 0 0 0,0 1-1 0 0,0 0 1 0 0,0 0 0 0 0,0 0 0 0 0,0 0-1 0 0,0 1 1 0 0,0-1 0 0 0,0 1 0 0 0,0 0-1 0 0,0 0 1 0 0,0 0 0 0 0,0 0 0 0 0,0 0-1 0 0,0 1 1 0 0,-1-1 0 0 0,1 1 0 0 0,-1 0-1 0 0,4 2 1 0 0,0 1-4 0 0,0 1-1 0 0,0-1 1 0 0,-1 1-1 0 0,1 0 1 0 0,7 13-1 0 0,-6-6 70 0 0,0 0 0 0 0,-2 0 0 0 0,0 1 0 0 0,0 0 0 0 0,-1 0 0 0 0,-1 1 0 0 0,0-1-1 0 0,-1 1 1 0 0,0-1 0 0 0,-2 1 0 0 0,0 0 0 0 0,0-1 0 0 0,-3 19 0 0 0,-1-16 339 0 0,4-17-393 0 0,0 0-1 0 0,0 0 0 0 0,0 0 1 0 0,-1 0-1 0 0,1 0 0 0 0,0 0 1 0 0,0 1-1 0 0,0-1 0 0 0,0 0 1 0 0,0 0-1 0 0,0 0 1 0 0,0 0-1 0 0,0 0 0 0 0,0 0 1 0 0,-1 0-1 0 0,1 0 0 0 0,0 0 1 0 0,0 0-1 0 0,0 0 0 0 0,0 0 1 0 0,0 0-1 0 0,0 0 0 0 0,0 0 1 0 0,0 0-1 0 0,-1 0 0 0 0,1 0 1 0 0,0 0-1 0 0,0 0 0 0 0,0 0 1 0 0,0 0-1 0 0,0 0 1 0 0,0 0-1 0 0,0-1 0 0 0,0 1 1 0 0,-1 0-1 0 0,1 0 0 0 0,0 0 1 0 0,0 0-1 0 0,0 0 0 0 0,0 0 1 0 0,0 0-1 0 0,0 0 0 0 0,0 0 1 0 0,0 0-1 0 0,0 0 0 0 0,0-1 1 0 0,0 1-1 0 0,0 0 0 0 0,0 0 1 0 0,0 0-1 0 0,0 0 0 0 0,0 0 1 0 0,0 0-1 0 0,0 0 1 0 0,0 0-1 0 0,0-1 0 0 0,0 1 1 0 0,-5-24-166 0 0,7 6 99 0 0,1 0-1 0 0,1 0 1 0 0,0 1-1 0 0,1-1 1 0 0,1 1-1 0 0,1 0 1 0 0,0 0 0 0 0,1 1-1 0 0,1 0 1 0 0,0 1-1 0 0,1-1 1 0 0,1 2-1 0 0,1 0 1 0 0,24-24 0 0 0,-32 34 46 0 0,0 1 0 0 0,0-1 1 0 0,1 1-1 0 0,0 0 0 0 0,0 1 1 0 0,-1-1-1 0 0,1 1 0 0 0,1 0 1 0 0,-1 0-1 0 0,0 0 0 0 0,0 1 1 0 0,1 0-1 0 0,-1 0 0 0 0,1 0 1 0 0,10 1-1 0 0,-11 0 13 0 0,-1 1 0 0 0,1 0 0 0 0,-1 0 0 0 0,0 0 0 0 0,0 0 0 0 0,1 1 0 0 0,-1 0 0 0 0,0 0 0 0 0,0 0 0 0 0,0 0 0 0 0,-1 1 0 0 0,1-1 0 0 0,-1 1 0 0 0,1 0 0 0 0,-1 0 0 0 0,0 0 0 0 0,0 1 0 0 0,0-1 0 0 0,5 8 0 0 0,-2 1 43 0 0,-1-1 1 0 0,1 1-1 0 0,-2 0 1 0 0,0 1 0 0 0,0-1-1 0 0,-1 1 1 0 0,-1 0-1 0 0,2 16 1 0 0,7 36-200 0 0,-10-62-59 0 0,0 0 1 0 0,1 0 0 0 0,-1 0-1 0 0,0 0 1 0 0,1 0-1 0 0,0-1 1 0 0,0 1 0 0 0,-1-1-1 0 0,2 1 1 0 0,-1-1 0 0 0,0 0-1 0 0,0 1 1 0 0,1-1-1 0 0,-1 0 1 0 0,1-1 0 0 0,-1 1-1 0 0,1 0 1 0 0,0-1-1 0 0,0 0 1 0 0,0 1 0 0 0,0-1-1 0 0,4 1 1 0 0,3 0-1138 0 0,1 0 0 0 0,-1 0 0 0 0,0-1 1 0 0,0 0-1 0 0,20-1 0 0 0,3-3-3066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4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2068 0 0,'10'-6'1391'0'0,"0"-1"0"0"0,0 1 0 0 0,0 1 0 0 0,1 0 0 0 0,20-6 0 0 0,-30 11-1280 0 0,0 0 0 0 0,1 0 0 0 0,-1 0 0 0 0,0 1 0 0 0,1-1 0 0 0,-1 0 0 0 0,0 1 0 0 0,0-1 0 0 0,0 1 0 0 0,1-1 0 0 0,-1 1 0 0 0,0 0 0 0 0,0-1-1 0 0,0 1 1 0 0,0 0 0 0 0,0 0 0 0 0,0 0 0 0 0,0 0 0 0 0,0 0 0 0 0,1 2 0 0 0,13 20 1526 0 0,-9-8-1044 0 0,0-1-1 0 0,-2 1 1 0 0,0 1 0 0 0,0-1 0 0 0,-1 1 0 0 0,1 29 0 0 0,-4-7 657 0 0,-7 62 0 0 0,5-90-239 0 0,0-17-866 0 0,3-22-309 0 0,5 5 100 0 0,1 0 0 0 0,1 0 1 0 0,1 0-1 0 0,2 1 0 0 0,0 0 0 0 0,1 1 1 0 0,1 1-1 0 0,30-39 0 0 0,-37 54 38 0 0,-1 0 1 0 0,1 0-1 0 0,0 0 0 0 0,1 1 0 0 0,-1 0 0 0 0,1 0 0 0 0,0 1 0 0 0,0 0 0 0 0,0 0 0 0 0,1 0 1 0 0,14-4-1 0 0,-18 7 24 0 0,0 0 1 0 0,0 1-1 0 0,1-1 1 0 0,-1 1-1 0 0,0 0 1 0 0,0 0-1 0 0,0 0 1 0 0,0 0-1 0 0,0 1 1 0 0,1 0-1 0 0,-1 0 1 0 0,0 0-1 0 0,0 0 1 0 0,-1 1-1 0 0,1-1 1 0 0,0 1-1 0 0,0 0 1 0 0,-1 0-1 0 0,1 1 1 0 0,-1-1-1 0 0,0 1 1 0 0,0-1-1 0 0,0 1 1 0 0,0 0-1 0 0,4 5 1 0 0,-2-2 48 0 0,-1 1 0 0 0,1 0-1 0 0,-1 0 1 0 0,0 0 0 0 0,-1 1 0 0 0,1-1-1 0 0,-1 1 1 0 0,-1 0 0 0 0,0 0 0 0 0,2 9 0 0 0,-1 7 69 0 0,-1 1 0 0 0,-1 24 0 0 0,-2-30-76 0 0,2-1-1 0 0,0 1 0 0 0,1-1 0 0 0,8 34 0 0 0,-8-47-126 0 0,0 0 0 0 0,0 0 1 0 0,0 0-1 0 0,1 0 0 0 0,0-1 0 0 0,0 1 0 0 0,0-1 0 0 0,1 0 0 0 0,-1 0 0 0 0,1 0 0 0 0,0-1 0 0 0,0 1 0 0 0,0-1 0 0 0,1 0 0 0 0,-1 0 0 0 0,1 0 0 0 0,0-1 0 0 0,0 0 0 0 0,0 0 0 0 0,5 2 0 0 0,-1-1-797 0 0,1 0-1 0 0,0-1 1 0 0,20 2 0 0 0,-18-4-1616 0 0,1 0 1 0 0,20-2 0 0 0,-7-2-4395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6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17 476 0 0,'0'0'14545'0'0,"-3"0"-13703"0"0,-9 0 2805 0 0,22 5-2548 0 0,6-2-776 0 0,-1-2 1 0 0,1 0 0 0 0,19-1-1 0 0,-14 0-232 0 0,10-1-1204 0 0,48-6 0 0 0,-65 5-2456 0 0,0-1 1 0 0,28-10-1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36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27 2012 0 0,'10'-20'12978'0'0,"-5"13"-11124"0"0,-4 11-1596 0 0,0-1 1 0 0,0 0 0 0 0,0 1 0 0 0,-1-1 0 0 0,0 0 0 0 0,1 1 0 0 0,-1-1 0 0 0,0 1 0 0 0,0-1 0 0 0,-1 5 0 0 0,-8 41 1668 0 0,4-27-1178 0 0,-15 66 1069 0 0,-30 83 0 0 0,22-80-1151 0 0,18-68 73 0 0,10-23-730 0 0,0 0-1 0 0,0 0 0 0 0,0 0 1 0 0,0 0-1 0 0,0 0 1 0 0,0 0-1 0 0,0 0 1 0 0,0 0-1 0 0,0 0 1 0 0,0 0-1 0 0,0 0 1 0 0,0 0-1 0 0,0 0 1 0 0,0 0-1 0 0,0 0 0 0 0,0 0 1 0 0,0-1-1 0 0,0 1 1 0 0,0 0-1 0 0,0 0 1 0 0,0 0-1 0 0,0 0 1 0 0,0 0-1 0 0,0 0 1 0 0,0 0-1 0 0,0 0 1 0 0,0 0-1 0 0,0 0 0 0 0,0 0 1 0 0,0 0-1 0 0,0 0 1 0 0,-1 0-1 0 0,1 0 1 0 0,0 0-1 0 0,0 0 1 0 0,0 0-1 0 0,0 0 1 0 0,4-15 39 0 0,12-28-257 0 0,1 1-1 0 0,3 1 1 0 0,1 0-1 0 0,2 1 1 0 0,41-53 0 0 0,-56 82 187 0 0,12-16-96 0 0,37-40 0 0 0,-51 61 88 0 0,1 0 1 0 0,-1 0-1 0 0,1 1 1 0 0,0 0 0 0 0,0 0-1 0 0,1 1 1 0 0,-1 0-1 0 0,1 0 1 0 0,0 1 0 0 0,0-1-1 0 0,14-2 1 0 0,-18 5 12 0 0,-1 1 0 0 0,1-1 0 0 0,0 1 0 0 0,-1 0 0 0 0,1 0 1 0 0,-1 0-1 0 0,1 1 0 0 0,-1-1 0 0 0,1 1 0 0 0,-1 0 0 0 0,1 0 0 0 0,-1 0 0 0 0,1 0 1 0 0,-1 1-1 0 0,0-1 0 0 0,0 1 0 0 0,4 3 0 0 0,-3-2 17 0 0,0 1 1 0 0,0 0-1 0 0,0 0 0 0 0,0 0 1 0 0,-1 1-1 0 0,0-1 0 0 0,0 1 0 0 0,0 0 1 0 0,-1-1-1 0 0,3 8 0 0 0,1 3 56 0 0,-1 1-1 0 0,-1 0 1 0 0,-1 0 0 0 0,0 1-1 0 0,-1-1 1 0 0,-1 25-1 0 0,-2 5 85 0 0,0-24-1137 0 0,1 0 0 0 0,2 25 0 0 0,-2-47 868 0 0,1 1-1 0 0,-1 0 0 0 0,0-1 0 0 0,1 1 0 0 0,-1-1 0 0 0,0 1 0 0 0,1-1 0 0 0,-1 1 1 0 0,0-1-1 0 0,1 0 0 0 0,-1 1 0 0 0,1-1 0 0 0,-1 1 0 0 0,1-1 0 0 0,-1 0 0 0 0,1 1 1 0 0,-1-1-1 0 0,1 0 0 0 0,-1 0 0 0 0,1 1 0 0 0,0-1 0 0 0,-1 0 0 0 0,1 0 0 0 0,-1 0 1 0 0,1 0-1 0 0,0 0 0 0 0,-1 0 0 0 0,1 0 0 0 0,0 0 0 0 0,-1 0 0 0 0,1 0 0 0 0,-1 0 1 0 0,1 0-1 0 0,0 0 0 0 0,20-6-3951 0 0,-8-1-801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6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2172 0 0,'1'-7'973'0'0,"0"0"0"0"0,1 0 1 0 0,0 1-1 0 0,0-1 0 0 0,1 1 0 0 0,0-1 0 0 0,0 1 0 0 0,5-7 0 0 0,-6 10-805 0 0,1 0-1 0 0,0 0 1 0 0,0 1-1 0 0,0-1 1 0 0,0 1-1 0 0,0-1 1 0 0,0 1-1 0 0,1 0 1 0 0,-1 0 0 0 0,1 0-1 0 0,-1 1 1 0 0,1-1-1 0 0,0 1 1 0 0,0 0-1 0 0,6-1 1 0 0,-5 1-68 0 0,0 0 1 0 0,0 1 0 0 0,-1-1 0 0 0,1 1 0 0 0,0 0 0 0 0,0 0-1 0 0,0 1 1 0 0,-1 0 0 0 0,1 0 0 0 0,0 0 0 0 0,-1 0 0 0 0,1 1 0 0 0,-1-1-1 0 0,1 1 1 0 0,-1 0 0 0 0,6 4 0 0 0,-5-2 25 0 0,0 0 1 0 0,-1 0 0 0 0,1 0-1 0 0,-1 1 1 0 0,0 0-1 0 0,0 0 1 0 0,0 0-1 0 0,0 0 1 0 0,-1 1-1 0 0,0-1 1 0 0,2 8-1 0 0,0-1 33 0 0,-1 1 1 0 0,0 0-1 0 0,-1 0 0 0 0,-1 0 0 0 0,0 0 0 0 0,0 0 0 0 0,-1 1 0 0 0,-1-1 0 0 0,-1 0 0 0 0,0 1 0 0 0,-2 13 0 0 0,0-14 55 0 0,0 1-1 0 0,-1-1 0 0 0,0 0 0 0 0,-1 0 1 0 0,0 0-1 0 0,-1 0 0 0 0,-9 14 1 0 0,15-27-192 0 0,-1 1 0 0 0,1 0 1 0 0,0-1-1 0 0,-1 1 1 0 0,1-1-1 0 0,-1 1 0 0 0,1-1 1 0 0,0 1-1 0 0,-1-1 1 0 0,1 1-1 0 0,-1-1 0 0 0,0 0 1 0 0,1 1-1 0 0,-1-1 1 0 0,1 0-1 0 0,-1 1 1 0 0,0-1-1 0 0,1 0 0 0 0,-1 0 1 0 0,1 0-1 0 0,-1 1 1 0 0,0-1-1 0 0,0 0 0 0 0,0 0-13 0 0,1-1 1 0 0,-1 1-1 0 0,1 0 0 0 0,-1-1 0 0 0,1 1 0 0 0,-1 0 0 0 0,1-1 0 0 0,0 1 0 0 0,-1-1 0 0 0,1 1 0 0 0,0-1 1 0 0,-1 1-1 0 0,1-1 0 0 0,0 1 0 0 0,0-1 0 0 0,-1 1 0 0 0,1-1 0 0 0,0 1 0 0 0,0-1 0 0 0,0-1 0 0 0,-1-1 2 0 0,0-1 0 0 0,1 0 0 0 0,0 0-1 0 0,0 0 1 0 0,0 0 0 0 0,1-6 0 0 0,5-16-8 0 0,2 1 0 0 0,0 1-1 0 0,2-1 1 0 0,0 1 0 0 0,2 1 0 0 0,27-41 0 0 0,-27 48-28 0 0,0 0 0 0 0,0 1 0 0 0,2 1 0 0 0,0 0 0 0 0,0 1-1 0 0,2 0 1 0 0,-1 1 0 0 0,1 1 0 0 0,31-16 0 0 0,-44 25 16 0 0,0 0 0 0 0,1 1 0 0 0,-1 0-1 0 0,0-1 1 0 0,1 1 0 0 0,-1 0 0 0 0,1 1 0 0 0,-1-1 0 0 0,1 1 0 0 0,-1-1 0 0 0,1 1-1 0 0,-1 0 1 0 0,1 0 0 0 0,0 1 0 0 0,-1-1 0 0 0,1 1 0 0 0,-1 0 0 0 0,1-1 0 0 0,-1 2-1 0 0,0-1 1 0 0,1 0 0 0 0,-1 1 0 0 0,0-1 0 0 0,0 1 0 0 0,0 0 0 0 0,0 0 0 0 0,0 0-1 0 0,0 1 1 0 0,-1-1 0 0 0,1 1 0 0 0,-1-1 0 0 0,0 1 0 0 0,1 0 0 0 0,-1 0 0 0 0,0 0-1 0 0,-1 0 1 0 0,4 6 0 0 0,0 5 13 0 0,-1 0 1 0 0,0 0-1 0 0,-1 0 0 0 0,-1 0 0 0 0,0 1 0 0 0,-1-1 0 0 0,-1 1 1 0 0,0 15-1 0 0,-1-7 34 0 0,2-1 1 0 0,4 26 0 0 0,-4-45-69 0 0,-1-1 0 0 0,1 0 0 0 0,0 0 0 0 0,0 0 0 0 0,0 1 0 0 0,0-1 0 0 0,0 0 0 0 0,0 0 1 0 0,1-1-1 0 0,-1 1 0 0 0,1 0 0 0 0,0 0 0 0 0,-1-1 0 0 0,1 1 0 0 0,0-1 0 0 0,0 1 0 0 0,0-1 1 0 0,0 0-1 0 0,0 0 0 0 0,0 1 0 0 0,0-2 0 0 0,0 1 0 0 0,1 0 0 0 0,-1 0 0 0 0,0-1 0 0 0,0 1 1 0 0,1-1-1 0 0,-1 0 0 0 0,0 1 0 0 0,1-1 0 0 0,2-1 0 0 0,4 1-776 0 0,1 0 1 0 0,0-1-1 0 0,0 0 1 0 0,0-1-1 0 0,-1 0 0 0 0,11-4 1 0 0,5-4-3864 0 0,2-4-2501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7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15 908 0 0,'-13'20'11135'0'0,"12"-20"-10940"0"0,1 0 1 0 0,-2 2 389 0 0,2-2-390 0 0,0 1 1 0 0,-1-1-1 0 0,1 1 0 0 0,-1-1 0 0 0,1 1 0 0 0,0-1 1 0 0,0 1-1 0 0,-1-1 0 0 0,1 1 0 0 0,0-1 1 0 0,0 1-1 0 0,0 0 0 0 0,0-1 0 0 0,-1 2 0 0 0,9 2 1356 0 0,23-7-1468 0 0,-23 2 169 0 0,63-7 29 0 0,286-28-87 0 0,-347 35-227 0 0,0 0 0 0 0,0 1 0 0 0,0 1 0 0 0,18 2 0 0 0,-26-2 63 0 0,1 0 0 0 0,0 0 0 0 0,-1 0 0 0 0,1 0-1 0 0,-1 1 1 0 0,0-1 0 0 0,1 1 0 0 0,-1-1 0 0 0,0 1 0 0 0,0 0 0 0 0,0 0 0 0 0,0 0 0 0 0,0 0 0 0 0,-1 0-1 0 0,1 0 1 0 0,-1 1 0 0 0,3 4 0 0 0,1 3 265 0 0,-1 0-1 0 0,6 20 1 0 0,-9-26-251 0 0,14 61 767 0 0,-3 0-1 0 0,-3 1 1 0 0,0 71-1 0 0,-2-31-64 0 0,26 424 2725 0 0,-38-1-209 0 0,-27 618-996 0 0,36-1012-2240 0 0,3 730 119 0 0,-20-724-145 0 0,9-120 0 0 0,-1 0 0 0 0,0-1 0 0 0,-1 0 0 0 0,-16 33 0 0 0,17-43-242 0 0,-1 0 1 0 0,-1-1-1 0 0,0 0 0 0 0,0 0 0 0 0,-1 0 1 0 0,0-1-1 0 0,0 0 0 0 0,-1-1 0 0 0,0 0 1 0 0,-1 0-1 0 0,1-1 0 0 0,-1 0 1 0 0,0 0-1 0 0,-1-1 0 0 0,-21 6 0 0 0,-10 2-1956 0 0,0-3 0 0 0,-83 10 0 0 0,102-17 1624 0 0,-67 8-6824 0 0,-11 0-4531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8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53 764 0 0,'-10'-12'700'0'0,"5"3"-448"0"0,2-1-416 0 0,3-2-352 0 0,0 2 160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8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 96 0 0,'-12'5'11144'0'0,"7"-5"-10089"0"0,-1 0 27 0 0,1 0 1 0 0,-1-1-1 0 0,1 1 0 0 0,-10-4 661 0 0,4 2-507 0 0,44-3-1294 0 0,0 2 0 0 0,0 1 0 0 0,37 3 0 0 0,-20 0-1072 0 0,38 1-2583 0 0,-31 6-3596 0 0,-44-6 2494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8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55 1976 0 0,'-47'13'13195'0'0,"69"-15"-12998"0"0,58-9-62 0 0,163-21-1028 0 0,-81 13-6372 0 0,-124 16 2324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7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18 562 168 0 0,'0'0'4114'0'0,"-8"23"698"0"0,4 3-3158 0 0,1 0 0 0 0,1 0 0 0 0,2 31 0 0 0,0-44-1364 0 0,0-12-246 0 0,-1 0-1 0 0,1 0 1 0 0,0 0 0 0 0,0 1-1 0 0,0-1 1 0 0,0 0 0 0 0,0 0-1 0 0,1 0 1 0 0,-1 0-1 0 0,0 0 1 0 0,0 0 0 0 0,1 0-1 0 0,-1 0 1 0 0,1 0 0 0 0,-1 0-1 0 0,1 0 1 0 0,-1 0 0 0 0,1 0-1 0 0,-1 0 1 0 0,1 0-1 0 0,0 0 1 0 0,1 1 0 0 0,-1-2-27 0 0,0 0 0 0 0,0 0 0 0 0,-1 0 0 0 0,1 0 0 0 0,0 0 0 0 0,0 0 0 0 0,0 0 0 0 0,0 0 0 0 0,0-1 0 0 0,0 1 0 0 0,-1 0 0 0 0,1-1 0 0 0,0 1 0 0 0,0 0 0 0 0,0-1 0 0 0,-1 1 0 0 0,1-1 0 0 0,0 1 0 0 0,0-1 0 0 0,1-1 0 0 0,6-5-7 0 0,0-1 0 0 0,-1 0 0 0 0,8-10-1 0 0,-13 14 29 0 0,17-22-19 0 0,-1 0-1 0 0,-1-1 1 0 0,15-36 0 0 0,32-91 7 0 0,-30 68-38 0 0,-26 67 15 0 0,92-208 87 0 0,-97 221-93 0 0,2-4-19 0 0,0 0-1 0 0,0 1 0 0 0,1-1 1 0 0,13-15-1 0 0,-18 24 26 0 0,0 0-1 0 0,-1 1 1 0 0,1-1 0 0 0,0 0-1 0 0,-1 1 1 0 0,1-1-1 0 0,0 1 1 0 0,0 0-1 0 0,0-1 1 0 0,0 1 0 0 0,-1-1-1 0 0,1 1 1 0 0,0 0-1 0 0,0 0 1 0 0,0 0 0 0 0,0 0-1 0 0,0-1 1 0 0,0 1-1 0 0,0 0 1 0 0,0 0-1 0 0,-1 1 1 0 0,1-1 0 0 0,0 0-1 0 0,0 0 1 0 0,0 0-1 0 0,0 1 1 0 0,0-1 0 0 0,0 0-1 0 0,0 1 1 0 0,-1-1-1 0 0,1 0 1 0 0,0 1-1 0 0,0 0 1 0 0,-1-1 0 0 0,1 1-1 0 0,0-1 1 0 0,-1 1-1 0 0,1 0 1 0 0,0-1-1 0 0,-1 1 1 0 0,1 0 0 0 0,-1 0-1 0 0,1 1 1 0 0,2 2 121 0 0,0 1 1 0 0,0-1-1 0 0,0 1 1 0 0,-1 0-1 0 0,3 8 1 0 0,1 9 214 0 0,-1 0 0 0 0,-1 1 0 0 0,-1-1 0 0 0,-2 1 0 0 0,0 31-1 0 0,-15 117 824 0 0,8-115-898 0 0,-10 62 64 0 0,8-66-220 0 0,2 0 1 0 0,1 104-1 0 0,5-153-290 0 0,0 1 0 0 0,0 0 0 0 0,1 0 0 0 0,0-1 0 0 0,0 1 0 0 0,0-1 0 0 0,0 1 0 0 0,1-1 0 0 0,-1 1 0 0 0,3 3 0 0 0,-3-6-19 0 0,-1-1 0 0 0,1 1 0 0 0,0 0 0 0 0,0 0 0 0 0,0 0 1 0 0,0-1-1 0 0,0 1 0 0 0,0 0 0 0 0,0-1 0 0 0,0 1 0 0 0,0-1 1 0 0,0 1-1 0 0,0-1 0 0 0,1 0 0 0 0,-1 1 0 0 0,0-1 0 0 0,0 0 1 0 0,0 0-1 0 0,1 0 0 0 0,-1 0 0 0 0,0 0 0 0 0,0 0 0 0 0,0 0 1 0 0,1 0-1 0 0,-1 0 0 0 0,0-1 0 0 0,0 1 0 0 0,0 0 0 0 0,0-1 0 0 0,1 1 1 0 0,-1-1-1 0 0,0 1 0 0 0,0-1 0 0 0,1 0 0 0 0,18-15-5739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7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96 187 112 0 0,'-87'-25'12166'0'0,"86"25"-11729"0"0,0 0-418 0 0,1 0-1 0 0,0 0 1 0 0,-1 0 0 0 0,1 0-1 0 0,0 0 1 0 0,-1-1-1 0 0,1 1 1 0 0,0 0-1 0 0,0 0 1 0 0,-1 0 0 0 0,1 0-1 0 0,0 0 1 0 0,-1-1-1 0 0,1 1 1 0 0,0 0 0 0 0,0 0-1 0 0,0 0 1 0 0,-1-1-1 0 0,1 1 1 0 0,0 0 0 0 0,0-1-1 0 0,0 1 1 0 0,-1 0-1 0 0,1 0 1 0 0,0-1-1 0 0,0 1 1 0 0,0 0 0 0 0,0-1-1 0 0,0 1 1 0 0,0 0-1 0 0,0 0 1 0 0,0-1 0 0 0,0 1-1 0 0,0 0 1 0 0,0-1-1 0 0,0 1 1 0 0,0 0 0 0 0,0-1-1 0 0,0 1 1 0 0,0 0-1 0 0,0-1 1 0 0,0 1 0 0 0,0 0-1 0 0,0 0 1 0 0,1-1-1 0 0,-1 1 1 0 0,0 0-1 0 0,0-1 1 0 0,0 1 0 0 0,0 0-1 0 0,1 0 1 0 0,-1 0-1 0 0,0-1 1 0 0,0 1 0 0 0,1 0-1 0 0,-1 0 1 0 0,0 0-1 0 0,0-1 1 0 0,1 1 0 0 0,-1 0-1 0 0,0 0 1 0 0,1 0-1 0 0,-1 0 1 0 0,0 0-1 0 0,0 0 1 0 0,1 0 0 0 0,270-79-574 0 0,-91 23-7136 0 0,-144 44 4380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7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97 2472 0 0,'-1'-10'1969'0'0,"-1"0"0"0"0,0-1 0 0 0,-1 1 0 0 0,0 0 0 0 0,-1 0 0 0 0,0 1 0 0 0,-9-17 626 0 0,2 33-918 0 0,0 18-1304 0 0,1 0 1 0 0,1 0 0 0 0,1 1 0 0 0,-4 29 0 0 0,-12 112-3307 0 0,19-126 1186 0 0,-3 43-2428 0 0,5-27-1392 0 0,2-22-3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8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24 818 2316 0 0,'-8'6'7618'0'0,"7"-5"-7169"0"0,-1 1-1 0 0,1-1 1 0 0,0 0-1 0 0,0 1 0 0 0,-1-1 1 0 0,1 1-1 0 0,0 0 1 0 0,0-1-1 0 0,1 1 1 0 0,-1 0-1 0 0,0-1 0 0 0,1 1 1 0 0,-2 3-1 0 0,2-3-288 0 0,0 0 0 0 0,-1 1 0 0 0,1-1 0 0 0,0 1-1 0 0,0-1 1 0 0,1 1 0 0 0,-1-1 0 0 0,0 0-1 0 0,1 1 1 0 0,0-1 0 0 0,-1 0 0 0 0,1 1 0 0 0,0-1-1 0 0,0 0 1 0 0,3 4 0 0 0,-3-5-134 0 0,-1 0 0 0 0,1-1 1 0 0,0 1-1 0 0,0 0 0 0 0,0-1 0 0 0,0 1 0 0 0,0-1 0 0 0,0 0 1 0 0,0 1-1 0 0,0-1 0 0 0,0 0 0 0 0,0 1 0 0 0,1-1 1 0 0,-1 0-1 0 0,0 0 0 0 0,0 0 0 0 0,0 0 0 0 0,0 0 0 0 0,2-1 1 0 0,20-3 200 0 0,-8-2-195 0 0,-1-1 0 0 0,0 0-1 0 0,-1-1 1 0 0,1-1-1 0 0,-2 0 1 0 0,1-1-1 0 0,-1 0 1 0 0,-1 0-1 0 0,12-14 1 0 0,5-10 54 0 0,-1-1 1 0 0,22-38-1 0 0,27-59-53 0 0,59-142-1 0 0,-74 143-21 0 0,-59 128-11 0 0,11-25-45 0 0,27-41 0 0 0,-40 68 41 0 0,0 0 1 0 0,1 0-1 0 0,-1 1 0 0 0,1-1 0 0 0,-1 0 1 0 0,1 1-1 0 0,-1-1 0 0 0,1 0 0 0 0,0 1 1 0 0,-1-1-1 0 0,1 0 0 0 0,0 1 1 0 0,-1-1-1 0 0,1 1 0 0 0,0 0 0 0 0,0-1 1 0 0,0 1-1 0 0,-1 0 0 0 0,1-1 0 0 0,0 1 1 0 0,0 0-1 0 0,0 0 0 0 0,0-1 0 0 0,0 1 1 0 0,-1 0-1 0 0,3 0 0 0 0,-2 1 21 0 0,0-1 1 0 0,0 1-1 0 0,0 0 0 0 0,0-1 0 0 0,0 1 0 0 0,0 0 0 0 0,0 0 1 0 0,0 0-1 0 0,-1 0 0 0 0,1 0 0 0 0,0 0 0 0 0,0 0 1 0 0,-1 0-1 0 0,1 0 0 0 0,-1 0 0 0 0,1 1 0 0 0,2 6 161 0 0,0 0-1 0 0,0-1 1 0 0,-1 1-1 0 0,1 12 1 0 0,2 53 658 0 0,-4-1 1 0 0,-14 128-1 0 0,5-108-529 0 0,-8 61-29 0 0,1-1-269 0 0,11-51-2953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62 1412 0 0,'-85'-22'17712'0'0,"90"20"-17616"0"0,-1 1 0 0 0,1 0 0 0 0,0 0-1 0 0,-1 0 1 0 0,1 0 0 0 0,5 1 0 0 0,11-2 18 0 0,138-18-2467 0 0,-51 11-6459 0 0,-74 8 2472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8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3240 0 0,'-4'0'2426'0'0,"-45"3"9640"0"0,33 0-9973 0 0,23-1-2082 0 0,-1 0 0 0 0,1-1 0 0 0,0 0 0 0 0,-1 0 0 0 0,1 0 0 0 0,0-1 0 0 0,0 0 0 0 0,0 0 0 0 0,-1-1-1 0 0,12-1 1 0 0,12-1-1848 0 0,-13 3-160 0 0,3-1-879 0 0,-5 3-2648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18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9 2960 0 0,'-1'0'76'0'0,"-19"13"4929"0"0,1 1 0 0 0,-28 25-1 0 0,46-37-4417 0 0,1-2-535 0 0,1 1 1 0 0,-1-1-1 0 0,1 1 1 0 0,-1-1-1 0 0,1 0 0 0 0,0 1 1 0 0,-1-1-1 0 0,1 0 1 0 0,0 1-1 0 0,0-1 0 0 0,-1 0 1 0 0,1 0-1 0 0,0 0 1 0 0,0 1-1 0 0,-1-1 0 0 0,1 0 1 0 0,0 0-1 0 0,0 0 1 0 0,-1 0-1 0 0,1 0 0 0 0,0-1 1 0 0,1 1-1 0 0,15-1 182 0 0,192-36-693 0 0,-142 20-3047 0 0,-1-2-3740 0 0,-42 12 785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0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1240 67 60 0 0,'21'-20'12843'0'0,"-18"16"-12121"0"0,-3 3-652 0 0,0 0 0 0 0,0 1 0 0 0,0-1 0 0 0,0 1 0 0 0,0-1 0 0 0,0 0 0 0 0,0 1 0 0 0,0-1 0 0 0,0 0 0 0 0,-1 1 0 0 0,1-1 0 0 0,0 1 0 0 0,0-1 0 0 0,0 0 0 0 0,-1 1 0 0 0,1-1 0 0 0,0 1 0 0 0,-1-1 0 0 0,1 1 0 0 0,-1-1 0 0 0,1 1 0 0 0,-1-1 1 0 0,1 1-1 0 0,-1 0 0 0 0,1-1 0 0 0,-1 1 0 0 0,1-1 0 0 0,-1 1 0 0 0,1 0 0 0 0,-1 0 0 0 0,1-1 0 0 0,-1 1 0 0 0,0 0 0 0 0,1 0 0 0 0,-1 0 0 0 0,1 0 0 0 0,-1 0 0 0 0,-1 0 0 0 0,-20-7 5 0 0,0 2 0 0 0,0 0 1 0 0,-1 2-1 0 0,1 0 0 0 0,-1 1 0 0 0,0 2 0 0 0,-23 2 0 0 0,17 1-107 0 0,1 1 0 0 0,0 1 0 0 0,0 2 0 0 0,1 0-1 0 0,-36 16 1 0 0,53-18 23 0 0,0 0-1 0 0,0 1 0 0 0,0 0 1 0 0,1 0-1 0 0,-1 1 0 0 0,2 0 1 0 0,-1 1-1 0 0,-8 10 1 0 0,5-3-10 0 0,0 0 0 0 0,1 1 0 0 0,1 0-1 0 0,-11 23 1 0 0,1 7-20 0 0,2 1-1 0 0,-20 86 1 0 0,-64 433 799 0 0,45 7-558 0 0,38-355 16 0 0,-84 649 2568 0 0,-23-309-809 0 0,62-312-1239 0 0,-64 250 1950 0 0,126-489-2653 0 0,0-1-1 0 0,1 1 1 0 0,0 0 0 0 0,0 0-1 0 0,0-1 1 0 0,1 1 0 0 0,0 11-1 0 0,1-17-18 0 0,-1 1-1 0 0,1-1 1 0 0,-1 1-1 0 0,1 0 0 0 0,-1-1 1 0 0,1 0-1 0 0,0 1 1 0 0,0-1-1 0 0,0 1 1 0 0,0-1-1 0 0,0 0 0 0 0,0 0 1 0 0,0 1-1 0 0,2 1 1 0 0,0-2-5 0 0,0 1 0 0 0,-1-1 1 0 0,1 1-1 0 0,0-1 0 0 0,0 0 1 0 0,0 0-1 0 0,0 0 0 0 0,0 0 1 0 0,0-1-1 0 0,4 1 0 0 0,12 1 15 0 0,0-1-1 0 0,0-1 0 0 0,34-5 0 0 0,60-15-309 0 0,-77 13 84 0 0,371-85-4166 0 0,-139 13-2292 0 0,-160 40 1549 0 0,12-10-2437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1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43 300 0 0,'0'0'10731'0'0,"-11"11"-8774"0"0,-5 36 199 0 0,-41 138 912 0 0,47-146-2911 0 0,2 0-1 0 0,-6 75 0 0 0,13-106-132 0 0,2 0 0 0 0,-1 0-1 0 0,1 0 1 0 0,0 0 0 0 0,0 0-1 0 0,1-1 1 0 0,0 1 0 0 0,1 0 0 0 0,0-1-1 0 0,0 1 1 0 0,5 8 0 0 0,-6-14-5 0 0,-1 1 0 0 0,1-1 0 0 0,0 0 0 0 0,0 1 0 0 0,0-1 0 0 0,0 0 0 0 0,0-1 0 0 0,0 1 0 0 0,0 0 0 0 0,1 0 0 0 0,-1-1 0 0 0,0 0 0 0 0,1 1 0 0 0,0-1 1 0 0,-1 0-1 0 0,1 0 0 0 0,0 0 0 0 0,-1-1 0 0 0,1 1 0 0 0,0-1 0 0 0,0 1 0 0 0,0-1 0 0 0,-1 0 0 0 0,1 0 0 0 0,0 0 0 0 0,0 0 0 0 0,0-1 0 0 0,0 1 0 0 0,-1-1 0 0 0,1 0 0 0 0,0 0 0 0 0,-1 0 0 0 0,1 0 0 0 0,4-3 0 0 0,1 0 65 0 0,1-2-1 0 0,-1 1 0 0 0,-1-1 1 0 0,1-1-1 0 0,-1 1 0 0 0,0-1 1 0 0,0 0-1 0 0,-1-1 0 0 0,0 0 1 0 0,-1 0-1 0 0,1 0 0 0 0,-2 0 1 0 0,1-1-1 0 0,-1 0 0 0 0,4-11 1 0 0,1-7 82 0 0,-1-1 0 0 0,0 1 0 0 0,5-55 0 0 0,-11 61-67 0 0,-1 0-1 0 0,0 1 1 0 0,-2-1-1 0 0,-1 0 1 0 0,-5-28-1 0 0,4 35-108 0 0,-1 1 0 0 0,0-1 0 0 0,-1 1 0 0 0,0 0 0 0 0,-1 0 0 0 0,0 1 0 0 0,-1-1 0 0 0,-16-19 0 0 0,22 30-110 0 0,-1 0-1 0 0,0 0 1 0 0,0 0 0 0 0,1 0 0 0 0,-1 1 0 0 0,0-1 0 0 0,0 1 0 0 0,-1-1-1 0 0,1 1 1 0 0,0 0 0 0 0,0 0 0 0 0,-1 0 0 0 0,-2-1 0 0 0,3 2-176 0 0,1 0 0 0 0,-1 0 0 0 0,0 0 0 0 0,0-1 0 0 0,1 2 0 0 0,-1-1 0 0 0,0 0 1 0 0,0 0-1 0 0,1 1 0 0 0,-1-1 0 0 0,0 1 0 0 0,1-1 0 0 0,-1 1 0 0 0,1-1 0 0 0,-1 1 0 0 0,0 0 1 0 0,-2 2-1 0 0,3-2-65 0 0,0 0 1 0 0,1 0-1 0 0,-1 0 1 0 0,0 0-1 0 0,0 0 1 0 0,1 0-1 0 0,-1 1 0 0 0,1-1 1 0 0,-1 0-1 0 0,1 0 1 0 0,-1 1-1 0 0,1-1 1 0 0,-1 2-1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87 844 0 0,'-14'-2'10455'0'0,"15"0"-10433"0"0,-1-1 0 0 0,1 1-1 0 0,0-1 1 0 0,0 1 0 0 0,0-1-1 0 0,0 1 1 0 0,0-1 0 0 0,0 1 0 0 0,1 0-1 0 0,-1 0 1 0 0,1-1 0 0 0,0 1 0 0 0,-1 0-1 0 0,1 1 1 0 0,0-1 0 0 0,0 0 0 0 0,1 0-1 0 0,2-1 1 0 0,48-28-1 0 0,-40 24 0 0 0,-8 5-45 0 0,9 1 19 0 0,6 2 12 0 0,-16 2-2 0 0,-3-2-2 0 0,2 1 0 0 0,0 0 0 0 0,-1 0 0 0 0,1 0-1 0 0,-1 0 1 0 0,0 0 0 0 0,0 1 0 0 0,0-1 0 0 0,0 1 0 0 0,0 0 0 0 0,0-1 0 0 0,0 1 0 0 0,-1 0 0 0 0,0 0 0 0 0,1 0 0 0 0,-1 0-1 0 0,0 0 1 0 0,0 0 0 0 0,-1 0 0 0 0,1 6 0 0 0,1 1-12 0 0,-2-1 0 0 0,1 0 1 0 0,-2 1-1 0 0,1-1 0 0 0,-3 13 0 0 0,-3 5 190 0 0,-1 1-1 0 0,-1-1 1 0 0,-2-1-1 0 0,-1 1 1 0 0,0-2-1 0 0,-2 0 1 0 0,-1 0 0 0 0,-32 41-1 0 0,24-39 207 0 0,-1 0-1 0 0,-1-2 1 0 0,-1-1-1 0 0,-2-2 1 0 0,0 0-1 0 0,-54 33 0 0 0,19-19 1166 0 0,61-35-1489 0 0,14-10-105 0 0,22 0 27 0 0,1 2 0 0 0,-1 1 0 0 0,1 1-1 0 0,57 2 1 0 0,28 7-1732 0 0,-2 6-3514 0 0,-86-10 860 0 0,-17 2 642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5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2 226 1168 0 0,'2'-22'5173'0'0,"0"-37"0"0"0,-3 37-2433 0 0,6 39-1795 0 0,-3 38 194 0 0,-11 105 1 0 0,9-153-1240 0 0,-2 18 1165 0 0,3-23-411 0 0,3-16-467 0 0,4-20-171 0 0,19-50 1 0 0,-22 71-43 0 0,1 1 1 0 0,0 0 0 0 0,0 0-1 0 0,2 0 1 0 0,-1 1-1 0 0,1 0 1 0 0,11-11 0 0 0,-16 19 12 0 0,0 1 1 0 0,0-1-1 0 0,1 0 1 0 0,-1 1-1 0 0,1 0 1 0 0,0 0-1 0 0,-1 0 1 0 0,1 0-1 0 0,0 0 1 0 0,0 1-1 0 0,0 0 1 0 0,0 0-1 0 0,1 0 1 0 0,-1 0-1 0 0,0 1 1 0 0,0-1-1 0 0,0 1 1 0 0,1 0-1 0 0,-1 0 0 0 0,0 1 1 0 0,0 0-1 0 0,1-1 1 0 0,-1 1-1 0 0,0 0 1 0 0,0 1-1 0 0,0-1 1 0 0,0 1-1 0 0,7 4 1 0 0,-2-1 3 0 0,1 1 0 0 0,-1 0-1 0 0,-1 1 1 0 0,1 0 0 0 0,-1 0 0 0 0,0 1 0 0 0,-1 0 0 0 0,1 1 0 0 0,-2-1 0 0 0,7 12-1 0 0,17 20 275 0 0,-29-39-200 0 0,-1 0-58 0 0,0-1-1 0 0,0 0 0 0 0,0 0 0 0 0,0 1 0 0 0,1-1 0 0 0,-1 0 0 0 0,0 0 1 0 0,0 0-1 0 0,0 1 0 0 0,0-1 0 0 0,1 0 0 0 0,-1 0 0 0 0,0 0 0 0 0,0 1 1 0 0,0-1-1 0 0,1 0 0 0 0,-1 0 0 0 0,0 0 0 0 0,0 0 0 0 0,1 0 0 0 0,-1 1 1 0 0,0-1-1 0 0,1 0 0 0 0,-1 0 0 0 0,0 0 0 0 0,0 0 0 0 0,1 0 0 0 0,-1 0 1 0 0,0 0-1 0 0,0 0 0 0 0,1 0 0 0 0,-1 0 0 0 0,10-48 44 0 0,-6 25-62 0 0,9-29-1 0 0,-7 33-25 0 0,1 1 0 0 0,14-29 0 0 0,-18 42 21 0 0,0 0-1 0 0,1 0 1 0 0,-1 0-1 0 0,1 0 1 0 0,0 1-1 0 0,0 0 1 0 0,0-1-1 0 0,1 2 1 0 0,0-1-1 0 0,0 0 0 0 0,0 1 1 0 0,10-6-1 0 0,-12 8 12 0 0,1 0-1 0 0,-1 0 0 0 0,0 0 1 0 0,1 0-1 0 0,-1 0 0 0 0,1 1 1 0 0,-1-1-1 0 0,1 1 0 0 0,-1 0 1 0 0,1 0-1 0 0,-1 1 0 0 0,1-1 0 0 0,-1 1 1 0 0,1-1-1 0 0,-1 1 0 0 0,0 0 1 0 0,1 0-1 0 0,-1 1 0 0 0,0-1 1 0 0,0 1-1 0 0,0-1 0 0 0,0 1 1 0 0,0 0-1 0 0,0 0 0 0 0,0 0 1 0 0,-1 1-1 0 0,4 3 0 0 0,0 0 16 0 0,-1 1-1 0 0,0-1 1 0 0,0 1-1 0 0,-1 0 1 0 0,0 1-1 0 0,0-1 0 0 0,-1 1 1 0 0,0 0-1 0 0,0 0 1 0 0,2 11-1 0 0,1 16-4 0 0,-2-14-592 0 0,1 1-1 0 0,7 21 1 0 0,-9-37-284 0 0,-1 0 0 0 0,1 1 0 0 0,0-1 1 0 0,1 0-1 0 0,-1-1 0 0 0,1 1 0 0 0,0-1 1 0 0,1 1-1 0 0,-1-1 0 0 0,10 8 0 0 0,3-1-4145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28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62 568 0 0,'-3'1'2392'0'0,"3"0"-2125"0"0,-1-1 1 0 0,0 1 0 0 0,1-1 0 0 0,-1 1 0 0 0,0-1-1 0 0,0 1 1 0 0,1-1 0 0 0,-1 0 0 0 0,0 1-1 0 0,0-1 1 0 0,0 0 0 0 0,0 0 0 0 0,0 1 0 0 0,0-1-1 0 0,1 0 1 0 0,-1 0 0 0 0,0 0 0 0 0,0 0 0 0 0,0 0-1 0 0,0-1 1 0 0,0 1 0 0 0,0 0 0 0 0,0 0 0 0 0,1 0-1 0 0,-1-1 1 0 0,0 1 0 0 0,0 0 0 0 0,0-1-1 0 0,1 1 1 0 0,-1-1 0 0 0,0 1 0 0 0,0-1 0 0 0,1 1-1 0 0,-2-2 1 0 0,2 0-120 0 0,-1 1 0 0 0,1-1-1 0 0,0 1 1 0 0,0-1 0 0 0,0 1 0 0 0,0-1-1 0 0,0 1 1 0 0,1-1 0 0 0,-1 1 0 0 0,0-1-1 0 0,1 1 1 0 0,-1-1 0 0 0,1 1-1 0 0,-1 0 1 0 0,1-1 0 0 0,0 1 0 0 0,0 0-1 0 0,-1-1 1 0 0,1 1 0 0 0,0 0 0 0 0,0 0-1 0 0,2-2 1 0 0,-1 0-83 0 0,0 1 1 0 0,0 0-1 0 0,1 0 0 0 0,-1 0 0 0 0,0 0 1 0 0,1 0-1 0 0,-1 0 0 0 0,1 1 1 0 0,-1-1-1 0 0,1 1 0 0 0,0 0 0 0 0,0 0 1 0 0,-1 0-1 0 0,1 0 0 0 0,0 0 0 0 0,0 0 1 0 0,0 1-1 0 0,0-1 0 0 0,6 1 1 0 0,-4 1-48 0 0,0 1 0 0 0,0 0 0 0 0,0 0 0 0 0,0 0 0 0 0,-1 0 0 0 0,1 1 0 0 0,-1 0 0 0 0,0-1 0 0 0,1 2 0 0 0,-1-1 0 0 0,-1 0 0 0 0,1 1 0 0 0,6 7 0 0 0,-5-3 69 0 0,1 0 0 0 0,-1 1 0 0 0,-1-1 0 0 0,0 1 0 0 0,0 0 0 0 0,-1 0 1 0 0,3 10-1 0 0,-1 1 157 0 0,-1 1 0 0 0,-1 0 0 0 0,-1 0 1 0 0,-1 0-1 0 0,-1 0 0 0 0,-3 30 0 0 0,-14 68 3579 0 0,17-117-3151 0 0,-3-12-339 0 0,2 7-295 0 0,0-1-1 0 0,1 1 0 0 0,-1 0 0 0 0,0 0 0 0 0,1-1 0 0 0,0 1 1 0 0,0 0-1 0 0,0-6 0 0 0,3-10-49 0 0,0 0 0 0 0,2 0 0 0 0,0 0 0 0 0,1 0 0 0 0,1 1 0 0 0,0 0 0 0 0,2 0 0 0 0,0 1 0 0 0,1 0-1 0 0,0 0 1 0 0,2 1 0 0 0,0 1 0 0 0,1 0 0 0 0,21-20 0 0 0,-32 33-6 0 0,0 1-1 0 0,0-1 1 0 0,0 0 0 0 0,1 1-1 0 0,-1-1 1 0 0,1 1-1 0 0,-1 0 1 0 0,1-1 0 0 0,-1 1-1 0 0,1 1 1 0 0,-1-1-1 0 0,1 0 1 0 0,0 1 0 0 0,0-1-1 0 0,-1 1 1 0 0,1 0-1 0 0,0 0 1 0 0,0 0 0 0 0,-1 0-1 0 0,1 0 1 0 0,0 0 0 0 0,0 1-1 0 0,-1 0 1 0 0,1-1-1 0 0,0 1 1 0 0,-1 0 0 0 0,1 0-1 0 0,-1 1 1 0 0,1-1-1 0 0,-1 0 1 0 0,0 1 0 0 0,3 2-1 0 0,2 1-1 0 0,-1 1-1 0 0,-1 0 0 0 0,1 1 1 0 0,-1-1-1 0 0,0 1 1 0 0,-1 0-1 0 0,0 0 1 0 0,0 1-1 0 0,6 13 1 0 0,-4-3 68 0 0,0 1 0 0 0,-1 0 0 0 0,-1 0 1 0 0,2 33-1 0 0,-3 78 302 0 0,-1-6-97 0 0,-2-123-289 0 0,0 0 1 0 0,0 1-1 0 0,0-1 1 0 0,0 0 0 0 0,0 0-1 0 0,0 1 1 0 0,0-1 0 0 0,1 0-1 0 0,-1 0 1 0 0,0 1-1 0 0,1-1 1 0 0,-1 0 0 0 0,1 0-1 0 0,-1 0 1 0 0,1 0 0 0 0,0 1-1 0 0,-1-1 1 0 0,1 0-1 0 0,0 0 1 0 0,0 0 0 0 0,0-1-1 0 0,0 1 1 0 0,0 0-1 0 0,0 0 1 0 0,0 0 0 0 0,0-1-1 0 0,0 1 1 0 0,0 0 0 0 0,0-1-1 0 0,0 1 1 0 0,1-1-1 0 0,-1 1 1 0 0,0-1 0 0 0,0 0-1 0 0,2 1 1 0 0,2-2-209 0 0,0 1 0 0 0,0-1 0 0 0,0 0 0 0 0,0-1 0 0 0,0 1-1 0 0,0-1 1 0 0,-1 0 0 0 0,6-3 0 0 0,107-59-4525 0 0,-28 12 1536 0 0,8 3-2411 0 0,-44 22 457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9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14 864 0 0,'21'-9'6250'0'0,"5"4"-9250"0"0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0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0 912 0 0,'0'0'3116'0'0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1 744 2820 0 0,'0'0'14032'0'0,"1"2"-13418"0"0,5 7-16 0 0,-1 1-1 0 0,-1 0 1 0 0,0 0-1 0 0,-1 1 1 0 0,5 18-1 0 0,10 31 266 0 0,-14-53-807 0 0,0 1 1 0 0,0 0-1 0 0,1-1 1 0 0,-1 0-1 0 0,1 0 0 0 0,1 0 1 0 0,0-1-1 0 0,0 1 0 0 0,0-1 1 0 0,1-1-1 0 0,8 7 1 0 0,-10-9-38 0 0,1 0 0 0 0,0 0 0 0 0,0 0 0 0 0,0 0 0 0 0,0-1 0 0 0,0 0 0 0 0,0-1 0 0 0,1 1 0 0 0,-1-1 1 0 0,1 0-1 0 0,-1-1 0 0 0,1 1 0 0 0,-1-1 0 0 0,1-1 0 0 0,8-1 0 0 0,4-1-9 0 0,-1-1-1 0 0,0-2 1 0 0,0 0-1 0 0,0 0 1 0 0,-1-2-1 0 0,0 0 1 0 0,0-1 0 0 0,18-13-1 0 0,-14 6 4 0 0,-1-1-1 0 0,0 0 1 0 0,-1-1 0 0 0,-1-1-1 0 0,20-29 1 0 0,-9 6-36 0 0,-3-1 1 0 0,-2-1-1 0 0,-1-1 0 0 0,-2-1 1 0 0,24-82-1 0 0,-30 75-38 0 0,14-86-1 0 0,-26 112 40 0 0,0-1 1 0 0,-2 1-1 0 0,-1 0 0 0 0,-1-1 0 0 0,-5-30 1 0 0,5 55 12 0 0,1 0 1 0 0,-1 0 0 0 0,1 0-1 0 0,-1 0 1 0 0,0 1 0 0 0,0-1-1 0 0,0 0 1 0 0,-1 1 0 0 0,1-1-1 0 0,-1 1 1 0 0,1-1 0 0 0,-1 1-1 0 0,0 0 1 0 0,0-1 0 0 0,0 1-1 0 0,0 0 1 0 0,0 0 0 0 0,-1 1-1 0 0,-3-4 1 0 0,5 5 4 0 0,0 0 0 0 0,-1 0 0 0 0,1 0-1 0 0,0 1 1 0 0,0-1 0 0 0,0 0 0 0 0,0 0 0 0 0,0 1 0 0 0,0-1 0 0 0,0 1-1 0 0,0-1 1 0 0,0 1 0 0 0,0-1 0 0 0,0 1 0 0 0,0 0 0 0 0,0-1 0 0 0,-1 2-1 0 0,0 0-5 0 0,-4 2 4 0 0,1 1 1 0 0,-1-1-1 0 0,1 1 1 0 0,0 0-1 0 0,0 1 1 0 0,0-1 0 0 0,1 1-1 0 0,-6 9 1 0 0,-26 56 148 0 0,26-47-97 0 0,-5 7 43 0 0,2 1 0 0 0,1 0 0 0 0,2 1 0 0 0,1 0 0 0 0,2 1 0 0 0,1 0 0 0 0,-3 61 0 0 0,9-77-74 0 0,1 0-1 0 0,1 0 0 0 0,0-1 1 0 0,1 1-1 0 0,1 0 0 0 0,1-1 1 0 0,8 20-1 0 0,-7-24-51 0 0,0-1-1 0 0,0-1 1 0 0,1 1-1 0 0,1-1 1 0 0,0 0-1 0 0,0-1 1 0 0,1 0-1 0 0,1 0 1 0 0,-1-1 0 0 0,18 13-1 0 0,-9-10-719 0 0,1 0 0 0 0,1-1 1 0 0,0-1-1 0 0,38 14 0 0 0,-39-18-1739 0 0,-1-1-1 0 0,2 0 1 0 0,22 1 0 0 0,-16-4-4303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4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98 828 0 0,'-18'-28'13898'0'0,"19"27"-13589"0"0,18-11 2581 0 0,-7 8-2898 0 0,1 0 0 0 0,17-2 0 0 0,-15 3 671 0 0,183-24-100 0 0,-97 16-678 0 0,-97 10 43 0 0,0 1 1 0 0,0 0-1 0 0,0 0 0 0 0,0 0 0 0 0,0 0 0 0 0,6 2 0 0 0,11 0-1121 0 0,-21-2 1108 0 0,1 0 1 0 0,-1 0-1 0 0,1 0 0 0 0,-1 0 0 0 0,0 0 1 0 0,1 0-1 0 0,-1 0 0 0 0,1 0 0 0 0,-1 1 1 0 0,1-1-1 0 0,-1 0 0 0 0,0 0 0 0 0,1 0 1 0 0,-1 1-1 0 0,0-1 0 0 0,1 0 0 0 0,-1 1 1 0 0,0-1-1 0 0,1 0 0 0 0,-1 1 0 0 0,0-1 1 0 0,1 0-1 0 0,-1 1 0 0 0,0-1 0 0 0,0 1 1 0 0,0-1-1 0 0,1 0 0 0 0,-1 1 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4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2128 0 0,'20'-28'11387'0'0,"-10"35"-9283"0"0,-3 12-1476 0 0,0 0 0 0 0,-1 0 0 0 0,-1 1-1 0 0,-1-1 1 0 0,-1 1 0 0 0,1 30-1 0 0,-9 124 332 0 0,4-154-810 0 0,-6 36 2751 0 0,-2-93-2608 0 0,10 11-398 0 0,0 0 1 0 0,2-1-1 0 0,1 1 1 0 0,1 1-1 0 0,1-1 1 0 0,1 1-1 0 0,2 0 1 0 0,18-40-1 0 0,-26 62 91 0 0,1 1 0 0 0,-1-1 0 0 0,1 0-1 0 0,0 1 1 0 0,0-1 0 0 0,0 1-1 0 0,0-1 1 0 0,0 1 0 0 0,0 0 0 0 0,1 0-1 0 0,-1 0 1 0 0,1 0 0 0 0,-1 1-1 0 0,1-1 1 0 0,0 1 0 0 0,0-1 0 0 0,0 1-1 0 0,0 0 1 0 0,0 0 0 0 0,0 0-1 0 0,0 1 1 0 0,0-1 0 0 0,5 0 0 0 0,-3 2-1 0 0,-1-1-1 0 0,1 1 1 0 0,0 0 0 0 0,0 0 0 0 0,-1 0 0 0 0,1 1 0 0 0,-1-1 0 0 0,1 1 0 0 0,-1 0 0 0 0,0 1 0 0 0,1-1 0 0 0,-1 1 0 0 0,0 0-1 0 0,5 5 1 0 0,0 0 24 0 0,0 0 1 0 0,-1 1-1 0 0,0 0 0 0 0,0 0 0 0 0,-1 1 0 0 0,-1 0 0 0 0,0 0 0 0 0,0 0 0 0 0,-1 1 0 0 0,0 0 0 0 0,0 0 0 0 0,-2 0 0 0 0,1 1 0 0 0,-1-1 0 0 0,2 24 0 0 0,-5-34 8 0 0,-5 9 166 0 0,4-13-183 0 0,0 0 0 0 0,0 0 1 0 0,0-1-1 0 0,0 1 0 0 0,0 0 0 0 0,1-1 0 0 0,-1 1 1 0 0,1 0-1 0 0,0-1 0 0 0,0 1 0 0 0,0-1 0 0 0,1 1 0 0 0,-1-1 1 0 0,1 1-1 0 0,0 0 0 0 0,0-1 0 0 0,0 1 0 0 0,0 0 0 0 0,0 0 1 0 0,3-4-1 0 0,2-6-33 0 0,1 0 1 0 0,0 1-1 0 0,16-20 1 0 0,-16 23 7 0 0,1 1 1 0 0,-1 0-1 0 0,1 1 0 0 0,1 0 1 0 0,-1 0-1 0 0,1 1 1 0 0,0 0-1 0 0,1 1 1 0 0,-1 0-1 0 0,21-7 0 0 0,-26 10 18 0 0,0 1 0 0 0,0 0-1 0 0,0 0 1 0 0,0 1-1 0 0,0-1 1 0 0,0 1-1 0 0,0 0 1 0 0,1 0 0 0 0,-1 0-1 0 0,0 0 1 0 0,0 1-1 0 0,0 0 1 0 0,0 0 0 0 0,0 0-1 0 0,0 0 1 0 0,0 1-1 0 0,0 0 1 0 0,0-1-1 0 0,-1 1 1 0 0,1 1 0 0 0,-1-1-1 0 0,1 0 1 0 0,-1 1-1 0 0,0 0 1 0 0,0-1 0 0 0,0 1-1 0 0,0 1 1 0 0,-1-1-1 0 0,1 0 1 0 0,-1 1-1 0 0,3 4 1 0 0,1 4 30 0 0,-2-1 1 0 0,1 0-1 0 0,-1 1 1 0 0,-1 0-1 0 0,0 0 1 0 0,-1 0-1 0 0,0 0 0 0 0,-1 1 1 0 0,0-1-1 0 0,-1 18 1 0 0,2 29 95 0 0,-1-43-122 0 0,-1-14-37 0 0,0-1 1 0 0,0 1 0 0 0,0-1-1 0 0,0 1 1 0 0,0 0 0 0 0,0-1-1 0 0,0 1 1 0 0,1-1 0 0 0,-1 1-1 0 0,1-1 1 0 0,-1 1 0 0 0,1-1-1 0 0,0 1 1 0 0,-1-1-1 0 0,1 1 1 0 0,0-1 0 0 0,0 0-1 0 0,1 2 1 0 0,0-2-117 0 0,0 0 0 0 0,0-1-1 0 0,0 1 1 0 0,0-1 0 0 0,0 1 0 0 0,0-1-1 0 0,0 0 1 0 0,0 1 0 0 0,0-1 0 0 0,0-1-1 0 0,0 1 1 0 0,0 0 0 0 0,4-1 0 0 0,-4 1-185 0 0,14-3-1958 0 0,-1 0-1 0 0,1-1 1 0 0,21-9 0 0 0,-33 11 1306 0 0,25-8-5838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0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1024 0 0,'7'5'1296'0'0,"1"2"360"0"0,8-2-1224 0 0,2-1-1132 0 0,8-6-604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05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227 143 624 0 0,'0'0'3546'0'0,"12"-21"5287"0"0,-12 20-8537 0 0,0-1 0 0 0,0 1 0 0 0,-1-1 1 0 0,1 0-1 0 0,0 1 0 0 0,-1-1 0 0 0,1 1 0 0 0,-1-1 0 0 0,1 1 0 0 0,-1-1 0 0 0,0 1 0 0 0,1-1 0 0 0,-1 1 0 0 0,-2-3 0 0 0,-3-5 1026 0 0,5 8-1038 0 0,-1-1-127 0 0,-1-1 1 0 0,0 1-1 0 0,0 1 1 0 0,0-1-1 0 0,0 0 0 0 0,-6-2 1 0 0,3 2-93 0 0,3 0-73 0 0,1 1-2 0 0,0 0 1 0 0,1 1-1 0 0,-1-1 1 0 0,0 1-1 0 0,0-1 0 0 0,1 1 1 0 0,-1 0-1 0 0,0-1 1 0 0,0 1-1 0 0,0 0 1 0 0,1 0-1 0 0,-1 0 1 0 0,0 1-1 0 0,0-1 1 0 0,0 0-1 0 0,-2 2 1 0 0,2-1 4 0 0,0 0 0 0 0,0 1 0 0 0,1-1 0 0 0,-1 1 1 0 0,0 0-1 0 0,1 0 0 0 0,-1 0 0 0 0,1 0 1 0 0,0 0-1 0 0,0 0 0 0 0,-2 4 0 0 0,2-5 2 0 0,-23 50-64 0 0,2 0 1 0 0,3 2-1 0 0,2 0 1 0 0,-16 82-1 0 0,26-103 67 0 0,-3 48 0 0 0,9-70 69 0 0,1-1 0 0 0,0 1-1 0 0,0 0 1 0 0,1-1 0 0 0,1 1 0 0 0,0 0-1 0 0,0-1 1 0 0,0 0 0 0 0,7 15 0 0 0,-7-21 7 0 0,-1 0 1 0 0,1-1 0 0 0,-1 1 0 0 0,1-1 0 0 0,0 1 0 0 0,0-1 0 0 0,0 0 0 0 0,0 0 0 0 0,0 0 0 0 0,1 0 0 0 0,-1 0 0 0 0,1 0 0 0 0,-1-1 0 0 0,1 1 0 0 0,0-1 0 0 0,4 2 0 0 0,-2-1-2 0 0,0-1 0 0 0,-1-1 0 0 0,1 1 0 0 0,0-1 0 0 0,0 0 0 0 0,-1 0 0 0 0,1 0 0 0 0,0 0 0 0 0,8-3 0 0 0,0 0 6 0 0,0-1-1 0 0,0-1 0 0 0,-1 0 0 0 0,1-1 0 0 0,-2 0 1 0 0,20-14-1 0 0,-10 5-31 0 0,-2-2 1 0 0,0 0 0 0 0,0-2-1 0 0,-2 0 1 0 0,0-1-1 0 0,-2 0 1 0 0,22-37 0 0 0,-20 28-6 0 0,-2-1 0 0 0,-1-1 0 0 0,-2 0 0 0 0,-1-1 0 0 0,10-46-1 0 0,-19 66-50 0 0,0 1-1 0 0,-1 0 0 0 0,0-1 0 0 0,0 1 0 0 0,-2 0 0 0 0,1-1 0 0 0,-1 1 0 0 0,-1-1 0 0 0,0 1 0 0 0,-5-14 0 0 0,5 19-51 0 0,0 1 1 0 0,0 0-1 0 0,-1 0 1 0 0,0 0-1 0 0,0 0 1 0 0,0 1-1 0 0,0-1 1 0 0,-1 1-1 0 0,0 0 1 0 0,0-1-1 0 0,0 2 1 0 0,0-1-1 0 0,0 0 1 0 0,-1 1-1 0 0,0 0 1 0 0,0 0-1 0 0,0 0 1 0 0,0 1-1 0 0,0 0 1 0 0,0 0-1 0 0,0 0 1 0 0,-9-1-1 0 0,7 1-476 0 0,-1 1 0 0 0,0 1 0 0 0,0-1 1 0 0,1 1-1 0 0,-1 1 0 0 0,0-1 0 0 0,-13 4 0 0 0,1 1-4318 0 0,-33 14 0 0 0,30-10-946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57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15 658 492 0 0,'0'0'14917'0'0,"-2"0"-14736"0"0,-4 0-177 0 0,6 0 26 0 0,-1 0 0 0 0,1 0 0 0 0,0 0 1 0 0,-1 0-1 0 0,1 0 0 0 0,0 0 0 0 0,-1 1 0 0 0,1-1 1 0 0,0 0-1 0 0,0 0 0 0 0,-1 0 0 0 0,1 1 0 0 0,0-1 1 0 0,-1 0-1 0 0,1 0 0 0 0,0 1 0 0 0,0-1 0 0 0,0 0 0 0 0,-1 0 1 0 0,1 1-1 0 0,0-1 0 0 0,0 0 0 0 0,0 1 0 0 0,0-1 1 0 0,-1 0-1 0 0,1 1 0 0 0,0-1 0 0 0,0 0 0 0 0,0 1 0 0 0,0-1 1 0 0,0 0-1 0 0,0 1 0 0 0,0 0 0 0 0,0 0-12 0 0,46 25 124 0 0,-44-25-122 0 0,18 2 72 0 0,-12-4-79 0 0,0 0 0 0 0,0 0-1 0 0,0-1 1 0 0,0 0 0 0 0,-1-1-1 0 0,1 0 1 0 0,-1 0 0 0 0,1-1 0 0 0,10-7-1 0 0,-6 3-2 0 0,-1-1 1 0 0,0 0-1 0 0,-1-1 0 0 0,0 0 0 0 0,9-11 0 0 0,1-7-11 0 0,-1 0 0 0 0,-1 0-1 0 0,-2-2 1 0 0,13-31 0 0 0,-16 31-12 0 0,-1-1 1 0 0,-1 0 0 0 0,-2-1 0 0 0,-1 0 0 0 0,-1 0 0 0 0,-2-1 0 0 0,-1 1 0 0 0,-2-1-1 0 0,-1 0 1 0 0,-4-40 0 0 0,3 71 0 0 0,0-1 1 0 0,-1 1-1 0 0,1 0 0 0 0,-1 0 0 0 0,1 0 0 0 0,-1 0 0 0 0,0 0 0 0 0,0 0 1 0 0,0 0-1 0 0,0 0 0 0 0,-2-3 0 0 0,3 5 9 0 0,0-1-1 0 0,-1 1 1 0 0,1-1-1 0 0,-1 1 1 0 0,1 0-1 0 0,-1-1 1 0 0,1 1-1 0 0,-1 0 1 0 0,1-1-1 0 0,-1 1 1 0 0,0 0-1 0 0,1 0 1 0 0,-1 0 0 0 0,1 0-1 0 0,-1-1 1 0 0,0 1-1 0 0,1 0 1 0 0,-1 0-1 0 0,1 0 1 0 0,-1 0-1 0 0,0 0 1 0 0,1 0-1 0 0,-1 1 1 0 0,0-1-1 0 0,1 0 1 0 0,-1 0-1 0 0,-3 2-4 0 0,1 0 1 0 0,0 0-1 0 0,0 0 0 0 0,0 0 0 0 0,1 0 0 0 0,-1 1 0 0 0,1 0 0 0 0,-1-1 0 0 0,1 1 0 0 0,0 0 0 0 0,0 0 0 0 0,-2 4 0 0 0,-9 15-37 0 0,2 1 1 0 0,0 0-1 0 0,-8 30 0 0 0,-19 77-65 0 0,29-94 91 0 0,-5 16 26 0 0,2 0 0 0 0,2 1 0 0 0,-4 102 0 0 0,14-145 12 0 0,0 1-1 0 0,1 0 1 0 0,0-1-1 0 0,1 1 1 0 0,0-1-1 0 0,1 0 1 0 0,0 1-1 0 0,8 17 0 0 0,-8-23-20 0 0,0 0-1 0 0,0 0 0 0 0,1 0 0 0 0,-1 0 0 0 0,1-1 0 0 0,0 0 0 0 0,1 1 0 0 0,-1-2 0 0 0,1 1 0 0 0,-1 0 0 0 0,1-1 0 0 0,0 0 0 0 0,1 0 1 0 0,-1 0-1 0 0,0-1 0 0 0,1 0 0 0 0,6 2 0 0 0,3 0-555 0 0,1-1 0 0 0,0 0-1 0 0,-1-1 1 0 0,1-1 0 0 0,26-2 0 0 0,37-7-5428 0 0,-48 3 1290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58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82 756 0 0,'-14'-8'7950'0'0,"-2"0"-1282"0"0,4 0-3038 0 0,24 7-2781 0 0,10 1-843 0 0,16-4-752 0 0,57-12 0 0 0,-78 12-1162 0 0,0-1 0 0 0,-1-1 0 0 0,20-9 0 0 0,-25 9-1543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58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12 2224 0 0,'-17'-9'8164'0'0,"10"7"-6998"0"0,3 3-956 0 0,1 0 0 0 0,-1 0-1 0 0,1 1 1 0 0,-1-1-1 0 0,1 1 1 0 0,-1 0-1 0 0,1 0 1 0 0,0 0 0 0 0,0 0-1 0 0,0 1 1 0 0,0-1-1 0 0,1 1 1 0 0,-1 0-1 0 0,1 0 1 0 0,-1 0 0 0 0,1 0-1 0 0,0 0 1 0 0,0 0-1 0 0,0 0 1 0 0,-1 6 0 0 0,-7 12 439 0 0,1 0 1 0 0,-6 24 0 0 0,14-42-615 0 0,-1 2 3 0 0,-40 147 1328 0 0,38-133-1587 0 0,1 0 0 0 0,1-1 0 0 0,1 1 1 0 0,0 0-1 0 0,1 0 0 0 0,4 24 0 0 0,-3-38-271 0 0,0-1 0 0 0,0 1 0 0 0,1 0 0 0 0,-1-1 0 0 0,1 0 0 0 0,3 7-1 0 0,13 8-6066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58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0 616 2644 0 0,'0'0'3737'0'0,"6"33"4389"0"0,-6-28-7819 0 0,0 0 0 0 0,0 0 0 0 0,1 0 0 0 0,0 0 0 0 0,0 0 0 0 0,2 7 1053 0 0,13-12-442 0 0,-13-1-836 0 0,0 0-1 0 0,0-1 1 0 0,0 1-1 0 0,0-1 1 0 0,-1 1-1 0 0,1-1 1 0 0,0 0-1 0 0,-1 0 1 0 0,1 0 0 0 0,-1 0-1 0 0,0 0 1 0 0,1-1-1 0 0,-1 1 1 0 0,2-5-1 0 0,-1 4 31 0 0,14-18 7 0 0,-1-1-1 0 0,-2 0 0 0 0,14-27 0 0 0,30-75 5 0 0,-36 72-99 0 0,-2 0 0 0 0,-2-1-1 0 0,-3-1 1 0 0,15-100 0 0 0,-29 151-42 0 0,-1-1 0 0 0,0 1 0 0 0,0-1 0 0 0,0 0 0 0 0,0 1 0 0 0,0-1 0 0 0,-1 1 0 0 0,1-1 1 0 0,-1 0-1 0 0,-2-4 0 0 0,3 7 11 0 0,-1 1 1 0 0,1-1 0 0 0,0 1-1 0 0,-1-1 1 0 0,1 0 0 0 0,0 1 0 0 0,-1 0-1 0 0,1-1 1 0 0,-1 1 0 0 0,1-1 0 0 0,-1 1-1 0 0,1 0 1 0 0,-1-1 0 0 0,0 1-1 0 0,1 0 1 0 0,-1-1 0 0 0,1 1 0 0 0,-1 0-1 0 0,0 0 1 0 0,1 0 0 0 0,-1-1-1 0 0,0 1 1 0 0,0 0 0 0 0,-1 0 0 0 0,1 1 1 0 0,-1-1-1 0 0,0 0 1 0 0,1 1-1 0 0,-1-1 1 0 0,0 1-1 0 0,1 0 1 0 0,-1-1-1 0 0,1 1 1 0 0,-1 0-1 0 0,1 0 1 0 0,-3 2-1 0 0,-4 3-17 0 0,0 2 1 0 0,0-1-1 0 0,1 1 0 0 0,0 0 0 0 0,0 1 0 0 0,1-1 0 0 0,-7 14 0 0 0,-32 69-93 0 0,29-54 81 0 0,2 1 1 0 0,1 1-1 0 0,-9 49 1 0 0,18-70 47 0 0,2-1 1 0 0,0 1-1 0 0,1 0 1 0 0,0 0-1 0 0,2 0 1 0 0,0 0-1 0 0,1 0 1 0 0,1 0 0 0 0,8 31-1 0 0,-8-42-28 0 0,0 0-1 0 0,1 0 0 0 0,-1-1 1 0 0,1 1-1 0 0,0-1 1 0 0,1 0-1 0 0,0 0 0 0 0,0 0 1 0 0,0 0-1 0 0,0-1 1 0 0,1 0-1 0 0,0 0 0 0 0,0-1 1 0 0,9 6-1 0 0,-9-7-360 0 0,-1 0 0 0 0,1-1 0 0 0,0 0-1 0 0,0 0 1 0 0,0 0 0 0 0,0-1 0 0 0,11 2 0 0 0,-11-3-417 0 0,-1 0 1 0 0,1 0-1 0 0,-1 0 1 0 0,0-1 0 0 0,1 1-1 0 0,-1-2 1 0 0,1 1-1 0 0,-1 0 1 0 0,8-5-1 0 0,12-6-5590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1:59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82 2196 0 0,'-8'-63'11412'0'0,"8"62"-11352"0"0,0 0-1 0 0,1 0 1 0 0,-1 1 0 0 0,0-1-1 0 0,0 0 1 0 0,1 1 0 0 0,-1-1-1 0 0,1 0 1 0 0,-1 1 0 0 0,1-1-1 0 0,-1 0 1 0 0,1 1 0 0 0,-1-1-1 0 0,1 1 1 0 0,-1-1 0 0 0,1 1-1 0 0,0-1 1 0 0,-1 1 0 0 0,1-1-1 0 0,0 1 1 0 0,-1 0 0 0 0,1-1-1 0 0,0 1 1 0 0,1-1 0 0 0,21-3 885 0 0,-17 5-862 0 0,0 0 0 0 0,0 0 0 0 0,0 0 0 0 0,0 1 0 0 0,0 0 0 0 0,-1 0 0 0 0,1 1 0 0 0,-1-1 0 0 0,1 1 0 0 0,-1 0-1 0 0,0 1 1 0 0,6 4 0 0 0,-9-6-5 0 0,0 0 0 0 0,1 1-1 0 0,-1-1 1 0 0,0 1 0 0 0,0-1 0 0 0,-1 1-1 0 0,1 0 1 0 0,0-1 0 0 0,-1 1-1 0 0,0 0 1 0 0,0 0 0 0 0,0 0 0 0 0,0 0-1 0 0,0 1 1 0 0,-1-1 0 0 0,1 0-1 0 0,-1 0 1 0 0,0 0 0 0 0,0 0 0 0 0,0 1-1 0 0,0-1 1 0 0,0 0 0 0 0,-1 0-1 0 0,1 0 1 0 0,-3 6 0 0 0,-3 5 155 0 0,-1-1 0 0 0,0 1 0 0 0,-1-1 1 0 0,0 0-1 0 0,-1-1 0 0 0,0 0 0 0 0,-1-1 0 0 0,-19 17 1 0 0,-17 23 377 0 0,35-40-471 0 0,10-11-131 0 0,0 1 0 0 0,1-1 0 0 0,-1 1 0 0 0,0-1-1 0 0,0 1 1 0 0,1-1 0 0 0,-1 1 0 0 0,0 0 0 0 0,1-1-1 0 0,-1 1 1 0 0,0 0 0 0 0,1-1 0 0 0,-1 1 0 0 0,1 0-1 0 0,-1 0 1 0 0,1 0 0 0 0,0 0 0 0 0,-1-1 0 0 0,1 1-1 0 0,0 0 1 0 0,0 0 0 0 0,-1 0 0 0 0,1 0 0 0 0,0 0-1 0 0,0 0 1 0 0,0 0 0 0 0,0 0 0 0 0,0-1 0 0 0,0 1-1 0 0,0 0 1 0 0,1 0 0 0 0,-1 0 0 0 0,0 0 0 0 0,0 0-1 0 0,1 0 1 0 0,0 1 0 0 0,0-2-7 0 0,-1 1 1 0 0,1 0-1 0 0,0-1 0 0 0,0 0 1 0 0,0 1-1 0 0,0-1 0 0 0,0 1 1 0 0,0-1-1 0 0,0 0 0 0 0,0 0 1 0 0,0 1-1 0 0,0-1 1 0 0,0 0-1 0 0,0 0 0 0 0,0 0 1 0 0,0 0-1 0 0,1-1 0 0 0,0 1 3 0 0,32 3-769 0 0,44-4 0 0 0,-3-3-4539 0 0,-27 0-2605 0 0,-34 4 2684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06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93 1148 0 0,'-8'-8'15289'0'0,"0"-19"-12672"0"0,6 18-2507 0 0,1 7-9 0 0,1-1-100 0 0,0 0 1 0 0,1 1-1 0 0,-1-1 1 0 0,1 0-1 0 0,-1 0 0 0 0,1 1 1 0 0,0-1-1 0 0,0 0 1 0 0,2-2-1 0 0,0 3-16 0 0,-1 0 0 0 0,1 0-1 0 0,0 1 1 0 0,0-1 0 0 0,0 1 0 0 0,1-1 0 0 0,-1 1-1 0 0,0 0 1 0 0,0 0 0 0 0,1 1 0 0 0,-1-1-1 0 0,0 1 1 0 0,1-1 0 0 0,-1 1 0 0 0,1 0 0 0 0,-1 0-1 0 0,0 1 1 0 0,1-1 0 0 0,-1 1 0 0 0,0 0-1 0 0,1-1 1 0 0,-1 2 0 0 0,0-1 0 0 0,0 0-1 0 0,5 3 1 0 0,-4-2 6 0 0,0 1 0 0 0,0 0 0 0 0,-1 0 0 0 0,1 0 0 0 0,0 0 0 0 0,-1 1 0 0 0,0 0 0 0 0,0-1 0 0 0,0 1 0 0 0,0 0 0 0 0,-1 1 0 0 0,0-1 0 0 0,1 0 0 0 0,-2 1 0 0 0,1-1 0 0 0,0 1 0 0 0,-1-1 0 0 0,1 6 0 0 0,-1 0 13 0 0,0 0 0 0 0,-1 0 0 0 0,0 1 0 0 0,0-1 0 0 0,-1 0 0 0 0,-1 0-1 0 0,0 0 1 0 0,0 0 0 0 0,-1 0 0 0 0,0 0 0 0 0,-5 10 0 0 0,0-3 45 0 0,-1 1 0 0 0,-1-2 1 0 0,0 1-1 0 0,-24 27 0 0 0,3 1 1507 0 0,30-44-1499 0 0,-1 3 101 0 0,-1 2 38 0 0,4-6-197 0 0,-1 0 0 0 0,0 1 1 0 0,0-1-1 0 0,0 0 0 0 0,1 0 1 0 0,-1 0-1 0 0,0 1 0 0 0,0-1 1 0 0,1 0-1 0 0,-1 0 0 0 0,0 0 1 0 0,0 0-1 0 0,1 0 0 0 0,-1 1 1 0 0,0-1-1 0 0,0 0 0 0 0,1 0 1 0 0,-1 0-1 0 0,0 0 0 0 0,1 0 1 0 0,-1 0-1 0 0,0 0 1 0 0,0 0-1 0 0,1 0 0 0 0,-1 0 1 0 0,0 0-1 0 0,1 0 0 0 0,-1 0 1 0 0,0 0-1 0 0,0-1 0 0 0,1 1 1 0 0,-1 0-1 0 0,14-1 18 0 0,246-39 280 0 0,-258 39-302 0 0,6-1 48 0 0,5 1 20 0 0,15-6 635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2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70 268 0 0,'9'-25'10137'0'0,"-9"23"-9641"0"0,0 0-1 0 0,0 0 1 0 0,0 1-1 0 0,0-1 1 0 0,0 0-1 0 0,0 0 1 0 0,-1 0-1 0 0,1 0 1 0 0,-1 0-1 0 0,0-2 0 0 0,0 3-420 0 0,0 2-68 0 0,-1 0 1 0 0,1 0-1 0 0,0 0 0 0 0,0 1 0 0 0,-1-1 1 0 0,1 1-1 0 0,0-1 0 0 0,0 1 0 0 0,0-1 1 0 0,1 1-1 0 0,-3 3 0 0 0,-1 2 88 0 0,-11 17 179 0 0,1 0-1 0 0,2 1 1 0 0,0 1-1 0 0,1 0 1 0 0,-13 52 0 0 0,18-55-222 0 0,1-1 0 0 0,1 1 0 0 0,1 0 0 0 0,1 0 0 0 0,1 0 0 0 0,1 0 0 0 0,5 40 0 0 0,-3-51-30 0 0,1 0-1 0 0,0 0 1 0 0,1 0 0 0 0,0-1 0 0 0,0 0 0 0 0,1 1 0 0 0,7 9-1 0 0,-7-13 2 0 0,0-1-1 0 0,0-1 0 0 0,1 1 1 0 0,0-1-1 0 0,0 1 0 0 0,0-2 1 0 0,1 1-1 0 0,0-1 0 0 0,0 0 0 0 0,14 7 1 0 0,-13-8 32 0 0,0-1 1 0 0,0-1-1 0 0,1 1 1 0 0,-1-1-1 0 0,0-1 1 0 0,1 1 0 0 0,0-2-1 0 0,-1 1 1 0 0,1-1-1 0 0,-1 0 1 0 0,1-1-1 0 0,0 0 1 0 0,-1 0-1 0 0,1-1 1 0 0,-1 0-1 0 0,0 0 1 0 0,0-1 0 0 0,0 0-1 0 0,11-6 1 0 0,-3 0 61 0 0,1-1 1 0 0,-1 0 0 0 0,-1-1 0 0 0,0-1-1 0 0,0-1 1 0 0,-1 0 0 0 0,21-25 0 0 0,-20 19 32 0 0,0-1 1 0 0,-1 0 0 0 0,-1-1-1 0 0,-1 0 1 0 0,-1-1 0 0 0,-1 0 0 0 0,10-30-1 0 0,-17 42-118 0 0,-1 0-1 0 0,0 0 1 0 0,0 0-1 0 0,-1 1 1 0 0,0-1-1 0 0,-1-1 1 0 0,0 1-1 0 0,-1 0 1 0 0,0 0-1 0 0,0 1 1 0 0,-1-1-1 0 0,0 0 1 0 0,-1 0-1 0 0,0 1 1 0 0,0-1 0 0 0,-1 1-1 0 0,-1 0 1 0 0,1 0-1 0 0,-2 0 1 0 0,-8-11-1 0 0,5 9-53 0 0,0 0 0 0 0,-1 0-1 0 0,-1 1 1 0 0,0 0 0 0 0,0 1 0 0 0,0 0-1 0 0,-2 1 1 0 0,1 1 0 0 0,-17-9 0 0 0,21 13-257 0 0,1 0 0 0 0,-1 1 0 0 0,0 0 0 0 0,1 0 0 0 0,-1 0 0 0 0,0 1-1 0 0,0 1 1 0 0,-1-1 0 0 0,1 1 0 0 0,0 0 0 0 0,0 1 0 0 0,0 0 0 0 0,0 0 0 0 0,0 1 0 0 0,1 0 0 0 0,-1 1 0 0 0,0-1 0 0 0,-8 5 0 0 0,6-2-718 0 0,0 1 0 0 0,0 1 0 0 0,-10 8-1 0 0,-12 12-4444 0 0,14-9 291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46 340 0 0,'25'-3'14652'0'0,"-44"9"-11331"0"0,-2 3-3974 0 0,-4 9 1100 0 0,1 0 0 0 0,1 1 0 0 0,1 1 0 0 0,1 1 0 0 0,0 1 0 0 0,-29 42 0 0 0,34-42-262 0 0,0 2 0 0 0,2 0 1 0 0,0 0-1 0 0,2 2 1 0 0,0-1-1 0 0,-8 31 1 0 0,16-40-138 0 0,0 0 1 0 0,1-1-1 0 0,0 1 1 0 0,1 1-1 0 0,1-1 0 0 0,1 0 1 0 0,0 0-1 0 0,1 0 1 0 0,1 1-1 0 0,0-1 1 0 0,9 31-1 0 0,-8-39-35 0 0,0 0 0 0 0,1 1 0 0 0,0-1 1 0 0,0 0-1 0 0,1-1 0 0 0,0 1 0 0 0,0-1 0 0 0,1 0 0 0 0,0 0 0 0 0,0-1 0 0 0,0 1 1 0 0,1-1-1 0 0,0-1 0 0 0,0 1 0 0 0,1-1 0 0 0,-1-1 0 0 0,1 1 0 0 0,0-1 0 0 0,1-1 1 0 0,-1 1-1 0 0,0-1 0 0 0,1-1 0 0 0,0 0 0 0 0,0 0 0 0 0,0-1 0 0 0,9 1 0 0 0,0-1 0 0 0,0-1 0 0 0,0-1 0 0 0,0 0 0 0 0,0-2 0 0 0,0 0 0 0 0,0-1-1 0 0,0 0 1 0 0,-1-2 0 0 0,0 0 0 0 0,0-1 0 0 0,-1-1 0 0 0,17-9-1 0 0,-11 2-1 0 0,0-1-1 0 0,-1 0 1 0 0,-1-1-1 0 0,0-2 1 0 0,-1 0-1 0 0,-1 0 1 0 0,22-34-1 0 0,-27 35 3 0 0,-1-1-1 0 0,-1-1 1 0 0,-1 0-1 0 0,-1 0 1 0 0,-1-1-1 0 0,0 0 1 0 0,-2-1-1 0 0,0 1 1 0 0,3-30-1 0 0,-8 38-9 0 0,-1 0 0 0 0,-1-1 0 0 0,0 1 0 0 0,0 0-1 0 0,-2 0 1 0 0,1-1 0 0 0,-2 2 0 0 0,0-1 0 0 0,0 0 0 0 0,-1 1-1 0 0,-1 0 1 0 0,0 0 0 0 0,0 0 0 0 0,-1 1 0 0 0,-10-12 0 0 0,9 12-39 0 0,-2 0 0 0 0,0 0 1 0 0,0 1-1 0 0,0 0 1 0 0,-2 0-1 0 0,1 2 0 0 0,-1-1 1 0 0,0 1-1 0 0,-1 1 0 0 0,1 0 1 0 0,-2 1-1 0 0,1 1 0 0 0,-24-7 1 0 0,31 10-239 0 0,0 1 1 0 0,0 0-1 0 0,0 1 1 0 0,0 0-1 0 0,0 0 1 0 0,-1 0-1 0 0,1 1 1 0 0,0 0 0 0 0,0 0-1 0 0,0 0 1 0 0,0 1-1 0 0,0 0 1 0 0,1 0-1 0 0,-1 0 1 0 0,-8 5-1 0 0,9-3-706 0 0,0-1-1 0 0,-1 1 0 0 0,2 0 1 0 0,-1 1-1 0 0,0-1 0 0 0,1 1 1 0 0,0 0-1 0 0,0 0 0 0 0,-4 7 1 0 0,-1 4-5379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24 1532 0 0,'17'0'4749'0'0,"11"-6"502"0"0,-14 2-2088 0 0,-14 4-3117 0 0,0 0 0 0 0,1 0-1 0 0,-1-1 1 0 0,0 1 0 0 0,0 0 0 0 0,0-1 0 0 0,0 1 0 0 0,0 0 0 0 0,0-1 0 0 0,1 1 0 0 0,-1 0 0 0 0,0-1 0 0 0,0 1-1 0 0,0 0 1 0 0,0-1 0 0 0,0 1 0 0 0,0 0 0 0 0,0-1 0 0 0,0 1 0 0 0,-1 0 0 0 0,1-1 0 0 0,0 1 0 0 0,0 0 0 0 0,0-1 0 0 0,0 1-1 0 0,0 0 1 0 0,0-1 0 0 0,-1 1 0 0 0,1 0 0 0 0,0 0 0 0 0,0-1 0 0 0,0 1 0 0 0,-1 0 0 0 0,1 0 0 0 0,0-1 0 0 0,-1 1-1 0 0,1 0 1 0 0,0 0 0 0 0,0 0 0 0 0,-1-1 0 0 0,1 1 0 0 0,0 0 0 0 0,-1 0 0 0 0,-1-1 206 0 0,-2 1-23 0 0,-5 2-135 0 0,-1 0 1 0 0,1 0 0 0 0,0 1-1 0 0,0 1 1 0 0,0-1 0 0 0,0 1-1 0 0,0 1 1 0 0,1 0 0 0 0,0 0-1 0 0,0 1 1 0 0,0-1 0 0 0,-8 9-1 0 0,-7 8 130 0 0,1 1-1 0 0,-30 39 0 0 0,28-30-52 0 0,1 2 0 0 0,2 0 0 0 0,-26 56 0 0 0,38-68-137 0 0,0 0-1 0 0,2 0 1 0 0,1 1-1 0 0,0-1 1 0 0,2 2-1 0 0,0-1 1 0 0,0 34 0 0 0,5-47-26 0 0,0 0 0 0 0,0 0 0 0 0,1 0 0 0 0,0 0 0 0 0,1 0 1 0 0,0-1-1 0 0,0 0 0 0 0,1 1 0 0 0,1-1 0 0 0,-1 0 0 0 0,1-1 1 0 0,1 1-1 0 0,0-1 0 0 0,0 0 0 0 0,10 10 0 0 0,-12-14-3 0 0,0-1 0 0 0,0 1-1 0 0,0-1 1 0 0,0 1-1 0 0,1-1 1 0 0,-1 0 0 0 0,1-1-1 0 0,0 1 1 0 0,0-1 0 0 0,0 0-1 0 0,0 0 1 0 0,0-1-1 0 0,0 1 1 0 0,1-1 0 0 0,-1 0-1 0 0,0-1 1 0 0,1 1-1 0 0,-1-1 1 0 0,1 0 0 0 0,-1 0-1 0 0,0-1 1 0 0,1 0 0 0 0,-1 0-1 0 0,0 0 1 0 0,1 0-1 0 0,-1-1 1 0 0,0 0 0 0 0,0 0-1 0 0,8-5 1 0 0,-5 1 3 0 0,1 0 1 0 0,-1 0-1 0 0,0-1 0 0 0,-1 0 1 0 0,0-1-1 0 0,0 1 0 0 0,0-1 1 0 0,-1-1-1 0 0,-1 1 0 0 0,1-1 1 0 0,7-18-1 0 0,-10 22 15 0 0,-1-1 0 0 0,1 0 0 0 0,-1 0 0 0 0,-1 1 0 0 0,1-1 0 0 0,-1-1 1 0 0,0 1-1 0 0,0 0 0 0 0,-1 0 0 0 0,0 0 0 0 0,0 0 0 0 0,-1 0 0 0 0,1-1 0 0 0,-1 1 0 0 0,0 0 0 0 0,-1 0 0 0 0,0 0 0 0 0,0 1 0 0 0,0-1 1 0 0,-6-10-1 0 0,6 12-21 0 0,-1 2 1 0 0,0-1 0 0 0,0 0 0 0 0,0 1 0 0 0,0-1 0 0 0,0 1 0 0 0,0 0 0 0 0,-1 0-1 0 0,-4-2 1 0 0,6 3-37 0 0,-2 1 47 0 0,1 1-35 0 0,0-1 0 0 0,0 1 0 0 0,-1-1 0 0 0,1 1-1 0 0,0 0 1 0 0,0 0 0 0 0,0 0 0 0 0,-4 3 0 0 0,5-3-176 0 0,1 0 0 0 0,0 0 0 0 0,0 0-1 0 0,-1 0 1 0 0,1 0 0 0 0,0 0 0 0 0,0 0 0 0 0,0 0 0 0 0,0 1-1 0 0,0-1 1 0 0,0 1 0 0 0,1-1 0 0 0,-1 0 0 0 0,0 1 0 0 0,1-1-1 0 0,-1 3 1 0 0,0-3-90 0 0,0 14-2352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27 636 0 0,'17'-26'13922'0'0,"-17"26"-13754"0"0,1 0 0 0 0,-1 1 0 0 0,0-1 0 0 0,0 1 0 0 0,0-1 1 0 0,0 0-1 0 0,0 1 0 0 0,0-1 0 0 0,0 1 0 0 0,0-1 0 0 0,-1 1 1 0 0,10 130 3629 0 0,-11 71-2816 0 0,-1-166-671 0 0,-2-22 1282 0 0,5-14-1566 0 0,0-11-14 0 0,0 0-1 0 0,1 0 0 0 0,0 0 1 0 0,1 0-1 0 0,0 0 0 0 0,0 1 1 0 0,9-21-1 0 0,-5 13-36 0 0,-3 5 18 0 0,2 0 0 0 0,0 1 0 0 0,0 0 0 0 0,1 0-1 0 0,11-16 1 0 0,-13 23-4 0 0,-1 0 0 0 0,1 1 0 0 0,0 0 0 0 0,0-1-1 0 0,0 1 1 0 0,1 1 0 0 0,0-1 0 0 0,-1 1 0 0 0,1 0 0 0 0,0 0-1 0 0,1 0 1 0 0,-1 1 0 0 0,0-1 0 0 0,9-1 0 0 0,-9 3 3 0 0,0 0 0 0 0,0 1 0 0 0,0 0 0 0 0,1 0 0 0 0,-1 0 0 0 0,0 0 0 0 0,0 1 0 0 0,0 0 0 0 0,0 0 0 0 0,0 0 0 0 0,0 1 0 0 0,0-1 0 0 0,0 1 0 0 0,7 4 0 0 0,-6-2 7 0 0,1 0-1 0 0,-1 0 0 0 0,0 0 1 0 0,0 1-1 0 0,-1 0 0 0 0,1 0 1 0 0,-1 1-1 0 0,9 11 0 0 0,-11-12 9 0 0,0 0 0 0 0,-1 1 0 0 0,1-1 0 0 0,-1 1 0 0 0,0 0 0 0 0,-1-1 0 0 0,1 1 0 0 0,-1 0 0 0 0,0 0 0 0 0,-1 0 0 0 0,1 0 0 0 0,-1 0 0 0 0,-1 0 0 0 0,1 0 0 0 0,-2 8 0 0 0,-2-5 54 0 0,-1-11-6 0 0,-3-13-32 0 0,7 5-35 0 0,1-1 0 0 0,0 1-1 0 0,1 0 1 0 0,0 0 0 0 0,0-1 0 0 0,1 1 0 0 0,0 0-1 0 0,7-17 1 0 0,-4 12-7 0 0,2 2 0 0 0,-1-1 1 0 0,2 1-1 0 0,-1 0 0 0 0,14-16 0 0 0,-15 22 6 0 0,-1 0 0 0 0,1 1 0 0 0,1 0-1 0 0,-1 1 1 0 0,1-1 0 0 0,0 1 0 0 0,15-8 0 0 0,-17 11 3 0 0,-1 0 0 0 0,1 0 0 0 0,0 0 1 0 0,0 1-1 0 0,0 0 0 0 0,0 0 0 0 0,0 0 0 0 0,0 0 1 0 0,0 1-1 0 0,0 0 0 0 0,0 0 0 0 0,0 0 0 0 0,0 1 1 0 0,0 0-1 0 0,5 1 0 0 0,-5-1 17 0 0,-1 1-1 0 0,0-1 1 0 0,1 1-1 0 0,-1 0 1 0 0,0 0-1 0 0,0 1 1 0 0,0-1 0 0 0,-1 1-1 0 0,1 0 1 0 0,-1 0-1 0 0,1 0 1 0 0,-1 0-1 0 0,0 1 1 0 0,0-1 0 0 0,-1 1-1 0 0,1 0 1 0 0,-1-1-1 0 0,1 1 1 0 0,1 6-1 0 0,-1-2-100 0 0,-1 0 0 0 0,1 0 0 0 0,-2 1 0 0 0,1-1 0 0 0,-1 0 0 0 0,0 1 0 0 0,-1-1 0 0 0,0 1 0 0 0,-1 9 0 0 0,0 11-3410 0 0,1-20 109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7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78 157 1408 0 0,'9'-43'5198'0'0,"2"-12"-2"0"0,-10 51-4876 0 0,0 0 0 0 0,1 0 1 0 0,-1 0-1 0 0,1 0 0 0 0,0 0 0 0 0,1 0 0 0 0,-1 0 0 0 0,1 1 0 0 0,3-5 0 0 0,-5 6-209 0 0,0 1 1 0 0,1 0 0 0 0,-1 0-1 0 0,0-1 1 0 0,1 1-1 0 0,-1 0 1 0 0,1 0 0 0 0,0 0-1 0 0,-1 1 1 0 0,1-1 0 0 0,0 0-1 0 0,-1 0 1 0 0,1 1-1 0 0,0-1 1 0 0,0 1 0 0 0,-1 0-1 0 0,1 0 1 0 0,0-1 0 0 0,0 1-1 0 0,0 0 1 0 0,-1 0-1 0 0,1 1 1 0 0,0-1 0 0 0,0 0-1 0 0,3 2 1 0 0,-3-1 4 0 0,0 0 0 0 0,0 1 1 0 0,0-1-1 0 0,0 1 0 0 0,0 0 0 0 0,0 0 1 0 0,0 0-1 0 0,-1 0 0 0 0,1 0 0 0 0,-1 0 0 0 0,1 0 1 0 0,-1 1-1 0 0,0-1 0 0 0,0 0 0 0 0,0 1 1 0 0,1 3-1 0 0,-1-2 19 0 0,-1-1 1 0 0,1 1-1 0 0,-1 0 1 0 0,0 0-1 0 0,-1 0 1 0 0,1 0-1 0 0,0 0 1 0 0,-1-1-1 0 0,0 1 1 0 0,0 0-1 0 0,-2 5 1 0 0,-3 6 161 0 0,-1-1 0 0 0,0 0 0 0 0,-1 0 1 0 0,-1-1-1 0 0,-10 13 0 0 0,-56 59 1394 0 0,19-24-627 0 0,56-60-1056 0 0,0-1-1 0 0,0 0 1 0 0,-1 0-1 0 0,1 0 1 0 0,0 1-1 0 0,0-1 1 0 0,0 0-1 0 0,-1 0 1 0 0,1 0-1 0 0,0 1 1 0 0,0-1-1 0 0,0 0 1 0 0,0 0-1 0 0,0 1 1 0 0,0-1-1 0 0,-1 0 1 0 0,1 1 0 0 0,0-1-1 0 0,0 0 1 0 0,0 0-1 0 0,0 1 1 0 0,0-1-1 0 0,0 0 1 0 0,0 1-1 0 0,0-1 1 0 0,0 0-1 0 0,0 0 1 0 0,1 1-1 0 0,-1-1 1 0 0,0 0-1 0 0,0 1 1 0 0,0-1-1 0 0,0 0 1 0 0,10 4 82 0 0,14-5-45 0 0,118-26-2243 0 0,-29 5-3039 0 0,-59 14 1506 0 0,-11 3-2769 0 0,-20 1 134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7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126 100 232 0 0,'6'-8'2614'0'0,"-1"-1"0"0"0,0 0-1 0 0,0 0 1 0 0,-1-1 0 0 0,0 1 0 0 0,6-21 1392 0 0,-10 29-3912 0 0,0 1 1 0 0,0 0-1 0 0,0-1 0 0 0,0 1 0 0 0,0-1 1 0 0,0 1-1 0 0,0 0 0 0 0,0-1 0 0 0,0 1 1 0 0,0-1-1 0 0,0 1 0 0 0,0 0 1 0 0,0-1-1 0 0,0 1 0 0 0,-1 0 0 0 0,1-1 1 0 0,0 1-1 0 0,0 0 0 0 0,0-1 0 0 0,0 1 1 0 0,-1 0-1 0 0,1-1 0 0 0,-1 1 0 0 0,-5 4 137 0 0,0 0-1 0 0,0 1 0 0 0,0-1 1 0 0,0 2-1 0 0,1-1 0 0 0,0 1 1 0 0,0-1-1 0 0,0 1 0 0 0,1 1 1 0 0,-6 9-1 0 0,-33 74 983 0 0,41-87-1174 0 0,-8 23 232 0 0,0 1-1 0 0,1 0 1 0 0,2 0 0 0 0,-5 34-1 0 0,10-47-196 0 0,1-1 1 0 0,0 0-1 0 0,1 0 0 0 0,0 1 0 0 0,1-1 1 0 0,1 0-1 0 0,0 0 0 0 0,1 0 0 0 0,0 0 1 0 0,1 0-1 0 0,6 13 0 0 0,-8-21-51 0 0,1-1 0 0 0,-1 0 0 0 0,1 1 0 0 0,0-1-1 0 0,0 0 1 0 0,0 0 0 0 0,1-1 0 0 0,-1 1 0 0 0,1-1 0 0 0,0 0-1 0 0,0 1 1 0 0,0-2 0 0 0,0 1 0 0 0,9 4 0 0 0,-7-5-8 0 0,1 0 0 0 0,-1 0 0 0 0,1 0 0 0 0,0-1 0 0 0,0 0 1 0 0,0 0-1 0 0,0-1 0 0 0,0 0 0 0 0,11-1 0 0 0,-1-2-13 0 0,0 0 0 0 0,-1-1-1 0 0,1-1 1 0 0,-1 0 0 0 0,0-1 0 0 0,-1-1 0 0 0,29-17-1 0 0,-23 10 26 0 0,-1 0 0 0 0,0-1 0 0 0,-1-1 0 0 0,-1-1 0 0 0,-1-1 0 0 0,0 0-1 0 0,-1-1 1 0 0,-1-1 0 0 0,-1 0 0 0 0,-1-1 0 0 0,-1-1 0 0 0,18-43 0 0 0,-28 59-17 0 0,0 0 1 0 0,0 0-1 0 0,-1 0 1 0 0,1 0-1 0 0,-2 0 0 0 0,1 0 1 0 0,-1-1-1 0 0,0 1 1 0 0,0 0-1 0 0,0 0 1 0 0,-1 0-1 0 0,0 0 1 0 0,0 0-1 0 0,-1 0 1 0 0,0 0-1 0 0,0 0 1 0 0,0 0-1 0 0,-1 0 1 0 0,0 1-1 0 0,0-1 1 0 0,0 1-1 0 0,0 0 1 0 0,-1 0-1 0 0,0 0 0 0 0,0 1 1 0 0,-1-1-1 0 0,1 1 1 0 0,-1 0-1 0 0,-9-6 1 0 0,0 1-211 0 0,0 0 0 0 0,-1 1 1 0 0,1 1-1 0 0,-2 1 0 0 0,1 0 0 0 0,-1 1 1 0 0,0 0-1 0 0,0 1 0 0 0,0 1 1 0 0,-17-1-1 0 0,16 4-681 0 0,0-1 0 0 0,0 2 0 0 0,0 1 0 0 0,0 0 1 0 0,0 1-1 0 0,-22 7 0 0 0,12-1-2973 0 0,0 1 0 0 0,-50 26 0 0 0,43-17-3202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8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150 280 376 0 0,'-2'-2'701'0'0,"-1"0"0"0"0,0 1 0 0 0,1-1 1 0 0,-1 1-1 0 0,0 0 0 0 0,0-1 0 0 0,0 1 0 0 0,0 0 0 0 0,0 1 0 0 0,-5-2 0 0 0,5 2-337 0 0,0 0 0 0 0,0 0 0 0 0,0 0 0 0 0,0 0 0 0 0,0 1-1 0 0,0-1 1 0 0,0 1 0 0 0,0 0 0 0 0,0 0 0 0 0,-2 1-1 0 0,0 0-130 0 0,1 1-1 0 0,0 0 1 0 0,0-1-1 0 0,0 1 1 0 0,1 0-1 0 0,-1 1 0 0 0,1-1 1 0 0,0 1-1 0 0,-1-1 1 0 0,2 1-1 0 0,-1 0 0 0 0,0 0 1 0 0,1 0-1 0 0,-3 6 1 0 0,0 1-54 0 0,1 1 1 0 0,0 0-1 0 0,0 1 0 0 0,2-1 1 0 0,-1 0-1 0 0,1 1 1 0 0,1 0-1 0 0,0 0 1 0 0,1-1-1 0 0,1 1 0 0 0,0 0 1 0 0,0-1-1 0 0,1 1 1 0 0,6 19-1 0 0,-5-23-142 0 0,0 0 0 0 0,1-1 0 0 0,0 1 0 0 0,0-1 0 0 0,1 0 0 0 0,0 0 0 0 0,0 0 0 0 0,1 0 0 0 0,0-1 0 0 0,1 0 0 0 0,0-1 0 0 0,0 1 0 0 0,0-1 0 0 0,0 0 0 0 0,1-1 0 0 0,0 0 0 0 0,0 0 0 0 0,1-1 0 0 0,-1 0 0 0 0,13 4 0 0 0,-13-6-11 0 0,0 1 1 0 0,1-2-1 0 0,-1 1 1 0 0,0-1-1 0 0,1 0 0 0 0,-1-1 1 0 0,0 0-1 0 0,1 0 1 0 0,-1-1-1 0 0,1 0 0 0 0,-1 0 1 0 0,0-1-1 0 0,13-4 1 0 0,-11 2-7 0 0,-1-1 0 0 0,1 0 0 0 0,-1 0 0 0 0,0-1 0 0 0,-1 0 0 0 0,0 0 0 0 0,1-1 0 0 0,-2 0 0 0 0,13-15 0 0 0,-8 6 0 0 0,0 0-1 0 0,-2-1 1 0 0,0 0 0 0 0,-1 0-1 0 0,-1-1 1 0 0,0-1 0 0 0,-1 1-1 0 0,-1-1 1 0 0,-1 0 0 0 0,-1 0-1 0 0,2-23 1 0 0,-5 24 21 0 0,-1 1 0 0 0,0 0 0 0 0,-2-1 0 0 0,0 1 0 0 0,-1 0 0 0 0,-1 0 1 0 0,0 1-1 0 0,-1-1 0 0 0,-1 1 0 0 0,0 0 0 0 0,-2 0 0 0 0,-9-16 0 0 0,12 23-36 0 0,-1-1 1 0 0,0 1-1 0 0,-1 0 0 0 0,0 1 1 0 0,0-1-1 0 0,-1 1 0 0 0,0 1 1 0 0,-1 0-1 0 0,1 0 0 0 0,-1 0 1 0 0,-1 1-1 0 0,1 1 0 0 0,-1-1 1 0 0,0 2-1 0 0,0-1 0 0 0,-1 1 1 0 0,1 1-1 0 0,-1 0 1 0 0,-20-3-1 0 0,27 6-102 0 0,1-1 0 0 0,-1 1 0 0 0,1 0 1 0 0,-1 0-1 0 0,0 0 0 0 0,1 1 0 0 0,-1 0 0 0 0,1-1 1 0 0,-1 1-1 0 0,1 0 0 0 0,-1 0 0 0 0,1 1 0 0 0,0-1 0 0 0,0 1 1 0 0,-1 0-1 0 0,1 0 0 0 0,0 0 0 0 0,1 0 0 0 0,-1 0 1 0 0,0 1-1 0 0,1-1 0 0 0,-1 1 0 0 0,1 0 0 0 0,0-1 0 0 0,0 1 1 0 0,0 0-1 0 0,0 0 0 0 0,0 1 0 0 0,-2 6 0 0 0,2-4-505 0 0,0 0 0 0 0,1 1-1 0 0,0-1 1 0 0,0 1-1 0 0,0-1 1 0 0,1 1-1 0 0,0-1 1 0 0,0 1 0 0 0,1-1-1 0 0,0 1 1 0 0,0-1-1 0 0,0 1 1 0 0,1-1 0 0 0,0 0-1 0 0,4 10 1 0 0,7 11-4943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2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184 148 2152 0 0,'-4'-9'2214'0'0,"0"1"-1"0"0,0 0 1 0 0,-1 1-1 0 0,0-1 1 0 0,-12-13 749 0 0,1 27-1414 0 0,12-3-1339 0 0,1-1 1 0 0,-1 1-1 0 0,1 0 1 0 0,0 0-1 0 0,0 0 1 0 0,0 0-1 0 0,0 0 1 0 0,0 1-1 0 0,-2 4 1 0 0,-19 36 772 0 0,17-29-674 0 0,-4 6-109 0 0,1 1 0 0 0,2 0 1 0 0,0 0-1 0 0,1 1 1 0 0,1 0-1 0 0,2 0 1 0 0,0 0-1 0 0,1 0 0 0 0,1 29 1 0 0,2-40-168 0 0,1 0 0 0 0,1 0 1 0 0,0 0-1 0 0,0-1 0 0 0,1 1 1 0 0,1-1-1 0 0,0 1 0 0 0,9 17 0 0 0,-8-21-17 0 0,0 0-1 0 0,0 0 1 0 0,1-1-1 0 0,0 1 0 0 0,0-1 1 0 0,1-1-1 0 0,0 1 0 0 0,0-1 1 0 0,1-1-1 0 0,0 1 0 0 0,0-1 1 0 0,10 5-1 0 0,-12-7-7 0 0,0 0 0 0 0,1-1 0 0 0,0 1 0 0 0,0-1 0 0 0,-1 0 0 0 0,1-1 0 0 0,0 0 0 0 0,0 0 0 0 0,0 0 1 0 0,1-1-1 0 0,-1 0 0 0 0,0-1 0 0 0,0 1 0 0 0,0-1 0 0 0,0-1 0 0 0,0 1 0 0 0,0-1 0 0 0,-1 0 0 0 0,1-1 0 0 0,9-5 0 0 0,-6 3-3 0 0,-1-1 0 0 0,0-1 0 0 0,0 0 0 0 0,-1 0 0 0 0,0-1-1 0 0,0 0 1 0 0,0 0 0 0 0,-1-1 0 0 0,-1 1 0 0 0,0-2 0 0 0,0 1 0 0 0,7-16 0 0 0,-5 7-5 0 0,-1-1 0 0 0,-1 0 0 0 0,-1 0 0 0 0,0-1 0 0 0,-2 1 0 0 0,0-1 0 0 0,-1 0 0 0 0,-1 0 0 0 0,-1 0 0 0 0,-1 0 0 0 0,0 0 0 0 0,-2 0 0 0 0,-5-22 0 0 0,5 28-34 0 0,-1 0-1 0 0,0 1 1 0 0,-1 0 0 0 0,0-1-1 0 0,-1 2 1 0 0,-1-1-1 0 0,0 1 1 0 0,0 0 0 0 0,-2 0-1 0 0,1 1 1 0 0,-1 0 0 0 0,-1 1-1 0 0,0 0 1 0 0,0 0-1 0 0,-1 1 1 0 0,0 1 0 0 0,-1-1-1 0 0,0 2 1 0 0,-17-9-1 0 0,25 14-152 0 0,0 0-1 0 0,-1 1 0 0 0,1 0 0 0 0,0-1 0 0 0,-1 1 0 0 0,1 1 1 0 0,-1-1-1 0 0,1 1 0 0 0,-1 0 0 0 0,1 0 0 0 0,-1 0 0 0 0,1 0 1 0 0,-1 1-1 0 0,1 0 0 0 0,-1 0 0 0 0,1 0 0 0 0,-8 3 1 0 0,9-2-345 0 0,-1 0 0 0 0,1 0 1 0 0,0 1-1 0 0,0-1 0 0 0,0 1 1 0 0,0-1-1 0 0,0 1 0 0 0,1 0 1 0 0,-1 0-1 0 0,1 0 1 0 0,0 0-1 0 0,0 1 0 0 0,0-1 1 0 0,0 0-1 0 0,0 1 0 0 0,1 0 1 0 0,0-1-1 0 0,0 1 0 0 0,0 0 1 0 0,-1 7-1 0 0,0 6-5696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30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1808 0 0,'13'-39'8410'0'0,"4"9"-3837"0"0,-14 26-4332 0 0,1 0 0 0 0,-1 1 0 0 0,1 0 0 0 0,0 0-1 0 0,0 0 1 0 0,0 0 0 0 0,1 1 0 0 0,-1-1 0 0 0,1 1 0 0 0,-1 0-1 0 0,1 0 1 0 0,0 1 0 0 0,5-2 0 0 0,6 0-42 0 0,-1 0 0 0 0,0 1 0 0 0,1 0 0 0 0,-1 2 0 0 0,1 0-1 0 0,-1 0 1 0 0,1 1 0 0 0,22 5 0 0 0,-30-4-137 0 0,0 1 0 0 0,1-1 0 0 0,-1 1 0 0 0,0 1 0 0 0,-1 0 0 0 0,1 0 0 0 0,10 7 0 0 0,-14-8-11 0 0,1 1-1 0 0,-1 0 1 0 0,0-1-1 0 0,-1 2 1 0 0,1-1-1 0 0,-1 0 0 0 0,0 1 1 0 0,0-1-1 0 0,0 1 1 0 0,0 0-1 0 0,-1 0 1 0 0,3 8-1 0 0,-3-5-7 0 0,-1-1 1 0 0,0 1-1 0 0,0 0 0 0 0,-1 0 0 0 0,0-1 1 0 0,0 1-1 0 0,-1 0 0 0 0,0 0 0 0 0,0-1 1 0 0,-1 1-1 0 0,0-1 0 0 0,0 1 0 0 0,-1-1 0 0 0,0 0 1 0 0,-7 12-1 0 0,-6 9 144 0 0,-1 0 1 0 0,-29 33-1 0 0,41-54-132 0 0,-8 9 258 0 0,0 0-1 0 0,0-1 1 0 0,-16 14 0 0 0,27-28 96 0 0,4-3-414 0 0,-1 1 2 0 0,1-1 0 0 0,0 1-1 0 0,-1 0 1 0 0,1 0 0 0 0,0 0 0 0 0,0 0 0 0 0,0 0 0 0 0,0 0 0 0 0,0 0-1 0 0,0 0 1 0 0,1 1 0 0 0,-1-1 0 0 0,0 1 0 0 0,0 0 0 0 0,0-1-1 0 0,1 1 1 0 0,-1 0 0 0 0,0 0 0 0 0,0 0 0 0 0,0 1 0 0 0,1-1 0 0 0,-1 1-1 0 0,0-1 1 0 0,3 2 0 0 0,-1-1-3 0 0,5 1 0 0 0,0 1 0 0 0,-1 0 0 0 0,1 1-1 0 0,-1-1 1 0 0,0 2 0 0 0,0-1 0 0 0,0 1 0 0 0,0 0-1 0 0,-1 1 1 0 0,0 0 0 0 0,0 0 0 0 0,-1 0 0 0 0,1 1 0 0 0,-1 0-1 0 0,-1 1 1 0 0,1-1 0 0 0,-1 1 0 0 0,-1 0 0 0 0,0 0-1 0 0,4 9 1 0 0,-5-11 60 0 0,-1 0 0 0 0,0 1 1 0 0,0-1-1 0 0,0 0 0 0 0,-1 1 0 0 0,0-1 0 0 0,0 1 0 0 0,0-1 1 0 0,-1 1-1 0 0,0-1 0 0 0,-1 1 0 0 0,1-1 0 0 0,-1 1 0 0 0,-3 10 0 0 0,2-11 113 0 0,-1-1 0 0 0,1 0-1 0 0,-1 0 1 0 0,0 0-1 0 0,0 0 1 0 0,0 0-1 0 0,-1-1 1 0 0,1 1 0 0 0,-1-1-1 0 0,0 0 1 0 0,-1 0-1 0 0,1 0 1 0 0,-1-1-1 0 0,1 1 1 0 0,-1-1-1 0 0,0-1 1 0 0,-7 4 0 0 0,3-3 1 0 0,0 0 0 0 0,0 0 1 0 0,0-1-1 0 0,0 0 1 0 0,0 0-1 0 0,-1-1 0 0 0,1-1 1 0 0,-1 0-1 0 0,1 0 1 0 0,0 0-1 0 0,-14-4 1 0 0,12 2-203 0 0,0 0 0 0 0,0-1 1 0 0,0 0-1 0 0,0-1 0 0 0,0-1 1 0 0,1 1-1 0 0,0-2 1 0 0,0 1-1 0 0,-10-9 0 0 0,19 14-153 0 0,1 0 1 0 0,-1-1-1 0 0,0 1 0 0 0,1 0 0 0 0,-1-1 0 0 0,0 1 0 0 0,1-1 0 0 0,-1 1 0 0 0,1-1 0 0 0,-1 1 0 0 0,1-1 1 0 0,-1 0-1 0 0,1 1 0 0 0,-1-1 0 0 0,1 0 0 0 0,0 1 0 0 0,-1-1 0 0 0,1 0 0 0 0,0 1 0 0 0,-1-1 1 0 0,1 0-1 0 0,0 0 0 0 0,0 1 0 0 0,0-1 0 0 0,0 0 0 0 0,0 0 0 0 0,0 1 0 0 0,0-1 0 0 0,0 0 0 0 0,0 0 1 0 0,0 0-1 0 0,0 1 0 0 0,0-1 0 0 0,1 0 0 0 0,-1 0 0 0 0,0 1 0 0 0,1-1 0 0 0,-1 0 0 0 0,0 1 0 0 0,1-1 1 0 0,-1 0-1 0 0,1 1 0 0 0,0-1 0 0 0,30-17-11365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30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0 112 228 0 0,'18'-19'4665'0'0,"-12"12"-2263"0"0,0 0 1 0 0,1 1-1 0 0,14-11 1141 0 0,-21 17-3470 0 0,0-1-1 0 0,1 1 0 0 0,-1 0 0 0 0,1 0 1 0 0,-1-1-1 0 0,1 1 0 0 0,-1 0 0 0 0,0 0 0 0 0,1 0 1 0 0,-1 0-1 0 0,1-1 0 0 0,-1 1 0 0 0,1 0 0 0 0,-1 0 1 0 0,1 0-1 0 0,-1 0 0 0 0,1 0 0 0 0,-1 0 0 0 0,1 0 1 0 0,-1 0-1 0 0,1 1 0 0 0,-1-1 0 0 0,1 0 1 0 0,-1 0-1 0 0,0 0 0 0 0,1 0 0 0 0,-1 1 0 0 0,1-1 1 0 0,16 14 1535 0 0,6 17 249 0 0,-15-16-1509 0 0,-2 1 0 0 0,1 0 0 0 0,-2 1 0 0 0,0-1 1 0 0,-1 1-1 0 0,3 21 0 0 0,-4-9-83 0 0,-2 0 0 0 0,-3 56 0 0 0,-2-48 574 0 0,-6-45-738 0 0,9 5-97 0 0,0 1 0 0 0,0 0 0 0 0,0 0 0 0 0,1-1 0 0 0,-1 1 0 0 0,1 0 0 0 0,0-1 0 0 0,-1 1 0 0 0,1-1 1 0 0,0 1-1 0 0,0-1 0 0 0,1-2 0 0 0,5-32-21 0 0,-5 34 23 0 0,5-21-62 0 0,0-1 0 0 0,2 1 0 0 0,1 0 0 0 0,1 0 0 0 0,1 1-1 0 0,15-23 1 0 0,-19 34 38 0 0,1 1 0 0 0,0-1-1 0 0,1 1 1 0 0,1 1 0 0 0,0-1-1 0 0,0 2 1 0 0,1-1 0 0 0,0 2 0 0 0,0-1-1 0 0,1 1 1 0 0,0 1 0 0 0,20-9-1 0 0,-29 15 8 0 0,1-1-1 0 0,-1 1 0 0 0,1 0 0 0 0,0 0 0 0 0,0 0 1 0 0,0 1-1 0 0,-1-1 0 0 0,1 1 0 0 0,0 0 1 0 0,0 0-1 0 0,0 0 0 0 0,0 1 0 0 0,0-1 0 0 0,-1 1 1 0 0,1 0-1 0 0,0 0 0 0 0,0 0 0 0 0,-1 0 1 0 0,1 1-1 0 0,-1 0 0 0 0,6 3 0 0 0,-6-2 25 0 0,1 0 0 0 0,-1 0 0 0 0,0 1 0 0 0,0-1 0 0 0,0 1 0 0 0,0 0 0 0 0,-1 0 0 0 0,1 0-1 0 0,-1 0 1 0 0,0 1 0 0 0,0-1 0 0 0,-1 0 0 0 0,1 1 0 0 0,-1-1 0 0 0,0 1 0 0 0,0 0 0 0 0,0 6 0 0 0,0 8 59 0 0,-1 0 0 0 0,-1 0 0 0 0,-5 35 0 0 0,-18 57 114 0 0,13-65-136 0 0,4-9-2205 0 0,28-35-6953 0 0,-16-5 7854 0 0,0 1 0 0 0,-1-1 0 0 0,1 0 0 0 0,5-5 0 0 0,5-5-4093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31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1920 0 0,'3'-23'4227'0'0,"-2"11"-2648"0"0,0 0 1 0 0,1 0-1 0 0,0 1 0 0 0,1-1 1 0 0,4-11-1 0 0,-6 20-1448 0 0,1 0 0 0 0,-1 0 0 0 0,1 0 0 0 0,0 0 0 0 0,0 1 0 0 0,0-1 0 0 0,0 1 0 0 0,0-1 0 0 0,0 1 0 0 0,1 0 0 0 0,-1 0 0 0 0,1 0 0 0 0,-1 0 0 0 0,1 0 0 0 0,0 1 0 0 0,0-1 0 0 0,0 1 1 0 0,0 0-1 0 0,0-1 0 0 0,0 2 0 0 0,0-1 0 0 0,0 0 0 0 0,5 0 0 0 0,-3 0-40 0 0,0 1 1 0 0,0 0 0 0 0,-1 0-1 0 0,1 0 1 0 0,0 0 0 0 0,0 1 0 0 0,-1 0-1 0 0,1 0 1 0 0,0 0 0 0 0,-1 1-1 0 0,1-1 1 0 0,-1 1 0 0 0,0 0-1 0 0,0 0 1 0 0,8 6 0 0 0,-9-6-23 0 0,-1 0 1 0 0,0 0 0 0 0,1 1-1 0 0,-1-1 1 0 0,0 1 0 0 0,-1-1 0 0 0,1 1-1 0 0,0 0 1 0 0,-1 0 0 0 0,1 0-1 0 0,-1 0 1 0 0,0 0 0 0 0,0 0-1 0 0,0 0 1 0 0,-1 0 0 0 0,1 0-1 0 0,-1 1 1 0 0,1-1 0 0 0,-1 0-1 0 0,0 0 1 0 0,0 1 0 0 0,-1-1-1 0 0,1 0 1 0 0,-2 5 0 0 0,-1 4 330 0 0,0-1 0 0 0,-1 1 1 0 0,-1-1-1 0 0,0-1 1 0 0,-11 19-1 0 0,-38 48 2119 0 0,7-11-877 0 0,47-66-1632 0 0,-1 0 0 0 0,1 1 0 0 0,0-1 0 0 0,-1 1 0 0 0,1-1 0 0 0,0 0 0 0 0,0 1 0 0 0,-1-1 0 0 0,1 1 0 0 0,0-1 0 0 0,0 1 0 0 0,0-1 0 0 0,-1 1 0 0 0,1-1 0 0 0,0 1 0 0 0,0-1 0 0 0,0 1 0 0 0,0-1 0 0 0,0 1 0 0 0,0-1 1 0 0,0 1-1 0 0,0-1 0 0 0,0 1 0 0 0,0-1 0 0 0,1 0 0 0 0,-1 1 0 0 0,0-1 0 0 0,0 1 0 0 0,0-1 0 0 0,0 1 0 0 0,1-1 0 0 0,-1 1 0 0 0,0-1 0 0 0,1 0 0 0 0,-1 1 0 0 0,0-1 0 0 0,1 1 0 0 0,-1-1 0 0 0,0 0 0 0 0,1 0 0 0 0,-1 1 0 0 0,0-1 0 0 0,1 0 0 0 0,-1 1 0 0 0,1-1 0 0 0,-1 0 0 0 0,1 0 0 0 0,-1 0 0 0 0,2 1 0 0 0,24 1 21 0 0,-23-2-28 0 0,16-2-715 0 0,-1 0-1 0 0,1-1 0 0 0,-1-1 0 0 0,1-1 0 0 0,25-10 1 0 0,-1 1-1275 0 0,92-31-4331 0 0,-78 25 526 0 0,-8 0-2506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32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1067 45 436 0 0,'-7'-11'7139'0'0,"-14"-19"5587"0"0,22 29-12680 0 0,0 1 0 0 0,0-1 1 0 0,0 1-1 0 0,0 0 0 0 0,0 0 0 0 0,0-1 0 0 0,-1 1 0 0 0,1 0 0 0 0,0 0 0 0 0,0 0 0 0 0,0 0 1 0 0,0 0-1 0 0,0 0 0 0 0,0 0 0 0 0,2 0 0 0 0,10 1 164 0 0,149 5 748 0 0,-100-5-356 0 0,88 12 0 0 0,-147-12-503 0 0,1 0-1 0 0,-1 0 1 0 0,0 0 0 0 0,0 0 0 0 0,0 1 0 0 0,0-1 0 0 0,0 1-1 0 0,0 0 1 0 0,0 0 0 0 0,0 0 0 0 0,-1 0 0 0 0,1 1-1 0 0,-1-1 1 0 0,1 1 0 0 0,-1-1 0 0 0,0 1 0 0 0,0 0-1 0 0,0 0 1 0 0,-1 0 0 0 0,1 0 0 0 0,-1 0 0 0 0,2 4 0 0 0,1 5 250 0 0,0 0 1 0 0,-1 1 0 0 0,-1-1 0 0 0,2 18 0 0 0,0 52 700 0 0,-3 1-1 0 0,-11 89 0 0 0,3-76-238 0 0,-22 308-130 0 0,-8 128 13 0 0,24-269-694 0 0,-13 488 0 0 0,31-315 0 0 0,-15 530 0 0 0,5-873 0 0 0,-20 284 0 0 0,-22-2 0 0 0,27-264 0 0 0,-59 186 0 0 0,56-224 0 0 0,-22 121 0 0 0,36-150 0 0 0,6-32 0 0 0,-1-2 0 0 0,-12-11 0 0 0,-41-14 0 0 0,-27-5 0 0 0,-21 5-1362 0 0,-1 4-1 0 0,0 6 1 0 0,-1 3 0 0 0,1 6-1 0 0,-135 21 1 0 0,137-10-7073 0 0,-1-2-5319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33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812 104 1600 0 0,'0'0'3354'0'0,"-11"-27"6959"0"0,5 22-9416 0 0,0 0-1 0 0,0 1 1 0 0,0-1-1 0 0,0 1 0 0 0,-9-3 1 0 0,-40-15 870 0 0,24 13-1369 0 0,-48-6-1 0 0,70 15-345 0 0,0-1 0 0 0,1 1 1 0 0,-1 1-1 0 0,0-1 0 0 0,1 2 0 0 0,-1-1 0 0 0,1 1 0 0 0,-1 0 1 0 0,1 1-1 0 0,0 0 0 0 0,0 0 0 0 0,0 1 0 0 0,0 0 0 0 0,0 0 0 0 0,1 1 1 0 0,0 0-1 0 0,0 0 0 0 0,-8 9 0 0 0,1-1 231 0 0,1 1-1 0 0,1 0 1 0 0,0 1 0 0 0,1 0-1 0 0,1 1 1 0 0,0 0 0 0 0,-9 20-1 0 0,9-9 72 0 0,0 0 0 0 0,2 0-1 0 0,0 0 1 0 0,2 1-1 0 0,2 0 1 0 0,-3 36 0 0 0,8 173 950 0 0,2-152-1047 0 0,-10 1142 1287 0 0,-34-662-1158 0 0,-37-8-46 0 0,54-432-340 0 0,-58 329 0 0 0,36 3 0 0 0,51 296 0 0 0,3-686 0 0 0,3 0 0 0 0,36 120 0 0 0,-24-104 0 0 0,-19-66 0 0 0,-2 0 0 0 0,0 0 0 0 0,-1 28 0 0 0,-2-33 0 0 0,1 0 0 0 0,1 0 0 0 0,-1 0 0 0 0,2 0 0 0 0,0 0 0 0 0,0-1 0 0 0,1 1 0 0 0,1 0 0 0 0,7 17 0 0 0,-8-24 2 0 0,0 0 0 0 0,1 0 0 0 0,0 0 0 0 0,0-1 0 0 0,0 1 0 0 0,0-1-1 0 0,0 0 1 0 0,1 0 0 0 0,0 0 0 0 0,0-1 0 0 0,0 1 0 0 0,0-1 0 0 0,11 4 0 0 0,-7-4 1 0 0,1 0 1 0 0,-1-1-1 0 0,1 0 0 0 0,0-1 1 0 0,-1 1-1 0 0,1-2 0 0 0,18 0 1 0 0,5-5-71 0 0,1 0-1 0 0,-2-2 1 0 0,61-21 0 0 0,156-73-7243 0 0,-90 16-4735 0 0,-90 42 1252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0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20 804 1140 0 0,'-7'-39'11116'0'0,"7"39"-11013"0"0,0-1 0 0 0,0 0 0 0 0,0 1 0 0 0,0-1 0 0 0,0 1 0 0 0,0-1 0 0 0,0 0 0 0 0,-1 1 1 0 0,1-1-1 0 0,0 1 0 0 0,0-1 0 0 0,-1 1 0 0 0,1-1 0 0 0,0 1 0 0 0,-1-1 0 0 0,1 1 0 0 0,-1-1 0 0 0,1 1 0 0 0,-1 0 1 0 0,1-1-1 0 0,0 1 0 0 0,-1-1 0 0 0,0 1 0 0 0,1 0 0 0 0,-2-1 0 0 0,1 7-87 0 0,0-1 0 0 0,0 0 0 0 0,1 1 0 0 0,0-1 0 0 0,0 1 0 0 0,0-1 0 0 0,0 1 0 0 0,1-1 0 0 0,0 0 0 0 0,0 1 0 0 0,0-1 0 0 0,1 0 0 0 0,2 7 0 0 0,-2-9-4 0 0,-1 0 1 0 0,1 0-1 0 0,0 0 1 0 0,0 0-1 0 0,0 0 1 0 0,0 0-1 0 0,0-1 1 0 0,1 1-1 0 0,-1-1 1 0 0,1 1-1 0 0,0-1 1 0 0,0 0-1 0 0,0 0 1 0 0,0-1-1 0 0,0 1 1 0 0,0 0-1 0 0,0-1 1 0 0,0 0-1 0 0,1 0 1 0 0,5 2-1 0 0,-3-3 0 0 0,-1-1 0 0 0,1 1 0 0 0,-1-1 0 0 0,0 0 0 0 0,1 0 0 0 0,-1-1 0 0 0,0 0 0 0 0,0 0 0 0 0,1 0 0 0 0,-1 0 0 0 0,-1-1 0 0 0,7-3 0 0 0,-5 2 2 0 0,10-5-2 0 0,-2-1-1 0 0,1-1 1 0 0,-1 0-1 0 0,-1-1 1 0 0,0 0-1 0 0,-1-1 1 0 0,0-1-1 0 0,13-20 0 0 0,-1-3-95 0 0,-1-1-1 0 0,21-51 0 0 0,-29 54-73 0 0,-2-2-1 0 0,-1 0 0 0 0,-2 0 1 0 0,-2 0-1 0 0,5-53 0 0 0,-2-191-785 0 0,-11 281 941 0 0,0-1 0 0 0,0 1 0 0 0,0 0 0 0 0,0 0 0 0 0,0-1 1 0 0,0 1-1 0 0,0 0 0 0 0,0-1 0 0 0,0 1 0 0 0,0 0 0 0 0,0-1 0 0 0,0 1 0 0 0,0 0 0 0 0,0-1 0 0 0,0 1 0 0 0,0 0 0 0 0,0 0 0 0 0,0-1 0 0 0,-1 1 0 0 0,1 0 0 0 0,0-1 0 0 0,0 1 0 0 0,0 0 0 0 0,0 0 0 0 0,-1-1 0 0 0,1 1 1 0 0,0 0-1 0 0,0 0 0 0 0,-1-1 0 0 0,1 1 0 0 0,0 0 0 0 0,0 0 0 0 0,-1 0 0 0 0,1 0 0 0 0,0 0 0 0 0,-1-1 0 0 0,1 1 0 0 0,0 0 0 0 0,0 0 0 0 0,-1 0 0 0 0,1 0 0 0 0,0 0 0 0 0,-1 0 0 0 0,1 0 0 0 0,0 0 0 0 0,-1 0 0 0 0,1 0 1 0 0,0 0-1 0 0,-1 0 0 0 0,1 0 0 0 0,0 0 0 0 0,-1 0 0 0 0,1 0 0 0 0,-1 1 0 0 0,-12 10-49 0 0,5 6 66 0 0,1 0 0 0 0,0 0 0 0 0,-8 35 0 0 0,-5 58 198 0 0,11-54-125 0 0,-22 157 372 0 0,26-159-297 0 0,5 106 0 0 0,1-149-127 0 0,0 1 0 0 0,1-1 0 0 0,0 0 0 0 0,1 0 0 0 0,0 0 0 0 0,1 0 1 0 0,0 0-1 0 0,1-1 0 0 0,7 12 0 0 0,-9-16-143 0 0,1-1 0 0 0,0 0 1 0 0,0 0-1 0 0,1 0 0 0 0,-1 0 1 0 0,1-1-1 0 0,0 0 0 0 0,0 0 1 0 0,1 0-1 0 0,-1-1 0 0 0,1 1 1 0 0,0-1-1 0 0,0-1 0 0 0,0 1 1 0 0,0-1-1 0 0,1 0 1 0 0,6 1-1 0 0,-4-1-1027 0 0,1-1 1 0 0,0 0-1 0 0,-1 0 1 0 0,1-1-1 0 0,12-1 1 0 0,-3-1-2537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32 2092 0 0,'12'-32'14301'0'0,"-15"48"-13261"0"0,-19 72-410 0 0,-3 17-2694 0 0,11-35-7012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0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2768 0 0,'30'-66'11661'0'0,"-29"64"-11185"0"0,4 0 353 0 0,-2 1-393 0 0,1 12-223 0 0,0 0-127 0 0,-2 1 0 0 0,0 0 0 0 0,0-1 0 0 0,-1 1 0 0 0,-1 19 0 0 0,-7 67 161 0 0,2-54-82 0 0,0-13 233 0 0,2-27-183 0 0,3-19-175 0 0,2-2-45 0 0,0 0 0 0 0,1 0 1 0 0,1 0-1 0 0,1 1 1 0 0,11-29-1 0 0,-13 38-15 0 0,0 1 0 0 0,0-1 1 0 0,1 1-1 0 0,0-1 0 0 0,0 1 0 0 0,1 0 0 0 0,-1 1 1 0 0,1-1-1 0 0,1 1 0 0 0,-1 0 0 0 0,1 0 0 0 0,-1 1 0 0 0,1-1 1 0 0,1 1-1 0 0,11-6 0 0 0,-13 8 10 0 0,0 1 0 0 0,0 0 0 0 0,0 0 0 0 0,0 0 0 0 0,0 0 1 0 0,0 1-1 0 0,1 0 0 0 0,-1 0 0 0 0,0 0 0 0 0,0 1 0 0 0,0 0 0 0 0,0 0 0 0 0,0 0 0 0 0,0 0 0 0 0,0 1 0 0 0,-1 0 1 0 0,1 0-1 0 0,0 0 0 0 0,-1 1 0 0 0,1-1 0 0 0,-1 1 0 0 0,0 0 0 0 0,0 0 0 0 0,0 1 0 0 0,6 6 0 0 0,-4-3 14 0 0,0 1-1 0 0,0-1 0 0 0,0 1 1 0 0,-1 0-1 0 0,-1 0 0 0 0,1 1 0 0 0,-1 0 1 0 0,-1-1-1 0 0,1 1 0 0 0,-1 0 1 0 0,-1 1-1 0 0,0-1 0 0 0,1 10 1 0 0,0 28 300 0 0,-3-45-239 0 0,-4 9 165 0 0,2-14-226 0 0,0-1 0 0 0,0 0 0 0 0,1 0 0 0 0,0 0 0 0 0,0 0 0 0 0,0 0 0 0 0,0 0 0 0 0,0 0 0 0 0,1 0 1 0 0,0 0-1 0 0,0 0 0 0 0,0 0 0 0 0,1-7 0 0 0,11-55-22 0 0,-10 55-10 0 0,1 0 0 0 0,0 1-1 0 0,1-1 1 0 0,0 1-1 0 0,1 0 1 0 0,0 0 0 0 0,1 0-1 0 0,0 0 1 0 0,0 1-1 0 0,1 0 1 0 0,0 0 0 0 0,0 1-1 0 0,1 0 1 0 0,0 1-1 0 0,1-1 1 0 0,0 1 0 0 0,0 1-1 0 0,0 0 1 0 0,1 0-1 0 0,0 1 1 0 0,0 0 0 0 0,0 1-1 0 0,22-7 1 0 0,-29 10 27 0 0,0 1 0 0 0,0-1 0 0 0,1 1 0 0 0,-1-1 0 0 0,0 1-1 0 0,0 0 1 0 0,1 0 0 0 0,-1 1 0 0 0,0-1 0 0 0,0 1 0 0 0,0-1 0 0 0,1 1 0 0 0,-1 0 0 0 0,0 0 0 0 0,0 0 0 0 0,0 1 0 0 0,0-1-1 0 0,-1 1 1 0 0,1 0 0 0 0,0-1 0 0 0,-1 1 0 0 0,1 0 0 0 0,-1 1 0 0 0,1-1 0 0 0,-1 0 0 0 0,0 1 0 0 0,0-1 0 0 0,0 1 0 0 0,0 0-1 0 0,1 3 1 0 0,1 2 14 0 0,0 0 0 0 0,-1 1-1 0 0,0-1 1 0 0,0 1 0 0 0,-1-1 0 0 0,0 1-1 0 0,-1 0 1 0 0,0 0 0 0 0,0 12-1 0 0,-2 1 76 0 0,-1 1 0 0 0,-9 33 0 0 0,-2 23-1174 0 0,12-70 366 0 0,1 0 1 0 0,0 0 0 0 0,0 0-1 0 0,1 0 1 0 0,0 0 0 0 0,4 14-1 0 0,7 1-4160 0 0,-4-13 564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1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 1884 0 0,'25'-7'14646'0'0,"-24"8"-14616"0"0,-1-1-1 0 0,1 1 0 0 0,-1 0 1 0 0,1 0-1 0 0,-1 0 1 0 0,0 0-1 0 0,1-1 1 0 0,-1 1-1 0 0,0 0 0 0 0,0 0 1 0 0,0 0-1 0 0,0 0 1 0 0,0 0-1 0 0,0 0 0 0 0,0 0 1 0 0,0 0-1 0 0,0-1 1 0 0,0 1-1 0 0,0 0 0 0 0,0 0 1 0 0,-1 1-1 0 0,-9 25 197 0 0,3-10-121 0 0,-13 37 138 0 0,-3 9-2367 0 0,11-17-6414 0 0,9-33 3853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11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50 2248 0 0,'32'-49'10865'0'0,"-28"50"-10372"0"0,-4-1-481 0 0,0 0-1 0 0,1 0 1 0 0,-1 0-1 0 0,0 0 1 0 0,0 0 0 0 0,1 0-1 0 0,-1 0 1 0 0,0 0-1 0 0,1 0 1 0 0,-1 0 0 0 0,0 0-1 0 0,0 0 1 0 0,1 0-1 0 0,-1 0 1 0 0,0 1 0 0 0,0-1-1 0 0,1 0 1 0 0,-1 0-1 0 0,0 0 1 0 0,0 0-1 0 0,1 0 1 0 0,-1 1 0 0 0,0-1-1 0 0,0 0 1 0 0,0 0-1 0 0,1 0 1 0 0,-1 1 0 0 0,0-1-1 0 0,0 0 1 0 0,0 0-1 0 0,0 1 1 0 0,0-1 0 0 0,1 0-1 0 0,-1 0 1 0 0,0 1-1 0 0,1 6 130 0 0,1 19 222 0 0,0 0 0 0 0,-2 29 0 0 0,-7 11 113 0 0,-27 119-1 0 0,31-173 146 0 0,-2 19 3497 0 0,2-46-3779 0 0,2 13-326 0 0,1 1 1 0 0,-1-1 0 0 0,1 0-1 0 0,0 0 1 0 0,-1 0 0 0 0,1 1-1 0 0,0-1 1 0 0,0 0 0 0 0,0 0-1 0 0,1-3 1 0 0,5-20-19 0 0,1 0 1 0 0,1 1-1 0 0,1 0 1 0 0,1 1-1 0 0,1-1 0 0 0,26-37 1 0 0,-30 50-24 0 0,1 1-1 0 0,0 0 1 0 0,0 0 0 0 0,1 1 0 0 0,1 0 0 0 0,0 0 0 0 0,0 1 0 0 0,0 1-1 0 0,1-1 1 0 0,0 2 0 0 0,0-1 0 0 0,1 2 0 0 0,0 0 0 0 0,0 0-1 0 0,14-3 1 0 0,-23 7 27 0 0,0 0-1 0 0,-1 1 1 0 0,1 0-1 0 0,0-1 1 0 0,0 1-1 0 0,0 0 1 0 0,-1 0-1 0 0,1 0 0 0 0,0 1 1 0 0,0-1-1 0 0,-1 1 1 0 0,1-1-1 0 0,0 1 1 0 0,0 0-1 0 0,-1 0 1 0 0,1 0-1 0 0,-1 0 1 0 0,1 1-1 0 0,2 2 1 0 0,-2-2-2 0 0,0 1 0 0 0,-1 0 1 0 0,1 0-1 0 0,-1 0 0 0 0,0 0 1 0 0,0 0-1 0 0,0 0 0 0 0,-1 1 0 0 0,1-1 1 0 0,-1 1-1 0 0,1-1 0 0 0,0 7 1 0 0,1 4-4 0 0,-2 1 0 0 0,1-1 0 0 0,-2 1 1 0 0,0-1-1 0 0,-1 1 0 0 0,-2 15 0 0 0,-20 117 59 0 0,20-113-56 0 0,3-32-92 0 0,1-1-7 0 0,0-1-1 0 0,-1 0 1 0 0,1 1 0 0 0,0-1 0 0 0,0 1 0 0 0,0-1-1 0 0,0 0 1 0 0,-1 1 0 0 0,1-1 0 0 0,0 0 0 0 0,0 0-1 0 0,0 0 1 0 0,0 0 0 0 0,0 0 0 0 0,0 0 0 0 0,1 0-1 0 0,21-9-2006 0 0,-1-2-1 0 0,0 0 0 0 0,-1-1 0 0 0,28-21 0 0 0,-34 23 738 0 0,29-20-3363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2512 0 0,'-12'10'11365'0'0,"10"-6"-10742"0"0,3-2-607 0 0,-1-1-12 0 0,1-1 1 0 0,-1 1-1 0 0,0-1 1 0 0,0 1 0 0 0,0-1-1 0 0,1 1 1 0 0,-1-1-1 0 0,0 0 1 0 0,1 1-1 0 0,-1-1 1 0 0,0 1-1 0 0,1-1 1 0 0,-1 0-1 0 0,1 1 1 0 0,-1-1-1 0 0,0 0 1 0 0,1 0-1 0 0,-1 1 1 0 0,1-1 0 0 0,-1 0-1 0 0,1 0 1 0 0,-1 0-1 0 0,1 0 1 0 0,0 1-1 0 0,42 3 154 0 0,44-3-489 0 0,-34-2-2047 0 0,-3 4-4475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3 744 0 0,'-48'33'8899'0'0,"35"-25"-7380"0"0,1 1-1 0 0,-21 17 1 0 0,33-26-1510 0 0,0 0-1 0 0,-1 0 1 0 0,1 1 0 0 0,0-1 0 0 0,0 0 0 0 0,0 1 0 0 0,-1-1 0 0 0,1 0-1 0 0,0 1 1 0 0,0-1 0 0 0,0 0 0 0 0,0 1 0 0 0,0-1 0 0 0,0 0 0 0 0,-1 1 0 0 0,1-1-1 0 0,0 0 1 0 0,0 1 0 0 0,0-1 0 0 0,0 1 0 0 0,0-1 0 0 0,0 0 0 0 0,1 1-1 0 0,-1-1 1 0 0,0 0 0 0 0,0 1 0 0 0,0-1 0 0 0,0 0 0 0 0,0 1 0 0 0,0-1 0 0 0,1 0-1 0 0,-1 1 1 0 0,0-1 0 0 0,0 0 0 0 0,0 1 0 0 0,1-1 0 0 0,-1 0 0 0 0,0 0 0 0 0,1 1-1 0 0,-1-1 1 0 0,0 0 0 0 0,0 0 0 0 0,1 0 0 0 0,-1 0 0 0 0,0 1 0 0 0,1-1-1 0 0,-1 0 1 0 0,0 0 0 0 0,1 0 0 0 0,-1 0 0 0 0,1 0 0 0 0,-1 0 0 0 0,1 0 0 0 0,15 5 120 0 0,7-5-100 0 0,1 0 0 0 0,-1-1 1 0 0,0-2-1 0 0,23-5 1 0 0,-5 2-236 0 0,164-29-2634 0 0,-69 5-2539 0 0,-76 15 1254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5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691 86 1588 0 0,'16'-18'7491'0'0,"-7"4"-3280"0"0,0-11 1642 0 0,-9 23-5600 0 0,-2 0-216 0 0,0 0 0 0 0,0 0 0 0 0,0 0 0 0 0,0 0 0 0 0,0 1-1 0 0,-1-1 1 0 0,1 1 0 0 0,0-1 0 0 0,-1 1 0 0 0,1 0 0 0 0,-1 0-1 0 0,0 0 1 0 0,1 0 0 0 0,-1 0 0 0 0,0 1 0 0 0,1-1 0 0 0,-1 1-1 0 0,0 0 1 0 0,-5 0 0 0 0,-5-2 6 0 0,7 2-46 0 0,-10-1-21 0 0,0 0 0 0 0,0 2 0 0 0,-1 0 0 0 0,1 1 0 0 0,-30 7 0 0 0,37-6 8 0 0,-1 0 0 0 0,0 0 1 0 0,1 1-1 0 0,0 0 1 0 0,0 1-1 0 0,0 0 1 0 0,0 0-1 0 0,1 1 1 0 0,0 0-1 0 0,0 0 1 0 0,-7 9-1 0 0,6-5-6 0 0,0 1 1 0 0,1 0-1 0 0,0 0 0 0 0,1 0 0 0 0,1 1 0 0 0,-1 1 0 0 0,-5 16 0 0 0,0 12 73 0 0,1 2-1 0 0,2-1 1 0 0,-6 88 0 0 0,15-129-49 0 0,-25 542 1074 0 0,22-411-637 0 0,-29 434 670 0 0,8-206-698 0 0,-54 546 2044 0 0,-23-363-1838 0 0,66-385-500 0 0,35-157-111 0 0,0 0 0 0 0,0 0 0 0 0,0 0 0 0 0,0 0 0 0 0,0 0 0 0 0,0 0 0 0 0,0 0 0 0 0,0 1 0 0 0,0-1 0 0 0,1 0 0 0 0,-1 0 0 0 0,0 0 0 0 0,1 0 0 0 0,-1 0 0 0 0,1 0 0 0 0,-1 0 1 0 0,1 0-1 0 0,-1 0 0 0 0,1 0 0 0 0,0 0 0 0 0,-1 0 0 0 0,1-1 0 0 0,0 1 0 0 0,0 0 0 0 0,0 0 0 0 0,0-1 0 0 0,0 1 0 0 0,0-1 0 0 0,0 1 0 0 0,0 0 0 0 0,0-1 0 0 0,0 0 0 0 0,0 1 0 0 0,0-1 0 0 0,0 0 0 0 0,0 1 1 0 0,0-1-1 0 0,0 0 0 0 0,0 0 0 0 0,2 0 0 0 0,6 1 15 0 0,1 0 0 0 0,-1-1 0 0 0,17-1 0 0 0,-17 0-22 0 0,298-22-1758 0 0,-33 2-4597 0 0,-242 11 3198 0 0,-13-1-3087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0:25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35 764 0 0,'0'0'2210'0'0,"-2"-15"4404"0"0,-3-1-2732 0 0,4 16-3801 0 0,1-1 0 0 0,0 1 0 0 0,0 0 1 0 0,-1 0-1 0 0,1 0 0 0 0,0-1 0 0 0,0 1 0 0 0,-1 0 1 0 0,1 0-1 0 0,0 0 0 0 0,0 0 0 0 0,-1-1 1 0 0,1 1-1 0 0,0 0 0 0 0,-1 0 0 0 0,1 0 0 0 0,0 0 1 0 0,-1 0-1 0 0,1 0 0 0 0,0 0 0 0 0,-1 0 0 0 0,1 0 1 0 0,0 0-1 0 0,-1 0 0 0 0,1 0 0 0 0,0 0 1 0 0,-1 0-1 0 0,-1 2 1 0 0,0-1-1 0 0,0 0 1 0 0,0 1 0 0 0,0-1 0 0 0,0 1 0 0 0,0 0 0 0 0,0 0 0 0 0,1 0-1 0 0,-1 0 1 0 0,-2 4 0 0 0,-9 15 151 0 0,0 1-1 0 0,2 0 1 0 0,0 0-1 0 0,-9 29 1 0 0,-20 98 476 0 0,32-114-609 0 0,2-1-1 0 0,1 1 1 0 0,1 44 0 0 0,4-67-63 0 0,0 1 0 0 0,1-1 1 0 0,0 0-1 0 0,1 1 0 0 0,1-1 0 0 0,0 0 1 0 0,0 0-1 0 0,1-1 0 0 0,1 1 1 0 0,0-1-1 0 0,1 0 0 0 0,11 18 1 0 0,-14-25 43 0 0,1 1 1 0 0,0-1-1 0 0,0 0 1 0 0,1 0-1 0 0,-1 0 1 0 0,1 0-1 0 0,0-1 1 0 0,0 0-1 0 0,0 0 1 0 0,0 0-1 0 0,0-1 1 0 0,1 1-1 0 0,-1-1 1 0 0,1-1-1 0 0,-1 1 1 0 0,1-1-1 0 0,0 0 1 0 0,0 0-1 0 0,0-1 1 0 0,0 1-1 0 0,-1-1 1 0 0,1-1-1 0 0,0 1 1 0 0,6-2-1 0 0,-2 0 61 0 0,0-1 0 0 0,-1 0 0 0 0,1 0 0 0 0,-1-1 0 0 0,0 0 0 0 0,0-1 1 0 0,0 0-1 0 0,0 0 0 0 0,-1-1 0 0 0,0 0 0 0 0,0-1 0 0 0,-1 1 0 0 0,9-11 0 0 0,-3 1-51 0 0,0-1-1 0 0,-1 0 0 0 0,-1-1 1 0 0,-1-1-1 0 0,-1 0 1 0 0,0 0-1 0 0,-1-1 0 0 0,-1 0 1 0 0,-1 0-1 0 0,4-26 1 0 0,-7 31-84 0 0,-1-1 1 0 0,-1 1-1 0 0,0-1 1 0 0,-1 1-1 0 0,0-1 1 0 0,-1 0-1 0 0,-1 1 1 0 0,-1-1-1 0 0,0 1 0 0 0,-1 0 1 0 0,-1 0-1 0 0,0 0 1 0 0,-1 1-1 0 0,-11-20 1 0 0,11 25-34 0 0,0 1 0 0 0,0 0 1 0 0,-1 0-1 0 0,0 0 0 0 0,-1 1 0 0 0,0 0 0 0 0,0 1 1 0 0,0 0-1 0 0,-1 0 0 0 0,0 0 0 0 0,0 1 0 0 0,0 1 1 0 0,-1 0-1 0 0,-12-4 0 0 0,14 5-268 0 0,0 1 1 0 0,0 1-1 0 0,-1-1 1 0 0,1 2 0 0 0,-1-1-1 0 0,1 1 1 0 0,-16 1-1 0 0,17 0-326 0 0,1 1 1 0 0,-1-1-1 0 0,1 1 0 0 0,-1 0 1 0 0,1 1-1 0 0,0-1 1 0 0,0 1-1 0 0,0 1 0 0 0,0-1 1 0 0,-8 7-1 0 0,2 5-5983 0 0,10-12 5660 0 0,-1 2 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13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22 282 1864 0 0,'-22'6'13712'0'0,"31"-11"-13685"0"0,1 0 0 0 0,-1 1 0 0 0,1 0 1 0 0,0 0-1 0 0,0 1 0 0 0,0 1 0 0 0,12-2 0 0 0,3-2 0 0 0,701-126 80 0 0,7 56-952 0 0,-590 63 271 0 0,-31 5-556 0 0,-46 5-21 0 0,78-15 0 0 0,-142 18 925 0 0,-29 8-8220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1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136 346 1864 0 0,'-123'29'11664'0'0,"121"-29"-11255"0"0,-8 1 1021 0 0,25-3-1100 0 0,567-129 131 0 0,6 45-462 0 0,722-38-161 0 0,-1126 111 16 0 0,-93 7-124 0 0,72-7-1516 0 0,-160 13 1175 0 0,-1 0 1 0 0,0 0 0 0 0,0 0 0 0 0,1 0 0 0 0,-1 0 0 0 0,0 1-1 0 0,0-1 1 0 0,0 1 0 0 0,0-1 0 0 0,1 1 0 0 0,2 2 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39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1908 0 0,'-12'15'13403'0'0,"11"-9"-12419"0"0,3-4-962 0 0,1-1 0 0 0,0 0 0 0 0,0 1 0 0 0,0-1 0 0 0,0-1 0 0 0,0 1 1 0 0,0 0-1 0 0,0-1 0 0 0,0 1 0 0 0,0-1 0 0 0,4 0 0 0 0,44-2-143 0 0,-34 1-159 0 0,34-3-1462 0 0,5-1-1537 0 0,-22 6-1883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39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94 2504 0 0,'-46'44'12647'0'0,"45"-42"-12153"0"0,1-2-471 0 0,1 1 0 0 0,-1-1-1 0 0,0 0 1 0 0,1 1-1 0 0,-1-1 1 0 0,1 0 0 0 0,-1 1-1 0 0,1-1 1 0 0,-1 0-1 0 0,1 0 1 0 0,0 1-1 0 0,-1-1 1 0 0,1 0 0 0 0,-1 0-1 0 0,1 0 1 0 0,-1 0-1 0 0,1 0 1 0 0,0 0-1 0 0,-1 0 1 0 0,1 0 0 0 0,-1 0-1 0 0,2 0 1 0 0,231-48-675 0 0,-114 20-1357 0 0,94-19-4544 0 0,-130 27 2006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0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68 1452 0 0,'16'-38'18355'0'0,"-20"32"-18256"0"0,1 4-7 0 0,-22-6 419 0 0,10 4-482 0 0,0 1 1 0 0,0 0 0 0 0,-1 1-1 0 0,1 1 1 0 0,-1 1 0 0 0,-30 2 0 0 0,38-1-63 0 0,-1 1 1 0 0,1 0-1 0 0,0 0 1 0 0,0 1 0 0 0,0 0-1 0 0,0 1 1 0 0,0 0-1 0 0,1 0 1 0 0,0 0 0 0 0,-1 1-1 0 0,2 0 1 0 0,-1 1-1 0 0,1-1 1 0 0,-7 8 0 0 0,2 1-10 0 0,1 0 1 0 0,0 0 0 0 0,1 1 0 0 0,0 1-1 0 0,1-1 1 0 0,1 1 0 0 0,1 1 0 0 0,0-1 0 0 0,1 1-1 0 0,-5 31 1 0 0,2 14 81 0 0,-1 102 1 0 0,8-159-43 0 0,3 316 198 0 0,-2 44 403 0 0,-3-267-277 0 0,-53 964 1792 0 0,-86-84 1836 0 0,82-607-2487 0 0,49-271-773 0 0,4 175 0 0 0,7-267-662 0 0,1 0-1 0 0,0-1 1 0 0,0 1-1 0 0,1 0 1 0 0,-1 0-1 0 0,2-1 1 0 0,-1 1-1 0 0,1-1 1 0 0,1 0 0 0 0,-1 1-1 0 0,1-2 1 0 0,8 12-1 0 0,-8-13-23 0 0,1 0 0 0 0,0 0-1 0 0,0-1 1 0 0,0 0 0 0 0,0 0-1 0 0,1 0 1 0 0,-1-1 0 0 0,1 1 0 0 0,0-1-1 0 0,0-1 1 0 0,1 1 0 0 0,-1-1-1 0 0,0 0 1 0 0,1-1 0 0 0,8 2-1 0 0,15 0-297 0 0,0-1-1 0 0,0-1 0 0 0,0-2 0 0 0,40-5 0 0 0,120-30-2160 0 0,-165 31 2089 0 0,268-68-5430 0 0,-106 8-4200 0 0,-127 39 2190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1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44 176 1368 0 0,'-3'-13'2638'0'0,"0"0"0"0"0,-1-25 0 0 0,3 32-2109 0 0,1-1-1 0 0,0 0 1 0 0,0 1-1 0 0,1-1 1 0 0,0 0-1 0 0,0 1 0 0 0,3-10 1 0 0,-3 14-495 0 0,0-1-1 0 0,0 0 1 0 0,0 0 0 0 0,1 1-1 0 0,-1-1 1 0 0,1 1 0 0 0,-1-1-1 0 0,1 1 1 0 0,0-1-1 0 0,0 1 1 0 0,0 0 0 0 0,0 0-1 0 0,1 0 1 0 0,-1 0 0 0 0,0 1-1 0 0,1-1 1 0 0,-1 1 0 0 0,1-1-1 0 0,0 1 1 0 0,0 0 0 0 0,-1 0-1 0 0,1 0 1 0 0,0 0 0 0 0,0 0-1 0 0,0 1 1 0 0,0-1 0 0 0,0 1-1 0 0,0 0 1 0 0,0 0 0 0 0,0 0-1 0 0,0 0 1 0 0,0 1 0 0 0,0-1-1 0 0,-1 1 1 0 0,1 0 0 0 0,0-1-1 0 0,0 1 1 0 0,0 1 0 0 0,3 0-1 0 0,1 2 19 0 0,0-1-1 0 0,0 1 1 0 0,0 1 0 0 0,-1-1-1 0 0,0 1 1 0 0,0 0-1 0 0,0 0 1 0 0,0 1 0 0 0,-1 0-1 0 0,0 0 1 0 0,0 0 0 0 0,0 0-1 0 0,6 13 1 0 0,-8-12 99 0 0,-1 0 0 0 0,0 0 0 0 0,0 0 0 0 0,0 0 0 0 0,-1 0 0 0 0,0 0 1 0 0,0 0-1 0 0,-1 0 0 0 0,0 1 0 0 0,-2 13 0 0 0,0-8 28 0 0,0-1 0 0 0,-2 0 0 0 0,0 0 0 0 0,0-1 1 0 0,-11 21-1 0 0,-5 2 86 0 0,-1-2-1 0 0,-2 0 1 0 0,-27 29 0 0 0,45-55-232 0 0,-82 101 277 0 0,87-107-307 0 0,0 0-1 0 0,-1 1 1 0 0,1-1-1 0 0,0 0 1 0 0,0 0-1 0 0,0 0 0 0 0,0 0 1 0 0,-1 1-1 0 0,1-1 1 0 0,0 0-1 0 0,0 0 1 0 0,0 0-1 0 0,0 1 0 0 0,0-1 1 0 0,-1 0-1 0 0,1 0 1 0 0,0 1-1 0 0,0-1 1 0 0,0 0-1 0 0,0 0 0 0 0,0 1 1 0 0,0-1-1 0 0,0 0 1 0 0,0 0-1 0 0,0 1 1 0 0,0-1-1 0 0,0 0 0 0 0,0 0 1 0 0,0 1-1 0 0,0-1 1 0 0,0 0-1 0 0,0 0 1 0 0,1 0-1 0 0,-1 1 0 0 0,0-1 1 0 0,0 0-1 0 0,0 0 1 0 0,0 1-1 0 0,12 1 47 0 0,20-7-22 0 0,-29 4-24 0 0,180-42-2205 0 0,-63 7-7058 0 0,-90 27 3234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1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33 414 2936 0 0,'-11'6'8151'0'0,"10"-5"-7803"0"0,-1 0 0 0 0,1 0-1 0 0,0-1 1 0 0,-1 1 0 0 0,1 0 0 0 0,0 0-1 0 0,-1 0 1 0 0,1 0 0 0 0,0 1 0 0 0,0-1 0 0 0,0 0-1 0 0,0 0 1 0 0,0 1 0 0 0,0-1 0 0 0,0 1 0 0 0,0 1-1 0 0,1-1-201 0 0,-1-1 1 0 0,1 1-1 0 0,0 0 0 0 0,0 0 0 0 0,0-1 0 0 0,0 1 0 0 0,0 0 0 0 0,0 0 0 0 0,1-1 0 0 0,-1 1 0 0 0,0 0 1 0 0,1 0-1 0 0,0-1 0 0 0,-1 1 0 0 0,1 0 0 0 0,0-1 0 0 0,1 3 0 0 0,5 9 166 0 0,1-1 0 0 0,0 0 0 0 0,15 17 0 0 0,-19-25-277 0 0,0 0 0 0 0,0 0 1 0 0,1-1-1 0 0,0 1 0 0 0,-1-1 0 0 0,1 0 0 0 0,0 0 1 0 0,0-1-1 0 0,1 1 0 0 0,-1-1 0 0 0,0-1 0 0 0,10 3 1 0 0,-6-2-7 0 0,-1-1 1 0 0,1 0 0 0 0,0-1-1 0 0,-1 0 1 0 0,1 0-1 0 0,-1-1 1 0 0,1 0 0 0 0,-1 0-1 0 0,1-1 1 0 0,-1 0 0 0 0,0-1-1 0 0,11-4 1 0 0,-8 1-7 0 0,-1 1 0 0 0,0-2-1 0 0,-1 1 1 0 0,1-1 0 0 0,-1-1 0 0 0,0 0 0 0 0,-1 0 0 0 0,9-11-1 0 0,1-6-14 0 0,0 0 0 0 0,-2-2 0 0 0,-1 0-1 0 0,-1-1 1 0 0,19-55 0 0 0,-15 29-158 0 0,-3-1 0 0 0,15-111 1 0 0,-30 164 97 0 0,-16 15-20 0 0,4 5 45 0 0,1 0 0 0 0,1 1 0 0 0,1 0 0 0 0,0 0 0 0 0,-8 31 0 0 0,6-11 14 0 0,-10 77-1 0 0,20-106 21 0 0,0 1 0 0 0,0-1 0 0 0,1 1 0 0 0,1-1 0 0 0,0 0 0 0 0,0 1 0 0 0,1-1 0 0 0,1 0 0 0 0,4 14 0 0 0,-5-20-207 0 0,0 0 1 0 0,0 0-1 0 0,0 0 0 0 0,0 0 0 0 0,0 0 1 0 0,1-1-1 0 0,0 1 0 0 0,0-1 0 0 0,0 0 1 0 0,0 0-1 0 0,0 0 0 0 0,0 0 0 0 0,1 0 1 0 0,0-1-1 0 0,-1 0 0 0 0,1 0 0 0 0,0 0 1 0 0,0 0-1 0 0,0 0 0 0 0,0-1 0 0 0,0 0 0 0 0,1 1 1 0 0,-1-2-1 0 0,7 2 0 0 0,-4-2-834 0 0,-1 1 0 0 0,1-1 0 0 0,0-1 0 0 0,0 1 1 0 0,0-1-1 0 0,-1 0 0 0 0,13-5 0 0 0,8-3-4577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2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67 137 1412 0 0,'-2'-12'1908'0'0,"0"1"1"0"0,1 0-1 0 0,1-22 1 0 0,0 29-1636 0 0,0 0 1 0 0,1 0 0 0 0,0 0-1 0 0,0 0 1 0 0,0 0 0 0 0,0 0-1 0 0,0 1 1 0 0,1-1 0 0 0,0 0-1 0 0,-1 1 1 0 0,1 0 0 0 0,1-1-1 0 0,-1 1 1 0 0,4-4 0 0 0,-5 6-250 0 0,1 0 1 0 0,-1 0 0 0 0,0 0 0 0 0,1 0 0 0 0,-1 0-1 0 0,1 0 1 0 0,-1 0 0 0 0,1 1 0 0 0,-1-1 0 0 0,1 1-1 0 0,-1-1 1 0 0,1 1 0 0 0,0 0 0 0 0,-1-1 0 0 0,1 1-1 0 0,0 0 1 0 0,-1 0 0 0 0,1 0 0 0 0,0 1 0 0 0,-1-1-1 0 0,1 0 1 0 0,-1 0 0 0 0,1 1 0 0 0,0-1 0 0 0,-1 1-1 0 0,1 0 1 0 0,-1-1 0 0 0,1 1 0 0 0,-1 0 0 0 0,3 1-1 0 0,-2 0 45 0 0,1 0 0 0 0,-1-1 0 0 0,0 1 0 0 0,0 0-1 0 0,0 0 1 0 0,0 0 0 0 0,0 0 0 0 0,0 1 0 0 0,0-1 0 0 0,-1 1-1 0 0,1-1 1 0 0,-1 1 0 0 0,0-1 0 0 0,0 1 0 0 0,0 0 0 0 0,1 4-1 0 0,-1-2 83 0 0,-1 1 0 0 0,0 0 0 0 0,-1-1 0 0 0,1 1 0 0 0,-1 0 0 0 0,0-1 0 0 0,-1 1 0 0 0,1 0 0 0 0,-1-1 0 0 0,-4 8-1 0 0,-4 7 411 0 0,-16 24-1 0 0,20-33-337 0 0,-79 101 1235 0 0,61-82-1287 0 0,23-29-145 0 0,1 0-23 0 0,0-1 0 0 0,-1 0-1 0 0,1 0 1 0 0,0 1 0 0 0,0-1-1 0 0,0 0 1 0 0,0 1-1 0 0,0-1 1 0 0,0 0 0 0 0,0 0-1 0 0,0 1 1 0 0,0-1 0 0 0,0 0-1 0 0,1 0 1 0 0,-1 1-1 0 0,0-1 1 0 0,0 0 0 0 0,0 0-1 0 0,0 1 1 0 0,0-1 0 0 0,0 0-1 0 0,0 0 1 0 0,1 1-1 0 0,-1-1 1 0 0,0 0 0 0 0,0 0-1 0 0,0 0 1 0 0,1 1-1 0 0,-1-1 1 0 0,0 0 0 0 0,0 0-1 0 0,0 0 1 0 0,1 0 0 0 0,-1 0-1 0 0,0 0 1 0 0,0 1-1 0 0,1-1 1 0 0,-1 0 0 0 0,0 0-1 0 0,0 0 1 0 0,1 0 0 0 0,-1 0-1 0 0,26-3-8 0 0,0 0-1 0 0,-1-2 1 0 0,0-1-1 0 0,40-14 1 0 0,8-2-909 0 0,11 1-1618 0 0,-34 9-607 0 0,1-1-3627 0 0,-39 9 2697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143 219 872 0 0,'4'-16'4788'0'0,"-2"12"-3979"0"0,0 0 0 0 0,-1-1 0 0 0,1 1 1 0 0,-1 0-1 0 0,0-1 0 0 0,-1 0 0 0 0,1 1 0 0 0,-1-1 1 0 0,0 1-1 0 0,0-1 0 0 0,-1-6 682 0 0,1 11-1445 0 0,0-1-1 0 0,0 1 0 0 0,0 0 1 0 0,0-1-1 0 0,0 1 1 0 0,0 0-1 0 0,0-1 1 0 0,0 1-1 0 0,0 0 0 0 0,0-1 1 0 0,0 1-1 0 0,0 0 1 0 0,0 0-1 0 0,0-1 1 0 0,-1 1-1 0 0,1 0 0 0 0,0-1 1 0 0,0 1-1 0 0,0 0 1 0 0,0 0-1 0 0,-1-1 1 0 0,1 1-1 0 0,0 0 0 0 0,0 0 1 0 0,-1 0-1 0 0,1-1 1 0 0,0 1-1 0 0,0 0 1 0 0,-1 0-1 0 0,1 0 0 0 0,0 0 1 0 0,-1 0-1 0 0,1-1 1 0 0,0 1-1 0 0,-1 0 1 0 0,-5 4-11 0 0,1 0 1 0 0,-1 0 0 0 0,1 0 0 0 0,0 1 0 0 0,0 0-1 0 0,1 0 1 0 0,-1 0 0 0 0,1 0 0 0 0,-5 10 0 0 0,-33 62 35 0 0,36-65-59 0 0,-2 5-8 0 0,0 1 0 0 0,1 0-1 0 0,1 0 1 0 0,1 0 0 0 0,-5 29 0 0 0,8-39 6 0 0,2 0-1 0 0,-1 1 1 0 0,1-1 0 0 0,0 1 0 0 0,1-1 0 0 0,0 0-1 0 0,0 0 1 0 0,1 1 0 0 0,0-1 0 0 0,0 0 0 0 0,1 0 0 0 0,0-1-1 0 0,0 1 1 0 0,9 14 0 0 0,-9-18-2 0 0,0-1 1 0 0,1 1-1 0 0,-1-1 1 0 0,1 1-1 0 0,0-1 0 0 0,0-1 1 0 0,0 1-1 0 0,0 0 1 0 0,1-1-1 0 0,-1 0 1 0 0,1 0-1 0 0,-1 0 0 0 0,1-1 1 0 0,0 1-1 0 0,-1-1 1 0 0,1 0-1 0 0,0 0 0 0 0,0-1 1 0 0,0 0-1 0 0,0 0 1 0 0,0 0-1 0 0,0 0 0 0 0,-1-1 1 0 0,8-1-1 0 0,1 0 5 0 0,0-1-1 0 0,0-1 0 0 0,-1 0 1 0 0,1 0-1 0 0,-1-2 1 0 0,0 1-1 0 0,21-15 0 0 0,-20 10-2 0 0,-1-1 0 0 0,0 0-1 0 0,0-1 1 0 0,-1 0 0 0 0,-1-1-1 0 0,0 0 1 0 0,-1 0 0 0 0,0-1-1 0 0,-1-1 1 0 0,0 1 0 0 0,-2-1-1 0 0,0-1 1 0 0,5-17 0 0 0,-6 17-13 0 0,-1-1 0 0 0,0 0 1 0 0,-2 1-1 0 0,0-1 1 0 0,-1 0-1 0 0,0 0 1 0 0,-1 0-1 0 0,-1 0 1 0 0,-1 0-1 0 0,-1 0 0 0 0,0 0 1 0 0,-9-26-1 0 0,10 36-70 0 0,-1 1-1 0 0,0 0 1 0 0,-1 0-1 0 0,1 0 1 0 0,-1 1-1 0 0,0-1 0 0 0,-1 1 1 0 0,1 0-1 0 0,-1 0 1 0 0,0 0-1 0 0,0 1 0 0 0,-1 0 1 0 0,1 0-1 0 0,-1 0 1 0 0,0 1-1 0 0,0 0 1 0 0,0 0-1 0 0,0 0 0 0 0,-8-2 1 0 0,13 5-181 0 0,0 0-1 0 0,-1 0 1 0 0,1-1 0 0 0,-1 1 0 0 0,1 0-1 0 0,-1 0 1 0 0,1 0 0 0 0,-1 1 0 0 0,1-1-1 0 0,0 0 1 0 0,-1 0 0 0 0,1 1 0 0 0,-1-1-1 0 0,1 1 1 0 0,0-1 0 0 0,-1 1 0 0 0,1 0-1 0 0,0 0 1 0 0,0-1 0 0 0,0 1 0 0 0,-1 0-1 0 0,1 0 1 0 0,0 0 0 0 0,0 0 0 0 0,0 0-1 0 0,0 0 1 0 0,1 1 0 0 0,-1-1 0 0 0,0 0-1 0 0,0 0 1 0 0,1 1 0 0 0,-1-1 0 0 0,1 0-1 0 0,-1 1 1 0 0,1-1 0 0 0,-1 0 0 0 0,1 1-1 0 0,0-1 1 0 0,0 1 0 0 0,0 2 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4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296 301 2032 0 0,'1'-8'1535'0'0,"-1"0"0"0"0,0 0 0 0 0,0 0 0 0 0,0 0 0 0 0,-1 0 0 0 0,-2-12 0 0 0,2 16-1157 0 0,1 1 0 0 0,-1-1-1 0 0,0 1 1 0 0,0-1 0 0 0,0 1 0 0 0,-1 0-1 0 0,1 0 1 0 0,-1-1 0 0 0,0 1-1 0 0,-3-4 1 0 0,4 5-185 0 0,-3 3-49 0 0,-3 2-109 0 0,0-1 0 0 0,0 2 0 0 0,1-1 0 0 0,-1 0 0 0 0,1 1 1 0 0,0 1-1 0 0,0-1 0 0 0,0 1 0 0 0,0 0 0 0 0,1 0 0 0 0,0 0 0 0 0,-8 10 0 0 0,-8 13 67 0 0,-23 40-1 0 0,20-28-12 0 0,-35 81 1 0 0,52-104-66 0 0,1 1 1 0 0,0 0-1 0 0,1 0 1 0 0,1 1-1 0 0,1-1 1 0 0,1 1-1 0 0,0 30 1 0 0,2-44-9 0 0,0-1 0 0 0,1 1 1 0 0,-1-1-1 0 0,1 0 0 0 0,0 1 0 0 0,0-1 1 0 0,1 0-1 0 0,-1 0 0 0 0,1 1 0 0 0,0-1 1 0 0,0 0-1 0 0,0-1 0 0 0,1 1 0 0 0,-1 0 0 0 0,1-1 1 0 0,0 1-1 0 0,0-1 0 0 0,4 4 0 0 0,-2-4-1 0 0,0 0 0 0 0,0 0 0 0 0,1 0 0 0 0,-1-1-1 0 0,0 0 1 0 0,1 0 0 0 0,0 0 0 0 0,-1-1-1 0 0,1 1 1 0 0,0-1 0 0 0,0-1 0 0 0,0 1 0 0 0,7-1-1 0 0,5-1 11 0 0,0-1-1 0 0,0 0 1 0 0,0-1 0 0 0,-1-1-1 0 0,1-1 1 0 0,-1-1-1 0 0,26-12 1 0 0,-14 4 125 0 0,0-1 1 0 0,-1-2 0 0 0,33-27 0 0 0,-34 22 28 0 0,0-1 0 0 0,-2-2 1 0 0,-1-1-1 0 0,-1-1 0 0 0,-1 0 0 0 0,-1-2 1 0 0,-2-1-1 0 0,-1 0 0 0 0,-1-1 0 0 0,-2-1 1 0 0,-1-1-1 0 0,17-58 0 0 0,-29 82-146 0 0,0 1 0 0 0,-1-1 0 0 0,0 0 0 0 0,0 0 0 0 0,-1 0 0 0 0,0 0 0 0 0,0 0 0 0 0,-1 0 0 0 0,-1 0 0 0 0,1 0 0 0 0,-1 1 0 0 0,-1-1 0 0 0,-6-15 0 0 0,6 18-38 0 0,-1 0 0 0 0,1 0 0 0 0,-1 0 0 0 0,-1 0 0 0 0,1 1 0 0 0,-1-1 0 0 0,0 1 0 0 0,0 1 0 0 0,0-1 0 0 0,-1 1 0 0 0,0 0 0 0 0,0 0 0 0 0,0 0 0 0 0,0 1 0 0 0,0 0 0 0 0,-1 0 0 0 0,0 1 0 0 0,-6-2 0 0 0,-1 1-238 0 0,-1 0-1 0 0,1 1 1 0 0,0 1-1 0 0,0 1 1 0 0,-1 0 0 0 0,1 1-1 0 0,0 0 1 0 0,-1 1-1 0 0,1 0 1 0 0,0 2-1 0 0,1-1 1 0 0,-18 8-1 0 0,1 1-1727 0 0,-35 19-1 0 0,-23 19-5448 0 0,57-30 2037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66 672 0 0,'0'0'1608'0'0,"-3"-21"5770"0"0,-4 34-6821 0 0,-1-1 1 0 0,2 1-1 0 0,0 1 0 0 0,0-1 0 0 0,-5 22 0 0 0,2-7 18 0 0,-3 6-135 0 0,-6 15 108 0 0,-12 55 1 0 0,26-88-485 0 0,2 0 0 0 0,-1 0 0 0 0,2 0-1 0 0,0 0 1 0 0,1 0 0 0 0,1 0 0 0 0,5 30-1 0 0,-5-41-52 0 0,0 0 0 0 0,0-1-1 0 0,1 1 1 0 0,0 0-1 0 0,0-1 1 0 0,0 0 0 0 0,0 0-1 0 0,1 1 1 0 0,-1-1-1 0 0,1 0 1 0 0,0-1 0 0 0,0 1-1 0 0,1-1 1 0 0,-1 1-1 0 0,1-1 1 0 0,7 5 0 0 0,-5-5 30 0 0,-1 0 1 0 0,1 0 0 0 0,0-1 0 0 0,0 0 0 0 0,0 0 0 0 0,0-1 0 0 0,0 0-1 0 0,0 0 1 0 0,0 0 0 0 0,0-1 0 0 0,12 0 0 0 0,-7-1 81 0 0,-1 0 0 0 0,0-1 0 0 0,0 0 0 0 0,0-1-1 0 0,0 0 1 0 0,0 0 0 0 0,0-1 0 0 0,-1-1 0 0 0,0 1 0 0 0,0-2 0 0 0,0 1 0 0 0,0-1 0 0 0,-1 0 0 0 0,0-1 0 0 0,11-11 0 0 0,-10 5-62 0 0,0 0-1 0 0,-1-1 1 0 0,0 0 0 0 0,-1 0-1 0 0,-1-1 1 0 0,0 1 0 0 0,-1-1-1 0 0,-1-1 1 0 0,0 1-1 0 0,-1-1 1 0 0,0 1 0 0 0,-2-1-1 0 0,0 0 1 0 0,0 0 0 0 0,-4-30-1 0 0,1 30-69 0 0,0 1 0 0 0,-1 0 0 0 0,0 0 0 0 0,-2 0 0 0 0,1 0-1 0 0,-2 1 1 0 0,0-1 0 0 0,-1 1 0 0 0,0 1 0 0 0,-1-1 0 0 0,0 2-1 0 0,-2-1 1 0 0,1 1 0 0 0,-1 0 0 0 0,-1 1 0 0 0,-16-14 0 0 0,23 22-133 0 0,1 1 1 0 0,-1-1-1 0 0,0 1 0 0 0,1 0 1 0 0,-1 0-1 0 0,0 1 1 0 0,0-1-1 0 0,0 1 1 0 0,-8-1-1 0 0,10 1-26 0 0,0 1-1 0 0,0 0 1 0 0,1 0 0 0 0,-1 0 0 0 0,0 0-1 0 0,1 0 1 0 0,-1 1 0 0 0,0-1-1 0 0,1 0 1 0 0,-1 1 0 0 0,0-1-1 0 0,1 1 1 0 0,-1 0 0 0 0,1-1-1 0 0,-1 1 1 0 0,1 0 0 0 0,-1 0-1 0 0,1 0 1 0 0,-1 0 0 0 0,1 0-1 0 0,0 0 1 0 0,0 0 0 0 0,0 1 0 0 0,-1-1-1 0 0,0 3 1 0 0,2-3-151 0 0,-1 1 1 0 0,1-1-1 0 0,0 0 0 0 0,0 1 1 0 0,0-1-1 0 0,0 1 0 0 0,0-1 1 0 0,1 1-1 0 0,-1-1 0 0 0,0 0 1 0 0,1 1-1 0 0,-1-1 0 0 0,1 0 1 0 0,-1 1-1 0 0,1-1 0 0 0,0 0 1 0 0,-1 0-1 0 0,1 0 0 0 0,1 2 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6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553 242 212 0 0,'0'-24'4998'0'0,"-6"-34"1"0"0,4 42-4160 0 0,-1 1 1 0 0,-1 0 0 0 0,0 0 0 0 0,-1 1 0 0 0,-1-1 0 0 0,-8-15 0 0 0,12 28-760 0 0,1-1 0 0 0,-1 0 0 0 0,0 1 0 0 0,0-1 0 0 0,0 1-1 0 0,0-1 1 0 0,0 1 0 0 0,-1 0 0 0 0,1 0 0 0 0,-1 0 0 0 0,1 0 0 0 0,-1 1-1 0 0,0-1 1 0 0,1 1 0 0 0,-1-1 0 0 0,0 1 0 0 0,0 0 0 0 0,-4-1 0 0 0,3 2-36 0 0,-1-1 0 0 0,0 1 0 0 0,0 0 0 0 0,1 0 0 0 0,-1 0 1 0 0,0 1-1 0 0,1 0 0 0 0,-1 0 0 0 0,0 0 0 0 0,1 0 0 0 0,-5 3 0 0 0,-9 4 6 0 0,1 1-1 0 0,1 1 1 0 0,0 1-1 0 0,-29 23 0 0 0,15-8-3 0 0,0 2 0 0 0,2 1 0 0 0,1 1 0 0 0,-38 56-1 0 0,49-62-22 0 0,2 0 0 0 0,0 2 0 0 0,2-1 0 0 0,0 1-1 0 0,2 1 1 0 0,1 0 0 0 0,-8 41 0 0 0,16-57-18 0 0,-1-1 1 0 0,2 1-1 0 0,-1-1 1 0 0,1 1-1 0 0,1 0 0 0 0,0-1 1 0 0,1 1-1 0 0,-1-1 1 0 0,8 21-1 0 0,-7-26 2 0 0,0 0 0 0 0,0-1-1 0 0,1 1 1 0 0,-1 0 0 0 0,1-1 0 0 0,0 1-1 0 0,1-1 1 0 0,-1 0 0 0 0,1 0 0 0 0,0 0-1 0 0,0 0 1 0 0,0-1 0 0 0,0 0 0 0 0,0 0-1 0 0,1 0 1 0 0,0 0 0 0 0,-1-1-1 0 0,1 1 1 0 0,0-1 0 0 0,0 0 0 0 0,7 1-1 0 0,-8-2 5 0 0,0 0-1 0 0,0-1 0 0 0,0 1 1 0 0,0-1-1 0 0,1 0 0 0 0,-1 0 0 0 0,0-1 1 0 0,0 1-1 0 0,0-1 0 0 0,0 0 0 0 0,0 0 1 0 0,0 0-1 0 0,0 0 0 0 0,0-1 1 0 0,0 0-1 0 0,0 0 0 0 0,-1 0 0 0 0,1 0 1 0 0,0 0-1 0 0,-1-1 0 0 0,0 0 1 0 0,0 1-1 0 0,0-1 0 0 0,5-6 0 0 0,-3 2 40 0 0,0 0 1 0 0,-1 0-1 0 0,0 0 0 0 0,0-1 0 0 0,-1 1 0 0 0,0-1 0 0 0,0 0 0 0 0,-1 0 0 0 0,0 0 0 0 0,0 0 0 0 0,1-15 0 0 0,-3 19-38 0 0,0-1-1 0 0,0 1 0 0 0,0-1 0 0 0,0 1 1 0 0,-1 0-1 0 0,0 0 0 0 0,0-1 0 0 0,0 1 1 0 0,0 0-1 0 0,-1 0 0 0 0,1 0 0 0 0,-1 0 0 0 0,0 0 1 0 0,0 0-1 0 0,-1 1 0 0 0,1-1 0 0 0,-1 1 1 0 0,0-1-1 0 0,0 1 0 0 0,0 0 0 0 0,0 0 1 0 0,0 0-1 0 0,-1 1 0 0 0,-5-4 0 0 0,7 5-45 0 0,-1 1 1 0 0,1-1-1 0 0,-1 1 0 0 0,0-1 0 0 0,1 1 0 0 0,-1 0 0 0 0,1 0 0 0 0,-1 1 1 0 0,0-1-1 0 0,1 0 0 0 0,-1 1 0 0 0,1-1 0 0 0,-1 1 0 0 0,1 0 1 0 0,-1 0-1 0 0,1 0 0 0 0,-3 2 0 0 0,3-2-234 0 0,0 0 0 0 0,0 0 0 0 0,0 0 1 0 0,0 1-1 0 0,1-1 0 0 0,-1 1 0 0 0,0-1 0 0 0,1 1 0 0 0,0-1 0 0 0,-1 1 0 0 0,1 0 0 0 0,-2 3 0 0 0,3-4 113 0 0,-1-1-1 0 0,1 1 0 0 0,0 0 0 0 0,-1-1 0 0 0,1 1 1 0 0,0 0-1 0 0,0 0 0 0 0,0 0 0 0 0,0-1 0 0 0,0 1 0 0 0,0 0 1 0 0,0 0-1 0 0,0-1 0 0 0,0 1 0 0 0,0 0 0 0 0,0 0 1 0 0,0-1-1 0 0,0 1 0 0 0,1 0 0 0 0,-1 0 0 0 0,0-1 0 0 0,1 1 1 0 0,-1 0-1 0 0,0-1 0 0 0,1 1 0 0 0,-1 0 0 0 0,1-1 0 0 0,-1 1 1 0 0,1-1-1 0 0,-1 1 0 0 0,2 0 0 0 0,0 1-390 0 0,0-1-1 0 0,1 0 0 0 0,-1 0 1 0 0,1 1-1 0 0,-1-2 0 0 0,1 1 1 0 0,0 0-1 0 0,3 0 0 0 0,8 1-3186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6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1992 0 0,'2'-4'775'0'0,"0"1"0"0"0,0 0 0 0 0,0 0 0 0 0,0-1-1 0 0,0 1 1 0 0,0 1 0 0 0,1-1 0 0 0,0 0 0 0 0,-1 1 0 0 0,1-1-1 0 0,0 1 1 0 0,5-3 0 0 0,-7 6-621 0 0,1 0 0 0 0,-1 0 0 0 0,0 1 0 0 0,0-1 0 0 0,0 0 0 0 0,0 1 0 0 0,0-1 0 0 0,0 1 0 0 0,-1-1 0 0 0,1 1 0 0 0,0-1 0 0 0,0 3 0 0 0,3 9 235 0 0,-1 1 0 0 0,-1-1-1 0 0,0 1 1 0 0,-1-1 0 0 0,0 1-1 0 0,-1 0 1 0 0,-3 19 0 0 0,2 10-46 0 0,1-19 200 0 0,-1 0 0 0 0,-1 0 0 0 0,-6 32 0 0 0,7-54 42 0 0,1 7 804 0 0,-1-12-1344 0 0,0 0 0 0 0,0 0 0 0 0,1 0 0 0 0,0 0-1 0 0,-1 0 1 0 0,1 0 0 0 0,1 0 0 0 0,-1 0 0 0 0,0 0 0 0 0,1 0 0 0 0,1-6 0 0 0,14-36 4 0 0,-9 25-3 0 0,0 2-54 0 0,0 1 1 0 0,0 1-1 0 0,2 0 1 0 0,17-27-1 0 0,-22 38-13 0 0,0 0-1 0 0,0-1 1 0 0,1 1 0 0 0,-1 1-1 0 0,1-1 1 0 0,0 1 0 0 0,0-1-1 0 0,1 2 1 0 0,-1-1 0 0 0,1 0-1 0 0,0 1 1 0 0,0 0 0 0 0,0 1-1 0 0,0-1 1 0 0,12-2 0 0 0,-13 5 9 0 0,0 0 1 0 0,0 0-1 0 0,0 0 1 0 0,-1 1-1 0 0,1-1 1 0 0,0 1-1 0 0,-1 1 1 0 0,1-1 0 0 0,0 1-1 0 0,-1-1 1 0 0,0 1-1 0 0,1 1 1 0 0,-1-1-1 0 0,0 1 1 0 0,0-1-1 0 0,0 1 1 0 0,0 0-1 0 0,5 6 1 0 0,5 6-16 0 0,-1-1 1 0 0,22 34-1 0 0,-32-44 23 0 0,4 7 39 0 0,-1-1 1 0 0,0 2 0 0 0,-1-1 0 0 0,0 1-1 0 0,0 0 1 0 0,-2 0 0 0 0,5 22 0 0 0,-7-32 24 0 0,-1-2-56 0 0,0 0 0 0 0,0 0 0 0 0,0 0-1 0 0,1 1 1 0 0,-1-1 0 0 0,0 0 0 0 0,0 0-1 0 0,0 0 1 0 0,0 1 0 0 0,0-1-1 0 0,0 0 1 0 0,0 0 0 0 0,1 0 0 0 0,-1 1-1 0 0,0-1 1 0 0,0 0 0 0 0,0 0 0 0 0,0 1-1 0 0,0-1 1 0 0,0 0 0 0 0,0 0 0 0 0,0 1-1 0 0,0-1 1 0 0,0 0 0 0 0,0 0 0 0 0,0 0-1 0 0,-1 1 1 0 0,1-1 0 0 0,0 0 0 0 0,0 0-1 0 0,0 0 1 0 0,0 1 0 0 0,0-1 0 0 0,0 0-1 0 0,0 0 1 0 0,-1 0 0 0 0,1 1-1 0 0,0-1 1 0 0,0 0 0 0 0,0 0 0 0 0,0 0-1 0 0,-1 1 1 0 0,-3-1 71 0 0,2-8-33 0 0,3-8-47 0 0,0 0 1 0 0,2 0 0 0 0,-1 0-1 0 0,2 0 1 0 0,0 1-1 0 0,11-26 1 0 0,-5 17 2 0 0,2 1 0 0 0,0 1 1 0 0,24-33-1 0 0,-31 47-13 0 0,1 1 0 0 0,0 0-1 0 0,0 1 1 0 0,1 0 0 0 0,-1 0 0 0 0,1 0 0 0 0,1 1 0 0 0,-1-1 0 0 0,11-4 0 0 0,-14 8 8 0 0,1 0 0 0 0,-1 1 0 0 0,0 0 0 0 0,0 0 0 0 0,1 0 0 0 0,-1 0 0 0 0,0 0 0 0 0,1 1 0 0 0,-1 0 0 0 0,1 0 0 0 0,-1 0 0 0 0,1 0 0 0 0,-1 1 0 0 0,0 0 0 0 0,1 0 0 0 0,-1 0 0 0 0,0 0-1 0 0,0 1 1 0 0,1 0 0 0 0,-1 0 0 0 0,4 2 0 0 0,-3-1 31 0 0,0 1-1 0 0,0-1 1 0 0,-1 1-1 0 0,1 0 1 0 0,-1 1-1 0 0,1-1 0 0 0,-1 1 1 0 0,-1 0-1 0 0,1 0 1 0 0,-1 0-1 0 0,0 0 1 0 0,0 0-1 0 0,4 11 1 0 0,8 38-812 0 0,-8-17-2890 0 0,-5-21 963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1636 0 0,'3'-18'2895'0'0,"1"0"1"0"0,8-24-1 0 0,-10 37-2599 0 0,0 1 0 0 0,0-1 0 0 0,0 1 0 0 0,1-1 0 0 0,0 1 0 0 0,0 0 0 0 0,0 0 0 0 0,0 0 0 0 0,0 0 0 0 0,1 0-1 0 0,0 1 1 0 0,0 0 0 0 0,5-4 0 0 0,-7 6-259 0 0,-1 0-1 0 0,1 0 1 0 0,0 0-1 0 0,0 0 1 0 0,0 1-1 0 0,0-1 1 0 0,0 1-1 0 0,0-1 1 0 0,0 1-1 0 0,0 0 1 0 0,0 0-1 0 0,0 0 1 0 0,0 0-1 0 0,0 0 1 0 0,1 0-1 0 0,-1 0 1 0 0,0 1-1 0 0,0-1 1 0 0,0 1-1 0 0,0-1 1 0 0,-1 1-1 0 0,1 0 1 0 0,0 0-1 0 0,0 0 1 0 0,0 0-1 0 0,-1 0 1 0 0,1 0-1 0 0,0 1 1 0 0,-1-1-1 0 0,4 3 1 0 0,-3-1 57 0 0,1 0-1 0 0,-1 0 1 0 0,0 0-1 0 0,0 0 1 0 0,0 1 0 0 0,0-1-1 0 0,-1 0 1 0 0,1 1 0 0 0,-1-1-1 0 0,0 1 1 0 0,0 0-1 0 0,0-1 1 0 0,0 1 0 0 0,-1 0-1 0 0,1 7 1 0 0,-2-2 168 0 0,0 0 1 0 0,-1 0-1 0 0,0 0 0 0 0,-1 0 1 0 0,0 0-1 0 0,-5 11 1 0 0,-30 50 773 0 0,1-3-625 0 0,36-65-395 0 0,1 0 0 0 0,-1 0 0 0 0,0 0-1 0 0,1 0 1 0 0,-1 0 0 0 0,1 0 0 0 0,0 0 0 0 0,-1 0 0 0 0,1 0-1 0 0,1 5 1 0 0,-1-7-11 0 0,0 1 0 0 0,0 0 0 0 0,1 0 0 0 0,-1-1 0 0 0,0 1 0 0 0,1 0 0 0 0,-1 0 0 0 0,1-1 0 0 0,-1 1 0 0 0,0 0 0 0 0,1-1 0 0 0,0 1 0 0 0,-1-1 0 0 0,1 1 0 0 0,-1-1 0 0 0,1 1 0 0 0,0-1 0 0 0,-1 1 0 0 0,1-1-1 0 0,0 0 1 0 0,-1 1 0 0 0,1-1 0 0 0,0 0 0 0 0,0 1 0 0 0,0-1 0 0 0,-1 0 0 0 0,1 0 0 0 0,0 0 0 0 0,0 0 0 0 0,0 0 0 0 0,-1 0 0 0 0,1 0 0 0 0,0 0 0 0 0,0 0 0 0 0,1 0 0 0 0,22-4-378 0 0,-1-1 1 0 0,1 0-1 0 0,-1-2 1 0 0,40-17-1 0 0,17-4-1917 0 0,87-17-5548 0 0,-103 31 1501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8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59 220 1628 0 0,'26'-57'14048'0'0,"-31"66"-13016"0"0,-10 22-750 0 0,2 2 0 0 0,1-1 0 0 0,2 2 0 0 0,1-1-1 0 0,2 1 1 0 0,1 1 0 0 0,-2 65 0 0 0,8-90-264 0 0,1-1-1 0 0,-1 0 1 0 0,2 0-1 0 0,-1 0 1 0 0,1 0-1 0 0,1 0 1 0 0,0 0-1 0 0,0 0 1 0 0,0-1-1 0 0,1 1 0 0 0,1-1 1 0 0,-1 0-1 0 0,1 0 1 0 0,7 7-1 0 0,-7-9 5 0 0,1 0-1 0 0,-1-1 1 0 0,1 1-1 0 0,1-2 1 0 0,-1 1-1 0 0,1-1 0 0 0,0 1 1 0 0,0-2-1 0 0,0 1 1 0 0,0-1-1 0 0,0 0 1 0 0,1-1-1 0 0,0 0 1 0 0,-1 0-1 0 0,1 0 0 0 0,12 0 1 0 0,-11-1 72 0 0,0-1-1 0 0,-1 0 1 0 0,1-1 0 0 0,0 0 0 0 0,-1 0 0 0 0,1-1 0 0 0,-1 0-1 0 0,0 0 1 0 0,1-1 0 0 0,-1 0 0 0 0,0 0 0 0 0,-1-1-1 0 0,12-7 1 0 0,-10 5-10 0 0,0-1-1 0 0,-1-1 1 0 0,0 1-1 0 0,0-1 1 0 0,-1-1-1 0 0,0 1 1 0 0,-1-1-1 0 0,0 0 1 0 0,8-16-1 0 0,-4 4-26 0 0,-2-1 1 0 0,0 0-1 0 0,-1 0 0 0 0,-2-1 0 0 0,0 1 1 0 0,-1-1-1 0 0,-1-1 0 0 0,-1 1 0 0 0,-2-33 1 0 0,-2 35-43 0 0,0 1 1 0 0,-1 0 0 0 0,-1 0 0 0 0,-1 0-1 0 0,-1 0 1 0 0,-1 1 0 0 0,-17-36 0 0 0,20 46-238 0 0,-1 0 0 0 0,0 1 0 0 0,-1 0 0 0 0,0-1 0 0 0,0 2 0 0 0,-1-1 0 0 0,0 1 0 0 0,0 0 0 0 0,-1 1 0 0 0,0-1 0 0 0,0 1 0 0 0,0 1 0 0 0,-1 0 0 0 0,1 0 0 0 0,-1 1 1 0 0,-1 0-1 0 0,-17-6 0 0 0,24 10-48 0 0,1 0 1 0 0,0-1 0 0 0,0 1 0 0 0,-1 0-1 0 0,1 0 1 0 0,0 0 0 0 0,0 0-1 0 0,-1 1 1 0 0,1-1 0 0 0,0 1 0 0 0,0-1-1 0 0,0 1 1 0 0,0 0 0 0 0,-1 0 0 0 0,1 0-1 0 0,0 0 1 0 0,-2 2 0 0 0,-9 8-4950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8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42 184 0 0,'-22'-37'13004'0'0,"22"37"-12971"0"0,0 0 0 0 0,0-1 0 0 0,0 1 1 0 0,0 0-1 0 0,0 0 0 0 0,-1 0 0 0 0,1-1 1 0 0,0 1-1 0 0,0 0 0 0 0,0 0 0 0 0,0 0 0 0 0,0-1 1 0 0,0 1-1 0 0,0 0 0 0 0,-1 0 0 0 0,1 0 0 0 0,0 0 1 0 0,0 0-1 0 0,0-1 0 0 0,0 1 0 0 0,-1 0 0 0 0,1 0 1 0 0,0 0-1 0 0,0 0 0 0 0,0 0 0 0 0,-1 0 0 0 0,1 0 1 0 0,0 0-1 0 0,0 0 0 0 0,0 0 0 0 0,-1 0 1 0 0,1 0-1 0 0,0 0 0 0 0,0 0 0 0 0,0 0 0 0 0,-1 0 1 0 0,1 0-1 0 0,0 0 0 0 0,0 0 0 0 0,0 0 0 0 0,-1 0 1 0 0,1 0-1 0 0,0 0 0 0 0,0 0 0 0 0,0 0 0 0 0,-1 0 1 0 0,1 1-1 0 0,0-1 0 0 0,0 0 0 0 0,0 0 0 0 0,0 0 1 0 0,-1 0-1 0 0,1 1 0 0 0,-9 4 377 0 0,4 1-236 0 0,0 1 0 0 0,0-1 0 0 0,1 1 0 0 0,-1-1 0 0 0,2 1 0 0 0,-1 1 0 0 0,-4 12-1 0 0,-2 2 84 0 0,-12 28 96 0 0,-21 66 0 0 0,36-93-313 0 0,1 0-1 0 0,1 1 1 0 0,1-1 0 0 0,1 1-1 0 0,1 34 1 0 0,2-49-22 0 0,1 0 1 0 0,0 0-1 0 0,0 0 1 0 0,1 0-1 0 0,0 0 1 0 0,0-1-1 0 0,1 1 1 0 0,1-1-1 0 0,-1 0 1 0 0,10 15-1 0 0,-10-19-6 0 0,0 0-1 0 0,0 0 1 0 0,1 0-1 0 0,-1 0 1 0 0,1-1-1 0 0,0 0 1 0 0,0 0-1 0 0,0 0 1 0 0,1 0-1 0 0,-1 0 1 0 0,1-1-1 0 0,-1 0 1 0 0,1 0-1 0 0,0 0 1 0 0,0-1-1 0 0,0 1 1 0 0,0-1-1 0 0,0-1 1 0 0,0 1-1 0 0,6 0 1 0 0,-2-1 38 0 0,1 0 0 0 0,-1-1 0 0 0,1 0 0 0 0,-1 0 0 0 0,0-1 0 0 0,0 0 0 0 0,0 0 0 0 0,0-1 0 0 0,0-1 0 0 0,0 1 0 0 0,-1-1 0 0 0,0-1 0 0 0,1 0 0 0 0,-2 0 0 0 0,1 0 0 0 0,-1-1 0 0 0,1 0 1 0 0,-2 0-1 0 0,1-1 0 0 0,6-8 0 0 0,-5 3 31 0 0,0 1 1 0 0,-1-1-1 0 0,0-1 1 0 0,-1 0-1 0 0,0 0 1 0 0,-1 0-1 0 0,0 0 0 0 0,-1-1 1 0 0,-1 1-1 0 0,0-1 1 0 0,-1 0-1 0 0,1-24 1 0 0,-3 22-59 0 0,-1 1 0 0 0,0-1 0 0 0,0 1 0 0 0,-2 0 0 0 0,0-1 0 0 0,-1 1 0 0 0,0 1 0 0 0,-1-1 0 0 0,-9-17 0 0 0,10 23-98 0 0,-1 1-1 0 0,-1-1 1 0 0,1 1-1 0 0,-1 0 1 0 0,0 1 0 0 0,-1-1-1 0 0,0 1 1 0 0,0 0-1 0 0,-1 1 1 0 0,0 0-1 0 0,0 0 1 0 0,0 1-1 0 0,0 0 1 0 0,-1 0 0 0 0,-13-5-1 0 0,18 9-234 0 0,1 0-1 0 0,0 0 0 0 0,-1 0 1 0 0,1 0-1 0 0,-1 1 1 0 0,1-1-1 0 0,-1 1 1 0 0,0 0-1 0 0,1 0 0 0 0,-1 0 1 0 0,1 0-1 0 0,-1 1 1 0 0,0 0-1 0 0,1 0 1 0 0,-4 1-1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545 285 1524 0 0,'-5'-7'1634'0'0,"1"0"1"0"0,0 1-1 0 0,0-1 0 0 0,1-1 0 0 0,-4-9 1 0 0,4 8-47 0 0,-1 0 1 0 0,0 1-1 0 0,-6-11 1 0 0,9 18-1538 0 0,1 0 1 0 0,-1 1-1 0 0,0-1 1 0 0,0 1 0 0 0,1-1-1 0 0,-1 0 1 0 0,0 1-1 0 0,0-1 1 0 0,0 1 0 0 0,0 0-1 0 0,0-1 1 0 0,0 1-1 0 0,0 0 1 0 0,0-1 0 0 0,0 1-1 0 0,0 0 1 0 0,0 0-1 0 0,0 0 1 0 0,0 0 0 0 0,0 0-1 0 0,0 0 1 0 0,0 0-1 0 0,0 0 1 0 0,0 1 0 0 0,0-1-1 0 0,0 0 1 0 0,0 0-1 0 0,0 1 1 0 0,0-1 0 0 0,0 1-1 0 0,-1 0 1 0 0,-30 19 196 0 0,27-17-107 0 0,-21 17-48 0 0,0 1-1 0 0,2 1 0 0 0,0 2 0 0 0,2 0 0 0 0,1 1 0 0 0,0 2 0 0 0,-17 30 0 0 0,28-41-69 0 0,1 0 0 0 0,1 0-1 0 0,1 0 1 0 0,-9 28 0 0 0,14-39-9 0 0,1 0 1 0 0,0 1 0 0 0,-1-1-1 0 0,2 0 1 0 0,-1 1 0 0 0,1-1 0 0 0,-1 1-1 0 0,2 0 1 0 0,-1-1 0 0 0,0 1 0 0 0,1-1-1 0 0,0 0 1 0 0,1 1 0 0 0,-1-1 0 0 0,1 0-1 0 0,0 0 1 0 0,0 1 0 0 0,0-1 0 0 0,5 5-1 0 0,-5-7-1 0 0,0-1-1 0 0,0 1 1 0 0,1-1-1 0 0,-1 0 1 0 0,1 0-1 0 0,0 0 0 0 0,-1 0 1 0 0,1-1-1 0 0,0 1 1 0 0,0-1-1 0 0,0 1 1 0 0,0-1-1 0 0,7 2 1 0 0,-4-2 4 0 0,0 0 0 0 0,1-1 0 0 0,0 1 1 0 0,-1-1-1 0 0,1 0 0 0 0,10-2 0 0 0,-4-1 14 0 0,1 0 0 0 0,-1-1-1 0 0,0 0 1 0 0,-1-1 0 0 0,1 0 0 0 0,13-8-1 0 0,-8 1 32 0 0,-1 0-1 0 0,-1-1 0 0 0,0-1 1 0 0,0 0-1 0 0,-1-1 0 0 0,-1 0 1 0 0,-1-2-1 0 0,0 1 0 0 0,-1-2 0 0 0,-1 0 1 0 0,15-32-1 0 0,-19 36-42 0 0,-2-1-1 0 0,0 0 1 0 0,0 0-1 0 0,-1-1 1 0 0,-1 0-1 0 0,-1 1 1 0 0,1-18-1 0 0,-3 22-26 0 0,-1-1 0 0 0,1 1-1 0 0,-2-1 1 0 0,0 1 0 0 0,0-1-1 0 0,-1 1 1 0 0,0 0-1 0 0,-1 0 1 0 0,0 0 0 0 0,-8-13-1 0 0,6 14-73 0 0,0 0 0 0 0,-1 1 0 0 0,0 0 0 0 0,-1 0 0 0 0,1 0-1 0 0,-2 1 1 0 0,1 0 0 0 0,-1 1 0 0 0,0 0 0 0 0,-15-8 0 0 0,11 7-278 0 0,-1 2 1 0 0,-1 0 0 0 0,1 0 0 0 0,-1 1-1 0 0,0 1 1 0 0,-30-4 0 0 0,7 5-1480 0 0,1 2 1 0 0,-1 1-1 0 0,1 2 1 0 0,0 2-1 0 0,-61 13 0 0 0,33-2-3478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4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86 1776 0 0,'-17'-23'9819'0'0,"17"22"-9715"0"0,1-1 1 0 0,-1 0-1 0 0,0 0 0 0 0,0 0 1 0 0,1 0-1 0 0,-1 0 0 0 0,1 1 1 0 0,0-1-1 0 0,0 0 0 0 0,-1 0 1 0 0,1 1-1 0 0,0-1 0 0 0,0 1 1 0 0,1-1-1 0 0,-1 1 0 0 0,0-1 1 0 0,0 1-1 0 0,1 0 0 0 0,1-2 1 0 0,1 0 0 0 0,0 1 0 0 0,0-1 0 0 0,0 1 0 0 0,1 0 0 0 0,-1 0 0 0 0,1 0 0 0 0,6-1 1 0 0,1 0-25 0 0,1 0 0 0 0,-1 2 0 0 0,1-1 0 0 0,-1 2 0 0 0,17 0 0 0 0,-18 1-53 0 0,0 0 0 0 0,0 1 0 0 0,-1 1 0 0 0,1 0 0 0 0,0 0-1 0 0,-1 1 1 0 0,0 0 0 0 0,0 1 0 0 0,14 9 0 0 0,-21-12-10 0 0,0 0 0 0 0,0 0 0 0 0,0 0 0 0 0,0 0 0 0 0,-1 1 1 0 0,1-1-1 0 0,-1 1 0 0 0,0 0 0 0 0,1 0 0 0 0,-1 0 0 0 0,-1 0 1 0 0,1 0-1 0 0,0 0 0 0 0,-1 0 0 0 0,0 0 0 0 0,1 1 0 0 0,-1-1 0 0 0,0 1 1 0 0,-1-1-1 0 0,1 1 0 0 0,-1-1 0 0 0,0 1 0 0 0,1-1 0 0 0,-2 1 1 0 0,1 0-1 0 0,0-1 0 0 0,-1 1 0 0 0,1-1 0 0 0,-1 1 0 0 0,0-1 0 0 0,0 0 1 0 0,-3 6-1 0 0,-7 12 301 0 0,-1-1 1 0 0,-1-1-1 0 0,0 0 1 0 0,-2-1-1 0 0,0 0 1 0 0,-25 21-1 0 0,13-11 964 0 0,26-26-1173 0 0,3 0-123 0 0,1 1 0 0 0,0-1 1 0 0,0 1-1 0 0,0-1 0 0 0,0 0 1 0 0,0 0-1 0 0,1 0 0 0 0,4 2 0 0 0,7 4-21 0 0,-7-2 107 0 0,-1 1 0 0 0,0 0-1 0 0,-1 0 1 0 0,1 0 0 0 0,-1 1 0 0 0,-1 0-1 0 0,1 0 1 0 0,-1 0 0 0 0,-1 1 0 0 0,1 0-1 0 0,-2 0 1 0 0,1 0 0 0 0,-1 0 0 0 0,-1 0-1 0 0,1 1 1 0 0,-2-1 0 0 0,2 13 0 0 0,-3-16 201 0 0,0 0 0 0 0,-1 0 0 0 0,0 0 1 0 0,0 0-1 0 0,0 0 0 0 0,0 0 0 0 0,-1 0 1 0 0,0 0-1 0 0,-1 0 0 0 0,1-1 0 0 0,-1 1 1 0 0,0-1-1 0 0,0 0 0 0 0,-1 0 0 0 0,0 0 1 0 0,0 0-1 0 0,0-1 0 0 0,0 1 0 0 0,0-1 1 0 0,-1 0-1 0 0,-6 4 0 0 0,5-5-87 0 0,0 1 0 0 0,-1-1 0 0 0,1 0 0 0 0,-1-1 0 0 0,0 1 0 0 0,0-1 0 0 0,1-1-1 0 0,-1 1 1 0 0,0-1 0 0 0,-1 0 0 0 0,1-1 0 0 0,0 0 0 0 0,0 0 0 0 0,0-1 0 0 0,0 1 0 0 0,0-1 0 0 0,-13-4 0 0 0,12 2-451 0 0,0 0 1 0 0,0 0-1 0 0,0 0 1 0 0,1-1-1 0 0,-1 0 1 0 0,1-1 0 0 0,-10-7-1 0 0,16 11-6 0 0,-1 0 0 0 0,1 0-1 0 0,0-1 1 0 0,-1 1 0 0 0,1 0-1 0 0,0-1 1 0 0,0 1 0 0 0,-1-1 0 0 0,1 1-1 0 0,1-1 1 0 0,-1 0 0 0 0,0 1-1 0 0,0-1 1 0 0,0 0 0 0 0,1 0 0 0 0,-1 0-1 0 0,1 1 1 0 0,0-1 0 0 0,-1 0 0 0 0,1 0-1 0 0,0 0 1 0 0,0 0 0 0 0,0 0-1 0 0,0 0 1 0 0,1 0 0 0 0,-1 1 0 0 0,0-1-1 0 0,1 0 1 0 0,-1 0 0 0 0,1 0-1 0 0,0 1 1 0 0,0-1 0 0 0,-1 0 0 0 0,1 1-1 0 0,0-1 1 0 0,1 0 0 0 0,-1 1 0 0 0,2-2-1 0 0,2-4-1929 0 0,0 1 0 0 0,1 0-1 0 0,12-9 1 0 0,-2 3-4021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50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2364 0 0,'44'-24'10738'0'0,"-42"24"-10428"0"0,0 1 0 0 0,1-1 0 0 0,-1 0 0 0 0,0 1 0 0 0,0-1 0 0 0,0 1 0 0 0,0 0 0 0 0,3 1 0 0 0,0 9 136 0 0,0 1-1 0 0,0 0 1 0 0,-1 0-1 0 0,-1 1 1 0 0,0-1-1 0 0,1 16 1 0 0,6 82 47 0 0,-10-107-468 0 0,-3 114 2720 0 0,-10-136-2416 0 0,11 5-312 0 0,1 1-1 0 0,1 0 1 0 0,0-1-1 0 0,1 1 1 0 0,1 0-1 0 0,0 0 1 0 0,0 0-1 0 0,1 0 1 0 0,7-17-1 0 0,-4 14-39 0 0,1-1-1 0 0,0 1 0 0 0,2 1 1 0 0,0 0-1 0 0,0 0 0 0 0,19-22 1 0 0,-23 32 6 0 0,1-1 0 0 0,0 1 0 0 0,0 0 0 0 0,0 0 0 0 0,0 1 1 0 0,1 0-1 0 0,0 0 0 0 0,0 1 0 0 0,0-1 0 0 0,0 2 0 0 0,0-1 0 0 0,1 1 1 0 0,-1 0-1 0 0,1 0 0 0 0,0 1 0 0 0,-1 0 0 0 0,1 0 0 0 0,11 1 0 0 0,-13 1 16 0 0,-1-1-1 0 0,1 1 1 0 0,0 0 0 0 0,-1 1-1 0 0,1-1 1 0 0,-1 1-1 0 0,0 0 1 0 0,1 0-1 0 0,-1 1 1 0 0,0-1-1 0 0,0 1 1 0 0,-1 1 0 0 0,1-1-1 0 0,0 0 1 0 0,-1 1-1 0 0,0 0 1 0 0,0 0-1 0 0,0 0 1 0 0,-1 1-1 0 0,1-1 1 0 0,-1 1-1 0 0,0 0 1 0 0,0 0 0 0 0,-1 0-1 0 0,4 10 1 0 0,-1 2-53 0 0,-1 0 0 0 0,-1 0 0 0 0,-1 0 1 0 0,1 30-1 0 0,1 9-5999 0 0,0-48 2895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5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2404 0 0,'20'-55'6847'0'0,"-18"51"-6492"0"0,1 0-1 0 0,-1 0 1 0 0,0 0 0 0 0,1 0-1 0 0,0 1 1 0 0,0-1 0 0 0,0 1-1 0 0,0 0 1 0 0,8-5 0 0 0,-10 7-311 0 0,0 0 0 0 0,0 1 1 0 0,0 0-1 0 0,0-1 0 0 0,0 1 0 0 0,1 0 0 0 0,-1-1 1 0 0,0 1-1 0 0,0 0 0 0 0,0 0 0 0 0,0 0 1 0 0,1 0-1 0 0,-1 0 0 0 0,0 0 0 0 0,0 0 0 0 0,0 0 1 0 0,0 1-1 0 0,0-1 0 0 0,0 0 0 0 0,1 1 1 0 0,-1-1-1 0 0,1 2 0 0 0,18 12 720 0 0,-18-12-622 0 0,0 0 0 0 0,0 1 0 0 0,0-1 0 0 0,-1 1 0 0 0,1-1 0 0 0,-1 1 0 0 0,0 0 0 0 0,0 0 1 0 0,0 0-1 0 0,0 0 0 0 0,0 0 0 0 0,0 0 0 0 0,-1 0 0 0 0,1 0 0 0 0,-1 0 0 0 0,0 0 0 0 0,0 0 0 0 0,0 0 1 0 0,-1 0-1 0 0,1 0 0 0 0,-2 5 0 0 0,-1 6 398 0 0,-1 0 1 0 0,-1-1 0 0 0,-7 16-1 0 0,8-20-301 0 0,-14 30 628 0 0,10-23-577 0 0,1-1 0 0 0,-7 25 0 0 0,14-39-280 0 0,0 0 0 0 0,0-1-1 0 0,-1 1 1 0 0,1 0-1 0 0,0 0 1 0 0,0 0 0 0 0,1-1-1 0 0,-1 1 1 0 0,0 0-1 0 0,0 0 1 0 0,0-1 0 0 0,0 1-1 0 0,1 0 1 0 0,-1 0-1 0 0,0-1 1 0 0,1 1 0 0 0,-1 0-1 0 0,1-1 1 0 0,-1 1-1 0 0,0 0 1 0 0,1-1 0 0 0,0 1-1 0 0,-1-1 1 0 0,1 1-1 0 0,-1-1 1 0 0,1 1 0 0 0,0-1-1 0 0,-1 1 1 0 0,1-1-1 0 0,0 0 1 0 0,-1 1 0 0 0,1-1-1 0 0,0 0 1 0 0,-1 0-1 0 0,1 1 1 0 0,0-1 0 0 0,0 0-1 0 0,0 0 1 0 0,-1 0-1 0 0,1 0 1 0 0,0 0 0 0 0,0 0-1 0 0,-1 0 1 0 0,3 0-1 0 0,40-4 71 0 0,-40 3-70 0 0,38-7-663 0 0,-1-2 0 0 0,57-21 0 0 0,75-42-5802 0 0,-115 45 1824 0 0,6-4-2285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5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728 101 1856 0 0,'-5'-9'17064'0'0,"7"7"-16985"0"0,-1 0 1 0 0,1 1 0 0 0,-1-1 0 0 0,1 0-1 0 0,0 1 1 0 0,0-1 0 0 0,0 1 0 0 0,0-1-1 0 0,0 1 1 0 0,0 0 0 0 0,0 0 0 0 0,0 0-1 0 0,0 0 1 0 0,1 0 0 0 0,-1 0 0 0 0,4 0-1 0 0,47-10 208 0 0,-34 8-208 0 0,320-33 339 0 0,-144 21-258 0 0,-181 14-155 0 0,1-1-1 0 0,-1 2 1 0 0,1 0 0 0 0,-1 1-1 0 0,18 2 1 0 0,-30-2-5 0 0,0 0 0 0 0,0 1 0 0 0,0-1 0 0 0,0 0 0 0 0,0 1 0 0 0,-1-1 0 0 0,1 1 0 0 0,-1-1 0 0 0,1 1 1 0 0,-1 0-1 0 0,1-1 0 0 0,-1 1 0 0 0,0 0 0 0 0,0 0 0 0 0,2 3 0 0 0,11 29 28 0 0,-3 8 493 0 0,-1 0 1 0 0,5 58-1 0 0,-2 87 517 0 0,-20 243-25 0 0,1-236-971 0 0,0 120-121 0 0,-21 452 270 0 0,-15-342-46 0 0,-6 91 461 0 0,28-172 120 0 0,-30 397 1861 0 0,47-695-2373 0 0,-15 122 573 0 0,13-131 68 0 0,-2 0 1 0 0,-19 53 0 0 0,25-84-852 0 0,-1-1 0 0 0,-1 0 1 0 0,1 1-1 0 0,0-1 0 0 0,-1-1 0 0 0,0 1 1 0 0,0 0-1 0 0,0-1 0 0 0,-1 1 0 0 0,1-1 1 0 0,-1 0-1 0 0,1 0 0 0 0,-1 0 0 0 0,0-1 1 0 0,0 1-1 0 0,0-1 0 0 0,-1 0 0 0 0,1 0 1 0 0,-1 0-1 0 0,1-1 0 0 0,-6 2 0 0 0,-11 1-4 0 0,0-1 0 0 0,1-1-1 0 0,-36-1 1 0 0,22 0-2 0 0,-215 3-2074 0 0,-126-13-5182 0 0,107 2 2880 0 0,178 4-2170 0 0,9-2-3555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58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551 245 1028 0 0,'0'0'7297'0'0,"-3"13"-4274"0"0,-10 7-1822 0 0,-1 0 0 0 0,-1-1 0 0 0,0-1 0 0 0,-29 25 1 0 0,44-43-1173 0 0,0 0 1 0 0,-1 1 0 0 0,1-1 0 0 0,0 0 0 0 0,-1 1 0 0 0,1-1 0 0 0,0 0-1 0 0,-1 1 1 0 0,1-1 0 0 0,0 0 0 0 0,-1 0 0 0 0,1 1 0 0 0,-1-1-1 0 0,1 0 1 0 0,-1 0 0 0 0,1 0 0 0 0,-1 0 0 0 0,1 1 0 0 0,-1-1 0 0 0,1 0-1 0 0,-1 0 1 0 0,1 0 0 0 0,-1 0 0 0 0,1 0 0 0 0,-1 0 0 0 0,1 0 0 0 0,-1-1-1 0 0,1 1 1 0 0,0 0 0 0 0,-1 0 0 0 0,1 0 0 0 0,-1 0 0 0 0,1-1-1 0 0,-1 1 1 0 0,0-1-10 0 0,0 0 0 0 0,1-1 0 0 0,-1 1 0 0 0,1 0 0 0 0,0 0-1 0 0,-1 0 1 0 0,1-1 0 0 0,0 1 0 0 0,0 0 0 0 0,-1 0 0 0 0,1-1-1 0 0,0-1 1 0 0,6-40-40 0 0,2 5-29 0 0,2 0 1 0 0,1 1-1 0 0,2 0 0 0 0,2 1 0 0 0,38-66 0 0 0,-36 80-83 0 0,-16 21 127 0 0,-1 1 0 0 0,1-1 0 0 0,0 0 0 0 0,-1 1 0 0 0,1-1 0 0 0,-1 0 0 0 0,1 1 1 0 0,0-1-1 0 0,0 1 0 0 0,-1-1 0 0 0,1 1 0 0 0,0 0 0 0 0,0-1 0 0 0,0 1 0 0 0,0 0 0 0 0,-1-1 1 0 0,1 1-1 0 0,0 0 0 0 0,0 0 0 0 0,0 0 0 0 0,0 0 0 0 0,0 0 0 0 0,0 0 0 0 0,-1 0 0 0 0,1 0 0 0 0,0 0 1 0 0,0 0-1 0 0,0 1 0 0 0,0-1 0 0 0,1 1 0 0 0,2 3 2 0 0,0 0 0 0 0,-1 0 0 0 0,1 0 0 0 0,-1 1 0 0 0,0 0 1 0 0,0 0-1 0 0,0 0 0 0 0,0 0 0 0 0,-1 0 0 0 0,0 0 0 0 0,0 1 0 0 0,-1-1 0 0 0,1 1 0 0 0,0 9 0 0 0,1 12 32 0 0,-1 49-1 0 0,-2-64-26 0 0,0 58 24 0 0,-3 0 0 0 0,-4-1 0 0 0,-2 0 0 0 0,-4 0 0 0 0,-40 126 0 0 0,44-170 149 0 0,-1 1-1 0 0,-1-2 0 0 0,-2 0 0 0 0,-19 30 1 0 0,27-48-30 0 0,0 1 1 0 0,0-1 0 0 0,-1 0 0 0 0,0-1-1 0 0,0 1 1 0 0,-1-1 0 0 0,1 0 0 0 0,-10 4-1 0 0,11-6-72 0 0,1-1-1 0 0,-1 0 0 0 0,0-1 0 0 0,0 1 0 0 0,0-1 1 0 0,0 0-1 0 0,0 0 0 0 0,0-1 0 0 0,-1 1 1 0 0,1-1-1 0 0,0 0 0 0 0,0-1 0 0 0,0 1 0 0 0,-7-2 1 0 0,-17-7-2 0 0,1-1 1 0 0,0-1 0 0 0,1-2-1 0 0,0 0 1 0 0,-29-20 0 0 0,-11-5-66 0 0,48 26-48 0 0,15 9-359 0 0,0 1 1 0 0,-1-1-1 0 0,0 0 1 0 0,0 1-1 0 0,0 0 1 0 0,0 0-1 0 0,-7-1 1 0 0,10 3-467 0 0,43-11-14549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59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50 36 0 0,'45'-49'11453'0'0,"-44"52"-10618"0"0,-2 13-147 0 0,0 0 1 0 0,-1 0-1 0 0,-1 1 1 0 0,0-1-1 0 0,-9 23 0 0 0,0 6 138 0 0,-97 643 2780 0 0,75-421-3107 0 0,2-39-378 0 0,-48 388 206 0 0,79-606-323 0 0,-2 40 74 0 0,3-48-74 0 0,0 0-1 0 0,0 1 1 0 0,1-1-1 0 0,-1 0 1 0 0,0 0 0 0 0,1 1-1 0 0,0-1 1 0 0,-1 0 0 0 0,1 0-1 0 0,0 0 1 0 0,0 0-1 0 0,0 0 1 0 0,1 0 0 0 0,-1 0-1 0 0,0 0 1 0 0,1 0-1 0 0,2 2 1 0 0,-3-4-4 0 0,0 1 0 0 0,0-1 0 0 0,0 1 0 0 0,1-1 0 0 0,-1 0 0 0 0,0 1 0 0 0,0-1 0 0 0,0 0 1 0 0,1 0-1 0 0,-1 0 0 0 0,0 0 0 0 0,1 0 0 0 0,-1 0 0 0 0,0 0 0 0 0,2-1 0 0 0,1 1 0 0 0,2-1 4 0 0,-1 0 0 0 0,1 0 0 0 0,0-1 0 0 0,0 1 0 0 0,0-1 0 0 0,-1-1 0 0 0,1 1 0 0 0,-1-1 0 0 0,8-4 0 0 0,42-34 54 0 0,-46 34-44 0 0,4-4 3 0 0,0 0 0 0 0,-1-1 0 0 0,-1 0 0 0 0,0-1 1 0 0,0 0-1 0 0,-1-1 0 0 0,-1 0 0 0 0,15-31 0 0 0,-20 37-4 0 0,-1-1 0 0 0,0 0 0 0 0,0 0 0 0 0,-1 0 0 0 0,0-1 0 0 0,-1 1 0 0 0,0 0 0 0 0,0-1 0 0 0,-1 1 0 0 0,0-1 0 0 0,-1 1 0 0 0,0 0 0 0 0,-1-1 0 0 0,0 1 0 0 0,0 0 0 0 0,-1 0 0 0 0,-5-13 0 0 0,-1 5-32 0 0,0 0 1 0 0,-1 0-1 0 0,-1 1 1 0 0,0 1-1 0 0,-1 0 1 0 0,-1 1-1 0 0,-1 0 1 0 0,-21-18 0 0 0,-14-5-32 0 0,-70-40 0 0 0,19 13 10 0 0,96 62-135 0 0,0-1 1 0 0,0 0-1 0 0,1 0 1 0 0,-1 0-1 0 0,1 0 1 0 0,0 0-1 0 0,0-1 1 0 0,0 0-1 0 0,0 1 1 0 0,1-1-1 0 0,-1 0 1 0 0,-2-7-1 0 0,4 8-98 0 0,1 0-1 0 0,-1 0 1 0 0,0-1-1 0 0,1 1 0 0 0,0 0 1 0 0,0-1-1 0 0,0 1 1 0 0,0 0-1 0 0,1-1 0 0 0,0 1 1 0 0,-1 0-1 0 0,1 0 1 0 0,0 0-1 0 0,0-1 0 0 0,0 1 1 0 0,1 0-1 0 0,-1 0 1 0 0,3-2-1 0 0,3-6-1817 0 0,0 0-1 0 0,12-14 1 0 0,5-3-3939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2:5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9 888 3420 0 0,'-8'88'16699'0'0,"22"-116"-15538"0"0,80-210-604 0 0,146-319-1075 0 0,-234 545 500 0 0,32-58-111 0 0,-32 60 87 0 0,0 2 1 0 0,0-1-1 0 0,0 1 1 0 0,1 0 0 0 0,11-9-1 0 0,-17 16 34 0 0,0 0 0 0 0,0 0 0 0 0,1 0 0 0 0,-1 0 0 0 0,0 0 0 0 0,1 0 0 0 0,-1 1 0 0 0,0-1 0 0 0,1 0 0 0 0,-1 1 0 0 0,1-1 0 0 0,-1 1 0 0 0,1 0 0 0 0,0-1 0 0 0,-1 1 0 0 0,1 0 0 0 0,-1 0 0 0 0,1 0-1 0 0,-1 0 1 0 0,1 0 0 0 0,0 1 0 0 0,2 0 0 0 0,-2 0 2 0 0,0 0 0 0 0,1 0-1 0 0,-1 1 1 0 0,0-1 0 0 0,0 1 0 0 0,0-1-1 0 0,0 1 1 0 0,0 0 0 0 0,0 0 0 0 0,-1 0-1 0 0,1 0 1 0 0,2 4 0 0 0,1 2 2 0 0,-1 1 0 0 0,0 1 0 0 0,0-1 0 0 0,0 1 1 0 0,3 19-1 0 0,-1 8 67 0 0,-2-1 0 0 0,-2 1 1 0 0,-1 0-1 0 0,-6 53 0 0 0,-31 148 229 0 0,25-180-283 0 0,1 5 16 0 0,-22 106 132 0 0,29-151-194 0 0,6-21-907 0 0,6-27-964 0 0,-5 9 923 0 0,-2 0-1 0 0,0 0 0 0 0,-1-1 1 0 0,-1 1-1 0 0,-4-29 0 0 0,3 41 797 0 0,-1 0-1 0 0,-1 0 1 0 0,0 0 0 0 0,0 0-1 0 0,0 0 1 0 0,-1 1 0 0 0,-1 0-1 0 0,1 0 1 0 0,-1 0-1 0 0,-1 0 1 0 0,1 1 0 0 0,-1-1-1 0 0,-1 1 1 0 0,-11-10 0 0 0,3 6 257 0 0,1 1 0 0 0,-2 0 0 0 0,1 1 0 0 0,-1 0 0 0 0,-29-10 0 0 0,-89-22 2449 0 0,86 28-1417 0 0,29 10-908 0 0,16 2-97 0 0,-5 1 22 0 0,4 0-60 0 0,6 0 256 0 0,40-2-119 0 0,73-15 0 0 0,-31 4-365 0 0,-44 8-320 0 0,53-7-1530 0 0,-30 5-2303 0 0,-16 2-1242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0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30 2384 0 0,'5'-30'14431'0'0,"-12"59"-12597"0"0,-2 5-783 0 0,-6 14-479 0 0,-38 129 474 0 0,27-57-3146 0 0,24-109 1049 0 0,1 0 0 0 0,0 21 0 0 0,1-30 627 0 0,0 0 0 0 0,0 1 0 0 0,0-1 0 0 0,1 0 0 0 0,-1 1 0 0 0,1-1 0 0 0,-1 0 0 0 0,1 1 0 0 0,0-1 0 0 0,0 0 0 0 0,0 0 0 0 0,0 0 0 0 0,0 0 0 0 0,0 0 0 0 0,1 0 0 0 0,-1 0 0 0 0,1 0 0 0 0,-1-1 0 0 0,1 1 0 0 0,2 1 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0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145 142 956 0 0,'16'-25'4542'0'0,"-1"-1"-1"0"0,13-31 1 0 0,-28 55-4386 0 0,1 1 0 0 0,-1 0 1 0 0,1 0-1 0 0,-1-1 1 0 0,0 1-1 0 0,1 0 0 0 0,-1-1 1 0 0,0 1-1 0 0,0 0 1 0 0,0-1-1 0 0,0 1 0 0 0,0 0 1 0 0,0-1-1 0 0,0 1 1 0 0,0 0-1 0 0,-1-3 0 0 0,0 3-97 0 0,1 1 0 0 0,-1-1 0 0 0,1 0 0 0 0,-1 1 0 0 0,1-1 0 0 0,-1 1-1 0 0,1-1 1 0 0,-1 1 0 0 0,1-1 0 0 0,-1 1 0 0 0,0 0 0 0 0,1-1 0 0 0,-1 1-1 0 0,0-1 1 0 0,1 1 0 0 0,-1 0 0 0 0,0 0 0 0 0,0 0 0 0 0,1-1 0 0 0,-1 1-1 0 0,-1 0 1 0 0,-1 0-18 0 0,0 0 0 0 0,1 0 0 0 0,-1 0 0 0 0,0 1-1 0 0,0-1 1 0 0,1 1 0 0 0,-1 0 0 0 0,0 0 0 0 0,1 0-1 0 0,-1 0 1 0 0,0 0 0 0 0,1 0 0 0 0,-4 3 0 0 0,-4 4-3 0 0,0 1 1 0 0,1 0-1 0 0,1 0 0 0 0,-1 0 1 0 0,1 1-1 0 0,-11 20 1 0 0,15-24-36 0 0,1 0 1 0 0,0 0-1 0 0,0 0 1 0 0,1 0-1 0 0,0 0 1 0 0,0 0 0 0 0,1 1-1 0 0,-1-1 1 0 0,1 1-1 0 0,1-1 1 0 0,-1 1-1 0 0,1-1 1 0 0,0 1-1 0 0,2 12 1 0 0,-1-16-2 0 0,1 1 0 0 0,-1-1 0 0 0,1 0 0 0 0,-1 0 1 0 0,1 0-1 0 0,0 0 0 0 0,0 0 0 0 0,1 0 0 0 0,-1 0 0 0 0,0-1 0 0 0,1 1 1 0 0,0-1-1 0 0,0 0 0 0 0,-1 0 0 0 0,7 4 0 0 0,6 2-2 0 0,0 0 0 0 0,17 5 0 0 0,-14-5 0 0 0,-1-1-16 0 0,-7-4 34 0 0,-1 2 1 0 0,1-1-1 0 0,-1 1 0 0 0,0 0 1 0 0,0 1-1 0 0,8 7 0 0 0,-16-12 36 0 0,0 0 1 0 0,0 0-1 0 0,-1 0 0 0 0,1 0 0 0 0,0 0 0 0 0,-1 0 0 0 0,1 0 0 0 0,-1 0 0 0 0,0 1 0 0 0,1-1 0 0 0,-1 0 0 0 0,0 0 0 0 0,0 1 0 0 0,1-1 0 0 0,-1 0 0 0 0,0 0 0 0 0,0 1 0 0 0,0-1 0 0 0,-1 0 0 0 0,1 0 0 0 0,0 1 0 0 0,0-1 0 0 0,-1 0 0 0 0,1 0 0 0 0,-1 1 0 0 0,1-1 0 0 0,-1 0 0 0 0,1 0 0 0 0,-1 0 0 0 0,0 0 0 0 0,1 0 0 0 0,-3 2 0 0 0,0 1 53 0 0,0 0-1 0 0,-1 0 0 0 0,0-1 0 0 0,1 1 1 0 0,-1-1-1 0 0,-6 4 0 0 0,5-4-118 0 0,0 0-1 0 0,0 0 1 0 0,0-1-1 0 0,0 0 1 0 0,-1 0-1 0 0,1 0 1 0 0,0-1-1 0 0,-1 1 1 0 0,0-1-1 0 0,1 0 1 0 0,-1-1-1 0 0,1 0 1 0 0,-1 0-1 0 0,0 0 1 0 0,1 0-1 0 0,-1-1 1 0 0,0 0 0 0 0,1 0-1 0 0,-1-1 1 0 0,-7-2-1 0 0,7 1-375 0 0,1 0 0 0 0,-1 0 0 0 0,1-1 0 0 0,-1 0 1 0 0,1 0-1 0 0,0 0 0 0 0,0 0 0 0 0,1-1 0 0 0,0 0 0 0 0,-1 0 0 0 0,-4-7 0 0 0,1-2-2096 0 0,1 0 0 0 0,-8-17 0 0 0,0-6-4844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0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1096 0 0,'5'-17'5301'0'0,"-1"5"-3433"0"0,-1 3-340 0 0,5 4-940 0 0,3 10-920 0 0,-5 6-3424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187 330 816 0 0,'-5'-120'15291'0'0,"5"120"-15226"0"0,0-1-1 0 0,0 1 1 0 0,0-1-1 0 0,0 1 1 0 0,0-1-1 0 0,-1 1 1 0 0,1 0-1 0 0,0-1 0 0 0,0 1 1 0 0,0-1-1 0 0,0 1 1 0 0,-1 0-1 0 0,1-1 1 0 0,0 1-1 0 0,0 0 1 0 0,-1-1-1 0 0,1 1 0 0 0,0 0 1 0 0,-1-1-1 0 0,1 1 1 0 0,0 0-1 0 0,-1 0 1 0 0,1-1-1 0 0,0 1 1 0 0,-1 0-1 0 0,1 0 0 0 0,-1 0 1 0 0,1-1-1 0 0,0 1 1 0 0,-1 0-1 0 0,1 0 1 0 0,-1 0-1 0 0,1 0 1 0 0,-1 0-1 0 0,1 0 0 0 0,-1 0 1 0 0,1 0-1 0 0,0 0 1 0 0,-1 0-1 0 0,1 0 1 0 0,-1 0-1 0 0,1 0 1 0 0,-1 1-1 0 0,1-1 0 0 0,0 0 1 0 0,-1 0-1 0 0,1 0 1 0 0,-1 1-1 0 0,-19 12 165 0 0,8 1-87 0 0,0-1-1 0 0,1 2 0 0 0,1 0 1 0 0,0 0-1 0 0,1 1 0 0 0,-9 22 0 0 0,7-11-94 0 0,1 0-1 0 0,1 1 0 0 0,-5 34 0 0 0,12-54-35 0 0,1-1 1 0 0,1 0-1 0 0,-1 0 0 0 0,1 1 1 0 0,1-1-1 0 0,-1 1 1 0 0,1-1-1 0 0,0 0 0 0 0,1 0 1 0 0,0 0-1 0 0,0 0 1 0 0,0 0-1 0 0,1 0 0 0 0,6 10 1 0 0,-7-13-7 0 0,1-1 1 0 0,0 1-1 0 0,-1 0 1 0 0,2-1 0 0 0,-1 1-1 0 0,0-1 1 0 0,1 0 0 0 0,0 0-1 0 0,-1 0 1 0 0,1-1-1 0 0,0 0 1 0 0,1 1 0 0 0,-1-1-1 0 0,0 0 1 0 0,1-1-1 0 0,-1 1 1 0 0,1-1 0 0 0,-1 0-1 0 0,1 0 1 0 0,-1-1-1 0 0,1 1 1 0 0,0-1 0 0 0,6 0-1 0 0,-2-1 10 0 0,0 0-1 0 0,0 0 1 0 0,0-1-1 0 0,0 0 1 0 0,0 0 0 0 0,-1-1-1 0 0,1 0 1 0 0,-1-1-1 0 0,0 0 1 0 0,0 0-1 0 0,0-1 1 0 0,8-6 0 0 0,-6 3-20 0 0,0-1 0 0 0,-1 0 0 0 0,-1 0 0 0 0,1-1 0 0 0,-1 0 0 0 0,-1-1 0 0 0,0 1 0 0 0,5-13 0 0 0,-2 3-62 0 0,-2 0 0 0 0,-1 0-1 0 0,0-1 1 0 0,-1 1 0 0 0,-1-2 0 0 0,-1 1-1 0 0,-2 0 1 0 0,0-1 0 0 0,-1-42 0 0 0,-3 45 8 0 0,0-1-1 0 0,-2 1 1 0 0,0 0 0 0 0,-1 0 0 0 0,-1 0 0 0 0,0 1-1 0 0,-14-27 1 0 0,16 38 36 0 0,0 1 0 0 0,0-1 0 0 0,-1 1 0 0 0,0 0 0 0 0,0 0 0 0 0,0 0 0 0 0,-1 1 0 0 0,0 0 0 0 0,-10-7-1 0 0,11 9 12 0 0,0 1-1 0 0,1 0 1 0 0,-1 0-1 0 0,0 0 0 0 0,0 0 1 0 0,0 1-1 0 0,-1 0 1 0 0,1 0-1 0 0,0 0 0 0 0,0 1 1 0 0,-1-1-1 0 0,1 1 1 0 0,0 1-1 0 0,0-1 0 0 0,-8 2 1 0 0,2 1 5 0 0,1 0-1 0 0,0 1 1 0 0,0 0 0 0 0,0 0 0 0 0,1 1 0 0 0,-1 1 0 0 0,1-1-1 0 0,0 2 1 0 0,1-1 0 0 0,-1 1 0 0 0,2 0 0 0 0,-1 1 0 0 0,1 0-1 0 0,-8 9 1 0 0,10-9 2 0 0,-1-1-1 0 0,1 1 1 0 0,0 0-1 0 0,1 0 0 0 0,0 0 1 0 0,0 1-1 0 0,1-1 1 0 0,0 1-1 0 0,0 0 1 0 0,1 0-1 0 0,0 0 1 0 0,1 0-1 0 0,0 0 0 0 0,0 1 1 0 0,1-1-1 0 0,1 16 1 0 0,0-21 5 0 0,0 0 0 0 0,0 0 0 0 0,1 1 0 0 0,-1-1-1 0 0,1 0 1 0 0,0 0 0 0 0,0-1 0 0 0,0 1 0 0 0,0 0 0 0 0,1-1 0 0 0,-1 1 0 0 0,1-1 0 0 0,0 0 0 0 0,0 1 0 0 0,4 1 0 0 0,-2-1-1 0 0,1 0 1 0 0,0 0-1 0 0,0-1 1 0 0,0 0-1 0 0,1 0 0 0 0,-1-1 1 0 0,0 0-1 0 0,13 3 1 0 0,-2-3-5 0 0,0 0 0 0 0,-1-1 1 0 0,1-1-1 0 0,0 0 0 0 0,-1-2 1 0 0,1 0-1 0 0,16-4 0 0 0,30-11-87 0 0,-2-4 0 0 0,85-39-1 0 0,13-6-82 0 0,-153 64 164 0 0,0 0 1 0 0,0 0-1 0 0,0 1 1 0 0,1-1-1 0 0,-1 1 1 0 0,0 0-1 0 0,1 1 1 0 0,-1 0-1 0 0,1 0 1 0 0,-1 0-1 0 0,9 2 1 0 0,-11 0 3 0 0,0-1 1 0 0,0 1 0 0 0,0-1 0 0 0,0 1 0 0 0,0 1-1 0 0,0-1 1 0 0,0 0 0 0 0,-1 1 0 0 0,1 0-1 0 0,-1 0 1 0 0,0 0 0 0 0,1 0 0 0 0,-1 0-1 0 0,-1 1 1 0 0,1-1 0 0 0,4 8 0 0 0,-1 1 112 0 0,-1-1 0 0 0,0 1 0 0 0,0-1 0 0 0,-1 1 0 0 0,0 0 0 0 0,-1 1 0 0 0,-1-1-1 0 0,0 1 1 0 0,-1-1 0 0 0,0 1 0 0 0,-1-1 0 0 0,0 1 0 0 0,-2 14 0 0 0,-1-8 107 0 0,-1 0 0 0 0,0-1 0 0 0,-1 1 0 0 0,-1-1 0 0 0,-1 0-1 0 0,-1 0 1 0 0,-19 31 0 0 0,26-47-80 0 0,-1 1 0 0 0,0-1 0 0 0,0 0 0 0 0,0 0-1 0 0,0 0 1 0 0,-1 0 0 0 0,1 0 0 0 0,-1 0 0 0 0,-4 2 0 0 0,5-3 45 0 0,-13-6 112 0 0,13 4-281 0 0,1 0 0 0 0,0-1 0 0 0,0 1 0 0 0,-1 0 0 0 0,1 0 0 0 0,0-1 0 0 0,0 1 0 0 0,0 0 0 0 0,1-1 0 0 0,-1 1 0 0 0,0-1 0 0 0,0 0 0 0 0,1 1 1 0 0,-1-1-1 0 0,1 1 0 0 0,-1-1 0 0 0,1 0 0 0 0,0 1 0 0 0,0-1 0 0 0,0 0 0 0 0,0 1 0 0 0,0-1 0 0 0,0 0 0 0 0,0-2 0 0 0,1-4-11 0 0,1 0 0 0 0,-1 0-1 0 0,5-11 1 0 0,0 3-219 0 0,1 1 0 0 0,1 0 0 0 0,0 0 0 0 0,1 1 0 0 0,1 0 0 0 0,0 1 1 0 0,0 0-1 0 0,2 1 0 0 0,-1 0 0 0 0,16-12 0 0 0,20-13-2828 0 0,73-45 0 0 0,-109 75 2578 0 0,102-67-7135 0 0,-72 45 2805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94 892 0 0,'4'-13'2081'0'0,"-1"7"-891"0"0,-1 0-1 0 0,0 0 1 0 0,0-1 0 0 0,0 1 0 0 0,-1-1-1 0 0,0 0 1 0 0,-1 1 0 0 0,1-1 0 0 0,-1 0-1 0 0,-1-9 710 0 0,-1 17-1735 0 0,0-1-1 0 0,1 1 1 0 0,-1-1-1 0 0,1 1 1 0 0,-1 0 0 0 0,0 0-1 0 0,1 0 1 0 0,-1 0 0 0 0,1 0-1 0 0,0 0 1 0 0,-1 0 0 0 0,1 0-1 0 0,0 0 1 0 0,-1 1-1 0 0,1-1 1 0 0,0 0 0 0 0,0 1-1 0 0,0-1 1 0 0,0 2 0 0 0,-18 33 1010 0 0,18-34-992 0 0,-23 56 1179 0 0,2 1-1 0 0,-23 105 1 0 0,-2 127-371 0 0,45-278-1026 0 0,-14 153-479 0 0,17-55-5249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82 310 888 0 0,'-47'-34'10440'0'0,"12"9"-4328"0"0,38 24-5897 0 0,86-7 359 0 0,-25 4-443 0 0,-16-1 13 0 0,36-4-385 0 0,82-19-1 0 0,-141 23 90 0 0,-1-2 0 0 0,1-1 1 0 0,-1-1-1 0 0,-1-1 0 0 0,0-1 1 0 0,0-1-1 0 0,37-27 1 0 0,-47 27 133 0 0,0 0 0 0 0,19-23 0 0 0,-1 0 62 0 0,-29 34-73 0 0,-3 6 59 0 0,0 1 21 0 0,0-1-1 0 0,-1 1 1 0 0,0-1-1 0 0,0 0 1 0 0,0 0-1 0 0,-4 7 1 0 0,-3 7 204 0 0,-127 403 3490 0 0,104-316-3355 0 0,26-85-319 0 0,-21 80 651 0 0,27-98-640 0 0,23-29-472 0 0,25-35-1 0 0,-28 34 174 0 0,31-32-1 0 0,-43 51 166 0 0,0-1-1 0 0,1 1 1 0 0,1 1 0 0 0,-1 0 0 0 0,1 0 0 0 0,0 0-1 0 0,1 2 1 0 0,16-8 0 0 0,-26 13 49 0 0,1-1-1 0 0,0 1 1 0 0,0 0 0 0 0,-1 0-1 0 0,1 0 1 0 0,0 0 0 0 0,0 0-1 0 0,-1 0 1 0 0,1 0 0 0 0,0 1 0 0 0,0-1-1 0 0,-1 1 1 0 0,1-1 0 0 0,0 1-1 0 0,-1-1 1 0 0,1 1 0 0 0,-1 0-1 0 0,1 0 1 0 0,-1 0 0 0 0,1 0 0 0 0,-1 0-1 0 0,1 0 1 0 0,-1 1 0 0 0,0-1-1 0 0,1 2 1 0 0,2 1 12 0 0,0 1-1 0 0,0 0 0 0 0,-1 0 1 0 0,0 1-1 0 0,4 8 1 0 0,-1 3 35 0 0,0 0 0 0 0,-2 0 0 0 0,0 1 1 0 0,2 18-1 0 0,-3-15-204 0 0,0-1 1 0 0,10 28-1 0 0,-12-45 23 0 0,0 0 0 0 0,1-1 0 0 0,-1 1 0 0 0,1 0 1 0 0,-1-1-1 0 0,1 0 0 0 0,0 1 0 0 0,0-1 0 0 0,0 0 0 0 0,0 0 0 0 0,1 0 0 0 0,-1 0 0 0 0,0 0 0 0 0,1 0 0 0 0,-1-1 0 0 0,1 1 0 0 0,0-1 0 0 0,0 0 0 0 0,-1 0 0 0 0,1 0 0 0 0,0 0 1 0 0,0 0-1 0 0,0-1 0 0 0,0 1 0 0 0,0-1 0 0 0,0 0 0 0 0,0 0 0 0 0,0 0 0 0 0,0 0 0 0 0,5-1 0 0 0,6-1-422 0 0,-1-1 0 0 0,1 0 0 0 0,-1-1-1 0 0,0 0 1 0 0,18-9 0 0 0,-15 6 367 0 0,0-2 0 0 0,0 0 0 0 0,-1 0 0 0 0,0-2 0 0 0,-1 0 0 0 0,0 0 0 0 0,-1-2 0 0 0,0 1 0 0 0,-1-2 1 0 0,0 1-1 0 0,10-18 0 0 0,-13 17 1043 0 0,-1 0 1 0 0,-1-1 0 0 0,0 1-1 0 0,-1-1 1 0 0,0-1 0 0 0,-2 1-1 0 0,6-29 1 0 0,-8 16 1050 0 0,-2 28-1880 0 0,0 0 0 0 0,0-1 1 0 0,0 1-1 0 0,0 0 0 0 0,0 0 0 0 0,0 0 1 0 0,0 0-1 0 0,0 0 0 0 0,0-1 0 0 0,0 1 0 0 0,0 0 1 0 0,0 0-1 0 0,0 0 0 0 0,0 0 0 0 0,0 0 1 0 0,0-1-1 0 0,0 1 0 0 0,0 0 0 0 0,0 0 0 0 0,0 0 1 0 0,0 0-1 0 0,0 0 0 0 0,-1 0 0 0 0,1-1 1 0 0,0 1-1 0 0,0 0 0 0 0,0 0 0 0 0,0 0 1 0 0,0 0-1 0 0,0 0 0 0 0,0 0 0 0 0,-1 0 0 0 0,1 0 1 0 0,0 0-1 0 0,0-1 0 0 0,0 1 0 0 0,0 0 1 0 0,0 0-1 0 0,-1 0 0 0 0,1 0 0 0 0,0 0 0 0 0,0 0 1 0 0,0 0-1 0 0,-9 12 562 0 0,0 7-305 0 0,0-1 0 0 0,2 1 0 0 0,0 0 0 0 0,1 0 0 0 0,-4 26 0 0 0,8-32-230 0 0,0-1 1 0 0,1 1-1 0 0,1-1 0 0 0,0 0 1 0 0,0 1-1 0 0,1-1 1 0 0,1 1-1 0 0,0-1 0 0 0,7 22 1 0 0,-8-31-35 0 0,0 0 0 0 0,0 0 1 0 0,1 0-1 0 0,0 0 0 0 0,-1-1 1 0 0,1 1-1 0 0,0-1 0 0 0,0 1 1 0 0,0-1-1 0 0,0 1 0 0 0,1-1 1 0 0,-1 0-1 0 0,1 0 0 0 0,-1 0 1 0 0,1 0-1 0 0,0-1 0 0 0,0 1 0 0 0,0-1 1 0 0,0 0-1 0 0,0 0 0 0 0,0 0 1 0 0,0 0-1 0 0,0 0 0 0 0,0 0 1 0 0,0-1-1 0 0,0 0 0 0 0,1 1 1 0 0,-1-1-1 0 0,0-1 0 0 0,0 1 1 0 0,0 0-1 0 0,1-1 0 0 0,-1 1 1 0 0,4-3-1 0 0,3 1 3 0 0,0-2 1 0 0,0 1-1 0 0,0-1 0 0 0,-1-1 1 0 0,0 0-1 0 0,0 0 0 0 0,0-1 1 0 0,-1 0-1 0 0,13-11 0 0 0,-8 4-59 0 0,-1-1 0 0 0,0 0 1 0 0,-1-1-1 0 0,-1 0 0 0 0,0-1 0 0 0,9-21 0 0 0,-13 24-26 0 0,0 0 0 0 0,-2-1 0 0 0,1 1 0 0 0,-2-1 0 0 0,0 0-1 0 0,0 0 1 0 0,-1 0 0 0 0,-1-25 0 0 0,-1 32 44 0 0,-1 1-1 0 0,-1-1 0 0 0,1 1 1 0 0,-1-1-1 0 0,0 1 1 0 0,-1 0-1 0 0,1 0 1 0 0,-1 0-1 0 0,-1 0 0 0 0,1 0 1 0 0,-1 0-1 0 0,0 1 1 0 0,0 0-1 0 0,0 0 1 0 0,-7-5-1 0 0,9 7-95 0 0,-1 1 0 0 0,1 0 0 0 0,-1-1 0 0 0,0 1 0 0 0,0 1 0 0 0,0-1 0 0 0,0 0 0 0 0,0 1 0 0 0,-1-1 0 0 0,1 1 0 0 0,0 0 0 0 0,-1 0 0 0 0,1 0 0 0 0,-1 1 0 0 0,1-1 0 0 0,-1 1 0 0 0,1 0-1 0 0,-1 0 1 0 0,1 0 0 0 0,-1 0 0 0 0,1 1 0 0 0,-1-1 0 0 0,1 1 0 0 0,-1 0 0 0 0,1 0 0 0 0,0 0 0 0 0,0 0 0 0 0,-1 1 0 0 0,1-1 0 0 0,-4 4 0 0 0,5-4-179 0 0,0 1-1 0 0,-1 0 0 0 0,1 0 1 0 0,0 0-1 0 0,0 1 1 0 0,0-1-1 0 0,0 1 1 0 0,0-1-1 0 0,1 1 1 0 0,-1-1-1 0 0,1 1 1 0 0,0 0-1 0 0,-1 0 1 0 0,1 0-1 0 0,0 3 1 0 0,0-4-151 0 0,1 0 1 0 0,0 0 0 0 0,0-1 0 0 0,0 1 0 0 0,0 0-1 0 0,0 0 1 0 0,0 0 0 0 0,0 0 0 0 0,1 0 0 0 0,-1 0-1 0 0,1 0 1 0 0,-1 0 0 0 0,1 0 0 0 0,0 0 0 0 0,0 0-1 0 0,1 1 1 0 0,5 8-3495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4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595 136 2008 0 0,'4'-4'885'0'0,"-1"1"-1"0"0,1-1 1 0 0,-1 0 0 0 0,0 0-1 0 0,0 0 1 0 0,0-1-1 0 0,0 1 1 0 0,-1-1 0 0 0,3-5-1 0 0,-5 9-756 0 0,1 0-1 0 0,-1 0 1 0 0,0 0-1 0 0,0 0 1 0 0,0-1-1 0 0,0 1 1 0 0,0 0-1 0 0,0 0 1 0 0,0 0-1 0 0,-1 0 0 0 0,1-1 1 0 0,0 1-1 0 0,0 0 1 0 0,-1 0-1 0 0,1 0 1 0 0,-1 0-1 0 0,1 0 1 0 0,-1 0-1 0 0,0 0 1 0 0,1 0-1 0 0,-1 0 1 0 0,0 0-1 0 0,0 0 1 0 0,1 0-1 0 0,-1 1 1 0 0,0-1-1 0 0,0 0 0 0 0,0 0 1 0 0,0 1-1 0 0,0-1 1 0 0,-2 0-1 0 0,0-1 47 0 0,0 1 0 0 0,0-1 0 0 0,0 1 0 0 0,0-1 0 0 0,0 1 0 0 0,-1 0 0 0 0,1 0 0 0 0,0 1 0 0 0,-6-1 0 0 0,0 1-73 0 0,-1 2 1 0 0,0-1-1 0 0,1 1 0 0 0,-1 1 1 0 0,1 0-1 0 0,0 0 1 0 0,0 1-1 0 0,0 0 1 0 0,0 0-1 0 0,0 1 0 0 0,1 0 1 0 0,0 1-1 0 0,0 0 1 0 0,1 0-1 0 0,-11 11 0 0 0,4-2-78 0 0,0 0-1 0 0,1 1 1 0 0,1 1-1 0 0,0 0 1 0 0,1 0-1 0 0,-12 28 1 0 0,17-29-9 0 0,-1 0 0 0 0,2 0 0 0 0,-4 20 0 0 0,7-30-5 0 0,1 0-1 0 0,0 0 1 0 0,1 1-1 0 0,-1-1 1 0 0,1 0-1 0 0,1 0 0 0 0,-1 1 1 0 0,1-1-1 0 0,0 0 1 0 0,0 0-1 0 0,1 0 1 0 0,2 7-1 0 0,-2-11-9 0 0,-1 0-1 0 0,0 1 0 0 0,1-1 1 0 0,-1 0-1 0 0,1 0 1 0 0,0 0-1 0 0,0 0 1 0 0,0 0-1 0 0,0 0 1 0 0,0 0-1 0 0,0-1 1 0 0,0 1-1 0 0,1-1 1 0 0,-1 1-1 0 0,1-1 1 0 0,-1 0-1 0 0,1 0 1 0 0,-1 0-1 0 0,5 1 1 0 0,-3-2-33 0 0,1 1-1 0 0,-1-1 1 0 0,1 1 0 0 0,0-1 0 0 0,-1 0 0 0 0,1-1 0 0 0,0 1 0 0 0,-1-1 0 0 0,1 0 0 0 0,8-3 0 0 0,-2-1-80 0 0,0 0 1 0 0,0-1 0 0 0,-1 0-1 0 0,1-1 1 0 0,-2 0 0 0 0,17-15-1 0 0,51-58-379 0 0,-56 56 394 0 0,-5 6 40 0 0,-3 3-141 0 0,27-24 1 0 0,-40 38 194 0 0,1 1 0 0 0,0-1 0 0 0,-1 0 0 0 0,1 1 0 0 0,0-1 0 0 0,0 1 0 0 0,-1 0 0 0 0,1-1 0 0 0,0 1 1 0 0,0 0-1 0 0,0-1 0 0 0,-1 1 0 0 0,1 0 0 0 0,0 0 0 0 0,0-1 0 0 0,0 1 0 0 0,0 0 0 0 0,0 0 1 0 0,0 0-1 0 0,-1 0 0 0 0,1 0 0 0 0,0 1 0 0 0,0-1 0 0 0,0 0 0 0 0,0 0 0 0 0,0 1 0 0 0,0-1 1 0 0,1 1 20 0 0,-1 1 1 0 0,1-1-1 0 0,-1 0 1 0 0,0 0 0 0 0,0 1-1 0 0,1-1 1 0 0,-1 1 0 0 0,0-1-1 0 0,0 1 1 0 0,0-1 0 0 0,-1 1-1 0 0,2 2 1 0 0,2 7 153 0 0,-1-1 0 0 0,0 1 0 0 0,1 14 1 0 0,-3-22-138 0 0,7 62 804 0 0,-3 0-1 0 0,-3 1 1 0 0,-6 67-1 0 0,-31 196 1636 0 0,20-225-1189 0 0,-29 108-1 0 0,34-174-781 0 0,-2 0-1 0 0,-2-1 0 0 0,-1-1 1 0 0,-2 0-1 0 0,-2-1 0 0 0,-25 37 1 0 0,33-58-277 0 0,0 0 0 0 0,0-1 0 0 0,-1 0 1 0 0,-1-1-1 0 0,0-1 0 0 0,-1 0 0 0 0,0-1 1 0 0,-1 0-1 0 0,-21 11 0 0 0,28-17-177 0 0,1-1 0 0 0,-1 0 0 0 0,0-1 1 0 0,0 1-1 0 0,0-1 0 0 0,0-1 0 0 0,0 1 0 0 0,0-2 0 0 0,0 1 1 0 0,0-1-1 0 0,-1 0 0 0 0,1-1 0 0 0,0 1 0 0 0,0-2 0 0 0,0 1 0 0 0,0-1 1 0 0,0-1-1 0 0,0 1 0 0 0,0-1 0 0 0,1-1 0 0 0,-15-7 0 0 0,11 3-144 0 0,-1 0-1 0 0,2-1 0 0 0,-1 0 0 0 0,1-1 1 0 0,1 0-1 0 0,0-1 0 0 0,0 1 0 0 0,1-2 1 0 0,-7-12-1 0 0,6 7-189 0 0,0-1 0 0 0,2 0 0 0 0,0 0 0 0 0,1 0 0 0 0,-7-39-1 0 0,9 28-144 0 0,1 0 0 0 0,1 0 0 0 0,2 0-1 0 0,1 0 1 0 0,1 0 0 0 0,2 0-1 0 0,1 1 1 0 0,15-52 0 0 0,-2 33-181 0 0,1 0-1 0 0,3 1 1 0 0,2 1 0 0 0,2 1 0 0 0,2 2 0 0 0,1 0 0 0 0,69-72 0 0 0,-43 58-47 0 0,3 3 0 0 0,2 2 0 0 0,2 3 0 0 0,101-60 0 0 0,-30 37-471 0 0,147-55 0 0 0,-202 93 1143 0 0,-41 19 668 0 0,-34 13 205 0 0,-4 5-780 0 0,0 0 0 0 0,-1-1 0 0 0,0 1-1 0 0,0 0 1 0 0,0-1 0 0 0,0 0 0 0 0,-1 1-1 0 0,1-1 1 0 0,-1 0 0 0 0,0 0 0 0 0,1 0 0 0 0,-8 4-1 0 0,-6 9 98 0 0,6-2-140 0 0,0-1 0 0 0,1 2 0 0 0,0-1 0 0 0,1 1 0 0 0,0 0 0 0 0,-10 33 0 0 0,17-44-54 0 0,0 1 0 0 0,0 0 0 0 0,0 0 0 0 0,1 0 0 0 0,0 0 0 0 0,-1 0 0 0 0,2 0 0 0 0,-1 0 0 0 0,1 0 0 0 0,-1 0 0 0 0,1 0 0 0 0,2 5 0 0 0,-1-6 1 0 0,0-1 1 0 0,-1 1 0 0 0,1-1 0 0 0,1 0-1 0 0,-1 0 1 0 0,0 0 0 0 0,1 0-1 0 0,0 0 1 0 0,-1-1 0 0 0,1 1-1 0 0,0-1 1 0 0,0 1 0 0 0,1-1 0 0 0,-1 0-1 0 0,0-1 1 0 0,1 1 0 0 0,6 2-1 0 0,0 0 1 0 0,0-1-1 0 0,0-1 0 0 0,0 0 0 0 0,1 0 0 0 0,-1-1 0 0 0,0 0 0 0 0,1-1 1 0 0,-1 0-1 0 0,1-1 0 0 0,-1 0 0 0 0,0-1 0 0 0,1 0 0 0 0,-1 0 0 0 0,0-1 1 0 0,0 0-1 0 0,-1-1 0 0 0,1 0 0 0 0,-1-1 0 0 0,12-7 0 0 0,-10 5-46 0 0,0 0-1 0 0,-1-2 1 0 0,0 1-1 0 0,0-1 0 0 0,-1-1 1 0 0,0 0-1 0 0,0 0 1 0 0,-1-1-1 0 0,-1 0 1 0 0,0 0-1 0 0,0 0 0 0 0,-1-1 1 0 0,-1 0-1 0 0,8-22 1 0 0,-9 18 5 0 0,0 0 0 0 0,-1-1 0 0 0,-1 1 0 0 0,-1-1 0 0 0,0-21-1 0 0,-1 31 17 0 0,-1-1-1 0 0,0 1 0 0 0,0 0 0 0 0,0 0 0 0 0,-1 0 0 0 0,0 0 0 0 0,0 0 0 0 0,-1 1 1 0 0,1-1-1 0 0,-2 1 0 0 0,1 0 0 0 0,-1-1 0 0 0,0 1 0 0 0,-8-9 0 0 0,9 12 8 0 0,-1 1-1 0 0,1-1 1 0 0,0 1-1 0 0,-1 0 0 0 0,0 0 1 0 0,1 1-1 0 0,-1-1 1 0 0,0 1-1 0 0,0 0 1 0 0,0 0-1 0 0,0 0 1 0 0,0 0-1 0 0,0 1 0 0 0,0 0 1 0 0,0-1-1 0 0,0 2 1 0 0,-1-1-1 0 0,1 0 1 0 0,0 1-1 0 0,0 0 0 0 0,0 0 1 0 0,0 0-1 0 0,-7 3 1 0 0,-1 0-15 0 0,0 1 0 0 0,1 1 0 0 0,0 0 1 0 0,0 0-1 0 0,0 1 0 0 0,-14 13 0 0 0,16-12 13 0 0,0 1-1 0 0,1 0 1 0 0,0 1-1 0 0,0 0 0 0 0,1 0 1 0 0,0 1-1 0 0,1 0 1 0 0,0 0-1 0 0,-7 20 1 0 0,11-25 12 0 0,0 0 1 0 0,0 0 0 0 0,1 0-1 0 0,0 0 1 0 0,0 0 0 0 0,0 1-1 0 0,1-1 1 0 0,0 0 0 0 0,0 1-1 0 0,0-1 1 0 0,1 0 0 0 0,0 0-1 0 0,0 1 1 0 0,1-1 0 0 0,0 0-1 0 0,0 0 1 0 0,0 0 0 0 0,1 0-1 0 0,0-1 1 0 0,5 10 0 0 0,-4-11 3 0 0,0 0 0 0 0,0 0 0 0 0,1 0 1 0 0,-1-1-1 0 0,1 0 0 0 0,0 1 0 0 0,0-2 1 0 0,0 1-1 0 0,0 0 0 0 0,0-1 0 0 0,0 0 1 0 0,1 0-1 0 0,-1-1 0 0 0,1 0 1 0 0,-1 0-1 0 0,1 0 0 0 0,0 0 0 0 0,9-1 1 0 0,3 0-9 0 0,-1-1 1 0 0,1-1-1 0 0,-1-1 0 0 0,32-8 1 0 0,146-59-310 0 0,-138 46 200 0 0,2 2 0 0 0,114-25 0 0 0,-169 46 106 0 0,0 1 1 0 0,1-1-1 0 0,-1 1 1 0 0,0 0-1 0 0,1 0 1 0 0,-1 0-1 0 0,0 0 0 0 0,1 1 1 0 0,-1 0-1 0 0,0 0 1 0 0,0 0-1 0 0,0 0 1 0 0,1 0-1 0 0,-1 1 1 0 0,-1 0-1 0 0,1 0 0 0 0,0 0 1 0 0,5 4-1 0 0,-6-3 16 0 0,-1 0 1 0 0,1 0-1 0 0,0 1 0 0 0,-1-1 0 0 0,0 1 0 0 0,0-1 0 0 0,0 1 0 0 0,0 0 1 0 0,-1 0-1 0 0,1 0 0 0 0,-1 0 0 0 0,0 0 0 0 0,0 0 0 0 0,0 0 1 0 0,-1 0-1 0 0,1 0 0 0 0,-1 0 0 0 0,0 1 0 0 0,-1 4 0 0 0,-1 6 187 0 0,-1 1 0 0 0,0 0 0 0 0,-1-1 0 0 0,-1 0 0 0 0,0 0 0 0 0,-1 0 0 0 0,-1 0 0 0 0,0-1 0 0 0,-14 20 0 0 0,20-32 9 0 0,-11 0 273 0 0,11-8-451 0 0,1 1 0 0 0,0-1 0 0 0,0 1-1 0 0,1-1 1 0 0,0 1 0 0 0,0-1 0 0 0,0 1 0 0 0,0 0 0 0 0,1 0-1 0 0,0-1 1 0 0,0 1 0 0 0,4-5 0 0 0,6-14-19 0 0,18-24 0 0 0,-23 38 9 0 0,13-19-30 0 0,1 0 1 0 0,48-50-1 0 0,-58 68-12 0 0,1 0 0 0 0,0 1 0 0 0,0 1 0 0 0,1 0 0 0 0,1 1 0 0 0,-1 0 0 0 0,1 1 0 0 0,1 0 0 0 0,18-5 1 0 0,-29 10 15 0 0,1 1 1 0 0,0 0 0 0 0,0 0-1 0 0,0 0 1 0 0,1 1 0 0 0,-1 0 0 0 0,0 0-1 0 0,0 0 1 0 0,0 1 0 0 0,0-1-1 0 0,0 1 1 0 0,0 0 0 0 0,0 1 0 0 0,0-1-1 0 0,-1 1 1 0 0,1 0 0 0 0,0 0-1 0 0,-1 1 1 0 0,1-1 0 0 0,-1 1 0 0 0,6 5-1 0 0,-6-4 13 0 0,0 0 0 0 0,0 1-1 0 0,0 0 1 0 0,0 0 0 0 0,-1 0-1 0 0,0 0 1 0 0,0 0 0 0 0,0 1-1 0 0,-1-1 1 0 0,1 1 0 0 0,-1 0-1 0 0,-1 0 1 0 0,1 0 0 0 0,-1 0-1 0 0,0 0 1 0 0,-1 0 0 0 0,1 9 0 0 0,-2 3-44 0 0,-5 28 0 0 0,3-33-587 0 0,1-1 0 0 0,1 0 0 0 0,0 1 1 0 0,1-1-1 0 0,1 16 0 0 0,0-25 116 0 0,-1 0 0 0 0,1 0-1 0 0,0 0 1 0 0,0 0 0 0 0,0 0 0 0 0,1 0 0 0 0,-1 0-1 0 0,1-1 1 0 0,-1 1 0 0 0,1-1 0 0 0,0 1-1 0 0,0-1 1 0 0,0 1 0 0 0,4 2 0 0 0,10 7-5661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4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272 514 1528 0 0,'4'-5'922'0'0,"2"-2"265"0"0,0 0 1 0 0,0-1-1 0 0,-1 1 1 0 0,1-1-1 0 0,-2 0 1 0 0,1-1-1 0 0,-1 1 1 0 0,-1-1-1 0 0,5-15 1 0 0,-8 24-1142 0 0,0-1 1 0 0,0 1 0 0 0,0-1 0 0 0,0 1 0 0 0,0-1 0 0 0,0 0-1 0 0,0 1 1 0 0,0-1 0 0 0,0 1 0 0 0,0-1 0 0 0,-1 1-1 0 0,1-1 1 0 0,0 1 0 0 0,0-1 0 0 0,0 1 0 0 0,-1-1 0 0 0,1 1-1 0 0,0-1 1 0 0,-1 1 0 0 0,1-1 0 0 0,0 1 0 0 0,-1-1-1 0 0,1 1 1 0 0,-1 0 0 0 0,1-1 0 0 0,-1 1 0 0 0,1 0 0 0 0,-1-1-1 0 0,1 1 1 0 0,-1 0 0 0 0,1 0 0 0 0,-1-1 0 0 0,1 1-1 0 0,-1 0 1 0 0,1 0 0 0 0,-1 0 0 0 0,0 0 0 0 0,1 0 0 0 0,-1 0-1 0 0,1 0 1 0 0,-2 0 0 0 0,-23 2 751 0 0,24-2-791 0 0,-6 2 123 0 0,-1 0 1 0 0,1 1-1 0 0,0 0 1 0 0,0 0 0 0 0,0 0-1 0 0,0 1 1 0 0,0 0 0 0 0,-7 6-1 0 0,-44 41 468 0 0,37-30-457 0 0,1 1 0 0 0,1 1 0 0 0,-20 30 0 0 0,30-40-97 0 0,1 1-1 0 0,0 0 0 0 0,2 0 0 0 0,-1 0 0 0 0,2 1 0 0 0,0 0 0 0 0,-5 27 0 0 0,10-40-34 0 0,-1-1-1 0 0,1 1 1 0 0,0 0-1 0 0,-1-1 0 0 0,1 1 1 0 0,0 0-1 0 0,0-1 1 0 0,0 1-1 0 0,1 0 1 0 0,-1-1-1 0 0,0 1 0 0 0,1 0 1 0 0,-1-1-1 0 0,1 1 1 0 0,-1-1-1 0 0,1 1 0 0 0,0-1 1 0 0,0 1-1 0 0,-1-1 1 0 0,1 1-1 0 0,0-1 0 0 0,0 0 1 0 0,0 1-1 0 0,1-1 1 0 0,-1 0-1 0 0,0 0 0 0 0,0 0 1 0 0,1 0-1 0 0,-1 0 1 0 0,1 0-1 0 0,-1 0 0 0 0,1-1 1 0 0,2 2-1 0 0,0-1 3 0 0,0 0-1 0 0,1-1 1 0 0,-1 1-1 0 0,1-1 1 0 0,-1 0-1 0 0,1 0 1 0 0,-1-1-1 0 0,0 1 1 0 0,1-1-1 0 0,-1 0 1 0 0,8-3 0 0 0,11-4-5 0 0,-1-2 1 0 0,0 0 0 0 0,27-18-1 0 0,58-46-129 0 0,-68 46 67 0 0,146-112-224 0 0,-184 139 271 0 0,0 1-1 0 0,0-1 1 0 0,0 0-1 0 0,0 1 1 0 0,0-1-1 0 0,0 1 0 0 0,0-1 1 0 0,0 1-1 0 0,0-1 1 0 0,1 1-1 0 0,-1 0 0 0 0,0-1 1 0 0,0 1-1 0 0,0 0 1 0 0,0 0-1 0 0,0 0 0 0 0,1 0 1 0 0,-1 0-1 0 0,0 0 1 0 0,0 0-1 0 0,0 1 0 0 0,2-1 1 0 0,-2 1 13 0 0,0-1-7 0 0,0 1 0 0 0,-1-1 0 0 0,1 1 0 0 0,-1 0-1 0 0,1-1 1 0 0,-1 1 0 0 0,1 0 0 0 0,-1-1-1 0 0,1 1 1 0 0,-1 0 0 0 0,0 0 0 0 0,1 0-1 0 0,-1-1 1 0 0,0 1 0 0 0,0 0 0 0 0,0 0 0 0 0,1 0-1 0 0,-1-1 1 0 0,0 1 0 0 0,0 0 0 0 0,0 0-1 0 0,-1 1 1 0 0,1 23-40 0 0,-1-23 40 0 0,-2 36-12 0 0,-2 40 51 0 0,5-69-1 0 0,0-1 0 0 0,1 0 0 0 0,0 1-1 0 0,0-1 1 0 0,1 0 0 0 0,5 15-1 0 0,-6-21-12 0 0,1 1 0 0 0,-1-1 0 0 0,1 1 0 0 0,0-1 0 0 0,0 1 0 0 0,0-1-1 0 0,0 0 1 0 0,0 0 0 0 0,1 0 0 0 0,-1-1 0 0 0,0 1 0 0 0,1 0-1 0 0,0-1 1 0 0,-1 1 0 0 0,1-1 0 0 0,0 0 0 0 0,0 0 0 0 0,-1 0-1 0 0,1 0 1 0 0,0-1 0 0 0,0 1 0 0 0,0-1 0 0 0,0 0 0 0 0,0 0 0 0 0,0 0-1 0 0,5 0 1 0 0,4-1 7 0 0,0 0 0 0 0,-1-1 0 0 0,1-1 0 0 0,-1 0 0 0 0,17-6 0 0 0,2-4-28 0 0,-2-1-1 0 0,0-1 1 0 0,0-2 0 0 0,-2 0 0 0 0,0-2-1 0 0,46-44 1 0 0,-12 1-429 0 0,71-93-1 0 0,-102 117 265 0 0,-1 0 0 0 0,-2-2-1 0 0,-2-1 1 0 0,-1-1-1 0 0,28-76 1 0 0,-51 117 151 0 0,1-1 0 0 0,0 0 0 0 0,-1 0 0 0 0,1 0 0 0 0,-1 0 0 0 0,0 0 0 0 0,1 0 0 0 0,-1 0 0 0 0,0 0 0 0 0,0 0 0 0 0,0 0 0 0 0,-1 0-1 0 0,1 0 1 0 0,0 0 0 0 0,-1 0 0 0 0,0 0 0 0 0,1 0 0 0 0,-1 0 0 0 0,0 1 0 0 0,-2-4 0 0 0,2 4 9 0 0,0 1-1 0 0,0-1 0 0 0,0 1 1 0 0,0 0-1 0 0,0-1 0 0 0,0 1 1 0 0,0 0-1 0 0,0 0 0 0 0,0 0 1 0 0,0-1-1 0 0,0 1 0 0 0,0 0 1 0 0,0 1-1 0 0,0-1 0 0 0,0 0 1 0 0,-2 0-1 0 0,2 1-4 0 0,-4-1 5 0 0,0 1 0 0 0,0 0-1 0 0,1 0 1 0 0,-1 1-1 0 0,0 0 1 0 0,1-1-1 0 0,-1 2 1 0 0,1-1 0 0 0,0 0-1 0 0,-8 6 1 0 0,-36 34 65 0 0,46-40-54 0 0,-21 21 40 0 0,2 1 0 0 0,0 1 0 0 0,2 1 0 0 0,1 1 0 0 0,-28 54 0 0 0,37-65-30 0 0,2 1-1 0 0,0 0 1 0 0,1 1 0 0 0,1 0 0 0 0,0 0-1 0 0,1 0 1 0 0,1 0 0 0 0,1 0 0 0 0,1 1 0 0 0,1-1-1 0 0,2 33 1 0 0,-1-46-224 0 0,0 0-1 0 0,0 0 1 0 0,1 0-1 0 0,0 0 1 0 0,0 0 0 0 0,0 0-1 0 0,0 0 1 0 0,0-1-1 0 0,1 1 1 0 0,0-1 0 0 0,0 0-1 0 0,0 1 1 0 0,1-2 0 0 0,0 1-1 0 0,6 6 1 0 0,-4-6-695 0 0,-1-1 0 0 0,1 1 0 0 0,0-1 0 0 0,0 0 1 0 0,0-1-1 0 0,0 0 0 0 0,11 3 0 0 0,13 2-4914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3 512 0 0,'20'-2'11679'0'0,"-21"2"-11558"0"0,-17 40 2868 0 0,14-32-2983 0 0,-46 83 1265 0 0,17-32-2493 0 0,3 1-5211 0 0,19-38-86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6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6 797 2056 0 0,'8'9'6417'0'0,"-7"-5"-5817"0"0,0 0 1 0 0,0 0-1 0 0,0 0 1 0 0,0 0 0 0 0,-1 0-1 0 0,0 0 1 0 0,0 0-1 0 0,0 1 1 0 0,-1 6-1 0 0,-7 45 687 0 0,4-37-796 0 0,-1 57 619 0 0,5-74-729 0 0,2-2-356 0 0,-1 0 1 0 0,1-1-1 0 0,-1 1 0 0 0,1-1 0 0 0,0 1 1 0 0,-1-1-1 0 0,1 0 0 0 0,-1 0 0 0 0,1 0 1 0 0,-1 0-1 0 0,0 0 0 0 0,1 0 1 0 0,-1 0-1 0 0,0 0 0 0 0,2-2 0 0 0,18-24 62 0 0,-14 18-49 0 0,336-468 174 0 0,-47 61-441 0 0,-290 408 200 0 0,-1 1-5 0 0,1 0-1 0 0,-1 0 1 0 0,1 1 0 0 0,0-1-1 0 0,1 1 1 0 0,9-7 0 0 0,-16 13 32 0 0,1 0 0 0 0,0-1 0 0 0,-1 1 0 0 0,1 0 0 0 0,0-1 0 0 0,-1 1 0 0 0,1 0 0 0 0,0 0 1 0 0,0 0-1 0 0,-1-1 0 0 0,1 1 0 0 0,0 0 0 0 0,0 0 0 0 0,-1 0 0 0 0,1 0 0 0 0,0 0 0 0 0,-1 1 0 0 0,1-1 1 0 0,0 0-1 0 0,0 0 0 0 0,-1 0 0 0 0,1 1 0 0 0,0-1 0 0 0,-1 0 0 0 0,1 1 0 0 0,0-1 0 0 0,-1 0 0 0 0,1 1 1 0 0,-1-1-1 0 0,1 1 0 0 0,-1-1 0 0 0,1 1 0 0 0,-1-1 0 0 0,2 2 0 0 0,-1 0 9 0 0,0 0 0 0 0,1 0-1 0 0,-1 1 1 0 0,0-1 0 0 0,0 0-1 0 0,0 1 1 0 0,-1-1 0 0 0,2 6 0 0 0,1 27 358 0 0,-2 0 1 0 0,-1 0 0 0 0,-7 56 0 0 0,3-50-144 0 0,-51 463 1207 0 0,40-327-1471 0 0,11-125-1060 0 0,5-33-269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94 173 580 0 0,'-87'-44'15551'0'0,"87"44"-15516"0"0,0 0-1 0 0,-1 0 1 0 0,1 0-1 0 0,0 0 0 0 0,0 0 1 0 0,-1 0-1 0 0,1-1 0 0 0,0 1 1 0 0,-1 0-1 0 0,1 0 0 0 0,0 0 1 0 0,0 0-1 0 0,-1-1 0 0 0,1 1 1 0 0,0 0-1 0 0,0 0 0 0 0,-1-1 1 0 0,1 1-1 0 0,0 0 0 0 0,0 0 1 0 0,0-1-1 0 0,-1 1 0 0 0,1 0 1 0 0,0-1-1 0 0,0 1 0 0 0,0 0 1 0 0,0-1-1 0 0,0 1 0 0 0,0 0 1 0 0,0-1-1 0 0,0 1 0 0 0,0 0 1 0 0,0 0-1 0 0,0-1 0 0 0,0 1 1 0 0,0 0-1 0 0,0-1 0 0 0,0 1 1 0 0,0 0-1 0 0,0-1 1 0 0,0 1-1 0 0,0 0 0 0 0,0-1 1 0 0,1 1-1 0 0,-1 0 0 0 0,0-1 1 0 0,0 1-1 0 0,0 0 0 0 0,0 0 1 0 0,1-1-1 0 0,-1 1 0 0 0,0 0 1 0 0,0 0-1 0 0,1 0 0 0 0,-1-1 1 0 0,0 1-1 0 0,0 0 0 0 0,1 0 1 0 0,-1 0-1 0 0,18-9 192 0 0,22-3-439 0 0,1 2 0 0 0,47-5 0 0 0,4-1-1769 0 0,68-21-5450 0 0,-106 22 1471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6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86 1540 0 0,'28'-85'14883'0'0,"-45"103"-12909"0"0,-1 9-1545 0 0,0 2 0 0 0,2 0 0 0 0,1 1 0 0 0,-10 32 0 0 0,6-8-414 0 0,-18 85 0 0 0,9 29-2167 0 0,27-147 1138 0 0,0-1 0 0 0,1 0 0 0 0,1 0 0 0 0,0 0 0 0 0,2 0 0 0 0,7 28 0 0 0,1-19-2634 0 0,2-3-1622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222 366 1724 0 0,'54'-92'16757'0'0,"-54"90"-16314"0"0,-4 28 983 0 0,-217 558 3103 0 0,209-555-4374 0 0,5-12 633 0 0,0 0 0 0 0,-14 21 0 0 0,20-37-493 0 0,0-5-246 0 0,1 0 1 0 0,-1 0-1 0 0,1-1 1 0 0,0 1-1 0 0,0 0 1 0 0,0 0 0 0 0,0-1-1 0 0,1 1 1 0 0,0 0-1 0 0,-1 0 1 0 0,4-8-1 0 0,-1-1-65 0 0,20-70-354 0 0,3 0 0 0 0,3 2-1 0 0,5 1 1 0 0,2 2 0 0 0,76-119 0 0 0,-82 149 261 0 0,3 3 0 0 0,1 1 0 0 0,3 1 0 0 0,52-47 0 0 0,-81 82 26 0 0,1 1 0 0 0,1 1 0 0 0,17-10 0 0 0,-26 15 75 0 0,1 1 0 0 0,0-1 0 0 0,-1 1 0 0 0,1 0 1 0 0,-1-1-1 0 0,1 1 0 0 0,0 0 0 0 0,-1 0 0 0 0,1 0 0 0 0,0 0 0 0 0,-1 0 0 0 0,1 1 1 0 0,0-1-1 0 0,-1 0 0 0 0,1 1 0 0 0,-1-1 0 0 0,1 1 0 0 0,0-1 0 0 0,-1 1 0 0 0,1 0 1 0 0,-1 0-1 0 0,0 0 0 0 0,1 0 0 0 0,-1 0 0 0 0,0 0 0 0 0,2 2 0 0 0,1 0 1 0 0,-1 1 0 0 0,0-1 0 0 0,0 1 0 0 0,0 0 0 0 0,0 0 0 0 0,-1 0 0 0 0,4 7 0 0 0,1 8 42 0 0,-1 1 0 0 0,-1 0 0 0 0,0 0 0 0 0,-2 0-1 0 0,0 0 1 0 0,0 30 0 0 0,-12 125 1200 0 0,-18 19-217 0 0,-3 30-586 0 0,30-224-435 0 0,0 4-78 0 0,-1 0 0 0 0,1 0-1 0 0,0 1 1 0 0,0-1 0 0 0,0 0-1 0 0,1 0 1 0 0,-1 0 0 0 0,1 0-1 0 0,2 7 1 0 0,-1-10-100 0 0,-1 0 1 0 0,0 0-1 0 0,1 0 0 0 0,-1-1 0 0 0,1 1 1 0 0,-1 0-1 0 0,1-1 0 0 0,-1 1 1 0 0,1-1-1 0 0,0 0 0 0 0,-1 1 0 0 0,1-1 1 0 0,0 0-1 0 0,-1 0 0 0 0,1 0 0 0 0,0 0 1 0 0,-1 0-1 0 0,1-1 0 0 0,-1 1 0 0 0,1 0 1 0 0,3-2-1 0 0,-2 2 18 0 0,10-3-1853 0 0,0-1-1 0 0,0 0 0 0 0,-1 0 1 0 0,0-1-1 0 0,23-13 1 0 0,-32 16 1435 0 0,26-14-7213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7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52 864 0 0,'-202'1'19161'0'0,"362"-11"-20036"0"0,5-13-5144 0 0,-94 12 1155 0 0,-16 3-999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7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1844 0 0,'11'-6'14016'0'0,"-4"4"-12122"0"0,1-1-1 0 0,-1 1 0 0 0,14-2 1 0 0,51-2-1707 0 0,-21 2-40 0 0,-8 0-998 0 0,56-7-2884 0 0,-34 1-5619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0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2820 0 0,'-171'47'12900'0'0,"151"-38"-11605"0"0,18-4-782 0 0,14-1-255 0 0,15-1-745 0 0,-1-2 1 0 0,1 0 0 0 0,33-5 0 0 0,-31 1-3310 0 0,36-10 0 0 0,-35 4-2049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10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40 948 0 0,'0'0'11460'0'0,"5"-8"-10465"0"0,-1 5-762 0 0,0 1 1 0 0,0 0-1 0 0,0 0 0 0 0,1 1 0 0 0,-1-1 0 0 0,0 1 1 0 0,1 0-1 0 0,-1 0 0 0 0,8-1 0 0 0,52-1 554 0 0,-43 2-751 0 0,179-1 245 0 0,32-2-88 0 0,-201 2 216 0 0,33 0 1966 0 0,-57 2-652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1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27 155 2212 0 0,'-23'-23'12564'0'0,"23"23"-12454"0"0,0-1 1 0 0,-1 1-1 0 0,1 0 1 0 0,0 0-1 0 0,0-1 1 0 0,0 1-1 0 0,-1 0 1 0 0,1 0-1 0 0,0-1 1 0 0,0 1-1 0 0,0 0 1 0 0,-1-1-1 0 0,1 1 0 0 0,0 0 1 0 0,0-1-1 0 0,0 1 1 0 0,0 0-1 0 0,0-1 1 0 0,0 1-1 0 0,0-1 1 0 0,0 1-1 0 0,0 0 1 0 0,0-1-1 0 0,0 1 1 0 0,0 0-1 0 0,0-1 0 0 0,0 1 1 0 0,0 0-1 0 0,0-1 1 0 0,1 0-1 0 0,9-7 1036 0 0,23-2-849 0 0,-30 10-146 0 0,473-84 766 0 0,-436 78-869 0 0,-8 1-1337 0 0,39-2-1 0 0,-68 7 389 0 0,-3 0 795 0 0,1 0 0 0 0,-1 0 1 0 0,0 0-1 0 0,0 0 0 0 0,1 0 0 0 0,2 6-2326 0 0,-3-6 2327 0 0,0 1-1 0 0,-1-1 0 0 0,1 0 0 0 0,0 0 1 0 0,0 1-1 0 0,0-1 0 0 0,0 0 0 0 0,0 1 1 0 0,0-1-1 0 0,0 0 0 0 0,0 0 0 0 0,-1 1 1 0 0,0 0-424 0 0,-6 9-3503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15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2 332 0 0,'-3'0'2962'0'0,"-31"-1"7564"0"0,28 1-10016 0 0,3-1 580 0 0,0 2-213 0 0,1-1-730 0 0,1 0 0 0 0,-1 0 0 0 0,0 1 0 0 0,0-1-1 0 0,0 1 1 0 0,1-1 0 0 0,-1 1 0 0 0,0 0 0 0 0,0-1-1 0 0,1 1 1 0 0,-1 0 0 0 0,1 0 0 0 0,-1 1 0 0 0,1-1-1 0 0,-1 0 1 0 0,1 0 0 0 0,-3 3 0 0 0,1 2 62 0 0,0-1 1 0 0,0 1-1 0 0,0 0 0 0 0,-2 9 1 0 0,4-13-146 0 0,-16 48 1220 0 0,-16 84 0 0 0,2 56-19 0 0,6-29-482 0 0,-33 138-583 0 0,57-289 517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16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73 1908 0 0,'-159'37'21701'0'0,"163"-36"-21585"0"0,0-1 0 0 0,1 0-1 0 0,-1 0 1 0 0,1 0-1 0 0,-1 0 1 0 0,7-2-1 0 0,6 0 51 0 0,160-14 465 0 0,192-12-116 0 0,80-1-183 0 0,-400 26-294 0 0,-14 2-55 0 0,0-2 0 0 0,42-10-1 0 0,-66 7-2113 0 0,-58 0-12682 0 0,24 4 8113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5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262 253 300 0 0,'17'-39'9700'0'0,"-41"118"-4893"0"0,4-7-3945 0 0,-101 274 1571 0 0,20-62-1640 0 0,89-253-82 0 0,11-29-123 0 0,8-20-491 0 0,136-340 123 0 0,-61 158-269 0 0,-30 75-121 0 0,89-154 1 0 0,-138 273 129 0 0,1 0 0 0 0,0 0 1 0 0,0 1-1 0 0,1-1 1 0 0,9-8-1 0 0,-13 13 38 0 0,0 1 0 0 0,0-1 1 0 0,-1 1-1 0 0,1 0 0 0 0,0-1 0 0 0,0 1 0 0 0,0 0 0 0 0,0-1 0 0 0,0 1 0 0 0,0 0 1 0 0,-1 0-1 0 0,1 0 0 0 0,0 0 0 0 0,0 0 0 0 0,0 0 0 0 0,0 0 0 0 0,0 0 0 0 0,0 0 1 0 0,0 0-1 0 0,0 1 0 0 0,0-1 0 0 0,-1 0 0 0 0,1 1 0 0 0,0-1 0 0 0,0 0 0 0 0,0 1 1 0 0,-1-1-1 0 0,1 1 0 0 0,0-1 0 0 0,0 1 0 0 0,-1 0 0 0 0,2 0 0 0 0,0 1 14 0 0,0 1 0 0 0,1-1-1 0 0,-1 1 1 0 0,0-1 0 0 0,0 1 0 0 0,0 0-1 0 0,1 4 1 0 0,2 6 117 0 0,-1 0-1 0 0,0-1 0 0 0,-1 2 1 0 0,0-1-1 0 0,0 19 0 0 0,0 70 591 0 0,-3-84-638 0 0,-8 223 623 0 0,2 82-310 0 0,12-242-1314 0 0,2-30-5178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62 166 1864 0 0,'-4'0'2646'0'0,"-39"-3"6139"0"0,40 3-7726 0 0,-3-2 281 0 0,1 0-265 0 0,10-3-450 0 0,19-6-398 0 0,43-13 1 0 0,-20 7-1046 0 0,52-27-2798 0 0,-36 11-1542 0 0,-18 8-695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5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24 656 0 0,'-7'-22'10050'0'0,"5"20"-9521"0"0,1 2-316 0 0,0 0 1 0 0,1 0-1 0 0,-1 0 1 0 0,0 0 0 0 0,1 1-1 0 0,-1-1 1 0 0,1 0-1 0 0,-1 0 1 0 0,0 1-1 0 0,1-1 1 0 0,-1 0 0 0 0,1 0-1 0 0,-1 1 1 0 0,-1 1 853 0 0,1-2-853 0 0,1 1 0 0 0,-1 0-1 0 0,1-1 1 0 0,0 1-1 0 0,-1 0 1 0 0,-5 8 487 0 0,1 1 0 0 0,0-1 0 0 0,-3 12 0 0 0,-18 52-458 0 0,3 2 0 0 0,-15 90 0 0 0,22-57-3956 0 0,5 0-3720 0 0,8-73 876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6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205 341 436 0 0,'17'-22'20399'0'0,"-19"32"-21163"0"0,-8 23 2530 0 0,-2-1 1 0 0,-24 49 0 0 0,1-7-830 0 0,-9 38-376 0 0,-28 66-52 0 0,67-166-459 0 0,0 0 68 0 0,6-21-110 0 0,53-142-555 0 0,-27 80 409 0 0,104-242-314 0 0,-89 228 60 0 0,85-125 1 0 0,-124 205 353 0 0,-2 4 26 0 0,-1 0 0 0 0,1 0 0 0 0,0-1 0 0 0,0 1 0 0 0,0 0 0 0 0,0 0 0 0 0,0 0 0 0 0,0 0 0 0 0,0 0 0 0 0,0 0 0 0 0,0 0 0 0 0,3-1 0 0 0,-3 1 19 0 0,1 1 1 0 0,-1-1-1 0 0,1 1 1 0 0,0-1 0 0 0,-1 1-1 0 0,1 0 1 0 0,-1-1-1 0 0,1 1 1 0 0,0 0-1 0 0,-1 0 1 0 0,1 0 0 0 0,0 0-1 0 0,-1 1 1 0 0,1-1-1 0 0,-1 0 1 0 0,1 1-1 0 0,0-1 1 0 0,-1 1 0 0 0,1-1-1 0 0,-1 1 1 0 0,1 0-1 0 0,-1 0 1 0 0,0-1-1 0 0,1 1 1 0 0,-1 0-1 0 0,0 0 1 0 0,1 1 0 0 0,-1-1-1 0 0,0 0 1 0 0,0 0-1 0 0,0 0 1 0 0,0 1-1 0 0,0-1 1 0 0,0 1 0 0 0,-1-1-1 0 0,1 0 1 0 0,0 3-1 0 0,1-2 22 0 0,6 15 180 0 0,0 0-1 0 0,-1 0 0 0 0,0 1 0 0 0,-2-1 1 0 0,0 1-1 0 0,4 29 0 0 0,4 114 1118 0 0,-13-155-1274 0 0,-14 393 734 0 0,11-364-1147 0 0,3-29-546 0 0,-3 16-1125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104 102 2032 0 0,'-63'-15'14196'0'0,"25"6"-8299"0"0,35 8-4835 0 0,6 0-1007 0 0,0 0 1 0 0,0 0-1 0 0,0 0 1 0 0,0 0-1 0 0,0 0 0 0 0,0 1 1 0 0,4-1-1 0 0,-6 1-27 0 0,230-37-2047 0 0,-154 24-2357 0 0,-1-1-3596 0 0,-50 9 1085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8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0 244 0 0,'0'0'9772'0'0,"6"9"-9768"0"0,37 2 99 0 0,-41-10-82 0 0,15 2 56 0 0,-2-2-32 0 0,-13-2-36 0 0,2 1 16 0 0,-1 0-10 0 0,104 0-632 0 0,-32 0-5015 0 0,-57 0 3970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8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22 2436 0 0,'-78'28'15796'0'0,"77"-27"-15288"0"0,0-1-466 0 0,1 0 0 0 0,-1 0-1 0 0,1 0 1 0 0,-1 0 0 0 0,1 1-1 0 0,-1-1 1 0 0,1 0 0 0 0,-1 0-1 0 0,1 0 1 0 0,0 0 0 0 0,-1 1-1 0 0,1-1 1 0 0,-1 0-1 0 0,1 1 1 0 0,0-1 0 0 0,-1 0-1 0 0,1 1 1 0 0,0-1 0 0 0,-1 0-1 0 0,1 1 1 0 0,-1 0 0 0 0,1-1-24 0 0,0 1 0 0 0,0-1 0 0 0,0 0 1 0 0,1 0-1 0 0,-1 1 0 0 0,0-1 0 0 0,0 0 0 0 0,0 1 1 0 0,0-1-1 0 0,0 0 0 0 0,0 0 0 0 0,0 1 1 0 0,1-1-1 0 0,-1 0 0 0 0,0 0 0 0 0,0 1 1 0 0,0-1-1 0 0,1 0 0 0 0,-1 0 0 0 0,0 0 0 0 0,0 1 1 0 0,1-1-1 0 0,-1 0 0 0 0,0 0 0 0 0,0 0 1 0 0,1 0-1 0 0,-1 0 0 0 0,0 1 0 0 0,1-1 0 0 0,-1 0 1 0 0,0 0-1 0 0,0 0 0 0 0,1 0 0 0 0,-1 0 1 0 0,0 0-1 0 0,1 0 0 0 0,-1 0 0 0 0,0 0 0 0 0,1 0 1 0 0,-1 0-1 0 0,0 0 0 0 0,0 0 0 0 0,1-1 1 0 0,-1 1-1 0 0,0 0 0 0 0,1 0 0 0 0,220-16 82 0 0,-140 8-715 0 0,30 0-855 0 0,42-4-2208 0 0,-53-2-4058 0 0,-82 9 3026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29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784 79 180 0 0,'22'-25'12191'0'0,"-21"23"-11756"0"0,0 1-1 0 0,0-1 1 0 0,0 1-1 0 0,0-1 1 0 0,-1 1-1 0 0,1-1 0 0 0,0 0 1 0 0,-1 1-1 0 0,1-1 1 0 0,-1 0-1 0 0,0 0 1 0 0,1 1-1 0 0,-1-1 1 0 0,0 0-1 0 0,0-2 1 0 0,-1 3-377 0 0,1-1 1 0 0,-1 1 0 0 0,0 0 0 0 0,0 0-1 0 0,1 0 1 0 0,-1 0 0 0 0,0 0-1 0 0,0 0 1 0 0,0 0 0 0 0,0 0 0 0 0,0 0-1 0 0,0 0 1 0 0,0 0 0 0 0,-1 1-1 0 0,1-1 1 0 0,0 0 0 0 0,0 1 0 0 0,-1-1-1 0 0,1 1 1 0 0,0 0 0 0 0,0-1-1 0 0,-1 1 1 0 0,1 0 0 0 0,-1 0-1 0 0,1-1 1 0 0,-2 1 0 0 0,-17-2-45 0 0,0 0 0 0 0,0 1 1 0 0,0 1-1 0 0,0 1 0 0 0,0 1 1 0 0,-20 4-1 0 0,25-2-44 0 0,-1-1 1 0 0,1 2-1 0 0,0 0 0 0 0,0 1 0 0 0,1 0 1 0 0,-1 1-1 0 0,1 1 0 0 0,-17 12 1 0 0,20-10 25 0 0,-1 1 0 0 0,2 0 1 0 0,-1 0-1 0 0,2 1 1 0 0,-1 1-1 0 0,2 0 1 0 0,0 0-1 0 0,0 0 0 0 0,1 1 1 0 0,1 0-1 0 0,0 1 1 0 0,1-1-1 0 0,1 1 1 0 0,-5 26-1 0 0,1 16 577 0 0,2 1 0 0 0,3 90 1 0 0,3-120-388 0 0,1 93 459 0 0,-25 604 2672 0 0,-9-323-2199 0 0,14-137-859 0 0,-5 33-282 0 0,-28 294 475 0 0,18-226-619 0 0,-32 282 422 0 0,38-435-54 0 0,20-166-112 0 0,4-30-52 0 0,1 1 0 0 0,-1 23 1 0 0,3-30 28 0 0,0 0 1 0 0,-1-1 0 0 0,-3 14 0 0 0,-1 3 172 0 0,-11 56 133 0 0,17-81-392 0 0,-1 2 63 0 0,0-1 0 0 0,1 0 1 0 0,0 1-1 0 0,-1-1 0 0 0,1 1 1 0 0,1-1-1 0 0,0 6 0 0 0,10-8 10 0 0,1 0 0 0 0,0-1 0 0 0,0-1 0 0 0,0 0-1 0 0,0-1 1 0 0,17-4 0 0 0,10 0 27 0 0,637-47-5306 0 0,-469 41 387 0 0,-127 5 1225 0 0,-30-1-2877 0 0,-20 1-1440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 1760 0 0,'-1'-21'13460'0'0,"-1"30"-12175"0"0,-1 17-706 0 0,-16 570 7965 0 0,9-472-4428 0 0,10-122-4212 0 0,-3 2 91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173 217 2504 0 0,'0'-47'12154'0'0,"0"45"-11528"0"0,0 2-575 0 0,0-1 0 0 0,0 1 0 0 0,0 0 0 0 0,0-1 0 0 0,0 1-1 0 0,0 0 1 0 0,0-1 0 0 0,0 1 0 0 0,-1 0 0 0 0,1 0 0 0 0,0-1 0 0 0,0 1 0 0 0,0 0 0 0 0,0-1 0 0 0,-1 1-1 0 0,1 0 1 0 0,0 0 0 0 0,0-1 0 0 0,-1 1 0 0 0,1 0 0 0 0,0 0 0 0 0,0 0 0 0 0,-1-1 0 0 0,1 1 0 0 0,-1 0 0 0 0,-8 8 197 0 0,1 1 1 0 0,0 0 0 0 0,0 0 0 0 0,1 1 0 0 0,0 0 0 0 0,0 0 0 0 0,-7 18-1 0 0,-32 83 856 0 0,43-104-1063 0 0,-9 24 107 0 0,2 0-1 0 0,1 1 0 0 0,-6 39 1 0 0,13-62-112 0 0,1 0 0 0 0,0 0 0 0 0,1 0-1 0 0,0 0 1 0 0,0 0 0 0 0,1 0 0 0 0,0 0 0 0 0,1 0 0 0 0,0 0 0 0 0,0-1-1 0 0,1 1 1 0 0,0 0 0 0 0,0-1 0 0 0,1 0 0 0 0,0 0 0 0 0,9 13 0 0 0,-9-17 12 0 0,0 0 1 0 0,0 0-1 0 0,0 0 1 0 0,0-1-1 0 0,1 0 1 0 0,-1 1-1 0 0,1-2 1 0 0,0 1-1 0 0,-1 0 1 0 0,1-1-1 0 0,1 0 1 0 0,-1 0-1 0 0,0-1 1 0 0,0 0-1 0 0,1 1 1 0 0,-1-2-1 0 0,0 1 1 0 0,1-1-1 0 0,-1 1 1 0 0,1-2-1 0 0,-1 1 1 0 0,1 0-1 0 0,-1-1 1 0 0,1 0-1 0 0,-1-1 1 0 0,6-1-1 0 0,2-1 178 0 0,-1-1-1 0 0,0 0 0 0 0,0-1 1 0 0,-1 0-1 0 0,1-1 0 0 0,-1 0 1 0 0,-1-1-1 0 0,1 0 0 0 0,16-18 1 0 0,-11 8-66 0 0,-2-1 0 0 0,0-1 0 0 0,-1 0 0 0 0,-1-1 0 0 0,-1 0 0 0 0,0-1 0 0 0,-2 0 0 0 0,-1-1 0 0 0,-1 0 0 0 0,0 0 0 0 0,-2-1 0 0 0,-1 0 0 0 0,-1 0 0 0 0,0-24 0 0 0,-3 32-129 0 0,0 1-1 0 0,-2-1 0 0 0,0 0 0 0 0,-1 1 1 0 0,0-1-1 0 0,-2 1 0 0 0,0 0 0 0 0,-9-21 1 0 0,9 25-81 0 0,-1 1 0 0 0,0-1 0 0 0,0 1 1 0 0,-1 0-1 0 0,0 1 0 0 0,0 0 0 0 0,-1 0 1 0 0,-1 1-1 0 0,1-1 0 0 0,-1 2 0 0 0,-19-13 1 0 0,23 17-390 0 0,0 1-1 0 0,0-1 1 0 0,0 1 0 0 0,-1 0 0 0 0,1 0-1 0 0,-1 1 1 0 0,-8-2 0 0 0,12 3 107 0 0,0 0-1 0 0,-1 0 1 0 0,1 0-1 0 0,-1 0 1 0 0,1 0-1 0 0,-1 1 1 0 0,1-1 0 0 0,0 1-1 0 0,-1-1 1 0 0,1 1-1 0 0,0 0 1 0 0,0 0-1 0 0,0 0 1 0 0,-1 0-1 0 0,1 0 1 0 0,0 1 0 0 0,0-1-1 0 0,0 1 1 0 0,1-1-1 0 0,-3 3 1 0 0,3-2-157 0 0,0-1 0 0 0,0 1 0 0 0,0 0 0 0 0,0 0 1 0 0,1 0-1 0 0,-1 1 0 0 0,0-1 0 0 0,1 0 0 0 0,0 0 0 0 0,-1 0 0 0 0,1 0 0 0 0,0 0 1 0 0,0 1-1 0 0,0-1 0 0 0,1 0 0 0 0,-1 0 0 0 0,1 4 0 0 0,2 6-4394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2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96 183 760 0 0,'5'-11'2018'0'0,"-1"0"-1"0"0,0-1 0 0 0,0 1 1 0 0,-2-1-1 0 0,1 0 1 0 0,-1 1-1 0 0,0-21 1 0 0,-2 32-2002 0 0,0-1 0 0 0,0 1 0 0 0,0 0 0 0 0,0 0 0 0 0,0 0-1 0 0,0-1 1 0 0,0 1 0 0 0,0 0 0 0 0,0 0 0 0 0,0-1 0 0 0,0 1 0 0 0,0 0 0 0 0,0 0 0 0 0,0-1 0 0 0,0 1 0 0 0,0 0 0 0 0,0 0 0 0 0,0 0 0 0 0,0-1 0 0 0,-1 1 0 0 0,1 0 0 0 0,0 0 0 0 0,0 0 0 0 0,0-1 0 0 0,0 1 0 0 0,0 0 0 0 0,-1 0 0 0 0,1 0 0 0 0,0 0 0 0 0,0-1 0 0 0,0 1 0 0 0,-1 0 0 0 0,1 0 0 0 0,0 0 0 0 0,0 0 0 0 0,-1 0 0 0 0,-7 5 149 0 0,-6 13-82 0 0,1 2 29 0 0,0 1 0 0 0,2 0 0 0 0,0 1 0 0 0,1 1 0 0 0,2-1-1 0 0,0 1 1 0 0,-5 25 0 0 0,11-34-74 0 0,-1-1 0 0 0,1 1 0 0 0,1 0 0 0 0,1 0 0 0 0,0 0 0 0 0,1 0-1 0 0,0 0 1 0 0,1 0 0 0 0,0-1 0 0 0,1 1 0 0 0,1-1 0 0 0,0 1 0 0 0,10 19-1 0 0,-10-25 3 0 0,0-1-1 0 0,1 0 1 0 0,0 0-1 0 0,1 0 1 0 0,-1 0 0 0 0,1-1-1 0 0,1 0 1 0 0,-1 0-1 0 0,1-1 1 0 0,0 0-1 0 0,0 0 1 0 0,0 0-1 0 0,1-1 1 0 0,0 0-1 0 0,0-1 1 0 0,0 1-1 0 0,0-2 1 0 0,0 1-1 0 0,1-1 1 0 0,-1 0-1 0 0,15 1 1 0 0,-12-3 85 0 0,1 0 1 0 0,-1 0 0 0 0,1-1-1 0 0,-1 0 1 0 0,1-1-1 0 0,-1 0 1 0 0,0-1 0 0 0,1-1-1 0 0,-2 1 1 0 0,1-2-1 0 0,0 0 1 0 0,-1 0 0 0 0,0 0-1 0 0,0-1 1 0 0,16-14-1 0 0,-14 9-34 0 0,-1 0 0 0 0,-1-1 0 0 0,0 0 0 0 0,-1 0 0 0 0,0-1 0 0 0,-1 0 0 0 0,0-1 0 0 0,-1 0 0 0 0,0 0 0 0 0,-2-1 0 0 0,1 0 0 0 0,-2 0 0 0 0,0 0 0 0 0,-1 0 0 0 0,0-1 0 0 0,-1 1-1 0 0,-1-1 1 0 0,-1-15 0 0 0,0 17-68 0 0,-2 1 0 0 0,1 0 1 0 0,-1 0-1 0 0,-1-1 0 0 0,-1 1 0 0 0,0 1 0 0 0,0-1 0 0 0,-1 1 0 0 0,-9-17 0 0 0,8 20-56 0 0,0 0-1 0 0,0 0 1 0 0,-1 1 0 0 0,0-1-1 0 0,-1 2 1 0 0,0-1 0 0 0,0 1-1 0 0,0 0 1 0 0,-1 1 0 0 0,0 0-1 0 0,0 0 1 0 0,-14-6 0 0 0,16 9-318 0 0,0 0 0 0 0,0 1 0 0 0,0 0 0 0 0,0 0 0 0 0,0 0 1 0 0,-1 1-1 0 0,1 0 0 0 0,0 0 0 0 0,-1 1 0 0 0,1 0 0 0 0,-1 1 0 0 0,1-1 0 0 0,0 1 1 0 0,-1 1-1 0 0,1-1 0 0 0,0 1 0 0 0,0 1 0 0 0,-8 2 0 0 0,13-3 31 0 0,0-1-1 0 0,0 1 0 0 0,0-1 1 0 0,0 1-1 0 0,0 0 1 0 0,0-1-1 0 0,1 1 1 0 0,-1 0-1 0 0,1 0 0 0 0,-1 1 1 0 0,1-1-1 0 0,-2 4 1 0 0,2-5-21 0 0,1 1 0 0 0,-1-1 0 0 0,1 0 0 0 0,0 0 0 0 0,-1 1 0 0 0,1-1 0 0 0,0 0 0 0 0,0 0 0 0 0,0 1 0 0 0,0-1 0 0 0,0 0 0 0 0,0 0 0 0 0,0 1 0 0 0,1-1 0 0 0,-1 0 0 0 0,0 0 0 0 0,2 3 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3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59 2356 0 0,'13'-47'15178'0'0,"-13"35"-11195"0"0,-42 266-2521 0 0,0 22-1049 0 0,35-222 316 0 0,7-51-750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98 3052 0 0,'1'-14'2546'0'0,"-1"10"-841"0"0,0 0 0 0 0,0 0 0 0 0,0 0 0 0 0,0 0 0 0 0,-1 0 1 0 0,-1-5-1 0 0,-2-1-637 0 0,2 11-970 0 0,0 0 0 0 0,0 0-1 0 0,0 1 1 0 0,0-1-1 0 0,1 0 1 0 0,-1 1-1 0 0,1-1 1 0 0,-3 4-1 0 0,-14 17 53 0 0,1 1 0 0 0,2 0 0 0 0,0 2 0 0 0,2-1 0 0 0,0 2 0 0 0,2 0 0 0 0,1 0 0 0 0,1 1 0 0 0,1 0 0 0 0,2 0-1 0 0,0 1 1 0 0,-2 40 0 0 0,8-55-126 0 0,0-1 0 0 0,1 0-1 0 0,0 1 1 0 0,1-1 0 0 0,0 0-1 0 0,1 0 1 0 0,0 0-1 0 0,1-1 1 0 0,1 1 0 0 0,10 19-1 0 0,-12-25 5 0 0,1-1-1 0 0,-1 0 0 0 0,1 0 1 0 0,1 0-1 0 0,-1 0 0 0 0,0-1 1 0 0,1 1-1 0 0,0-1 0 0 0,0-1 1 0 0,0 1-1 0 0,1-1 0 0 0,-1 1 1 0 0,1-2-1 0 0,0 1 0 0 0,0-1 1 0 0,0 1-1 0 0,0-2 0 0 0,0 1 1 0 0,0-1-1 0 0,0 0 0 0 0,1 0 1 0 0,10 0-1 0 0,-9-1 113 0 0,1-1-1 0 0,-1 0 1 0 0,1 0 0 0 0,-1-1 0 0 0,0 0-1 0 0,1 0 1 0 0,-1-1 0 0 0,0 0-1 0 0,0-1 1 0 0,13-7 0 0 0,-10 3-11 0 0,-1 1 1 0 0,1-2-1 0 0,-2 1 0 0 0,1-1 1 0 0,-1-1-1 0 0,12-15 0 0 0,-6 2-22 0 0,-1 1 0 0 0,-1-2 0 0 0,-1 1 0 0 0,-1-2 0 0 0,-1 0 0 0 0,9-35 0 0 0,-14 41-47 0 0,-1 1-1 0 0,-1 0 1 0 0,0-1-1 0 0,-2 0 1 0 0,0 1-1 0 0,-1-1 1 0 0,-5-34-1 0 0,4 44-89 0 0,-1 1 0 0 0,0 0 0 0 0,0 0 0 0 0,-1 0 0 0 0,0 1 0 0 0,0-1 0 0 0,-1 1 0 0 0,0 0 0 0 0,0-1 0 0 0,-1 2 0 0 0,1-1 0 0 0,-2 1 0 0 0,1-1 1 0 0,-1 1-1 0 0,0 1 0 0 0,0-1 0 0 0,-1 1 0 0 0,1 0 0 0 0,-1 1 0 0 0,-8-5 0 0 0,8 6-268 0 0,0 0 0 0 0,0 0 1 0 0,0 1-1 0 0,0 0 0 0 0,0 0 1 0 0,0 0-1 0 0,-1 1 0 0 0,1 0 1 0 0,0 1-1 0 0,-1 0 0 0 0,1 0 0 0 0,0 0 1 0 0,-11 3-1 0 0,14-2-97 0 0,0 0 0 0 0,0 1 1 0 0,0-1-1 0 0,0 1 0 0 0,0 0 0 0 0,0 0 0 0 0,1 0 0 0 0,-1 0 0 0 0,1 1 1 0 0,-6 4-1 0 0,7-4-278 0 0,-1 0 1 0 0,0 0-1 0 0,0 1 1 0 0,1 0-1 0 0,0-1 0 0 0,0 1 1 0 0,0 0-1 0 0,0 0 1 0 0,1 0-1 0 0,-1 0 1 0 0,-1 7-1 0 0,1 5-5697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5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176 164 36 0 0,'31'-45'14618'0'0,"-22"24"-10080"0"0,-11 22-4502 0 0,-1 1-1 0 0,1-1 1 0 0,-1 1-1 0 0,1 0 1 0 0,0 0-1 0 0,0 0 0 0 0,0 0 1 0 0,0 0-1 0 0,0 0 1 0 0,0 0-1 0 0,-2 6 1 0 0,0-4 10 0 0,-30 41 205 0 0,-46 77-1 0 0,69-102-213 0 0,0 1 0 0 0,1 0 0 0 0,2 1 0 0 0,0-1 0 0 0,1 2 0 0 0,-6 36 0 0 0,12-55-21 0 0,1 1 1 0 0,-1-1-1 0 0,1 0 1 0 0,0 1-1 0 0,0-1 1 0 0,1 1-1 0 0,-1-1 1 0 0,1 0-1 0 0,0 0 1 0 0,0 1-1 0 0,0-1 1 0 0,1 0-1 0 0,0 0 1 0 0,-1 0-1 0 0,1 0 1 0 0,1-1-1 0 0,4 8 1 0 0,-4-8 3 0 0,1 1 1 0 0,0-1 0 0 0,0 0-1 0 0,0-1 1 0 0,0 1 0 0 0,0-1-1 0 0,0 0 1 0 0,0 0 0 0 0,1 0-1 0 0,-1 0 1 0 0,1-1 0 0 0,0 0-1 0 0,-1 0 1 0 0,1 0 0 0 0,9 0-1 0 0,3-1 83 0 0,-1 0 0 0 0,0-2 0 0 0,0 0 0 0 0,0 0 0 0 0,-1-2 0 0 0,1 0 0 0 0,-1 0 0 0 0,0-2 0 0 0,0 0 0 0 0,0-1 0 0 0,-1 0 0 0 0,0-1 0 0 0,0 0 0 0 0,21-19 0 0 0,-12 8 135 0 0,0-1 0 0 0,-1-2 0 0 0,-1 0 0 0 0,-2-1 1 0 0,0-1-1 0 0,29-50 0 0 0,-41 62-80 0 0,-1 1 1 0 0,0-2-1 0 0,-1 1 0 0 0,-1-1 1 0 0,0 1-1 0 0,0-1 1 0 0,-1 0-1 0 0,-1-1 0 0 0,1-19 1 0 0,-3 26-152 0 0,0 1 0 0 0,0 0 0 0 0,-1 0-1 0 0,0 0 1 0 0,-1 0 0 0 0,1 0 0 0 0,-1 0 0 0 0,0 0 0 0 0,0 1 0 0 0,-1-1 0 0 0,0 1 0 0 0,0-1 0 0 0,0 1 0 0 0,-1 0-1 0 0,1 0 1 0 0,-1 0 0 0 0,0 1 0 0 0,-1-1 0 0 0,1 1 0 0 0,-1 0 0 0 0,0 1 0 0 0,-9-7 0 0 0,4 5-258 0 0,0 0 0 0 0,0 1 1 0 0,0 0-1 0 0,-1 0 1 0 0,1 1-1 0 0,-1 0 0 0 0,0 1 1 0 0,-15-1-1 0 0,20 2-208 0 0,1 1 1 0 0,-1 0-1 0 0,1 0 0 0 0,-1 0 0 0 0,1 1 1 0 0,-1-1-1 0 0,1 1 0 0 0,-1 1 0 0 0,1-1 1 0 0,0 1-1 0 0,-1 0 0 0 0,1 0 1 0 0,0 1-1 0 0,0-1 0 0 0,0 1 0 0 0,1 0 1 0 0,-1 0-1 0 0,-6 6 0 0 0,1 10-5896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2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161 270 40 0 0,'1'-25'8326'0'0,"0"19"-7050"0"0,-1 1-1 0 0,1 0 1 0 0,-1 0 0 0 0,-1-1-1 0 0,1 1 1 0 0,-2-5 0 0 0,0-5 1240 0 0,-2 2-496 0 0,4 13-2010 0 0,-1 0 0 0 0,1-1 1 0 0,-1 1-1 0 0,1 0 0 0 0,-1 0 0 0 0,1 0 0 0 0,-1 0 1 0 0,1 0-1 0 0,-1 0 0 0 0,1 0 0 0 0,-1 0 1 0 0,1 0-1 0 0,-1 0 0 0 0,1 0 0 0 0,-1 0 0 0 0,1 0 1 0 0,-1 0-1 0 0,1 0 0 0 0,-1 1 0 0 0,1-1 0 0 0,-1 0 1 0 0,1 0-1 0 0,0 1 0 0 0,-1-1 0 0 0,1 0 1 0 0,-1 0-1 0 0,1 1 0 0 0,-5 3 24 0 0,0 0 1 0 0,1 1-1 0 0,0-1 1 0 0,0 1-1 0 0,0 0 0 0 0,1 0 1 0 0,0 0-1 0 0,0 1 0 0 0,0-1 1 0 0,-2 7-1 0 0,-1 0-21 0 0,-13 25 83 0 0,1 1 0 0 0,-18 61 0 0 0,31-82-86 0 0,0 1 0 0 0,2 0 1 0 0,0-1-1 0 0,1 1 0 0 0,1 0 0 0 0,0 0 0 0 0,2 0 1 0 0,3 28-1 0 0,-3-41-6 0 0,1 0 1 0 0,-1 1 0 0 0,1-1-1 0 0,-1 0 1 0 0,1 0-1 0 0,1 0 1 0 0,-1 0-1 0 0,1-1 1 0 0,0 1 0 0 0,0-1-1 0 0,0 1 1 0 0,1-1-1 0 0,-1 0 1 0 0,1 0 0 0 0,7 5-1 0 0,-4-5 72 0 0,-1 0 0 0 0,1 0-1 0 0,0-1 1 0 0,0 1 0 0 0,0-2-1 0 0,0 1 1 0 0,0-1 0 0 0,1 0-1 0 0,-1-1 1 0 0,10 1 0 0 0,-2-1 148 0 0,1 0-1 0 0,-1-2 1 0 0,0 0 0 0 0,1 0 0 0 0,-1-2 0 0 0,0 0-1 0 0,0 0 1 0 0,0-2 0 0 0,-1 0 0 0 0,24-11-1 0 0,-14 2 42 0 0,-1-2-1 0 0,-1 0 1 0 0,0-1-1 0 0,-2-1 1 0 0,0-2-1 0 0,-1 1 1 0 0,0-2-1 0 0,-2-1 1 0 0,-1 0-1 0 0,0-1 1 0 0,-2 0-1 0 0,-1-2 1 0 0,-1 1-1 0 0,0-2 1 0 0,11-42-1 0 0,-20 59-266 0 0,0-1 1 0 0,-1 0-1 0 0,-1 0 0 0 0,0 0 0 0 0,0-1 0 0 0,-1 1 0 0 0,0 0 1 0 0,-1 0-1 0 0,0 0 0 0 0,0 0 0 0 0,-1 0 0 0 0,-1 0 1 0 0,0 0-1 0 0,0 1 0 0 0,-1-1 0 0 0,0 1 0 0 0,0 0 1 0 0,-1 0-1 0 0,0 0 0 0 0,-1 1 0 0 0,0-1 0 0 0,0 2 1 0 0,-1-1-1 0 0,0 1 0 0 0,0 0 0 0 0,-1 0 0 0 0,0 0 1 0 0,0 1-1 0 0,-1 1 0 0 0,1 0 0 0 0,-1 0 0 0 0,0 0 1 0 0,-12-3-1 0 0,9 3-522 0 0,-1 1 0 0 0,0 0 0 0 0,-1 1 0 0 0,1 1 0 0 0,0 0 0 0 0,-1 1 1 0 0,0 0-1 0 0,1 1 0 0 0,-1 0 0 0 0,1 1 0 0 0,-1 1 0 0 0,-22 6 0 0 0,16-2-1365 0 0,1 1 1 0 0,0 0-1 0 0,0 2 0 0 0,1 0 0 0 0,0 2 0 0 0,0 0 0 0 0,-27 23 0 0 0,23-16-4212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3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218 191 688 0 0,'4'-32'11020'0'0,"-3"17"-7696"0"0,-1 12-2406 0 0,-1-7 1317 0 0,1 2-1356 0 0,-4 16-987 0 0,-15 32 712 0 0,-54 127 875 0 0,59-127-1301 0 0,1-1 1 0 0,-11 56 0 0 0,22-84-102 0 0,1-1 0 0 0,0 1 0 0 0,0-1 0 0 0,1 1 0 0 0,0-1 1 0 0,3 18-1 0 0,-2-26-21 0 0,-1 1-1 0 0,1 0 1 0 0,-1-1 0 0 0,1 1-1 0 0,0-1 1 0 0,0 1 0 0 0,0-1-1 0 0,1 0 1 0 0,-1 1 0 0 0,1-1 0 0 0,-1 0-1 0 0,1 0 1 0 0,0 0 0 0 0,-1 0-1 0 0,1 0 1 0 0,0 0 0 0 0,0 0 0 0 0,1-1-1 0 0,-1 1 1 0 0,0-1 0 0 0,0 0-1 0 0,1 1 1 0 0,-1-1 0 0 0,1 0 0 0 0,-1 0-1 0 0,1-1 1 0 0,-1 1 0 0 0,1 0-1 0 0,0-1 1 0 0,-1 0 0 0 0,4 1 0 0 0,8-2 72 0 0,1 0 0 0 0,-1 0 0 0 0,0-1 0 0 0,0-1 0 0 0,1 0 0 0 0,-2-1 0 0 0,1-1 1 0 0,0 0-1 0 0,15-8 0 0 0,1-3 131 0 0,0-2 1 0 0,47-36-1 0 0,-61 42-101 0 0,-1-1 0 0 0,-1 0-1 0 0,-1-1 1 0 0,0-1 0 0 0,0 0 0 0 0,-1-1 0 0 0,-1 0 0 0 0,-1 0-1 0 0,-1-1 1 0 0,10-24 0 0 0,-15 32-137 0 0,-1 0 1 0 0,0 0-1 0 0,-1 0 0 0 0,0-1 1 0 0,-1 1-1 0 0,0-1 0 0 0,0 1 1 0 0,-1-1-1 0 0,0 1 0 0 0,0-1 1 0 0,-2 1-1 0 0,1-1 0 0 0,-1 1 1 0 0,0 0-1 0 0,-1 0 0 0 0,0-1 1 0 0,0 2-1 0 0,-1-1 1 0 0,0 0-1 0 0,-1 1 0 0 0,0 0 1 0 0,-11-14-1 0 0,7 11-223 0 0,-1 1-1 0 0,0 0 1 0 0,-1 0 0 0 0,0 1-1 0 0,0 1 1 0 0,-1 0 0 0 0,0 0-1 0 0,-1 1 1 0 0,0 1 0 0 0,0 0-1 0 0,0 1 1 0 0,-1 0 0 0 0,1 1 0 0 0,-1 1-1 0 0,0 0 1 0 0,-29-2 0 0 0,21 4-928 0 0,-1 1 1 0 0,1 1-1 0 0,0 0 1 0 0,-25 6-1 0 0,22-2-1295 0 0,0 2 0 0 0,1 0 0 0 0,-31 14 1 0 0,18-4-4570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5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36 2036 0 0,'-21'-35'25321'0'0,"19"34"-25058"0"0,-2 11 1007 0 0,2 26-2384 0 0,2-30 1614 0 0,-4 82-139 0 0,-25 136-1 0 0,6-64-449 0 0,19-123-329 0 0,-9 100-3579 0 0,13-114-509 0 0,4 44 0 0 0,-1-52-721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87 1552 0 0,'13'-32'19680'0'0,"-10"27"-18937"0"0,22-2-510 0 0,1 1 1 0 0,50-6-1 0 0,57 4 61 0 0,-107 7-206 0 0,69-3 56 0 0,268-8 172 0 0,-360 12-351 0 0,-1 0 19 0 0,0 0-1 0 0,0 0 1 0 0,0 0-1 0 0,0 1 1 0 0,0-1 0 0 0,-1 0-1 0 0,1 1 1 0 0,0 0-1 0 0,0-1 1 0 0,0 1 0 0 0,-1 0-1 0 0,1 0 1 0 0,0 0-1 0 0,-1 0 1 0 0,1 0 0 0 0,-1 0-1 0 0,1 0 1 0 0,-1 1-1 0 0,1-1 1 0 0,-1 1-1 0 0,0-1 1 0 0,0 1 0 0 0,0-1-1 0 0,0 1 1 0 0,0 0-1 0 0,0-1 1 0 0,0 1 0 0 0,0 0-1 0 0,-1 0 1 0 0,2 3-1 0 0,1 7-27 0 0,1 1 1 0 0,-2 0-1 0 0,3 18 0 0 0,-4-20 141 0 0,35 369 1110 0 0,-19-183-1098 0 0,23 455-26 0 0,-68 209-257 0 0,-21-107 699 0 0,56-54 313 0 0,-2-632-560 0 0,20 656 3965 0 0,-64-248-1480 0 0,27-425-2763 0 0,9-43 0 0 0,-1 6 0 0 0,-1-2 0 0 0,-3-2 0 0 0,-4-2 0 0 0,4-5 2 0 0,0-1 0 0 0,0 0 0 0 0,0-1 0 0 0,0 0 1 0 0,-1 0-1 0 0,1-1 0 0 0,-15-1 0 0 0,-65-11-24 0 0,42 5-50 0 0,-287-44-4590 0 0,109 15 946 0 0,75 16 939 0 0,77 11 1167 0 0,-35-2-1352 0 0,-12 0-3305 0 0,23 5-2025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8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1 252 0 0,'0'0'1300'0'0,"15"2"-580"0"0,2-1-296 0 0,4 1-292 0 0,-6 0-300 0 0,0-1-680 0 0,2 1 268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8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12 164 0 0,'0'0'2240'0'0,"-7"-5"-1820"0"0,-5 3-548 0 0,-10-3-1316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3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 0 0,'0'0'2392'0'0,"13"3"-2680"0"0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1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376 144 1820 0 0,'0'-3'1483'0'0,"-1"-7"-488"0"0,0 1 0 0 0,1-1 1 0 0,0 1-1 0 0,0-1 0 0 0,1 0 0 0 0,3-14 0 0 0,-3 21-897 0 0,0-1-1 0 0,0 1 1 0 0,0 0-1 0 0,1 0 1 0 0,-1 1-1 0 0,1-1 1 0 0,-1 0-1 0 0,1 0 1 0 0,0 1-1 0 0,0-1 1 0 0,0 1 0 0 0,1 0-1 0 0,-1-1 1 0 0,0 1-1 0 0,1 0 1 0 0,-1 0-1 0 0,1 1 1 0 0,0-1-1 0 0,0 0 1 0 0,0 1-1 0 0,0 0 1 0 0,0 0-1 0 0,0 0 1 0 0,4-1-1 0 0,-1 1-28 0 0,0 0-1 0 0,-1 1 0 0 0,1-1 1 0 0,0 1-1 0 0,-1 1 0 0 0,1-1 1 0 0,-1 1-1 0 0,1 0 0 0 0,-1 0 1 0 0,1 1-1 0 0,-1 0 0 0 0,1-1 1 0 0,-1 2-1 0 0,0-1 1 0 0,0 1-1 0 0,0 0 0 0 0,0 0 1 0 0,-1 0-1 0 0,1 0 0 0 0,-1 1 1 0 0,0 0-1 0 0,0 0 0 0 0,6 7 1 0 0,-5-4-32 0 0,1 0 1 0 0,-1 1-1 0 0,0 0 1 0 0,-1 0-1 0 0,0 0 1 0 0,0 0-1 0 0,-1 0 1 0 0,0 1-1 0 0,0 0 1 0 0,-1-1-1 0 0,0 1 1 0 0,-1 0-1 0 0,0 0 1 0 0,0 11-1 0 0,-3 1 7 0 0,-1 0 1 0 0,0 0-1 0 0,-2 0 0 0 0,-1 0 0 0 0,0 0 1 0 0,-1-1-1 0 0,-2 0 0 0 0,-20 36 0 0 0,0-9 28 0 0,-1-2 0 0 0,-48 54-1 0 0,59-77 16 0 0,0-1-1 0 0,-1 0 0 0 0,-1-2 0 0 0,-1 0 0 0 0,0-2 0 0 0,-2 0 1 0 0,0-2-1 0 0,-40 19 0 0 0,60-32-49 0 0,-1 0 0 0 0,0 0 1 0 0,1-1-1 0 0,-1 1 0 0 0,0-1 1 0 0,0-1-1 0 0,0 1 0 0 0,0-1 1 0 0,0 0-1 0 0,0 0 0 0 0,0 0 0 0 0,0-1 1 0 0,0 1-1 0 0,0-1 0 0 0,0-1 1 0 0,0 1-1 0 0,1-1 0 0 0,-1 1 0 0 0,0-1 1 0 0,-7-5-1 0 0,6 3-24 0 0,2 0-1 0 0,-1 0 1 0 0,0-1 0 0 0,1 1-1 0 0,0-1 1 0 0,0 0 0 0 0,0 0 0 0 0,0 0-1 0 0,1 0 1 0 0,0-1 0 0 0,0 0-1 0 0,1 1 1 0 0,0-1 0 0 0,-1 0-1 0 0,2 0 1 0 0,-2-8 0 0 0,1 3-5 0 0,1 0 1 0 0,0 0-1 0 0,1 0 1 0 0,0 0-1 0 0,1 0 1 0 0,0 0-1 0 0,1 0 1 0 0,0 0-1 0 0,1 1 1 0 0,0-1 0 0 0,1 1-1 0 0,0 0 1 0 0,0-1-1 0 0,11-15 1 0 0,-13 21 32 0 0,1 1 1 0 0,1-1 0 0 0,-1 1 0 0 0,0 0-1 0 0,1 0 1 0 0,0 0 0 0 0,0 0-1 0 0,0 1 1 0 0,1-1 0 0 0,-1 1 0 0 0,1 0-1 0 0,0 0 1 0 0,-1 1 0 0 0,1-1 0 0 0,0 1-1 0 0,1 1 1 0 0,-1-1 0 0 0,0 0-1 0 0,1 1 1 0 0,-1 0 0 0 0,0 1 0 0 0,1-1-1 0 0,-1 1 1 0 0,1 0 0 0 0,-1 0-1 0 0,1 1 1 0 0,-1-1 0 0 0,1 1 0 0 0,-1 0-1 0 0,11 4 1 0 0,-9-1-3 0 0,1-1 0 0 0,-1 1 1 0 0,0 0-1 0 0,0 1 0 0 0,-1-1 0 0 0,1 1 0 0 0,-1 1 1 0 0,0-1-1 0 0,0 1 0 0 0,-1 0 0 0 0,8 11 0 0 0,5 10-309 0 0,23 47 0 0 0,-14-24-1179 0 0,-12-25-462 0 0,18 22 0 0 0,5-5-3959 0 0,-20-25 766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1 891 1648 0 0,'6'-34'14233'0'0,"-2"47"-13372"0"0,-2-4-642 0 0,1 0 1 0 0,0 0 0 0 0,0-1 0 0 0,1 0 0 0 0,0 1-1 0 0,7 9 1 0 0,-8-14-184 0 0,0-1 0 0 0,0 1 0 0 0,0 0 1 0 0,0-1-1 0 0,1 0 0 0 0,-1 0 0 0 0,1 0 0 0 0,0 0 0 0 0,0-1 0 0 0,0 1 0 0 0,0-1 0 0 0,0 0 0 0 0,8 2 0 0 0,-8-3-18 0 0,0-1-1 0 0,0 1 1 0 0,0-1-1 0 0,-1 0 1 0 0,1-1-1 0 0,0 1 1 0 0,0-1-1 0 0,0 1 1 0 0,0-1-1 0 0,-1 0 1 0 0,7-3-1 0 0,0 0 21 0 0,0-1 1 0 0,17-10-1 0 0,-8 1-37 0 0,0-1 0 0 0,0-2 0 0 0,-2 1-1 0 0,0-2 1 0 0,-1 0 0 0 0,-1-1 0 0 0,-1-1 0 0 0,0 0 0 0 0,-2-1 0 0 0,0-1 0 0 0,16-43 0 0 0,-7 6-4 0 0,-2 0 0 0 0,-3-2 1 0 0,11-89-1 0 0,-8-13 1 0 0,-17 131-1 0 0,-2 1 1 0 0,-1-1-1 0 0,-6-36 0 0 0,6 66-3 0 0,1 0 1 0 0,-1 0-1 0 0,1-1 0 0 0,-1 1 1 0 0,0 0-1 0 0,0 0 0 0 0,0 0 0 0 0,0 0 1 0 0,0 1-1 0 0,0-1 0 0 0,0 0 1 0 0,-1 0-1 0 0,1 1 0 0 0,-1-1 0 0 0,-1-2 1 0 0,-2 5-36 0 0,-1 4 31 0 0,1 0 1 0 0,0 0-1 0 0,0 1 0 0 0,0-1 1 0 0,1 1-1 0 0,0 0 1 0 0,0 1-1 0 0,1-1 0 0 0,-6 13 1 0 0,-21 67 28 0 0,12-24 105 0 0,4 1-1 0 0,2 0 0 0 0,2 0 1 0 0,4 1-1 0 0,1 73 0 0 0,6-115-87 0 0,1 0-1 0 0,5 23 1 0 0,-7-39-270 0 0,2-1 0 0 0,-1 1 1 0 0,1-1-1 0 0,0 0 1 0 0,0 0-1 0 0,0 0 0 0 0,0 0 1 0 0,1 0-1 0 0,0 0 0 0 0,0-1 1 0 0,1 1-1 0 0,-1-1 0 0 0,1 0 1 0 0,4 4-1 0 0,-6-7-339 0 0,1 0 0 0 0,0 1-1 0 0,-1-1 1 0 0,1 0 0 0 0,0 0 0 0 0,-1-1-1 0 0,1 1 1 0 0,0 0 0 0 0,0-1 0 0 0,0 0-1 0 0,-1 0 1 0 0,1 0 0 0 0,0 0 0 0 0,4-1-1 0 0,-7 1 534 0 0,16-2-5147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2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113 131 1888 0 0,'-15'-90'10969'0'0,"15"89"-10860"0"0,0 0 0 0 0,0-1 0 0 0,0 1 0 0 0,0-1 0 0 0,0 1 0 0 0,0-1 0 0 0,0 1 0 0 0,0-1 0 0 0,1 1-1 0 0,-1-1 1 0 0,0 1 0 0 0,1 0 0 0 0,-1-1 0 0 0,1 1 0 0 0,0 0 0 0 0,-1-1 0 0 0,1 1 0 0 0,0 0 0 0 0,0 0 0 0 0,0 0 0 0 0,0 0 0 0 0,0 0-1 0 0,0 0 1 0 0,0 0 0 0 0,0 0 0 0 0,0 0 0 0 0,0 0 0 0 0,1 0 0 0 0,-1 1 0 0 0,0-1 0 0 0,1 0 0 0 0,-1 1 0 0 0,0-1 0 0 0,1 1 0 0 0,-1 0-1 0 0,1-1 1 0 0,-1 1 0 0 0,1 0 0 0 0,2 0 0 0 0,0 0 25 0 0,1-1 0 0 0,-1 1 0 0 0,1 0 0 0 0,-1 1 0 0 0,1-1 0 0 0,-1 1 0 0 0,1 0 0 0 0,-1 0 0 0 0,0 0 0 0 0,1 1 0 0 0,-1 0 0 0 0,4 2 0 0 0,-6-3-56 0 0,0 1 0 0 0,0-1 0 0 0,0 1-1 0 0,-1-1 1 0 0,1 1 0 0 0,-1 0-1 0 0,1 0 1 0 0,-1-1 0 0 0,0 1 0 0 0,1 0-1 0 0,-1 0 1 0 0,0 1 0 0 0,-1-1 0 0 0,1 0-1 0 0,0 0 1 0 0,0 0 0 0 0,-1 1-1 0 0,0-1 1 0 0,1 0 0 0 0,-1 0 0 0 0,0 1-1 0 0,0-1 1 0 0,0 0 0 0 0,0 1 0 0 0,-1-1-1 0 0,1 0 1 0 0,0 1 0 0 0,-1-1-1 0 0,0 0 1 0 0,0 2 0 0 0,-4 9 169 0 0,0-1 0 0 0,0-1 1 0 0,-1 1-1 0 0,-9 10 0 0 0,11-15-134 0 0,-78 113 810 0 0,-4 4-716 0 0,85-123-206 0 0,1-1 0 0 0,-1 1 0 0 0,1-1 1 0 0,0 1-1 0 0,-1-1 0 0 0,1 1 0 0 0,-1-1 1 0 0,1 1-1 0 0,0-1 0 0 0,0 1 0 0 0,-1 0 0 0 0,1-1 1 0 0,0 1-1 0 0,0-1 0 0 0,0 1 0 0 0,0 0 0 0 0,0-1 1 0 0,-1 1-1 0 0,1 0 0 0 0,0-1 0 0 0,1 1 1 0 0,-1-1-1 0 0,0 1 0 0 0,0 0 0 0 0,0-1 0 0 0,0 1 1 0 0,0 0-1 0 0,1-1 0 0 0,-1 1 0 0 0,0-1 1 0 0,0 1-1 0 0,1-1 0 0 0,-1 1 0 0 0,0-1 0 0 0,1 1 1 0 0,-1-1-1 0 0,1 1 0 0 0,-1-1 0 0 0,1 1 0 0 0,-1-1 1 0 0,1 1-1 0 0,-1-1 0 0 0,1 0 0 0 0,-1 1 1 0 0,1-1-1 0 0,-1 0 0 0 0,1 0 0 0 0,0 1 0 0 0,-1-1 1 0 0,1 0-1 0 0,0 0 0 0 0,3 1-11 0 0,0-1 0 0 0,0 1 0 0 0,0-1 0 0 0,0 0 0 0 0,7-1 0 0 0,127-23-3244 0 0,0 1-2849 0 0,-56 15-200 0 0,-38 4 519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2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0 956 0 0,'-84'52'8398'0'0,"-47"32"4199"0"0,129-82-12271 0 0,2 0 66 0 0,0-2-381 0 0,0 1-1 0 0,0-1 1 0 0,0 0-1 0 0,0 0 0 0 0,0 1 1 0 0,0-1-1 0 0,0 0 0 0 0,0 0 1 0 0,-1 1-1 0 0,1-1 0 0 0,0 0 1 0 0,0 0-1 0 0,1 1 0 0 0,-1-1 1 0 0,0 0-1 0 0,0 0 0 0 0,0 1 1 0 0,0-1-1 0 0,0 0 1 0 0,0 0-1 0 0,0 1 0 0 0,0-1 1 0 0,0 0-1 0 0,1 0 0 0 0,-1 1 1 0 0,0-1-1 0 0,0 0 0 0 0,0 0 1 0 0,0 0-1 0 0,1 1 0 0 0,-1-1 1 0 0,0 0-1 0 0,1 0 0 0 0,16 2 86 0 0,0-2 0 0 0,1 0-1 0 0,-1-1 1 0 0,0 0 0 0 0,30-8-1 0 0,-5 2-501 0 0,-2 2-771 0 0,36-5-3098 0 0,-30 5-5133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3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1844 0 0,'-94'68'13553'0'0,"88"-64"-12976"0"0,-15 12 1358 0 0,20-10-1100 0 0,14-3-391 0 0,14-4-304 0 0,1-2 0 0 0,49-10 0 0 0,56-23-4630 0 0,-71 14-2130 0 0,-29 9 526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64 892 0 0,'19'-63'24389'0'0,"-15"160"-20643"0"0,0 42-2730 0 0,-16-21-1004 0 0,-6-1 0 0 0,-33 120-1 0 0,43-198-1830 0 0,1-2-5387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 5172 0 0,'3'0'304'0'0,"20"-1"9136"0"0,-12 6-4664 0 0,-10 3-5300 0 0,-5 6 719 0 0,-1 0 1 0 0,-1 0 0 0 0,0 0-1 0 0,-1-1 1 0 0,-14 21-1 0 0,-53 63-207 0 0,48-64-315 0 0,18-23 85 0 0,-62 78-3042 0 0,20-31-3360 0 0,18-21-784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360 152 776 0 0,'8'-14'2535'0'0,"-1"-1"0"0"0,-1 0-1 0 0,0-1 1 0 0,6-30 0 0 0,-11 44-2337 0 0,0 0 1 0 0,-1 0 0 0 0,1-1-1 0 0,-1 1 1 0 0,0 0-1 0 0,0 0 1 0 0,0 0-1 0 0,0 0 1 0 0,0 0-1 0 0,0 0 1 0 0,0 0 0 0 0,-1-1-1 0 0,1 1 1 0 0,-1 0-1 0 0,1 0 1 0 0,-1 0-1 0 0,0 0 1 0 0,0 0-1 0 0,0 1 1 0 0,-1-4 0 0 0,0 6-172 0 0,1-1 0 0 0,0 1 0 0 0,-1 0 1 0 0,1-1-1 0 0,0 1 0 0 0,0 0 1 0 0,0 0-1 0 0,0-1 0 0 0,-1 1 0 0 0,1 0 1 0 0,-1 2-1 0 0,2-2 2 0 0,-12 10 38 0 0,2 1 0 0 0,0 1 1 0 0,0 0-1 0 0,-13 25 0 0 0,9-15-21 0 0,-157 272 252 0 0,146-245-269 0 0,2 1 0 0 0,3 2 0 0 0,2 0 0 0 0,-12 60 0 0 0,26-95-22 0 0,1 0-1 0 0,1 1 1 0 0,0-1 0 0 0,2 1-1 0 0,3 33 1 0 0,-3-47 0 0 0,1 0 0 0 0,0-1 1 0 0,0 1-1 0 0,0 0 0 0 0,0 0 1 0 0,1-1-1 0 0,0 1 0 0 0,0-1 0 0 0,0 1 1 0 0,1-1-1 0 0,0 0 0 0 0,-1 0 1 0 0,1 0-1 0 0,1 0 0 0 0,-1 0 1 0 0,0-1-1 0 0,1 0 0 0 0,0 1 0 0 0,0-1 1 0 0,0-1-1 0 0,0 1 0 0 0,0 0 1 0 0,1-1-1 0 0,-1 0 0 0 0,1 0 0 0 0,7 2 1 0 0,-6-3 4 0 0,1 0 1 0 0,0 0 0 0 0,-1 0 0 0 0,1-1-1 0 0,0 0 1 0 0,0 0 0 0 0,-1-1 0 0 0,1 0-1 0 0,0 0 1 0 0,-1 0 0 0 0,1-1 0 0 0,-1 0-1 0 0,0 0 1 0 0,1-1 0 0 0,-1 0 0 0 0,0 0-1 0 0,-1 0 1 0 0,1-1 0 0 0,0 0-1 0 0,-1 0 1 0 0,0 0 0 0 0,8-9 0 0 0,-8 7 56 0 0,0 0 1 0 0,0 0 0 0 0,-1 0 0 0 0,0 0 0 0 0,0-1 0 0 0,0 0-1 0 0,-1 0 1 0 0,0 0 0 0 0,-1 0 0 0 0,1 0 0 0 0,-2-1 0 0 0,1 1-1 0 0,-1-1 1 0 0,0 1 0 0 0,0-1 0 0 0,-1 0 0 0 0,0 1 0 0 0,0-1-1 0 0,-3-14 1 0 0,1 14 11 0 0,0 0 0 0 0,0 1 0 0 0,-1-1-1 0 0,0 1 1 0 0,0-1 0 0 0,0 1 0 0 0,-1 0-1 0 0,-1 0 1 0 0,1 1 0 0 0,-11-12 0 0 0,11 14-73 0 0,0 0 0 0 0,0 1 1 0 0,0 0-1 0 0,0 0 0 0 0,-1 0 0 0 0,0 0 1 0 0,1 1-1 0 0,-1-1 0 0 0,0 1 0 0 0,0 1 0 0 0,0-1 1 0 0,0 1-1 0 0,-1-1 0 0 0,1 2 0 0 0,0-1 1 0 0,-9 0-1 0 0,11 1-88 0 0,0 0 0 0 0,0 1 1 0 0,0-1-1 0 0,0 0 0 0 0,0 1 0 0 0,0 0 0 0 0,1 0 1 0 0,-1 0-1 0 0,0 0 0 0 0,1 0 0 0 0,-1 0 1 0 0,0 1-1 0 0,1-1 0 0 0,0 1 0 0 0,-1 0 0 0 0,1-1 1 0 0,0 1-1 0 0,0 0 0 0 0,0 0 0 0 0,0 1 0 0 0,0-1 1 0 0,0 0-1 0 0,1 1 0 0 0,-1-1 0 0 0,1 1 1 0 0,-2 3-1 0 0,2-4-171 0 0,1 1 1 0 0,-1-1-1 0 0,0 0 1 0 0,1 1-1 0 0,0-1 1 0 0,-1 0 0 0 0,1 1-1 0 0,0-1 1 0 0,0 0-1 0 0,1 1 1 0 0,-1-1-1 0 0,0 1 1 0 0,1-1-1 0 0,0 0 1 0 0,-1 0 0 0 0,1 1-1 0 0,0-1 1 0 0,0 0-1 0 0,0 0 1 0 0,0 0-1 0 0,1 0 1 0 0,-1 0-1 0 0,0 0 1 0 0,1 0-1 0 0,-1 0 1 0 0,1-1 0 0 0,0 1-1 0 0,0-1 1 0 0,0 1-1 0 0,3 1 1 0 0,22 10-4839 0 0,-12-9 744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5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0 159 712 0 0,'71'-44'12617'0'0,"-69"44"-12539"0"0,-1 0 1 0 0,0 0-1 0 0,0 0 1 0 0,0 0-1 0 0,0 0 1 0 0,1 1 0 0 0,-1-1-1 0 0,0 0 1 0 0,0 0-1 0 0,0 1 1 0 0,0-1-1 0 0,0 1 1 0 0,0-1 0 0 0,0 1-1 0 0,0 0 1 0 0,0-1-1 0 0,0 1 1 0 0,0 0 0 0 0,0 0-1 0 0,0-1 1 0 0,-1 1-1 0 0,1 0 1 0 0,0 0-1 0 0,-1 0 1 0 0,1 0 0 0 0,0 0-1 0 0,-1 0 1 0 0,1 0-1 0 0,-1 0 1 0 0,0 0-1 0 0,1 0 1 0 0,-1 1 0 0 0,0-1-1 0 0,1 2 1 0 0,3 30 556 0 0,-1 0 0 0 0,-1 0-1 0 0,-2 0 1 0 0,-8 59 0 0 0,8-90-350 0 0,2 5 585 0 0,11-39-735 0 0,1 1 0 0 0,26-42 1 0 0,-34 63-162 0 0,1 1 1 0 0,0 0 0 0 0,0 0-1 0 0,0 0 1 0 0,1 1 0 0 0,1 0 0 0 0,-1 1-1 0 0,1 0 1 0 0,0 0 0 0 0,1 1-1 0 0,14-8 1 0 0,-21 13 18 0 0,0 0 0 0 0,0 0 0 0 0,0 0 1 0 0,1 0-1 0 0,-1 0 0 0 0,0 0 0 0 0,1 1 0 0 0,-1 0 1 0 0,1 0-1 0 0,-1 0 0 0 0,0 0 0 0 0,1 0 0 0 0,-1 1 1 0 0,1-1-1 0 0,-1 1 0 0 0,0 0 0 0 0,4 2 0 0 0,-2-1 6 0 0,0 1-1 0 0,-1-1 1 0 0,0 1-1 0 0,0 0 0 0 0,0 1 1 0 0,0-1-1 0 0,0 1 1 0 0,-1-1-1 0 0,1 1 0 0 0,3 7 1 0 0,0-1 12 0 0,-1 1 1 0 0,0 0-1 0 0,-1 0 1 0 0,0 1-1 0 0,-1 0 1 0 0,0 0-1 0 0,-1 0 1 0 0,3 21-1 0 0,-5-17 10 0 0,-1 1 1 0 0,-3 25-1 0 0,0 9 721 0 0,4-68-748 0 0,1 0-1 0 0,1 0 1 0 0,0 0 0 0 0,1 1-1 0 0,1-1 1 0 0,0 1-1 0 0,1 0 1 0 0,12-23-1 0 0,0 7-56 0 0,1 0 0 0 0,45-55 0 0 0,-52 71 33 0 0,2 2-1 0 0,18-16 1 0 0,-26 24 9 0 0,1 1 0 0 0,-1 1 0 0 0,1-1 0 0 0,0 1 0 0 0,0 0 0 0 0,0 1 0 0 0,16-6 0 0 0,-18 8-5 0 0,-2 1 26 0 0,1 0 0 0 0,-1-1 0 0 0,0 1-1 0 0,0 1 1 0 0,0-1 0 0 0,1 0 0 0 0,-1 1 0 0 0,0 0-1 0 0,0-1 1 0 0,0 1 0 0 0,0 0 0 0 0,5 3-1 0 0,-6-2 5 0 0,0-1 0 0 0,0 0 0 0 0,0 1 0 0 0,-1-1 0 0 0,1 1 0 0 0,-1 0-1 0 0,0-1 1 0 0,1 1 0 0 0,-1 0 0 0 0,0 0 0 0 0,0 0 0 0 0,0 0-1 0 0,0 0 1 0 0,1 3 0 0 0,-1 3 17 0 0,1 0-1 0 0,-1 1 1 0 0,-1-1 0 0 0,1 0-1 0 0,-1 1 1 0 0,-1-1 0 0 0,-1 9-1 0 0,1 0 10 0 0,-1 10-406 0 0,0-12-627 0 0,1 0 0 0 0,1 20 0 0 0,1-31-78 0 0,-1 0 1 0 0,1 0-1 0 0,0 1 1 0 0,0-1-1 0 0,1 0 1 0 0,-1 0 0 0 0,3 5-1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5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5 199 2700 0 0,'-1'-12'1433'0'0,"-1"-6"908"0"0,1 0 1 0 0,0 0 0 0 0,4-30 0 0 0,-2 44-2183 0 0,0-1 0 0 0,0 0 0 0 0,0 1 0 0 0,1-1 0 0 0,-1 1 0 0 0,1 0 0 0 0,0 0-1 0 0,0-1 1 0 0,1 1 0 0 0,-1 1 0 0 0,1-1 0 0 0,0 0 0 0 0,0 0 0 0 0,0 1 0 0 0,1 0 0 0 0,-1 0 0 0 0,1 0 0 0 0,6-5 0 0 0,-8 7-143 0 0,0 0 0 0 0,0 1 0 0 0,0-1 0 0 0,0 0-1 0 0,0 1 1 0 0,1-1 0 0 0,-1 1 0 0 0,0 0 0 0 0,0 0 0 0 0,0 0 0 0 0,0 0-1 0 0,1 0 1 0 0,-1 0 0 0 0,0 0 0 0 0,0 1 0 0 0,0-1 0 0 0,0 1 0 0 0,4 1-1 0 0,24 15 74 0 0,-28-16-43 0 0,0 1 1 0 0,0 0 0 0 0,-1 0 0 0 0,1 0 0 0 0,0 0 0 0 0,-1 0 0 0 0,0 0 0 0 0,1 0 0 0 0,-1 0 0 0 0,0 0 0 0 0,0 1 0 0 0,0-1 0 0 0,-1 0 0 0 0,1 1 0 0 0,0-1 0 0 0,-1 1-1 0 0,0-1 1 0 0,1 1 0 0 0,-1-1 0 0 0,0 1 0 0 0,0-1 0 0 0,0 1 0 0 0,-1-1 0 0 0,1 1 0 0 0,-1-1 0 0 0,-1 5 0 0 0,-2 5 321 0 0,0 0 1 0 0,-1 0 0 0 0,-11 20 0 0 0,12-25-276 0 0,-57 98 1318 0 0,60-104-1342 0 0,0 2 14 0 0,1-3-79 0 0,-1 0-1 0 0,1 0 1 0 0,0 1-1 0 0,0-1 0 0 0,0 0 1 0 0,0 0-1 0 0,0 0 1 0 0,0 0-1 0 0,0 0 0 0 0,-1 1 1 0 0,1-1-1 0 0,0 0 1 0 0,0 0-1 0 0,0 0 0 0 0,0 0 1 0 0,0 1-1 0 0,0-1 1 0 0,0 0-1 0 0,0 0 1 0 0,0 0-1 0 0,0 1 0 0 0,0-1 1 0 0,0 0-1 0 0,0 0 1 0 0,0 0-1 0 0,0 1 0 0 0,0-1 1 0 0,0 0-1 0 0,0 0 1 0 0,0 0-1 0 0,0 0 0 0 0,0 1 1 0 0,1-1-1 0 0,-1 0 1 0 0,0 0-1 0 0,0 0 0 0 0,0 0 1 0 0,0 1-1 0 0,0-1 1 0 0,0 0-1 0 0,1 0 1 0 0,-1 0-1 0 0,0 0 0 0 0,0 0 1 0 0,0 0-1 0 0,1 1 1 0 0,14-2-110 0 0,0 0 0 0 0,0-1 1 0 0,0-1-1 0 0,0 0 0 0 0,29-11 1 0 0,-2 2-1070 0 0,73-16-3792 0 0,-37 12-1607 0 0,-36 7 859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 1928 0 0,'-167'73'18165'0'0,"149"-62"-17033"0"0,18-11-1122 0 0,0 1 0 0 0,0-1 0 0 0,0 0 1 0 0,0 0-1 0 0,0 0 0 0 0,0 0 0 0 0,-1 0 0 0 0,1 1 0 0 0,0-1 0 0 0,0 0 1 0 0,0 0-1 0 0,0 0 0 0 0,1 0 0 0 0,-1 0 0 0 0,0 1 0 0 0,0-1 0 0 0,0 0 0 0 0,0 0 1 0 0,0 0-1 0 0,0 0 0 0 0,0 0 0 0 0,0 1 0 0 0,0-1 0 0 0,0 0 0 0 0,0 0 0 0 0,0 0 1 0 0,0 0-1 0 0,1 0 0 0 0,-1 0 0 0 0,0 1 0 0 0,0-1 0 0 0,0 0 0 0 0,0 0 1 0 0,0 0-1 0 0,0 0 0 0 0,1 0 0 0 0,-1 0 0 0 0,0 0 0 0 0,0 0 0 0 0,0 0 0 0 0,0 0 1 0 0,0 0-1 0 0,1 0 0 0 0,-1 0 0 0 0,0 0 0 0 0,0 0 0 0 0,0 0 0 0 0,0 0 0 0 0,0 0 1 0 0,1 0-1 0 0,30 1 187 0 0,-29-1-177 0 0,184-11-1596 0 0,-126 6-2474 0 0,-1-1-4016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5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49 1888 0 0,'-48'25'6523'0'0,"31"-15"-2222"0"0,-38 15 1393 0 0,58-22-5089 0 0,-3-3-594 0 0,0 0-1 0 0,0 1 1 0 0,0-1-1 0 0,0 0 1 0 0,0 0-1 0 0,0 1 1 0 0,0-1-1 0 0,0 0 1 0 0,0 0-1 0 0,1 0 1 0 0,-1 1-1 0 0,0-1 1 0 0,0 0-1 0 0,0 0 1 0 0,0 0 0 0 0,1 1-1 0 0,-1-1 1 0 0,0 0-1 0 0,0 0 1 0 0,0 0-1 0 0,0 0 1 0 0,1 0-1 0 0,-1 1 1 0 0,0-1-1 0 0,0 0 1 0 0,1 0-1 0 0,-1 0 1 0 0,0 0-1 0 0,0 0 1 0 0,0 0 0 0 0,1 0-1 0 0,-1 0 1 0 0,0 0-1 0 0,0 0 1 0 0,1 0-1 0 0,-1 0 1 0 0,0 0-1 0 0,0 0 1 0 0,1 0-1 0 0,-1 0 1 0 0,0 0-1 0 0,0 0 1 0 0,1 0-1 0 0,257-50-427 0 0,-172 26-3274 0 0,-2-4-3459 0 0,-47 13 1338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6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75 420 0 0,'0'-10'4063'0'0,"1"1"0"0"0,1-1 0 0 0,3-12 1 0 0,0-2 3289 0 0,-5 57-3272 0 0,-17 96-3977 0 0,-64 284 448 0 0,67-358-415 0 0,-14 60 551 0 0,28-114-638 0 0,-5 18-2024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6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0 2932 0 0,'2'1'10192'0'0,"13"0"-5589"0"0,-12 14-2053 0 0,-4-6-2269 0 0,0-1 0 0 0,-1 1 0 0 0,0 0 0 0 0,0 0 0 0 0,-1-1 0 0 0,0 1 0 0 0,-1-1 0 0 0,-8 15 0 0 0,-44 63-146 0 0,50-77-167 0 0,-65 89-3014 0 0,19-37-5480 0 0,25-34-407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29 220 2188 0 0,'-5'-9'1712'0'0,"1"0"0"0"0,0 1 1 0 0,-4-12-1 0 0,6 14-1208 0 0,1 1 0 0 0,-1-1 0 0 0,1 1 1 0 0,1-1-1 0 0,-1 1 0 0 0,1-7 0 0 0,0 7-396 0 0,1 1 1 0 0,0 0-1 0 0,0-1 0 0 0,0 1 0 0 0,0 0 0 0 0,0 0 0 0 0,1 0 0 0 0,0 0 1 0 0,0 0-1 0 0,0 0 0 0 0,0 1 0 0 0,1-1 0 0 0,-1 0 0 0 0,1 1 0 0 0,0 0 1 0 0,0 0-1 0 0,0 0 0 0 0,1 0 0 0 0,-1 0 0 0 0,4-2 0 0 0,4-1-39 0 0,0-1-1 0 0,1 1 1 0 0,-1 1-1 0 0,1 0 0 0 0,0 1 1 0 0,0 0-1 0 0,0 1 1 0 0,1 0-1 0 0,-1 1 0 0 0,1 0 1 0 0,23 0-1 0 0,-28 2-55 0 0,0 0 0 0 0,0 1 0 0 0,0 0 0 0 0,0 0 0 0 0,0 1 0 0 0,0 0 0 0 0,-1 0-1 0 0,1 1 1 0 0,-1 0 0 0 0,1 0 0 0 0,-1 1 0 0 0,0 0 0 0 0,0 0 0 0 0,-1 0 0 0 0,1 1 0 0 0,-1 0-1 0 0,0 0 1 0 0,0 1 0 0 0,9 11 0 0 0,-12-12 3 0 0,-1 0 0 0 0,0 0-1 0 0,1 0 1 0 0,-1 0 0 0 0,-1 0 0 0 0,1 1-1 0 0,-1-1 1 0 0,0 0 0 0 0,0 1-1 0 0,-1-1 1 0 0,1 1 0 0 0,-1-1 0 0 0,-1 1-1 0 0,1-1 1 0 0,-1 0 0 0 0,0 1 0 0 0,0-1-1 0 0,0 1 1 0 0,-4 8 0 0 0,-4 9 27 0 0,-1 0 0 0 0,-1-1 1 0 0,-15 23-1 0 0,15-28 0 0 0,-23 44 2257 0 0,33-60-2033 0 0,2 0-255 0 0,1 0 0 0 0,-1 0 0 0 0,1-1 0 0 0,-1 1 0 0 0,1 0 0 0 0,0-1 0 0 0,-1 1 0 0 0,1-1 0 0 0,-1 0 0 0 0,1 1 1 0 0,2-1-1 0 0,7 3 3 0 0,1 1-23 0 0,0 1 0 0 0,0 0 0 0 0,-1 1 0 0 0,0 1 0 0 0,0 0 0 0 0,0 0 0 0 0,-1 1 0 0 0,0 0 0 0 0,-1 1 0 0 0,0 0 0 0 0,0 0 0 0 0,8 12 0 0 0,-13-16 94 0 0,-1 1 0 0 0,0-1 0 0 0,1 1 0 0 0,-2-1 0 0 0,1 1 0 0 0,-1 0 0 0 0,1 0 0 0 0,-2 1 0 0 0,1-1 0 0 0,-1 0 0 0 0,0 0 0 0 0,0 1 0 0 0,-1-1 0 0 0,1 1 0 0 0,-1-1 0 0 0,-1 0 0 0 0,1 1 0 0 0,-1-1 0 0 0,-1 0 0 0 0,1 1 0 0 0,-1-1 0 0 0,0 0 1 0 0,0 0-1 0 0,-1 0 0 0 0,0 0 0 0 0,-4 7 0 0 0,1-5 115 0 0,1 1 1 0 0,-1-2-1 0 0,-1 1 1 0 0,1-1-1 0 0,-1 0 1 0 0,-1 0-1 0 0,1-1 1 0 0,-1 0 0 0 0,0 0-1 0 0,0-1 1 0 0,-1 0-1 0 0,0 0 1 0 0,1-1-1 0 0,-2 0 1 0 0,1-1-1 0 0,0 0 1 0 0,-1 0-1 0 0,1-1 1 0 0,-1-1 0 0 0,0 1-1 0 0,0-1 1 0 0,0-1-1 0 0,1 0 1 0 0,-1 0-1 0 0,0-1 1 0 0,0 0-1 0 0,0-1 1 0 0,1 0-1 0 0,-1-1 1 0 0,-12-4 0 0 0,7 0-949 0 0,0 0 1 0 0,1-1 0 0 0,-25-19 0 0 0,38 27 629 0 0,1 0 1 0 0,-1-1 0 0 0,1 1-1 0 0,0 0 1 0 0,-1-1 0 0 0,1 1 0 0 0,0-1-1 0 0,0 1 1 0 0,-1 0 0 0 0,1-1-1 0 0,0 1 1 0 0,0-1 0 0 0,-1 1-1 0 0,1-1 1 0 0,0 1 0 0 0,0-1 0 0 0,0 1-1 0 0,0-1 1 0 0,0 1 0 0 0,0-1-1 0 0,0 1 1 0 0,0-1 0 0 0,0 1 0 0 0,0 0-1 0 0,0-1 1 0 0,0 1 0 0 0,0-1-1 0 0,0 1 1 0 0,0-1 0 0 0,1 1-1 0 0,-1-1 1 0 0,0 1 0 0 0,0-1 0 0 0,0 1-1 0 0,1-1 1 0 0,0 0 0 0 0,11-12-2487 0 0,13-1-1927 0 0,-10 7 421 0 0,2-3-2598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8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44 848 0 0,'39'-39'13150'0'0,"-36"38"-12378"0"0,-2 0-748 0 0,-1 1 0 0 0,0 0 0 0 0,0 0 0 0 0,0 0-1 0 0,0-1 1 0 0,1 1 0 0 0,-1 0 0 0 0,0 0 0 0 0,0 0-1 0 0,0 0 1 0 0,1-1 0 0 0,-1 1 0 0 0,0 0 0 0 0,0 0-1 0 0,1 0 1 0 0,-1 0 0 0 0,0 0 0 0 0,0 0 0 0 0,1 0-1 0 0,-1 0 1 0 0,0 0 0 0 0,0 0 0 0 0,1 0 0 0 0,-1 0-1 0 0,0 0 1 0 0,0 0 0 0 0,1 0 0 0 0,-1 0 0 0 0,0 0-1 0 0,0 0 1 0 0,1 0 0 0 0,-1 0 0 0 0,0 0 0 0 0,1 1-1 0 0,2 2 86 0 0,1 2 1 0 0,0-1-1 0 0,-1 0 0 0 0,0 1 0 0 0,0-1 0 0 0,-1 1 0 0 0,1 0 0 0 0,-1 0 0 0 0,0 0 0 0 0,2 8 0 0 0,14 61 763 0 0,-13-48-721 0 0,0 7 365 0 0,-2 0 0 0 0,-1 1 0 0 0,-2-1 0 0 0,-1 1 0 0 0,-10 50 1778 0 0,11-84-2254 0 0,0-15 274 0 0,3-22-274 0 0,3 19-40 0 0,1 1 0 0 0,0-1 0 0 0,2 1 0 0 0,0 0 0 0 0,0 1-1 0 0,2 0 1 0 0,0 1 0 0 0,0 0 0 0 0,26-25 0 0 0,-29 34-15 0 0,-1-1-1 0 0,1 1 1 0 0,0 0 0 0 0,1 1-1 0 0,0 0 1 0 0,-1 1 0 0 0,1-1-1 0 0,19-5 1 0 0,-21 9 3 0 0,0-1-1 0 0,0 1 1 0 0,1 1 0 0 0,-1-1 0 0 0,0 1 0 0 0,0 0-1 0 0,0 1 1 0 0,0 0 0 0 0,0 0 0 0 0,0 0 0 0 0,0 1-1 0 0,0 0 1 0 0,11 5 0 0 0,-12-4 24 0 0,0 0 0 0 0,0 1 0 0 0,0 0 0 0 0,-1 0 0 0 0,1 1 0 0 0,-1-1 0 0 0,0 1 0 0 0,0 0 0 0 0,0 1 0 0 0,-1-1 0 0 0,0 1 0 0 0,0 0 0 0 0,0 0 0 0 0,-1 0 0 0 0,0 0 0 0 0,0 1 0 0 0,-1-1 0 0 0,0 1 0 0 0,2 8 0 0 0,2 11-747 0 0,-2 0 0 0 0,-1 0 0 0 0,-1 50 0 0 0,0-55-770 0 0,0-9-1672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8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0 202 1236 0 0,'3'-16'2105'0'0,"-1"-5"66"0"0,1 1 0 0 0,2-1 0 0 0,8-26-1 0 0,-11 42-2038 0 0,0 0-1 0 0,0 1 1 0 0,0 0-1 0 0,0-1 0 0 0,1 1 1 0 0,-1 0-1 0 0,1 0 0 0 0,0 1 1 0 0,0-1-1 0 0,1 0 1 0 0,-1 1-1 0 0,1 0 0 0 0,0 0 1 0 0,0 0-1 0 0,0 0 0 0 0,0 1 1 0 0,0-1-1 0 0,0 1 1 0 0,9-3-1 0 0,-10 4-73 0 0,0 1 0 0 0,-1-1 1 0 0,1 0-1 0 0,-1 1 0 0 0,1 0 0 0 0,0 0 0 0 0,-1 0 0 0 0,1 0 1 0 0,-1 0-1 0 0,1 0 0 0 0,0 1 0 0 0,-1-1 0 0 0,1 1 0 0 0,-1 0 1 0 0,1 0-1 0 0,-1 0 0 0 0,1 0 0 0 0,-1 0 0 0 0,0 0 0 0 0,1 0 1 0 0,-1 1-1 0 0,0 0 0 0 0,0-1 0 0 0,0 1 0 0 0,0 0 0 0 0,0 0 1 0 0,-1 0-1 0 0,1 0 0 0 0,0 0 0 0 0,-1 0 0 0 0,0 0 0 0 0,1 1 1 0 0,-1-1-1 0 0,0 1 0 0 0,0-1 0 0 0,0 1 0 0 0,-1-1 0 0 0,1 1 1 0 0,-1-1-1 0 0,1 1 0 0 0,-1 0 0 0 0,0-1 0 0 0,0 1 0 0 0,0-1 1 0 0,0 1-1 0 0,0 0 0 0 0,-1-1 0 0 0,0 4 0 0 0,-4 7 324 0 0,0 0 1 0 0,0 0-1 0 0,-2-1 0 0 0,1 1 0 0 0,-1-1 1 0 0,-17 20-1 0 0,12-15 314 0 0,-18 32-1 0 0,29-48-534 0 0,23-3-581 0 0,-1 0 0 0 0,0-1 0 0 0,23-7 0 0 0,38-5-3023 0 0,31 7-4477 0 0,-67 7 1637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 1028 0 0,'-95'46'14554'0'0,"42"-20"-9032"0"0,53-26-5500 0 0,0 0 0 0 0,0 0 0 0 0,-1 0 0 0 0,1 0 0 0 0,0 0 0 0 0,0 0 0 0 0,-1 0 0 0 0,1 0 0 0 0,0 0 0 0 0,0 0 1 0 0,-1 1-1 0 0,1-1 0 0 0,0 0 0 0 0,0 0 0 0 0,-1 0 0 0 0,1 0 0 0 0,0 1 0 0 0,0-1 0 0 0,0 0 0 0 0,0 0 0 0 0,-1 0 0 0 0,1 1 0 0 0,0-1 0 0 0,0 0 0 0 0,0 0 0 0 0,0 1 0 0 0,0-1 0 0 0,0 0 0 0 0,0 0 1 0 0,0 1-1 0 0,-1-1 0 0 0,1 0 0 0 0,0 0 0 0 0,0 1 0 0 0,0-1 0 0 0,0 0 0 0 0,0 0 0 0 0,0 1 0 0 0,0-1 0 0 0,1 0 0 0 0,-1 1 0 0 0,0-1 3 0 0,1 1-1 0 0,0-1 1 0 0,0 0 0 0 0,0 1-1 0 0,0-1 1 0 0,0 0-1 0 0,-1 0 1 0 0,1 1 0 0 0,0-1-1 0 0,0 0 1 0 0,0 0 0 0 0,0 0-1 0 0,0 0 1 0 0,0 0-1 0 0,1 0 1 0 0,97-9 277 0 0,19 0-2043 0 0,-77 7-2847 0 0,-1 1-3329 0 0,-26 1 1841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8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22 3120 0 0,'-22'10'2545'0'0,"0"-1"1683"0"0,1 2 0 0 0,-34 20 521 0 0,55-30-4701 0 0,0-1 0 0 0,1 1 0 0 0,-1-1 0 0 0,0 1 0 0 0,0-1 0 0 0,1 0 0 0 0,-1 1 0 0 0,0-1 0 0 0,1 1 0 0 0,-1-1 0 0 0,1 0 0 0 0,-1 1 0 0 0,1-1 0 0 0,-1 0 0 0 0,0 0 0 0 0,1 1 0 0 0,-1-1 0 0 0,1 0 0 0 0,-1 0 0 0 0,1 0 0 0 0,-1 0 0 0 0,1 0 0 0 0,0 1-1 0 0,-1-1 1 0 0,1 0 0 0 0,-1 0 0 0 0,1 0 0 0 0,16 0 192 0 0,-16 0-208 0 0,48 1-39 0 0,-1-3 0 0 0,1-2 0 0 0,60-12 1 0 0,56-24-6413 0 0,-118 27 1784 0 0,0-4-2365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49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138 105 2864 0 0,'14'-14'5609'0'0,"0"0"0"0"0,0-1 0 0 0,13-21 1259 0 0,-15 18-703 0 0,-8 12-6122 0 0,1 4-43 0 0,-4 14 0 0 0,0 40 0 0 0,-2-1 0 0 0,-16 103 0 0 0,-37 98 0 0 0,23-136-1784 0 0,-20 57-5399 0 0,-17 59-3550 0 0,60-204 70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1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5 772 1604 0 0,'-1'-14'5978'0'0,"-3"-1"-1454"0"0,10 29-2293 0 0,6 19-1751 0 0,-9-27-422 0 0,0 1-1 0 0,1-1 0 0 0,0 0 0 0 0,0 0 0 0 0,1-1 1 0 0,-1 1-1 0 0,7 5 0 0 0,-8-9-32 0 0,0 0-1 0 0,-1 0 1 0 0,1 0-1 0 0,0 0 1 0 0,0-1 0 0 0,0 1-1 0 0,0-1 1 0 0,1 0-1 0 0,-1 0 1 0 0,0 0-1 0 0,0-1 1 0 0,1 1 0 0 0,-1-1-1 0 0,0 1 1 0 0,1-1-1 0 0,5-1 1 0 0,0 0-8 0 0,-1-1 1 0 0,1 0-1 0 0,-1-1 1 0 0,0 0-1 0 0,0 0 1 0 0,0 0-1 0 0,0-1 1 0 0,0-1-1 0 0,-1 1 1 0 0,0-1 0 0 0,9-7-1 0 0,5-8 32 0 0,39-41-1 0 0,-31 25-19 0 0,-1-1 0 0 0,-1-1 0 0 0,-3-1 0 0 0,-1-2 0 0 0,27-65 0 0 0,-24 37-5 0 0,-2-2 0 0 0,23-122-1 0 0,-45 181 42 0 0,2-7 30 0 0,-1-1 0 0 0,1-21 1 0 0,-4 41-97 0 0,1-1 1 0 0,-1 1 0 0 0,0-1-1 0 0,0 1 1 0 0,0 0 0 0 0,0-1-1 0 0,0 1 1 0 0,0 0 0 0 0,0-1-1 0 0,0 1 1 0 0,-1-1 0 0 0,1 1-1 0 0,0 0 1 0 0,0-1 0 0 0,0 1-1 0 0,0 0 1 0 0,0-1 0 0 0,-1 1-1 0 0,1 0 1 0 0,0-1 0 0 0,0 1-1 0 0,0 0 1 0 0,-1-1 0 0 0,1 1 0 0 0,0 0-1 0 0,0 0 1 0 0,-1-1 0 0 0,1 1-1 0 0,0 0 1 0 0,-1 0 0 0 0,1-1-1 0 0,-12 6-20 0 0,-7 15-9 0 0,-6 16 28 0 0,1 2 0 0 0,2 1 0 0 0,2 0 0 0 0,-16 46 0 0 0,-50 165-43 0 0,75-206 48 0 0,1 0-1 0 0,3 0 1 0 0,-3 86 0 0 0,10-114 35 0 0,0 1 1 0 0,2 0-1 0 0,0-1 1 0 0,0 1 0 0 0,2-1-1 0 0,0 0 1 0 0,12 29 0 0 0,-14-38-159 0 0,2-1 1 0 0,-1 0-1 0 0,1 0 0 0 0,0-1 1 0 0,0 1-1 0 0,0-1 1 0 0,1 0-1 0 0,0 0 1 0 0,0 0-1 0 0,0 0 1 0 0,1-1-1 0 0,-1 0 1 0 0,1 0-1 0 0,0-1 0 0 0,0 0 1 0 0,1 0-1 0 0,-1 0 1 0 0,0 0-1 0 0,1-1 1 0 0,0-1-1 0 0,9 3 1 0 0,-4-3-999 0 0,-1 0 0 0 0,1-1 0 0 0,-1 0 0 0 0,1-1 0 0 0,19-3 0 0 0,3-4-3939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87 2960 0 0,'-11'-22'10125'0'0,"-5"-9"-1979"0"0,51 29-7892 0 0,119-16-2101 0 0,-104 12-2116 0 0,-1-1-3535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1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1 892 0 0,'-178'149'18494'0'0,"176"-148"-18240"0"0,3 1 73 0 0,-1-1-314 0 0,0-1 0 0 0,0 0 0 0 0,0 1 0 0 0,0-1 0 0 0,0 1 1 0 0,0-1-1 0 0,0 0 0 0 0,0 1 0 0 0,1-1 0 0 0,-1 0 0 0 0,0 1 0 0 0,0-1 0 0 0,0 1 0 0 0,1-1 0 0 0,-1 0 0 0 0,0 1 0 0 0,0-1 0 0 0,1 0 0 0 0,-1 0 0 0 0,0 1 0 0 0,1-1 1 0 0,-1 0-1 0 0,0 0 0 0 0,1 1 0 0 0,-1-1 0 0 0,1 0 0 0 0,14 1 79 0 0,0-1 0 0 0,1-1-1 0 0,-1 0 1 0 0,0-1 0 0 0,0-1 0 0 0,0 0 0 0 0,16-6 0 0 0,6-1-18 0 0,-12 5-133 0 0,345-86-1281 0 0,-314 71-2262 0 0,-20 4-3901 0 0,-34 15 6693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67 147 1444 0 0,'-17'0'5361'0'0,"-15"1"5801"0"0,20 0-9579 0 0,7 2-1449 0 0,5-3-128 0 0,0 0 0 0 0,0 0 1 0 0,0 0-1 0 0,0 0 0 0 0,0 0 0 0 0,0 0 0 0 0,0 0 0 0 0,0 0 0 0 0,0 0 0 0 0,0 0 1 0 0,0 0-1 0 0,0 0 0 0 0,0 0 0 0 0,0 0 0 0 0,0 0 0 0 0,1 1 0 0 0,-1-1 0 0 0,0 0 1 0 0,0 0-1 0 0,0 0 0 0 0,0 0 0 0 0,0 0 0 0 0,0 0 0 0 0,0 0 0 0 0,0 0 0 0 0,0 0 1 0 0,0 0-1 0 0,0 0 0 0 0,0 0 0 0 0,0 0 0 0 0,0 0 0 0 0,-1 0 0 0 0,1 1 0 0 0,0-1 1 0 0,0 0-1 0 0,0 0 0 0 0,0 0 0 0 0,0 0 0 0 0,0 0 0 0 0,42-7 71 0 0,0-1 1 0 0,0-3-1 0 0,55-21 0 0 0,-54 17-63 0 0,-37 13-247 0 0,11-3-318 0 0,-1-1-1 0 0,20-11 1 0 0,-31 15-138 0 0,0-1 1 0 0,-1 0 0 0 0,0-1 0 0 0,8-6 0 0 0,-10 8 57 0 0,-1 1 0 0 0,1-1 0 0 0,-1 0 0 0 0,1 0 0 0 0,-1-1 0 0 0,0 1 0 0 0,0 0 0 0 0,0 0 0 0 0,0-1 1 0 0,0 1-1 0 0,0-4 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2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28 2788 0 0,'-21'-19'10991'0'0,"2"11"-6438"0"0,18 8-4487 0 0,1 0 0 0 0,-1 0 0 0 0,1 0 0 0 0,-1 0 0 0 0,1 0 0 0 0,-1 0 0 0 0,1 0 0 0 0,-1 0 0 0 0,1 0-1 0 0,-1 1 1 0 0,1-1 0 0 0,-1 0 0 0 0,1 0 0 0 0,-1 1 0 0 0,1-1 0 0 0,-1 0 0 0 0,1 1 0 0 0,-1-1 0 0 0,1 1 0 0 0,0-1 0 0 0,-1 0 0 0 0,1 1 0 0 0,0-1-1 0 0,-1 1 1 0 0,1-1 0 0 0,0 1 0 0 0,0-1 0 0 0,-1 1 0 0 0,1-1 0 0 0,0 1 0 0 0,0-1 0 0 0,0 1 0 0 0,0-1 0 0 0,0 1 0 0 0,-1-1 0 0 0,1 1 0 0 0,0-1 0 0 0,0 1-1 0 0,1 0 1 0 0,-1 0 0 0 0,-2 41 3187 0 0,7 77 1 0 0,0-39-1554 0 0,-6 74 195 0 0,-1-53-1358 0 0,-2-39-524 0 0,-4-24-3613 0 0,-3-8-3189 0 0,-2-2-4593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3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83 1844 0 0,'-2'1'2793'0'0,"-45"19"11442"0"0,28-11-11194 0 0,18-8-2558 0 0,6 0-411 0 0,0 0-1 0 0,0 0 1 0 0,0 0-1 0 0,0-1 1 0 0,0 0-1 0 0,0 0 1 0 0,0 0 0 0 0,1 0-1 0 0,-1-1 1 0 0,0 0-1 0 0,8-3 1 0 0,5 1 18 0 0,315-57 305 0 0,-242 42-198 0 0,-89 18-440 0 0,12-5-2800 0 0,2-6-1971 0 0,3-3-2377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3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64 2700 0 0,'13'-44'15052'0'0,"-7"25"-8566"0"0,-9 33-5734 0 0,-17 133 2852 0 0,2-11-2289 0 0,-19 111 177 0 0,16-103-1076 0 0,-19 89 129 0 0,29-190-2340 0 0,3-39-1720 0 0,7-4 3319 0 0,1 0 1 0 0,-1 0 0 0 0,1 0-1 0 0,-1-1 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4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2 800 0 0,'-17'10'2790'0'0,"-129"63"15345"0"0,98-50-12103 0 0,46-22-5585 0 0,-3 2 71 0 0,5-3-507 0 0,0 0 1 0 0,0 0-1 0 0,0 0 1 0 0,0 0-1 0 0,0 0 1 0 0,0 0-1 0 0,0 0 1 0 0,0 1-1 0 0,0-1 0 0 0,0 0 1 0 0,0 0-1 0 0,1 0 1 0 0,-1 0-1 0 0,0 0 1 0 0,0 0-1 0 0,0 0 1 0 0,0 0-1 0 0,0 0 1 0 0,0 0-1 0 0,0 0 0 0 0,0 0 1 0 0,0 0-1 0 0,0 0 1 0 0,0 1-1 0 0,0-1 1 0 0,0 0-1 0 0,0 0 1 0 0,0 0-1 0 0,0 0 1 0 0,0 0-1 0 0,0 0 0 0 0,0 0 1 0 0,0 0-1 0 0,0 0 1 0 0,0 0-1 0 0,0 1 1 0 0,0-1-1 0 0,0 0 1 0 0,0 0-1 0 0,0 0 1 0 0,0 0-1 0 0,0 0 0 0 0,0 0 1 0 0,0 0-1 0 0,0 0 1 0 0,0 0-1 0 0,0 0 1 0 0,0 0-1 0 0,0 0 1 0 0,0 0-1 0 0,-1 1 1 0 0,1-1-1 0 0,0 0 0 0 0,0 0 1 0 0,0 0-1 0 0,0 0 1 0 0,0 0-1 0 0,0 0 1 0 0,0 0-1 0 0,0 0 1 0 0,0 0-1 0 0,0 0 0 0 0,0 0 1 0 0,0 0-1 0 0,-1 0 1 0 0,1 0-1 0 0,34 1 290 0 0,0-2 0 0 0,50-7-1 0 0,-47 4-208 0 0,498-41 153 0 0,-49 5-182 0 0,-446 36-127 0 0,72-10-1059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17 625 1740 0 0,'-9'-26'7811'0'0,"6"8"-3737"0"0,-1 0-1147 0 0,19 36-2198 0 0,-1 0 0 0 0,-1 1 0 0 0,18 32 0 0 0,-17-27-421 0 0,119 216 1115 0 0,-75-132-813 0 0,-53-99 162 0 0,3 6 766 0 0,-8-15-1451 0 0,0 1 0 0 0,1-1 0 0 0,-1 0 0 0 0,0 0 0 0 0,1 1 0 0 0,-1-1-1 0 0,1 0 1 0 0,-1 0 0 0 0,0 1 0 0 0,1-1 0 0 0,-1 0 0 0 0,1 0 0 0 0,-1 0 0 0 0,0 0 0 0 0,1 0 0 0 0,-1 0 0 0 0,1 0 0 0 0,-1 0 0 0 0,1 0 0 0 0,-1 0 0 0 0,1 0 0 0 0,-1 0 0 0 0,0 0 0 0 0,1 0 0 0 0,-1 0 0 0 0,1 0 0 0 0,-1 0 0 0 0,0-1 0 0 0,1 1 0 0 0,0 0 0 0 0,0-1-69 0 0,-1 0 0 0 0,1 0 0 0 0,-1 1-1 0 0,1-1 1 0 0,-1 0 0 0 0,1 0 0 0 0,-1 0 0 0 0,1 1 0 0 0,-1-1 0 0 0,0 0-1 0 0,0 0 1 0 0,1 0 0 0 0,-1 0 0 0 0,0 0 0 0 0,0 0 0 0 0,0 0-1 0 0,0-1 1 0 0,0 0 24 0 0,11-60 240 0 0,3-72 1 0 0,-6 45-291 0 0,74-444-34 0 0,-80 516-15 0 0,2 0 1 0 0,0 1 0 0 0,1-1 0 0 0,10-22 0 0 0,-12 34 44 0 0,0 0 0 0 0,0 0 0 0 0,0 0 0 0 0,1 1 0 0 0,-1-1-1 0 0,1 1 1 0 0,0-1 0 0 0,0 1 0 0 0,1 1 0 0 0,-1-1 0 0 0,1 0 0 0 0,0 1 0 0 0,0 0 0 0 0,0 0 0 0 0,0 1 0 0 0,10-4 0 0 0,25-4 37 0 0,1 1-1 0 0,-1 3 0 0 0,2 1 1 0 0,59 0-1 0 0,-10 1-5 0 0,55-2-524 0 0,21-2-413 0 0,-164 8 338 0 0,0 0 104 0 0,0 0 0 0 0,0-1 0 0 0,0 1 0 0 0,0 1 0 0 0,0-1 0 0 0,1 0 0 0 0,-1 1 0 0 0,3 1 0 0 0,-4-2 241 0 0,-2 0 105 0 0,1 1 0 0 0,-1-1 1 0 0,0 0-1 0 0,1 1 0 0 0,-1-1 0 0 0,0 0 0 0 0,0 1 1 0 0,1-1-1 0 0,-1 0 0 0 0,0 1 0 0 0,0-1 1 0 0,1 1-1 0 0,-1-1 0 0 0,0 1 0 0 0,0-1 0 0 0,0 0 1 0 0,0 1-1 0 0,0-1 0 0 0,0 1 0 0 0,0-1 1 0 0,0 1-1 0 0,0-1 0 0 0,0 1 0 0 0,0-1 0 0 0,0 1 1 0 0,0-1-1 0 0,0 0 0 0 0,0 1 0 0 0,0-1 1 0 0,0 1-1 0 0,-1-1 0 0 0,1 1 0 0 0,0-1 0 0 0,0 0 1 0 0,-1 1-1 0 0,1-1 0 0 0,0 1 0 0 0,0-1 1 0 0,-1 1-1 0 0,-10 17-6325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5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2224 0 0,'-57'25'15456'0'0,"48"-19"-12648"0"0,19-4-2681 0 0,0 1 1 0 0,0-1-1 0 0,12 0 1 0 0,-15-1-121 0 0,1-1 1 0 0,-1 2 0 0 0,0-1-1 0 0,0 1 1 0 0,0 0-1 0 0,0 0 1 0 0,10 5 0 0 0,-12-5 1 0 0,-1 1 0 0 0,1-1 1 0 0,-1 1-1 0 0,0 0 0 0 0,0 0 0 0 0,0 0 1 0 0,0 1-1 0 0,-1-1 0 0 0,1 1 1 0 0,-1 0-1 0 0,0 0 0 0 0,0 0 1 0 0,0 0-1 0 0,-1 1 0 0 0,1-1 1 0 0,-1 1-1 0 0,0-1 0 0 0,-1 1 1 0 0,1 0-1 0 0,-1 0 0 0 0,0 0 1 0 0,0 0-1 0 0,0 0 0 0 0,-1 0 0 0 0,1 0 1 0 0,-1 0-1 0 0,-1 0 0 0 0,1 0 1 0 0,-1 0-1 0 0,0 0 0 0 0,0 0 1 0 0,-3 9-1 0 0,-2 5 140 0 0,-1 0-1 0 0,-1 0 1 0 0,-1 0 0 0 0,0-1 0 0 0,-1 0-1 0 0,-23 28 1 0 0,-87 91 2490 0 0,55-68-735 0 0,64-68-1866 0 0,0 0 0 0 0,0 0 0 0 0,1 0-1 0 0,-1 0 1 0 0,0 0 0 0 0,0 0 0 0 0,1 0 0 0 0,-1 0 0 0 0,1 1 0 0 0,-1-1 0 0 0,1 0 0 0 0,-1 2 0 0 0,1-3-24 0 0,0 0 0 0 0,0 1 0 0 0,0-1 1 0 0,0 0-1 0 0,0 1 0 0 0,0-1 0 0 0,0 0 0 0 0,0 1 1 0 0,1-1-1 0 0,-1 0 0 0 0,0 0 0 0 0,0 1 0 0 0,0-1 1 0 0,0 0-1 0 0,0 0 0 0 0,1 1 0 0 0,-1-1 0 0 0,0 0 1 0 0,0 0-1 0 0,1 0 0 0 0,-1 1 0 0 0,0-1 0 0 0,0 0 1 0 0,1 0-1 0 0,-1 0 0 0 0,0 0 0 0 0,0 0 0 0 0,1 1 1 0 0,-1-1-1 0 0,0 0 0 0 0,1 0 0 0 0,4 0 43 0 0,-1 1 0 0 0,1-1 0 0 0,0 0 0 0 0,0 0 0 0 0,6-2 0 0 0,243-41 179 0 0,-159 25-259 0 0,31-2 21 0 0,136-31 153 0 0,-255 49-609 0 0,1 0-1 0 0,-1-1 1 0 0,0 1 0 0 0,13-8-1 0 0,-10-2-3086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2412 0 0,'10'-42'10176'0'0,"-9"42"-10139"0"0,0 0 0 0 0,0 1 0 0 0,0-1 0 0 0,0 1 0 0 0,0-1 1 0 0,0 0-1 0 0,0 1 0 0 0,-1 0 0 0 0,1-1 0 0 0,0 1 0 0 0,0-1 0 0 0,-1 1 1 0 0,1 0-1 0 0,0 0 0 0 0,-1-1 0 0 0,1 1 0 0 0,0 0 0 0 0,-1 0 0 0 0,1 0 1 0 0,-1 0-1 0 0,0-1 0 0 0,1 1 0 0 0,-1 0 0 0 0,0 0 0 0 0,1 0 0 0 0,-1 2 0 0 0,6 30 477 0 0,-5-26-395 0 0,3 33 330 0 0,-1 0 1 0 0,-5 74-1 0 0,-23 79 186 0 0,20-170 972 0 0,3-21-537 0 0,0-12-923 0 0,2-4-94 0 0,1-1 0 0 0,0 1 0 0 0,1 0-1 0 0,1-1 1 0 0,0 1 0 0 0,1 1 0 0 0,11-26 0 0 0,-7 15-10 0 0,2-5-9 0 0,29-56 0 0 0,-33 74-51 0 0,1 1 0 0 0,0-1-1 0 0,0 1 1 0 0,1 0 0 0 0,0 0 0 0 0,1 1 0 0 0,16-14-1 0 0,-22 21 12 0 0,0 1 0 0 0,-1-1 0 0 0,1 0 0 0 0,0 1 0 0 0,0-1 0 0 0,0 1-1 0 0,0 0 1 0 0,1 0 0 0 0,-1 0 0 0 0,0 0 0 0 0,0 1 0 0 0,1 0 0 0 0,-1-1-1 0 0,0 1 1 0 0,0 0 0 0 0,1 0 0 0 0,-1 1 0 0 0,0-1 0 0 0,5 2 0 0 0,-3-1 2 0 0,-1 1 0 0 0,1 0 0 0 0,0 1 0 0 0,0-1 0 0 0,-1 1 0 0 0,1 0 0 0 0,-1 0 1 0 0,0 0-1 0 0,0 1 0 0 0,0-1 0 0 0,4 7 0 0 0,3 3 8 0 0,-1 0 1 0 0,0 1-1 0 0,-2 1 0 0 0,1 0 1 0 0,-2 0-1 0 0,0 0 0 0 0,-1 1 1 0 0,0 0-1 0 0,-1 1 0 0 0,4 29 0 0 0,-4-24 164 0 0,-5-22-166 0 0,0 0 1 0 0,1 0-1 0 0,-1 0 0 0 0,0 0 1 0 0,0 0-1 0 0,0 0 0 0 0,0 0 1 0 0,0 0-1 0 0,0 0 0 0 0,0 0 1 0 0,1 0-1 0 0,-1 0 0 0 0,0 0 1 0 0,0 0-1 0 0,0 0 1 0 0,0 0-1 0 0,0 0 0 0 0,0 0 1 0 0,1 0-1 0 0,-1 0 0 0 0,0 0 1 0 0,0 0-1 0 0,0 0 0 0 0,0 0 1 0 0,0 0-1 0 0,0 0 0 0 0,1 0 1 0 0,-1 0-1 0 0,0 0 0 0 0,0 0 1 0 0,0 0-1 0 0,0 0 0 0 0,0 0 1 0 0,0 0-1 0 0,0 0 0 0 0,0 0 1 0 0,1-1-1 0 0,-1 1 0 0 0,0 0 1 0 0,0 0-1 0 0,0 0 0 0 0,0 0 1 0 0,0 0-1 0 0,0 0 1 0 0,0 0-1 0 0,0 0 0 0 0,0-1 1 0 0,0 1-1 0 0,0 0 0 0 0,0 0 1 0 0,0 0-1 0 0,0 0 0 0 0,0 0 1 0 0,0 0-1 0 0,0-1 0 0 0,0 1 1 0 0,0 0-1 0 0,0 0 0 0 0,0 0 1 0 0,0 0-1 0 0,0-1 0 0 0,8-38 162 0 0,-5 20-187 0 0,5-8 26 0 0,0 1 0 0 0,2 0-1 0 0,1 1 1 0 0,14-24 0 0 0,-16 33-38 0 0,0 2 1 0 0,1 0 0 0 0,1 0-1 0 0,0 0 1 0 0,1 2 0 0 0,0-1-1 0 0,21-15 1 0 0,-29 25 27 0 0,-1 1-1 0 0,1-1 1 0 0,0 1-1 0 0,0 0 0 0 0,0 0 1 0 0,0 0-1 0 0,0 1 1 0 0,1-1-1 0 0,-1 1 1 0 0,1 0-1 0 0,-1 0 1 0 0,0 1-1 0 0,1-1 1 0 0,-1 1-1 0 0,1 0 1 0 0,0 0-1 0 0,-1 1 0 0 0,0-1 1 0 0,1 1-1 0 0,-1 0 1 0 0,1 0-1 0 0,6 3 1 0 0,-6-2 9 0 0,0 1 0 0 0,0 0-1 0 0,-1 0 1 0 0,1 1 0 0 0,0-1 0 0 0,-1 1 0 0 0,0 0 0 0 0,0 0 0 0 0,0 0 0 0 0,-1 1 0 0 0,1 0-1 0 0,-1-1 1 0 0,0 1 0 0 0,0 0 0 0 0,-1 0 0 0 0,1 1 0 0 0,1 6 0 0 0,0 1 104 0 0,-1 1 0 0 0,0-1 0 0 0,-1 1 0 0 0,0 0 1 0 0,-1 25-1 0 0,-3-7 280 0 0,-7 43 1 0 0,8-74-393 0 0,1 11-569 0 0,0-12 422 0 0,0 0 0 0 0,0 1 0 0 0,0-1 0 0 0,0 0 0 0 0,0 1 0 0 0,0-1 0 0 0,0 1 0 0 0,0-1 0 0 0,1 0 0 0 0,11 5-5290 0 0,-7-6 4415 0 0,-2 0-1 0 0,1 0 1 0 0,0-1 0 0 0,7-3-1 0 0,5-5-4639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6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3380 0 0,'0'0'20315'0'0,"3"-1"-20180"0"0,34 0-1091 0 0,58 5 1 0 0,-49-1-2584 0 0,5 2-6834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6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 2156 0 0,'-105'71'17801'0'0,"103"-70"-17257"0"0,2-1-523 0 0,1 0 1 0 0,-1 1 0 0 0,0-1-1 0 0,0 1 1 0 0,0-1 0 0 0,0 1 0 0 0,1-1-1 0 0,-1 1 1 0 0,0-1 0 0 0,0 0-1 0 0,1 1 1 0 0,-1-1 0 0 0,0 0 0 0 0,1 1-1 0 0,-1-1 1 0 0,0 0 0 0 0,1 1 0 0 0,-1-1-1 0 0,1 0 1 0 0,-1 0 0 0 0,0 1-1 0 0,1-1 1 0 0,-1 0 0 0 0,1 0 0 0 0,0 0-1 0 0,21 0 150 0 0,1 0 0 0 0,43-8 0 0 0,-16 1-336 0 0,135-24-3243 0 0,-63 4-5343 0 0,-87 17 1901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56 117 996 0 0,'-12'-7'7437'0'0,"5"4"-5795"0"0,-18-5 7670 0 0,15 5-8896 0 0,8 2 300 0 0,19-2-453 0 0,70-4-783 0 0,164-33-1 0 0,-238 36-734 0 0,0 1 1 0 0,20-10-1 0 0,-29 11 268 0 0,-1 0 0 0 0,1 0 0 0 0,-1-1 0 0 0,1 1-1 0 0,-1-1 1 0 0,0 1 0 0 0,5-6 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7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13 1964 0 0,'-3'-1'2687'0'0,"0"-1"-1659"0"0,0 0 0 0 0,0 1 1 0 0,-1-1-1 0 0,1 1 0 0 0,-1 0 0 0 0,1 0 0 0 0,-1 1 0 0 0,1-1 0 0 0,-6 0 0 0 0,7 1-904 0 0,1 1 0 0 0,-1-1 0 0 0,1 0 0 0 0,0 1 0 0 0,-1-1 0 0 0,1 1 0 0 0,-1-1 0 0 0,1 1 0 0 0,0 0 0 0 0,0-1 0 0 0,-1 1 0 0 0,1 0 0 0 0,0 0 0 0 0,0 0 0 0 0,0 0 0 0 0,0 0 0 0 0,0 0 0 0 0,0 0 0 0 0,0 0 0 0 0,0 1 0 0 0,0-1 0 0 0,1 0 0 0 0,-1 1 0 0 0,0-1 0 0 0,0 3 0 0 0,-11 31 857 0 0,2 1 1 0 0,1 1-1 0 0,2 0 1 0 0,-4 57-1 0 0,-9 48-554 0 0,10-94-578 0 0,-13 58-2371 0 0,18-90-828 0 0,0 0-1 0 0,-10 18 1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8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38 1116 0 0,'-16'4'7655'0'0,"-15"6"1491"0"0,17-3-6828 0 0,6-4-1728 0 0,8-3-577 0 0,0 1 0 0 0,0-1 0 0 0,-1 0 0 0 0,1 0 0 0 0,0 0 0 0 0,0 1 0 0 0,0-1 0 0 0,0 0 0 0 0,0 0 0 0 0,0 0 0 0 0,0 1 0 0 0,0-1 0 0 0,-1 0 0 0 0,1 0 0 0 0,0 0 0 0 0,0 1 0 0 0,0-1 0 0 0,0 0 0 0 0,0 0 0 0 0,0 1 0 0 0,0-1 0 0 0,0 0 0 0 0,0 0 0 0 0,1 1 0 0 0,-1-1 0 0 0,0 0 0 0 0,0 0-1 0 0,0 0 1 0 0,0 1 0 0 0,0-1 0 0 0,0 0 0 0 0,0 0 0 0 0,0 0 0 0 0,1 1 0 0 0,-1-1 0 0 0,0 0 0 0 0,0 0 0 0 0,0 0 0 0 0,0 0 0 0 0,1 1 0 0 0,-1-1 0 0 0,0 0 0 0 0,0 0 0 0 0,0 0 0 0 0,1 0 0 0 0,-1 0 0 0 0,0 0 0 0 0,0 0 0 0 0,1 0 0 0 0,-1 0 0 0 0,0 0 0 0 0,0 0 0 0 0,0 0 0 0 0,1 0 0 0 0,-1 0-1 0 0,0 0 1 0 0,0 0 0 0 0,1 0 0 0 0,-1 0 0 0 0,10 3 136 0 0,1-1-1 0 0,-1 0 0 0 0,1 0 0 0 0,0-1 0 0 0,18-1 1 0 0,61-8 110 0 0,-50 4-181 0 0,275-37 1238 0 0,-294 38-358 0 0,-9 1-553 0 0,0 1 0 0 0,0-2-1 0 0,0 1 1 0 0,13-6 0 0 0,-23 7-527 0 0,-1 0-82 0 0,11-6-1430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8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82 3040 0 0,'11'-17'3325'0'0,"-9"13"-2106"0"0,0 0 1 0 0,1 0-1 0 0,0 0 0 0 0,0 0 0 0 0,5-5 1 0 0,11-25 5523 0 0,-18 33-6242 0 0,-1 1-466 0 0,0 0 1 0 0,0 1 0 0 0,0-1-1 0 0,1 0 1 0 0,-1 0 0 0 0,0 0-1 0 0,0 1 1 0 0,0-1-1 0 0,0 0 1 0 0,0 0 0 0 0,0 0-1 0 0,1 0 1 0 0,-1 1 0 0 0,0-1-1 0 0,0 0 1 0 0,0 0 0 0 0,1 0-1 0 0,-1 0 1 0 0,0 0 0 0 0,0 1-1 0 0,0-1 1 0 0,1 0 0 0 0,-1 0-1 0 0,0 0 1 0 0,0 0 0 0 0,1 0-1 0 0,-1 0 1 0 0,0 0 0 0 0,0 0-1 0 0,1 0 1 0 0,-1 0 0 0 0,0 0-1 0 0,0 0 1 0 0,1 0 0 0 0,-1 0-1 0 0,0 0 1 0 0,0 0 0 0 0,0 0-1 0 0,1-1 1 0 0,-1 1 0 0 0,0 0-1 0 0,0 0 1 0 0,0 0-1 0 0,1 0 1 0 0,-1 0 0 0 0,0 0-1 0 0,0-1 1 0 0,0 1 0 0 0,1 0-1 0 0,-1 0 1 0 0,0 0 0 0 0,0-1-1 0 0,0 1 1 0 0,-4 69 1520 0 0,-4 1 0 0 0,-25 106-1 0 0,14-78-1260 0 0,-19 94 422 0 0,22-110-3384 0 0,4-24-3037 0 0,8-45 1819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0 964 0 0,'-195'45'18599'0'0,"112"-27"-8831"0"0,88-18-9418 0 0,209-16 661 0 0,72-4-735 0 0,92 16-106 0 0,-40 0-138 0 0,-269 4-38 0 0,15-1-625 0 0,-33-3-4432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3:59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8 943 1212 0 0,'-5'-7'3300'0'0,"4"6"-2934"0"0,1 0 1 0 0,0 0-1 0 0,-1 0 1 0 0,1 1 0 0 0,0-1-1 0 0,0 0 1 0 0,0 0 0 0 0,0 0-1 0 0,-1 0 1 0 0,1 0-1 0 0,0 0 1 0 0,1 0 0 0 0,-1 0-1 0 0,0 0 1 0 0,0-1-1 0 0,9-31 6712 0 0,-4 14-4349 0 0,-5 19-2710 0 0,0 0 0 0 0,0 0 1 0 0,0-1-1 0 0,0 1 0 0 0,0 0 0 0 0,1 0 1 0 0,-1-1-1 0 0,0 1 0 0 0,0 0 0 0 0,0 0 0 0 0,0 0 1 0 0,0-1-1 0 0,0 1 0 0 0,0 0 0 0 0,1 0 1 0 0,-1 0-1 0 0,0-1 0 0 0,0 1 0 0 0,0 0 1 0 0,1 0-1 0 0,-1 0 0 0 0,0 0 0 0 0,0 0 1 0 0,0-1-1 0 0,1 1 0 0 0,-1 0 0 0 0,0 0 0 0 0,0 0 1 0 0,0 0-1 0 0,1 0 0 0 0,-1 0 0 0 0,0 0 1 0 0,0 0-1 0 0,1 0 0 0 0,-1 0 0 0 0,0 0 1 0 0,0 0-1 0 0,1 0 0 0 0,-1 0 0 0 0,0 0 1 0 0,0 0-1 0 0,1 0 0 0 0,-1 0 0 0 0,0 0 0 0 0,15 10 290 0 0,12 19-4 0 0,108 161 2493 0 0,-135-190-2708 0 0,1 1 0 0 0,-1-1-1 0 0,0 1 1 0 0,0-1 0 0 0,1 1 0 0 0,-1-1 0 0 0,0 0-1 0 0,1 1 1 0 0,-1-1 0 0 0,0 0 0 0 0,1 1 0 0 0,-1-1-1 0 0,0 0 1 0 0,1 1 0 0 0,-1-1 0 0 0,1 0 0 0 0,-1 1-1 0 0,1-1 1 0 0,-1 0 0 0 0,1 0 0 0 0,-1 0 0 0 0,0 0 0 0 0,1 1-1 0 0,-1-1 1 0 0,1 0 0 0 0,-1 0 0 0 0,1 0 0 0 0,-1 0-1 0 0,1 0 1 0 0,0 0 0 0 0,0-1-28 0 0,0 0 0 0 0,0 1 0 0 0,0-1 0 0 0,0 0 0 0 0,-1 1 0 0 0,1-1 0 0 0,0 0 0 0 0,-1 0 0 0 0,1 0 0 0 0,-1 0 1 0 0,1 0-1 0 0,-1 1 0 0 0,1-1 0 0 0,0-1 0 0 0,10-38 40 0 0,-11 37 37 0 0,7-37 44 0 0,1-67 0 0 0,-2 15-39 0 0,6-26-141 0 0,45-297-72 0 0,-52 390 65 0 0,-1 2-25 0 0,1 1 0 0 0,1 0 0 0 0,16-38 0 0 0,-19 54 23 0 0,1-1 1 0 0,-1 1-1 0 0,1 0 0 0 0,1 0 0 0 0,-1 0 0 0 0,1 1 0 0 0,0-1 1 0 0,0 1-1 0 0,1 0 0 0 0,-1 1 0 0 0,1-1 0 0 0,0 1 0 0 0,0 1 0 0 0,1-1 1 0 0,-1 1-1 0 0,9-3 0 0 0,9-2-12 0 0,0 1 1 0 0,0 1-1 0 0,1 2 1 0 0,44-4-1 0 0,105 8-18 0 0,-81 2 41 0 0,197 3 17 0 0,-251-7-378 0 0,-36 2 0 0 0,7 0-454 0 0,6 0-3730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 1024 0 0,'-23'9'16971'0'0,"20"-9"-16326"0"0,0 1-1 0 0,-1 0 1 0 0,1 0-1 0 0,0 0 1 0 0,0 0-1 0 0,0 0 1 0 0,0 1-1 0 0,-3 2 1 0 0,-23 20 1137 0 0,13-5-2107 0 0,-19 26-1 0 0,23-28 877 0 0,-107 159-421 0 0,105-152-116 0 0,1 1 0 0 0,1 0 1 0 0,1 1-1 0 0,2 1 1 0 0,-10 42-1 0 0,17-64-5 0 0,2 0-1 0 0,-1 0 0 0 0,1 0 1 0 0,-1 0-1 0 0,1 0 0 0 0,1 0 1 0 0,-1 1-1 0 0,1-1 0 0 0,0 0 1 0 0,0 0-1 0 0,0-1 0 0 0,1 1 1 0 0,-1 0-1 0 0,1 0 0 0 0,1-1 1 0 0,-1 1-1 0 0,5 6 0 0 0,-4-8 3 0 0,0 1-1 0 0,0-1 1 0 0,1 0-1 0 0,-1 0 1 0 0,1 0-1 0 0,0-1 1 0 0,0 1-1 0 0,0-1 1 0 0,0 0-1 0 0,0 0 1 0 0,1 0-1 0 0,-1-1 0 0 0,1 1 1 0 0,-1-1-1 0 0,1 0 1 0 0,-1 0-1 0 0,1-1 1 0 0,0 1-1 0 0,6-1 1 0 0,2-1 12 0 0,0-1-1 0 0,0 1 1 0 0,0-2 0 0 0,0 0 0 0 0,-1-1 0 0 0,0 0 0 0 0,1 0 0 0 0,-1-1 0 0 0,-1-1-1 0 0,22-14 1 0 0,-25 15-14 0 0,0-1 0 0 0,0 0 0 0 0,0 0 1 0 0,-1-1-1 0 0,0 0 0 0 0,0 0 0 0 0,-1 0 0 0 0,0-1 0 0 0,0 0 0 0 0,-1-1 0 0 0,0 1 0 0 0,0-1 0 0 0,-1 0 0 0 0,0 0 0 0 0,3-10 0 0 0,-7 17-8 0 0,0 0-1 0 0,1 1 0 0 0,-1-1 0 0 0,0 0 0 0 0,0 1 0 0 0,0-1 1 0 0,0 0-1 0 0,0 1 0 0 0,0-1 0 0 0,-1 0 0 0 0,1 1 0 0 0,0-1 0 0 0,-1 1 1 0 0,1-1-1 0 0,-1 0 0 0 0,0 1 0 0 0,1-1 0 0 0,-1 1 0 0 0,0 0 1 0 0,0-1-1 0 0,-1-1 0 0 0,-1 1 3 0 0,1 0 1 0 0,0 0-1 0 0,-1 1 1 0 0,1-1-1 0 0,-1 0 1 0 0,0 1-1 0 0,1 0 1 0 0,-1-1-1 0 0,0 1 1 0 0,-6-1-1 0 0,1 0-54 0 0,0 0 0 0 0,-1 1-1 0 0,1 1 1 0 0,-1-1 0 0 0,0 1-1 0 0,1 1 1 0 0,-14 1 0 0 0,11 1-533 0 0,0 0 0 0 0,0 1 0 0 0,0 0 0 0 0,0 0 0 0 0,-19 13 0 0 0,4 0-3630 0 0,3 4-3852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14 3060 0 0,'-11'-13'12605'0'0,"10"12"-12030"0"0,-11 23 1482 0 0,-73 135 1204 0 0,60-116-3565 0 0,2 1-1 0 0,1 2 1 0 0,2 0-1 0 0,-15 52 1 0 0,20-32-3113 0 0,8-20-3596 0 0,5-23-189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1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8 221 1116 0 0,'-2'-7'1351'0'0,"1"1"-1"0"0,-1-1 0 0 0,1 1 1 0 0,0-1-1 0 0,1 1 1 0 0,0-1-1 0 0,0-12 1 0 0,0 19-1311 0 0,0-1 0 0 0,0 1 0 0 0,1-1 1 0 0,-1 0-1 0 0,0 1 0 0 0,0-1 0 0 0,0 1 1 0 0,0-1-1 0 0,1 0 0 0 0,-1 1 0 0 0,0-1 0 0 0,0 1 1 0 0,1-1-1 0 0,-1 1 0 0 0,0-1 0 0 0,1 1 0 0 0,-1-1 1 0 0,1 1-1 0 0,-1-1 0 0 0,1 1 0 0 0,-1 0 1 0 0,1-1-1 0 0,-1 1 0 0 0,1 0 0 0 0,-1-1 0 0 0,1 1 1 0 0,-1 0-1 0 0,1 0 0 0 0,0-1 0 0 0,-1 1 1 0 0,1 0-1 0 0,-1 0 0 0 0,1 0 0 0 0,0 0 0 0 0,-1 0 1 0 0,1 0-1 0 0,-1 0 0 0 0,1 0 0 0 0,0 0 1 0 0,-1 0-1 0 0,1 0 0 0 0,0 0 0 0 0,-1 1 0 0 0,1-1 1 0 0,-1 0-1 0 0,1 0 0 0 0,-1 1 0 0 0,1-1 1 0 0,-1 0-1 0 0,1 1 0 0 0,0 0 0 0 0,3 1 101 0 0,0 0 0 0 0,0 1 1 0 0,0 0-1 0 0,-1 0 0 0 0,6 5 0 0 0,-3-1 7 0 0,0 1 0 0 0,-1 0 0 0 0,0 1 0 0 0,0-1 1 0 0,0 1-1 0 0,-1 0 0 0 0,5 16 0 0 0,13 69 475 0 0,-20-80-477 0 0,1 8 374 0 0,-1 1-1 0 0,-2 36 1 0 0,0-31 963 0 0,0-26-1088 0 0,-2 0-6 0 0,-2 1-76 0 0,-1-11 53 0 0,2-15-312 0 0,1 1 1 0 0,0-1 0 0 0,2 1-1 0 0,1-1 1 0 0,0 1 0 0 0,2-1-1 0 0,0 1 1 0 0,2 0 0 0 0,11-36-1 0 0,-10 43-77 0 0,0 0 0 0 0,0 0-1 0 0,2 0 1 0 0,0 1 0 0 0,0 0 0 0 0,1 1-1 0 0,1 0 1 0 0,0 0 0 0 0,1 1-1 0 0,0 0 1 0 0,1 1 0 0 0,0 0 0 0 0,1 1-1 0 0,20-12 1 0 0,-27 19 24 0 0,0-1 0 0 0,0 2 0 0 0,1-1 0 0 0,-1 0-1 0 0,1 1 1 0 0,0 0 0 0 0,0 1 0 0 0,-1 0 0 0 0,1 0 0 0 0,0 0 0 0 0,0 1 0 0 0,0 0 0 0 0,0 0 0 0 0,0 1-1 0 0,0-1 1 0 0,0 2 0 0 0,0-1 0 0 0,-1 1 0 0 0,1 0 0 0 0,0 0 0 0 0,-1 1 0 0 0,0 0 0 0 0,1 0 0 0 0,-1 1-1 0 0,0-1 1 0 0,-1 1 0 0 0,1 1 0 0 0,-1-1 0 0 0,0 1 0 0 0,0 0 0 0 0,0 0 0 0 0,0 0 0 0 0,-1 1 0 0 0,0-1-1 0 0,0 1 1 0 0,-1 0 0 0 0,0 0 0 0 0,0 1 0 0 0,3 6 0 0 0,1 20 97 0 0,-1 0 0 0 0,-1 1 0 0 0,-2-1 0 0 0,-2 61-1 0 0,-1-90-88 0 0,0 3 11 0 0,0-5-98 0 0,0-1-1 0 0,0 0 1 0 0,0 0 0 0 0,0 0-1 0 0,1 0 1 0 0,-1 0-1 0 0,0 0 1 0 0,1 0 0 0 0,-1 0-1 0 0,1 0 1 0 0,-1 0 0 0 0,1-1-1 0 0,0 1 1 0 0,-1 0-1 0 0,1 0 1 0 0,0 0 0 0 0,-1-1-1 0 0,1 1 1 0 0,0 0 0 0 0,0 0-1 0 0,0-1 1 0 0,0 1-1 0 0,0-1 1 0 0,0 1 0 0 0,0-1-1 0 0,0 0 1 0 0,0 1 0 0 0,0-1-1 0 0,0 0 1 0 0,0 1-1 0 0,0-1 1 0 0,0 0 0 0 0,0 0-1 0 0,0 0 1 0 0,0 0 0 0 0,0 0-1 0 0,0 0 1 0 0,2-1 0 0 0,6 1-1156 0 0,-1-1 0 0 0,1-1 1 0 0,12-3-1 0 0,-17 4 705 0 0,21-6-3931 0 0,3-1-2224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3224 0 0,'4'-10'13946'0'0,"0"-6"-9021"0"0,-3 15-4835 0 0,1 2-10 0 0,36 6-423 0 0,49 2 1 0 0,-44-6-3904 0 0,-3-3-5107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1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1 964 0 0,'-8'5'1499'0'0,"-125"67"16295"0"0,121-63-17013 0 0,14-1 186 0 0,-1-7-911 0 0,0 0 0 0 0,0-1 0 0 0,0 1 0 0 0,0 0 1 0 0,1 0-1 0 0,-1-1 0 0 0,0 1 0 0 0,1 0 0 0 0,-1-1 0 0 0,0 0 0 0 0,1 1 0 0 0,-1-1 0 0 0,3 1 0 0 0,31 0 16 0 0,0-2-1 0 0,-1-1 1 0 0,54-10 0 0 0,-5 1-1980 0 0,23-5-2343 0 0,-35 1-2742 0 0,-67 14 6469 0 0,34-8-6473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53 2700 0 0,'-3'0'2304'0'0,"-63"8"12880"0"0,102-13-15098 0 0,192-22 203 0 0,-130 17-2746 0 0,-54 3-1085 0 0,-18-4-3221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14 1260 0 0,'-3'-1'950'0'0,"0"-1"0"0"0,-1 0 0 0 0,1 0 0 0 0,0 1 0 0 0,-1 0 0 0 0,1 0 1 0 0,-1 0-1 0 0,1 0 0 0 0,-1 0 0 0 0,-4 0 0 0 0,6 1-779 0 0,0 1 0 0 0,0-1 1 0 0,0 0-1 0 0,0 1 0 0 0,1-1 0 0 0,-1 1 1 0 0,0-1-1 0 0,0 1 0 0 0,1 0 1 0 0,-1 0-1 0 0,1 0 0 0 0,-1 0 0 0 0,0 0 1 0 0,1 0-1 0 0,0 0 0 0 0,-1 0 0 0 0,1 1 1 0 0,0-1-1 0 0,0 0 0 0 0,-1 1 1 0 0,1-1-1 0 0,0 3 0 0 0,-6 7 577 0 0,1 1-1 0 0,0 0 1 0 0,1 0 0 0 0,1 0-1 0 0,-7 26 1 0 0,-4 68 1244 0 0,10-62-1459 0 0,-19 138 153 0 0,21-157-1879 0 0,-1 30 1 0 0,4-29-3316 0 0,3-2-4041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2460 0 0,'-90'48'16808'0'0,"89"-47"-16191"0"0,1 0-530 0 0,0-1 0 0 0,0 1-1 0 0,0-1 1 0 0,0 0 0 0 0,0 1 0 0 0,0-1-1 0 0,1 0 1 0 0,-1 1 0 0 0,0-1-1 0 0,0 0 1 0 0,0 1 0 0 0,1-1 0 0 0,-1 0-1 0 0,0 1 1 0 0,0-1 0 0 0,1 0 0 0 0,-1 0-1 0 0,0 1 1 0 0,1-1 0 0 0,-1 0-1 0 0,0 0 1 0 0,1 1 0 0 0,0-1 0 0 0,28 6 439 0 0,1-1-1 0 0,0-1 1 0 0,1-2 0 0 0,38-2 0 0 0,-16 0-316 0 0,-33 1-183 0 0,256-4-96 0 0,-256-3-2818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2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51 1464 0 0,'-29'-49'17278'0'0,"29"49"-17154"0"0,0 0 1 0 0,-1 0 0 0 0,1 0-1 0 0,0 0 1 0 0,-1-1 0 0 0,1 1-1 0 0,0 0 1 0 0,-1 0 0 0 0,1 0-1 0 0,-1 0 1 0 0,0 1 7 0 0,0 0 1 0 0,-1 0-1 0 0,1 0 0 0 0,0 0 0 0 0,0 0 0 0 0,0 1 0 0 0,0-1 1 0 0,0 0-1 0 0,0 1 0 0 0,0-1 0 0 0,1 0 0 0 0,-1 1 1 0 0,0-1-1 0 0,1 1 0 0 0,-1-1 0 0 0,1 1 0 0 0,-1 0 0 0 0,1 2 1 0 0,-5 38 1611 0 0,3-23-1012 0 0,-1 1-355 0 0,-41 298 3278 0 0,12 0-4966 0 0,31-301 239 0 0,1-2-166 0 0,-2-1-1 0 0,-3 19 0 0 0,-6-5-3479 0 0,10-25 3755 0 0,-1-1 0 0 0,0 0 0 0 0,1 1 0 0 0,-12 9-3851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3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 1636 0 0,'-175'52'26019'0'0,"179"-52"-25273"0"0,23 1-98 0 0,1-2 0 0 0,42-7 0 0 0,-10 1-367 0 0,531-7 607 0 0,-1 48-726 0 0,-462-26-137 0 0,-87-5-843 0 0,36 3 557 0 0,-51-5-3735 0 0,0 0-3882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3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1018 1484 0 0,'2'-12'1956'0'0,"2"-12"3036"0"0,2-30 1 0 0,-6 53-4631 0 0,1-12 988 0 0,2 19-985 0 0,1 1 0 0 0,-1-1 1 0 0,-1 0-1 0 0,1 1 0 0 0,-1 0 0 0 0,2 8 1 0 0,3 7 399 0 0,15 48 803 0 0,32 86-40 0 0,-36-120 1227 0 0,-16-36-2720 0 0,0-1 0 0 0,0 1 1 0 0,-1-1-1 0 0,1 1 1 0 0,0-1-1 0 0,-1 0 1 0 0,1 0-1 0 0,0 1 0 0 0,-1-1 1 0 0,1 0-1 0 0,-1-1 1 0 0,1 1-1 0 0,-1 0 1 0 0,0 0-1 0 0,0-1 0 0 0,1 1 1 0 0,-1 0-1 0 0,0-1 1 0 0,0 1-1 0 0,0-1 0 0 0,0 0 1 0 0,-1 1-1 0 0,1-1 1 0 0,0 0-1 0 0,0-1 1 0 0,3-8 31 0 0,-1 0 0 0 0,4-19 1 0 0,-7 28-53 0 0,15-101 185 0 0,1-176-1 0 0,-11 138-120 0 0,-2 73-95 0 0,1-39-100 0 0,23-130 0 0 0,-25 226 95 0 0,1 0-1 0 0,0 0 0 0 0,0 0 0 0 0,1 0 1 0 0,0 0-1 0 0,1 1 0 0 0,13-20 1 0 0,-13 24 9 0 0,0-1 0 0 0,0 1 0 0 0,1 0 1 0 0,0 1-1 0 0,0-1 0 0 0,1 1 0 0 0,0 0 1 0 0,0 1-1 0 0,0 0 0 0 0,0 0 0 0 0,14-5 1 0 0,12-2-4 0 0,1 1 0 0 0,0 2-1 0 0,0 1 1 0 0,43-3 0 0 0,143 2-13 0 0,-143 7-1 0 0,151-2-289 0 0,-131 3-3754 0 0,-97 0 3899 0 0,1 0 0 0 0,0 0 1 0 0,0 0-1 0 0,0 0 1 0 0,0 0-1 0 0,0 0 1 0 0,0 0-1 0 0,-1 1 1 0 0,1-1-1 0 0,0 0 0 0 0,0 1 1 0 0,0-1-1 0 0,0 0 1 0 0,-1 1-1 0 0,1-1 1 0 0,0 1-1 0 0,-1-1 1 0 0,1 1-1 0 0,0-1 0 0 0,-1 1 1 0 0,1 0-1 0 0,0-1 1 0 0,-1 1-1 0 0,1 0 1 0 0,-1 0-1 0 0,0-1 1 0 0,1 1-1 0 0,-1 0 0 0 0,1 0 1 0 0,-1 0-1 0 0,0-1 1 0 0,0 1-1 0 0,1 0 1 0 0,-1 2-1 0 0,-2 23-6709 0 0,-1-13 1367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04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0 1684 0 0,'-24'14'3396'0'0,"12"-6"886"0"0,-1-1 0 0 0,-20 8 3687 0 0,44-19-7505 0 0,-10 3-450 0 0,0 0 1 0 0,0 0 0 0 0,1 0 0 0 0,-1 1-1 0 0,0-1 1 0 0,1 1 0 0 0,-1-1-1 0 0,0 1 1 0 0,1-1 0 0 0,-1 1 0 0 0,1 0-1 0 0,-1 0 1 0 0,3-1 0 0 0,7 1 1 0 0,1 1 0 0 0,-1 0 0 0 0,0 1 1 0 0,0 0-1 0 0,0 0 0 0 0,0 1 1 0 0,20 9-1 0 0,-27-11-15 0 0,-1 1 0 0 0,1 0 0 0 0,-1 0 0 0 0,1 0 0 0 0,-1 1 0 0 0,0-1 1 0 0,0 1-1 0 0,0 0 0 0 0,0 0 0 0 0,0 0 0 0 0,-1 0 0 0 0,1 0 0 0 0,-1 0 0 0 0,0 1 0 0 0,0-1 1 0 0,0 1-1 0 0,0 0 0 0 0,-1-1 0 0 0,0 1 0 0 0,0 0 0 0 0,0 0 0 0 0,0 0 0 0 0,0 0 0 0 0,-1 0 1 0 0,1 0-1 0 0,-2 8 0 0 0,1-4 5 0 0,-1 0 0 0 0,-1 0 0 0 0,0 0 0 0 0,0-1 0 0 0,-1 1 0 0 0,1 0 0 0 0,-2-1 0 0 0,1 1 0 0 0,-1-1 0 0 0,-6 9 0 0 0,-5 5 285 0 0,-34 35-1 0 0,13-16 1908 0 0,34-38-1856 0 0,-3 1 25 0 0,5-3-357 0 0,0 0 0 0 0,0 0 0 0 0,0 0 0 0 0,0 0 0 0 0,0 0 0 0 0,-1 0 0 0 0,1 0 0 0 0,0 0 0 0 0,0 0 0 0 0,0 0 0 0 0,0 0 0 0 0,0 0 0 0 0,0 0 0 0 0,0 0 0 0 0,0 0 0 0 0,0 0 0 0 0,0 0 0 0 0,0 0 0 0 0,-1 0 0 0 0,1 1 0 0 0,0-1 0 0 0,0 0 0 0 0,0 0 0 0 0,0 0 0 0 0,0 0 0 0 0,0 0 0 0 0,0 0 0 0 0,0 0 0 0 0,0 0 0 0 0,0 0 0 0 0,0 0 0 0 0,0 0 0 0 0,0 1 0 0 0,0-1 0 0 0,0 0 0 0 0,0 0 0 0 0,0 0 0 0 0,0 0 0 0 0,0 0 0 0 0,0 0 0 0 0,0 0 0 0 0,0 0 0 0 0,0 0 0 0 0,0 1 0 0 0,0-1 0 0 0,0 0 0 0 0,0 0 0 0 0,0 0 0 0 0,0 0 0 0 0,0 0 0 0 0,0 0 0 0 0,0 0 0 0 0,0 0 0 0 0,0 0 0 0 0,1 0 0 0 0,-1 0 0 0 0,0 0 0 0 0,0 1 0 0 0,0-1 0 0 0,0 0 0 0 0,0 0 0 0 0,0 0 0 0 0,0 0 0 0 0,0 0 0 0 0,0 0 0 0 0,0 0 0 0 0,0 0 0 0 0,1 0 0 0 0,39 4 116 0 0,-28-4-128 0 0,0 1 1 0 0,1 1-1 0 0,-1 0 1 0 0,19 6 0 0 0,-17-2 24 0 0,1 1 1 0 0,-2 0 0 0 0,1 1-1 0 0,-1 1 1 0 0,0 0-1 0 0,-1 0 1 0 0,0 2 0 0 0,-1-1-1 0 0,12 15 1 0 0,-16-17 184 0 0,0 1 0 0 0,0 0 1 0 0,-1 0-1 0 0,-1 0 1 0 0,1 1-1 0 0,-2-1 0 0 0,1 1 1 0 0,-1 1-1 0 0,-1-1 0 0 0,0 0 1 0 0,0 1-1 0 0,-1 0 0 0 0,2 21 1 0 0,-4-28-178 0 0,0 0 1 0 0,-1 0 0 0 0,1 0 0 0 0,-1 0-1 0 0,0 0 1 0 0,0 0 0 0 0,0 0-1 0 0,0 0 1 0 0,0 0 0 0 0,-1 0-1 0 0,0-1 1 0 0,0 1 0 0 0,0-1-1 0 0,0 1 1 0 0,-1-1 0 0 0,1 0-1 0 0,-4 4 1 0 0,1-3 55 0 0,1-1-1 0 0,-1 1 0 0 0,0-1 1 0 0,0 0-1 0 0,-1 0 1 0 0,1-1-1 0 0,-1 1 1 0 0,1-1-1 0 0,-1 0 0 0 0,-9 1 1 0 0,-7 0 127 0 0,0-1 1 0 0,0 0-1 0 0,-1-2 1 0 0,1-1-1 0 0,-26-4 1 0 0,-22-5-2335 0 0,40 4-541 0 0,1-1 0 0 0,1-1 0 0 0,-48-20 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16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607 153 1160 0 0,'0'0'1632'0'0,"2"0"-1030"0"0,-1 1 0 0 0,1-1 0 0 0,0 1 0 0 0,0-1 0 0 0,-1 1 0 0 0,1 0 0 0 0,0 0 0 0 0,-1 0 0 0 0,1 0 0 0 0,-1 0 0 0 0,3 2 0 0 0,-7 9-133 0 0,0-1 0 0 0,-1 1 0 0 0,0-1 0 0 0,0 0 0 0 0,-12 19 0 0 0,0 3 148 0 0,-305 541 3105 0 0,193-360-3333 0 0,6-6-56 0 0,122-207-341 0 0,0-1 1 0 0,0 0-1 0 0,0 0 0 0 0,0 0 1 0 0,0 0-1 0 0,0 0 1 0 0,0 1-1 0 0,-1-1 0 0 0,1 0 1 0 0,0 0-1 0 0,0 0 1 0 0,0 0-1 0 0,0 1 0 0 0,0-1 1 0 0,0 0-1 0 0,0 0 0 0 0,0 0 1 0 0,0 0-1 0 0,0 0 1 0 0,0 0-1 0 0,0 1 0 0 0,-1-1 1 0 0,1 0-1 0 0,0 0 0 0 0,0 0 1 0 0,0 0-1 0 0,0 0 1 0 0,0 0-1 0 0,0 0 0 0 0,-1 0 1 0 0,1 0-1 0 0,0 0 0 0 0,0 0 1 0 0,0 0-1 0 0,0 1 1 0 0,0-1-1 0 0,-1 0 0 0 0,1 0 1 0 0,0 0-1 0 0,0 0 1 0 0,0 0-1 0 0,0 0 0 0 0,0 0 1 0 0,-1 0-1 0 0,1-1 0 0 0,0 1 1 0 0,0 0-1 0 0,0 0 1 0 0,0 0-1 0 0,-1 0 0 0 0,1 0 1 0 0,0 0-1 0 0,0 0 0 0 0,-1-11-243 0 0,4-17-173 0 0,103-357-3707 0 0,30 9 2410 0 0,-38 144 1234 0 0,-69 175 306 0 0,69-103 1 0 0,-76 135 106 0 0,-21 25 87 0 0,-1-1 1 0 0,1 0-1 0 0,0 0 0 0 0,0 0 1 0 0,0 0-1 0 0,0 1 1 0 0,0-1-1 0 0,0 1 0 0 0,0-1 1 0 0,0 1-1 0 0,0-1 1 0 0,1 1-1 0 0,-1-1 0 0 0,0 1 1 0 0,0 0-1 0 0,0 0 1 0 0,1-1-1 0 0,-1 1 0 0 0,0 0 1 0 0,0 0-1 0 0,0 0 1 0 0,1 1-1 0 0,-1-1 0 0 0,0 0 1 0 0,2 1-1 0 0,2 2 101 0 0,-1 0-1 0 0,-1 1 1 0 0,1-1-1 0 0,0 1 1 0 0,-1 0-1 0 0,0 0 0 0 0,0 0 1 0 0,0 0-1 0 0,-1 1 1 0 0,1-1-1 0 0,-1 1 1 0 0,0 0-1 0 0,0-1 1 0 0,0 1-1 0 0,-1 0 1 0 0,0 0-1 0 0,1 7 0 0 0,2 17 755 0 0,2 53-1 0 0,-5-62-574 0 0,-3 370 3551 0 0,1 2-1539 0 0,1-387-2290 0 0,11 158 360 0 0,-7-129-274 0 0,2 0 0 0 0,17 58 0 0 0,-23-90-116 0 0,1 0 1 0 0,-1 0-1 0 0,1 0 1 0 0,0-1 0 0 0,-1 1-1 0 0,1 0 1 0 0,0 0-1 0 0,0-1 1 0 0,0 1-1 0 0,0-1 1 0 0,1 1-1 0 0,-1-1 1 0 0,0 1-1 0 0,1-1 1 0 0,-1 0-1 0 0,1 0 1 0 0,-1 1-1 0 0,1-1 1 0 0,-1 0-1 0 0,1-1 1 0 0,0 1-1 0 0,0 0 1 0 0,-1 0-1 0 0,1-1 1 0 0,0 1-1 0 0,0-1 1 0 0,0 1-1 0 0,0-1 1 0 0,0 0-1 0 0,-1 0 1 0 0,1 0-1 0 0,0 0 1 0 0,0 0-1 0 0,0 0 1 0 0,2-1-1 0 0,3-1-460 0 0,0 0-1 0 0,0 0 1 0 0,-1-1-1 0 0,1 0 1 0 0,-1-1-1 0 0,1 0 1 0 0,-1 0-1 0 0,7-6 1 0 0,-3 2-1080 0 0,0-1 1 0 0,0 0-1 0 0,-1-1 0 0 0,0 0 1 0 0,12-20-1 0 0,-4 7-3202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1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161 119 700 0 0,'-17'-2'1999'0'0,"-13"-3"2457"0"0,0 1-1 0 0,-54 1 1 0 0,310-28-5856 0 0,0-15-3726 0 0,-220 45 4947 0 0,50-12-2803 0 0,2-1-993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17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333 214 2212 0 0,'-2'-19'12572'0'0,"2"19"-12479"0"0,-13 10 1693 0 0,-11 20-395 0 0,-3 17 671 0 0,-36 82 1 0 0,-9 57-1152 0 0,53-135-682 0 0,-58 188 364 0 0,49-144-250 0 0,21-77 98 0 0,6-28-255 0 0,9-33-241 0 0,231-547-952 0 0,-193 496 854 0 0,77-119-1 0 0,-118 205 113 0 0,0 1 0 0 0,1 0-1 0 0,0 1 1 0 0,11-11-1 0 0,-16 16 41 0 0,0 1 0 0 0,0-1 0 0 0,1 1 0 0 0,-1-1 0 0 0,0 1 0 0 0,0-1 0 0 0,0 1 0 0 0,1 0 0 0 0,-1-1 0 0 0,0 1 0 0 0,0 0 0 0 0,1 0 0 0 0,-1 0 0 0 0,0 0 0 0 0,0 0-1 0 0,1 0 1 0 0,-1 1 0 0 0,0-1 0 0 0,0 0 0 0 0,1 1 0 0 0,-1-1 0 0 0,0 0 0 0 0,0 1 0 0 0,0 0 0 0 0,0-1 0 0 0,0 1 0 0 0,1 0 0 0 0,-1-1 0 0 0,0 1 0 0 0,1 1 0 0 0,1 1 6 0 0,1 0 0 0 0,-1 1 0 0 0,0-1 0 0 0,0 0 0 0 0,0 1 0 0 0,4 7 0 0 0,2 10 77 0 0,-1-1 0 0 0,0 1 0 0 0,-2 0 0 0 0,0 1 0 0 0,-2-1 0 0 0,0 1-1 0 0,0 25 1 0 0,-4 156 1516 0 0,-42 187 921 0 0,13-174-1821 0 0,26-182-491 0 0,-2 13-2783 0 0,18-70-4615 0 0,-5-2-1226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1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180 112 2360 0 0,'-30'2'2265'0'0,"-116"5"9015"0"0,143-7-10278 0 0,31-7-619 0 0,102-23-225 0 0,57-14-2958 0 0,-64 11-5703 0 0,-103 26 4762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40 744 0 0,'0'0'708'0'0,"4"-29"7140"0"0,-4 29-7806 0 0,1 0 1 0 0,-1-1 0 0 0,0 1 0 0 0,0 0 0 0 0,0-1-1 0 0,0 1 1 0 0,-1-1 0 0 0,1 1 0 0 0,0 0 0 0 0,0-1-1 0 0,0 1 1 0 0,0-1 0 0 0,0 1 0 0 0,0 0 0 0 0,-1-1-1 0 0,1 1 1 0 0,0 0 0 0 0,0-1 0 0 0,0 1 0 0 0,-1 0-1 0 0,1-1 1 0 0,0 1 0 0 0,-1 0 0 0 0,1 0 0 0 0,0-1-1 0 0,0 1 1 0 0,-1 0 0 0 0,1 0 0 0 0,-1 0 0 0 0,1-1-1 0 0,0 1 1 0 0,-1 0 0 0 0,1 0 0 0 0,0 0 0 0 0,-1 0-1 0 0,1 0 1 0 0,-1 0 0 0 0,1 0 0 0 0,0 0 0 0 0,-1 0-1 0 0,1 0 1 0 0,-1 0 0 0 0,1 0 0 0 0,0 0 0 0 0,-1 0-1 0 0,1 0 1 0 0,0 0 0 0 0,-1 0 0 0 0,1 0 0 0 0,-1 1-1 0 0,-1 0 6 0 0,1 0-47 0 0,-3 3 2 0 0,3-2 172 0 0,-17 35-269 0 0,-60 110 461 0 0,-34 72-29 0 0,86-153-1270 0 0,24-59-104 0 0,0 0 1 0 0,1 0-1 0 0,0 0 0 0 0,0 10 1 0 0,1-8-2771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34 1648 0 0,'-15'14'13707'0'0,"14"-14"-13564"0"0,1 0 1 0 0,-1 0 0 0 0,1 0-1 0 0,-1 1 1 0 0,1-1-1 0 0,-1 0 1 0 0,1 1 0 0 0,-1-1-1 0 0,1 0 1 0 0,-1 1 0 0 0,1-1-1 0 0,-1 0 1 0 0,1 1-1 0 0,0-1 1 0 0,-1 1 0 0 0,1-1-1 0 0,0 1 1 0 0,-1-1 0 0 0,1 1-1 0 0,0-1 1 0 0,-1 1 0 0 0,1-1-1 0 0,0 1 1 0 0,0-1-1 0 0,0 1 1 0 0,0-1 0 0 0,0 1-1 0 0,0 0 1 0 0,-1-1 0 0 0,1 1-1 0 0,0-1 1 0 0,0 1 0 0 0,1-1-1 0 0,-1 1 1 0 0,0 0-1 0 0,0-1 1 0 0,0 1 0 0 0,0-1-1 0 0,1 2 1 0 0,4-2 77 0 0,257-34 1523 0 0,-144 15-3917 0 0,-2 5-7454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12 1212 0 0,'-136'67'15197'0'0,"134"-66"-14820"0"0,6 2 115 0 0,-4-3-483 0 0,0 0 1 0 0,0 0-1 0 0,0 1 1 0 0,1-1-1 0 0,-1 0 0 0 0,0 0 1 0 0,0 1-1 0 0,0-1 1 0 0,0 0-1 0 0,1 0 1 0 0,-1 0-1 0 0,0 1 0 0 0,0-1 1 0 0,0 0-1 0 0,1 0 1 0 0,-1 0-1 0 0,0 0 1 0 0,0 0-1 0 0,1 1 0 0 0,-1-1 1 0 0,0 0-1 0 0,0 0 1 0 0,1 0-1 0 0,-1 0 1 0 0,0 0-1 0 0,1 0 0 0 0,-1 0 1 0 0,0 0-1 0 0,0 0 1 0 0,1 0-1 0 0,-1 0 1 0 0,0 0-1 0 0,0 0 0 0 0,1 0 1 0 0,-1 0-1 0 0,0 0 1 0 0,0-1-1 0 0,1 1 1 0 0,225-37-1443 0 0,-74 3-6665 0 0,-98 19 2387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488 162 1084 0 0,'6'-15'8385'0'0,"-17"30"-8004"0"0,2 1-1 0 0,0 0 1 0 0,1 0 0 0 0,0 1-1 0 0,-7 25 1 0 0,0-1 104 0 0,-47 108 663 0 0,-5-4-1 0 0,-141 223 0 0 0,139-264 534 0 0,58-91 221 0 0,9-23-775 0 0,11-24-627 0 0,86-197-660 0 0,132-232 0 0 0,-166 360 37 0 0,83-107 0 0 0,-139 203 101 0 0,-4 4 14 0 0,0 1-1 0 0,1 0 1 0 0,-1 0-1 0 0,1-1 1 0 0,0 1-1 0 0,0 0 1 0 0,0 0 0 0 0,0 0-1 0 0,0 1 1 0 0,0-1-1 0 0,0 0 1 0 0,0 1-1 0 0,1 0 1 0 0,2-2-1 0 0,-3 3 9 0 0,-1-1 0 0 0,0 1 0 0 0,1 0 0 0 0,-1 0 0 0 0,0 0 0 0 0,0 0-1 0 0,1 0 1 0 0,-1 1 0 0 0,0-1 0 0 0,1 0 0 0 0,-1 1 0 0 0,0-1 0 0 0,0 1 0 0 0,1-1 0 0 0,-1 1-1 0 0,0-1 1 0 0,0 1 0 0 0,0 0 0 0 0,0-1 0 0 0,0 1 0 0 0,0 0 0 0 0,0 0 0 0 0,0 0 0 0 0,0 0-1 0 0,0 0 1 0 0,0 0 0 0 0,-1 0 0 0 0,1 0 0 0 0,0 1 0 0 0,-1-1 0 0 0,1 0 0 0 0,-1 0-1 0 0,1 0 1 0 0,-1 1 0 0 0,0-1 0 0 0,1 3 0 0 0,0 0 6 0 0,5 15 64 0 0,0 0 0 0 0,-2 0 0 0 0,0 0 0 0 0,1 35 0 0 0,-5 82 400 0 0,-1-101-346 0 0,-33 367 898 0 0,31-374-987 0 0,-29 220 502 0 0,31-239-3331 0 0,1-25-3897 0 0,1 6 2862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0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88 121 1420 0 0,'-4'0'2105'0'0,"-77"2"8765"0"0,78-2-9773 0 0,6-1-608 0 0,197-49 1754 0 0,-96 20-2022 0 0,-7 3-60 0 0,-50 13-291 0 0,-45 14-277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66 102 904 0 0,'-17'-2'4349'0'0,"-20"2"6629"0"0,35 0-10471 0 0,-8-3 14 0 0,15-1 285 0 0,20-4-179 0 0,-24 8-720 0 0,183-37 360 0 0,-80 18-227 0 0,11 0 96 0 0,-113 19-285 0 0,3 0-718 0 0,-1-1 0 0 0,1 1-1 0 0,-1-1 1 0 0,1-1 0 0 0,-1 1 0 0 0,8-3 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1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63 304 0 0,'0'-3'2496'0'0,"0"-40"11211"0"0,-2 26-9079 0 0,-8 53-3913 0 0,-7 45 0 0 0,1-3-235 0 0,-23 71-53 0 0,1-4-772 0 0,17-48-3614 0 0,17-55-1522 0 0,4-28 1220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6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83 680 0 0,'7'-19'11169'0'0,"-10"28"-11068"0"0,-146 343 3494 0 0,14-33-3218 0 0,73-175-397 0 0,25-61 3178 0 0,32-77-1464 0 0,2-14-1277 0 0,4-15-343 0 0,7-14-70 0 0,1-1 0 0 0,2 1 0 0 0,19-40 0 0 0,-20 52-33 0 0,40-100-227 0 0,69-120 1 0 0,-77 170 129 0 0,3 3 0 0 0,97-117 0 0 0,-141 186 117 0 0,1 1 1 0 0,0 0-1 0 0,0 0 1 0 0,0 0 0 0 0,0 1-1 0 0,1-1 1 0 0,-1 0-1 0 0,1 1 1 0 0,-1 0 0 0 0,1-1-1 0 0,-1 1 1 0 0,1 0-1 0 0,-1 0 1 0 0,1 0 0 0 0,4 0-1 0 0,-5 1 9 0 0,0 0-1 0 0,-1 0 0 0 0,1 0 1 0 0,0 1-1 0 0,0-1 0 0 0,0 0 1 0 0,0 1-1 0 0,0-1 0 0 0,-1 1 0 0 0,1 0 1 0 0,0 0-1 0 0,0 0 0 0 0,-1 0 1 0 0,1 0-1 0 0,-1 0 0 0 0,1 0 1 0 0,-1 0-1 0 0,1 0 0 0 0,-1 1 1 0 0,0-1-1 0 0,1 1 0 0 0,-1-1 1 0 0,1 3-1 0 0,5 7 17 0 0,-2-1 1 0 0,1 1-1 0 0,-1 0 1 0 0,-1 1-1 0 0,0-1 0 0 0,-1 1 1 0 0,0 0-1 0 0,0 0 1 0 0,0 15-1 0 0,0 16 207 0 0,-3 52 0 0 0,0-88-187 0 0,-7 80 516 0 0,-31 153 1 0 0,11-92-365 0 0,9-54-398 0 0,18-92-394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85 2572 0 0,'-2'0'2452'0'0,"-34"1"6870"0"0,22 0-6304 0 0,23-8-2545 0 0,5 2-336 0 0,1-1 0 0 0,-1 2 0 0 0,24-5 0 0 0,-2 1-204 0 0,106-21-3777 0 0,-73 17-2511 0 0,-38 5 640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7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223 198 2892 0 0,'16'-31'15745'0'0,"-18"47"-13508"0"0,-48 152-51 0 0,19-70-1849 0 0,-31 92-10 0 0,-6 22-70 0 0,66-204 231 0 0,0-1-1 0 0,-1 0 1 0 0,-6 12 0 0 0,8-18-208 0 0,1-1-261 0 0,-1 0 0 0 0,1 0 0 0 0,-1 0 0 0 0,1-1 1 0 0,-1 1-1 0 0,1 0 0 0 0,0-1 0 0 0,-1 1 0 0 0,1 0 0 0 0,-1-1 0 0 0,1 1 1 0 0,0 0-1 0 0,-1-1 0 0 0,1 1 0 0 0,0-1 0 0 0,-1 1 0 0 0,1-1 1 0 0,0 1-1 0 0,0-1 0 0 0,-1 1 0 0 0,1-1 0 0 0,0 1 0 0 0,0-1 0 0 0,0 1 1 0 0,0-1-1 0 0,0 0 0 0 0,0 1 0 0 0,0-1 0 0 0,0 1 0 0 0,0-2 1 0 0,0-22 145 0 0,0 17-107 0 0,1-23-180 0 0,2 0 0 0 0,0 0 0 0 0,11-40 0 0 0,32-86-527 0 0,-44 148 629 0 0,19-52-156 0 0,2 1 0 0 0,2 1 0 0 0,4 1 0 0 0,67-102 0 0 0,-84 142 124 0 0,2 0 0 0 0,28-28 0 0 0,-36 39 35 0 0,0 1 1 0 0,1 0-1 0 0,0 0 1 0 0,0 0-1 0 0,0 1 0 0 0,0 0 1 0 0,0 0-1 0 0,1 1 0 0 0,0 0 1 0 0,11-3-1 0 0,-16 5 12 0 0,0 1 1 0 0,1 0-1 0 0,-1-1 0 0 0,0 1 0 0 0,1 0 1 0 0,-1 1-1 0 0,0-1 0 0 0,0 0 1 0 0,1 1-1 0 0,-1 0 0 0 0,0 0 1 0 0,0 0-1 0 0,0 0 0 0 0,0 0 0 0 0,0 1 1 0 0,0-1-1 0 0,4 4 0 0 0,-3-2 25 0 0,1 1 0 0 0,-2 0 1 0 0,1 0-1 0 0,0 0 0 0 0,-1 1 0 0 0,0-1 0 0 0,0 1 0 0 0,0 0 0 0 0,3 8 0 0 0,0 2 132 0 0,-1 1 0 0 0,0-1 0 0 0,-2 1 0 0 0,0 0 0 0 0,0 0-1 0 0,-1 19 1 0 0,-2 0 250 0 0,-2 1 0 0 0,-1-1 0 0 0,-10 49 0 0 0,-35 103 258 0 0,22-95-585 0 0,-19 78 3 0 0,45-168-386 0 0,-3 6-533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7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126 194 600 0 0,'-126'-20'19261'0'0,"127"19"-19229"0"0,-1 0-1 0 0,1 0 1 0 0,0 0-1 0 0,0 0 1 0 0,0 0-1 0 0,0 0 1 0 0,-1 0-1 0 0,1 1 1 0 0,0-1-1 0 0,1 0 1 0 0,-1 0-1 0 0,0 1 1 0 0,1-1 0 0 0,179-50 422 0 0,26-10-739 0 0,-202 60 5 0 0,-1-1-1 0 0,1-1 1 0 0,-1 1 0 0 0,1-1-1 0 0,5-4 1 0 0,17-18-5064 0 0,-20 18 3386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8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22 2068 0 0,'18'-22'17348'0'0,"-55"107"-14617"0"0,-29 48-2231 0 0,-129 298-2146 0 0,191-418 896 0 0,-14 34-2889 0 0,6-17-2709 0 0,2-10-1512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60 2924 0 0,'-23'-9'9388'0'0,"0"-1"-1134"0"0,48 5-7996 0 0,71-8-290 0 0,48-5-2572 0 0,-44 14-8369 0 0,-83 4 6162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39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26 1672 0 0,'-130'84'16396'0'0,"128"-83"-16043"0"0,1 1 39 0 0,1-2-382 0 0,0 0 1 0 0,-1 0-1 0 0,1 0 0 0 0,0 0 0 0 0,0 0 1 0 0,0 1-1 0 0,0-1 0 0 0,0 0 1 0 0,0 0-1 0 0,0 0 0 0 0,-1 0 0 0 0,1 1 1 0 0,0-1-1 0 0,0 0 0 0 0,0 0 1 0 0,0 0-1 0 0,0 1 0 0 0,0-1 0 0 0,0 0 1 0 0,0 0-1 0 0,0 0 0 0 0,0 0 1 0 0,0 1-1 0 0,0-1 0 0 0,0 0 0 0 0,0 0 1 0 0,0 0-1 0 0,0 1 0 0 0,0-1 1 0 0,1 0-1 0 0,-1 0 0 0 0,0 0 0 0 0,0 1 1 0 0,0-1-1 0 0,0 0 0 0 0,0 0 1 0 0,0 0-1 0 0,0 0 0 0 0,1 1 0 0 0,16-1 89 0 0,1-1 0 0 0,-1-1 0 0 0,0 0 0 0 0,0-1-1 0 0,33-11 1 0 0,3 1-471 0 0,116-26-3456 0 0,-57 7-3764 0 0,-71 19 1971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0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298 280 816 0 0,'-1'-20'13898'0'0,"-7"31"-13301"0"0,2 1 1 0 0,-1 0-1 0 0,1 0 0 0 0,1 0 1 0 0,-7 25-1 0 0,-4 6 73 0 0,-145 362 1341 0 0,148-371-1920 0 0,-27 64 412 0 0,36-89 253 0 0,-4 7 695 0 0,8-16-1420 0 0,0 0 0 0 0,0 0 0 0 0,0 0-1 0 0,-1 1 1 0 0,1-1 0 0 0,0 0 0 0 0,0 0 0 0 0,0 0-1 0 0,0 0 1 0 0,0 0 0 0 0,-1 0 0 0 0,1 0 0 0 0,0 1 0 0 0,0-1-1 0 0,0 0 1 0 0,-1 0 0 0 0,1 0 0 0 0,0 0 0 0 0,0 0-1 0 0,0 0 1 0 0,0 0 0 0 0,-1 0 0 0 0,1 0 0 0 0,0 0-1 0 0,0 0 1 0 0,0 0 0 0 0,-1 0 0 0 0,1 0 0 0 0,0 0-1 0 0,0 0 1 0 0,0 0 0 0 0,-1 0 0 0 0,1 0 0 0 0,0-1-1 0 0,0 1 1 0 0,0 0 0 0 0,0 0 0 0 0,-1 0 0 0 0,1 0-1 0 0,0 0 1 0 0,0 0 0 0 0,0-1 0 0 0,0 1 0 0 0,0 0-1 0 0,-1 0 1 0 0,1 0 0 0 0,0 0 0 0 0,0 0 0 0 0,0-1 0 0 0,0 1-1 0 0,0 0 1 0 0,0 0 0 0 0,0 0 0 0 0,0-1 0 0 0,0 1-1 0 0,0 0 1 0 0,0-1 0 0 0,-1-2 15 0 0,0-1 0 0 0,1 0 0 0 0,-1 0 0 0 0,1 0 0 0 0,0 0 0 0 0,1 1 0 0 0,-1-1 0 0 0,1 0 0 0 0,-1 0 0 0 0,1 0 0 0 0,2-5 0 0 0,0-3 1 0 0,17-75-358 0 0,4 1 0 0 0,3 1 0 0 0,5 2 1 0 0,2 1-1 0 0,71-121 0 0 0,-79 161 240 0 0,1 1 0 0 0,1 1 0 0 0,57-59 1 0 0,-80 94 51 0 0,0 0 0 0 0,0 1 0 0 0,0 0 0 0 0,0 0 0 0 0,1 0 0 0 0,0 1 0 0 0,0 0 0 0 0,0 0 0 0 0,0 0 0 0 0,0 1 0 0 0,9-3 0 0 0,-12 5 17 0 0,1-1 1 0 0,-1 1-1 0 0,0 0 0 0 0,1 0 1 0 0,-1 0-1 0 0,0 0 0 0 0,1 0 1 0 0,-1 1-1 0 0,0 0 0 0 0,0-1 1 0 0,1 1-1 0 0,-1 1 0 0 0,0-1 1 0 0,0 0-1 0 0,0 1 0 0 0,0-1 1 0 0,0 1-1 0 0,-1 0 1 0 0,1 0-1 0 0,0 0 0 0 0,-1 0 1 0 0,1 1-1 0 0,2 3 0 0 0,4 5 126 0 0,-2 1 0 0 0,1 0-1 0 0,-2 0 1 0 0,1 0 0 0 0,-2 1-1 0 0,0 0 1 0 0,0 0 0 0 0,-1 0 0 0 0,-1 1-1 0 0,0-1 1 0 0,-1 1 0 0 0,0 0 0 0 0,-1 16-1 0 0,-2 22 385 0 0,-1-1-1 0 0,-12 60 1 0 0,12-98-499 0 0,-20 115 195 0 0,-6 42 8 0 0,23-134-2650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0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182 222 1884 0 0,'-179'-33'20714'0'0,"177"32"-20329"0"0,3-1-119 0 0,3-1-278 0 0,-1 0-1 0 0,1 0 0 0 0,0 0 0 0 0,1 0 0 0 0,-1 1 1 0 0,0-1-1 0 0,1 1 0 0 0,-1 0 0 0 0,1 1 0 0 0,0-1 1 0 0,7-1-1 0 0,4-2-225 0 0,71-25-1483 0 0,64-24-2328 0 0,-54 10-3403 0 0,-55 21 220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2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70 2548 0 0,'-7'-16'24178'0'0,"18"13"-24105"0"0,1 1-1 0 0,-1 0 1 0 0,1 1 0 0 0,17 0-1 0 0,18-1 65 0 0,295-35 542 0 0,-339 36-674 0 0,0 1 36 0 0,39-4-1818 0 0,-40 3 943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2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63 2692 0 0,'3'-6'2120'0'0,"0"0"1"0"0,-1 0-1 0 0,0-1 0 0 0,2-7 0 0 0,2-9 4927 0 0,-11 45-5571 0 0,-52 228 2651 0 0,-21 79-2827 0 0,71-300-2313 0 0,4-9-2754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2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88 404 0 0,'-2'-17'28018'0'0,"3"16"-27374"0"0,14-4-523 0 0,1 1 0 0 0,0 0 1 0 0,1 1-1 0 0,-1 1 0 0 0,23 0 0 0 0,9-1-41 0 0,48-6-110 0 0,63-7-2413 0 0,-57-6-7213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2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5 2472 0 0,'-28'-2'6733'0'0,"-5"1"5447"0"0,14 0-9122 0 0,17 3-2902 0 0,-1-1-1 0 0,1 1 1 0 0,0 0 0 0 0,-1 0-1 0 0,1 0 1 0 0,0 0 0 0 0,0 1-1 0 0,1-1 1 0 0,-1 0 0 0 0,0 1-1 0 0,1 0 1 0 0,-1-1 0 0 0,-1 6-1 0 0,-13 44 1294 0 0,9-27-1073 0 0,-48 238 1391 0 0,26-106-1640 0 0,-1-9-587 0 0,19-86-8955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3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22 1008 0 0,'-135'43'18648'0'0,"124"-36"-17607"0"0,11-6-1014 0 0,0-1 1 0 0,0 0 0 0 0,0 1 0 0 0,0-1-1 0 0,0 0 1 0 0,0 0 0 0 0,0 1-1 0 0,0-1 1 0 0,0 0 0 0 0,1 1 0 0 0,-1-1-1 0 0,0 0 1 0 0,0 0 0 0 0,0 1 0 0 0,0-1-1 0 0,0 0 1 0 0,0 0 0 0 0,1 1-1 0 0,-1-1 1 0 0,0 0 0 0 0,0 0 0 0 0,0 1-1 0 0,0-1 1 0 0,1 0 0 0 0,-1 0-1 0 0,0 0 1 0 0,0 0 0 0 0,1 1 0 0 0,-1-1-1 0 0,0 0 1 0 0,0 0 0 0 0,1 0-1 0 0,-1 0 1 0 0,0 0 0 0 0,1 0 0 0 0,-1 0-1 0 0,0 0 1 0 0,0 0 0 0 0,1 0-1 0 0,-1 0 1 0 0,0 0 0 0 0,1 0 0 0 0,-1 0-1 0 0,0 0 1 0 0,0 0 0 0 0,1 0-1 0 0,-1 0 1 0 0,0 0 0 0 0,1 0 0 0 0,47 4 588 0 0,92-4 0 0 0,55-16-344 0 0,-133 10-169 0 0,171-25 209 0 0,-77 8-545 0 0,-154 23-159 0 0,1-1-215 0 0,2 0 579 0 0,11-5-5754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0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1 196 0 0,'0'0'1932'0'0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3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70 120 2452 0 0,'-63'-20'14778'0'0,"61"17"-13849"0"0,2 3-900 0 0,0 0 1 0 0,-1 0-1 0 0,1 0 0 0 0,0 0 0 0 0,0 0 1 0 0,0 0-1 0 0,-1 0 0 0 0,1 0 0 0 0,0 0 1 0 0,0 0-1 0 0,0-1 0 0 0,-1 1 0 0 0,1 0 1 0 0,0 0-1 0 0,0 0 0 0 0,0 0 0 0 0,0-1 1 0 0,0 1-1 0 0,-1 0 0 0 0,1 0 1 0 0,0 0-1 0 0,0 0 0 0 0,0-1 0 0 0,0 1 1 0 0,0 0-1 0 0,0 0 0 0 0,0 0 0 0 0,0-1 1 0 0,0 1-1 0 0,0 0 0 0 0,0 0 0 0 0,0 0 1 0 0,0-1-1 0 0,0 1 0 0 0,0 0 0 0 0,0-1 1 0 0,7-3 106 0 0,1 0 1 0 0,-1 0-1 0 0,1 0 0 0 0,0 1 1 0 0,0 0-1 0 0,14-3 0 0 0,56-7 55 0 0,-45 8-96 0 0,270-31-174 0 0,-264 32-1627 0 0,-37 4 1120 0 0,22-4-2097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4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0 432 0 0,'-21'20'7433'0'0,"16"-9"-5940"0"0,1-1 1 0 0,0 1 0 0 0,-4 19-1 0 0,-5 73 2426 0 0,9-52-2855 0 0,-8 128 374 0 0,-4 37-1604 0 0,15-209-419 0 0,-1 0-1 0 0,0 1 1 0 0,0-1 0 0 0,0 0-1 0 0,-1 0 1 0 0,-4 8 0 0 0,4-11-691 0 0,0 1 1 0 0,0 0-1 0 0,-1-1 1 0 0,0 1-1 0 0,-4 4 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74 904 0 0,'-67'21'15055'0'0,"64"-20"-14054"0"0,-2 0-373 0 0,6 2-74 0 0,10 1-154 0 0,17-3-146 0 0,1-1 1 0 0,-1-1 0 0 0,42-9-1 0 0,-1 2-92 0 0,346-52 477 0 0,-410 59-1034 0 0,0-1 0 0 0,1 1-1 0 0,-1-1 1 0 0,0 0 0 0 0,-1 0 0 0 0,1-1 0 0 0,0 1-1 0 0,-1-1 1 0 0,6-5 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12 1660 0 0,'-51'8'10545'0'0,"39"-7"-6764"0"0,36 0-3604 0 0,0-1 0 0 0,0-1-1 0 0,34-6 1 0 0,-10 1-904 0 0,-35 5 172 0 0,49-4-1897 0 0,-21 3-3028 0 0,-25 2 405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4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2120 0 0,'-73'63'12132'0'0,"76"-62"-11695"0"0,-2 0-418 0 0,-1-1-1 0 0,1 1 0 0 0,-1-1 0 0 0,1 1 0 0 0,-1-1 0 0 0,1 0 0 0 0,-1 1 1 0 0,1-1-1 0 0,0 0 0 0 0,-1 1 0 0 0,1-1 0 0 0,0 0 0 0 0,-1 0 0 0 0,1 0 0 0 0,0 0 1 0 0,-1 0-1 0 0,1 0 0 0 0,0 0 0 0 0,0 0 0 0 0,37-5-645 0 0,41-12 1 0 0,-53 10-2418 0 0,26-12 0 0 0,-16 2-2263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5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283 165 2504 0 0,'-1'-2'2526'0'0,"-25"-18"6131"0"0,25 20-8591 0 0,1 0-1 0 0,-1 0 1 0 0,0 0-1 0 0,0 0 1 0 0,0 0-1 0 0,0 0 0 0 0,1 0 1 0 0,-1 0-1 0 0,0 1 1 0 0,0-1-1 0 0,1 0 1 0 0,-1 1-1 0 0,0-1 1 0 0,0 0-1 0 0,1 1 0 0 0,-1-1 1 0 0,-1 1-1 0 0,-7 26 823 0 0,0-1 0 0 0,-6 36 0 0 0,-7 21 225 0 0,-116 315 691 0 0,133-384-1659 0 0,-19 45 3634 0 0,23-59-3707 0 0,0-1 1 0 0,0 0-1 0 0,0 1 1 0 0,0-1-1 0 0,0 0 1 0 0,0 1-1 0 0,0-1 1 0 0,1 0-1 0 0,-1 0 1 0 0,0 0 0 0 0,0 0-1 0 0,1 0 1 0 0,-1 0-1 0 0,1 0 1 0 0,-1-1-1 0 0,-1-9 25 0 0,0 0 0 0 0,1 1-1 0 0,1-1 1 0 0,0 0 0 0 0,0 0-1 0 0,2-11 1 0 0,16-66-110 0 0,-13 64 15 0 0,11-46-78 0 0,3 2 0 0 0,3 0 1 0 0,3 1-1 0 0,2 1 1 0 0,4 2-1 0 0,40-64 0 0 0,-40 86-57 0 0,-29 39 117 0 0,1 0 1 0 0,-1 0 0 0 0,1 1 0 0 0,0-1-1 0 0,0 1 1 0 0,0 0 0 0 0,0-1-1 0 0,1 1 1 0 0,-1 1 0 0 0,7-4-1 0 0,-8 5 19 0 0,0 0 0 0 0,0 0 0 0 0,-1 0-1 0 0,1 0 1 0 0,0 0 0 0 0,0 0-1 0 0,0 0 1 0 0,0 1 0 0 0,0-1 0 0 0,0 1-1 0 0,0 0 1 0 0,0-1 0 0 0,-1 1 0 0 0,1 0-1 0 0,0 0 1 0 0,-1 0 0 0 0,1 0 0 0 0,0 0-1 0 0,-1 1 1 0 0,0-1 0 0 0,1 0 0 0 0,2 4-1 0 0,0-1 8 0 0,0 1 0 0 0,0 1-1 0 0,0-1 1 0 0,-1 0 0 0 0,5 10 0 0 0,4 17-29 0 0,-1 1 1 0 0,-1-1 0 0 0,-2 2 0 0 0,5 42-1 0 0,4 138-34 0 0,-13-141 190 0 0,-1 103-1736 0 0,-4-119-5181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5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59 170 880 0 0,'-58'-25'16902'0'0,"58"18"-15864"0"0,0 6-1013 0 0,0 1 0 0 0,0 0 0 0 0,0-1 0 0 0,0 1 0 0 0,0-1 0 0 0,0 1 0 0 0,0 0 0 0 0,0-1 0 0 0,0 1 0 0 0,0-1 0 0 0,0 1 0 0 0,0 0 0 0 0,1-1 0 0 0,-1 1 0 0 0,0-1 0 0 0,0 1 0 0 0,0 0 0 0 0,1-1 0 0 0,-1 1 0 0 0,0 0 0 0 0,1-1-1 0 0,-1 1 1 0 0,0 0 0 0 0,0 0 0 0 0,1-1 0 0 0,-1 1 0 0 0,0 0 0 0 0,1 0 0 0 0,-1-1 0 0 0,1 1 0 0 0,-1 0 0 0 0,0 0 0 0 0,1 0 0 0 0,-1 0 0 0 0,1 0 0 0 0,-1 0 0 0 0,1 0 0 0 0,15-8 12 0 0,0 2 0 0 0,1 0 0 0 0,-1 1 0 0 0,31-5-1 0 0,-25 5-365 0 0,102-21-2242 0 0,79-19-6016 0 0,-139 30 2525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5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219 222 892 0 0,'19'-16'11914'0'0,"-19"16"-11847"0"0,-1 14 1877 0 0,-20 88 3542 0 0,-19 50-2043 0 0,10-39-2127 0 0,-49 155 402 0 0,40-143-805 0 0,39-124-878 0 0,0 0 1 0 0,0 0 0 0 0,0 0 0 0 0,-1-1 0 0 0,1 1 0 0 0,0 0 0 0 0,-1 0 0 0 0,1 0 0 0 0,-1-1 0 0 0,1 1 0 0 0,-1 0 0 0 0,1-1 0 0 0,-1 1 0 0 0,1 0 0 0 0,-1-1 0 0 0,0 1-1 0 0,0 0-23 0 0,1-1 0 0 0,0 0 0 0 0,-1 0 0 0 0,1 0 0 0 0,0 0 0 0 0,-1 0 0 0 0,1 0 0 0 0,0 0 0 0 0,-1 0 0 0 0,1 0-1 0 0,0-1 1 0 0,0 1 0 0 0,-1 0 0 0 0,1 0 0 0 0,0 0 0 0 0,-1 0 0 0 0,1 0 0 0 0,0 0 0 0 0,0-1 0 0 0,-1 1 0 0 0,1 0 0 0 0,0 0-1 0 0,0 0 1 0 0,0-1 0 0 0,-1 1 0 0 0,1 0 0 0 0,0 0 0 0 0,0-1 0 0 0,-1 1 0 0 0,0-3-17 0 0,0 1 0 0 0,-1-1 0 0 0,1 1 0 0 0,0-1 0 0 0,0 0-1 0 0,0 0 1 0 0,1 1 0 0 0,-2-7 0 0 0,1-12-305 0 0,1-1 1 0 0,1 0-1 0 0,0 0 0 0 0,2 1 0 0 0,6-25 0 0 0,34-105-568 0 0,-38 135 824 0 0,27-79-155 0 0,4 0 0 0 0,4 2 0 0 0,4 3 0 0 0,65-101 0 0 0,-104 184 198 0 0,-1 0-1 0 0,2 0 1 0 0,-1 1 0 0 0,1-1 0 0 0,0 1-1 0 0,0 0 1 0 0,1 1 0 0 0,12-9 0 0 0,-16 12 15 0 0,-1 1 1 0 0,1 0 0 0 0,0 0-1 0 0,0 0 1 0 0,0 0-1 0 0,-1 0 1 0 0,1 1 0 0 0,0-1-1 0 0,0 1 1 0 0,0 0-1 0 0,0-1 1 0 0,0 2 0 0 0,0-1-1 0 0,0 0 1 0 0,0 0 0 0 0,0 1-1 0 0,0 0 1 0 0,0 0-1 0 0,-1-1 1 0 0,1 2 0 0 0,0-1-1 0 0,-1 0 1 0 0,1 0 0 0 0,0 1-1 0 0,-1 0 1 0 0,0-1-1 0 0,1 1 1 0 0,2 3 0 0 0,4 5 36 0 0,0-1 1 0 0,0 2 0 0 0,-1-1 0 0 0,-1 1 0 0 0,0 0-1 0 0,-1 0 1 0 0,0 1 0 0 0,0 0 0 0 0,-1 0 0 0 0,-1 1 0 0 0,6 24-1 0 0,-3 0 222 0 0,-1 1-1 0 0,2 70 1 0 0,-11-25 62 0 0,-3 0-1 0 0,-28 136 0 0 0,12-93-50 0 0,21-121-396 0 0,-6 44-1680 0 0,5-17-4085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99 968 0 0,'-95'-15'16848'0'0,"93"15"-16070"0"0,-9-3 1139 0 0,26 1-1597 0 0,1 0 0 0 0,30 0 0 0 0,-1 0-120 0 0,41-4-69 0 0,97-10-202 0 0,-63-7-3028 0 0,-84 10-635 0 0,-34 12 2866 0 0,0 0-1 0 0,0 0 1 0 0,12-11-4344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2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9 592 0 0,'2'-9'11490'0'0,"-9"27"-11306"0"0,0 0-1 0 0,-4 20 0 0 0,-4 9 29 0 0,-33 90-106 0 0,-28 76-72 0 0,29-71-3154 0 0,30-92-46 0 0,0-1-1128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4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54 411 1580 0 0,'-3'0'3364'0'0,"-38"7"5425"0"0,38-7-8611 0 0,-3 1 776 0 0,20-2-478 0 0,26-3 145 0 0,333-54 845 0 0,565-40-1026 0 0,1 38-343 0 0,-492 34-45 0 0,1639-81-279 0 0,-1819 97-58 0 0,477-25-2129 0 0,-632 23 514 0 0,-109 12 1205 0 0,-10-4-1932 0 0,6 3 2284 0 0,-1 1 0 0 0,1-1 0 0 0,0 1 0 0 0,-1-1 0 0 0,1 1 0 0 0,-1 0-1 0 0,1 0 1 0 0,-1 0 0 0 0,1 0 0 0 0,-4 0 0 0 0,4 0-59 0 0,-23 0-2887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4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263 430 880 0 0,'-34'2'1511'0'0,"-80"4"4467"0"0,111-6-5309 0 0,0 1-44 0 0,-46 4 5944 0 0,44-5-5733 0 0,-1 0 1 0 0,1 0-1 0 0,-1 0 0 0 0,1 0 0 0 0,-11-3 0 0 0,0-3 650 0 0,16 6-1469 0 0,0 0 0 0 0,0 0 0 0 0,0-1-1 0 0,0 1 1 0 0,0 0 0 0 0,0 0 0 0 0,0 0 0 0 0,0 0-1 0 0,0 0 1 0 0,0 0 0 0 0,0 0 0 0 0,0 0-1 0 0,-1-1 1 0 0,1 1 0 0 0,0 0 0 0 0,0 0 0 0 0,0 0-1 0 0,0 0 1 0 0,0 0 0 0 0,0 0 0 0 0,0-1-1 0 0,0 1 1 0 0,0 0 0 0 0,0 0 0 0 0,0 0 0 0 0,0 0-1 0 0,0 0 1 0 0,1 0 0 0 0,-1-1 0 0 0,0 1 0 0 0,0 0-1 0 0,0 0 1 0 0,0 0 0 0 0,0 0 0 0 0,0 0-1 0 0,0 0 1 0 0,0 0 0 0 0,0 0 0 0 0,0 0 0 0 0,0-1-1 0 0,0 1 1 0 0,1 0 0 0 0,-1 0 0 0 0,0 0-1 0 0,0 0 1 0 0,0 0 0 0 0,0 0 0 0 0,0 0 0 0 0,0 0-1 0 0,0 0 1 0 0,1 0 0 0 0,-1 0 0 0 0,0 0-1 0 0,0 0 1 0 0,37-9 247 0 0,-36 9-268 0 0,1048-139 50 0 0,8 51 52 0 0,-952 80-102 0 0,1978-114-2006 0 0,-1467 90 1277 0 0,706 1-5641 0 0,-1310 31 5890 0 0,0 0 1 0 0,0 1 0 0 0,14 3-1 0 0,-23-4-172 0 0,-6 10-2184 0 0,-13-5-4267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9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81 1956 0 0,'0'0'10621'0'0,"-3"1"-10101"0"0,-20 4 3853 0 0,19-3-4256 0 0,4-2-110 0 0,0 0 0 0 0,0 0 0 0 0,0 0 0 0 0,0 0 0 0 0,0 0 0 0 0,0 0 0 0 0,0 0 0 0 0,0 0 0 0 0,0 0 0 0 0,0 1 0 0 0,0-1 0 0 0,0 0 0 0 0,0 0 0 0 0,0 0 0 0 0,0 0 0 0 0,0 0 0 0 0,0 0 0 0 0,0 0 0 0 0,0 0 0 0 0,0 0 1 0 0,0 0-1 0 0,0 0 0 0 0,0 0 0 0 0,0 0 0 0 0,0 0 0 0 0,0 1 0 0 0,0-1 0 0 0,0 0 0 0 0,0 0 0 0 0,0 0 0 0 0,0 0 0 0 0,0 0 0 0 0,0 0 0 0 0,0 0 0 0 0,0 0 0 0 0,0 0 0 0 0,0 0 0 0 0,0 0 0 0 0,0 0 0 0 0,0 0 0 0 0,0 0 0 0 0,0 1 0 0 0,0-1 0 0 0,0 0 0 0 0,0 0 0 0 0,0 0 0 0 0,0 0 0 0 0,0 0 0 0 0,-1 0 0 0 0,1 0 0 0 0,0 0 0 0 0,0 0 0 0 0,0 0 0 0 0,0 0 0 0 0,0 0 0 0 0,0 0 0 0 0,0 0 0 0 0,0 0 0 0 0,44 1 106 0 0,0-1-1 0 0,79-12 1 0 0,-32 2-71 0 0,1072-51 117 0 0,7 51-1291 0 0,-1167 10 879 0 0,12 3-3705 0 0,-27 1 2136 0 0,-29 3-3231 0 0,20-6 1135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4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159 176 1100 0 0,'-135'15'10140'0'0,"132"-15"-9635"0"0,-17 3 311 0 0,19 0-368 0 0,12 0-312 0 0,2-3-4 0 0,0 0 0 0 0,0 0 0 0 0,0-1 0 0 0,17-4-1 0 0,3 0-18 0 0,1051-105 667 0 0,-449 72-677 0 0,-74 2 1138 0 0,-507 34-688 0 0,-51 2-513 0 0,0-1-1 0 0,42 0 243 0 0,-42 1-252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0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61 256 0 0,'-3'0'3846'0'0,"-48"-10"5749"0"0,49 10-9189 0 0,43-2 58 0 0,-24 1-556 0 0,247-20 728 0 0,-90 1-6105 0 0,-157 17 2406 0 0,-1-1-1112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0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0 320 0 0,'-2'1'2454'0'0,"-4"2"-874"0"0,0 0-1 0 0,1 1 1 0 0,-1-1 0 0 0,1 1-1 0 0,-7 7 1 0 0,8-7-1119 0 0,0 1 1 0 0,0 0-1 0 0,1 0 0 0 0,-1 0 1 0 0,1 1-1 0 0,0-1 1 0 0,1 1-1 0 0,-1 0 1 0 0,-1 9-1 0 0,-41 175 1718 0 0,12-41-1872 0 0,22-104-438 0 0,-20 62-2609 0 0,26-93 595 0 0,-1-1 0 0 0,-1 0 0 0 0,-7 13 0 0 0,3-9-3352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1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47 190 1788 0 0,'-26'6'9003'0'0,"6"2"-4014"0"0,22-8-4626 0 0,16 0-35 0 0,0-1 0 0 0,-1 0 1 0 0,1-1-1 0 0,26-8 0 0 0,-9 3-137 0 0,495-114 546 0 0,-343 65 1382 0 0,-185 56-2302 0 0,16-5-2274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257 317 316 0 0,'-1'-29'8291'0'0,"-5"-42"0"0"0,6 71-8247 0 0,0 0 0 0 0,0-1 0 0 0,0 1 0 0 0,0 0 0 0 0,0 0 0 0 0,0-1 1 0 0,0 1-1 0 0,0 0 0 0 0,0 0 0 0 0,0-1 0 0 0,0 1 0 0 0,0 0 0 0 0,0 0 0 0 0,0-1 0 0 0,0 1 0 0 0,0 0 0 0 0,0 0 0 0 0,0-1 0 0 0,0 1 0 0 0,-1 0 0 0 0,1 0 0 0 0,0 0 0 0 0,0-1 0 0 0,0 1 0 0 0,0 0 0 0 0,-1 0 0 0 0,1 0 0 0 0,0 0 0 0 0,0-1 0 0 0,0 1 1 0 0,-1 0-1 0 0,1 0 0 0 0,0 0 0 0 0,0 0 0 0 0,-1 0 0 0 0,1 0 0 0 0,0 0 0 0 0,0 0 0 0 0,0 0 0 0 0,-1 0 0 0 0,1 0 0 0 0,-9 8 421 0 0,-4 18-245 0 0,-143 394 1201 0 0,124-328-1313 0 0,20-53-90 0 0,-1 2 1285 0 0,4-18 2475 0 0,8-46-2634 0 0,9-26-974 0 0,3 0 0 0 0,22-65 0 0 0,46-93-777 0 0,-55 149 496 0 0,-5 9-13 0 0,2 1 0 0 0,2 1 1 0 0,2 1-1 0 0,36-48 0 0 0,-58 90 115 0 0,33-39-123 0 0,-33 40 113 0 0,1 0-1 0 0,-1 0 1 0 0,1 0-1 0 0,0 0 1 0 0,0 1-1 0 0,0-1 1 0 0,0 1-1 0 0,0 0 1 0 0,5-1-1 0 0,-7 2 17 0 0,-1 1 0 0 0,1 0 0 0 0,-1 0 0 0 0,1 0 0 0 0,-1 0 0 0 0,1 1 0 0 0,-1-1 0 0 0,1 0 0 0 0,-1 1 0 0 0,1-1 0 0 0,-1 0 0 0 0,1 1 0 0 0,-1 0 0 0 0,0-1 0 0 0,1 1 0 0 0,-1 0 0 0 0,0 0 1 0 0,1 0-1 0 0,-1 0 0 0 0,0 0 0 0 0,0 0 0 0 0,1 2 0 0 0,20 26-2 0 0,-14-15 44 0 0,-1 1 0 0 0,-1 0 0 0 0,0 0 0 0 0,-2 1 0 0 0,1-1 0 0 0,1 19 0 0 0,8 97 223 0 0,-20 173 193 0 0,0-206-390 0 0,-2 35-1911 0 0,9-125-1755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108 189 1408 0 0,'-80'-15'16099'0'0,"66"12"-14287"0"0,11 2-1301 0 0,0 1 40 0 0,3 0-523 0 0,0 0-1 0 0,-1 0 1 0 0,1 0-1 0 0,0 0 1 0 0,0 0 0 0 0,-1 0-1 0 0,1-1 1 0 0,0 1-1 0 0,-1 0 1 0 0,1 0 0 0 0,0 0-1 0 0,0 0 1 0 0,-1 0-1 0 0,1 0 1 0 0,0 0-1 0 0,-1-1 1 0 0,1 1 0 0 0,0 0-1 0 0,0 0 1 0 0,0 0-1 0 0,-1 0 1 0 0,1-1 0 0 0,0 1-1 0 0,0 0 1 0 0,0 0-1 0 0,-1-1 1 0 0,1 1-1 0 0,0 0 1 0 0,0-1 0 0 0,3-2 6 0 0,0-1 1 0 0,1 1-1 0 0,0 0 1 0 0,-1 0 0 0 0,1 0-1 0 0,0 0 1 0 0,1 1 0 0 0,-1 0-1 0 0,0 0 1 0 0,5-2-1 0 0,55-17-146 0 0,-42 15-118 0 0,37-13-1128 0 0,72-22-2605 0 0,-44 11-3124 0 0,-49 15 652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2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145 138 208 0 0,'0'-19'4280'0'0,"-1"0"1"0"0,0 0-1 0 0,-1 0 1 0 0,-9-34-1 0 0,7 45-2762 0 0,-1 13-1082 0 0,3-4-528 0 0,-1 6 120 0 0,0-1-1 0 0,0 1 0 0 0,1 0 1 0 0,0 0-1 0 0,0 0 0 0 0,0 0 1 0 0,1 0-1 0 0,0 8 0 0 0,-5 16 49 0 0,-12 45 8 0 0,-42 153 293 0 0,45-177-170 0 0,15-50-217 0 0,-1 12 61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2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78 2316 0 0,'-11'-3'15044'0'0,"12"1"-14938"0"0,1 0 0 0 0,0 1 0 0 0,-1-1 0 0 0,1 0 0 0 0,0 1 0 0 0,0-1 0 0 0,0 1 0 0 0,1 0 0 0 0,-1-1 0 0 0,0 1 0 0 0,0 0 0 0 0,1 0 0 0 0,4-1-1 0 0,36-9 194 0 0,110-15-1403 0 0,-51 14-5260 0 0,-84 10 2582 0 0,-3-1-1706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55 2008 0 0,'-113'57'15796'0'0,"112"-57"-15740"0"0,0 0 0 0 0,1 0 0 0 0,-1 1 0 0 0,0-1 0 0 0,0 1 0 0 0,1-1 0 0 0,-1 0 0 0 0,0 1 0 0 0,0-1 0 0 0,1 1 0 0 0,-1-1 0 0 0,1 1 0 0 0,-1 0 0 0 0,1-1 0 0 0,-1 1 0 0 0,1 0 0 0 0,-1-1 0 0 0,0 2 0 0 0,1-1-37 0 0,0-1 1 0 0,0 0-1 0 0,0 1 1 0 0,0-1-1 0 0,0 0 0 0 0,0 1 1 0 0,1-1-1 0 0,-1 1 1 0 0,0-1-1 0 0,0 0 0 0 0,0 1 1 0 0,0-1-1 0 0,1 0 0 0 0,-1 1 1 0 0,0-1-1 0 0,0 0 1 0 0,1 1-1 0 0,-1-1 0 0 0,0 0 1 0 0,1 0-1 0 0,-1 1 1 0 0,0-1-1 0 0,1 0 0 0 0,-1 0 1 0 0,1 1-1 0 0,24 7 277 0 0,12-7-167 0 0,0-2-1 0 0,67-10 0 0 0,-40 2-77 0 0,274-33-1510 0 0,-115 0-3764 0 0,-145 18-800 0 0,-47 14 1028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4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293 235 1220 0 0,'0'-2'2382'0'0,"-15"-40"8799"0"0,3 57-10040 0 0,-45 158 1622 0 0,32-94-2289 0 0,-89 243 517 0 0,60-177-572 0 0,44-118 1103 0 0,9-25-1009 0 0,-4 5 522 0 0,14-49-878 0 0,1 1 0 0 0,2 1 0 0 0,19-41 0 0 0,59-116-762 0 0,-69 154 599 0 0,39-70-166 0 0,4 3 0 0 0,109-142 1 0 0,-171 248 153 0 0,1 0 1 0 0,0 1-1 0 0,0-1 1 0 0,1 1 0 0 0,-1 0-1 0 0,1-1 1 0 0,-1 1-1 0 0,1 1 1 0 0,0-1-1 0 0,0 1 1 0 0,9-4-1 0 0,-12 5 18 0 0,0 1 0 0 0,0 0 0 0 0,1 0 0 0 0,-1 0 0 0 0,0 0 0 0 0,1 0-1 0 0,-1 1 1 0 0,0-1 0 0 0,0 0 0 0 0,1 1 0 0 0,-1-1 0 0 0,0 0 0 0 0,0 1-1 0 0,0-1 1 0 0,0 1 0 0 0,1 0 0 0 0,-1-1 0 0 0,0 1 0 0 0,0 0 0 0 0,0 0-1 0 0,0 0 1 0 0,-1 0 0 0 0,1 0 0 0 0,0 0 0 0 0,0 0 0 0 0,1 2 0 0 0,15 29-11 0 0,-9-8 55 0 0,-2 0 0 0 0,0 1-1 0 0,-2-1 1 0 0,0 1-1 0 0,-1 38 1 0 0,-11 129 326 0 0,2-106-286 0 0,-16 184 160 0 0,18-206-2478 0 0,5-53-1390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4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109 178 744 0 0,'-83'-20'18096'0'0,"81"20"-17419"0"0,-10-4 701 0 0,1 1-472 0 0,11 3-899 0 0,0-1 0 0 0,1 1 0 0 0,-1 0 0 0 0,0-1 0 0 0,1 1 0 0 0,-1-1 0 0 0,0 1 0 0 0,1 0 0 0 0,-1-1 0 0 0,1 1 0 0 0,-1 0 0 0 0,1-1 0 0 0,-1 1 0 0 0,1 0 0 0 0,-1-1 0 0 0,1 1 0 0 0,-1 0 0 0 0,1 0 0 0 0,-1 0 0 0 0,1 0 0 0 0,-1 0 0 0 0,1-1 0 0 0,-1 1 0 0 0,1 0 0 0 0,0 0 0 0 0,198-49-515 0 0,-64 18-2879 0 0,-44 4-745 0 0,-30 5-1734 0 0,-27 7 180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4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55 160 20 0 0,'-2'-1'2787'0'0,"-46"-34"12398"0"0,47 35-15155 0 0,1 0 0 0 0,0 0-1 0 0,-1 0 1 0 0,1-1-1 0 0,0 1 1 0 0,0 0 0 0 0,-1 0-1 0 0,1-1 1 0 0,0 1-1 0 0,0 0 1 0 0,0-1 0 0 0,0 1-1 0 0,-1 0 1 0 0,1-1 0 0 0,0 1-1 0 0,0 0 1 0 0,0-1-1 0 0,0 1 1 0 0,0 0 0 0 0,0-1-1 0 0,0 1 1 0 0,0 0 0 0 0,0-1-1 0 0,0 1 1 0 0,0-1-1 0 0,10-4 62 0 0,0 0 0 0 0,0 1-1 0 0,1 0 1 0 0,0 0-1 0 0,0 1 1 0 0,0 0-1 0 0,19-1 1 0 0,-2-1-86 0 0,16-5-715 0 0,82-19-3141 0 0,-44 1-3529 0 0,-54 17 2233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4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53 528 0 0,'0'-52'19695'0'0,"-6"77"-19531"0"0,-65 287 2318 0 0,65-291-2399 0 0,-1 5-398 0 0,-19 70-1729 0 0,16-65-2284 0 0,0-1-3568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5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58 1844 0 0,'-37'-5'21692'0'0,"37"5"-21626"0"0,0 0-1 0 0,0 0 0 0 0,0 0 1 0 0,0-1-1 0 0,0 1 1 0 0,0 0-1 0 0,0 0 1 0 0,0-1-1 0 0,0 1 0 0 0,0 0 1 0 0,0 0-1 0 0,0-1 1 0 0,0 1-1 0 0,1 0 1 0 0,-1 0-1 0 0,0 0 1 0 0,0-1-1 0 0,0 1 0 0 0,0 0 1 0 0,0 0-1 0 0,0 0 1 0 0,1-1-1 0 0,-1 1 1 0 0,0 0-1 0 0,0 0 0 0 0,0 0 1 0 0,1 0-1 0 0,-1 0 1 0 0,0-1-1 0 0,0 1 1 0 0,0 0-1 0 0,1 0 1 0 0,-1 0-1 0 0,0 0 0 0 0,7-2 39 0 0,227-14 115 0 0,-77 1-5797 0 0,-156 14 5529 0 0,36-4-3747 0 0,-13-2-4349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5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0 2212 0 0,'-3'1'4715'0'0,"-5"-1"-3411"0"0,-20 4 8085 0 0,22-4-9527 0 0,3 0 606 0 0,-13 18 1679 0 0,3 18-902 0 0,2 0 1 0 0,1 1-1 0 0,-5 47 1 0 0,4-26-723 0 0,-51 273 696 0 0,38-190-5697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1872 0 0,'-112'32'18665'0'0,"110"-31"-18111"0"0,0-1-67 0 0,-10 7 745 0 0,11-2-361 0 0,3-4-786 0 0,-1 0 0 0 0,1 0 1 0 0,-1-1-1 0 0,1 1 0 0 0,-1 0 0 0 0,1-1 0 0 0,0 1 0 0 0,0-1 0 0 0,-1 1 1 0 0,4-1-1 0 0,53 6 475 0 0,673-21 536 0 0,-686 11-1062 0 0,127-4-200 0 0,-170 8 75 0 0,8-2-2275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9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305 258 2536 0 0,'20'-19'10645'0'0,"-9"16"-6040"0"0,-13 20-4148 0 0,-115 282 2033 0 0,62-168-1875 0 0,19-45-192 0 0,-19 46 111 0 0,53-125-467 0 0,-7 19 310 0 0,-1-1 1 0 0,-14 25-1 0 0,24-49-283 0 0,0-1-1 0 0,-1 1 1 0 0,1 0 0 0 0,0 0-1 0 0,-1 0 1 0 0,1-1-1 0 0,-1 1 1 0 0,1 0 0 0 0,-1-1-1 0 0,0 1 1 0 0,1-1 0 0 0,-1 1-1 0 0,0 0 1 0 0,1-1-1 0 0,-1 1 1 0 0,0-1 0 0 0,1 0-1 0 0,-1 1 1 0 0,0-1 0 0 0,0 0-1 0 0,0 1 1 0 0,0-1-1 0 0,0 0-61 0 0,1 0-1 0 0,-1-1 1 0 0,1 1-1 0 0,-1 0 1 0 0,1-1-1 0 0,-1 1 1 0 0,1-1-1 0 0,-1 1 0 0 0,1-1 1 0 0,-1 1-1 0 0,1-1 1 0 0,0 1-1 0 0,-1-1 1 0 0,1 1-1 0 0,0-1 1 0 0,0 1-1 0 0,-1-1 0 0 0,1 0 1 0 0,0 1-1 0 0,0-1 1 0 0,0 1-1 0 0,0-2 1 0 0,-2-4-10 0 0,1-1 0 0 0,1 0 0 0 0,-1-13 1 0 0,5-19-122 0 0,0 1 1 0 0,18-64 0 0 0,32-72-209 0 0,-46 152 285 0 0,28-79-94 0 0,4 2 1 0 0,4 2 0 0 0,97-155-1 0 0,-139 248 93 0 0,1-1-1 0 0,0 2 1 0 0,0-1 0 0 0,0 0-1 0 0,0 1 1 0 0,1-1-1 0 0,-1 1 1 0 0,1 0-1 0 0,0 0 1 0 0,7-4-1 0 0,-9 6 21 0 0,-1 1 1 0 0,1-1-1 0 0,-1 1 0 0 0,1 0 0 0 0,-1 0 0 0 0,1-1 0 0 0,0 1 0 0 0,-1 0 0 0 0,1 1 1 0 0,-1-1-1 0 0,1 0 0 0 0,-1 0 0 0 0,1 1 0 0 0,0-1 0 0 0,-1 1 0 0 0,1-1 1 0 0,-1 1-1 0 0,0-1 0 0 0,2 2 0 0 0,1 0-8 0 0,0 0 0 0 0,-1 1 0 0 0,1-1 0 0 0,-1 1 1 0 0,5 4-1 0 0,1 5 48 0 0,-1-1 0 0 0,0 1 0 0 0,-1 0 0 0 0,0 1 1 0 0,-1 0-1 0 0,0 0 0 0 0,-1 0 0 0 0,0 1 1 0 0,-1 0-1 0 0,-1-1 0 0 0,0 2 0 0 0,0 14 0 0 0,1 16 390 0 0,-3 0 0 0 0,-5 67-1 0 0,-9-6 113 0 0,-5 1 0 0 0,-33 105 0 0 0,35-147-363 0 0,-1 2-932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131 190 216 0 0,'-131'-6'20564'0'0,"146"-3"-20341"0"0,144-49-1886 0 0,-158 58 1632 0 0,118-54-4857 0 0,-42 16-1186 0 0,-33 13 131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4:59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123 150 1244 0 0,'5'-29'6934'0'0,"-2"-1"-1"0"0,1-45 850 0 0,-5 63-6747 0 0,-1 9-1019 0 0,0 10 20 0 0,-3 22 85 0 0,3-15-34 0 0,-18 77 295 0 0,-37 102 0 0 0,41-144-352 0 0,-7 32-1456 0 0,21-70-1776 0 0,0 0 1 0 0,0 20-1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0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23 1140 0 0,'-16'2'13886'0'0,"3"-1"-11224"0"0,16 0-2552 0 0,17 1-225 0 0,0-1 1 0 0,-1-1-1 0 0,1 0 0 0 0,0-2 1 0 0,32-6-1 0 0,-2 1-1449 0 0,13 0-1654 0 0,-21 4-2036 0 0,-18 1 584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0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9 152 0 0,'-106'67'14639'0'0,"64"-42"-10444"0"0,40-24-3568 0 0,3-1-606 0 0,0 1-1 0 0,0 0 0 0 0,0-1 1 0 0,0 0-1 0 0,0 1 1 0 0,1-1-1 0 0,-1 0 1 0 0,0 1-1 0 0,0-1 0 0 0,0 0 1 0 0,0 0-1 0 0,0 0 1 0 0,0 0-1 0 0,1 0 0 0 0,-1 0 1 0 0,0 0-1 0 0,0 0 1 0 0,2-1-1 0 0,152-31-1026 0 0,1-6-4100 0 0,-69 17-252 0 0,-31 7-769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1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298 172 228 0 0,'-23'-47'17182'0'0,"21"44"-16537"0"0,-3-3 111 0 0,5 6-736 0 0,0 0 0 0 0,-1 0 0 0 0,1 0 0 0 0,0 0 0 0 0,-1 1 0 0 0,1-1 0 0 0,0 0 0 0 0,0 0 0 0 0,-1 0 0 0 0,1 0 0 0 0,0 0 0 0 0,0 1 0 0 0,-1-1 0 0 0,1 0 0 0 0,0 0 0 0 0,0 0 0 0 0,0 1-1 0 0,-1-1 1 0 0,1 0 0 0 0,0 0 0 0 0,0 1 0 0 0,0-1 0 0 0,0 0 0 0 0,-1 1 0 0 0,1-1 0 0 0,0 0 0 0 0,0 0 0 0 0,0 1 0 0 0,0-1 0 0 0,0 0 0 0 0,0 1 0 0 0,0-1 0 0 0,0 0 0 0 0,0 1 0 0 0,-46 159 2649 0 0,5-11-1234 0 0,-125 314 2065 0 0,165-461-2974 0 0,0 2 293 0 0,-2-8-358 0 0,0-13-212 0 0,14-45-473 0 0,4 2 1 0 0,37-102 0 0 0,64-110-708 0 0,-113 266 922 0 0,21-44-111 0 0,2 2 1 0 0,36-52-1 0 0,-44 72 69 0 0,-13 19 23 0 0,0 0 1 0 0,1 1-1 0 0,0-1 0 0 0,1 1 1 0 0,-1 0-1 0 0,1 1 0 0 0,1 0 1 0 0,0 0-1 0 0,15-10 0 0 0,-22 16 23 0 0,1 0 0 0 0,-1 1 0 0 0,1 0 0 0 0,-1-1 0 0 0,1 1 0 0 0,0 0 0 0 0,-1 0 0 0 0,1 0 0 0 0,0 0 0 0 0,-1 0 0 0 0,1 0 0 0 0,0 0 0 0 0,-1 1 0 0 0,1-1 0 0 0,-1 0 0 0 0,1 1 0 0 0,-1 0 0 0 0,4 1 0 0 0,23 17 2 0 0,-22-12 43 0 0,0-1 0 0 0,-1 2 0 0 0,0-1 0 0 0,0 0-1 0 0,0 1 1 0 0,-1 0 0 0 0,0 0 0 0 0,-1 1-1 0 0,1-1 1 0 0,-2 0 0 0 0,3 10 0 0 0,1 9 231 0 0,-2 0 0 0 0,2 35 1 0 0,-5-18 255 0 0,-1 0-1 0 0,-9 60 1 0 0,-24 85 219 0 0,29-169-724 0 0,-46 195 633 0 0,49-213-707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1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97 110 1052 0 0,'-85'0'16235'0'0,"82"0"-15583"0"0,-6 1 2594 0 0,96-9-3061 0 0,-1-5 0 0 0,118-31-1 0 0,-193 40-921 0 0,0 0-1 0 0,0-1 1 0 0,0 0-1 0 0,10-7 1 0 0,-2-4-3009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1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3080 0 0,'7'-32'19287'0'0,"-5"31"-19146"0"0,-1 0-1 0 0,0 0 1 0 0,0-1-1 0 0,1 1 0 0 0,-1 1 1 0 0,0-1-1 0 0,1 0 0 0 0,-1 0 1 0 0,1 0-1 0 0,-1 1 0 0 0,1-1 1 0 0,1 0-1 0 0,36-10 319 0 0,71-9 0 0 0,-70 14-1996 0 0,0-2 0 0 0,43-14 0 0 0,-66 17 92 0 0,15-7-2460 0 0,-11 2-1663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2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53 2824 0 0,'7'-32'10652'0'0,"-3"11"-1838"0"0,-16 49-5904 0 0,-56 218 1280 0 0,39-124-3767 0 0,10-49-233 0 0,-22 77-1902 0 0,31-121-3225 0 0,-18 37 1 0 0,19-50-1276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2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69 36 0 0,'7'-49'9165'0'0,"-2"29"-4536"0"0,-5 30-3718 0 0,-14 160 2213 0 0,-37 172 0 0 0,-59 161-1057 0 0,-78 185 451 0 0,65-325-1690 0 0,112-335-772 0 0,-12 40-214 0 0,42-117-16991 0 0,-6 23 10402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8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0 290 948 0 0,'7'12'16139'0'0,"-2"-9"-15776"0"0,56-12 841 0 0,61-17-1 0 0,-40 8-953 0 0,1003-130 214 0 0,11 91-463 0 0,-633 39 10 0 0,335-10 39 0 0,-3 32-22 0 0,-556 5-11 0 0,760 38-6 0 0,-736-31-3 0 0,220 17-10 0 0,-174-14 9 0 0,-133-9-2 0 0,92-1 22 0 0,-173-6 4 0 0,-92-3-27 0 0,1 0-6 0 0,11 0 5 0 0,18 0-22 0 0,-30 0 17 0 0,1 0-7 0 0,-3 0 0 0 0,1 0 1 0 0,-1 0 0 0 0,1 0 0 0 0,-1 1 0 0 0,0-1-1 0 0,1 0 1 0 0,-1 1 0 0 0,0-1 0 0 0,1 1-1 0 0,-1-1 1 0 0,0 1 0 0 0,0-1 0 0 0,2 2 0 0 0,-2 3 5 0 0,0 0 0 0 0,0 0 0 0 0,0 1 1 0 0,-1-1-1 0 0,0 0 0 0 0,0 0 1 0 0,0 1-1 0 0,-1-1 0 0 0,-2 9 0 0 0,2-2 13 0 0,-8 36 70 0 0,-1 0-1 0 0,-18 47 1 0 0,9-30 97 0 0,-71 240 360 0 0,-113 460-226 0 0,116-333-55 0 0,16-149 802 0 0,57-228-648 0 0,13-54-731 0 0,-8 15-6397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09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3 178 1412 0 0,'-3'-5'18305'0'0,"271"-5"-18074"0"0,-41 1 19 0 0,-110 7-114 0 0,788-8 707 0 0,-2 31-595 0 0,-368-11-187 0 0,0-22-8 0 0,99 0-16 0 0,637-2-2 0 0,-51-34 31 0 0,-470-18-748 0 0,-702 59 314 0 0,-7 2 89 0 0,70 0 0 0 0,-71 3 230 0 0,7 0-1687 0 0,-45 2 1214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10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1320 0 0,'0'0'6243'0'0,"-10"8"-4386"0"0,-4 3-5772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11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0 684 0 0,'0'0'7712'0'0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4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68 196 0 0,'16'-29'17918'0'0,"-22"45"-17296"0"0,-168 482 3787 0 0,116-327-3971 0 0,-50 137-29 0 0,98-286 53 0 0,10-29-179 0 0,13-36-99 0 0,-13 41-190 0 0,249-672-1073 0 0,-248 674 1078 0 0,64-145-139 0 0,-52 119 102 0 0,2 1 0 0 0,0 0-1 0 0,26-30 1 0 0,-36 49 33 0 0,0 1 0 0 0,0-1-1 0 0,0 1 1 0 0,1 1 0 0 0,0-1-1 0 0,0 1 1 0 0,9-6 0 0 0,-13 9 4 0 0,0 0 0 0 0,0 1 1 0 0,1-1-1 0 0,-1 0 0 0 0,0 0 1 0 0,0 1-1 0 0,1 0 1 0 0,-1-1-1 0 0,0 1 0 0 0,0 0 1 0 0,1 0-1 0 0,-1 0 0 0 0,0 0 1 0 0,1 1-1 0 0,-1-1 0 0 0,0 1 1 0 0,0-1-1 0 0,1 1 0 0 0,-1 0 1 0 0,0-1-1 0 0,0 1 0 0 0,0 1 1 0 0,0-1-1 0 0,0 0 0 0 0,0 0 1 0 0,0 1-1 0 0,2 1 0 0 0,2 5 97 0 0,0-1 0 0 0,0 1-1 0 0,0 0 1 0 0,-1 0 0 0 0,-1 0-1 0 0,1 1 1 0 0,-1 0-1 0 0,-1 0 1 0 0,0 0 0 0 0,0 0-1 0 0,-1 1 1 0 0,0-1-1 0 0,2 18 1 0 0,-2 8 522 0 0,-1 0-1 0 0,-4 50 1 0 0,-37 204 1690 0 0,-20-3-1318 0 0,50-243-917 0 0,1 1-108 0 0,-4 18-120 0 0,2-23-3677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4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137 145 1236 0 0,'-136'-51'18776'0'0,"162"42"-18158"0"0,89-9-152 0 0,53-9-2926 0 0,-133 19-2480 0 0,38-15-1 0 0,-48 14-1410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6 169 488 0 0,'-4'-26'11681'0'0,"4"24"-11423"0"0,-1 1 0 0 0,1-1 0 0 0,0 1-1 0 0,0-1 1 0 0,0 0 0 0 0,0 1 0 0 0,0-1-1 0 0,0 1 1 0 0,0-1 0 0 0,1 0 0 0 0,-1 1 0 0 0,1-1-1 0 0,-1 1 1 0 0,1-1 0 0 0,-1 1 0 0 0,1-1 0 0 0,0 1-1 0 0,0 0 1 0 0,0-1 0 0 0,0 1 0 0 0,0 0 0 0 0,0-1-1 0 0,0 1 1 0 0,0 0 0 0 0,0 0 0 0 0,1 0 0 0 0,-1 0-1 0 0,0 0 1 0 0,1 0 0 0 0,-1 1 0 0 0,1-1 0 0 0,-1 0-1 0 0,1 1 1 0 0,1-1 0 0 0,41-16 575 0 0,1 1 1 0 0,58-10-1 0 0,-66 16-2392 0 0,-36 10 1486 0 0,49-14-4825 0 0,-18 0-2378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90 720 0 0,'-9'-89'23123'0'0,"-6"108"-20130"0"0,-41 121 994 0 0,-9 78-3269 0 0,52-171-2035 0 0,-8 64 1 0 0,19-90-788 0 0,0 1 0 0 0,1-1-1 0 0,1 1 1 0 0,1-1 0 0 0,6 31 0 0 0,-2-32-3377 0 0,1 0-2917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5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 1416 0 0,'-41'19'14527'0'0,"16"-9"-6812"0"0,25-10-7693 0 0,0 0 0 0 0,0 0 1 0 0,0 0-1 0 0,-1 0 1 0 0,1-1-1 0 0,0 1 0 0 0,0 0 1 0 0,0 0-1 0 0,0 0 1 0 0,0 0-1 0 0,0 0 0 0 0,0 0 1 0 0,-1 0-1 0 0,1 0 1 0 0,0 0-1 0 0,0 0 0 0 0,0 0 1 0 0,0 0-1 0 0,0 0 1 0 0,0 0-1 0 0,-1 0 0 0 0,1 0 1 0 0,0 0-1 0 0,0 0 1 0 0,0 0-1 0 0,0 0 0 0 0,0 0 1 0 0,0 0-1 0 0,0 0 1 0 0,-1 1-1 0 0,1-1 0 0 0,0 0 1 0 0,0 0-1 0 0,0 0 1 0 0,0 0-1 0 0,0 0 0 0 0,0 0 1 0 0,0 0-1 0 0,0 0 1 0 0,0 0-1 0 0,0 0 0 0 0,-1 1 1 0 0,1-1-1 0 0,0 0 1 0 0,0 0-1 0 0,0 0 0 0 0,0 0 1 0 0,0 0-1 0 0,0 0 1 0 0,0 1-1 0 0,0-1 0 0 0,0 0 1 0 0,0 0-1 0 0,0 0 1 0 0,0 0-1 0 0,0 0 1 0 0,0 0-1 0 0,0 1 0 0 0,0-1 1 0 0,0 0-1 0 0,0 0 1 0 0,0 0-1 0 0,0 0 0 0 0,0 0 1 0 0,0 0-1 0 0,1 0 1 0 0,-1 1-1 0 0,1-1 3 0 0,-1 0 0 0 0,1 1 0 0 0,0-1 0 0 0,0 0 0 0 0,0 0 0 0 0,0 0 0 0 0,0 0 0 0 0,0 1 0 0 0,0-1 0 0 0,-1 0 0 0 0,1-1 0 0 0,0 1 0 0 0,0 0 0 0 0,0 0 0 0 0,0 0 0 0 0,1-1 0 0 0,124-24-28 0 0,-41 12-7048 0 0,-67 14 915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5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0 512 0 0,'-74'50'11012'0'0,"-30"21"-273"0"0,102-70-10639 0 0,1 0-1 0 0,0-1 1 0 0,0 1 0 0 0,0 0 0 0 0,1 0 0 0 0,-1 0 0 0 0,0 0 0 0 0,0 0-1 0 0,0 0 1 0 0,1 0 0 0 0,-1 0 0 0 0,0 0 0 0 0,1 0 0 0 0,-2 2 0 0 0,2-3-70 0 0,1 0 0 0 0,-1 1 1 0 0,0-1-1 0 0,0 0 1 0 0,0 1-1 0 0,0-1 0 0 0,0 0 1 0 0,0 1-1 0 0,0-1 0 0 0,0 0 1 0 0,1 1-1 0 0,-1-1 1 0 0,0 0-1 0 0,0 0 0 0 0,0 1 1 0 0,1-1-1 0 0,-1 0 0 0 0,0 0 1 0 0,0 1-1 0 0,1-1 1 0 0,-1 0-1 0 0,0 0 0 0 0,0 0 1 0 0,1 1-1 0 0,-1-1 1 0 0,0 0-1 0 0,1 0 0 0 0,-1 0 1 0 0,0 0-1 0 0,1 0 0 0 0,2 1 40 0 0,0 0-1 0 0,1-1 0 0 0,-1 1 1 0 0,0-1-1 0 0,0 0 0 0 0,0 0 1 0 0,6-1-1 0 0,198-51-2120 0 0,-96 22-2013 0 0,1-1-4218 0 0,-52 13-174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6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95 1536 0 0,'-2'-7'2500'0'0,"1"0"0"0"0,-2 0 0 0 0,1 1 0 0 0,-1-1 0 0 0,0 1 0 0 0,-8-12 2414 0 0,7 19-3699 0 0,1 1-929 0 0,0 0 1 0 0,0 0 0 0 0,-1 0 0 0 0,1 0-1 0 0,1 0 1 0 0,-1 1 0 0 0,0-1-1 0 0,0 1 1 0 0,1 0 0 0 0,0 0-1 0 0,-1 0 1 0 0,1 0 0 0 0,-2 4 0 0 0,-25 52 1703 0 0,20-40-1563 0 0,-133 347 1568 0 0,31 12-319 0 0,99-335-1676 0 0,-14 49 0 0 0,26-93 0 0 0,0 1 0 0 0,0 0 0 0 0,0 0 0 0 0,0 0 0 0 0,-1 0 0 0 0,1 0 0 0 0,0 0 0 0 0,0 0 0 0 0,0-1 0 0 0,0 1 0 0 0,0 0 0 0 0,0 0 0 0 0,0 0 0 0 0,0 0 0 0 0,-1 0 0 0 0,1 0 0 0 0,0 0 0 0 0,0 0 0 0 0,0 0 0 0 0,0 0 0 0 0,0 0 0 0 0,0 0 0 0 0,0-1 0 0 0,-1 1 0 0 0,1 0 0 0 0,0 0 0 0 0,0 0 0 0 0,0 0 0 0 0,0 0 0 0 0,0 0 0 0 0,-1 0 0 0 0,1 0 0 0 0,0 0 0 0 0,0 0 0 0 0,0 1 0 0 0,0-1 0 0 0,0 0 0 0 0,0 0 0 0 0,-1 0 0 0 0,1 0 0 0 0,0 0 0 0 0,0 0 0 0 0,0 0 0 0 0,0 0 0 0 0,0 0 0 0 0,0 0 0 0 0,0 0 0 0 0,-1 0 0 0 0,1 1 0 0 0,0-1 0 0 0,0 0 0 0 0,0 0 0 0 0,0 0 0 0 0,0 0 0 0 0,0 0 0 0 0,0 0 0 0 0,0 1 0 0 0,0-1 0 0 0,0 0 0 0 0,0 0 0 0 0,0 0 0 0 0,0 0 0 0 0,0 0 0 0 0,0 0 0 0 0,0 1 0 0 0,-3-9 0 0 0,1-6 0 0 0,2 0 0 0 0,-1 0 0 0 0,2 0 0 0 0,0 0 0 0 0,1 1 0 0 0,4-21 0 0 0,-2 12 0 0 0,18-97-563 0 0,40-120-1 0 0,-40 170 274 0 0,4 0-1 0 0,2 3 1 0 0,41-70-1 0 0,-45 94 177 0 0,3 2 1 0 0,33-42-1 0 0,-58 80 108 0 0,-1 0 1 0 0,1 0 0 0 0,-1 1 0 0 0,1-1-1 0 0,0 0 1 0 0,0 0 0 0 0,0 1 0 0 0,0-1-1 0 0,0 1 1 0 0,0 0 0 0 0,0 0 0 0 0,1-1-1 0 0,-1 2 1 0 0,0-1 0 0 0,1 0 0 0 0,-1 0-1 0 0,0 1 1 0 0,1-1 0 0 0,-1 1-1 0 0,1 0 1 0 0,-1-1 0 0 0,5 2 0 0 0,-4 0 15 0 0,1 0 0 0 0,-1 0 1 0 0,1 1-1 0 0,-1-1 0 0 0,0 1 1 0 0,0 0-1 0 0,0 0 0 0 0,0 0 1 0 0,0 1-1 0 0,0-1 0 0 0,-1 1 1 0 0,1-1-1 0 0,-1 1 0 0 0,4 4 1 0 0,2 5 88 0 0,0 1 1 0 0,-1-1 0 0 0,0 1 0 0 0,-1 0-1 0 0,-1 1 1 0 0,0 0 0 0 0,5 21-1 0 0,-2 2 451 0 0,5 63 0 0 0,-11-33-337 0 0,-3 0-1 0 0,-19 129 0 0 0,9-110-150 0 0,9-72-267 0 0,1 1-794 0 0,0 0 0 0 0,-2-1 0 0 0,0 0 0 0 0,0 1 0 0 0,-9 20 0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6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87 158 1808 0 0,'-38'-4'9898'0'0,"-10"-2"1459"0"0,50 5-11065 0 0,216-58-484 0 0,-208 55-134 0 0,92-30-3751 0 0,-35 4-3965 0 0,-30 11-272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6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83 432 0 0,'0'-12'3938'0'0,"0"0"0"0"0,-1 0-1 0 0,-3-21 1 0 0,2 19 1516 0 0,1 14-5271 0 0,0 0 1 0 0,0 0 0 0 0,0 0-1 0 0,0 0 1 0 0,1 0 0 0 0,-1 0-1 0 0,0 1 1 0 0,0-1 0 0 0,0 0-1 0 0,0 0 1 0 0,1 1 0 0 0,-1-1-1 0 0,0 0 1 0 0,0 1 0 0 0,1-1-1 0 0,-2 1 1 0 0,-13 28 499 0 0,2 1 1 0 0,2 0-1 0 0,0 0 1 0 0,2 1-1 0 0,-10 61 1 0 0,5 38-4237 0 0,11-3-5493 0 0,3-99 3547 0 0,1-1-2859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7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27 2584 0 0,'-31'18'26019'0'0,"40"-16"-25620"0"0,44-5 740 0 0,106-20 0 0 0,-92 11-4731 0 0,-3 3-6685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7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 1288 0 0,'-204'130'22880'0'0,"196"-120"-20958"0"0,8-10-1883 0 0,0 0 0 0 0,0 0 0 0 0,0 1-1 0 0,0-1 1 0 0,0 0 0 0 0,1 1 0 0 0,-1-1 0 0 0,0 0 0 0 0,0 0 0 0 0,0 1 0 0 0,0-1-1 0 0,0 0 1 0 0,0 1 0 0 0,1-1 0 0 0,-1 0 0 0 0,0 0 0 0 0,0 0 0 0 0,0 1 0 0 0,1-1-1 0 0,-1 0 1 0 0,0 0 0 0 0,0 0 0 0 0,1 1 0 0 0,-1-1 0 0 0,0 0 0 0 0,0 0 0 0 0,1 0-1 0 0,-1 0 1 0 0,0 0 0 0 0,1 0 0 0 0,-1 0 0 0 0,0 0 0 0 0,0 0 0 0 0,1 0 0 0 0,-1 0 0 0 0,0 0-1 0 0,1 0 1 0 0,-1 0 0 0 0,0 0 0 0 0,1 0 0 0 0,-1 0 0 0 0,0 0 0 0 0,0 0 0 0 0,1 0-1 0 0,-1 0 1 0 0,1-1 0 0 0,53-5 759 0 0,75-20 0 0 0,-21 3-534 0 0,44 1-135 0 0,5-2-2896 0 0,-55 2-3662 0 0,-54 7-2944 0 0,-28 6 440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28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1368 121 16 0 0,'7'-4'2262'0'0,"-1"0"0"0"0,-1 0 0 0 0,1-1 1 0 0,8-8-1 0 0,-12 12-1906 0 0,-1-1 1 0 0,0 1 0 0 0,0 0 0 0 0,0-1 0 0 0,0 1-1 0 0,0-1 1 0 0,0 1 0 0 0,0-1 0 0 0,0 0 0 0 0,-1 1-1 0 0,1-1 1 0 0,0 0 0 0 0,-1 1 0 0 0,0-1 0 0 0,1 0-1 0 0,-1 0 1 0 0,0 1 0 0 0,0-1 0 0 0,0 0 0 0 0,0 0-1 0 0,0 0 1 0 0,-1 1 0 0 0,1-1 0 0 0,-1-2 0 0 0,-1 1-138 0 0,-1 0 0 0 0,0 1 1 0 0,1-1-1 0 0,-1 1 0 0 0,0 0 1 0 0,0-1-1 0 0,-1 1 0 0 0,1 1 1 0 0,0-1-1 0 0,-6-1 0 0 0,-14-3-93 0 0,-1 1-1 0 0,1 1 0 0 0,-1 1 0 0 0,0 1 0 0 0,-1 1 0 0 0,1 1 0 0 0,0 1 1 0 0,0 2-1 0 0,-24 4 0 0 0,26-2-126 0 0,1 0 0 0 0,-1 1 0 0 0,-31 15 1 0 0,44-17 74 0 0,0 1 1 0 0,0 1-1 0 0,0 0 1 0 0,1 0 0 0 0,0 0-1 0 0,0 1 1 0 0,1 1-1 0 0,-1-1 1 0 0,-10 17 0 0 0,2 1 390 0 0,1 0 0 0 0,2 2 0 0 0,0-1 0 0 0,2 2 0 0 0,1-1 0 0 0,2 2 0 0 0,0-1 0 0 0,-5 46 0 0 0,2 26 689 0 0,2 114-1 0 0,9-192-1023 0 0,-56 926 1361 0 0,0-99-1491 0 0,34-411 0 0 0,-31-3 0 0 0,-143 452 0 0 0,78-389 0 0 0,114-480 0 0 0,-153 581 0 0 0,116-460 0 0 0,21-68 0 0 0,-28 162 0 0 0,40-172 0 0 0,8-45 0 0 0,0 0 0 0 0,0-1 0 0 0,2-1 0 0 0,1-1 0 0 0,0-1 0 0 0,1-2 0 0 0,1-1 0 0 0,1-1 0 0 0,3-1 0 0 0,6-4 0 0 0,26-2 0 0 0,0-2 0 0 0,67-9 0 0 0,-18 0 0 0 0,353-31-1389 0 0,-386 37 218 0 0,507-48-10964 0 0,-504 44 11380 0 0,11-2-3338 0 0,-59 6-294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0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196 238 1764 0 0,'16'-19'6615'0'0,"-6"-16"115"0"0,-10 34-6660 0 0,0 1 0 0 0,0 0 0 0 0,0-1-1 0 0,1 1 1 0 0,-1 0 0 0 0,0-1 0 0 0,0 1 0 0 0,0 0 0 0 0,0-1 0 0 0,0 1 0 0 0,0 0 0 0 0,0-1 0 0 0,0 1 0 0 0,0 0 0 0 0,0-1 0 0 0,0 1 0 0 0,0 0-1 0 0,0-1 1 0 0,0 1 0 0 0,0 0 0 0 0,0-1 0 0 0,-1 1 0 0 0,1 0 0 0 0,0-1 0 0 0,0 1 0 0 0,-6 6 106 0 0,0 0 0 0 0,1 0 0 0 0,-1 0 0 0 0,1 1 0 0 0,-7 14 0 0 0,-20 44 338 0 0,24-47-353 0 0,-7 13 50 0 0,-75 185 792 0 0,81-191-907 0 0,2 1 1 0 0,0 0-1 0 0,2 0 1 0 0,1 0-1 0 0,1 1 1 0 0,1 44-1 0 0,3-56-70 0 0,1 0-1 0 0,0 0 0 0 0,0-1 1 0 0,2 1-1 0 0,0-1 0 0 0,1 0 1 0 0,0 0-1 0 0,8 14 1 0 0,-11-23-9 0 0,0-1 1 0 0,1 1 0 0 0,0-1-1 0 0,0 0 1 0 0,1 0 0 0 0,-1 0-1 0 0,1 0 1 0 0,-1-1 0 0 0,1 1-1 0 0,0-1 1 0 0,1 0 0 0 0,-1 0-1 0 0,0-1 1 0 0,1 1 0 0 0,0-1-1 0 0,0 0 1 0 0,-1 0 0 0 0,1-1-1 0 0,0 1 1 0 0,0-1 0 0 0,0 0-1 0 0,1 0 1 0 0,-1-1 0 0 0,0 1-1 0 0,0-1 1 0 0,8-1 0 0 0,3-1 9 0 0,0-1 1 0 0,-1 0-1 0 0,1-1 1 0 0,-1-1-1 0 0,0 0 1 0 0,-1-1-1 0 0,1-1 1 0 0,-1 0-1 0 0,21-15 1 0 0,-17 9-17 0 0,-1-1-1 0 0,0-1 1 0 0,-1 0 0 0 0,-1-2-1 0 0,0 0 1 0 0,14-22 0 0 0,-6 4-8 0 0,-3-1 0 0 0,-1-1 0 0 0,-1 0 0 0 0,-3-2 0 0 0,0 0 0 0 0,16-77 1 0 0,-27 94-2 0 0,-1-1 0 0 0,0 1 1 0 0,-2 0-1 0 0,0-1 0 0 0,-2 1 1 0 0,0 0-1 0 0,-2-1 0 0 0,0 1 1 0 0,-11-35-1 0 0,10 45-6 0 0,0 0 0 0 0,-1 0 1 0 0,0 1-1 0 0,-1 0 0 0 0,0 0 0 0 0,0 0 1 0 0,-2 1-1 0 0,1 0 0 0 0,-1 0 0 0 0,-1 1 1 0 0,1 0-1 0 0,-2 0 0 0 0,1 1 0 0 0,-1 0 1 0 0,0 1-1 0 0,-1 0 0 0 0,0 1 0 0 0,-19-9 1 0 0,22 12-84 0 0,0 0 0 0 0,0 1 0 0 0,-1 0 0 0 0,1 0 0 0 0,-1 1 1 0 0,1 0-1 0 0,-1 0 0 0 0,0 1 0 0 0,1 0 0 0 0,-1 1 0 0 0,0 0 0 0 0,1 0 1 0 0,-1 1-1 0 0,1 0 0 0 0,0 0 0 0 0,-1 1 0 0 0,1 0 0 0 0,0 0 1 0 0,1 1-1 0 0,-1 0 0 0 0,0 1 0 0 0,-11 8 0 0 0,13-7-504 0 0,-1 0-1 0 0,1 1 0 0 0,0-1 1 0 0,1 1-1 0 0,-1 0 1 0 0,-3 8-1 0 0,4-7-706 0 0,1 0 1 0 0,0 1-1 0 0,0-1 0 0 0,1 1 1 0 0,-4 18-1 0 0,4-5-3950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22 951 976 0 0,'-15'1'8137'0'0,"14"0"-7811"0"0,0 0-86 0 0,0 0 1 0 0,1 0-1 0 0,-1 0 1 0 0,1 0-1 0 0,-1 0 1 0 0,1 0-1 0 0,0 0 1 0 0,-1 0-1 0 0,1 0 1 0 0,0 0-1 0 0,0 1 1 0 0,0-1-1 0 0,0 2 1 0 0,0 1 79 0 0,0 1 0 0 0,1 0 0 0 0,0 0 0 0 0,-1-1 0 0 0,2 1-1 0 0,1 6 1 0 0,-1-7-158 0 0,0 0-1 0 0,0 0 0 0 0,0 0 1 0 0,0 0-1 0 0,1 0 1 0 0,0-1-1 0 0,-1 1 0 0 0,1-1 1 0 0,1 0-1 0 0,-1 0 0 0 0,0 0 1 0 0,1 0-1 0 0,-1 0 0 0 0,1-1 1 0 0,6 4-1 0 0,-4-4-37 0 0,0 0-1 0 0,-1 0 1 0 0,1-1-1 0 0,0 0 0 0 0,0 0 1 0 0,0 0-1 0 0,0-1 1 0 0,0 1-1 0 0,1-1 1 0 0,7-2-1 0 0,4-1-2 0 0,1-1-1 0 0,-1-1 1 0 0,0-1-1 0 0,0-1 1 0 0,0 0-1 0 0,23-14 0 0 0,-14 5-71 0 0,0-1-1 0 0,-1-1 0 0 0,0-2 0 0 0,-2 0 1 0 0,38-41-1 0 0,-35 29-29 0 0,-1-1 0 0 0,-1-1 0 0 0,36-69 0 0 0,-30 38-12 0 0,-3-1-1 0 0,-4-1 0 0 0,-2-1 0 0 0,25-136 0 0 0,-47 203-5 0 0,13-88 22 0 0,-12 79-33 0 0,-1-1 0 0 0,0 1 0 0 0,-1 0 0 0 0,0 0 0 0 0,0-1 0 0 0,-5-13 0 0 0,6 23 8 0 0,0 0 0 0 0,0 0 0 0 0,0 0 0 0 0,-1 0 0 0 0,1 0 0 0 0,0 0 0 0 0,-1 0 0 0 0,1 0 0 0 0,-1 0 0 0 0,1 0 1 0 0,-1 0-1 0 0,1 1 0 0 0,-1-1 0 0 0,0 0 0 0 0,1 0 0 0 0,-1 1 0 0 0,0-1 0 0 0,1 0 0 0 0,-1 1 0 0 0,0-1 0 0 0,0 1 1 0 0,0-1-1 0 0,0 1 0 0 0,0-1 0 0 0,0 1 0 0 0,0 0 0 0 0,0-1 0 0 0,0 1 0 0 0,0 0 0 0 0,0 0 0 0 0,0 0 0 0 0,0 0 1 0 0,0-1-1 0 0,0 2 0 0 0,0-1 0 0 0,0 0 0 0 0,0 0 0 0 0,0 0 0 0 0,0 0 0 0 0,1 1 0 0 0,-1-1 0 0 0,0 0 0 0 0,0 1 1 0 0,0-1-1 0 0,0 1 0 0 0,-1 0 0 0 0,-3 2-4 0 0,0 0 0 0 0,0 1 1 0 0,0 0-1 0 0,1 0 0 0 0,-1 0 0 0 0,-4 7 1 0 0,-20 26-5 0 0,2 1 1 0 0,2 1 0 0 0,-35 73 0 0 0,-40 136 308 0 0,90-218-232 0 0,0 0 1 0 0,2 1 0 0 0,2 0 0 0 0,1 1 0 0 0,-3 54 0 0 0,8-70-42 0 0,1 0-1 0 0,1-1 1 0 0,0 1-1 0 0,1 0 1 0 0,0-1 0 0 0,2 0-1 0 0,-1 0 1 0 0,2 0 0 0 0,0 0-1 0 0,1-1 1 0 0,0 0-1 0 0,1 0 1 0 0,15 18 0 0 0,-10-16-482 0 0,1 0 0 0 0,1-2 0 0 0,27 23 0 0 0,-19-21-659 0 0,0 0 0 0 0,1-2 0 0 0,0-1 0 0 0,1 0 0 0 0,1-2 0 0 0,0-1 0 0 0,0-1 0 0 0,31 6 0 0 0,-9-6-5699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1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1085 1796 0 0,'7'-14'8671'0'0,"0"19"-5844"0"0,-6-3-2597 0 0,0 0-1 0 0,0 0 1 0 0,0 0 0 0 0,-1 0 0 0 0,1 0 0 0 0,0 0-1 0 0,-1 0 1 0 0,1 0 0 0 0,-1 0 0 0 0,0 4-1 0 0,3 8 573 0 0,5 10 455 0 0,-6-15-933 0 0,1-1-1 0 0,0-1 1 0 0,0 1-1 0 0,5 7 1 0 0,-6-12-258 0 0,0 0 0 0 0,0 0 0 0 0,0 0 0 0 0,0-1 0 0 0,1 1 0 0 0,-1-1 0 0 0,1 0 0 0 0,0 0 0 0 0,0 0 0 0 0,0 0 0 0 0,0 0 0 0 0,0-1 0 0 0,5 3 1 0 0,2-2-9 0 0,0 1 0 0 0,0-1 0 0 0,0 0 1 0 0,0-1-1 0 0,0-1 0 0 0,1 1 1 0 0,-1-1-1 0 0,0-1 0 0 0,0 0 0 0 0,0-1 1 0 0,19-4-1 0 0,5-5-20 0 0,0-1 0 0 0,33-16-1 0 0,-25 6-33 0 0,0-1-1 0 0,-1-2 0 0 0,-1-2 1 0 0,61-53-1 0 0,-46 29-11 0 0,-3-2-1 0 0,58-76 1 0 0,-40 39 4 0 0,-5-3 0 0 0,-4-3-1 0 0,67-142 1 0 0,-119 219 0 0 0,-1-1 0 0 0,0 0 1 0 0,-2 0-1 0 0,0-1 0 0 0,-2 0 0 0 0,0 0 1 0 0,1-26-1 0 0,-10 13-38 0 0,5 33 40 0 0,0 0 0 0 0,-1 0 0 0 0,1 0 0 0 0,0 0 0 0 0,-1 0 0 0 0,1 0 1 0 0,-1 0-1 0 0,1 0 0 0 0,-1 0 0 0 0,1 0 0 0 0,-1 0 0 0 0,0 1 1 0 0,1-1-1 0 0,-1 0 0 0 0,0 0 0 0 0,0 1 0 0 0,1-1 0 0 0,-1 1 0 0 0,0-1 1 0 0,0 0-1 0 0,0 1 0 0 0,0 0 0 0 0,0-1 0 0 0,0 1 0 0 0,0 0 0 0 0,0-1 1 0 0,0 1-1 0 0,0 0 0 0 0,0 0 0 0 0,0 0 0 0 0,0 0 0 0 0,0 0 0 0 0,-2 0 1 0 0,-10 3 5 0 0,1 1 1 0 0,0 0-1 0 0,0 1 1 0 0,0 0-1 0 0,1 1 1 0 0,0 0-1 0 0,0 1 1 0 0,0 1-1 0 0,1-1 1 0 0,-12 12-1 0 0,-9 11 244 0 0,-50 60 1 0 0,53-56 21 0 0,2 1 1 0 0,2 0-1 0 0,1 2 1 0 0,2 1-1 0 0,-31 77 1 0 0,45-97-195 0 0,2 0 0 0 0,0 1 1 0 0,1 0-1 0 0,0-1 1 0 0,2 1-1 0 0,0 0 0 0 0,1 1 1 0 0,1-1-1 0 0,1 0 1 0 0,1 0-1 0 0,1 0 1 0 0,0 0-1 0 0,1-1 0 0 0,1 1 1 0 0,13 31-1 0 0,-9-31 31 0 0,2 1 0 0 0,0-1 0 0 0,1-1-1 0 0,1 0 1 0 0,1-1 0 0 0,0 0 0 0 0,2-1-1 0 0,31 27 1 0 0,-33-33-725 0 0,0 0-1 0 0,1-1 1 0 0,0-1-1 0 0,32 14 1 0 0,-35-18-1012 0 0,0 0 0 0 0,1-1 1 0 0,0 0-1 0 0,0-1 0 0 0,0 0 1 0 0,0-1-1 0 0,14-1 1 0 0,-4-1-5265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2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359 175 120 0 0,'-2'-11'1431'0'0,"1"0"0"0"0,0 0 0 0 0,0 0-1 0 0,1 0 1 0 0,1-11 0 0 0,0 17-1254 0 0,0 0-1 0 0,0 0 0 0 0,1 0 1 0 0,0 0-1 0 0,-1 0 0 0 0,1 1 1 0 0,1-1-1 0 0,-1 1 1 0 0,1-1-1 0 0,0 1 0 0 0,0 0 1 0 0,0 0-1 0 0,4-4 0 0 0,-4 5-106 0 0,0 0 0 0 0,0 1 0 0 0,-1-1 0 0 0,1 1-1 0 0,1 0 1 0 0,-1 0 0 0 0,0 0 0 0 0,0 0 0 0 0,1 1 0 0 0,-1-1-1 0 0,1 1 1 0 0,0 0 0 0 0,-1 0 0 0 0,1 0 0 0 0,0 1-1 0 0,-1-1 1 0 0,1 1 0 0 0,0 0 0 0 0,0 0 0 0 0,0 0 0 0 0,-1 0-1 0 0,1 1 1 0 0,4 1 0 0 0,-3-1 20 0 0,-1 1 0 0 0,0 0-1 0 0,0 0 1 0 0,0 0 0 0 0,0 1 0 0 0,0-1-1 0 0,0 1 1 0 0,-1 0 0 0 0,1 0 0 0 0,-1 0 0 0 0,0 0-1 0 0,0 1 1 0 0,0 0 0 0 0,0-1 0 0 0,-1 1 0 0 0,1 0-1 0 0,-1 0 1 0 0,3 7 0 0 0,-1 1 28 0 0,-1 0 0 0 0,0 0 0 0 0,-1 1 1 0 0,0-1-1 0 0,-1 0 0 0 0,0 1 0 0 0,-1-1 0 0 0,0 1 0 0 0,-1-1 0 0 0,0 1 1 0 0,-4 11-1 0 0,-3 13 35 0 0,-2 0 0 0 0,-20 45 1 0 0,16-47-79 0 0,-2-2 1 0 0,-2 0 0 0 0,-1-1 0 0 0,-1 0 0 0 0,-40 46 0 0 0,26-40 10 0 0,-2-2 0 0 0,-1-1 0 0 0,-66 47 0 0 0,97-78-65 0 0,0 0 0 0 0,0 0 0 0 0,0 0 0 0 0,-1-1 1 0 0,0 0-1 0 0,0 0 0 0 0,0-1 0 0 0,0 0 0 0 0,-13 3 0 0 0,17-5-18 0 0,1 0-1 0 0,-1 0 1 0 0,1 0-1 0 0,-1 0 1 0 0,1-1-1 0 0,-1 1 1 0 0,1-1-1 0 0,-1 1 1 0 0,1-1-1 0 0,0 0 1 0 0,-1 0-1 0 0,1 0 1 0 0,0 0-1 0 0,-1 0 1 0 0,1-1-1 0 0,0 1 1 0 0,0-1-1 0 0,0 1 1 0 0,1-1-1 0 0,-1 0 1 0 0,0 0-1 0 0,0 0 1 0 0,1 0-1 0 0,-1 0 1 0 0,1 0-1 0 0,0 0 1 0 0,0 0-1 0 0,0 0 1 0 0,0-1-1 0 0,0 1 1 0 0,-1-5-1 0 0,1 4-6 0 0,0 0-1 0 0,0-1 1 0 0,0 1-1 0 0,1-1 0 0 0,-1 1 1 0 0,1-1-1 0 0,0 1 1 0 0,0-1-1 0 0,0 1 1 0 0,1 0-1 0 0,-1-1 1 0 0,1 1-1 0 0,0-1 0 0 0,0 1 1 0 0,0 0-1 0 0,2-5 1 0 0,-1 4-1 0 0,1-1 1 0 0,0 1 0 0 0,0 0 0 0 0,0 0-1 0 0,1 0 1 0 0,-1 0 0 0 0,1 1 0 0 0,0-1-1 0 0,0 1 1 0 0,5-3 0 0 0,0 0 2 0 0,0 1 0 0 0,1 1 0 0 0,-1 0 0 0 0,1 0 0 0 0,0 0-1 0 0,0 1 1 0 0,0 1 0 0 0,0 0 0 0 0,1 0 0 0 0,14 0 0 0 0,-11 3 27 0 0,0 0-1 0 0,0 0 1 0 0,0 2 0 0 0,-1-1 0 0 0,1 2 0 0 0,-1 0-1 0 0,1 1 1 0 0,-1 0 0 0 0,23 13 0 0 0,-1 4-500 0 0,-2 1 0 0 0,33 29 0 0 0,-25-19-1714 0 0,-35-29 1010 0 0,1 1 0 0 0,0-1 0 0 0,0 0 0 0 0,0 0 0 0 0,9 2 0 0 0,0 0-3354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3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1 234 172 0 0,'10'-87'12718'0'0,"-10"88"-12609"0"0,1-1 1 0 0,0 0-1 0 0,-1 0 1 0 0,1 1-1 0 0,0-1 0 0 0,-1 0 1 0 0,1 1-1 0 0,-1-1 1 0 0,1 1-1 0 0,-1-1 1 0 0,1 1-1 0 0,-1-1 1 0 0,1 1-1 0 0,-1-1 0 0 0,0 1 1 0 0,1-1-1 0 0,-1 1 1 0 0,0 0-1 0 0,1-1 1 0 0,-1 1-1 0 0,2 59 1493 0 0,-3-1 0 0 0,-11 83 0 0 0,4-88-632 0 0,9-79-968 0 0,1 0-1 0 0,1 0 1 0 0,1 1 0 0 0,2-1 0 0 0,0 1-1 0 0,1 0 1 0 0,17-35 0 0 0,-20 50-11 0 0,1 1 1 0 0,0 0-1 0 0,0 0 1 0 0,0 1-1 0 0,1-1 0 0 0,1 1 1 0 0,-1 1-1 0 0,1-1 1 0 0,0 1-1 0 0,0 0 1 0 0,1 1-1 0 0,14-9 0 0 0,-17 12 7 0 0,-1 0-1 0 0,1 0 0 0 0,0 1 0 0 0,0 0 1 0 0,0-1-1 0 0,0 1 0 0 0,0 1 0 0 0,0-1 1 0 0,0 1-1 0 0,0 0 0 0 0,0 0 0 0 0,0 1 0 0 0,0-1 1 0 0,1 1-1 0 0,-1 0 0 0 0,-1 0 0 0 0,1 1 1 0 0,0 0-1 0 0,0 0 0 0 0,0 0 0 0 0,-1 0 1 0 0,1 1-1 0 0,-1-1 0 0 0,8 7 0 0 0,-6-3 3 0 0,1-1 0 0 0,-1 1-1 0 0,-1 1 1 0 0,1-1 0 0 0,-1 1-1 0 0,0 0 1 0 0,0 0 0 0 0,-1 1-1 0 0,0-1 1 0 0,0 1 0 0 0,3 9 0 0 0,0 9 51 0 0,0-1 1 0 0,4 35 0 0 0,-9-47-11 0 0,0 8 277 0 0,-1-12-87 0 0,4-26-177 0 0,3-13-60 0 0,0 1 0 0 0,2 1 1 0 0,2 0-1 0 0,0 0 0 0 0,27-43 1 0 0,-29 55-4 0 0,0 2 1 0 0,1 0 0 0 0,0 0 0 0 0,1 1 0 0 0,1 0 0 0 0,0 1 0 0 0,0 0 0 0 0,1 1 0 0 0,1 1 0 0 0,0 0-1 0 0,17-7 1 0 0,-26 14 8 0 0,0 0-1 0 0,0 1 0 0 0,0 0 1 0 0,0 1-1 0 0,1-1 1 0 0,-1 1-1 0 0,1 0 0 0 0,-1 1 1 0 0,1-1-1 0 0,0 1 1 0 0,-1 1-1 0 0,1-1 0 0 0,-1 1 1 0 0,1 0-1 0 0,6 3 0 0 0,-9-3 1 0 0,0 1 0 0 0,-1-1 0 0 0,1 1 0 0 0,-1 0 0 0 0,1 1 0 0 0,-1-1 0 0 0,0 1 0 0 0,0-1-1 0 0,0 1 1 0 0,0 0 0 0 0,0 0 0 0 0,-1 0 0 0 0,1 0 0 0 0,-1 1 0 0 0,0-1 0 0 0,0 1 0 0 0,0-1-1 0 0,0 1 1 0 0,-1 0 0 0 0,0-1 0 0 0,1 1 0 0 0,-1 0 0 0 0,-1 0 0 0 0,1 0 0 0 0,0 7 0 0 0,0 15-429 0 0,-1 1 0 0 0,-5 36 0 0 0,2-46 17 0 0,1 1 0 0 0,1-1 0 0 0,1 1 0 0 0,0-1 0 0 0,2 1 0 0 0,0-1 0 0 0,8 34 0 0 0,-8-46-266 0 0,0-1 0 0 0,0 1 0 0 0,0-1 1 0 0,0 0-1 0 0,1 1 0 0 0,0-1 0 0 0,0 0 0 0 0,0-1 0 0 0,1 1 0 0 0,-1 0 0 0 0,1-1 0 0 0,4 3 0 0 0,15 7-4971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5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1672 0 0,'4'-9'928'0'0,"0"-1"-1"0"0,1 1 1 0 0,0 0 0 0 0,0 1-1 0 0,1-1 1 0 0,0 1-1 0 0,8-8 1 0 0,-12 14-819 0 0,0 0 0 0 0,0 1 0 0 0,-1-1 1 0 0,1 1-1 0 0,1 0 0 0 0,-1 0 0 0 0,0-1 0 0 0,0 1 1 0 0,0 1-1 0 0,0-1 0 0 0,1 0 0 0 0,-1 0 0 0 0,0 1 1 0 0,1 0-1 0 0,-1-1 0 0 0,1 1 0 0 0,-1 0 0 0 0,0 0 1 0 0,1 0-1 0 0,-1 0 0 0 0,1 1 0 0 0,-1-1 0 0 0,0 1 1 0 0,1-1-1 0 0,-1 1 0 0 0,0 0 0 0 0,0 0 0 0 0,1 0 1 0 0,-1 0-1 0 0,0 0 0 0 0,0 0 0 0 0,0 1 0 0 0,0-1 0 0 0,0 1 1 0 0,3 3-1 0 0,1 1 42 0 0,0 0 1 0 0,-1 1-1 0 0,1 0 1 0 0,-1 0-1 0 0,0 0 1 0 0,-1 0-1 0 0,0 1 1 0 0,0 0-1 0 0,-1 0 1 0 0,1 0-1 0 0,-2 0 1 0 0,1 0-1 0 0,-1 1 1 0 0,-1-1-1 0 0,1 1 1 0 0,-2-1-1 0 0,1 1 1 0 0,-1 0-1 0 0,-1 9 1 0 0,-2 14 104 0 0,-1-1 0 0 0,-1 0 1 0 0,-19 55-1 0 0,24-85-241 0 0,0 0 0 0 0,0 0 0 0 0,-1 0 0 0 0,1 0 0 0 0,-1 0 0 0 0,1 0 0 0 0,-1 0 0 0 0,1 0 0 0 0,-1 0 0 0 0,1-1 0 0 0,-1 1 0 0 0,0 0 0 0 0,1 0 0 0 0,-1-1 0 0 0,0 1 0 0 0,0 0 0 0 0,0-1 0 0 0,0 1 0 0 0,1-1 0 0 0,-2 1 0 0 0,1-1-14 0 0,0 0 0 0 0,1 0 0 0 0,-1 0 0 0 0,1 0 0 0 0,-1 0 0 0 0,0 0-1 0 0,1-1 1 0 0,-1 1 0 0 0,1 0 0 0 0,-1 0 0 0 0,1-1 0 0 0,-1 1 0 0 0,1 0 0 0 0,-1-1-1 0 0,1 1 1 0 0,-1-1 0 0 0,1 1 0 0 0,-1 0 0 0 0,1-1 0 0 0,0 1 0 0 0,-1-1 0 0 0,1 1-1 0 0,0-1 1 0 0,-1 1 0 0 0,1-1 0 0 0,0 1 0 0 0,0-1 0 0 0,-1 0 0 0 0,1 1 0 0 0,0-1-1 0 0,0 1 1 0 0,0-1 0 0 0,0 0 0 0 0,0 1 0 0 0,0-1 0 0 0,0 1 0 0 0,0-1 0 0 0,0 0-1 0 0,0 1 1 0 0,0-1 0 0 0,0 1 0 0 0,1-1 0 0 0,-1 0 1 0 0,-1-13-7 0 0,2 0 0 0 0,0 0 0 0 0,0 0 0 0 0,1 0 0 0 0,1 0 0 0 0,0 0 0 0 0,1 0 0 0 0,1 1 0 0 0,0 0 0 0 0,7-15-1 0 0,-7 20 1 0 0,-1 0 0 0 0,1 0 0 0 0,0 1 0 0 0,0-1 0 0 0,1 1 0 0 0,0 1 0 0 0,1-1 0 0 0,-1 1-1 0 0,1 0 1 0 0,0 0 0 0 0,1 1 0 0 0,-1 0 0 0 0,1 0 0 0 0,0 1 0 0 0,1 0 0 0 0,12-5 0 0 0,-15 8 5 0 0,-1 0 0 0 0,0 0 0 0 0,1 0 1 0 0,-1 1-1 0 0,1 0 0 0 0,-1 0 1 0 0,1 0-1 0 0,-1 1 0 0 0,0-1 0 0 0,1 1 1 0 0,-1 1-1 0 0,0-1 0 0 0,1 1 0 0 0,-1 0 1 0 0,0 0-1 0 0,0 0 0 0 0,-1 1 1 0 0,1 0-1 0 0,0 0 0 0 0,-1 0 0 0 0,0 0 1 0 0,1 1-1 0 0,-1 0 0 0 0,-1-1 0 0 0,1 1 1 0 0,-1 1-1 0 0,5 6 0 0 0,-1-2 22 0 0,-2 0-1 0 0,1 1 0 0 0,-1 0 1 0 0,-1 0-1 0 0,0 0 0 0 0,0 0 1 0 0,-1 1-1 0 0,0 0 1 0 0,-1-1-1 0 0,0 1 0 0 0,-1 0 1 0 0,0 20-1 0 0,-1-22 47 0 0,-1 0 0 0 0,0 0 0 0 0,0-1 0 0 0,-1 1 0 0 0,0 0 0 0 0,0-1 0 0 0,-5 11 0 0 0,6-17-25 0 0,0-3-40 0 0,0 0 0 0 0,1 0 0 0 0,-1 0 0 0 0,0 0-1 0 0,0-1 1 0 0,1 1 0 0 0,-1 0 0 0 0,1 0 0 0 0,-1 0 0 0 0,1 0-1 0 0,-1-1 1 0 0,1 1 0 0 0,0 0 0 0 0,-1-1 0 0 0,1 1 0 0 0,0 0-1 0 0,0-1 1 0 0,0 1 0 0 0,0 0 0 0 0,0 0 0 0 0,1-1-1 0 0,-1 1 1 0 0,0 0 0 0 0,1-1 0 0 0,0-1 0 0 0,0-5 6 0 0,2-13-4 0 0,0-1 0 0 0,2 1-1 0 0,1 0 1 0 0,0 0 0 0 0,1 0-1 0 0,2 1 1 0 0,17-32 0 0 0,-21 42-10 0 0,1 1 0 0 0,1-1 0 0 0,0 1 0 0 0,0 1 0 0 0,0 0 1 0 0,1 0-1 0 0,1 0 0 0 0,-1 1 0 0 0,1 0 0 0 0,0 1 0 0 0,1 0 0 0 0,-1 0 0 0 0,1 1 0 0 0,0 0 0 0 0,1 1 1 0 0,19-6-1 0 0,-27 10 11 0 0,1-1-1 0 0,-1 0 1 0 0,0 1 0 0 0,0 0 0 0 0,1-1 0 0 0,-1 1 0 0 0,0 1 0 0 0,0-1 0 0 0,1 0 0 0 0,-1 1 0 0 0,0-1 0 0 0,0 1-1 0 0,1 0 1 0 0,-1 0 0 0 0,0 1 0 0 0,0-1 0 0 0,0 1 0 0 0,-1-1 0 0 0,1 1 0 0 0,0 0 0 0 0,0 0 0 0 0,-1 0-1 0 0,0 0 1 0 0,4 4 0 0 0,-2-1 66 0 0,-1 0-1 0 0,0 0 1 0 0,-1 0-1 0 0,1 0 0 0 0,-1 1 1 0 0,0-1-1 0 0,0 0 1 0 0,-1 1-1 0 0,1 0 0 0 0,-1-1 1 0 0,0 1-1 0 0,-1 0 1 0 0,0 8-1 0 0,-7 76 525 0 0,-1-6-332 0 0,8-82-259 0 0,0 0 0 0 0,1-1 1 0 0,-1 1-1 0 0,0-1 0 0 0,1 0 1 0 0,-1 1-1 0 0,1-1 1 0 0,0 1-1 0 0,-1-1 0 0 0,1 0 1 0 0,0 1-1 0 0,0-1 1 0 0,0 0-1 0 0,0 0 0 0 0,0 1 1 0 0,0-1-1 0 0,0 0 1 0 0,0 0-1 0 0,1 0 0 0 0,-1-1 1 0 0,0 1-1 0 0,1 0 1 0 0,-1 0-1 0 0,0-1 0 0 0,1 1 1 0 0,-1-1-1 0 0,1 1 0 0 0,1 0 1 0 0,6 1-152 0 0,-1 0 1 0 0,1-1 0 0 0,13 1-1 0 0,-17-1-51 0 0,26-1-2218 0 0,1-1-1 0 0,0-1 1 0 0,43-9 0 0 0,-62 9 1151 0 0,44-8-4993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7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99 1764 0 0,'-15'0'2882'0'0,"12"0"-1677"0"0,2 0-1168 0 0,0 0 131 0 0,-1 0 0 0 0,0-1-1 0 0,1 1 1 0 0,-1 0 0 0 0,1 0 0 0 0,-1-1 0 0 0,1 1 0 0 0,-1-1-1 0 0,1 1 1 0 0,-1-1 0 0 0,1 0 0 0 0,0 0 0 0 0,-1 1-1 0 0,1-1 1 0 0,0 0 0 0 0,0 0 0 0 0,0 0 0 0 0,-1-1 0 0 0,1 1-1 0 0,0 0 1 0 0,0 0 0 0 0,0 0 0 0 0,1-1 0 0 0,-1 1-1 0 0,0 0 1 0 0,0-1 0 0 0,1 1 0 0 0,-1-1 0 0 0,1 1-1 0 0,-1-1 1 0 0,1 1 0 0 0,0-1 0 0 0,0-1 0 0 0,0 0-70 0 0,0 0 0 0 0,0 0 0 0 0,0 1 0 0 0,1-1 0 0 0,-1 1 0 0 0,1-1 0 0 0,0 0 0 0 0,0 1 0 0 0,0-1 0 0 0,0 1 0 0 0,0-1 0 0 0,0 1 0 0 0,1 0 0 0 0,-1 0 0 0 0,1-1 0 0 0,0 1 0 0 0,-1 0 0 0 0,1 0 0 0 0,0 1 0 0 0,0-1 0 0 0,1 0 0 0 0,-1 1 0 0 0,0-1 0 0 0,0 1 0 0 0,1 0 0 0 0,-1-1 0 0 0,1 1 0 0 0,-1 0 0 0 0,1 1 0 0 0,-1-1 0 0 0,1 0 0 0 0,0 1 0 0 0,-1-1 0 0 0,1 1 0 0 0,2 0 0 0 0,3 0 31 0 0,-1-1 0 0 0,0 2 0 0 0,0-1 0 0 0,1 1 0 0 0,-1 0 0 0 0,0 0 0 0 0,0 1 0 0 0,0 0-1 0 0,0 0 1 0 0,-1 1 0 0 0,1 0 0 0 0,10 6 0 0 0,-9-3 3 0 0,0 0-1 0 0,0 0 1 0 0,-1 1-1 0 0,0 0 1 0 0,0 1-1 0 0,-1-1 1 0 0,0 1 0 0 0,0 0-1 0 0,-1 1 1 0 0,6 12-1 0 0,-5-7-19 0 0,0 0-1 0 0,-1 0 1 0 0,-1 1-1 0 0,-1 0 1 0 0,0 0-1 0 0,1 19 1 0 0,-2-6 107 0 0,-2 0 0 0 0,-1 0 1 0 0,-2 0-1 0 0,0 0 1 0 0,-2-1-1 0 0,-17 54 0 0 0,22-79-178 0 0,-1 1 59 0 0,0 0 0 0 0,0 1-1 0 0,0-1 1 0 0,-1 0 0 0 0,1 1-1 0 0,-1-1 1 0 0,0 0 0 0 0,-4 5-1 0 0,5-8-92 0 0,0 0 0 0 0,1-1 0 0 0,-1 1-1 0 0,0 0 1 0 0,1-1 0 0 0,-1 1 0 0 0,0 0 0 0 0,1-1-1 0 0,-1 1 1 0 0,0-1 0 0 0,1 1 0 0 0,-1-1 0 0 0,1 0-1 0 0,-1 1 1 0 0,1-1 0 0 0,-1 1 0 0 0,1-1 0 0 0,-1 0-1 0 0,1 0 1 0 0,0 1 0 0 0,-1-1 0 0 0,1 0 0 0 0,0 0-1 0 0,0 1 1 0 0,-1-1 0 0 0,1 0 0 0 0,0 0-1 0 0,0 1 1 0 0,0-1 0 0 0,0 0 0 0 0,0 0 0 0 0,0 0-1 0 0,0 1 1 0 0,0-1 0 0 0,1-1 0 0 0,3-34-6 0 0,-3 34 7 0 0,5-30-9 0 0,2 1 0 0 0,2 0 0 0 0,0 1 0 0 0,2 0 0 0 0,2 1 1 0 0,0 0-1 0 0,2 1 0 0 0,1 1 0 0 0,1 0 0 0 0,38-41 0 0 0,-52 63-4 0 0,0 1 0 0 0,1 0 0 0 0,-1 0 0 0 0,1 1 0 0 0,0-1 0 0 0,0 1 0 0 0,0 0 0 0 0,0 0-1 0 0,1 1 1 0 0,-1 0 0 0 0,10-3 0 0 0,-12 4 6 0 0,1 1 0 0 0,-1 0-1 0 0,0-1 1 0 0,1 1 0 0 0,-1 0-1 0 0,1 1 1 0 0,-1-1 0 0 0,0 0 0 0 0,1 1-1 0 0,-1 0 1 0 0,0 0 0 0 0,1 0 0 0 0,-1 0-1 0 0,0 1 1 0 0,0-1 0 0 0,0 1-1 0 0,0-1 1 0 0,0 1 0 0 0,0 0 0 0 0,-1 0-1 0 0,6 6 1 0 0,-3-3 17 0 0,-1 1-1 0 0,1 0 1 0 0,-1 0-1 0 0,0 1 1 0 0,-1 0-1 0 0,0-1 1 0 0,0 1-1 0 0,0 0 1 0 0,0 0-1 0 0,-1 1 1 0 0,-1-1 0 0 0,2 13-1 0 0,0 10 298 0 0,-2 56 0 0 0,-1-50-103 0 0,-4 22 5 0 0,2-40-115 0 0,1-1 1 0 0,2 32-1 0 0,0-48-101 0 0,-1-1 0 0 0,0 1 0 0 0,0-1 0 0 0,0 1 0 0 0,1-1 1 0 0,-1 1-1 0 0,0-1 0 0 0,1 1 0 0 0,-1-1 0 0 0,0 1 0 0 0,1-1 0 0 0,-1 1 0 0 0,0-1 0 0 0,1 0 0 0 0,-1 1 0 0 0,1-1 0 0 0,-1 0 0 0 0,1 1 0 0 0,-1-1 0 0 0,1 0 1 0 0,-1 0-1 0 0,1 1 0 0 0,-1-1 0 0 0,1 0 0 0 0,-1 0 0 0 0,1 0 0 0 0,0 0 0 0 0,-1 0 0 0 0,1 0 0 0 0,-1 0 0 0 0,1 0 0 0 0,17-1-107 0 0,-17 1 77 0 0,18-4-875 0 0,0-1-1 0 0,0 0 0 0 0,-1-2 0 0 0,0 0 0 0 0,26-15 0 0 0,-13 7-1240 0 0,8-3-2459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8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22 3008 0 0,'-20'5'15524'0'0,"41"-11"-15297"0"0,1 2-1 0 0,-1 0 1 0 0,0 1-1 0 0,1 1 1 0 0,24 2-1 0 0,13-3-317 0 0,-49 3-138 0 0,43-4-2022 0 0,-19 3-2306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8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31 2572 0 0,'-1'-31'13331'0'0,"3"49"-11407"0"0,10 125 1844 0 0,-10-55-2656 0 0,-16 157-1 0 0,5-199 1163 0 0,8-44-1836 0 0,-7-23-34 0 0,8-4-399 0 0,2 0 1 0 0,1 1 0 0 0,2-1-1 0 0,0 1 1 0 0,1 0 0 0 0,1 0-1 0 0,19-41 1 0 0,-16 44-44 0 0,1 2 0 0 0,0-1 0 0 0,1 1 1 0 0,1 1-1 0 0,1 1 0 0 0,0-1 0 0 0,2 2 0 0 0,32-28 0 0 0,-41 39 33 0 0,-1 0-1 0 0,1 1 0 0 0,0 0 0 0 0,1 0 0 0 0,-1 0 0 0 0,1 1 0 0 0,-1 0 1 0 0,1 1-1 0 0,0-1 0 0 0,0 2 0 0 0,12-3 0 0 0,-15 4 11 0 0,-1 0 0 0 0,0 1 0 0 0,0-1-1 0 0,1 1 1 0 0,-1-1 0 0 0,0 1 0 0 0,0 1 0 0 0,0-1 0 0 0,0 0 0 0 0,0 1-1 0 0,0 0 1 0 0,0 0 0 0 0,0 0 0 0 0,-1 0 0 0 0,1 1 0 0 0,-1 0 0 0 0,0-1-1 0 0,1 1 1 0 0,-1 0 0 0 0,-1 1 0 0 0,1-1 0 0 0,0 0 0 0 0,3 7-1 0 0,-2-3 14 0 0,0 1 0 0 0,0 0-1 0 0,-1 0 1 0 0,0 0-1 0 0,-1 1 1 0 0,0-1 0 0 0,0 1-1 0 0,0-1 1 0 0,-1 10-1 0 0,1 12 95 0 0,-5 39-1 0 0,1-12-84 0 0,-1-7-1 0 0,1-37 21 0 0,1-1 1 0 0,0 1-1 0 0,3 18 0 0 0,-2-30-61 0 0,0 0 0 0 0,0-1 0 0 0,1 1 0 0 0,-1-1 0 0 0,0 1 1 0 0,1-1-1 0 0,-1 0 0 0 0,0 1 0 0 0,1-1 0 0 0,-1 1 0 0 0,1-1 0 0 0,-1 0 0 0 0,0 1 0 0 0,1-1 0 0 0,-1 0 0 0 0,1 1 0 0 0,-1-1 0 0 0,1 0 0 0 0,-1 0 0 0 0,1 1 0 0 0,0-1 0 0 0,-1 0 1 0 0,1 0-1 0 0,-1 0 0 0 0,1 0 0 0 0,-1 0 0 0 0,1 0 0 0 0,0 0 0 0 0,-1 0 0 0 0,2 0 0 0 0,15-2-732 0 0,-17 2 714 0 0,17-4-1919 0 0,-1-1 1 0 0,0-1-1 0 0,0 0 1 0 0,-1-1-1 0 0,0-1 0 0 0,27-18 1 0 0,-31 19-202 0 0,24-13-5753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5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17 872 0 0,'-31'12'20513'0'0,"45"-8"-19081"0"0,17-2-1185 0 0,105-11 417 0 0,-9 0-363 0 0,-52 1-76 0 0,-73 7-367 0 0,5-2-627 0 0,8-2-3842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6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1536 0 0,'30'-37'13234'0'0,"-25"38"-11626"0"0,-4-1-1496 0 0,0 0 0 0 0,0 0 0 0 0,0 0 0 0 0,0 0 0 0 0,-1 0 0 0 0,1 0 0 0 0,0 0 0 0 0,0 0 0 0 0,0 0 0 0 0,0 1 0 0 0,0-1 0 0 0,-1 0 0 0 0,1 1 0 0 0,1 0 0 0 0,3 5 399 0 0,-1 0 1 0 0,1 0 0 0 0,-2 1 0 0 0,1-1 0 0 0,-1 1 0 0 0,0 0-1 0 0,0 0 1 0 0,-1 0 0 0 0,0 1 0 0 0,0-1 0 0 0,0 10 0 0 0,2 11 590 0 0,0 49 0 0 0,-7-10-200 0 0,-21 115-1 0 0,31-209-766 0 0,2 0 0 0 0,1 0 0 0 0,18-36 0 0 0,-4 16-183 0 0,44-66 0 0 0,-59 100 35 0 0,0 0-1 0 0,13-11 1 0 0,-19 21 5 0 0,0 0 1 0 0,0 0 0 0 0,0 0 0 0 0,1 1-1 0 0,0-1 1 0 0,-1 1 0 0 0,1 0-1 0 0,0 0 1 0 0,0 0 0 0 0,0 0 0 0 0,8-1-1 0 0,-9 2 6 0 0,-1 1 0 0 0,1 0-1 0 0,-1 0 1 0 0,1 0 0 0 0,-1 0-1 0 0,1 0 1 0 0,0 0 0 0 0,-1 1-1 0 0,1-1 1 0 0,-1 1 0 0 0,1 0 0 0 0,-1 0-1 0 0,0 0 1 0 0,1 0 0 0 0,-1 0-1 0 0,0 0 1 0 0,4 3 0 0 0,-2 0 0 0 0,-1-1 0 0 0,0 0 1 0 0,0 1-1 0 0,0 0 0 0 0,0-1 0 0 0,0 1 1 0 0,-1 0-1 0 0,0 1 0 0 0,2 3 1 0 0,2 8 6 0 0,-1 1 0 0 0,0-1-1 0 0,-1 1 1 0 0,1 19 0 0 0,-2-5 28 0 0,-3 51 1 0 0,-1-39 179 0 0,1-41-125 0 0,1-5-102 0 0,6-23 5 0 0,1 0 1 0 0,2 1-1 0 0,0 0 1 0 0,2 1 0 0 0,1 0-1 0 0,0 0 1 0 0,27-32-1 0 0,-28 39-4 0 0,1 2 0 0 0,1-1 0 0 0,0 2 0 0 0,17-14 0 0 0,-27 25 8 0 0,0 0-1 0 0,1 0 1 0 0,-1 0 0 0 0,1 0-1 0 0,-1 1 1 0 0,1-1-1 0 0,0 1 1 0 0,-1 1-1 0 0,1-1 1 0 0,0 1-1 0 0,0-1 1 0 0,1 1-1 0 0,-1 1 1 0 0,0-1-1 0 0,0 1 1 0 0,0 0-1 0 0,1 0 1 0 0,-1 0-1 0 0,0 1 1 0 0,0 0-1 0 0,7 2 1 0 0,-9-2 8 0 0,0 0 0 0 0,0 1 0 0 0,0 0 0 0 0,-1-1 0 0 0,1 1 0 0 0,-1 0 0 0 0,1 0 0 0 0,-1 0 0 0 0,0 1 0 0 0,0-1 0 0 0,0 1 0 0 0,0-1 0 0 0,0 1 0 0 0,0 0 0 0 0,-1-1 0 0 0,1 1 0 0 0,-1 0 0 0 0,0 0 0 0 0,0 0 0 0 0,0 0 0 0 0,0 0 0 0 0,0 0 0 0 0,-1 1 0 0 0,1-1 0 0 0,-1 0 0 0 0,0 0 0 0 0,0 4 0 0 0,-1 10 76 0 0,0 0-1 0 0,-1 1 0 0 0,-7 29 0 0 0,5-28-20 0 0,-29 125 259 0 0,32-143-310 0 0,1 1-1 0 0,0-1 1 0 0,0 1 0 0 0,0-1 0 0 0,0 0-1 0 0,0 1 1 0 0,1-1 0 0 0,-1 1 0 0 0,0-1-1 0 0,0 0 1 0 0,1 1 0 0 0,-1-1-1 0 0,1 0 1 0 0,0 0 0 0 0,-1 1 0 0 0,1-1-1 0 0,0 0 1 0 0,-1 0 0 0 0,1 0-1 0 0,2 2 1 0 0,-1-1-10 0 0,0 0 0 0 0,1 0 0 0 0,-1-1 1 0 0,1 1-1 0 0,0-1 0 0 0,-1 1 0 0 0,1-1 0 0 0,0 0 0 0 0,3 1 0 0 0,4 0-320 0 0,-1 0-1 0 0,1 0 1 0 0,0-1 0 0 0,19 0-1 0 0,-9-3-1104 0 0,1 0 0 0 0,-1-1 0 0 0,24-7-1 0 0,24-14-8423 0 0,-33 7-36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3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0 219 1168 0 0,'1'-2'1972'0'0,"0"-3"-845"0"0,-1 0-128 0 0,2 0 0 0 0,-1 0 0 0 0,0 0 0 0 0,1 0 0 0 0,3-8 0 0 0,-4 12-869 0 0,-1 0 0 0 0,1 0-1 0 0,0 0 1 0 0,-1 0-1 0 0,1 0 1 0 0,0 0-1 0 0,-1 1 1 0 0,1-1-1 0 0,0 0 1 0 0,0 0 0 0 0,0 1-1 0 0,0-1 1 0 0,0 0-1 0 0,-1 1 1 0 0,1-1-1 0 0,0 1 1 0 0,0 0-1 0 0,1-1 1 0 0,-1 1 0 0 0,0 0-1 0 0,0-1 1 0 0,0 1-1 0 0,0 0 1 0 0,0 0-1 0 0,0 0 1 0 0,0 0-1 0 0,0 0 1 0 0,0 0 0 0 0,0 0-1 0 0,1 0 1 0 0,-1 1-1 0 0,0-1 1 0 0,0 0-1 0 0,0 1 1 0 0,0-1-1 0 0,0 0 1 0 0,0 1 0 0 0,1 0-1 0 0,4 3 122 0 0,1 0 0 0 0,-1 0 0 0 0,1 1 0 0 0,-1-1 0 0 0,-1 1 0 0 0,1 1-1 0 0,-1-1 1 0 0,0 1 0 0 0,0 0 0 0 0,0 0 0 0 0,-1 0 0 0 0,0 1 0 0 0,6 12 0 0 0,-6-8-100 0 0,0 0 0 0 0,-1 0 0 0 0,0 0 1 0 0,0 1-1 0 0,-1-1 0 0 0,-1 1 0 0 0,0-1 1 0 0,-1 22-1 0 0,-2-6 373 0 0,-7 38 1 0 0,0-33 952 0 0,6-34-1355 0 0,3 2-119 0 0,0 0 0 0 0,0 0 0 0 0,-1 0-1 0 0,1 0 1 0 0,0 0 0 0 0,0 0 0 0 0,0 0 0 0 0,-1 0 0 0 0,1 0 0 0 0,0 0 0 0 0,0-1 0 0 0,0 1 0 0 0,-1 0 0 0 0,1 0-1 0 0,0 0 1 0 0,0 0 0 0 0,0 0 0 0 0,0-1 0 0 0,-1 1 0 0 0,1 0 0 0 0,0 0 0 0 0,0 0 0 0 0,0 0 0 0 0,0-1-1 0 0,0 1 1 0 0,0 0 0 0 0,0 0 0 0 0,0-1 0 0 0,0 1 0 0 0,0 0 0 0 0,0 0 0 0 0,-1 0 0 0 0,1-1 0 0 0,0 1 0 0 0,0 0-1 0 0,1-1 1 0 0,-2-12 21 0 0,1-1-1 0 0,1 0 1 0 0,1 0-1 0 0,0 1 1 0 0,0-1-1 0 0,2 1 1 0 0,-1-1-1 0 0,7-13 1 0 0,2-2-28 0 0,1 2 1 0 0,27-46-1 0 0,-24 50-10 0 0,0 1 1 0 0,1 0-1 0 0,2 1 0 0 0,38-35 1 0 0,-46 47 3 0 0,-1 1-1 0 0,2-1 1 0 0,-1 2 0 0 0,1 0 0 0 0,1 0-1 0 0,-1 1 1 0 0,1 1 0 0 0,0 0 0 0 0,0 0-1 0 0,1 1 1 0 0,22-3 0 0 0,-32 7 8 0 0,-1-1 0 0 0,1 1 0 0 0,-1 0 0 0 0,1 0 1 0 0,0 0-1 0 0,-1 1 0 0 0,1-1 0 0 0,-1 1 0 0 0,1 0 0 0 0,-1 0 0 0 0,1 0 1 0 0,-1 1-1 0 0,0-1 0 0 0,0 1 0 0 0,0-1 0 0 0,1 1 0 0 0,-2 0 1 0 0,1 0-1 0 0,0 1 0 0 0,0-1 0 0 0,-1 0 0 0 0,5 6 0 0 0,-4-4 7 0 0,-1 1 0 0 0,1 0 0 0 0,-1 0 0 0 0,0 0 0 0 0,0 0 0 0 0,-1 0 0 0 0,1 0 0 0 0,-1 1 0 0 0,0-1 0 0 0,0 1 0 0 0,-1-1 0 0 0,0 0 0 0 0,0 1 0 0 0,-1 6 0 0 0,-2 13 67 0 0,-12 44-1 0 0,9-47-45 0 0,1 0 1 0 0,-3 33-1 0 0,8-52-40 0 0,0-1 0 0 0,0 0 0 0 0,0 0 0 0 0,0 1 0 0 0,0-1 0 0 0,0 0 0 0 0,1 1 0 0 0,-1-1 0 0 0,1 0-1 0 0,-1 0 1 0 0,1 0 0 0 0,0 1 0 0 0,0-1 0 0 0,0 0 0 0 0,0 0 0 0 0,0 0 0 0 0,1 0 0 0 0,-1-1 0 0 0,1 1-1 0 0,-1 0 1 0 0,1 0 0 0 0,-1-1 0 0 0,4 3 0 0 0,-1-2-239 0 0,0 0 0 0 0,1 0 0 0 0,-1-1 0 0 0,0 1 0 0 0,1-1 0 0 0,-1 0-1 0 0,1 0 1 0 0,0-1 0 0 0,-1 1 0 0 0,10-1 0 0 0,34-5-3747 0 0,-16-2-1445 0 0,0-2-2791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41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705 126 348 0 0,'-14'-8'4379'0'0,"-23"-17"1220"0"0,25 18-4431 0 0,11 7-832 0 0,1 0-283 0 0,-1 0 0 0 0,1 0-1 0 0,0 0 1 0 0,0 0-1 0 0,-1 0 1 0 0,1 0 0 0 0,0 0-1 0 0,0 0 1 0 0,-1 0-1 0 0,1 0 1 0 0,0 0-1 0 0,-1 0 1 0 0,1-1 0 0 0,0 1-1 0 0,0 0 1 0 0,0 0-1 0 0,-1 0 1 0 0,1 0 0 0 0,0 0-1 0 0,0 0 1 0 0,-1-1-1 0 0,1 1 1 0 0,0 0-1 0 0,0 0 1 0 0,0 0 0 0 0,0-1-1 0 0,-1 1 1 0 0,1 0-1 0 0,0 0 1 0 0,0 0 0 0 0,0-1-1 0 0,0 1 1 0 0,0 0-1 0 0,0 0 1 0 0,-1-1-1 0 0,2 1-9 0 0,-1-1-1 0 0,1 1 0 0 0,-1-1 0 0 0,0 1 0 0 0,1-1 0 0 0,-1 1 0 0 0,1-1 0 0 0,-1 1 0 0 0,1 0 0 0 0,-1-1 0 0 0,1 1 0 0 0,0 0 1 0 0,-1 0-1 0 0,1-1 0 0 0,-1 1 0 0 0,1 0 0 0 0,0 0 0 0 0,-1 0 0 0 0,1 0 0 0 0,0 0 0 0 0,-1 0 0 0 0,2 0 0 0 0,139-18 802 0 0,257-30-402 0 0,-375 45-442 0 0,47-2 6 0 0,-65 5-4 0 0,0 0-1 0 0,0 0 1 0 0,0 1-1 0 0,-1-1 1 0 0,1 1-1 0 0,0 1 1 0 0,0-1 0 0 0,0 1-1 0 0,-1-1 1 0 0,7 5-1 0 0,-7-4 64 0 0,-1 1 0 0 0,-1-1 0 0 0,1 1-1 0 0,0 0 1 0 0,-1 0 0 0 0,1 0 0 0 0,-1 0 0 0 0,0 0 0 0 0,0 1-1 0 0,0-1 1 0 0,0 1 0 0 0,-1-1 0 0 0,0 1 0 0 0,1 0 0 0 0,-1-1-1 0 0,-1 1 1 0 0,2 6 0 0 0,0 8 264 0 0,-1-1 0 0 0,-2 29 0 0 0,0-27-179 0 0,-23 307 1913 0 0,6-130-1030 0 0,-12 787 2962 0 0,12-194-2515 0 0,-31 58-603 0 0,31 62 490 0 0,18-737-1230 0 0,0-106-71 0 0,-8 440 897 0 0,-1-356-486 0 0,-38 202 0 0 0,-69 106 1051 0 0,33-216-1528 0 0,81-238 1 0 0,0 1 0 0 0,-1-1 0 0 0,0 0 0 0 0,1 0 0 0 0,-2 0 0 0 0,1-1-1 0 0,0 1 1 0 0,-1-1 0 0 0,1 0 0 0 0,-1 0 0 0 0,0 0 0 0 0,0 0 0 0 0,0 0 0 0 0,-1-1 0 0 0,1 0 0 0 0,0 0 0 0 0,-10 3 0 0 0,-7 1-13 0 0,-1-1 0 0 0,-38 5 0 0 0,26-6-40 0 0,-331 55-6896 0 0,131-22-4387 0 0,86-14-674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5:5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46 991 1056 0 0,'-4'4'691'0'0,"1"-1"0"0"0,0 1 0 0 0,0 0 0 0 0,0 0 0 0 0,0 0-1 0 0,1 0 1 0 0,0 0 0 0 0,-1 1 0 0 0,2-1 0 0 0,-4 9 0 0 0,2-1-202 0 0,0 0 0 0 0,0 0 1 0 0,0 15-1 0 0,2-21-412 0 0,1 0 1 0 0,0 0-1 0 0,0 0 0 0 0,0 0 1 0 0,0 1-1 0 0,1-1 0 0 0,0 0 1 0 0,1 0-1 0 0,-1 0 0 0 0,1 0 1 0 0,0 0-1 0 0,1-1 0 0 0,-1 1 1 0 0,1-1-1 0 0,4 7 0 0 0,-5-11-57 0 0,-1 0-1 0 0,0 0 0 0 0,0-1 0 0 0,0 1 1 0 0,1 0-1 0 0,-1-1 0 0 0,0 1 0 0 0,0-1 1 0 0,1 1-1 0 0,-1-1 0 0 0,0 0 1 0 0,1 0-1 0 0,-1 1 0 0 0,1-1 0 0 0,-1 0 1 0 0,0 0-1 0 0,1 0 0 0 0,-1 0 0 0 0,1-1 1 0 0,-1 1-1 0 0,0 0 0 0 0,1-1 0 0 0,-1 1 1 0 0,0-1-1 0 0,1 1 0 0 0,-1-1 0 0 0,0 1 1 0 0,0-1-1 0 0,1 0 0 0 0,1-1 0 0 0,4-3-13 0 0,-1 1-1 0 0,1-1 1 0 0,8-10-1 0 0,1-2-9 0 0,0-1 0 0 0,-2-1 0 0 0,0-1-1 0 0,-2 0 1 0 0,13-25 0 0 0,43-113-75 0 0,-65 150 74 0 0,52-144 94 0 0,-21 57-255 0 0,67-134-1 0 0,-86 206 57 0 0,-14 23 114 0 0,-1-1-1 0 0,1 1 1 0 0,-1-1-1 0 0,1 1 1 0 0,-1-1-1 0 0,1 1 1 0 0,-1-1-1 0 0,1 1 1 0 0,0 0-1 0 0,-1-1 1 0 0,1 1 0 0 0,-1 0-1 0 0,1-1 1 0 0,0 1-1 0 0,0 0 1 0 0,-1 0-1 0 0,1 0 1 0 0,0 0-1 0 0,-1 0 1 0 0,1 0-1 0 0,0 0 1 0 0,-1 0 0 0 0,1 0-1 0 0,0 0 1 0 0,0 0-1 0 0,-1 0 1 0 0,1 0-1 0 0,0 0 1 0 0,-1 1-1 0 0,1-1 1 0 0,0 0-1 0 0,-1 0 1 0 0,1 1-1 0 0,0-1 1 0 0,-1 1 0 0 0,2 0-1 0 0,2 4 16 0 0,1 0 0 0 0,-1 0 0 0 0,0 1 0 0 0,0-1-1 0 0,-1 1 1 0 0,1 0 0 0 0,-1 0 0 0 0,-1 0 0 0 0,4 11 0 0 0,16 68-61 0 0,-14-51 68 0 0,133 607 704 0 0,-120-545 2449 0 0,-21-94-2350 0 0,0-5-667 0 0,0-57 85 0 0,13-331-188 0 0,37 42-168 0 0,-37 290 114 0 0,2 1 0 0 0,2 1-1 0 0,48-103 1 0 0,-58 146-11 0 0,1 1 0 0 0,0 0 0 0 0,1 0-1 0 0,0 1 1 0 0,1 0 0 0 0,0 0 0 0 0,1 1-1 0 0,0 1 1 0 0,15-11 0 0 0,-22 17-5 0 0,1 1 1 0 0,1-1-1 0 0,-1 2 1 0 0,0-1 0 0 0,1 0-1 0 0,0 1 1 0 0,-1 0-1 0 0,1 0 1 0 0,0 1-1 0 0,0 0 1 0 0,0 0-1 0 0,0 0 1 0 0,0 1-1 0 0,0 0 1 0 0,0 0-1 0 0,0 0 1 0 0,0 1-1 0 0,0 0 1 0 0,0 0-1 0 0,0 0 1 0 0,0 1-1 0 0,0 0 1 0 0,-1 0 0 0 0,1 1-1 0 0,10 5 1 0 0,-10-4-227 0 0,0 0 1 0 0,-1 1-1 0 0,1 0 1 0 0,-1 0-1 0 0,0 0 1 0 0,0 1-1 0 0,0-1 1 0 0,-1 1-1 0 0,0 0 1 0 0,0 0-1 0 0,0 1 1 0 0,2 6-1 0 0,-1-1-812 0 0,-1-1 0 0 0,0 1 0 0 0,-1 0 0 0 0,0 1 0 0 0,-1-1-1 0 0,0 15 1 0 0,0 2-3220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0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198 123 148 0 0,'-8'-7'2321'0'0,"-1"-1"1"0"0,0 1-1 0 0,0 0 0 0 0,-11-5 0 0 0,19 11-1739 0 0,-2 1-108 0 0,1 0-414 0 0,-1 0 0 0 0,1 1 0 0 0,0-1 1 0 0,-1 1-1 0 0,1 0 0 0 0,0-1 0 0 0,-1 1 0 0 0,1 0 1 0 0,0 1-1 0 0,0-1 0 0 0,0 0 0 0 0,0 0 0 0 0,0 1 1 0 0,0 0-1 0 0,0-1 0 0 0,0 1 0 0 0,1 0 0 0 0,-1 0 1 0 0,0 0-1 0 0,1 0 0 0 0,0 0 0 0 0,0 0 1 0 0,-1 0-1 0 0,0 3 0 0 0,-6 10 49 0 0,1 0 0 0 0,-7 22-1 0 0,12-31-68 0 0,-6 17 34 0 0,1 0-1 0 0,0 0 1 0 0,2 1-1 0 0,1 0 0 0 0,1 0 1 0 0,1 0-1 0 0,1 39 1 0 0,2-56-50 0 0,0-1 1 0 0,0 0-1 0 0,0 0 1 0 0,1 0 0 0 0,-1 0-1 0 0,2 0 1 0 0,4 9-1 0 0,-6-13-18 0 0,0 0 0 0 0,1 0-1 0 0,-1 0 1 0 0,1 0 0 0 0,-1 0 0 0 0,1-1-1 0 0,0 1 1 0 0,0 0 0 0 0,-1-1-1 0 0,1 0 1 0 0,0 1 0 0 0,0-1-1 0 0,1 0 1 0 0,-1 0 0 0 0,0 0 0 0 0,0 0-1 0 0,0 0 1 0 0,1-1 0 0 0,-1 1-1 0 0,0-1 1 0 0,1 0 0 0 0,-1 1-1 0 0,3-1 1 0 0,2 0-4 0 0,0-1-1 0 0,0 1 1 0 0,0-2-1 0 0,0 1 1 0 0,0-1-1 0 0,-1 1 1 0 0,1-2-1 0 0,0 1 1 0 0,-1-1-1 0 0,1 0 1 0 0,-1 0-1 0 0,6-5 1 0 0,-4 2-9 0 0,0-1 1 0 0,-1 1-1 0 0,0-1 1 0 0,0-1-1 0 0,0 1 1 0 0,-1-1 0 0 0,10-17-1 0 0,-9 12-1 0 0,0-1-1 0 0,-1-1 1 0 0,0 1 0 0 0,-2-1-1 0 0,1 0 1 0 0,-2 0 0 0 0,0 0-1 0 0,-1 0 1 0 0,0-1-1 0 0,-1-29 1 0 0,-2 29 44 0 0,-1 1 0 0 0,-1-1 0 0 0,0 1 0 0 0,-1 0 0 0 0,-9-23 0 0 0,10 31 17 0 0,0 1-1 0 0,0 0 0 0 0,0 0 0 0 0,-1 0 0 0 0,0 0 0 0 0,0 0 0 0 0,0 1 0 0 0,-1-1 0 0 0,0 1 0 0 0,0 1 0 0 0,0-1 0 0 0,-1 1 0 0 0,0-1 0 0 0,-10-4 1 0 0,13 7-41 0 0,0 1 0 0 0,0 0 0 0 0,0 0 0 0 0,0 0 0 0 0,-1 0 1 0 0,1 0-1 0 0,0 1 0 0 0,-1-1 0 0 0,1 1 0 0 0,-1 0 0 0 0,1 0 1 0 0,0 1-1 0 0,-1-1 0 0 0,1 1 0 0 0,0-1 0 0 0,-6 3 0 0 0,4-1-1 0 0,0 0-1 0 0,0 1 0 0 0,0 0 0 0 0,1 0 0 0 0,-1 0 1 0 0,1 0-1 0 0,0 1 0 0 0,0 0 0 0 0,-5 6 0 0 0,-1 3 10 0 0,0 0 1 0 0,1 1-1 0 0,1 1 0 0 0,0 0 0 0 0,-10 27 0 0 0,14-33-61 0 0,1 1 1 0 0,0 0-1 0 0,1 0 1 0 0,0 0-1 0 0,1 0 1 0 0,0 0-1 0 0,1 0 1 0 0,0 0-1 0 0,0 0 1 0 0,1 1-1 0 0,0-1 0 0 0,4 12 1 0 0,-4-17-242 0 0,1 0-1 0 0,0 0 1 0 0,0 0 0 0 0,0-1-1 0 0,1 1 1 0 0,-1 0 0 0 0,1-1-1 0 0,0 1 1 0 0,1-1 0 0 0,-1 0-1 0 0,1 0 1 0 0,-1-1 0 0 0,1 1-1 0 0,1-1 1 0 0,-1 0 0 0 0,0 0-1 0 0,1 0 1 0 0,-1 0 0 0 0,1-1-1 0 0,0 0 1 0 0,0 0 0 0 0,0 0-1 0 0,0 0 1 0 0,0-1 0 0 0,6 1-1 0 0,14 1-2595 0 0,2-1-877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0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80 596 0 0,'-7'-22'3894'0'0,"3"12"-2246"0"0,1 1-1 0 0,1 0 1 0 0,-1-1 0 0 0,0-10 0 0 0,19 38-188 0 0,-2 2-1203 0 0,-2 1 0 0 0,-1 0 0 0 0,0 1 0 0 0,-2 0 0 0 0,0 0 0 0 0,-2 1 0 0 0,0 0 0 0 0,-2 1 0 0 0,6 46 1 0 0,-11-58-79 0 0,-1 0 1 0 0,0 0-1 0 0,0 0 1 0 0,-6 21 0 0 0,5-26-21 0 0,0-1 0 0 0,0 1 1 0 0,-1-1-1 0 0,0 1 0 0 0,0-1 1 0 0,0 0-1 0 0,-1 0 0 0 0,0-1 1 0 0,-6 8-1 0 0,9-12-131 0 0,0 0 1 0 0,1 0-1 0 0,-1 0 0 0 0,0 0 0 0 0,0 0 0 0 0,0 0 1 0 0,0 0-1 0 0,0-1 0 0 0,0 1 0 0 0,0 0 1 0 0,0-1-1 0 0,0 1 0 0 0,-1 0 0 0 0,1-1 1 0 0,0 1-1 0 0,0-1 0 0 0,0 0 0 0 0,-1 1 0 0 0,1-1 1 0 0,0 0-1 0 0,0 0 0 0 0,-1 0 0 0 0,1 0 1 0 0,0 0-1 0 0,-1 0 0 0 0,1 0 0 0 0,0-1 1 0 0,0 1-1 0 0,-1 0 0 0 0,1-1 0 0 0,0 1 0 0 0,0 0 1 0 0,0-1-1 0 0,-1 0 0 0 0,1 1 0 0 0,0-1 1 0 0,0 0-1 0 0,0 0 0 0 0,0 1 0 0 0,0-1 1 0 0,0 0-1 0 0,-1-2 0 0 0,0 1-10 0 0,1-1 0 0 0,-1 0 0 0 0,1 1 0 0 0,-1-1 0 0 0,1 0 0 0 0,0 0 0 0 0,0 0 0 0 0,0 0 0 0 0,0 0 0 0 0,1 0 0 0 0,-1 0 0 0 0,1-1 0 0 0,0 1 0 0 0,0 0 0 0 0,1-6 0 0 0,2-7-33 0 0,2-1 1 0 0,0 1-1 0 0,1 0 0 0 0,1 1 0 0 0,0 0 0 0 0,1 0 1 0 0,0 0-1 0 0,2 1 0 0 0,-1 0 0 0 0,2 1 0 0 0,15-16 1 0 0,-10 12-1078 0 0,2 2 0 0 0,35-27 0 0 0,-34 30-2079 0 0,0 1 0 0 0,39-18 0 0 0,-38 21-2212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1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66 68 0 0,'-28'-20'12156'0'0,"16"10"-7636"0"0,11 10-4448 0 0,0 0 1 0 0,1 0 0 0 0,-1 1 0 0 0,0-1-1 0 0,1 0 1 0 0,-1 1 0 0 0,0-1 0 0 0,1 0-1 0 0,-1 1 1 0 0,0-1 0 0 0,1 1 0 0 0,-1-1-1 0 0,1 1 1 0 0,-1-1 0 0 0,1 1 0 0 0,0 0-1 0 0,-1-1 1 0 0,1 1 0 0 0,-1-1 0 0 0,1 1-1 0 0,0 0 1 0 0,0-1 0 0 0,-1 1 0 0 0,1 0-1 0 0,0 0 1 0 0,0-1 0 0 0,0 1 0 0 0,0 0-1 0 0,0-1 1 0 0,0 1 0 0 0,0 0 0 0 0,0 0-1 0 0,0-1 1 0 0,0 2 0 0 0,3 32 766 0 0,-2-27-474 0 0,5 47 146 0 0,-2 0 1 0 0,-3 0 0 0 0,-5 56-1 0 0,3-106-509 0 0,0 8 65 0 0,0 0 1 0 0,-1 0 0 0 0,-6 17 0 0 0,7-28-23 0 0,0-2 22 0 0,-1-2-58 0 0,0-1 0 0 0,1 1 0 0 0,-1 0 0 0 0,1 0 0 0 0,0-1 0 0 0,0 1 0 0 0,0-1 0 0 0,0 1 0 0 0,1-1 0 0 0,-1 1 1 0 0,1-1-1 0 0,0 1 0 0 0,1-7 0 0 0,4-52-37 0 0,-1 41 1 0 0,1 0 0 0 0,0 0 0 0 0,1 0-1 0 0,2 1 1 0 0,10-22 0 0 0,-15 34 18 0 0,1 1 1 0 0,0-1-1 0 0,1 1 0 0 0,0 1 0 0 0,0-1 1 0 0,0 0-1 0 0,1 1 0 0 0,0 0 1 0 0,0 1-1 0 0,0-1 0 0 0,1 1 0 0 0,-1 0 1 0 0,1 1-1 0 0,1-1 0 0 0,-1 2 0 0 0,9-5 1 0 0,-12 7 10 0 0,-1 0 1 0 0,1 1-1 0 0,-1-1 1 0 0,0 1-1 0 0,1-1 1 0 0,-1 1-1 0 0,1 0 1 0 0,-1 0-1 0 0,1 1 1 0 0,-1-1-1 0 0,1 1 1 0 0,-1-1-1 0 0,1 1 0 0 0,-1 0 1 0 0,0 1-1 0 0,5 1 1 0 0,-3 0-2 0 0,0 0 1 0 0,0 1-1 0 0,-1-1 0 0 0,1 1 0 0 0,-1 0 1 0 0,0 0-1 0 0,0 1 0 0 0,0-1 1 0 0,3 7-1 0 0,1 2-1 0 0,-1 0 1 0 0,0 1-1 0 0,-1 0 1 0 0,-1 0-1 0 0,0 0 0 0 0,5 27 1 0 0,2 30 157 0 0,-12-69-116 0 0,-4 4-65 0 0,2-6-5 0 0,3-11 11 0 0,4-10-6 0 0,1 1 0 0 0,0-1 0 0 0,2 1 0 0 0,0 0 0 0 0,1 0 1 0 0,1 1-1 0 0,1 1 0 0 0,1 0 0 0 0,0 0 0 0 0,2 1 0 0 0,0 1 0 0 0,0 0 1 0 0,20-16-1 0 0,-28 27 14 0 0,0 1 0 0 0,0 0 0 0 0,1 0 0 0 0,-1 1-1 0 0,1 0 1 0 0,0 0 0 0 0,0 0 0 0 0,0 1 0 0 0,0 0 0 0 0,1 0 0 0 0,10-1 0 0 0,-15 3 11 0 0,0 0 1 0 0,0 1-1 0 0,0-1 0 0 0,0 0 1 0 0,0 1-1 0 0,0 0 0 0 0,0 0 0 0 0,0 0 1 0 0,0 0-1 0 0,-1 0 0 0 0,1 0 1 0 0,0 1-1 0 0,-1-1 0 0 0,1 1 1 0 0,-1 0-1 0 0,1 0 0 0 0,-1-1 1 0 0,0 2-1 0 0,0-1 0 0 0,0 0 0 0 0,0 0 1 0 0,0 1-1 0 0,-1-1 0 0 0,1 1 1 0 0,1 3-1 0 0,1 1 12 0 0,-1 0-1 0 0,0 0 1 0 0,-1 1 0 0 0,1-1 0 0 0,-1 1 0 0 0,-1 0-1 0 0,2 14 1 0 0,-3-4-153 0 0,0-1 0 0 0,-3 21 1 0 0,-10 35-3636 0 0,4-28-1073 0 0,9-43 4539 0 0,0 0 1 0 0,0 0 0 0 0,0 0-1 0 0,1 0 1 0 0,-1 0 0 0 0,0 0 0 0 0,1 0-1 0 0,-1 0 1 0 0,2 2 0 0 0,-2-4 77 0 0,0 1 0 0 0,0 0 1 0 0,1-1-1 0 0,-1 1 1 0 0,1 0-1 0 0,-1-1 0 0 0,0 1 1 0 0,5 3-1838 0 0,-4-4 1837 0 0,-1 0 1 0 0,1 0-1 0 0,0 1 0 0 0,0-1 1 0 0,16 3-2849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169 854 1836 0 0,'8'-13'1281'0'0,"3"-5"749"0"0,-1 0 0 0 0,9-22 0 0 0,-17 36-1704 0 0,-1-1 1 0 0,1 1 0 0 0,-1-1 0 0 0,0 1 0 0 0,0-1-1 0 0,0 0 1 0 0,0 1 0 0 0,-1-1 0 0 0,0 0 0 0 0,0 1-1 0 0,0-1 1 0 0,-1 0 0 0 0,0 0 0 0 0,0 1 0 0 0,-1-6-1 0 0,1 9-290 0 0,1 0-1 0 0,0 0 0 0 0,-1 1 1 0 0,1-1-1 0 0,-1 0 0 0 0,1 0 0 0 0,-1 0 1 0 0,1 1-1 0 0,-1-1 0 0 0,1 0 1 0 0,-1 1-1 0 0,0-1 0 0 0,1 1 1 0 0,-1-1-1 0 0,0 0 0 0 0,0 1 0 0 0,0 0 1 0 0,1-1-1 0 0,-1 1 0 0 0,0-1 1 0 0,0 1-1 0 0,0 0 0 0 0,0 0 1 0 0,0-1-1 0 0,-1 1 0 0 0,0 0 1 0 0,-1 0-1 0 0,1 1 0 0 0,0-1 1 0 0,-1 0-1 0 0,1 1 1 0 0,0 0-1 0 0,0-1 1 0 0,-1 1-1 0 0,-3 2 1 0 0,-2 2 1 0 0,0 0 0 0 0,1 0 0 0 0,-1 0 1 0 0,-6 7-1 0 0,1 3-9 0 0,0-1 0 0 0,1 2 0 0 0,0-1 0 0 0,1 2 1 0 0,1-1-1 0 0,1 2 0 0 0,0-1 0 0 0,1 1 0 0 0,1 0 0 0 0,1 1 0 0 0,0 0 0 0 0,2 0 0 0 0,0 0 0 0 0,-2 37 0 0 0,6-53-15 0 0,0 0 0 0 0,0 0 0 0 0,0 0-1 0 0,1 0 1 0 0,-1 0 0 0 0,1 0 0 0 0,0 0-1 0 0,0 0 1 0 0,0 0 0 0 0,0-1 0 0 0,0 1-1 0 0,0 0 1 0 0,1-1 0 0 0,2 5-1 0 0,-2-6-6 0 0,-1 0-1 0 0,1 0 0 0 0,-1 0 1 0 0,1 0-1 0 0,-1 0 0 0 0,1 0 1 0 0,-1 0-1 0 0,1 0 0 0 0,0 0 1 0 0,0-1-1 0 0,-1 1 0 0 0,1-1 1 0 0,0 1-1 0 0,0-1 0 0 0,-1 0 1 0 0,1 0-1 0 0,0 0 0 0 0,0 0 1 0 0,0 0-1 0 0,0 0 0 0 0,-1 0 1 0 0,1-1-1 0 0,0 1 0 0 0,3-2 1 0 0,1 0-5 0 0,1-1 0 0 0,-1 0 1 0 0,0 0-1 0 0,0 0 1 0 0,0-1-1 0 0,0 0 1 0 0,0 0-1 0 0,-1-1 0 0 0,8-8 1 0 0,6-7 1 0 0,16-25 0 0 0,-20 26-3 0 0,25-37-26 0 0,-37 53 14 0 0,2 0 3 0 0,-4 3 13 0 0,-1 0 0 0 0,1 0 0 0 0,-1 0 1 0 0,0 0-1 0 0,1 0 0 0 0,-1 0 0 0 0,1 0 1 0 0,-1 0-1 0 0,1 1 0 0 0,-1-1 0 0 0,0 0 0 0 0,1 0 1 0 0,-1 0-1 0 0,0 0 0 0 0,1 1 0 0 0,-1-1 0 0 0,0 0 1 0 0,1 1-1 0 0,-1-1 0 0 0,0 0 0 0 0,1 0 0 0 0,-1 1 1 0 0,0-1-1 0 0,0 1 0 0 0,1-1 0 0 0,-1 0 1 0 0,0 1-1 0 0,0-1 0 0 0,0 0 0 0 0,1 1 0 0 0,-1-1 1 0 0,0 1-1 0 0,0-1 0 0 0,0 1 0 0 0,0-1 0 0 0,0 0 1 0 0,0 2-1 0 0,4 15 402 0 0,-4-17-402 0 0,2 17 445 0 0,-1-1-1 0 0,-2 29 1 0 0,1-29-279 0 0,-1 1 0 0 0,5 29 1 0 0,-2-32-139 0 0,-1-7 8 0 0,0 0 1 0 0,1 0-1 0 0,-1-1 1 0 0,1 1-1 0 0,1 0 0 0 0,3 7 1 0 0,-5-12-31 0 0,0 0-1 0 0,1 0 1 0 0,-1-1 0 0 0,1 1 0 0 0,-1 0 0 0 0,1 0-1 0 0,0-1 1 0 0,0 1 0 0 0,0-1 0 0 0,0 0-1 0 0,0 0 1 0 0,0 1 0 0 0,0-1 0 0 0,0-1 0 0 0,1 1-1 0 0,-1 0 1 0 0,0 0 0 0 0,1-1 0 0 0,-1 1-1 0 0,0-1 1 0 0,1 0 0 0 0,2 0 0 0 0,8 0-7 0 0,0 0-1 0 0,-1-1 1 0 0,1-1 0 0 0,-1 0 0 0 0,1-1-1 0 0,-1 0 1 0 0,0-1 0 0 0,0 0 0 0 0,0-1-1 0 0,11-7 1 0 0,3-3-231 0 0,0-1 0 0 0,-1-1 0 0 0,24-21 0 0 0,-26 17-21 0 0,-1-1 0 0 0,0-2 1 0 0,-2 0-1 0 0,-1-1 1 0 0,-1-1-1 0 0,-1 0 0 0 0,-1-2 1 0 0,22-53-1 0 0,-16 24 69 0 0,-3-2 0 0 0,-2 0 1 0 0,15-95-1 0 0,-26 108 190 0 0,-1-1 1 0 0,-3 0-1 0 0,-1 1 0 0 0,-3-1 1 0 0,-2 0-1 0 0,-14-69 0 0 0,18 115-8 0 0,0-1 0 0 0,0 1-1 0 0,0-1 1 0 0,-1 1 0 0 0,1 0-1 0 0,-1-1 1 0 0,1 1 0 0 0,-1-1-1 0 0,1 1 1 0 0,-1 0-1 0 0,0 0 1 0 0,0-1 0 0 0,1 1-1 0 0,-1 0 1 0 0,0 0 0 0 0,0 0-1 0 0,0 0 1 0 0,0 0 0 0 0,0 0-1 0 0,-1 0 1 0 0,-1-1 0 0 0,2 2 4 0 0,0 0 1 0 0,-1 1 0 0 0,1-1 0 0 0,0 0 0 0 0,0 0 0 0 0,0 1 0 0 0,-1-1 0 0 0,1 1 0 0 0,0-1 0 0 0,0 1 0 0 0,0-1 0 0 0,0 1 0 0 0,0 0 0 0 0,0-1-1 0 0,0 1 1 0 0,0 0 0 0 0,0 0 0 0 0,0 0 0 0 0,0 0 0 0 0,1 0 0 0 0,-1 0 0 0 0,0 0 0 0 0,1 0 0 0 0,-2 2 0 0 0,-9 14 155 0 0,1 1 0 0 0,0 0 1 0 0,2 0-1 0 0,0 1 0 0 0,-8 29 0 0 0,-19 103 1078 0 0,30-131-1104 0 0,-20 115 1510 0 0,-14 267-1 0 0,38-373-1586 0 0,3 90 121 0 0,-2-108-157 0 0,2 0 0 0 0,0 0 1 0 0,0 0-1 0 0,1-1 0 0 0,0 1 0 0 0,1-1 1 0 0,0 0-1 0 0,8 14 0 0 0,-10-20-73 0 0,1 0 0 0 0,0 0 0 0 0,0 0-1 0 0,0-1 1 0 0,1 1 0 0 0,-1-1 0 0 0,1 0-1 0 0,0 0 1 0 0,-1 0 0 0 0,2-1 0 0 0,-1 1-1 0 0,0-1 1 0 0,0 0 0 0 0,8 2 0 0 0,-5-2-183 0 0,0 0 1 0 0,0-1 0 0 0,1 0 0 0 0,-1 0-1 0 0,0-1 1 0 0,1 0 0 0 0,-1 0 0 0 0,13-3 0 0 0,-5 0-255 0 0,-1-1 1 0 0,1 0 0 0 0,-1-1 0 0 0,0 0-1 0 0,-1-2 1 0 0,1 1 0 0 0,-1-2 0 0 0,21-15-1 0 0,-17 9 166 0 0,-1-1-1 0 0,0 0 1 0 0,-1-1-1 0 0,-1-1 1 0 0,-1 0-1 0 0,0-1 1 0 0,11-22-1 0 0,-10 12 793 0 0,-1 0-1 0 0,-1-1 1 0 0,-2 0-1 0 0,10-43 1 0 0,-15 45 1114 0 0,-6 20-41 0 0,-5 19-490 0 0,-7 26-260 0 0,2 1 0 0 0,1 0 0 0 0,2 0-1 0 0,1 1 1 0 0,-1 72 0 0 0,7-100-745 0 0,1 0-1 0 0,0 1 0 0 0,1-1 1 0 0,1 0-1 0 0,0 0 0 0 0,0 0 1 0 0,1 0-1 0 0,9 22 1 0 0,-11-33-63 0 0,-1 0 1 0 0,1 0-1 0 0,0 0 1 0 0,0 0-1 0 0,0 0 1 0 0,0-1-1 0 0,0 1 1 0 0,0 0-1 0 0,0-1 1 0 0,0 1-1 0 0,0 0 1 0 0,0-1 0 0 0,0 0-1 0 0,0 1 1 0 0,0-1-1 0 0,1 0 1 0 0,-1 1-1 0 0,0-1 1 0 0,0 0-1 0 0,0 0 1 0 0,0 0-1 0 0,1 0 1 0 0,-1 0 0 0 0,0 0-1 0 0,2-1 1 0 0,28-7-1729 0 0,-22 3 476 0 0,0 0 0 0 0,0-1 0 0 0,-1 0 0 0 0,0-1 0 0 0,0 1 0 0 0,0-2 0 0 0,-1 1 0 0 0,0-1 0 0 0,9-13 0 0 0,4-8-5632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2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142 141 96 0 0,'-41'-42'7349'0'0,"-53"-50"3530"0"0,87 86-12857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165 163 700 0 0,'-2'-1'1218'0'0,"-2"-3"-463"0"0,-1 1 0 0 0,0 0 1 0 0,0 0-1 0 0,0 0 1 0 0,-1 0-1 0 0,1 1 1 0 0,-1 0-1 0 0,-10-2 1 0 0,14 3-341 0 0,-15-2 1219 0 0,-9 3 93 0 0,24 0-629 0 0,5-1-784 0 0,58-11 266 0 0,78-27 0 0 0,25-7-430 0 0,-113 34-92 0 0,-30 6-31 0 0,0 1 0 0 0,0 1-1 0 0,32-1 1 0 0,-53 5-25 0 0,1 0-1 0 0,-1 0 1 0 0,1 0-1 0 0,0 0 0 0 0,-1 1 1 0 0,1-1-1 0 0,-1 0 1 0 0,1 1-1 0 0,-1-1 1 0 0,1 0-1 0 0,-1 1 1 0 0,0-1-1 0 0,1 1 1 0 0,-1-1-1 0 0,1 1 1 0 0,-1-1-1 0 0,0 1 1 0 0,1-1-1 0 0,-1 1 1 0 0,0-1-1 0 0,0 1 1 0 0,1-1-1 0 0,-1 1 1 0 0,0-1-1 0 0,0 1 1 0 0,0 0-1 0 0,0-1 1 0 0,0 1-1 0 0,0-1 1 0 0,0 1-1 0 0,0 0 1 0 0,0-1-1 0 0,0 1 1 0 0,0-1-1 0 0,0 1 1 0 0,0 0-1 0 0,0-1 1 0 0,-1 1-1 0 0,-4 23 26 0 0,-8 5 111 0 0,-2-1 0 0 0,-24 36 0 0 0,17-29 26 0 0,-40 62 319 0 0,-49 86 539 0 0,111-183-1015 0 0,0 0 0 0 0,0 0 0 0 0,0 1 0 0 0,0-1 0 0 0,0 0 0 0 0,0 0 1 0 0,0 1-1 0 0,0-1 0 0 0,0 0 0 0 0,0 0 0 0 0,0 1 0 0 0,0-1 0 0 0,0 0 0 0 0,0 0 0 0 0,0 1 0 0 0,1-1 0 0 0,-1 0 0 0 0,0 0 0 0 0,0 1 0 0 0,0-1 0 0 0,0 0 0 0 0,1 0 0 0 0,-1 0 0 0 0,0 0 0 0 0,0 1 0 0 0,0-1 0 0 0,1 0 0 0 0,-1 0 0 0 0,0 0 0 0 0,0 0 0 0 0,0 0 0 0 0,1 1 0 0 0,-1-1 0 0 0,0 0 0 0 0,0 0 0 0 0,1 0 0 0 0,-1 0 1 0 0,0 0-1 0 0,0 0 0 0 0,1 0 0 0 0,-1 0 0 0 0,0 0 0 0 0,0 0 0 0 0,1 0 0 0 0,-1 0 0 0 0,0 0 0 0 0,0 0 0 0 0,1-1 0 0 0,16 1 111 0 0,-10-1-107 0 0,0 1-1 0 0,0 0 1 0 0,1 1-1 0 0,-1-1 1 0 0,0 1-1 0 0,0 1 1 0 0,0-1 0 0 0,0 1-1 0 0,0 0 1 0 0,0 1-1 0 0,0 0 1 0 0,7 4-1 0 0,-4-1 15 0 0,0 1 0 0 0,0-1 0 0 0,-1 2 0 0 0,0 0 0 0 0,-1 0 0 0 0,0 0 0 0 0,9 11 0 0 0,-6-4 79 0 0,-1 1 0 0 0,0 0 0 0 0,-1 0 0 0 0,-1 0 0 0 0,0 1 0 0 0,-1 1 0 0 0,-1-1 0 0 0,-1 1 0 0 0,6 31 0 0 0,-10-27 99 0 0,0 1 0 0 0,-1 0 0 0 0,-1-1 0 0 0,-1 1 0 0 0,-1 0 0 0 0,-1-1 0 0 0,-1 0 0 0 0,-1 0-1 0 0,-1 0 1 0 0,-1-1 0 0 0,0 0 0 0 0,-2 0 0 0 0,-1-1 0 0 0,-13 19 0 0 0,15-24-49 0 0,-2 0 1 0 0,0-1-1 0 0,-1 0 1 0 0,0-1-1 0 0,-1 0 1 0 0,0-1 0 0 0,-1 0-1 0 0,-1-1 1 0 0,0-1-1 0 0,0 0 1 0 0,-1-1-1 0 0,0-1 1 0 0,-1 0-1 0 0,1-1 1 0 0,-2-1 0 0 0,1-1-1 0 0,-35 7 1 0 0,42-11-116 0 0,1-1 1 0 0,0 0-1 0 0,0 0 1 0 0,-1-1 0 0 0,1 0-1 0 0,0 0 1 0 0,0-1-1 0 0,0-1 1 0 0,0 1 0 0 0,0-1-1 0 0,0-1 1 0 0,1 0-1 0 0,0 0 1 0 0,0-1 0 0 0,0 1-1 0 0,0-2 1 0 0,1 1-1 0 0,-1-1 1 0 0,1 0 0 0 0,1-1-1 0 0,-9-10 1 0 0,9 9-41 0 0,0 0 1 0 0,1 0 0 0 0,-1-1-1 0 0,2 0 1 0 0,-1 0-1 0 0,1 0 1 0 0,1-1 0 0 0,0 0-1 0 0,0 1 1 0 0,1-1 0 0 0,0 0-1 0 0,1 0 1 0 0,0 0-1 0 0,0 0 1 0 0,1 0 0 0 0,0-1-1 0 0,1 1 1 0 0,0 0-1 0 0,4-14 1 0 0,3 0-24 0 0,1 1 0 0 0,0 0 0 0 0,2 1 0 0 0,1 1 0 0 0,0-1 0 0 0,2 2 1 0 0,0 0-1 0 0,1 0 0 0 0,1 2 0 0 0,1 0 0 0 0,1 1 0 0 0,0 0 0 0 0,1 1 0 0 0,1 2 0 0 0,0 0 0 0 0,1 1 0 0 0,31-14 0 0 0,-39 21-527 0 0,0 1 0 0 0,1 1 0 0 0,0 1 0 0 0,-1 0 0 0 0,1 0 0 0 0,0 1 0 0 0,0 1 0 0 0,18 1 0 0 0,-6 1-2459 0 0,-1 2 0 0 0,1 1 0 0 0,39 11 0 0 0,-38-7-3233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4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1206 420 0 0,'8'-45'1791'0'0,"-2"-1"0"0"0,-2 0 0 0 0,-2 1 0 0 0,-2-1 0 0 0,-7-53 0 0 0,7 95-1665 0 0,-1 0 0 0 0,0 1-1 0 0,1-1 1 0 0,-1 0 0 0 0,-1 1-1 0 0,1-1 1 0 0,-1 1-1 0 0,1-1 1 0 0,-1 1 0 0 0,0-1-1 0 0,0 1 1 0 0,0 0 0 0 0,-4-4-1 0 0,4 6-98 0 0,1 0 0 0 0,-1 0 0 0 0,1 0 0 0 0,-1 0-1 0 0,0 0 1 0 0,0 1 0 0 0,0-1 0 0 0,1 1 0 0 0,-1-1 0 0 0,0 1 0 0 0,0-1-1 0 0,0 1 1 0 0,0 0 0 0 0,0 0 0 0 0,0 0 0 0 0,1 0 0 0 0,-1 0 0 0 0,0 1-1 0 0,0-1 1 0 0,0 1 0 0 0,0-1 0 0 0,0 1 0 0 0,1-1 0 0 0,-1 1 0 0 0,0 0-1 0 0,1 0 1 0 0,-1 0 0 0 0,-2 1 0 0 0,-8 6 43 0 0,-1 1 0 0 0,1 0 0 0 0,0 1 0 0 0,1 1 0 0 0,0-1 0 0 0,-18 25-1 0 0,7-5 83 0 0,-30 55-1 0 0,42-67-94 0 0,1 0-1 0 0,1 0 1 0 0,1 1 0 0 0,-8 32-1 0 0,13-46-39 0 0,1 0 0 0 0,0 1 0 0 0,0-1 0 0 0,0 1-1 0 0,1 0 1 0 0,0-1 0 0 0,0 1 0 0 0,1-1 0 0 0,-1 1 0 0 0,1-1-1 0 0,0 1 1 0 0,1-1 0 0 0,0 1 0 0 0,-1-1 0 0 0,1 0-1 0 0,1 0 1 0 0,-1 0 0 0 0,1 0 0 0 0,0 0 0 0 0,0 0 0 0 0,5 4-1 0 0,-5-6-11 0 0,0-1-1 0 0,0 1 0 0 0,0-1 1 0 0,0 0-1 0 0,0 0 0 0 0,1-1 0 0 0,-1 1 1 0 0,1-1-1 0 0,-1 0 0 0 0,1 1 0 0 0,0-1 1 0 0,-1-1-1 0 0,1 1 0 0 0,0-1 1 0 0,0 1-1 0 0,0-1 0 0 0,-1 0 0 0 0,1 0 1 0 0,0-1-1 0 0,0 1 0 0 0,-1-1 1 0 0,1 0-1 0 0,0 0 0 0 0,-1 0 0 0 0,6-3 1 0 0,0 0-16 0 0,0 0 1 0 0,0-1 0 0 0,-1 0 0 0 0,0 0 0 0 0,0-1 0 0 0,0 0 0 0 0,0 0 0 0 0,11-13-1 0 0,-10 6 1 0 0,1 1 0 0 0,-2-1-1 0 0,0-1 1 0 0,0 0-1 0 0,-1 0 1 0 0,9-27 0 0 0,18-92-98 0 0,-26 94 64 0 0,-8 37 46 0 0,-7 88 1504 0 0,0-13-777 0 0,7-68-691 0 0,-1 25 167 0 0,1-1 0 0 0,6 52 0 0 0,-5-74-180 0 0,0-1 0 0 0,1 1 0 0 0,0 0 0 0 0,0-1 0 0 0,0 1 0 0 0,0-1-1 0 0,1 1 1 0 0,0-1 0 0 0,1 0 0 0 0,-1 0 0 0 0,1-1 0 0 0,0 1 0 0 0,1-1 0 0 0,-1 0 0 0 0,1 0 0 0 0,0 0 0 0 0,11 7 0 0 0,-11-9-120 0 0,0-1 0 0 0,1 0 0 0 0,-1 0 0 0 0,1-1-1 0 0,-1 0 1 0 0,1 0 0 0 0,0 0 0 0 0,-1 0 0 0 0,1-1 0 0 0,0 0-1 0 0,-1 0 1 0 0,1-1 0 0 0,0 0 0 0 0,0 0 0 0 0,-1 0 0 0 0,1 0-1 0 0,-1-1 1 0 0,1 0 0 0 0,-1 0 0 0 0,8-5 0 0 0,4-2-610 0 0,0-1 0 0 0,0 0 1 0 0,-1-1-1 0 0,27-25 1 0 0,-15 8 10 0 0,-2-2 1 0 0,0 0 0 0 0,-2-1 0 0 0,-2-2 0 0 0,33-61 0 0 0,68-190-599 0 0,-87 185 1717 0 0,-5-1 1 0 0,-3-2-1 0 0,-5-1 0 0 0,15-170 1 0 0,-36 215 833 0 0,-2 58-1241 0 0,0 0 0 0 0,0-1 0 0 0,0 1-1 0 0,0 0 1 0 0,0-1 0 0 0,0 1 0 0 0,0 0 0 0 0,1-1-1 0 0,-1 1 1 0 0,0 0 0 0 0,0-1 0 0 0,0 1 0 0 0,-1 0-1 0 0,1-1 1 0 0,0 1 0 0 0,0 0 0 0 0,0-1 0 0 0,0 1-1 0 0,0 0 1 0 0,0-1 0 0 0,0 1 0 0 0,-1 0 0 0 0,1 0-1 0 0,0-1 1 0 0,0 1 0 0 0,0 0 0 0 0,-1-1 0 0 0,1 1-1 0 0,0 0 1 0 0,0 0 0 0 0,-1 0 0 0 0,1-1 0 0 0,0 1-1 0 0,0 0 1 0 0,-1 0 0 0 0,1 0 0 0 0,0 0 0 0 0,-1-1-1 0 0,1 1 1 0 0,0 0 0 0 0,-1 0 0 0 0,1 0 0 0 0,0 0-1 0 0,-1 0 1 0 0,1 0 0 0 0,0 0 0 0 0,-1 0-1 0 0,1 0 1 0 0,0 0 0 0 0,-1 0 0 0 0,1 0 0 0 0,0 0-1 0 0,-1 1 1 0 0,-12 8 535 0 0,0 5-202 0 0,2 0 0 0 0,0 1 0 0 0,1 1 0 0 0,1-1 0 0 0,0 2 0 0 0,1-1 0 0 0,-6 20 0 0 0,5-17 1 0 0,-20 54 1181 0 0,3 0 1 0 0,-20 95-1 0 0,-14 156 1183 0 0,49-254-2276 0 0,-1 117 0 0 0,12-150-408 0 0,2 1-1 0 0,2-1 1 0 0,1 0-1 0 0,19 67 1 0 0,-22-96-330 0 0,0 0 0 0 0,1-1 0 0 0,1 0 0 0 0,-1 0 0 0 0,1 0 0 0 0,0 0 0 0 0,1 0 0 0 0,-1-1 0 0 0,1 0 0 0 0,11 11 0 0 0,-13-14-30 0 0,1-1 0 0 0,0 1 0 0 0,-1-1 0 0 0,1 0-1 0 0,0 0 1 0 0,0 0 0 0 0,0-1 0 0 0,0 1 0 0 0,1-1 0 0 0,-1 0-1 0 0,0 0 1 0 0,0 0 0 0 0,1-1 0 0 0,-1 0 0 0 0,0 0 0 0 0,1 0-1 0 0,-1 0 1 0 0,0 0 0 0 0,1-1 0 0 0,-1 0 0 0 0,5-1 0 0 0,1-2-531 0 0,0 0 0 0 0,0 0 1 0 0,0-1-1 0 0,0 0 1 0 0,-1 0-1 0 0,0-1 0 0 0,0-1 1 0 0,10-9-1 0 0,7-8-2238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4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1 272 4016 0 0,'15'-32'1939'0'0,"20"-61"-1"0"0,-23 50 2068 0 0,6-46 0 0 0,-16 75-239 0 0,-5 20-1534 0 0,-9 35-380 0 0,5-18-916 0 0,-32 122 949 0 0,35-127-1975 0 0,1 1 1 0 0,1-1 0 0 0,0 1 0 0 0,2 0-1 0 0,0-1 1 0 0,4 20 0 0 0,-4-34-181 0 0,1-1 1 0 0,-1 0-1 0 0,1 0 1 0 0,0 0-1 0 0,0 0 0 0 0,1 0 1 0 0,-1 0-1 0 0,1 0 1 0 0,-1-1-1 0 0,1 1 0 0 0,0 0 1 0 0,0-1-1 0 0,0 1 0 0 0,0-1 1 0 0,0 0-1 0 0,1 0 1 0 0,-1 0-1 0 0,1 0 0 0 0,0 0 1 0 0,-1 0-1 0 0,1-1 1 0 0,0 1-1 0 0,0-1 0 0 0,0 0 1 0 0,0 0-1 0 0,6 2 1 0 0,-1-2-672 0 0,0 0 1 0 0,0 0 0 0 0,0-1 0 0 0,0 0 0 0 0,-1 0-1 0 0,1-1 1 0 0,0 0 0 0 0,0 0 0 0 0,0-1 0 0 0,8-3-1 0 0,12-6-5035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5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67 197 1096 0 0,'8'-19'3411'0'0,"-1"-1"0"0"0,-1 0 0 0 0,6-36 1508 0 0,-13 58-4008 0 0,-13 25 371 0 0,2 0 0 0 0,1 1 0 0 0,0 0 0 0 0,-7 38-1 0 0,9-34-994 0 0,2-7-91 0 0,1 0 0 0 0,-2 27 0 0 0,7-45-161 0 0,0 0-1 0 0,1 0 1 0 0,0 0 0 0 0,0 0-1 0 0,0 0 1 0 0,1 1-1 0 0,0-1 1 0 0,1-1 0 0 0,0 1-1 0 0,0 0 1 0 0,0 0-1 0 0,5 9 1 0 0,-3-12-21 0 0,-1 1 0 0 0,1-1 0 0 0,0 0 0 0 0,0 0 0 0 0,1-1 0 0 0,-1 1 0 0 0,1-1 0 0 0,-1 0 0 0 0,1 0 0 0 0,0 0 0 0 0,0-1 0 0 0,1 0 0 0 0,-1 0 0 0 0,0 0 0 0 0,1-1 0 0 0,-1 0 0 0 0,1 0 0 0 0,-1 0 0 0 0,8 0 0 0 0,2 0-59 0 0,0-1 1 0 0,0 0-1 0 0,0-1 0 0 0,0-1 1 0 0,0 0-1 0 0,16-5 0 0 0,-17 3-55 0 0,-1-1-1 0 0,1-1 0 0 0,-1 0 1 0 0,0 0-1 0 0,0-1 0 0 0,-1-1 1 0 0,0 0-1 0 0,0-1 0 0 0,-1 0 1 0 0,0-1-1 0 0,0 0 0 0 0,-1 0 1 0 0,-1-1-1 0 0,16-24 0 0 0,-19 26 85 0 0,-1-1 0 0 0,0 0 0 0 0,-1 0 0 0 0,0 0 0 0 0,0-1-1 0 0,-1 1 1 0 0,0-1 0 0 0,-1 0 0 0 0,0 0 0 0 0,-1 0-1 0 0,0 0 1 0 0,-1 0 0 0 0,0 0 0 0 0,-1 0 0 0 0,0 0 0 0 0,-1 0-1 0 0,0 0 1 0 0,-1 0 0 0 0,0 1 0 0 0,-5-13 0 0 0,6 18 10 0 0,0 0 1 0 0,-1 0 0 0 0,1 0-1 0 0,-1 1 1 0 0,0 0-1 0 0,0-1 1 0 0,0 1 0 0 0,-1 0-1 0 0,0 0 1 0 0,1 1 0 0 0,-1-1-1 0 0,-1 1 1 0 0,1 0-1 0 0,0 0 1 0 0,-1 0 0 0 0,-5-2-1 0 0,3 3 1 0 0,0-1-1 0 0,1 2 1 0 0,-1-1 0 0 0,0 1-1 0 0,0 0 1 0 0,0 0 0 0 0,0 1-1 0 0,0 0 1 0 0,0 0-1 0 0,-14 3 1 0 0,5 1-5 0 0,0 0-1 0 0,1 1 1 0 0,0 0-1 0 0,0 1 1 0 0,0 1 0 0 0,0 1-1 0 0,1 0 1 0 0,1 1-1 0 0,-24 18 1 0 0,26-17-6 0 0,0 1 0 0 0,1 0 0 0 0,0 1 0 0 0,-12 19 0 0 0,18-25 8 0 0,0 1 0 0 0,0 0 0 0 0,1-1 0 0 0,0 2 0 0 0,0-1 1 0 0,1 0-1 0 0,0 0 0 0 0,0 1 0 0 0,1-1 0 0 0,-1 14 0 0 0,2-18 10 0 0,0 0-1 0 0,0 0 0 0 0,1 1 1 0 0,-1-1-1 0 0,1 0 0 0 0,0 0 0 0 0,0 0 1 0 0,0 0-1 0 0,0 0 0 0 0,0 0 0 0 0,0-1 1 0 0,1 1-1 0 0,0 0 0 0 0,-1 0 1 0 0,1-1-1 0 0,4 5 0 0 0,-2-4-47 0 0,0 0 0 0 0,0 0 0 0 0,0-1 0 0 0,0 1 1 0 0,0-1-1 0 0,0 0 0 0 0,1 0 0 0 0,-1 0 0 0 0,1-1 0 0 0,5 2 0 0 0,2-1-219 0 0,1 0-1 0 0,0-1 1 0 0,-1 0-1 0 0,1-1 1 0 0,0 0-1 0 0,-1-1 1 0 0,21-5-1 0 0,-12 1-2 0 0,-1-2-1 0 0,0 0 0 0 0,0-1 0 0 0,-1-1 1 0 0,0-1-1 0 0,0-1 0 0 0,-1 0 0 0 0,-1-1 0 0 0,26-24 1 0 0,9-14-129 0 0,69-85 0 0 0,-43 44 160 0 0,-77 90 243 0 0,0 0 0 0 0,0 0 0 0 0,0-1 0 0 0,0 1 0 0 0,0 0 0 0 0,0 0 0 0 0,0 0 0 0 0,0 1 0 0 0,1-1 0 0 0,-1 0 0 0 0,0 0 0 0 0,1 1 0 0 0,-1-1 0 0 0,0 1 0 0 0,1-1 0 0 0,-1 1-1 0 0,1-1 1 0 0,-1 1 0 0 0,3 0 0 0 0,-3 0 36 0 0,0 0-1 0 0,0 1 0 0 0,0-1 0 0 0,0 1 0 0 0,0-1 0 0 0,0 1 0 0 0,0-1 1 0 0,-1 1-1 0 0,1-1 0 0 0,0 1 0 0 0,0 0 0 0 0,-1 0 0 0 0,1-1 0 0 0,0 1 1 0 0,-1 0-1 0 0,1 0 0 0 0,-1 0 0 0 0,1 0 0 0 0,-1 0 0 0 0,1 0 1 0 0,-1 1-1 0 0,3 5 249 0 0,-1 1 0 0 0,-1-1 0 0 0,1 1 0 0 0,-1-1 0 0 0,0 16 0 0 0,-2-1 40 0 0,-1 0-1 0 0,-1 0 0 0 0,-1-1 1 0 0,-12 41-1 0 0,-39 82 185 0 0,42-114-416 0 0,-14 23 273 0 0,26-51-249 0 0,0-2-120 0 0,1-1 1 0 0,-1 1 0 0 0,1 0-1 0 0,0 0 1 0 0,-1-1-1 0 0,1 1 1 0 0,0 0 0 0 0,-1 0-1 0 0,1-1 1 0 0,0 1 0 0 0,-1-1-1 0 0,1 1 1 0 0,0 0-1 0 0,0-1 1 0 0,-1 1 0 0 0,1-1-1 0 0,0 1 1 0 0,0 0 0 0 0,0-1-1 0 0,0 1 1 0 0,-1-1 0 0 0,1 1-1 0 0,0-1 1 0 0,0 1-1 0 0,0-1 1 0 0,0 1 0 0 0,0-1-1 0 0,0 1 1 0 0,0 0 0 0 0,0-1-1 0 0,1 1 1 0 0,-1-1-1 0 0,0 1 1 0 0,0-1 0 0 0,0 1-1 0 0,0-1 1 0 0,1 0 0 0 0,4-17 16 0 0,13-23-41 0 0,1 2 0 0 0,2 0 1 0 0,2 2-1 0 0,1 0 0 0 0,2 2 0 0 0,2 0 0 0 0,1 2 1 0 0,1 1-1 0 0,45-36 0 0 0,-72 65 13 0 0,1 1 0 0 0,0-1 0 0 0,0 1 0 0 0,-1 0 0 0 0,1 0 0 0 0,1 0 0 0 0,-1 1 0 0 0,0-1 0 0 0,0 1 0 0 0,0 0-1 0 0,1 0 1 0 0,-1 0 0 0 0,0 1 0 0 0,1 0 0 0 0,5 0 0 0 0,-8 0 16 0 0,0 1-1 0 0,0-1 1 0 0,1 1-1 0 0,-1 0 1 0 0,0-1-1 0 0,0 1 1 0 0,0 0-1 0 0,0 0 1 0 0,0 0-1 0 0,0 1 1 0 0,-1-1 0 0 0,1 0-1 0 0,0 1 1 0 0,-1-1-1 0 0,1 1 1 0 0,-1 0-1 0 0,1-1 1 0 0,-1 1-1 0 0,0 0 1 0 0,0 0-1 0 0,1 0 1 0 0,-2 0-1 0 0,1 0 1 0 0,0 0-1 0 0,0 0 1 0 0,0 0-1 0 0,-1 0 1 0 0,1 0-1 0 0,-1 1 1 0 0,0-1-1 0 0,0 4 1 0 0,1 6 168 0 0,-1 0-1 0 0,0 0 1 0 0,-1-1 0 0 0,-1 1 0 0 0,0 0-1 0 0,-6 19 1 0 0,-29 69 520 0 0,18-52-498 0 0,-5 8-20 0 0,12-29-15 0 0,-12 39 0 0 0,24-66-154 0 0,0 1 0 0 0,-1-1 0 0 0,1 1 0 0 0,0 0-1 0 0,0-1 1 0 0,0 1 0 0 0,0-1 0 0 0,-1 1 0 0 0,1-1-1 0 0,0 1 1 0 0,0 0 0 0 0,0-1 0 0 0,0 1 0 0 0,0-1 0 0 0,0 1-1 0 0,0 0 1 0 0,1-1 0 0 0,-1 1 0 0 0,0-1 0 0 0,0 1 0 0 0,0-1-1 0 0,1 1 1 0 0,-1 0 0 0 0,0-1 0 0 0,0 1 0 0 0,1-1 0 0 0,-1 1-1 0 0,0-1 1 0 0,1 0 0 0 0,-1 1 0 0 0,1-1 0 0 0,-1 1-1 0 0,2 0 1 0 0,-1-1 5 0 0,1 0-1 0 0,-1 0 0 0 0,1 0 1 0 0,-1 0-1 0 0,1 0 1 0 0,-1 0-1 0 0,1 0 0 0 0,-1 0 1 0 0,1 0-1 0 0,-1-1 0 0 0,0 1 1 0 0,4-2-1 0 0,4-2-98 0 0,0 0 0 0 0,0-1 0 0 0,10-7 0 0 0,2-3-1324 0 0,-1-1-1 0 0,32-33 1 0 0,-43 39 4 0 0,0-1 0 0 0,-1 0 1 0 0,-1 0-1 0 0,1 0 0 0 0,-2-1 1 0 0,1 0-1 0 0,4-14 0 0 0,-4 1-5158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5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31 1808 0 0,'-216'-30'13949'0'0,"213"30"-13286"0"0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5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9 1564 0 0,'-134'9'16655'0'0,"154"-16"-16118"0"0,7 3-514 0 0,0 0-1 0 0,0 2 1 0 0,1 1-1 0 0,29 3 1 0 0,-24-1-624 0 0,70 4-2191 0 0,11 0-4023 0 0,-51-4 558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6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246 525 932 0 0,'1'-23'3214'0'0,"0"17"-2357"0"0,0 1 0 0 0,-1-1 0 0 0,0 0 1 0 0,0 1-1 0 0,0-1 0 0 0,-1 1 0 0 0,-2-10 0 0 0,3 15-821 0 0,-1-1-1 0 0,1 1 1 0 0,0-1-1 0 0,-1 1 1 0 0,1 0-1 0 0,-1-1 1 0 0,1 1-1 0 0,-1 0 1 0 0,1 0-1 0 0,0-1 1 0 0,-1 1-1 0 0,1 0 1 0 0,-1 0-1 0 0,1 0 1 0 0,-1-1 0 0 0,1 1-1 0 0,-1 0 1 0 0,1 0-1 0 0,-1 0 1 0 0,1 0-1 0 0,-1 0 1 0 0,1 0-1 0 0,-1 0 1 0 0,1 0-1 0 0,-1 0 1 0 0,1 1-1 0 0,-1-1 1 0 0,1 0-1 0 0,-1 0 1 0 0,1 0 0 0 0,-1 0-1 0 0,0 1 1 0 0,-15 6 274 0 0,15-7-292 0 0,-14 9 235 0 0,0 0-1 0 0,1 1 1 0 0,0 1-1 0 0,1 0 1 0 0,0 1-1 0 0,-17 20 1 0 0,14-12-69 0 0,0 0 1 0 0,1 2-1 0 0,-20 39 1 0 0,33-56-157 0 0,-1 1-1 0 0,1 0 1 0 0,0-1 0 0 0,0 1 0 0 0,1 0-1 0 0,0 0 1 0 0,0 0 0 0 0,0 0 0 0 0,1 0-1 0 0,0 1 1 0 0,0-1 0 0 0,1 0-1 0 0,1 8 1 0 0,-2-10-9 0 0,1 0 1 0 0,1-1-1 0 0,-1 1 0 0 0,1 0 0 0 0,-1 0 1 0 0,1-1-1 0 0,0 1 0 0 0,0-1 0 0 0,1 0 1 0 0,-1 1-1 0 0,1-1 0 0 0,-1 0 0 0 0,1-1 0 0 0,0 1 1 0 0,0 0-1 0 0,0-1 0 0 0,1 1 0 0 0,-1-1 1 0 0,1 0-1 0 0,6 3 0 0 0,0-2-8 0 0,-1 0 0 0 0,1 0-1 0 0,0-1 1 0 0,0 0 0 0 0,0-1-1 0 0,0 0 1 0 0,0-1 0 0 0,0 0 0 0 0,0 0-1 0 0,0-1 1 0 0,0-1 0 0 0,0 1-1 0 0,0-2 1 0 0,0 1 0 0 0,-1-1 0 0 0,1-1-1 0 0,-1 0 1 0 0,16-9 0 0 0,-17 8-14 0 0,0 0 1 0 0,0 0 0 0 0,-1-1-1 0 0,0 1 1 0 0,0-2 0 0 0,-1 1-1 0 0,1-1 1 0 0,-1 0 0 0 0,-1-1-1 0 0,1 1 1 0 0,-1-1 0 0 0,-1 0-1 0 0,0 0 1 0 0,0-1 0 0 0,0 1-1 0 0,-1-1 1 0 0,0 0 0 0 0,-1 0-1 0 0,0 0 1 0 0,1-14 0 0 0,-2 7-5 0 0,-1 1 1 0 0,-1-1-1 0 0,0 1 1 0 0,-1 0-1 0 0,-1 0 1 0 0,-5-17 0 0 0,5 23-2 0 0,-1-1 1 0 0,1 1-1 0 0,-1 0 1 0 0,-1 0 0 0 0,0 0-1 0 0,0 0 1 0 0,-1 1-1 0 0,0 0 1 0 0,0 0 0 0 0,-10-9-1 0 0,12 14 4 0 0,0 0 0 0 0,0 0 0 0 0,0 1 1 0 0,0-1-1 0 0,0 1 0 0 0,0 0 0 0 0,-1 0 0 0 0,1 0 0 0 0,-1 0 0 0 0,1 1 0 0 0,-1 0 0 0 0,0 0 1 0 0,1 0-1 0 0,-1 0 0 0 0,0 1 0 0 0,-5 0 0 0 0,2 1 1 0 0,1 0 0 0 0,-1 0 0 0 0,1 1-1 0 0,0 0 1 0 0,-1 0 0 0 0,1 1 0 0 0,0 0 0 0 0,0 0 0 0 0,-9 7-1 0 0,4-3 4 0 0,1 2-1 0 0,0-1 1 0 0,1 1-1 0 0,-1 1 1 0 0,2 0-1 0 0,0 0 0 0 0,0 1 1 0 0,1 0-1 0 0,0 0 1 0 0,-12 24-1 0 0,18-30 5 0 0,0 0-1 0 0,0 0 1 0 0,1 0 0 0 0,-1 1-1 0 0,1-1 1 0 0,0 0 0 0 0,1 1-1 0 0,-1-1 1 0 0,1 1 0 0 0,0-1-1 0 0,0 1 1 0 0,1-1 0 0 0,1 8-1 0 0,-1-9 1 0 0,0-1 1 0 0,1 1-1 0 0,-1-1 0 0 0,1 1 1 0 0,0-1-1 0 0,0 0 0 0 0,0 0 0 0 0,1 0 1 0 0,-1 0-1 0 0,1 0 0 0 0,-1 0 0 0 0,1-1 1 0 0,0 1-1 0 0,0-1 0 0 0,0 0 0 0 0,0 0 1 0 0,1 0-1 0 0,-1 0 0 0 0,1 0 1 0 0,3 1-1 0 0,8 1-2 0 0,0 0 0 0 0,1 0 0 0 0,-1-1 0 0 0,0-1 0 0 0,1-1 0 0 0,0 0 0 0 0,-1-1 0 0 0,1-1 1 0 0,26-4-1 0 0,2-4-10 0 0,1-1 1 0 0,45-17-1 0 0,-59 16 5 0 0,1-1 0 0 0,-1-2 0 0 0,-1-1 0 0 0,-1-1 0 0 0,0-2-1 0 0,-1-1 1 0 0,27-23 0 0 0,-36 24-5 0 0,0-1 1 0 0,-1 0-1 0 0,-1-1 1 0 0,-1-1-1 0 0,0-1 1 0 0,-2 0-1 0 0,-1 0 1 0 0,0-2-1 0 0,14-38 1 0 0,-17 33 4 0 0,-2 0 0 0 0,0-1 1 0 0,-2 1-1 0 0,-2-2 0 0 0,0 1 1 0 0,-2-39-1 0 0,-2 68 2 0 0,1 1 0 0 0,-1 0 1 0 0,0 0-1 0 0,0-1 0 0 0,0 1 0 0 0,0 0 0 0 0,0 0 0 0 0,0-1 1 0 0,0 1-1 0 0,0 0 0 0 0,0 0 0 0 0,0 0 0 0 0,-1-1 0 0 0,1 1 1 0 0,0 0-1 0 0,0 0 0 0 0,0-1 0 0 0,0 1 0 0 0,0 0 0 0 0,0 0 1 0 0,0 0-1 0 0,-1 0 0 0 0,1-1 0 0 0,0 1 0 0 0,0 0 0 0 0,0 0 0 0 0,0 0 1 0 0,-1 0-1 0 0,1-1 0 0 0,0 1 0 0 0,0 0 0 0 0,0 0 0 0 0,-1 0 1 0 0,1 0-1 0 0,0 0 0 0 0,0 0 0 0 0,0 0 0 0 0,-1 0 0 0 0,1 0 1 0 0,0 0-1 0 0,0 0 0 0 0,-1 0 0 0 0,1 0 0 0 0,0 0 0 0 0,0 0 1 0 0,0 0-1 0 0,-1 0 0 0 0,1 0 0 0 0,0 0 0 0 0,0 0 0 0 0,-1 0 1 0 0,1 0-1 0 0,0 0 0 0 0,0 0 0 0 0,0 0 0 0 0,-1 1 0 0 0,1-1 1 0 0,0 0-1 0 0,0 0 0 0 0,0 0 0 0 0,0 0 0 0 0,-1 0 0 0 0,1 1 0 0 0,0-1 1 0 0,0 0-1 0 0,0 0 0 0 0,0 0 0 0 0,0 1 0 0 0,-1-1 0 0 0,-11 13-3 0 0,4 0 46 0 0,1 0-1 0 0,0 0 1 0 0,1 1-1 0 0,-8 24 1 0 0,-11 62 538 0 0,16-61-340 0 0,-99 613 3307 0 0,70-372-2514 0 0,-23 182-288 0 0,34 4-312 0 0,26-445-392 0 0,2 0 1 0 0,0 0 0 0 0,1 0 0 0 0,1 0 0 0 0,9 31-1 0 0,-12-50-38 0 0,1 0-1 0 0,-1 0 1 0 0,1 0-1 0 0,0-1 1 0 0,0 1-1 0 0,0 0 1 0 0,0-1-1 0 0,0 1 1 0 0,0-1-1 0 0,0 1 1 0 0,0-1-1 0 0,1 0 1 0 0,-1 1-1 0 0,1-1 1 0 0,-1 0-1 0 0,1 0 1 0 0,-1 0-1 0 0,1 0 1 0 0,-1 0-1 0 0,1 0 1 0 0,2 0-1 0 0,-1 0-1 0 0,-1-1 0 0 0,1 0 0 0 0,-1 0-1 0 0,0 0 1 0 0,1 0 0 0 0,-1 0 0 0 0,1-1 0 0 0,-1 1-1 0 0,1-1 1 0 0,-1 0 0 0 0,0 1 0 0 0,1-1-1 0 0,-1 0 1 0 0,2-2 0 0 0,7-3 2 0 0,-1-1 0 0 0,0 0 0 0 0,0-1 0 0 0,-1 0 0 0 0,9-10 0 0 0,-5 4-2 0 0,-1-1-1 0 0,0 1 1 0 0,-1-2-1 0 0,-1 0 1 0 0,0 0-1 0 0,-2-1 1 0 0,0 0-1 0 0,0 0 1 0 0,-2-1 0 0 0,0 0-1 0 0,-1 0 1 0 0,-1 0-1 0 0,0-1 1 0 0,-2 0-1 0 0,0 1 1 0 0,-1-1-1 0 0,-1 0 1 0 0,-1 0-1 0 0,0 0 1 0 0,-1 1-1 0 0,-2-1 1 0 0,0 0 0 0 0,0 1-1 0 0,-2 0 1 0 0,0 0-1 0 0,-13-24 1 0 0,1 10 7 0 0,-1 1 0 0 0,-1 1 0 0 0,-1 0 0 0 0,-2 2 0 0 0,-1 1 0 0 0,-52-46 0 0 0,2 13-68 0 0,-115-71 0 0 0,166 117 48 0 0,12 8 5 0 0,1 0 0 0 0,0-1-1 0 0,0 0 1 0 0,1 0-1 0 0,-13-14 1 0 0,21 20-49 0 0,0 0 0 0 0,0-1 0 0 0,1 1 0 0 0,-1-1 0 0 0,0 0 0 0 0,0 1 0 0 0,1-1 0 0 0,-1 0 0 0 0,1 1 0 0 0,-1-1 0 0 0,1 0 0 0 0,0 1 0 0 0,0-1 1 0 0,0 0-1 0 0,0 0 0 0 0,0 1 0 0 0,0-1 0 0 0,0 0 0 0 0,0 0 0 0 0,1 1 0 0 0,-1-1 0 0 0,1 0 0 0 0,-1 1 0 0 0,1-1 0 0 0,0 0 0 0 0,-1 1 0 0 0,1-1 0 0 0,0 1 0 0 0,0-1 0 0 0,0 1 0 0 0,3-3 0 0 0,3-3-474 0 0,0-1 0 0 0,0 1 0 0 0,1 1 0 0 0,9-7 0 0 0,-16 12 464 0 0,29-19-2611 0 0,1 2 1 0 0,47-21 0 0 0,-47 25-116 0 0,16-7-2175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7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43 370 888 0 0,'-7'-13'729'0'0,"1"-1"0"0"0,0 1 1 0 0,1-2-1 0 0,1 1 0 0 0,0 0 0 0 0,1-1 0 0 0,0 0 0 0 0,1 0 1 0 0,0-23-1 0 0,2 29-536 0 0,0 0 0 0 0,1 0 0 0 0,-1-1 0 0 0,2 1 1 0 0,-1 0-1 0 0,1 0 0 0 0,1 0 0 0 0,0 1 0 0 0,0-1 1 0 0,1 0-1 0 0,0 1 0 0 0,0 0 0 0 0,1 0 0 0 0,0 0 0 0 0,0 1 1 0 0,10-12-1 0 0,-12 17-97 0 0,0 0-1 0 0,-1 0 1 0 0,1 1 0 0 0,0-1 0 0 0,0 1 0 0 0,0-1 0 0 0,0 1 0 0 0,0 0-1 0 0,0 0 1 0 0,0 0 0 0 0,1 0 0 0 0,-1 1 0 0 0,0-1 0 0 0,0 1-1 0 0,1 0 1 0 0,-1 0 0 0 0,0 0 0 0 0,1 1 0 0 0,-1-1 0 0 0,0 1 0 0 0,0-1-1 0 0,0 1 1 0 0,1 0 0 0 0,-1 1 0 0 0,0-1 0 0 0,0 0 0 0 0,0 1 0 0 0,4 3-1 0 0,4 1 152 0 0,-1 2 0 0 0,0-1 0 0 0,0 1 0 0 0,-1 0 0 0 0,0 1 0 0 0,9 12 0 0 0,-1 1 74 0 0,-2 1 0 0 0,0 0-1 0 0,13 30 1 0 0,28 78 420 0 0,4 8-206 0 0,-60-138-523 0 0,0 0 0 0 0,1 1 0 0 0,0-1 0 0 0,-1 0-1 0 0,1 0 1 0 0,0 0 0 0 0,0 0 0 0 0,-1 0 0 0 0,1 0 0 0 0,0 0 0 0 0,0 0 0 0 0,0 0-1 0 0,0 0 1 0 0,0 0 0 0 0,1-1 0 0 0,-1 1 0 0 0,0 0 0 0 0,0-1 0 0 0,0 1 0 0 0,0-1-1 0 0,1 0 1 0 0,-1 1 0 0 0,3 0 0 0 0,-2-2-7 0 0,0 1 0 0 0,0 0 0 0 0,0-1 1 0 0,0 1-1 0 0,0-1 0 0 0,-1 0 0 0 0,1 1 0 0 0,0-1 0 0 0,0 0 0 0 0,0 0 0 0 0,-1 0 1 0 0,1 0-1 0 0,0-1 0 0 0,1 0 0 0 0,4-6-7 0 0,0 1 0 0 0,0-1 0 0 0,0 0 0 0 0,9-16-1 0 0,123-221-172 0 0,-137 242 169 0 0,-1 0 1 0 0,1 0-1 0 0,0 0 1 0 0,0 0-1 0 0,1 0 0 0 0,-1 0 1 0 0,1 1-1 0 0,-1-1 1 0 0,1 1-1 0 0,0 0 0 0 0,0 0 1 0 0,0 0-1 0 0,0 0 1 0 0,0 0-1 0 0,0 1 0 0 0,0-1 1 0 0,1 1-1 0 0,-1 0 1 0 0,1 0-1 0 0,-1 0 0 0 0,1 1 1 0 0,-1-1-1 0 0,1 1 1 0 0,-1 0-1 0 0,1 0 0 0 0,-1 0 1 0 0,1 0-1 0 0,-1 1 1 0 0,7 1-1 0 0,7 3 13 0 0,0 1-1 0 0,-1 1 1 0 0,1 1 0 0 0,19 12-1 0 0,-16-8 6 0 0,31 13 0 0 0,-42-22-3 0 0,-1 0-1 0 0,0 0 0 0 0,1-1 1 0 0,0 0-1 0 0,-1-1 0 0 0,1 0 1 0 0,0 0-1 0 0,0-1 0 0 0,0 0 1 0 0,0 0-1 0 0,14-4 0 0 0,-17 3-7 0 0,0-1-1 0 0,0 0 1 0 0,0-1-1 0 0,0 1 1 0 0,0-1-1 0 0,-1 0 1 0 0,1-1-1 0 0,-1 1 1 0 0,0-1-1 0 0,0 0 1 0 0,-1-1-1 0 0,1 1 1 0 0,-1-1-1 0 0,0 0 1 0 0,0 0 0 0 0,6-10-1 0 0,-3 1-13 0 0,0 0-1 0 0,-1-1 1 0 0,0 1 0 0 0,-1-1-1 0 0,-1-1 1 0 0,0 1 0 0 0,-1-1-1 0 0,-1 1 1 0 0,-1-1 0 0 0,0-17-1 0 0,-1 32 13 0 0,0 1-1 0 0,0 0 1 0 0,0-1-1 0 0,0 1 1 0 0,0 0-1 0 0,0-1 0 0 0,0 1 1 0 0,0 0-1 0 0,0-1 1 0 0,-1 1-1 0 0,1 0 1 0 0,0-1-1 0 0,0 1 0 0 0,0 0 1 0 0,0 0-1 0 0,-1-1 1 0 0,1 1-1 0 0,0 0 1 0 0,0 0-1 0 0,-1-1 0 0 0,1 1 1 0 0,0 0-1 0 0,0 0 1 0 0,-1 0-1 0 0,1-1 1 0 0,0 1-1 0 0,-1 0 1 0 0,1 0-1 0 0,0 0 0 0 0,-1 0 1 0 0,1 0-1 0 0,0 0 1 0 0,-1 0-1 0 0,1 0 1 0 0,0 0-1 0 0,-1 0 0 0 0,1 0 1 0 0,0 0-1 0 0,-1 0 1 0 0,1 0-1 0 0,0 0 1 0 0,-1 0-1 0 0,1 0 0 0 0,0 0 1 0 0,0 0-1 0 0,-1 0 1 0 0,1 1-1 0 0,-15 5-25 0 0,6 1 27 0 0,0 1 1 0 0,1 0-1 0 0,0 0 1 0 0,0 1-1 0 0,1 0 1 0 0,0 1-1 0 0,-9 15 1 0 0,1 5 22 0 0,-18 42 0 0 0,27-58 1 0 0,1 1 0 0 0,0-1 0 0 0,1 1 0 0 0,1 0 0 0 0,0 1-1 0 0,1-1 1 0 0,0 16 0 0 0,2-26-49 0 0,0-1 0 0 0,1 1 0 0 0,-1-1 0 0 0,1 1-1 0 0,0-1 1 0 0,0 1 0 0 0,0-1 0 0 0,1 1 0 0 0,-1-1-1 0 0,1 0 1 0 0,0 0 0 0 0,1 0 0 0 0,-1 0 0 0 0,1 0-1 0 0,-1-1 1 0 0,1 1 0 0 0,0-1 0 0 0,1 1 0 0 0,-1-1-1 0 0,0 0 1 0 0,1 0 0 0 0,0-1 0 0 0,-1 1-1 0 0,1-1 1 0 0,0 0 0 0 0,1 0 0 0 0,7 3 0 0 0,5 0-642 0 0,-1 0 0 0 0,2-2 0 0 0,-1 0 0 0 0,0 0 0 0 0,0-2 0 0 0,25 0 0 0 0,-16-3-2372 0 0,45-7 0 0 0,-27-1-1802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367 138 748 0 0,'3'-9'1002'0'0,"-1"-1"0"0"0,0 0-1 0 0,0 1 1 0 0,-1-1 0 0 0,0 0 0 0 0,-1 1-1 0 0,0-12 1 0 0,0 19-867 0 0,-1 0-1 0 0,1-1 1 0 0,0 1-1 0 0,-1 0 1 0 0,1 0 0 0 0,-1 0-1 0 0,0 0 1 0 0,0 0-1 0 0,0 0 1 0 0,0 0 0 0 0,0 0-1 0 0,0 0 1 0 0,0 0-1 0 0,-1 0 1 0 0,1 1 0 0 0,-1-1-1 0 0,1 0 1 0 0,-1 1-1 0 0,0 0 1 0 0,0-1 0 0 0,1 1-1 0 0,-1 0 1 0 0,0 0-1 0 0,0 0 1 0 0,0 0-1 0 0,0 0 1 0 0,0 0 0 0 0,-1 1-1 0 0,1-1 1 0 0,0 0-1 0 0,0 1 1 0 0,0 0 0 0 0,-1 0-1 0 0,1 0 1 0 0,0 0-1 0 0,0 0 1 0 0,-3 0 0 0 0,-6 2 135 0 0,0 0 1 0 0,1 0-1 0 0,-1 1 0 0 0,1 0 1 0 0,0 1-1 0 0,0 0 1 0 0,0 1-1 0 0,0 0 1 0 0,1 0-1 0 0,0 1 1 0 0,-10 8-1 0 0,-2 3 63 0 0,2 0 0 0 0,0 1 0 0 0,-24 30 0 0 0,32-35-246 0 0,1 1 0 0 0,1 0 0 0 0,0 0 0 0 0,1 1 0 0 0,0 0 0 0 0,2 0 0 0 0,-1 1 0 0 0,-5 25 0 0 0,10-35-70 0 0,1 0 0 0 0,0 1 1 0 0,0-1-1 0 0,1 0 0 0 0,0 1 1 0 0,0-1-1 0 0,0 1 0 0 0,1-1 1 0 0,0 1-1 0 0,0-1 0 0 0,1 0 1 0 0,-1 0-1 0 0,1 1 0 0 0,1-1 1 0 0,-1-1-1 0 0,1 1 0 0 0,0 0 1 0 0,1-1-1 0 0,-1 1 0 0 0,1-1 1 0 0,0 0-1 0 0,0 0 0 0 0,1 0 0 0 0,9 7 1 0 0,-3-4-258 0 0,1-1 0 0 0,0 0 0 0 0,0 0 0 0 0,1-1 0 0 0,0-1 0 0 0,0 0 0 0 0,1-1 0 0 0,-1-1 0 0 0,1 0 0 0 0,0 0 1 0 0,0-2-1 0 0,25 1 0 0 0,-13-2-1343 0 0,0-1 1 0 0,1-2 0 0 0,-1-1-1 0 0,0 0 1 0 0,48-17 0 0 0,-23 2-3071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8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394 218 1696 0 0,'0'-14'673'0'0,"0"-20"1544"0"0,0 0-1 0 0,-3 0 1 0 0,-9-51 0 0 0,12 84-2161 0 0,0 0 1 0 0,0 0 0 0 0,0 1-1 0 0,0-1 1 0 0,-1 0 0 0 0,1 1-1 0 0,0-1 1 0 0,0 0-1 0 0,-1 1 1 0 0,1-1 0 0 0,0 0-1 0 0,-1 1 1 0 0,1-1 0 0 0,-1 1-1 0 0,1-1 1 0 0,-1 0 0 0 0,1 1-1 0 0,-1-1 1 0 0,1 1 0 0 0,-1 0-1 0 0,1-1 1 0 0,-1 1-1 0 0,0-1 1 0 0,1 1 0 0 0,-1 0-1 0 0,0-1 1 0 0,1 1 0 0 0,-2 0-1 0 0,1 0 38 0 0,0 0 0 0 0,0 0 1 0 0,-1 1-1 0 0,1-1 0 0 0,0 0 0 0 0,0 1 0 0 0,0-1 0 0 0,0 1 0 0 0,0-1 0 0 0,0 1 0 0 0,0 0 0 0 0,0-1 0 0 0,0 1 0 0 0,-2 2 0 0 0,-3 3 328 0 0,1 0 0 0 0,0 0 0 0 0,-9 14 0 0 0,0 5 502 0 0,1 1 0 0 0,-19 52 0 0 0,-9 61 754 0 0,27-86-1097 0 0,-120 490 2361 0 0,122-492-2875 0 0,5-23-146 0 0,-29 145 520 0 0,30-134-912 0 0,1 0-1 0 0,2 59 1 0 0,3-92 137 0 0,0 0 0 0 0,1 0 1 0 0,0 0-1 0 0,0 0 0 0 0,0 0 0 0 0,1 0 1 0 0,0 0-1 0 0,0 0 0 0 0,0-1 0 0 0,1 1 1 0 0,-1-1-1 0 0,2 0 0 0 0,-1 0 0 0 0,5 6 1 0 0,-5-8-161 0 0,0 0 0 0 0,0 0 0 0 0,1-1 1 0 0,-1 1-1 0 0,1-1 0 0 0,0 0 1 0 0,0 0-1 0 0,0 0 0 0 0,0 0 0 0 0,0-1 1 0 0,0 1-1 0 0,0-1 0 0 0,1 0 1 0 0,-1-1-1 0 0,0 1 0 0 0,1-1 1 0 0,-1 1-1 0 0,0-1 0 0 0,1-1 0 0 0,7 0 1 0 0,17-4-4694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9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78 299 1408 0 0,'14'-28'4661'0'0,"-1"-2"0"0"0,9-32 0 0 0,-21 60-3963 0 0,-20 14 1527 0 0,6 3-1880 0 0,1 0-1 0 0,0 1 0 0 0,2 0 1 0 0,0 1-1 0 0,0 0 0 0 0,2 1 0 0 0,0 0 1 0 0,1 0-1 0 0,-7 30 0 0 0,12-43-318 0 0,1 0-1 0 0,0 0 0 0 0,1 1 1 0 0,-1-1-1 0 0,1 0 0 0 0,0 0 1 0 0,0 0-1 0 0,1 1 0 0 0,0-1 0 0 0,0 0 1 0 0,0 0-1 0 0,0 0 0 0 0,3 7 1 0 0,-2-9-14 0 0,0 0 1 0 0,0 0 0 0 0,0 1-1 0 0,0-1 1 0 0,1-1 0 0 0,-1 1 0 0 0,1 0-1 0 0,0-1 1 0 0,0 1 0 0 0,0-1-1 0 0,0 0 1 0 0,0 0 0 0 0,0 0-1 0 0,1 0 1 0 0,-1 0 0 0 0,1-1-1 0 0,-1 0 1 0 0,1 0 0 0 0,3 1-1 0 0,3 0-27 0 0,0 0-1 0 0,0 0 0 0 0,0-2 0 0 0,-1 1 0 0 0,1-1 0 0 0,0-1 0 0 0,0 1 0 0 0,0-2 1 0 0,0 1-1 0 0,-1-1 0 0 0,15-6 0 0 0,-12 4-36 0 0,0-2-1 0 0,0 0 1 0 0,0 0-1 0 0,-1-1 1 0 0,0 0 0 0 0,0-1-1 0 0,-1 0 1 0 0,11-11-1 0 0,-11 8 20 0 0,0 0 1 0 0,-1 0-1 0 0,0-1 0 0 0,0 0 1 0 0,-1-1-1 0 0,-1 1 0 0 0,0-2 0 0 0,-1 1 1 0 0,0-1-1 0 0,-1 0 0 0 0,-1 0 0 0 0,0 0 1 0 0,-1 0-1 0 0,-1-1 0 0 0,0 0 0 0 0,0-18 1 0 0,-2 20 18 0 0,-1 1-1 0 0,-1-1 1 0 0,0 1 0 0 0,0 0 0 0 0,-1 0 0 0 0,-8-21 0 0 0,9 29 12 0 0,1 1 0 0 0,-1-1 0 0 0,0 1 0 0 0,0 0 0 0 0,0-1 1 0 0,-1 1-1 0 0,1 0 0 0 0,-1 0 0 0 0,1 1 0 0 0,-1-1 0 0 0,0 0 0 0 0,0 1 0 0 0,0 0 0 0 0,0 0 0 0 0,-1 0 1 0 0,1 0-1 0 0,-1 0 0 0 0,1 0 0 0 0,-1 1 0 0 0,0 0 0 0 0,1 0 0 0 0,-1 0 0 0 0,0 0 0 0 0,0 1 0 0 0,-7-1 1 0 0,-1 2 0 0 0,0 0-1 0 0,0 1 1 0 0,0 0 0 0 0,0 1 0 0 0,1 1 0 0 0,-1 0 0 0 0,1 0 0 0 0,0 1 0 0 0,0 1 0 0 0,1-1 0 0 0,-1 2 0 0 0,-9 7 0 0 0,6-4 2 0 0,1 1 0 0 0,1 0 0 0 0,0 1 0 0 0,1 0-1 0 0,0 1 1 0 0,0 0 0 0 0,2 1 0 0 0,-11 18 0 0 0,17-27 1 0 0,0 1-1 0 0,0 0 1 0 0,1 1-1 0 0,0-1 1 0 0,0 0 0 0 0,1 1-1 0 0,0-1 1 0 0,0 1-1 0 0,0-1 1 0 0,1 1-1 0 0,0 0 1 0 0,0-1-1 0 0,2 10 1 0 0,-1-12-15 0 0,-1-1-1 0 0,2 1 1 0 0,-1-1 0 0 0,0 1-1 0 0,1-1 1 0 0,0 1 0 0 0,0-1-1 0 0,0 0 1 0 0,0 0-1 0 0,0 0 1 0 0,1 0 0 0 0,-1 0-1 0 0,1 0 1 0 0,0-1 0 0 0,0 1-1 0 0,0-1 1 0 0,0 0 0 0 0,0 0-1 0 0,0 0 1 0 0,1 0 0 0 0,-1-1-1 0 0,1 1 1 0 0,-1-1 0 0 0,6 1-1 0 0,-1 0-162 0 0,0 0-1 0 0,0-1 0 0 0,0-1 0 0 0,0 1 1 0 0,1-1-1 0 0,-1-1 0 0 0,0 1 1 0 0,0-1-1 0 0,0-1 0 0 0,1 0 1 0 0,-2 0-1 0 0,1 0 0 0 0,0-1 0 0 0,10-5 1 0 0,9-6-313 0 0,1-2 0 0 0,35-27 0 0 0,-35 23 275 0 0,24-17-116 0 0,27-19-53 0 0,-68 49 348 0 0,1 0 1 0 0,-1 1-1 0 0,1 1 1 0 0,1 0 0 0 0,12-3-1 0 0,-22 7 73 0 0,0 1 0 0 0,-1 0-1 0 0,1 0 1 0 0,0 0 0 0 0,0 0 0 0 0,-1 0-1 0 0,1 0 1 0 0,0 1 0 0 0,0-1 0 0 0,-1 1-1 0 0,1 0 1 0 0,0 0 0 0 0,-1 0 0 0 0,1 0-1 0 0,-1 0 1 0 0,1 1 0 0 0,-1-1 0 0 0,0 1-1 0 0,1-1 1 0 0,-1 1 0 0 0,0 0 0 0 0,0 0-1 0 0,0 0 1 0 0,2 4 0 0 0,4 5 344 0 0,0-1 0 0 0,-1 2 0 0 0,10 20 0 0 0,-13-23-291 0 0,4 8 194 0 0,0 1 1 0 0,-1 0-1 0 0,-1 0 0 0 0,4 23 0 0 0,-9-35-229 0 0,0 0 0 0 0,0 0-1 0 0,0 0 1 0 0,0 1-1 0 0,-1-1 1 0 0,0 0 0 0 0,-1 0-1 0 0,1 1 1 0 0,-1-1 0 0 0,-1 0-1 0 0,1 0 1 0 0,-1 0 0 0 0,0 0-1 0 0,0 0 1 0 0,0-1 0 0 0,-6 10-1 0 0,7-14-40 0 0,-1 1-1 0 0,1-1 1 0 0,0 1 0 0 0,-1-1-1 0 0,1 0 1 0 0,-1 1-1 0 0,0-1 1 0 0,1 0-1 0 0,-1 0 1 0 0,0 0 0 0 0,-2 1-1 0 0,3-2-9 0 0,0 0-1 0 0,1 0 0 0 0,-1 1 1 0 0,0-1-1 0 0,0 0 1 0 0,0 0-1 0 0,0 0 1 0 0,1 0-1 0 0,-1 0 0 0 0,0 0 1 0 0,0 0-1 0 0,0 0 1 0 0,0-1-1 0 0,1 1 1 0 0,-1 0-1 0 0,0 0 0 0 0,0-1 1 0 0,0 1-1 0 0,1 0 1 0 0,-1-1-1 0 0,0 1 1 0 0,0-1-1 0 0,1 1 0 0 0,-1-1 1 0 0,1 1-1 0 0,-1-1 1 0 0,0 0-1 0 0,0 0 1 0 0,1 0-3 0 0,-1-1 0 0 0,0 1 0 0 0,1 0 0 0 0,-1-1 0 0 0,1 1 0 0 0,0-1 0 0 0,-1 1 1 0 0,1-1-1 0 0,0 1 0 0 0,0-1 0 0 0,0 1 0 0 0,0-1 0 0 0,0 1 0 0 0,1-1 0 0 0,-1 1 1 0 0,0 0-1 0 0,0-1 0 0 0,1 1 0 0 0,-1-1 0 0 0,2-1 0 0 0,13-27 20 0 0,-14 28-17 0 0,11-17-147 0 0,1 2 0 0 0,0-1-1 0 0,1 2 1 0 0,1 0 0 0 0,1 1 0 0 0,0 0 0 0 0,1 2-1 0 0,0-1 1 0 0,38-20 0 0 0,-11 11-1037 0 0,1 2 1 0 0,1 2-1 0 0,61-17 0 0 0,7 8-337 0 0,-81 21 1461 0 0,0 0 1 0 0,-1-2-1 0 0,0-2 0 0 0,-1 0 0 0 0,41-22 1 0 0,-71 32 87 0 0,-1 1 0 0 0,1-1 1 0 0,0 1-1 0 0,0-1 0 0 0,-1 1 1 0 0,1-1-1 0 0,0 1 0 0 0,-1-1 1 0 0,1 0-1 0 0,0 1 0 0 0,-1-1 1 0 0,1 0-1 0 0,-1 0 0 0 0,1 1 1 0 0,-1-1-1 0 0,1-1 0 0 0,-1 2 1 0 0,0-1-1 0 0,0 1 1 0 0,0-1-1 0 0,0 1 1 0 0,0 0-1 0 0,0-1 1 0 0,0 1-1 0 0,-1 0 1 0 0,1-1-1 0 0,0 1 1 0 0,0 0-1 0 0,0-1 1 0 0,0 1-1 0 0,0 0 1 0 0,-1-1-1 0 0,1 1 1 0 0,0 0-1 0 0,0 0 1 0 0,-1-1-1 0 0,1 1 0 0 0,0 0 1 0 0,0 0-1 0 0,-1-1 1 0 0,1 1-1 0 0,0 0 1 0 0,-1 0-1 0 0,1-1 1 0 0,-3 1 93 0 0,1-1 0 0 0,0 0 0 0 0,-1 0 0 0 0,1 1 0 0 0,-1-1 0 0 0,1 1 0 0 0,0 0 0 0 0,-1 0 0 0 0,1 0 0 0 0,-1 0 0 0 0,1 0-1 0 0,-4 1 1 0 0,-10 2 216 0 0,0 1 0 0 0,0 1-1 0 0,0 1 1 0 0,-24 12 0 0 0,33-15-298 0 0,1 1 0 0 0,0-1 1 0 0,0 1-1 0 0,0 1 0 0 0,0-1 1 0 0,1 1-1 0 0,0 0 0 0 0,-1 0 1 0 0,2 1-1 0 0,-1-1 0 0 0,1 1 0 0 0,0 0 1 0 0,0 0-1 0 0,-3 7 0 0 0,6-9-15 0 0,0-1 1 0 0,0 1-1 0 0,0 0 0 0 0,1 0 0 0 0,-1-1 0 0 0,1 1 0 0 0,0 0 0 0 0,0 0 0 0 0,1-1 0 0 0,-1 1 1 0 0,1 0-1 0 0,-1 0 0 0 0,1-1 0 0 0,0 1 0 0 0,1 0 0 0 0,-1-1 0 0 0,1 1 0 0 0,-1-1 0 0 0,1 0 1 0 0,0 0-1 0 0,4 6 0 0 0,5 4 83 0 0,1 0 0 0 0,0 0 0 0 0,22 16 0 0 0,-8-6-20 0 0,-5-5 5 0 0,-13-11 230 0 0,-1-1 0 0 0,1 1 0 0 0,-1 0 0 0 0,-1 1 0 0 0,1-1 0 0 0,-1 1 0 0 0,0 1 0 0 0,6 11-1 0 0,-12-19-239 0 0,0 1 0 0 0,0-1 0 0 0,1 0-1 0 0,-1 0 1 0 0,0 0 0 0 0,0 1 0 0 0,0-1-1 0 0,-1 0 1 0 0,1 0 0 0 0,0 1 0 0 0,0-1-1 0 0,-1 0 1 0 0,1 0 0 0 0,0 0 0 0 0,-1 1-1 0 0,1-1 1 0 0,-1 0 0 0 0,0 0 0 0 0,1 0-1 0 0,-1 0 1 0 0,0 0 0 0 0,0 0 0 0 0,1 0-1 0 0,-1 0 1 0 0,0-1 0 0 0,0 1 0 0 0,0 0-1 0 0,0 0 1 0 0,0-1 0 0 0,-2 2 0 0 0,-34 15 1028 0 0,15-11-1103 0 0,-1-1 0 0 0,0-1 0 0 0,-1-1 0 0 0,1-1 0 0 0,0-1 0 0 0,-1-1-1 0 0,1-1 1 0 0,0-1 0 0 0,0-1 0 0 0,-44-11 0 0 0,67 14-139 0 0,-1 0 0 0 0,1 0 0 0 0,-1 0 0 0 0,1 0 0 0 0,0 0 1 0 0,-1 0-1 0 0,1-1 0 0 0,-1 1 0 0 0,1 0 0 0 0,0 0 0 0 0,-1 0 0 0 0,1 0 0 0 0,-1 0 1 0 0,1-1-1 0 0,0 1 0 0 0,-1 0 0 0 0,1 0 0 0 0,0 0 0 0 0,-1-1 0 0 0,1 1 0 0 0,0 0 1 0 0,0-1-1 0 0,-1 1 0 0 0,1 0 0 0 0,0-1 0 0 0,0 1 0 0 0,-1 0 0 0 0,1-1 0 0 0,0 1 1 0 0,0 0-1 0 0,0-1 0 0 0,0 1 0 0 0,-1-1 0 0 0,1 1 0 0 0,0 0 0 0 0,0-1 0 0 0,0 1 1 0 0,0-1-1 0 0,0 1 0 0 0,0 0 0 0 0,0-1 0 0 0,0 1 0 0 0,0-1 0 0 0,0 1 0 0 0,1 0 1 0 0,-1-1-1 0 0,0 1 0 0 0,0-1 0 0 0,0 1 0 0 0,0 0 0 0 0,1-1 0 0 0,-1 1 0 0 0,0 0 1 0 0,0-1-1 0 0,1 0 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9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46 436 0 0,'13'2'2869'0'0,"1"0"1"0"0,0-1-1 0 0,0-1 0 0 0,0 0 1 0 0,0-1-1 0 0,23-5 0 0 0,-23 2-1660 0 0,-12-2-2824 0 0,-3 5 1368 0 0,1 0 0 0 0,-1 0 0 0 0,0 0 0 0 0,0 0 0 0 0,0 0 0 0 0,0 1 0 0 0,0-1 0 0 0,0 0 0 0 0,0 1 0 0 0,0-1 0 0 0,0 1 0 0 0,0-1 0 0 0,-1 1 0 0 0,1-1 0 0 0,0 1 0 0 0,-2 0 0 0 0,-38-13-6950 0 0,14 3 882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0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36 2100 0 0,'-11'-2'15430'0'0,"14"0"-15274"0"0,0 0 0 0 0,0 0 0 0 0,0 1 0 0 0,0-1 1 0 0,0 1-1 0 0,0 0 0 0 0,0 0 0 0 0,0 0 0 0 0,1 1 0 0 0,-1-1 0 0 0,3 1 0 0 0,47-4 335 0 0,-34 3-253 0 0,570-13 764 0 0,-1 38-917 0 0,33 17 29 0 0,-354-22 26 0 0,-185-19-1 0 0,-33-1-139 0 0,-50-2-21 0 0,2 3 12 0 0,-1-1-1 0 0,0 1 0 0 0,0 0 1 0 0,0-1-1 0 0,0 1 0 0 0,0 0 1 0 0,0-1-1 0 0,0 1 0 0 0,0 0 1 0 0,0-1-1 0 0,0 1 0 0 0,-1 0 1 0 0,1 0-1 0 0,0-1 0 0 0,0 1 1 0 0,0 0-1 0 0,0-1 0 0 0,0 1 0 0 0,-1 0 1 0 0,1 0-1 0 0,0-1 0 0 0,0 1 1 0 0,0 0-1 0 0,-1 0 0 0 0,1-1 1 0 0,0 1-1 0 0,-23-9-3076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10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2328 0 0,'10'9'2028'0'0,"-6"-1"-491"0"0,1-1 639 0 0,3 3-604 0 0,-28-13-8809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1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12 240 656 0 0,'-11'26'14073'0'0,"10"-21"-13588"0"0,2-4-50 0 0,58 8 1864 0 0,231-17-849 0 0,-102-1-1282 0 0,996 20 0 0 0,-602 0-152 0 0,239-16 287 0 0,-89 0-102 0 0,1858 63-83 0 0,-1754-17-131 0 0,576 14 79 0 0,93-92-57 0 0,-88-81 12 0 0,218-14-16 0 0,52 75 16 0 0,-202 35-34 0 0,-546-4 62 0 0,-927 26-46 0 0,20-1 65 0 0,-1-1-1 0 0,0-1 1 0 0,59-15 0 0 0,-89 17-74 0 0,-1-2-1454 0 0,0 2 1283 0 0,0 1 0 0 0,-1-1 0 0 0,1 1 0 0 0,0-1 0 0 0,0 1 0 0 0,-1-1 0 0 0,1 1 0 0 0,0-1 0 0 0,-1 1 0 0 0,1-1 0 0 0,-1 1 0 0 0,1-1 0 0 0,0 1 0 0 0,-1 0 0 0 0,1-1 0 0 0,-1 1 0 0 0,1 0 0 0 0,-1 0 0 0 0,1-1 0 0 0,-1 1 0 0 0,1 0 0 0 0,-1 0 0 0 0,0 0 0 0 0,1-1 0 0 0,-1 1 0 0 0,1 0 0 0 0,-1 0 0 0 0,1 0 0 0 0,-2 0 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1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59 744 524 0 0,'0'0'4314'0'0,"-1"0"-4060"0"0,0 0 0 0 0,0 0 0 0 0,0-1 0 0 0,0 1 0 0 0,0 0 0 0 0,0 0 1 0 0,0 0-1 0 0,0 0 0 0 0,0 0 0 0 0,0 0 0 0 0,0 1 0 0 0,0-1 0 0 0,-1 0 0 0 0,-2 5 78 0 0,-1 0 0 0 0,1 0-1 0 0,1 1 1 0 0,-1-1-1 0 0,1 1 1 0 0,0-1-1 0 0,0 1 1 0 0,1 0-1 0 0,0 0 1 0 0,-2 7-1 0 0,2-5-231 0 0,1-1 0 0 0,-1 1 0 0 0,1 0 0 0 0,1 0-1 0 0,0-1 1 0 0,0 1 0 0 0,0 0 0 0 0,1 0 0 0 0,0 0-1 0 0,1-1 1 0 0,0 1 0 0 0,5 14 0 0 0,-7-22-83 0 0,1 1 0 0 0,-1 0 0 0 0,0 0 0 0 0,1-1 0 0 0,-1 1 0 0 0,1 0 0 0 0,-1-1 0 0 0,1 1 1 0 0,-1 0-1 0 0,1-1 0 0 0,-1 1 0 0 0,1-1 0 0 0,0 1 0 0 0,-1-1 0 0 0,1 1 0 0 0,0-1 0 0 0,-1 1 0 0 0,1-1 0 0 0,0 0 0 0 0,0 1 0 0 0,0-1 0 0 0,-1 0 0 0 0,1 0 1 0 0,1 0-1 0 0,0 0 0 0 0,0 0 0 0 0,0 0 0 0 0,-1 0 0 0 0,1-1 1 0 0,0 1-1 0 0,0-1 0 0 0,-1 1 0 0 0,1-1 0 0 0,0 0 0 0 0,2-1 1 0 0,2-2 9 0 0,0 0 0 0 0,0-1 0 0 0,0 0 0 0 0,6-7 0 0 0,6-8 4 0 0,-1-2 1 0 0,-1-1 0 0 0,27-47 0 0 0,27-83-104 0 0,-44 94 21 0 0,40-97-47 0 0,-26 57-1 0 0,69-123 1 0 0,-106 215 89 0 0,1 1 1 0 0,0-1-1 0 0,1 1 0 0 0,0-1 1 0 0,0 1-1 0 0,0 0 1 0 0,0 1-1 0 0,1 0 0 0 0,0 0 1 0 0,0 0-1 0 0,11-6 1 0 0,-16 11 7 0 0,1-1 0 0 0,-1 1 1 0 0,0-1-1 0 0,1 1 0 0 0,-1 0 1 0 0,1 0-1 0 0,-1 0 0 0 0,1-1 1 0 0,-1 2-1 0 0,1-1 0 0 0,-1 0 1 0 0,1 0-1 0 0,-1 0 0 0 0,0 1 1 0 0,1-1-1 0 0,-1 1 1 0 0,1-1-1 0 0,-1 1 0 0 0,0-1 1 0 0,0 1-1 0 0,1 0 0 0 0,-1 0 1 0 0,0-1-1 0 0,0 1 0 0 0,0 0 1 0 0,0 0-1 0 0,0 0 0 0 0,2 2 1 0 0,1 2-3 0 0,0 1 0 0 0,1-1 0 0 0,-2 1 1 0 0,6 8-1 0 0,-2 3 48 0 0,0 0 0 0 0,-1 1 0 0 0,-1-1 1 0 0,0 1-1 0 0,-1 0 0 0 0,-1 0 0 0 0,0 28 0 0 0,-5 131 446 0 0,1-169-480 0 0,-51 459 1427 0 0,49-451-1392 0 0,-1 11 486 0 0,-1 35 0 0 0,5-60-255 0 0,12-17-43 0 0,-5-8-198 0 0,0 0 0 0 0,-1 0 0 0 0,-2-1-1 0 0,0 1 1 0 0,0-29 0 0 0,-3 13-52 0 0,-2 1 0 0 0,-8-58-1 0 0,5 72 4 0 0,-1 1 0 0 0,-1 0 0 0 0,-1 0 0 0 0,-1 0-1 0 0,-11-21 1 0 0,15 34 2 0 0,-1 1 0 0 0,0 0 0 0 0,-1 0 0 0 0,0 1 0 0 0,0 0-1 0 0,-1 0 1 0 0,0 0 0 0 0,0 1 0 0 0,-1 0 0 0 0,0 0 0 0 0,0 1 0 0 0,0 0 0 0 0,-1 1-1 0 0,-10-6 1 0 0,12 9 6 0 0,0 0-1 0 0,1 0 1 0 0,-1 1-1 0 0,0 0 1 0 0,0 0-1 0 0,0 1 1 0 0,0 0-1 0 0,0 0 1 0 0,0 1-1 0 0,1 0 1 0 0,-1 0-1 0 0,0 0 1 0 0,0 1-1 0 0,1 0 1 0 0,-1 0-1 0 0,1 1 1 0 0,-1-1-1 0 0,-5 5 1 0 0,-3 1 8 0 0,1 1 0 0 0,1 0-1 0 0,-1 1 1 0 0,1 0 0 0 0,1 1 0 0 0,-16 18 0 0 0,20-20 6 0 0,-1 0-1 0 0,2 1 1 0 0,-1 0 0 0 0,2 1-1 0 0,-1-1 1 0 0,1 1 0 0 0,1 1-1 0 0,0-1 1 0 0,0 1-1 0 0,-3 15 1 0 0,8-25-9 0 0,0 0-1 0 0,-1 0 1 0 0,1 0-1 0 0,0 0 1 0 0,0 1 0 0 0,0-1-1 0 0,0 0 1 0 0,1 0 0 0 0,-1 0-1 0 0,0 0 1 0 0,1 0 0 0 0,0 0-1 0 0,-1 0 1 0 0,1 0-1 0 0,0 0 1 0 0,0 0 0 0 0,0 0-1 0 0,0 0 1 0 0,0-1 0 0 0,1 1-1 0 0,1 2 1 0 0,0-2 5 0 0,0 1 0 0 0,1-1 1 0 0,-1 0-1 0 0,0 0 0 0 0,1 0 1 0 0,-1-1-1 0 0,1 1 0 0 0,0-1 0 0 0,-1 0 1 0 0,9 1-1 0 0,5 0-27 0 0,0 0 0 0 0,0-2 0 0 0,0 0 0 0 0,21-3 1 0 0,167-25-3226 0 0,-68 4-3041 0 0,-70 12 769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18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32 258 180 0 0,'-5'-8'731'0'0,"0"-1"1"0"0,1 0-1 0 0,1 0 0 0 0,-1 0 1 0 0,2-1-1 0 0,-1 1 0 0 0,1-1 0 0 0,1 0 1 0 0,-1 1-1 0 0,2-1 0 0 0,-1 0 1 0 0,3-18-1 0 0,-2 27-672 0 0,0 0 1 0 0,0 1-1 0 0,0-1 0 0 0,0 0 1 0 0,0 0-1 0 0,0 0 1 0 0,0 1-1 0 0,0-1 0 0 0,0 0 1 0 0,1 0-1 0 0,-1 0 0 0 0,0 1 1 0 0,1-1-1 0 0,-1 0 1 0 0,0 0-1 0 0,1 1 0 0 0,-1-1 1 0 0,1 0-1 0 0,-1 1 0 0 0,1-1 1 0 0,0 1-1 0 0,-1-1 1 0 0,1 1-1 0 0,-1-1 0 0 0,1 1 1 0 0,0-1-1 0 0,0 1 1 0 0,-1-1-1 0 0,1 1 0 0 0,0 0 1 0 0,0-1-1 0 0,-1 1 0 0 0,1 0 1 0 0,0 0-1 0 0,0 0 1 0 0,0 0-1 0 0,-1 0 0 0 0,1-1 1 0 0,0 2-1 0 0,0-1 0 0 0,0 0 1 0 0,0 0-1 0 0,-1 0 1 0 0,1 0-1 0 0,0 0 0 0 0,0 1 1 0 0,0-1-1 0 0,-1 0 1 0 0,1 1-1 0 0,0-1 0 0 0,-1 0 1 0 0,1 1-1 0 0,0-1 0 0 0,-1 1 1 0 0,2 0-1 0 0,3 3 168 0 0,-1-1 1 0 0,1 1-1 0 0,-1 0 0 0 0,0 1 0 0 0,0-1 0 0 0,4 7 1 0 0,12 22 329 0 0,-3 2 1 0 0,0 0 0 0 0,-3 0-1 0 0,11 39 1 0 0,18 42 5 0 0,-43-115-552 0 0,0-1-1 0 0,1 1 1 0 0,-1 0 0 0 0,0 0 0 0 0,1-1 0 0 0,-1 1 0 0 0,0-1 0 0 0,1 1-1 0 0,-1 0 1 0 0,1-1 0 0 0,-1 1 0 0 0,1-1 0 0 0,0 1 0 0 0,-1-1 0 0 0,1 1-1 0 0,0-1 1 0 0,-1 0 0 0 0,1 1 0 0 0,0-1 0 0 0,-1 0 0 0 0,1 1 0 0 0,0-1-1 0 0,-1 0 1 0 0,1 0 0 0 0,0 0 0 0 0,0 0 0 0 0,0 1 0 0 0,-1-1 0 0 0,1 0-1 0 0,0 0 1 0 0,0-1 0 0 0,-1 1 0 0 0,1 0 0 0 0,0 0 0 0 0,0 0 0 0 0,-1 0 0 0 0,1-1-1 0 0,0 1 1 0 0,-1 0 0 0 0,1-1 0 0 0,0 1 0 0 0,1-1 0 0 0,1-2 2 0 0,1 1 1 0 0,-1-1 0 0 0,0 1-1 0 0,0-1 1 0 0,5-5-1 0 0,10-16 29 0 0,0-1-1 0 0,26-53 1 0 0,-30 51-69 0 0,1 1 0 0 0,1 1 0 0 0,23-28 0 0 0,-37 50 22 0 0,1 0 0 0 0,-1 0 0 0 0,1 1 0 0 0,0-1-1 0 0,-1 1 1 0 0,1 0 0 0 0,0 0 0 0 0,1 0 0 0 0,-1 0 0 0 0,0 0 0 0 0,1 1 0 0 0,-1-1 0 0 0,1 1-1 0 0,-1 0 1 0 0,1 0 0 0 0,4-1 0 0 0,-3 3 5 0 0,0-1 1 0 0,0 0-1 0 0,0 1 0 0 0,0 0 0 0 0,0 0 1 0 0,0 0-1 0 0,0 1 0 0 0,-1 0 0 0 0,1 0 1 0 0,-1 0-1 0 0,8 5 0 0 0,0 0 19 0 0,-1 1-1 0 0,20 19 1 0 0,-20-16-17 0 0,1-2 0 0 0,16 12 1 0 0,-15-13 8 0 0,0-1 1 0 0,0 0-1 0 0,22 7 1 0 0,-29-12-9 0 0,0 0 0 0 0,1-1 1 0 0,-1 1-1 0 0,1-2 0 0 0,-1 1 0 0 0,1-1 1 0 0,-1 0-1 0 0,1 0 0 0 0,-1-1 0 0 0,12-2 1 0 0,-8 0-5 0 0,-1 0 0 0 0,1-1 1 0 0,-1 0-1 0 0,0-1 0 0 0,-1 0 1 0 0,1 0-1 0 0,-1-1 0 0 0,0 0 0 0 0,0 0 1 0 0,-1-1-1 0 0,0 0 0 0 0,0 0 1 0 0,0-1-1 0 0,9-13 0 0 0,-11 13-9 0 0,0-1-1 0 0,0 1 1 0 0,-1-1 0 0 0,0 0-1 0 0,0 0 1 0 0,-1 0 0 0 0,0-1-1 0 0,-1 1 1 0 0,0-1-1 0 0,0 1 1 0 0,-1-1 0 0 0,0 0-1 0 0,-1 1 1 0 0,0-1-1 0 0,-2-13 1 0 0,2 21 5 0 0,-1 0 0 0 0,1 0 0 0 0,0 0-1 0 0,-1-1 1 0 0,0 1 0 0 0,1 0 0 0 0,-1 0 0 0 0,0 0 0 0 0,0 0-1 0 0,0 0 1 0 0,-1 0 0 0 0,1 1 0 0 0,0-1 0 0 0,-1 0-1 0 0,1 0 1 0 0,-1 1 0 0 0,1-1 0 0 0,-1 1 0 0 0,0 0 0 0 0,0-1-1 0 0,-3-1 1 0 0,2 2 2 0 0,0 0-1 0 0,-1 1 1 0 0,1-1-1 0 0,0 1 0 0 0,0-1 1 0 0,-1 1-1 0 0,1 0 1 0 0,0 0-1 0 0,0 1 0 0 0,-1-1 1 0 0,1 1-1 0 0,0-1 1 0 0,-4 2-1 0 0,-6 3 6 0 0,0 0 0 0 0,1 1-1 0 0,0 0 1 0 0,0 1 0 0 0,-22 16 0 0 0,14-7 17 0 0,1 0 0 0 0,1 2 0 0 0,0 0 0 0 0,-21 29 0 0 0,31-37-14 0 0,1 1 0 0 0,0 0 1 0 0,0 1-1 0 0,2-1 0 0 0,-1 1 0 0 0,1 0 0 0 0,1 1 1 0 0,0-1-1 0 0,1 1 0 0 0,-2 18 0 0 0,4-25 5 0 0,1 0 0 0 0,0 0 1 0 0,0 0-1 0 0,0 0 0 0 0,1-1 0 0 0,0 1 0 0 0,0 0 0 0 0,1 0 0 0 0,0 0 0 0 0,0-1 0 0 0,0 1 0 0 0,0-1 0 0 0,1 0 0 0 0,0 0 0 0 0,6 9 0 0 0,-3-8-31 0 0,0 0 0 0 0,0 0 0 0 0,0 0 0 0 0,1-1 0 0 0,-1 0 0 0 0,1 0 0 0 0,1-1 0 0 0,-1 0 0 0 0,1 0-1 0 0,8 2 1 0 0,0 0-395 0 0,1-1-1 0 0,1 0 1 0 0,-1-1-1 0 0,22 1 0 0 0,-16-3-1380 0 0,-1-1 0 0 0,35-4-1 0 0,-24-2-1727 0 0,2-3-1402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18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308 107 1392 0 0,'3'-7'1142'0'0,"0"-1"1"0"0,-1 1-1 0 0,0-1 0 0 0,0 1 0 0 0,1-10 0 0 0,-3 14-826 0 0,0 1 0 0 0,0-1 0 0 0,0 0 0 0 0,0 1 1 0 0,-1-1-1 0 0,1 1 0 0 0,-1-1 0 0 0,0 1 0 0 0,0 0 0 0 0,0-1 0 0 0,0 1 0 0 0,0-1 0 0 0,0 1 0 0 0,0 0 0 0 0,-1 0 0 0 0,1 0 0 0 0,-1 0 0 0 0,-2-3 0 0 0,2 5-223 0 0,1-1 0 0 0,-1 0-1 0 0,1 1 1 0 0,-1-1 0 0 0,0 1 0 0 0,1 0 0 0 0,-1-1 0 0 0,0 1-1 0 0,0 0 1 0 0,1 0 0 0 0,-1 0 0 0 0,0 0 0 0 0,1 0 0 0 0,-1 0-1 0 0,0 1 1 0 0,1-1 0 0 0,-3 1 0 0 0,1 0 147 0 0,-8 2 56 0 0,-1 0 0 0 0,1 1-1 0 0,0 0 1 0 0,0 1 0 0 0,1 0-1 0 0,0 1 1 0 0,-1 0-1 0 0,2 1 1 0 0,-1 0 0 0 0,1 0-1 0 0,-13 14 1 0 0,4-2-103 0 0,0 1 0 0 0,2 0 0 0 0,0 1 0 0 0,-14 27 0 0 0,25-38-155 0 0,0-1 0 0 0,0 1 1 0 0,1 0-1 0 0,1 1 0 0 0,-1-1 0 0 0,2 0 1 0 0,-1 1-1 0 0,2 0 0 0 0,-1 0 0 0 0,1-1 1 0 0,1 13-1 0 0,0-19-99 0 0,1 1 0 0 0,-1 0 0 0 0,1 0 0 0 0,0-1-1 0 0,1 1 1 0 0,-1 0 0 0 0,1-1 0 0 0,-1 1 0 0 0,2-1 0 0 0,-1 0 0 0 0,0 0 0 0 0,1 0 0 0 0,0 0 0 0 0,-1 0 0 0 0,2 0 0 0 0,-1-1 0 0 0,0 1-1 0 0,1-1 1 0 0,-1 0 0 0 0,1 0 0 0 0,0 0 0 0 0,0-1 0 0 0,0 1 0 0 0,1-1 0 0 0,-1 0 0 0 0,10 3 0 0 0,-6-3-576 0 0,0 0 1 0 0,1 0-1 0 0,-1-1 0 0 0,1 0 1 0 0,-1 0-1 0 0,16-2 1 0 0,-15 1-944 0 0,1-2 0 0 0,-1 1 0 0 0,12-5 0 0 0,11-5-4724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19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267 146 1012 0 0,'4'-63'4736'0'0,"-2"41"-127"0"0,0-39 1 0 0,-13 82-2177 0 0,-72 317 4559 0 0,-50 168-4561 0 0,131-500-2439 0 0,-36 161 622 0 0,35-147-827 0 0,1 0 0 0 0,0 0 1 0 0,2 0-1 0 0,0-1 1 0 0,1 1-1 0 0,7 31 0 0 0,-8-47-46 0 0,1 0 0 0 0,0 0 0 0 0,0 0 0 0 0,1 0 0 0 0,-1-1 1 0 0,1 1-1 0 0,0 0 0 0 0,0-1 0 0 0,0 0 0 0 0,0 1 0 0 0,1-1 0 0 0,-1 0 0 0 0,1 0 0 0 0,0 0 0 0 0,0 0 0 0 0,0-1 0 0 0,0 1 0 0 0,1-1 0 0 0,-1 0 0 0 0,0 0 0 0 0,1 0 0 0 0,0 0 0 0 0,-1-1 0 0 0,1 0 0 0 0,0 1 0 0 0,0-1 0 0 0,0-1 0 0 0,0 1 0 0 0,0 0 0 0 0,7-1 0 0 0,0 0-704 0 0,0-1 0 0 0,0 0 0 0 0,-1-1-1 0 0,1 0 1 0 0,0-1 0 0 0,-1 0 0 0 0,1 0 0 0 0,-1-2 0 0 0,0 1-1 0 0,11-8 1 0 0,13-9-3950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1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126 206 1620 0 0,'9'-15'1720'0'0,"0"0"1"0"0,-1 0-1 0 0,-1 0 0 0 0,0-1 1 0 0,-1 0-1 0 0,-1 0 0 0 0,5-26 2108 0 0,-13 44-3138 0 0,-1 1-411 0 0,0 0 0 0 0,0 0 0 0 0,0 1-1 0 0,0 0 1 0 0,1-1 0 0 0,-1 2-1 0 0,1-1 1 0 0,0 0 0 0 0,0 0 0 0 0,-4 10-1 0 0,-21 55 1263 0 0,19-45-1207 0 0,0-1-36 0 0,1 1-1 0 0,-9 43 0 0 0,15-60-264 0 0,1-1 1 0 0,0 1 0 0 0,1-1-1 0 0,0 1 1 0 0,0-1 0 0 0,0 1-1 0 0,0-1 1 0 0,1 1-1 0 0,0-1 1 0 0,1 1 0 0 0,0-1-1 0 0,-1 0 1 0 0,2 0 0 0 0,-1 0-1 0 0,7 11 1 0 0,-6-13-16 0 0,0-1 0 0 0,1 1 1 0 0,0-1-1 0 0,-1 0 0 0 0,1 0 0 0 0,0 0 1 0 0,1-1-1 0 0,-1 1 0 0 0,0-1 1 0 0,1 0-1 0 0,-1-1 0 0 0,1 1 0 0 0,-1-1 1 0 0,1 1-1 0 0,0-1 0 0 0,0-1 0 0 0,0 1 1 0 0,-1-1-1 0 0,1 0 0 0 0,0 0 0 0 0,0 0 1 0 0,0-1-1 0 0,8-1 0 0 0,-2 0-28 0 0,-1-1 0 0 0,0 1 0 0 0,1-2 0 0 0,-2 0 0 0 0,1 0 0 0 0,0 0 0 0 0,-1-1 0 0 0,0-1-1 0 0,0 0 1 0 0,8-7 0 0 0,-7 4-15 0 0,-1 0 0 0 0,0-1 0 0 0,-1 0 0 0 0,0-1 0 0 0,-1 0 0 0 0,0 0 0 0 0,0-1-1 0 0,-2 1 1 0 0,1-1 0 0 0,-1-1 0 0 0,-1 1 0 0 0,0-1 0 0 0,-1 1 0 0 0,-1-1 0 0 0,2-16 0 0 0,-3 21 17 0 0,-1 0 0 0 0,0-1-1 0 0,0 1 1 0 0,0 0 0 0 0,-1 0 0 0 0,-1 0 0 0 0,1 0 0 0 0,-1 0 0 0 0,-1 0 0 0 0,0 0 0 0 0,0 1 0 0 0,0-1 0 0 0,-1 1 0 0 0,0 0 0 0 0,0 0 0 0 0,-1 0 0 0 0,0 0-1 0 0,0 1 1 0 0,0 0 0 0 0,-1 0 0 0 0,0 0 0 0 0,0 1 0 0 0,-1 0 0 0 0,1 0 0 0 0,-12-5 0 0 0,9 5-7 0 0,0 1 1 0 0,-1 0-1 0 0,0 1 1 0 0,0 0-1 0 0,0 1 1 0 0,0 0-1 0 0,0 0 1 0 0,-1 1-1 0 0,1 1 1 0 0,0 0-1 0 0,-1 0 1 0 0,1 1-1 0 0,0 0 1 0 0,-1 0-1 0 0,1 2 1 0 0,0-1-1 0 0,0 1 1 0 0,-12 6-1 0 0,15-7 15 0 0,0 2-1 0 0,0-1 1 0 0,0 1 0 0 0,1 0-1 0 0,0 1 1 0 0,0-1-1 0 0,0 1 1 0 0,0 0-1 0 0,1 1 1 0 0,0-1 0 0 0,0 1-1 0 0,0 0 1 0 0,1 1-1 0 0,0-1 1 0 0,0 1-1 0 0,1-1 1 0 0,-1 1 0 0 0,1 0-1 0 0,1 1 1 0 0,0-1-1 0 0,0 0 1 0 0,0 1-1 0 0,1-1 1 0 0,0 1 0 0 0,0 11-1 0 0,1-13-106 0 0,0 1 0 0 0,1-1 0 0 0,0 1 0 0 0,0-1 0 0 0,1 1 0 0 0,-1-1-1 0 0,2 0 1 0 0,-1 0 0 0 0,0 0 0 0 0,1 0 0 0 0,0 0 0 0 0,1-1 0 0 0,-1 1 0 0 0,1-1 0 0 0,0 0 0 0 0,1 0-1 0 0,-1 0 1 0 0,1-1 0 0 0,0 1 0 0 0,0-1 0 0 0,0 0 0 0 0,9 5 0 0 0,-4-4-244 0 0,-1-1 1 0 0,1 0 0 0 0,-1 0-1 0 0,1-1 1 0 0,0 0-1 0 0,1 0 1 0 0,-1-1-1 0 0,0-1 1 0 0,1 0 0 0 0,-1 0-1 0 0,1-1 1 0 0,-1 0-1 0 0,16-3 1 0 0,-10 0 130 0 0,0 0 0 0 0,1-2 1 0 0,-1 0-1 0 0,-1-1 0 0 0,1 0 0 0 0,-1-1 1 0 0,25-16-1 0 0,-13 4 28 0 0,-1-2 0 0 0,46-45 0 0 0,-38 30 261 0 0,-22 21 344 0 0,1 1 0 0 0,1 1 0 0 0,0 1 0 0 0,21-16 1 0 0,-34 28-331 0 0,1-1 0 0 0,0 0 1 0 0,0 0-1 0 0,0 1 1 0 0,-1-1-1 0 0,1 1 1 0 0,0 0-1 0 0,0-1 1 0 0,0 1-1 0 0,0 0 1 0 0,0 0-1 0 0,0 0 1 0 0,0 1-1 0 0,0-1 0 0 0,-1 0 1 0 0,1 1-1 0 0,0-1 1 0 0,0 1-1 0 0,0-1 1 0 0,-1 1-1 0 0,1 0 1 0 0,0 0-1 0 0,0 0 1 0 0,-1 0-1 0 0,1 0 1 0 0,-1 0-1 0 0,1 0 1 0 0,-1 1-1 0 0,0-1 0 0 0,1 1 1 0 0,1 2-1 0 0,2 2 176 0 0,1 1 0 0 0,-1 0 0 0 0,-1 1 0 0 0,1-1-1 0 0,4 12 1 0 0,-4-4 16 0 0,0 1 0 0 0,-1-1-1 0 0,-1 1 1 0 0,0 0-1 0 0,-1 0 1 0 0,0 0 0 0 0,-2 0-1 0 0,0 0 1 0 0,-1 0 0 0 0,0 0-1 0 0,-1 0 1 0 0,-1 0 0 0 0,-1 0-1 0 0,0-1 1 0 0,-1 0 0 0 0,-8 18-1 0 0,5-19 895 0 0,8-14-1152 0 0,0 0 0 0 0,0 0 0 0 0,0 0 0 0 0,0-1 0 0 0,0 1 0 0 0,0 0 0 0 0,0 0 0 0 0,0 0 0 0 0,0 0-1 0 0,0-1 1 0 0,0 1 0 0 0,0 0 0 0 0,0 0 0 0 0,0 0 0 0 0,0 0 0 0 0,0-1 0 0 0,-1 1 0 0 0,1 0 0 0 0,0 0 0 0 0,0 0 0 0 0,0 0 0 0 0,0 0 0 0 0,0 0 0 0 0,0-1 0 0 0,-1 1 0 0 0,1 0 0 0 0,0 0 0 0 0,0 0-1 0 0,0 0 1 0 0,0 0 0 0 0,-1 0 0 0 0,1 0 0 0 0,0 0 0 0 0,0 0 0 0 0,0 0 0 0 0,0 0 0 0 0,-1 0 0 0 0,1 0 0 0 0,0 0 0 0 0,0 0 0 0 0,0 0 0 0 0,0 0 0 0 0,-1 0 0 0 0,1 0 0 0 0,0 0 0 0 0,0 0-1 0 0,0 0 1 0 0,0 0 0 0 0,-1 0 0 0 0,1 0 0 0 0,0 0 0 0 0,0 1 0 0 0,0-1 0 0 0,0 0 0 0 0,-1 0 0 0 0,1 0 0 0 0,0 0 0 0 0,1-4-13 0 0,0-1 0 0 0,0 0 1 0 0,1 1-1 0 0,-1-1 0 0 0,1 1 0 0 0,0 0 0 0 0,1 0 1 0 0,-1-1-1 0 0,1 1 0 0 0,-1 1 0 0 0,7-7 1 0 0,-2-1-9 0 0,10-11 29 0 0,0 1 0 0 0,1 1 0 0 0,1 0 1 0 0,1 2-1 0 0,38-29 0 0 0,-5 11-2533 0 0,75-37-1 0 0,-119 69 1638 0 0,33-21-4074 0 0,-20 5-3078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20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94 2268 0 0,'-47'-3'2786'0'0,"10"1"920"0"0,1-1 1 0 0,-64-14-1 0 0,100 17-3680 0 0,0 0 0 0 0,0 0 0 0 0,0-1 0 0 0,1 1 0 0 0,-1 0 0 0 0,0 0 0 0 0,0 0 1 0 0,0 0-1 0 0,0 0 0 0 0,1 0 0 0 0,-1 0 0 0 0,0-1 0 0 0,0 1 0 0 0,0 0 0 0 0,0 0 0 0 0,0 0 0 0 0,1 0 0 0 0,-1-1 0 0 0,0 1 1 0 0,0 0-1 0 0,0 0 0 0 0,0 0 0 0 0,0-1 0 0 0,0 1 0 0 0,0 0 0 0 0,0 0 0 0 0,0 0 0 0 0,0-1 0 0 0,0 1 0 0 0,0 0 1 0 0,0 0-1 0 0,0 0 0 0 0,0-1 0 0 0,0 1 0 0 0,0 0 0 0 0,0 0 0 0 0,0 0 0 0 0,0-1 0 0 0,0 1 0 0 0,0 0 0 0 0,0 0 0 0 0,-1 0 1 0 0,1 0-1 0 0,0-1 0 0 0,0 1 0 0 0,0 0 0 0 0,0 0 0 0 0,0 0 0 0 0,-1 0 0 0 0,1-1 0 0 0,0 1 0 0 0,0 0 0 0 0,0 0 1 0 0,0 0-1 0 0,-1 0 0 0 0,1 0 0 0 0,0 0 0 0 0,0 0 0 0 0,0 0 0 0 0,-1 0 0 0 0,1 0 0 0 0,0-1 0 0 0,15-5 219 0 0,18-2-133 0 0,0 2 1 0 0,55-4-1 0 0,-55 7-325 0 0,175-10-2883 0 0,-81 6-2552 0 0,-45 1-1389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21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6 146 200 0 0,'0'0'1067'0'0,"-5"-13"1508"0"0,5 8-1863 0 0,1-1 0 0 0,0 0 0 0 0,0 0 0 0 0,1 1 0 0 0,-1-1 0 0 0,1 0 0 0 0,6-9 0 0 0,3-12 5944 0 0,-10 24-6113 0 0,1 0 0 0 0,0 1 1 0 0,-1-1-1 0 0,1 1 0 0 0,1-1 0 0 0,-1 1 0 0 0,4-3 0 0 0,0 7-450 0 0,-1 0-1 0 0,1 1 0 0 0,-1 0 1 0 0,1 0-1 0 0,-1 0 1 0 0,0 1-1 0 0,0-1 0 0 0,-1 1 1 0 0,1 1-1 0 0,-1-1 1 0 0,0 0-1 0 0,0 1 0 0 0,0 0 1 0 0,0 0-1 0 0,-1 0 0 0 0,0 1 1 0 0,0-1-1 0 0,-1 1 1 0 0,1-1-1 0 0,2 11 0 0 0,36 147 432 0 0,-21-76-371 0 0,-6-38 224 0 0,-13-48-360 0 0,0 0-1 0 0,-1-1 0 0 0,1 1 0 0 0,0 0 1 0 0,0-1-1 0 0,-1 1 0 0 0,1-1 0 0 0,0 1 1 0 0,0-1-1 0 0,0 0 0 0 0,0 1 0 0 0,0-1 0 0 0,-1 0 1 0 0,1 1-1 0 0,0-1 0 0 0,0 0 0 0 0,0 0 1 0 0,0 0-1 0 0,0 0 0 0 0,0 0 0 0 0,0 0 0 0 0,0 0 1 0 0,0 0-1 0 0,0 0 0 0 0,0-1 0 0 0,0 1 1 0 0,0 0-1 0 0,0-1 0 0 0,-1 1 0 0 0,1 0 0 0 0,0-1 1 0 0,1 0-1 0 0,17-10-9 0 0,1-1 0 0 0,-2 0 0 0 0,0-2 0 0 0,-1 0 0 0 0,0-1 0 0 0,-1 0 0 0 0,-1-2 0 0 0,0 0 0 0 0,16-24 0 0 0,-18 21 12 0 0,0-1 1 0 0,-1 0-1 0 0,-1-1 1 0 0,-1 0-1 0 0,-1-1 1 0 0,-1 0-1 0 0,-2 0 1 0 0,7-36-1 0 0,-13 59-19 0 0,-2-16-15 0 0,2 15 12 0 0,-1 1 1 0 0,0-1 0 0 0,0 0-1 0 0,1 0 1 0 0,-1 0 0 0 0,0 1-1 0 0,0-1 1 0 0,0 0 0 0 0,0 1-1 0 0,0-1 1 0 0,0 1 0 0 0,0-1-1 0 0,0 1 1 0 0,0-1 0 0 0,0 1-1 0 0,0 0 1 0 0,0 0 0 0 0,-1-1-1 0 0,1 1 1 0 0,0 0 0 0 0,0 0-1 0 0,0 0 1 0 0,0 0 0 0 0,0 0 0 0 0,-2 1-1 0 0,-1-1-8 0 0,-1 1-1 0 0,1 0 0 0 0,0 0 1 0 0,0 0-1 0 0,-1 0 0 0 0,1 1 1 0 0,0-1-1 0 0,0 1 0 0 0,1 0 1 0 0,-1 1-1 0 0,0-1 1 0 0,1 1-1 0 0,-1-1 0 0 0,1 1 1 0 0,0 0-1 0 0,0 0 0 0 0,0 0 1 0 0,0 1-1 0 0,0-1 0 0 0,1 1 1 0 0,-4 6-1 0 0,6-9 1 0 0,1 0 0 0 0,-1 0-1 0 0,1 0 1 0 0,-1-1 0 0 0,1 1-1 0 0,-1 0 1 0 0,1 0 0 0 0,0 0-1 0 0,-1-1 1 0 0,1 1 0 0 0,0 0-1 0 0,0 0 1 0 0,-1-1 0 0 0,1 1-1 0 0,0-1 1 0 0,0 1 0 0 0,0-1-1 0 0,0 1 1 0 0,0-1 0 0 0,0 0-1 0 0,0 1 1 0 0,0-1 0 0 0,0 0-1 0 0,0 0 1 0 0,0 1 0 0 0,0-1-1 0 0,0 0 1 0 0,1 0-1 0 0,21 0-1104 0 0,1-1-1 0 0,-1 0 0 0 0,0-2 0 0 0,28-7 0 0 0,45-15-8047 0 0,-69 15 2663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21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53 2056 0 0,'-18'5'3524'0'0,"-42"7"9036"0"0,63-14-12468 0 0,1 0 0 0 0,-1 0 0 0 0,1 0 0 0 0,-1 1 0 0 0,1 0 1 0 0,0-1-1 0 0,0 1 0 0 0,4 0 0 0 0,-6 0-66 0 0,130-24 352 0 0,-64 15-1235 0 0,-28 4-528 0 0,3-1-1674 0 0,-14 1-2814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22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 1632 0 0,'-19'7'1592'0'0,"-17"6"1886"0"0,1 1 0 0 0,-35 20-1 0 0,70-34-3447 0 0,-1 0 0 0 0,1 0 0 0 0,0 0 0 0 0,0 0 0 0 0,-1 1 0 0 0,1-1 0 0 0,0 0 0 0 0,0 0 0 0 0,-1 0 0 0 0,1 0 0 0 0,0 0 0 0 0,-1 0 0 0 0,1 0 0 0 0,0 1 0 0 0,0-1 0 0 0,0 0 0 0 0,-1 0 0 0 0,1 0 0 0 0,0 1 0 0 0,0-1 0 0 0,0 0 0 0 0,-1 0 0 0 0,1 0 0 0 0,0 1 0 0 0,0-1 1 0 0,0 0-1 0 0,0 0 0 0 0,0 1 0 0 0,-1-1 0 0 0,1 0 0 0 0,0 1 0 0 0,0-1 0 0 0,0 0 0 0 0,0 0 0 0 0,0 1 0 0 0,0-1 0 0 0,0 0 0 0 0,0 1 0 0 0,0-1 0 0 0,0 0 0 0 0,0 0 0 0 0,0 1 0 0 0,0-1 0 0 0,1 0 0 0 0,-1 1 0 0 0,0-1 0 0 0,0 0 0 0 0,0 0 0 0 0,0 1 0 0 0,0-1 0 0 0,0 0 0 0 0,1 0 0 0 0,-1 0 0 0 0,0 1 0 0 0,0-1 0 0 0,0 0 0 0 0,1 0 0 0 0,-1 0 0 0 0,0 1 0 0 0,0-1 0 0 0,1 0 0 0 0,-1 0 0 0 0,0 0 0 0 0,0 0 0 0 0,1 0 0 0 0,-1 0 0 0 0,0 0 0 0 0,1 1 0 0 0,-1-1 0 0 0,23 4 521 0 0,20-1-861 0 0,0-3 0 0 0,63-7-1 0 0,22-13-6818 0 0,-75 9 1284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6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644 45 1088 0 0,'6'-10'2834'0'0,"7"-24"3666"0"0,-16 35-6450 0 0,1 0 0 0 0,0 0 0 0 0,0 0 0 0 0,1 0 0 0 0,-1 1 0 0 0,0-1 0 0 0,0 0-1 0 0,0 1 1 0 0,1 0 0 0 0,-1-1 0 0 0,1 1 0 0 0,0 0 0 0 0,-1 0 0 0 0,-1 3 0 0 0,-3 3 79 0 0,-71 88 1382 0 0,-74 121 0 0 0,-44 118 320 0 0,67-70-694 0 0,111-225-980 0 0,3 1-1 0 0,1 1 1 0 0,2 0-1 0 0,-10 76 1 0 0,20-99-103 0 0,0-1 0 0 0,2 1 1 0 0,0 0-1 0 0,1-1 0 0 0,0 1 0 0 0,2-1 0 0 0,0 0 0 0 0,1 0 1 0 0,1 0-1 0 0,1 0 0 0 0,0-1 0 0 0,2 0 0 0 0,11 19 1 0 0,-11-24-269 0 0,0 1 1 0 0,0-2-1 0 0,1 1 0 0 0,0-1 1 0 0,1-1-1 0 0,1 0 1 0 0,-1 0-1 0 0,2-1 1 0 0,-1-1-1 0 0,1 0 1 0 0,0-1-1 0 0,1 0 1 0 0,-1-1-1 0 0,1-1 0 0 0,1 0 1 0 0,27 6-1 0 0,-28-9-1379 0 0,0 0 0 0 0,0-1-1 0 0,15 0 1 0 0,7-5-4831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448 133 408 0 0,'0'-7'752'0'0,"0"0"0"0"0,-1-1 0 0 0,0 1 1 0 0,0 0-1 0 0,0 0 0 0 0,-1 0 0 0 0,0 0 0 0 0,-1 0 0 0 0,1 1 0 0 0,-1-1 0 0 0,0 1 1 0 0,-6-8-1 0 0,7 11-606 0 0,0 0 1 0 0,-1 0 0 0 0,0 0 0 0 0,1 1-1 0 0,-1-1 1 0 0,0 1 0 0 0,-1 0-1 0 0,1 0 1 0 0,0 0 0 0 0,0 0-1 0 0,-1 1 1 0 0,1-1 0 0 0,-1 1 0 0 0,0 0-1 0 0,1 0 1 0 0,-1 0 0 0 0,0 1-1 0 0,0-1 1 0 0,1 1 0 0 0,-1 0-1 0 0,0 0 1 0 0,0 0 0 0 0,0 0 0 0 0,-6 2-1 0 0,-5 1 71 0 0,-1 2-1 0 0,1 0 0 0 0,0 0 0 0 0,0 1 1 0 0,0 1-1 0 0,1 0 0 0 0,0 2 0 0 0,1-1 1 0 0,-24 21-1 0 0,17-13-58 0 0,2 2-1 0 0,0 1 1 0 0,1 0-1 0 0,1 1 1 0 0,-20 32 0 0 0,31-43-131 0 0,0 0 1 0 0,1 0 0 0 0,0 1 0 0 0,0-1-1 0 0,1 1 1 0 0,0 0 0 0 0,1 0 0 0 0,0 0-1 0 0,1 0 1 0 0,0 0 0 0 0,0 0 0 0 0,1 12-1 0 0,1-17-19 0 0,-1-1-1 0 0,1 1 0 0 0,0-1 1 0 0,0 0-1 0 0,0 0 0 0 0,1 1 1 0 0,0-1-1 0 0,-1 0 0 0 0,1 0 1 0 0,1 0-1 0 0,-1-1 0 0 0,1 1 1 0 0,-1 0-1 0 0,1-1 0 0 0,0 0 1 0 0,0 1-1 0 0,0-1 0 0 0,1-1 1 0 0,-1 1-1 0 0,1 0 0 0 0,0-1 1 0 0,0 0-1 0 0,-1 0 0 0 0,1 0 1 0 0,1 0-1 0 0,-1 0 0 0 0,0-1 1 0 0,0 0-1 0 0,1 0 0 0 0,4 1 1 0 0,-1-1-3 0 0,-1 0 0 0 0,1 0 0 0 0,0-1 0 0 0,0 0 1 0 0,0 0-1 0 0,0-1 0 0 0,0 0 0 0 0,0-1 0 0 0,0 1 1 0 0,0-2-1 0 0,-1 1 0 0 0,12-6 0 0 0,-8 3-1 0 0,-1-1 0 0 0,0-1 0 0 0,-1 1 0 0 0,0-2 0 0 0,0 1 0 0 0,0-1 0 0 0,13-16 0 0 0,-2-3-17 0 0,-2-1 1 0 0,0-1-1 0 0,-2 0 0 0 0,24-61 0 0 0,8-56 323 0 0,-46 139-248 0 0,-2 5 547 0 0,-7 73 1084 0 0,1 1-1248 0 0,5-43-546 0 0,1 18 304 0 0,6 46 1 0 0,-4-76-971 0 0,1 0 1 0 0,6 17 0 0 0,-5-23-816 0 0,0 0 1 0 0,0-1-1 0 0,12 20 0 0 0,-7-18-2488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7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43 1172 0 0,'13'-43'17509'0'0,"-5"68"-13608"0"0,-10 21-1449 0 0,-16 85 0 0 0,2-19-3971 0 0,15-104 628 0 0,1 0 0 0 0,-1 0 0 0 0,3 12 0 0 0,4 0-3028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7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 24 0 0,'6'-3'1826'0'0,"0"-1"-1"0"0,1 2 1 0 0,-1-1-1 0 0,1 1 1 0 0,-1 0-1 0 0,10-2 1 0 0,-15 4-1630 0 0,-1 0 1 0 0,1 0-1 0 0,0 0 1 0 0,0 0 0 0 0,0 0-1 0 0,0 0 1 0 0,0 0-1 0 0,0 0 1 0 0,0 0 0 0 0,0 1-1 0 0,0-1 1 0 0,0 0-1 0 0,-1 1 1 0 0,1-1 0 0 0,0 1-1 0 0,0-1 1 0 0,0 1-1 0 0,-1-1 1 0 0,1 1 0 0 0,0-1-1 0 0,-1 1 1 0 0,1 0-1 0 0,0-1 1 0 0,-1 1 0 0 0,1 0-1 0 0,-1 0 1 0 0,1-1-1 0 0,-1 1 1 0 0,1 0 0 0 0,-1 0-1 0 0,0 0 1 0 0,1 0-1 0 0,-1-1 1 0 0,0 1 0 0 0,0 0-1 0 0,1 0 1 0 0,-1 0-1 0 0,0 0 1 0 0,0 0 0 0 0,0 1-1 0 0,0 3 221 0 0,0-1 0 0 0,-1 1 0 0 0,1-1-1 0 0,-1 0 1 0 0,0 1 0 0 0,-2 7 0 0 0,-8 11 106 0 0,0-1 0 0 0,-2-1 0 0 0,0 0 0 0 0,-26 31 0 0 0,1-2-1116 0 0,11-12-1838 0 0,1-2-2615 0 0,10-12-3732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304 136 340 0 0,'5'-6'1443'0'0,"4"-4"545"0"0,-1 0 1 0 0,0 0 0 0 0,0-1 0 0 0,-2 0-1 0 0,1-1 1 0 0,-1 1 0 0 0,6-20-1 0 0,-11 31-1916 0 0,-1-1 0 0 0,0 0 0 0 0,0 0-1 0 0,0 0 1 0 0,0 1 0 0 0,0-1 0 0 0,0 0 0 0 0,0 0-1 0 0,0 1 1 0 0,0-1 0 0 0,0 0 0 0 0,0 0-1 0 0,-1 1 1 0 0,1-1 0 0 0,0 0 0 0 0,0 0 0 0 0,-1 1-1 0 0,1-1 1 0 0,0 0 0 0 0,-1 1 0 0 0,1-1 0 0 0,-1 0-1 0 0,1 1 1 0 0,-1-1 0 0 0,1 1 0 0 0,-1-1-1 0 0,0 1 1 0 0,1-1 0 0 0,-1 1 0 0 0,1-1 0 0 0,-1 1-1 0 0,0 0 1 0 0,0-1 0 0 0,1 1 0 0 0,-1 0-1 0 0,0 0 1 0 0,1-1 0 0 0,-1 1 0 0 0,0 0 0 0 0,0 0-1 0 0,0 0 1 0 0,1 0 0 0 0,-1 0 0 0 0,0 0 0 0 0,0 0-1 0 0,1 0 1 0 0,-1 0 0 0 0,-1 1 0 0 0,-6 0 29 0 0,0 0 1 0 0,0 1 0 0 0,-12 4 0 0 0,17-5 76 0 0,-19 7-104 0 0,1 0 0 0 0,0 2 0 0 0,1 0 0 0 0,0 1 0 0 0,1 1 0 0 0,0 1 0 0 0,1 1 0 0 0,0 1 0 0 0,1 0 0 0 0,1 1 0 0 0,0 1 0 0 0,2 0 0 0 0,0 1 0 0 0,-15 25 0 0 0,26-39-61 0 0,1 0-1 0 0,-1 1 0 0 0,1-1 0 0 0,0 1 0 0 0,1 0 0 0 0,-1 0 1 0 0,1-1-1 0 0,0 1 0 0 0,0 0 0 0 0,0 0 0 0 0,1 0 0 0 0,0 0 0 0 0,0 0 1 0 0,0 0-1 0 0,1 5 0 0 0,0-7-6 0 0,0 0 0 0 0,0-1 0 0 0,0 1 0 0 0,0-1 0 0 0,0 1 0 0 0,1-1 0 0 0,-1 0 0 0 0,1 1 0 0 0,0-1 0 0 0,-1 0 0 0 0,1 0 0 0 0,0 0 0 0 0,0 0 0 0 0,0-1 0 0 0,1 1 0 0 0,-1-1 0 0 0,0 1 0 0 0,1-1 1 0 0,-1 0-1 0 0,0 1 0 0 0,1-1 0 0 0,0 0 0 0 0,-1-1 0 0 0,1 1 0 0 0,0 0 0 0 0,-1-1 0 0 0,1 0 0 0 0,4 1 0 0 0,5-1-21 0 0,1 0 0 0 0,0-1 0 0 0,-1 0 0 0 0,1-1 1 0 0,-1 0-1 0 0,0-1 0 0 0,1-1 0 0 0,-1 0 0 0 0,-1 0 0 0 0,1-1 1 0 0,-1-1-1 0 0,1 0 0 0 0,-2 0 0 0 0,1-1 0 0 0,17-15 0 0 0,-7 4-12 0 0,-1-1-1 0 0,-1-1 0 0 0,0 0 0 0 0,-2-1 0 0 0,0-1 1 0 0,16-31-1 0 0,17-27 822 0 0,-50 83-574 0 0,1 1 1 0 0,-1-1 0 0 0,0 0-1 0 0,0 0 1 0 0,-1 0 0 0 0,1 1-1 0 0,-2 3 1 0 0,2-6-31 0 0,-4 32 364 0 0,-19 159 2374 0 0,21-159-3961 0 0,1 1 0 0 0,2 0 1 0 0,9 56-1 0 0,-9-84 525 0 0,1-1-1 0 0,-1 1 1 0 0,1-1-1 0 0,0 0 1 0 0,1 0 0 0 0,-1 0-1 0 0,1 0 1 0 0,0 0 0 0 0,0-1-1 0 0,0 1 1 0 0,1-1-1 0 0,-1 0 1 0 0,9 7 0 0 0,-6-6-874 0 0,0 0-1 0 0,1-1 1 0 0,-1 0 0 0 0,1-1 0 0 0,13 6 0 0 0,8 0-5747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8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39 136 2300 0 0,'-6'-25'7900'0'0,"-4"-45"1"0"0,9 59-6081 0 0,1 10-1709 0 0,0 0-1 0 0,0 0 1 0 0,-1 0 0 0 0,1 0 0 0 0,0 0-1 0 0,0 0 1 0 0,1 0 0 0 0,-1 0-1 0 0,0 0 1 0 0,0 0 0 0 0,0 0-1 0 0,1 0 1 0 0,-1 0 0 0 0,0 0-1 0 0,1 0 1 0 0,-1 0 0 0 0,1 0-1 0 0,-1 0 1 0 0,1 0 0 0 0,0 0-1 0 0,-1 1 1 0 0,1-1 0 0 0,0 0-1 0 0,0 0 1 0 0,-1 1 0 0 0,1-1-1 0 0,0 1 1 0 0,0-1 0 0 0,0 1-1 0 0,0-1 1 0 0,0 1 0 0 0,0-1-1 0 0,0 1 1 0 0,0 0 0 0 0,0-1-1 0 0,0 1 1 0 0,0 0 0 0 0,0 0-1 0 0,0 0 1 0 0,0 0 0 0 0,0 0-1 0 0,0 0 1 0 0,0 0 0 0 0,0 0-1 0 0,0 0 1 0 0,1 1 0 0 0,5 0 152 0 0,0 0 0 0 0,-1 0 0 0 0,1 1 0 0 0,-1 0-1 0 0,11 5 1 0 0,-9-3-138 0 0,0 1-1 0 0,0-1 0 0 0,0 1 0 0 0,-1 1 1 0 0,0 0-1 0 0,0 0 0 0 0,0 0 0 0 0,0 1 0 0 0,-1 0 1 0 0,7 10-1 0 0,-10-13-88 0 0,0 1 1 0 0,-1 0-1 0 0,1 1 0 0 0,-1-1 1 0 0,0 0-1 0 0,0 1 1 0 0,0-1-1 0 0,-1 1 0 0 0,0-1 1 0 0,0 1-1 0 0,-1 0 1 0 0,1-1-1 0 0,-1 1 0 0 0,0 0 1 0 0,-1-1-1 0 0,0 1 1 0 0,-2 10-1 0 0,-2 0 48 0 0,-1-1 0 0 0,0 0 1 0 0,-1 0-1 0 0,-1-1 0 0 0,0 0 0 0 0,-1 0 1 0 0,-14 16-1 0 0,-83 83 957 0 0,84-91-745 0 0,22-21-285 0 0,-1-1-1 0 0,1 0 0 0 0,0 0 0 0 0,-1 0 0 0 0,1 1 0 0 0,0-1 0 0 0,-1 0 0 0 0,1 0 0 0 0,0 1 0 0 0,0-1 0 0 0,-1 0 0 0 0,1 1 1 0 0,0-1-1 0 0,0 0 0 0 0,0 1 0 0 0,-1-1 0 0 0,1 1 0 0 0,0-1 0 0 0,0 0 0 0 0,0 1 0 0 0,0-1 0 0 0,0 0 0 0 0,0 1 0 0 0,0-1 1 0 0,0 1-1 0 0,0-1 0 0 0,0 0 0 0 0,0 1 0 0 0,0-1 0 0 0,0 1 0 0 0,0-1 0 0 0,0 0 0 0 0,0 1 0 0 0,0-1 0 0 0,0 0 0 0 0,1 1 1 0 0,-1-1-1 0 0,0 1 0 0 0,1-1 0 0 0,16 6-171 0 0,20-6-853 0 0,34-10-5099 0 0,73-19-1 0 0,-55 5-1631 0 0,-40 11 159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70 316 0 0,'61'-69'24148'0'0,"-68"86"-20351"0"0,-16 17-2500 0 0,-1-2 1 0 0,-53 54-1 0 0,32-38-683 0 0,-27 27-3015 0 0,-25 29-2764 0 0,92-99 3607 0 0,-7 11-609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8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227 175 1036 0 0,'12'-11'1647'0'0,"-1"0"0"0"0,0-1 0 0 0,-1 0 0 0 0,0-1 0 0 0,-1-1 0 0 0,0 1 0 0 0,-1-1 0 0 0,6-16 0 0 0,-13 29-1544 0 0,-1 0-1 0 0,1-1 1 0 0,-1 1-1 0 0,0 0 1 0 0,1 0-1 0 0,-1-1 0 0 0,0 1 1 0 0,0 0-1 0 0,0 0 1 0 0,0-1-1 0 0,0 1 1 0 0,0 0-1 0 0,0-1 0 0 0,0 1 1 0 0,0 0-1 0 0,-1 0 1 0 0,1-1-1 0 0,-1 1 1 0 0,1 0-1 0 0,-1 0 0 0 0,1 0 1 0 0,-1 0-1 0 0,0 0 1 0 0,1-1-1 0 0,-1 1 1 0 0,0 0-1 0 0,0 1 0 0 0,0-1 1 0 0,0 0-1 0 0,0 0 1 0 0,0 0-1 0 0,0 0 1 0 0,0 1-1 0 0,0-1 0 0 0,0 0 1 0 0,0 1-1 0 0,0-1 1 0 0,0 1-1 0 0,-1 0 1 0 0,1-1-1 0 0,-2 1 0 0 0,-1-1-12 0 0,0 0-1 0 0,0 1 1 0 0,0-1-1 0 0,-1 1 1 0 0,1 0-1 0 0,0 0 0 0 0,0 1 1 0 0,0-1-1 0 0,0 1 1 0 0,0 0-1 0 0,-7 2 1 0 0,-2 4-3 0 0,-1 0-1 0 0,1 1 1 0 0,0 0 0 0 0,1 1 0 0 0,-1 0 0 0 0,2 1 0 0 0,-13 13 0 0 0,0 4 45 0 0,-40 57 1 0 0,58-76-104 0 0,0 1 0 0 0,1 0 0 0 0,0 1 0 0 0,1-1 0 0 0,0 1 0 0 0,1 0 0 0 0,-4 18 0 0 0,6-27-25 0 0,1 0 0 0 0,0 0 0 0 0,0 1 0 0 0,0-1 0 0 0,0 0 0 0 0,0 0 0 0 0,0 1 0 0 0,0-1 0 0 0,1 0 0 0 0,-1 0 0 0 0,0 1 0 0 0,1-1 0 0 0,-1 0 0 0 0,1 0 0 0 0,-1 0 0 0 0,1 0 0 0 0,0 0-1 0 0,-1 0 1 0 0,1 0 0 0 0,0 0 0 0 0,0 0 0 0 0,0 0 0 0 0,0 0 0 0 0,-1 0 0 0 0,1 0 0 0 0,0-1 0 0 0,1 1 0 0 0,-1 0 0 0 0,0-1 0 0 0,0 1 0 0 0,0-1 0 0 0,0 1 0 0 0,0-1 0 0 0,1 0 0 0 0,-1 1 0 0 0,0-1 0 0 0,0 0-1 0 0,0 0 1 0 0,3 0 0 0 0,1 1-1 0 0,1-1-1 0 0,-1 0 1 0 0,0 0-1 0 0,1 0 1 0 0,-1-1-1 0 0,1 0 1 0 0,8-2-1 0 0,1-3-10 0 0,0-1 0 0 0,-1-1 0 0 0,0 0 0 0 0,0 0 0 0 0,0-1 0 0 0,-1-1 0 0 0,21-21 0 0 0,74-89-36 0 0,-105 116 44 0 0,49-56-64 0 0,-50 58 42 0 0,6 8 111 0 0,-8-6-70 0 0,0 1 0 0 0,1-1 0 0 0,-1 0 0 0 0,1 0 0 0 0,-1 1-1 0 0,0-1 1 0 0,1 0 0 0 0,-1 1 0 0 0,0-1 0 0 0,1 1 0 0 0,-1-1 0 0 0,0 0 0 0 0,0 1 0 0 0,1-1 0 0 0,-1 1 0 0 0,0-1-1 0 0,0 0 1 0 0,0 1 0 0 0,0-1 0 0 0,0 1 0 0 0,0-1 0 0 0,1 1 0 0 0,-1-1 0 0 0,0 1 0 0 0,0-1 0 0 0,0 1 0 0 0,-1 0-1 0 0,1 16 620 0 0,-1 0-1 0 0,-1 0 1 0 0,0 0-1 0 0,-9 28 0 0 0,2-3-115 0 0,-1 8-392 0 0,-12 72 770 0 0,16-42-6021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110 109 596 0 0,'-1'-7'1929'0'0,"-1"0"0"0"0,1 0 1 0 0,0 0-1 0 0,1 0 0 0 0,0 0 0 0 0,1-11 0 0 0,-1 16-1703 0 0,1 0 0 0 0,-1-1-1 0 0,1 1 1 0 0,0 0 0 0 0,0 0-1 0 0,0 0 1 0 0,0 0 0 0 0,1 0-1 0 0,-1 0 1 0 0,0 1 0 0 0,1-1-1 0 0,-1 0 1 0 0,1 1 0 0 0,0-1-1 0 0,0 1 1 0 0,-1-1 0 0 0,1 1-1 0 0,0 0 1 0 0,0 0-1 0 0,0 0 1 0 0,0 0 0 0 0,0 0-1 0 0,1 0 1 0 0,3 0 0 0 0,3-2 124 0 0,1 1 0 0 0,0 1 1 0 0,0 0-1 0 0,-1 0 0 0 0,1 0 1 0 0,0 2-1 0 0,0-1 0 0 0,0 1 1 0 0,0 1-1 0 0,-1-1 0 0 0,11 5 0 0 0,-14-5-280 0 0,1 1-1 0 0,-1 1 0 0 0,0-1 0 0 0,0 1 0 0 0,0 0 0 0 0,0 1 1 0 0,0-1-1 0 0,-1 1 0 0 0,1 0 0 0 0,-1 0 0 0 0,0 1 0 0 0,0 0 1 0 0,-1 0-1 0 0,0 0 0 0 0,1 0 0 0 0,-2 1 0 0 0,5 6 0 0 0,-7-9-51 0 0,0 1 0 0 0,0-1 0 0 0,0 0-1 0 0,-1 0 1 0 0,1 1 0 0 0,-1-1 0 0 0,0 0 0 0 0,0 1-1 0 0,0-1 1 0 0,0 0 0 0 0,-1 1 0 0 0,1-1 0 0 0,-1 0-1 0 0,0 0 1 0 0,0 1 0 0 0,0-1 0 0 0,0 0 0 0 0,0 0-1 0 0,-1 0 1 0 0,0 0 0 0 0,1 0 0 0 0,-5 4 0 0 0,-4 5 22 0 0,0 1 1 0 0,-1-1-1 0 0,-17 14 1 0 0,21-20-17 0 0,-2 2 58 0 0,0-1 0 0 0,-1 0-1 0 0,-18 11 1 0 0,26-17 49 0 0,2-3-117 0 0,0 1-13 0 0,0 1 0 0 0,0 0-1 0 0,0-1 1 0 0,0 1 0 0 0,-1 0-1 0 0,1 0 1 0 0,0-1-1 0 0,0 1 1 0 0,0 0 0 0 0,0-1-1 0 0,0 1 1 0 0,0 0 0 0 0,0-1-1 0 0,1 1 1 0 0,-1 0-1 0 0,0 0 1 0 0,0-1 0 0 0,0 1-1 0 0,0 0 1 0 0,0 0-1 0 0,0-1 1 0 0,0 1 0 0 0,1 0-1 0 0,-1 0 1 0 0,0-1 0 0 0,0 1-1 0 0,0 0 1 0 0,1 0-1 0 0,-1-1 1 0 0,7-2 9 0 0,-3 1-10 0 0,0 0-1 0 0,0 1 0 0 0,0-1 1 0 0,0 1-1 0 0,0 0 0 0 0,0 0 0 0 0,0 0 1 0 0,0 1-1 0 0,1 0 0 0 0,-1-1 1 0 0,0 1-1 0 0,7 2 0 0 0,-3-2 10 0 0,0 2-1 0 0,0-1 1 0 0,0 1-1 0 0,0 1 1 0 0,-1-1-1 0 0,1 1 0 0 0,-1 1 1 0 0,0-1-1 0 0,0 1 1 0 0,0 0-1 0 0,-1 1 1 0 0,1 0-1 0 0,-1 0 1 0 0,0 0-1 0 0,0 1 0 0 0,7 9 1 0 0,-8-9 140 0 0,1 1-1 0 0,-1 0 1 0 0,0 0 0 0 0,-1 1-1 0 0,0 0 1 0 0,0-1 0 0 0,0 1-1 0 0,-1 0 1 0 0,-1 1 0 0 0,1-1-1 0 0,-1 1 1 0 0,-1-1 0 0 0,1 1-1 0 0,-1 17 1 0 0,-2-21-47 0 0,0 0-1 0 0,0-1 1 0 0,0 1-1 0 0,-1 0 1 0 0,0 0-1 0 0,0 0 1 0 0,0-1 0 0 0,-1 0-1 0 0,0 1 1 0 0,1-1-1 0 0,-2 0 1 0 0,1 0 0 0 0,0 0-1 0 0,-1-1 1 0 0,1 1-1 0 0,-1-1 1 0 0,0 0-1 0 0,0 0 1 0 0,-1 0 0 0 0,-4 3-1 0 0,-6 2 46 0 0,0-1 0 0 0,0 0 0 0 0,-1-1 0 0 0,-29 8 0 0 0,19-8-24 0 0,-1-1 0 0 0,-44 3 1 0 0,57-8-83 0 0,1 0 0 0 0,-1 0 0 0 0,1-1 0 0 0,-1-1 0 0 0,1-1 0 0 0,0 1 0 0 0,-17-7 0 0 0,26 7-222 0 0,0 1 0 0 0,1-1 0 0 0,-1 0 1 0 0,0 0-1 0 0,0 0 0 0 0,1 0 0 0 0,-1-1 1 0 0,1 1-1 0 0,0-1 0 0 0,0 0 0 0 0,0 0 1 0 0,0 0-1 0 0,1-1 0 0 0,-1 1 0 0 0,1-1 1 0 0,0 1-1 0 0,-1-1 0 0 0,2 0 0 0 0,-3-5 1 0 0,3 4-499 0 0,0 0 1 0 0,0-1 0 0 0,1 1-1 0 0,-1 0 1 0 0,1 0 0 0 0,1 0-1 0 0,-1-1 1 0 0,1 1-1 0 0,0 0 1 0 0,0 0 0 0 0,0 0-1 0 0,1 0 1 0 0,0 0 0 0 0,0 0-1 0 0,4-7 1 0 0,12-18-5370 0 0,3-4-3249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49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448 115 1864 0 0,'-7'-14'1811'0'0,"3"6"-512"0"0,0 0-1 0 0,0 0 0 0 0,1 0 0 0 0,0 0 0 0 0,-2-13 0 0 0,5 19-1147 0 0,0 1 1 0 0,0-1-1 0 0,0 1 0 0 0,0-1 0 0 0,0 1 1 0 0,0-1-1 0 0,0 1 0 0 0,0 0 0 0 0,1-1 1 0 0,-1 1-1 0 0,0 0 0 0 0,1-1 0 0 0,-1 1 0 0 0,1 0 1 0 0,0-1-1 0 0,-1 1 0 0 0,1 0 0 0 0,0 0 1 0 0,0 0-1 0 0,0-1 0 0 0,0 1 0 0 0,0 0 1 0 0,0 0-1 0 0,0 0 0 0 0,0 1 0 0 0,0-1 1 0 0,1 0-1 0 0,-1 0 0 0 0,0 1 0 0 0,0-1 1 0 0,1 1-1 0 0,-1-1 0 0 0,1 1 0 0 0,-1-1 1 0 0,0 1-1 0 0,1 0 0 0 0,-1 0 0 0 0,1-1 0 0 0,-1 1 1 0 0,2 0-1 0 0,3 0 24 0 0,0 1 0 0 0,0-1 0 0 0,0 1 1 0 0,0 0-1 0 0,0 0 0 0 0,0 1 0 0 0,0-1 0 0 0,0 1 1 0 0,-1 1-1 0 0,1-1 0 0 0,-1 1 0 0 0,1 0 0 0 0,7 6 0 0 0,2 2 67 0 0,0 0-1 0 0,-1 1 1 0 0,14 16-1 0 0,-3 0 150 0 0,-1 1 0 0 0,-1 1 1 0 0,-2 1-1 0 0,25 51 0 0 0,-19-27 448 0 0,37 115 0 0 0,-55-142-687 0 0,-3 1 1 0 0,0 0-1 0 0,-2 0 0 0 0,-1 0 0 0 0,-1 0 1 0 0,-3 41-1 0 0,-2-32-21 0 0,-2-1 1 0 0,-2 1-1 0 0,-1-1 0 0 0,-18 49 1 0 0,-1-20-88 0 0,-2-1 1 0 0,-4-1-1 0 0,-2-2 0 0 0,-79 106 1 0 0,34-67-1935 0 0,-114 112 0 0 0,-9-23-7973 0 0,94-97-752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1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115 109 1020 0 0,'6'-14'1709'0'0,"-2"-1"-1"0"0,0-1 1 0 0,-1 1-1 0 0,-1 0 1 0 0,1-18 682 0 0,-8 50-888 0 0,-80 369 3569 0 0,62-271-4706 0 0,17-86-282 0 0,-10 61-1267 0 0,15-79 272 0 0,0 0 1 0 0,1 0-1 0 0,2 13 1 0 0,-2-20 174 0 0,2 8-314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65 332 0 0,'2'-9'1283'0'0,"-1"6"-777"0"0,0 0 0 0 0,0 0 1 0 0,0-1-1 0 0,-1 1 0 0 0,1 0 0 0 0,-1 0 1 0 0,0-1-1 0 0,0 1 0 0 0,0-1 1 0 0,0 1-1 0 0,0 0 0 0 0,-1-1 1 0 0,-1-5-1 0 0,1 9-455 0 0,1-1 0 0 0,-1 1 0 0 0,0-1 0 0 0,0 1 0 0 0,1 0 0 0 0,-1-1 0 0 0,0 1 1 0 0,0 0-1 0 0,0 0 0 0 0,1-1 0 0 0,-1 1 0 0 0,0 0 0 0 0,0 0 0 0 0,0 0 0 0 0,1 0 0 0 0,-1 0 0 0 0,0 0 0 0 0,0 0 1 0 0,0 0-1 0 0,0 1 0 0 0,1-1 0 0 0,-1 0 0 0 0,0 0 0 0 0,0 1 0 0 0,0-1 0 0 0,-24 9 387 0 0,24-9-396 0 0,-10 5 120 0 0,1 1-1 0 0,-1-1 1 0 0,1 2 0 0 0,1-1 0 0 0,-12 10-1 0 0,15-11-94 0 0,0 1 0 0 0,1-1 0 0 0,-1 1 0 0 0,1 0 0 0 0,0 1 0 0 0,1-1 0 0 0,-1 1 0 0 0,-4 10 0 0 0,8-15-48 0 0,1-1 0 0 0,-1 1 0 0 0,1 0 0 0 0,-1-1 0 0 0,1 1 0 0 0,0 0 0 0 0,0-1 0 0 0,-1 1 0 0 0,1 0 0 0 0,0 0 0 0 0,1-1 0 0 0,-1 1 0 0 0,0 0 0 0 0,0-1 0 0 0,1 1 0 0 0,-1 0 0 0 0,1-1 0 0 0,-1 1 0 0 0,1-1 0 0 0,0 1 0 0 0,0 0 0 0 0,0-1 0 0 0,0 0 0 0 0,0 1 0 0 0,0-1 0 0 0,0 0 0 0 0,0 1 0 0 0,0-1 0 0 0,1 0 0 0 0,-1 0 0 0 0,0 0 0 0 0,1 0 0 0 0,-1 0 0 0 0,1 0 0 0 0,2 1 0 0 0,7 3 145 0 0,0-1 0 0 0,1 0 0 0 0,-1-1 0 0 0,16 3 0 0 0,-3-1 30 0 0,-17-3-58 0 0,0 0 0 0 0,0 1 1 0 0,-1 0-1 0 0,1 0 0 0 0,-1 0 1 0 0,0 1-1 0 0,0-1 0 0 0,0 2 0 0 0,9 7 1 0 0,-14-10-10 0 0,1 0 1 0 0,0 0-1 0 0,-1 0 1 0 0,1 0-1 0 0,-1 0 1 0 0,0 0-1 0 0,1 0 1 0 0,-1 1 0 0 0,0-1-1 0 0,-1 1 1 0 0,1-1-1 0 0,0 1 1 0 0,-1-1-1 0 0,1 1 1 0 0,-1-1-1 0 0,0 1 1 0 0,0-1-1 0 0,0 1 1 0 0,0 0 0 0 0,0-1-1 0 0,0 1 1 0 0,-1-1-1 0 0,1 1 1 0 0,-1-1-1 0 0,0 1 1 0 0,0-1-1 0 0,0 1 1 0 0,0-1 0 0 0,-2 3-1 0 0,-1 2 5 0 0,-1 0 0 0 0,0-1 0 0 0,0 0 0 0 0,-1 0 0 0 0,1 0 0 0 0,-1-1 0 0 0,-1 0 0 0 0,1 0 0 0 0,-1 0 0 0 0,1-1-1 0 0,-1 0 1 0 0,-9 4 0 0 0,-5 1 12 0 0,0-1 0 0 0,0-1 0 0 0,-25 5 0 0 0,34-10-102 0 0,-1 0 0 0 0,1 0 0 0 0,-1-1-1 0 0,1-1 1 0 0,-1 0 0 0 0,1-1 0 0 0,-1 0 0 0 0,1-1 0 0 0,-1 0-1 0 0,1-1 1 0 0,0-1 0 0 0,-12-4 0 0 0,18 5-232 0 0,-1 0 0 0 0,1-1 0 0 0,0 1 0 0 0,1-1 0 0 0,-1-1 0 0 0,1 1 0 0 0,-1-1 0 0 0,1 1-1 0 0,1-1 1 0 0,-5-6 0 0 0,5 6-389 0 0,1-1-1 0 0,0 1 0 0 0,0 0 0 0 0,1-1 0 0 0,-1 0 0 0 0,1 0 0 0 0,1 1 0 0 0,-1-1 1 0 0,1 0-1 0 0,0 0 0 0 0,0-1 0 0 0,1-9 0 0 0,1-10-3464 0 0,2-3-1685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1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1524 0 0,'4'-12'2376'0'0,"1"1"-415"0"0,-5 2 1163 0 0,5-8-976 0 0,-5 4-792 0 0,3-1-508 0 0,1 6-380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2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94 1184 0 0,'2'-2'454'0'0,"0"0"1"0"0,-1 0-1 0 0,1 0 0 0 0,0 0 1 0 0,-1 0-1 0 0,1 0 0 0 0,-1-1 0 0 0,0 1 1 0 0,0-1-1 0 0,0 1 0 0 0,0-1 0 0 0,0 1 1 0 0,-1-1-1 0 0,1 0 0 0 0,-1 1 1 0 0,1-1-1 0 0,-1 0 0 0 0,0 1 0 0 0,0-1 1 0 0,0 0-1 0 0,-1 1 0 0 0,1-1 1 0 0,-1 0-1 0 0,1 1 0 0 0,-1-1 0 0 0,0 1 1 0 0,-1-3-1 0 0,1 3-357 0 0,0 1 0 0 0,0-1 0 0 0,0 1 0 0 0,0-1 1 0 0,0 1-1 0 0,0 0 0 0 0,0 0 0 0 0,-1 0 0 0 0,1 0 0 0 0,0 0 0 0 0,-1 0 0 0 0,1 0 0 0 0,-1 0 1 0 0,1 0-1 0 0,-1 1 0 0 0,1-1 0 0 0,-1 0 0 0 0,1 1 0 0 0,-4-1 0 0 0,1 0-45 0 0,0 1-1 0 0,0 0 0 0 0,1 0 0 0 0,-1 0 0 0 0,0 0 1 0 0,0 1-1 0 0,-3 0 0 0 0,-6 3-2 0 0,1 0 0 0 0,0 1 0 0 0,0 1-1 0 0,0 0 1 0 0,1 0 0 0 0,0 1 0 0 0,0 0 0 0 0,1 1-1 0 0,0 1 1 0 0,0-1 0 0 0,1 2 0 0 0,0-1 0 0 0,-8 12 0 0 0,15-18-43 0 0,0-1 1 0 0,0 0-1 0 0,1 1 1 0 0,-1-1-1 0 0,1 1 1 0 0,0-1-1 0 0,-1 1 1 0 0,1 0-1 0 0,1 0 1 0 0,-1-1-1 0 0,0 1 1 0 0,1 0-1 0 0,-1 0 1 0 0,1 0-1 0 0,0 0 1 0 0,0 0-1 0 0,0 3 1 0 0,1-3 0 0 0,0 0-1 0 0,0-1 1 0 0,0 1 0 0 0,0 0-1 0 0,1-1 1 0 0,-1 1 0 0 0,1-1 0 0 0,0 1-1 0 0,-1-1 1 0 0,1 0 0 0 0,0 0-1 0 0,1 0 1 0 0,-1 0 0 0 0,0 0-1 0 0,0 0 1 0 0,1 0 0 0 0,2 1 0 0 0,19 10 6 0 0,25 12 1 0 0,-35-19-20 0 0,1 0-1 0 0,-1 2 0 0 0,-1 0 1 0 0,1 0-1 0 0,-1 1 0 0 0,-1 1 1 0 0,14 13-1 0 0,-24-22 74 0 0,0 1 0 0 0,-1 0-1 0 0,1 0 1 0 0,0 0 0 0 0,-1 0 0 0 0,0 0-1 0 0,1 1 1 0 0,-1-1 0 0 0,0 0-1 0 0,0 0 1 0 0,0 1 0 0 0,-1-1 0 0 0,1 1-1 0 0,0-1 1 0 0,-1 1 0 0 0,0-1-1 0 0,1 1 1 0 0,-1-1 0 0 0,0 1 0 0 0,0-1-1 0 0,-1 1 1 0 0,1-1 0 0 0,0 1-1 0 0,-1-1 1 0 0,0 1 0 0 0,1-1 0 0 0,-1 1-1 0 0,0-1 1 0 0,0 0 0 0 0,-1 1-1 0 0,1-1 1 0 0,0 0 0 0 0,-1 0 0 0 0,1 0-1 0 0,-1 0 1 0 0,0 0 0 0 0,-3 3-1 0 0,-2 0 264 0 0,1 1-1 0 0,-2-1 0 0 0,1 0 0 0 0,0 0 0 0 0,-1-1 1 0 0,0 0-1 0 0,0-1 0 0 0,0 0 0 0 0,-16 4 0 0 0,12-5-71 0 0,0 0-1 0 0,0-1 1 0 0,0 0-1 0 0,0-1 1 0 0,0 0-1 0 0,0-1 1 0 0,-1-1-1 0 0,-16-4 1 0 0,-5-3-14 0 0,-49-22 1 0 0,82 31-371 0 0,1 0 1 0 0,-1-1 0 0 0,0 1-1 0 0,1-1 1 0 0,-1 1 0 0 0,1-1-1 0 0,-1 1 1 0 0,1-1 0 0 0,-1 1-1 0 0,1-1 1 0 0,-1 1 0 0 0,1-1-1 0 0,0 0 1 0 0,-1 1 0 0 0,1-1-1 0 0,0 0 1 0 0,-1 0-1 0 0,1 1 1 0 0,0-1 0 0 0,0 0-1 0 0,0 1 1 0 0,0-1 0 0 0,-1 0-1 0 0,1 0 1 0 0,0 0 0 0 0,0 1-1 0 0,1-1 1 0 0,-1 0 0 0 0,0 0-1 0 0,0 1 1 0 0,0-1 0 0 0,0 0-1 0 0,1 1 1 0 0,-1-1 0 0 0,0 0-1 0 0,1 1 1 0 0,-1-1 0 0 0,0 0-1 0 0,1 1 1 0 0,-1-1 0 0 0,1 0-1 0 0,-1 1 1 0 0,1-1-1 0 0,-1 1 1 0 0,1-1 0 0 0,0 1-1 0 0,-1-1 1 0 0,1 1 0 0 0,0 0-1 0 0,-1-1 1 0 0,1 1 0 0 0,0 0-1 0 0,-1-1 1 0 0,1 1 0 0 0,0 0-1 0 0,0 0 1 0 0,65-13-10112 0 0,-45 10 4237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235 204 1332 0 0,'6'-11'1798'0'0,"0"0"-1"0"0,0 0 1 0 0,-1 0-1 0 0,0 0 1 0 0,6-25-1 0 0,-9 31-1366 0 0,-1 0 0 0 0,0-1 0 0 0,0 1 0 0 0,-1 0 0 0 0,0 0 0 0 0,0-1 0 0 0,0 1-1 0 0,0 0 1 0 0,-1-1 0 0 0,0 1 0 0 0,0 0 0 0 0,0 0 0 0 0,-1 0 0 0 0,0 0 0 0 0,0 0 0 0 0,-4-7-1 0 0,5 10-383 0 0,1 1-1 0 0,-1 0 0 0 0,0 0 1 0 0,-1 0-1 0 0,1-1 0 0 0,0 1 0 0 0,0 0 1 0 0,0 0-1 0 0,-1 1 0 0 0,1-1 0 0 0,0 0 1 0 0,-1 0-1 0 0,1 1 0 0 0,-1-1 0 0 0,1 1 1 0 0,-1-1-1 0 0,1 1 0 0 0,-1-1 1 0 0,1 1-1 0 0,-4 0 0 0 0,1 0-7 0 0,0 0 1 0 0,1 1-1 0 0,-1 0 0 0 0,0-1 0 0 0,0 1 0 0 0,1 1 1 0 0,-1-1-1 0 0,-5 3 0 0 0,-1 1-6 0 0,0 1 0 0 0,0 0 0 0 0,0 1-1 0 0,-15 14 1 0 0,10-6 0 0 0,1 0 0 0 0,0 1 0 0 0,1 1 0 0 0,1 0 0 0 0,-19 34-1 0 0,26-41-24 0 0,1-1-1 0 0,0 1 1 0 0,0 0-1 0 0,1 0 1 0 0,0 0-1 0 0,1 1 1 0 0,0-1-1 0 0,1 1 0 0 0,0-1 1 0 0,1 1-1 0 0,0 0 1 0 0,0-1-1 0 0,4 16 1 0 0,-4-22-10 0 0,1 0 0 0 0,0 0 0 0 0,1 0 0 0 0,-1-1 1 0 0,1 1-1 0 0,-1 0 0 0 0,1-1 0 0 0,0 1 0 0 0,1-1 1 0 0,-1 1-1 0 0,1-1 0 0 0,-1 0 0 0 0,1 0 0 0 0,0 0 1 0 0,0-1-1 0 0,0 1 0 0 0,0-1 0 0 0,1 0 0 0 0,-1 1 1 0 0,1-1-1 0 0,-1-1 0 0 0,1 1 0 0 0,0 0 0 0 0,0-1 0 0 0,0 0 1 0 0,0 0-1 0 0,6 1 0 0 0,-4-2-11 0 0,0 1-1 0 0,-1-1 1 0 0,1-1-1 0 0,0 1 1 0 0,-1-1-1 0 0,1 0 1 0 0,0 0-1 0 0,-1 0 1 0 0,1-1-1 0 0,-1 0 0 0 0,0 0 1 0 0,0 0-1 0 0,1-1 1 0 0,-1 0-1 0 0,-1 0 1 0 0,1 0-1 0 0,0 0 1 0 0,-1-1-1 0 0,5-5 1 0 0,0-1 5 0 0,-1-1 0 0 0,0 0 1 0 0,0 0-1 0 0,-1 0 0 0 0,-1-1 0 0 0,9-22 0 0 0,20-79-41 0 0,-30 93 36 0 0,3-14-49 0 0,-6 21-35 0 0,-4 12 39 0 0,-1 6-4 0 0,0 1 59 0 0,1 0 0 0 0,0 1-1 0 0,0-1 1 0 0,0 1 0 0 0,1-1 0 0 0,-1 12 0 0 0,1-7 14 0 0,-7 40 16 0 0,2-15 5 0 0,-3 60 0 0 0,9-86-31 0 0,0 1 1 0 0,1-1-1 0 0,0 1 1 0 0,0-1-1 0 0,1 1 1 0 0,1-1-1 0 0,0 0 1 0 0,0 0-1 0 0,1 0 1 0 0,6 12 0 0 0,-7-19-144 0 0,-1 1 0 0 0,1 0 0 0 0,0 0 0 0 0,-1-1 0 0 0,1 0 0 0 0,1 1 0 0 0,-1-1 0 0 0,1 0 0 0 0,-1-1 0 0 0,1 1 0 0 0,0-1 0 0 0,0 1 0 0 0,0-1 1 0 0,0 0-1 0 0,0-1 0 0 0,0 1 0 0 0,0-1 0 0 0,1 1 0 0 0,-1-1 0 0 0,1-1 0 0 0,-1 1 0 0 0,1-1 0 0 0,-1 1 0 0 0,1-1 0 0 0,-1-1 0 0 0,1 1 0 0 0,8-2 0 0 0,-4 0-265 0 0,1-1 0 0 0,0 0 0 0 0,-1-1 0 0 0,0 1 0 0 0,0-2-1 0 0,0 1 1 0 0,0-1 0 0 0,-1-1 0 0 0,0 0 0 0 0,0 0 0 0 0,13-13-1 0 0,-5 1 159 0 0,0-1-1 0 0,-1-1 1 0 0,-1 0-1 0 0,-1-1 1 0 0,16-34-1 0 0,-10 8 1710 0 0,25-81-1 0 0,-22 47 1845 0 0,-21 79-2900 0 0,-5 28 217 0 0,-3 12-219 0 0,2-1-1 0 0,2 1 1 0 0,1 0-1 0 0,6 77 1 0 0,-3-109-386 0 0,-1 0 11 0 0,0 0 0 0 0,0 0 0 0 0,1 0 0 0 0,0 0 0 0 0,0 0 0 0 0,1 0 0 0 0,0-1 0 0 0,0 1 0 0 0,0-1 0 0 0,0 1 0 0 0,1-1 0 0 0,4 7 0 0 0,-6-11-98 0 0,1-1 0 0 0,-1 1 0 0 0,0 0 0 0 0,0-1 0 0 0,1 1-1 0 0,-1 0 1 0 0,0-1 0 0 0,0 0 0 0 0,1 1 0 0 0,-1-1 0 0 0,1 0-1 0 0,-1 0 1 0 0,0 0 0 0 0,1 0 0 0 0,-1 0 0 0 0,0 0-1 0 0,1 0 1 0 0,-1 0 0 0 0,1 0 0 0 0,-1-1 0 0 0,0 1 0 0 0,1-1-1 0 0,-1 1 1 0 0,0-1 0 0 0,0 1 0 0 0,1-1 0 0 0,-1 0 0 0 0,2-1-1 0 0,3-2-831 0 0,0 0-1 0 0,-1 0 1 0 0,11-10 0 0 0,21-31-5591 0 0,-17 15 1191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3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56 356 0 0,'-5'-6'771'0'0,"1"0"-1"0"0,-1 1 1 0 0,0 0 0 0 0,0 0 0 0 0,-1 0-1 0 0,1 0 1 0 0,-1 1 0 0 0,-8-5 0 0 0,11 8-685 0 0,1 0 0 0 0,0 0 0 0 0,0 1 0 0 0,0-1 0 0 0,-1 1 1 0 0,1-1-1 0 0,0 1 0 0 0,-1 0 0 0 0,1 0 0 0 0,0 0 0 0 0,-1 0 1 0 0,1 0-1 0 0,0 0 0 0 0,-1 1 0 0 0,1-1 0 0 0,0 1 0 0 0,-1 0 1 0 0,1-1-1 0 0,0 1 0 0 0,0 0 0 0 0,0 0 0 0 0,0 1 0 0 0,0-1 1 0 0,0 0-1 0 0,0 1 0 0 0,0-1 0 0 0,1 1 0 0 0,-1 0 0 0 0,-2 3 1 0 0,0-1-84 0 0,1 1 1 0 0,-1-1 0 0 0,1 1 0 0 0,0 0 0 0 0,1-1-1 0 0,-1 1 1 0 0,1 1 0 0 0,0-1 0 0 0,0 0-1 0 0,1 1 1 0 0,0-1 0 0 0,-1 8 0 0 0,1-3-794 0 0,0 0-1 0 0,1 0 1 0 0,1 0 0 0 0,-1 0-1 0 0,6 19 1 0 0,-1-6-1991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263 653 1072 0 0,'2'-2'2548'0'0,"0"1"-2087"0"0,0 0 0 0 0,0-1 0 0 0,0 1 0 0 0,0-1 0 0 0,0 0 0 0 0,-1 0 0 0 0,1 0 0 0 0,-1 1 0 0 0,1-1 0 0 0,-1-1 0 0 0,0 1 0 0 0,1 0 1 0 0,-1 0-1 0 0,0 0 0 0 0,-1-1 0 0 0,1 1 0 0 0,0-1 0 0 0,-1 1 0 0 0,1 0 0 0 0,-1-1 0 0 0,0 1 0 0 0,0-1 0 0 0,0 1 0 0 0,0-1 0 0 0,0 1 0 0 0,0-1 0 0 0,-1 1 0 0 0,1 0 1 0 0,-2-4-1 0 0,2 4-353 0 0,-1 1 0 0 0,0-1 0 0 0,0 0 0 0 0,0 1 0 0 0,0-1 0 0 0,0 1 0 0 0,0-1 0 0 0,0 1 0 0 0,0-1 0 0 0,0 1 0 0 0,-1 0 0 0 0,1 0 0 0 0,-1 0 0 0 0,1-1 0 0 0,-1 1 0 0 0,1 0 0 0 0,-1 1 0 0 0,-3-2 0 0 0,2 1-67 0 0,1 0 0 0 0,-1 1-1 0 0,0-1 1 0 0,0 1 0 0 0,0 0 0 0 0,0 0 0 0 0,1 0 0 0 0,-1 0 0 0 0,0 1 0 0 0,0-1 0 0 0,0 1 0 0 0,1 0 0 0 0,-5 1-1 0 0,-5 3-2 0 0,0 0 0 0 0,0 2 0 0 0,0-1 0 0 0,1 1 0 0 0,0 1 0 0 0,0 0 0 0 0,0 1 0 0 0,1 0 0 0 0,1 0-1 0 0,0 1 1 0 0,-12 15 0 0 0,10-9-23 0 0,1 0 1 0 0,0 1-1 0 0,1-1 0 0 0,1 2 0 0 0,1-1 0 0 0,0 1 0 0 0,-6 28 1 0 0,12-41-1 0 0,0 0 1 0 0,0 1 0 0 0,0-1-1 0 0,1 1 1 0 0,0-1 0 0 0,0 1 0 0 0,1-1-1 0 0,-1 0 1 0 0,1 1 0 0 0,0-1 0 0 0,1 0-1 0 0,-1 1 1 0 0,1-1 0 0 0,3 6 0 0 0,-4-8-9 0 0,1-1 0 0 0,-1 0 0 0 0,1 0 0 0 0,0 0 0 0 0,-1-1 0 0 0,1 1 1 0 0,0 0-1 0 0,0-1 0 0 0,0 1 0 0 0,0-1 0 0 0,0 1 0 0 0,0-1 1 0 0,1 0-1 0 0,-1 0 0 0 0,0 0 0 0 0,1 0 0 0 0,-1 0 0 0 0,1-1 0 0 0,-1 1 1 0 0,1-1-1 0 0,-1 0 0 0 0,1 0 0 0 0,-1 1 0 0 0,1-2 0 0 0,-1 1 1 0 0,1 0-1 0 0,-1 0 0 0 0,1-1 0 0 0,-1 1 0 0 0,1-1 0 0 0,-1 0 0 0 0,4-1 1 0 0,6-3-5 0 0,0-1 0 0 0,-1 0 0 0 0,1-1 0 0 0,-1 0 1 0 0,0 0-1 0 0,-1-1 0 0 0,0 0 0 0 0,0-1 0 0 0,-1-1 0 0 0,14-16 1 0 0,-2-2-22 0 0,-2 0 1 0 0,31-58 0 0 0,-29 40-36 0 0,-1-1 0 0 0,-3-1 0 0 0,19-80 0 0 0,10-154-164 0 0,-42 259 191 0 0,-2-1 1 0 0,-1 1 0 0 0,0 0 0 0 0,-4-27 0 0 0,3 49 23 0 0,0 1 0 0 0,0 0 1 0 0,0-1-1 0 0,0 1 0 0 0,-1 0 1 0 0,1 0-1 0 0,0-1 1 0 0,0 1-1 0 0,0 0 0 0 0,0 0 1 0 0,0-1-1 0 0,-1 1 0 0 0,1 0 1 0 0,0 0-1 0 0,0-1 1 0 0,0 1-1 0 0,-1 0 0 0 0,1 0 1 0 0,0 0-1 0 0,0-1 0 0 0,-1 1 1 0 0,1 0-1 0 0,0 0 1 0 0,-1 0-1 0 0,1 0 0 0 0,0 0 1 0 0,0 0-1 0 0,-1 0 0 0 0,1 0 1 0 0,0 0-1 0 0,-1-1 0 0 0,1 1 1 0 0,0 0-1 0 0,0 0 1 0 0,-1 1-1 0 0,1-1 0 0 0,0 0 1 0 0,-1 0-1 0 0,1 0 0 0 0,0 0 1 0 0,-1 0-1 0 0,1 0 1 0 0,0 0-1 0 0,0 0 0 0 0,-1 0 1 0 0,1 1-1 0 0,0-1 0 0 0,0 0 1 0 0,-1 0-1 0 0,1 0 1 0 0,0 1-1 0 0,0-1 0 0 0,0 0 1 0 0,-1 0-1 0 0,1 1 0 0 0,0-1 1 0 0,-12 11-4 0 0,5 1 8 0 0,1 0 1 0 0,0 0-1 0 0,1 1 0 0 0,0 0 0 0 0,1 0 1 0 0,0 0-1 0 0,-3 24 0 0 0,4-24 3 0 0,-10 56 48 0 0,3 1 0 0 0,-3 126 0 0 0,13-158-199 0 0,2-1 1 0 0,2 1-1 0 0,1-1 0 0 0,2 0 1 0 0,1-1-1 0 0,2 1 0 0 0,15 34 1 0 0,-20-60-531 0 0,1 1 1 0 0,0-1 0 0 0,0 0-1 0 0,14 17 1 0 0,-13-20-655 0 0,-1-2 0 0 0,1 1 0 0 0,0-1 0 0 0,9 7 0 0 0,14 6-5742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4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33 941 1696 0 0,'-12'5'3580'0'0,"10"-3"-3280"0"0,0 0-1 0 0,0 0 1 0 0,1 0 0 0 0,-1 0 0 0 0,0 1 0 0 0,1-1 0 0 0,0 1-1 0 0,-1-1 1 0 0,1 1 0 0 0,0 0 0 0 0,1-1 0 0 0,-1 1-1 0 0,0 0 1 0 0,1 0 0 0 0,-1-1 0 0 0,1 1 0 0 0,0 0 0 0 0,0 0-1 0 0,0 3 1 0 0,1 1-110 0 0,0 0 0 0 0,0-1 0 0 0,0 1 0 0 0,1-1 0 0 0,-1 0 0 0 0,1 1 0 0 0,4 6 0 0 0,-5-11-144 0 0,0-1 0 0 0,-1 0 0 0 0,1 0 0 0 0,0 1 0 0 0,0-1 0 0 0,0 0 0 0 0,0 0 0 0 0,0 0 0 0 0,0 0 0 0 0,1 0 0 0 0,-1 0 0 0 0,0 0 0 0 0,0-1 0 0 0,1 1 0 0 0,-1 0 0 0 0,0-1 0 0 0,1 1 0 0 0,-1-1 0 0 0,1 1 0 0 0,-1-1 0 0 0,1 0 0 0 0,-1 1 0 0 0,1-1 0 0 0,-1 0 0 0 0,1 0 0 0 0,-1 0 0 0 0,1 0 0 0 0,-1 0 0 0 0,1-1 0 0 0,-1 1 0 0 0,1 0 0 0 0,-1-1 0 0 0,0 1 0 0 0,1-1 0 0 0,1 0 0 0 0,4-2 28 0 0,1-1 0 0 0,-1 0 0 0 0,0 0-1 0 0,-1 0 1 0 0,8-7 0 0 0,1-2-28 0 0,0-1-1 0 0,-1-1 0 0 0,0 0 0 0 0,-1-1 0 0 0,-1-1 0 0 0,16-28 0 0 0,-1-5-56 0 0,22-61 0 0 0,-9-2-47 0 0,-5-1 0 0 0,27-160 0 0 0,-29 56 24 0 0,-33 215 23 0 0,1 1 0 0 0,-1 0 0 0 0,0 0 0 0 0,0 0 0 0 0,-1 0 0 0 0,1-1 0 0 0,0 1 0 0 0,-1 0 0 0 0,1 0 0 0 0,-1-2 0 0 0,0 4 8 0 0,1-1 1 0 0,0 1-1 0 0,0 0 0 0 0,0 0 0 0 0,0 0 0 0 0,0-1 1 0 0,-1 1-1 0 0,1 0 0 0 0,0 0 0 0 0,0 0 0 0 0,0 0 0 0 0,0-1 1 0 0,-1 1-1 0 0,1 0 0 0 0,0 0 0 0 0,0 0 0 0 0,0 0 1 0 0,-1 0-1 0 0,1 0 0 0 0,0 0 0 0 0,0 0 0 0 0,-1 0 1 0 0,1 0-1 0 0,0 0 0 0 0,0 0 0 0 0,-1 0 0 0 0,1 0 1 0 0,0 0-1 0 0,0 0 0 0 0,-1 0 0 0 0,-10 9-25 0 0,4 1 18 0 0,-1 0 1 0 0,2 1 0 0 0,0 0 0 0 0,0 1 0 0 0,-6 17-1 0 0,-17 64 23 0 0,18-53-6 0 0,-12 42 69 0 0,3 1-1 0 0,-9 91 0 0 0,24-130-42 0 0,2 0 1 0 0,3 0 0 0 0,1 1-1 0 0,2-1 1 0 0,16 79 0 0 0,-15-108-109 0 0,1 1 0 0 0,0-1 0 0 0,1 0 0 0 0,0-1 1 0 0,1 1-1 0 0,1-1 0 0 0,0 0 0 0 0,1-1 0 0 0,15 17 0 0 0,-21-26-97 0 0,1 0 0 0 0,0 0 0 0 0,0-1 0 0 0,0 1 0 0 0,0-1-1 0 0,1 0 1 0 0,-1 0 0 0 0,1 0 0 0 0,0 0 0 0 0,0-1 0 0 0,0 0-1 0 0,0 0 1 0 0,0 0 0 0 0,1-1 0 0 0,-1 0 0 0 0,0 0 0 0 0,1 0 0 0 0,-1 0-1 0 0,1-1 1 0 0,-1 0 0 0 0,1 0 0 0 0,-1-1 0 0 0,1 0 0 0 0,-1 1-1 0 0,0-2 1 0 0,1 1 0 0 0,-1-1 0 0 0,0 0 0 0 0,0 0 0 0 0,9-5-1 0 0,-1-1 107 0 0,0-1-1 0 0,-1 0 1 0 0,0-1-1 0 0,-1 0 1 0 0,0-1-1 0 0,0-1 1 0 0,-1 1-1 0 0,-1-2 1 0 0,0 1-1 0 0,-1-1 1 0 0,9-17-1 0 0,8-22 1998 0 0,29-87 0 0 0,-53 137-1874 0 0,21-61 1562 0 0,-22 62-1411 0 0,-8 124 1152 0 0,4-90-1236 0 0,1 1-1 0 0,2-1 1 0 0,6 60-1 0 0,-4-83-67 0 0,1 0-1 0 0,0 0 0 0 0,1 0 0 0 0,0-1 1 0 0,0 1-1 0 0,1-1 0 0 0,0 0 0 0 0,9 13 0 0 0,-12-20-16 0 0,1 0 0 0 0,0 0-1 0 0,0 1 1 0 0,-1-2 0 0 0,1 1-1 0 0,0 0 1 0 0,1 0-1 0 0,-1-1 1 0 0,0 1 0 0 0,0-1-1 0 0,1 0 1 0 0,-1 1 0 0 0,1-1-1 0 0,-1 0 1 0 0,1-1-1 0 0,-1 1 1 0 0,1 0 0 0 0,0-1-1 0 0,-1 1 1 0 0,1-1 0 0 0,0 0-1 0 0,-1 0 1 0 0,1 0-1 0 0,0 0 1 0 0,-1 0 0 0 0,1-1-1 0 0,0 1 1 0 0,-1-1 0 0 0,1 0-1 0 0,-1 0 1 0 0,1 0-1 0 0,-1 0 1 0 0,1 0 0 0 0,-1 0-1 0 0,0-1 1 0 0,3-1 0 0 0,4-3 38 0 0,-1 0 1 0 0,0-1 0 0 0,0 0 0 0 0,-1 0-1 0 0,0-1 1 0 0,0 1 0 0 0,-1-1 0 0 0,0-1 0 0 0,-1 1-1 0 0,10-20 1 0 0,-7 10 272 0 0,0-1 0 0 0,-1 0 0 0 0,-1 0 0 0 0,6-33 0 0 0,-11 45-302 0 0,0-1-1 0 0,0 1 1 0 0,-1 0 0 0 0,0-1-1 0 0,0 1 1 0 0,-1 0-1 0 0,1-1 1 0 0,-2 1 0 0 0,1 0-1 0 0,-1 0 1 0 0,0 0-1 0 0,0 0 1 0 0,-1 0 0 0 0,0 0-1 0 0,-1 1 1 0 0,1-1 0 0 0,-1 1-1 0 0,0 0 1 0 0,-1 0-1 0 0,1 0 1 0 0,-1 1 0 0 0,0 0-1 0 0,-1 0 1 0 0,1 0-1 0 0,-1 0 1 0 0,0 1 0 0 0,0 0-1 0 0,0 0 1 0 0,-1 1-1 0 0,1 0 1 0 0,-1 0 0 0 0,0 0-1 0 0,0 1 1 0 0,0 0-1 0 0,0 0 1 0 0,-9 0 0 0 0,3 0-792 0 0,0 1 0 0 0,0 0 0 0 0,0 1-1 0 0,0 1 1 0 0,-13 2 0 0 0,-35 8-8573 0 0,44-7 3360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4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99 112 700 0 0,'-19'-3'4014'0'0,"1"-1"-1"0"0,0 0 1 0 0,-26-11-1 0 0,68 4-2647 0 0,108-7-937 0 0,146-1 1 0 0,25-2-6212 0 0,-230 8-546 0 0,-54 9 1863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5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68 163 820 0 0,'30'-160'13881'0'0,"-30"157"-13156"0"0,1 6-501 0 0,-1 12 28 0 0,0 1-1 0 0,-1-1 0 0 0,0 1 1 0 0,-6 22-1 0 0,0 3 62 0 0,-5 50 97 0 0,-52 423 748 0 0,57-463 651 0 0,7-49-1011 0 0,1-3-762 0 0,0-1-1 0 0,0 1 1 0 0,0-1 0 0 0,0 1 0 0 0,-1-1 0 0 0,1 0 0 0 0,0 0 0 0 0,-1 1 0 0 0,1-4 0 0 0,0 3 10 0 0,4-16-28 0 0,2 2-1 0 0,0-1 1 0 0,0 1 0 0 0,2 0 0 0 0,0 0-1 0 0,0 1 1 0 0,2 1 0 0 0,0-1 0 0 0,0 2-1 0 0,2-1 1 0 0,-1 2 0 0 0,16-12 0 0 0,-24 21-30 0 0,0 1 1 0 0,0-1 0 0 0,0 1-1 0 0,1 0 1 0 0,-1 0-1 0 0,1 0 1 0 0,-1 1 0 0 0,1-1-1 0 0,0 1 1 0 0,-1 0-1 0 0,1 1 1 0 0,0-1 0 0 0,0 1-1 0 0,0 0 1 0 0,-1 0-1 0 0,1 0 1 0 0,0 1 0 0 0,0 0-1 0 0,0-1 1 0 0,-1 2-1 0 0,1-1 1 0 0,6 3 0 0 0,-4 0 2 0 0,-1-1 0 0 0,0 1 1 0 0,0 0-1 0 0,-1 0 0 0 0,1 0 1 0 0,-1 1-1 0 0,0 0 0 0 0,0 0 1 0 0,-1 0-1 0 0,1 1 0 0 0,-1 0 1 0 0,0-1-1 0 0,-1 2 0 0 0,1-1 1 0 0,2 7-1 0 0,-3-5 77 0 0,-1-1 1 0 0,1 1 0 0 0,-2-1-1 0 0,1 1 1 0 0,-1 0-1 0 0,0 0 1 0 0,0 0-1 0 0,-1-1 1 0 0,0 1-1 0 0,-1 0 1 0 0,1 0-1 0 0,-2 0 1 0 0,1 0-1 0 0,-1-1 1 0 0,0 1-1 0 0,-1-1 1 0 0,1 1-1 0 0,-1-1 1 0 0,-1 0-1 0 0,0 0 1 0 0,0 0-1 0 0,-9 11 1 0 0,7-11 145 0 0,0 0 1 0 0,0-1-1 0 0,0 0 1 0 0,-1 0-1 0 0,0 0 1 0 0,0-1 0 0 0,-1 0-1 0 0,0 0 1 0 0,0-1-1 0 0,0 0 1 0 0,0-1-1 0 0,0 1 1 0 0,-1-2-1 0 0,1 1 1 0 0,-1-1-1 0 0,0 0 1 0 0,0-1-1 0 0,0 0 1 0 0,-17-1 0 0 0,14-1-119 0 0,0 0 0 0 0,-1-1 0 0 0,-15-5 0 0 0,25 7-223 0 0,0-1 1 0 0,0 0-1 0 0,0 0 1 0 0,1 0-1 0 0,-1 0 1 0 0,0-1-1 0 0,1 1 1 0 0,-1-1 0 0 0,1 1-1 0 0,-1-1 1 0 0,1 0-1 0 0,0 0 1 0 0,0 0-1 0 0,-1 0 1 0 0,2 0-1 0 0,-1-1 1 0 0,0 1 0 0 0,0-1-1 0 0,-2-4 1 0 0,4 5-134 0 0,0 0 0 0 0,0 0 0 0 0,0 0 0 0 0,0 0 0 0 0,0 0 0 0 0,0 0 1 0 0,1 0-1 0 0,-1 1 0 0 0,1-1 0 0 0,-1 0 0 0 0,1 0 0 0 0,0 0 0 0 0,-1 0 0 0 0,1 0 1 0 0,0 1-1 0 0,0-1 0 0 0,1 0 0 0 0,-1 1 0 0 0,0-1 0 0 0,0 1 0 0 0,1-1 0 0 0,-1 1 1 0 0,2-2-1 0 0,6-4-1144 0 0,1-1 0 0 0,15-9 0 0 0,-20 14 900 0 0,57-33-5946 0 0,-26 17 905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5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77 1588 0 0,'36'-11'5611'0'0,"-33"10"-4786"0"0,2 2 191 0 0,6 1-66 0 0,-8 4-369 0 0,-1-1-1 0 0,0 1 0 0 0,0 0 0 0 0,0 0 1 0 0,1 9-1 0 0,-2-10-437 0 0,0-1 1 0 0,0 1-1 0 0,0-1 1 0 0,0 1-1 0 0,1-1 1 0 0,0 0-1 0 0,0 1 1 0 0,0-1-1 0 0,0 0 0 0 0,1 0 1 0 0,3 5-1 0 0,-3-8-75 0 0,-1 1-1 0 0,1-1 1 0 0,-1 0 0 0 0,1 0-1 0 0,0 0 1 0 0,-1 0-1 0 0,1-1 1 0 0,0 1-1 0 0,0-1 1 0 0,-1 0-1 0 0,1 1 1 0 0,0-1-1 0 0,0 0 1 0 0,0-1-1 0 0,-1 1 1 0 0,6-2-1 0 0,-3 1-23 0 0,0-1-1 0 0,0 0 0 0 0,0 0 0 0 0,0 0 0 0 0,-1-1 0 0 0,1 0 0 0 0,-1 1 0 0 0,0-2 0 0 0,0 1 1 0 0,0 0-1 0 0,0-1 0 0 0,0 0 0 0 0,-1 0 0 0 0,1 0 0 0 0,-1 0 0 0 0,3-7 0 0 0,0 2 28 0 0,-1-1-1 0 0,-1 1 1 0 0,0-1-1 0 0,0-1 1 0 0,-1 1-1 0 0,4-18 1 0 0,-7 27-67 0 0,0 0 0 0 0,0 0 1 0 0,1 0-1 0 0,-1 0 0 0 0,0 0 1 0 0,0 0-1 0 0,0 0 0 0 0,0 0 1 0 0,0 0-1 0 0,0 0 0 0 0,0 0 1 0 0,-1 0-1 0 0,1 0 0 0 0,0 0 1 0 0,0 0-1 0 0,-1 0 0 0 0,1 1 1 0 0,-1-1-1 0 0,1 0 0 0 0,-1 0 1 0 0,1 0-1 0 0,-1 0 0 0 0,0 0 1 0 0,1 1-1 0 0,-1-1 0 0 0,0 0 1 0 0,1 1-1 0 0,-1-1 1 0 0,0 0-1 0 0,0 1 0 0 0,0-1 1 0 0,0 1-1 0 0,1-1 0 0 0,-1 1 1 0 0,0 0-1 0 0,0-1 0 0 0,0 1 1 0 0,0 0-1 0 0,0 0 0 0 0,0-1 1 0 0,0 1-1 0 0,0 0 0 0 0,0 0 1 0 0,-2 0-1 0 0,-3 1 1 0 0,1-1-1 0 0,-1 1 1 0 0,1 0-1 0 0,0 0 1 0 0,-1 0-1 0 0,1 1 1 0 0,-5 2 0 0 0,-5 3 7 0 0,1 1 1 0 0,1 0-1 0 0,-1 0 1 0 0,2 2-1 0 0,-1 0 1 0 0,1 0-1 0 0,1 1 1 0 0,0 0-1 0 0,-13 17 1 0 0,17-19 15 0 0,0 1 0 0 0,0 0 0 0 0,1 0 0 0 0,0 1 0 0 0,1 0 0 0 0,0 0 0 0 0,1 0 0 0 0,0 1 0 0 0,1-1 0 0 0,0 1 0 0 0,1 0 0 0 0,-2 21 0 0 0,4-28-5 0 0,0 0 0 0 0,1 0 1 0 0,-1 0-1 0 0,1 0 0 0 0,0 0 0 0 0,1 0 1 0 0,-1 0-1 0 0,1 0 0 0 0,0 0 0 0 0,0-1 1 0 0,0 1-1 0 0,1-1 0 0 0,-1 0 0 0 0,7 8 0 0 0,-4-7 7 0 0,0 0 0 0 0,0-1 0 0 0,1 1 0 0 0,-1-1 0 0 0,1 0 0 0 0,0-1 0 0 0,0 1 0 0 0,0-1 0 0 0,13 4 0 0 0,-5-3-620 0 0,1 0-1 0 0,0-1 1 0 0,0-1 0 0 0,-1 0-1 0 0,2-1 1 0 0,-1-1 0 0 0,0 0 0 0 0,0-1-1 0 0,21-4 1 0 0,7-6-3696 0 0,3-5-2058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17 133 1840 0 0,'-2'-1'330'0'0,"1"-1"0"0"0,-1 0 0 0 0,1-1 0 0 0,-1 1 0 0 0,1 0 0 0 0,0 0 0 0 0,0-1 0 0 0,-1 1 0 0 0,2 0 0 0 0,-1-1 0 0 0,0 1 0 0 0,0-1 0 0 0,1 0 0 0 0,0 1 0 0 0,-1-1 0 0 0,1 1 0 0 0,0-1 0 0 0,0 1 0 0 0,1-5 0 0 0,0 3-126 0 0,0 1-1 0 0,0 0 0 0 0,1 0 1 0 0,-1 0-1 0 0,1 0 0 0 0,0 1 1 0 0,-1-1-1 0 0,1 0 0 0 0,1 1 1 0 0,-1-1-1 0 0,0 1 0 0 0,1-1 1 0 0,3-2-1 0 0,1 0-49 0 0,1 0 0 0 0,-1 1 0 0 0,1 0-1 0 0,0 0 1 0 0,0 0 0 0 0,1 1 0 0 0,-1 1 0 0 0,0-1 0 0 0,1 1-1 0 0,15-1 1 0 0,-17 3-104 0 0,0 0 0 0 0,1 0 0 0 0,-1 1 0 0 0,0 0 0 0 0,0 0 1 0 0,0 1-1 0 0,0 0 0 0 0,0 0 0 0 0,0 1 0 0 0,0 0 0 0 0,-1 0 0 0 0,1 0 0 0 0,-1 1 0 0 0,0 0 0 0 0,0 0 0 0 0,0 1 0 0 0,-1 0 0 0 0,0 0 0 0 0,1 0 0 0 0,-2 0 0 0 0,1 1 1 0 0,-1 0-1 0 0,0 0 0 0 0,0 0 0 0 0,0 0 0 0 0,3 10 0 0 0,-1-3 76 0 0,-1 1 0 0 0,-1 0 0 0 0,0 0-1 0 0,0 0 1 0 0,-2 0 0 0 0,1 1 0 0 0,-2-1 0 0 0,0 1 0 0 0,-1-1 0 0 0,0 1 0 0 0,-2-1 0 0 0,-2 19-1 0 0,-1-8 958 0 0,-1-1-1 0 0,-1 1 0 0 0,-16 38 1 0 0,13-51 457 0 0,10-12-1515 0 0,0 0 0 0 0,-1 0 0 0 0,1 0 0 0 0,0 0 0 0 0,0 0 0 0 0,0 0 0 0 0,-1 0 0 0 0,1 0 0 0 0,0 0 0 0 0,0-1 0 0 0,-1 1 0 0 0,1 0 0 0 0,0 0 0 0 0,0 0 0 0 0,0 0 0 0 0,-1 0 0 0 0,1 0 0 0 0,0-1 0 0 0,0 1 0 0 0,0 0 0 0 0,0 0 0 0 0,-1 0 0 0 0,1-1 0 0 0,0 1 0 0 0,0 0 0 0 0,0 0 0 0 0,0 0 0 0 0,0-1 0 0 0,0 1 0 0 0,0 0 0 0 0,0 0 0 0 0,0 0 0 0 0,-1-1 0 0 0,1-2 24 0 0,-1 0 1 0 0,1 0 0 0 0,-1 0-1 0 0,1-1 1 0 0,0 1 0 0 0,0 0-1 0 0,1-5 1 0 0,3-11-30 0 0,1 0 1 0 0,1 0-1 0 0,1 0 0 0 0,0 0 1 0 0,1 1-1 0 0,1 1 0 0 0,1-1 1 0 0,1 1-1 0 0,0 1 0 0 0,1 0 1 0 0,1 1-1 0 0,0 0 0 0 0,1 1 1 0 0,1 0-1 0 0,0 1 0 0 0,1 1 1 0 0,0 1-1 0 0,1 0 0 0 0,25-12 1 0 0,-39 21-32 0 0,1 0 1 0 0,0 1-1 0 0,-1 0 0 0 0,1 0 1 0 0,0 0-1 0 0,0 0 1 0 0,0 1-1 0 0,0-1 1 0 0,0 1-1 0 0,0 0 0 0 0,0 0 1 0 0,-1 0-1 0 0,1 1 1 0 0,0-1-1 0 0,0 1 0 0 0,0 0 1 0 0,0 0-1 0 0,0 1 1 0 0,-1-1-1 0 0,1 1 1 0 0,-1-1-1 0 0,1 1 0 0 0,-1 0 1 0 0,0 1-1 0 0,1-1 1 0 0,-1 1-1 0 0,0-1 0 0 0,-1 1 1 0 0,5 5-1 0 0,-1-1 5 0 0,-1 1-1 0 0,0 0 0 0 0,-1 0 0 0 0,0 0 1 0 0,0 1-1 0 0,-1-1 0 0 0,0 1 1 0 0,0 0-1 0 0,-1 0 0 0 0,0 0 0 0 0,1 14 1 0 0,-2 8 7 0 0,-1 0 1 0 0,-5 36 0 0 0,-1 23-5344 0 0,6-90 5184 0 0,0 1 1 0 0,-1 0 0 0 0,1-1-1 0 0,0 1 1 0 0,0 0 0 0 0,0 0 0 0 0,0-1-1 0 0,1 1 1 0 0,-1 0 0 0 0,0 0-1 0 0,0-1 1 0 0,0 1 0 0 0,1 0-1 0 0,-1-1 1 0 0,0 1 0 0 0,0 0 0 0 0,1-1-1 0 0,-1 1 1 0 0,1 0 0 0 0,-1-1-1 0 0,1 1 1 0 0,-1-1 0 0 0,1 1-1 0 0,-1-1 1 0 0,1 1 0 0 0,-1-1 0 0 0,1 1-1 0 0,0-1 1 0 0,-1 0 0 0 0,1 1-1 0 0,-1-1 1 0 0,1 0 0 0 0,0 0-1 0 0,0 1 1 0 0,-1-1 0 0 0,1 0-1 0 0,0 0 1 0 0,1 0 0 0 0,0 0-304 0 0,0 0 1 0 0,1-1-1 0 0,-1 1 0 0 0,0-1 1 0 0,0 1-1 0 0,0-1 0 0 0,0 0 1 0 0,0 0-1 0 0,0 0 1 0 0,0 0-1 0 0,3-3 0 0 0,8-5-3228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7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0 256 2580 0 0,'13'-23'3570'0'0,"-2"-1"0"0"0,-1 0 0 0 0,14-44-1 0 0,-14 37-452 0 0,-10 29-2516 0 0,-12 31 7 0 0,11-25-568 0 0,-9 27 211 0 0,2 0 1 0 0,-7 50 0 0 0,14-73-211 0 0,0 1-1 0 0,0-1 1 0 0,1 0 0 0 0,1 0-1 0 0,-1 1 1 0 0,1-1 0 0 0,1 0-1 0 0,-1 0 1 0 0,2 0 0 0 0,-1 0-1 0 0,1 0 1 0 0,0 0 0 0 0,0-1-1 0 0,1 1 1 0 0,8 11 0 0 0,-10-16-19 0 0,0 0 0 0 0,1 0 0 0 0,-1-1 1 0 0,1 1-1 0 0,0-1 0 0 0,0 1 0 0 0,0-1 1 0 0,0 0-1 0 0,0 0 0 0 0,1 0 0 0 0,-1 0 1 0 0,1-1-1 0 0,-1 1 0 0 0,1-1 0 0 0,0 0 1 0 0,-1 0-1 0 0,1 0 0 0 0,0-1 0 0 0,-1 1 1 0 0,1-1-1 0 0,0 0 0 0 0,0 0 0 0 0,0 0 1 0 0,0-1-1 0 0,-1 1 0 0 0,1-1 0 0 0,0 0 1 0 0,-1 0-1 0 0,1 0 0 0 0,0 0 0 0 0,-1-1 1 0 0,4-1-1 0 0,3-3-1 0 0,-1 1 1 0 0,0-2-1 0 0,0 1 1 0 0,-1-1-1 0 0,0 0 1 0 0,0-1 0 0 0,0 1-1 0 0,-1-2 1 0 0,-1 1-1 0 0,8-11 1 0 0,-5 3 25 0 0,0 0 1 0 0,-1-1 0 0 0,-1 0-1 0 0,0 0 1 0 0,-1-1 0 0 0,6-33 0 0 0,-10 42-3 0 0,-1-1 1 0 0,0 0-1 0 0,0 0 1 0 0,-1 0-1 0 0,0 0 1 0 0,-1 0-1 0 0,0 1 1 0 0,-1-1-1 0 0,0 0 1 0 0,0 1-1 0 0,-1-1 1 0 0,0 1-1 0 0,-1 0 1 0 0,-6-12-1 0 0,9 19-48 0 0,0 0 0 0 0,-1 0-1 0 0,1 0 1 0 0,-1 0 0 0 0,1 0 0 0 0,-1 1-1 0 0,0-1 1 0 0,0 0 0 0 0,0 1-1 0 0,0 0 1 0 0,0-1 0 0 0,0 1 0 0 0,0 0-1 0 0,-1 0 1 0 0,1 0 0 0 0,0 1-1 0 0,-4-2 1 0 0,2 2-6 0 0,-1-1 0 0 0,1 1-1 0 0,0 0 1 0 0,-1 0 0 0 0,1 0 0 0 0,-1 1 0 0 0,1 0-1 0 0,0-1 1 0 0,-5 3 0 0 0,-2 1-30 0 0,0 0 0 0 0,0 1 0 0 0,0 0 0 0 0,1 1 0 0 0,0 0 0 0 0,-12 10 0 0 0,16-11-117 0 0,0 1 0 0 0,1-1 1 0 0,-1 1-1 0 0,1 0 1 0 0,1 0-1 0 0,-1 1 0 0 0,1 0 1 0 0,0 0-1 0 0,0 0 1 0 0,1 0-1 0 0,0 0 1 0 0,0 1-1 0 0,1-1 0 0 0,-2 9 1 0 0,4-12-12 0 0,-1-1-1 0 0,1 1 1 0 0,0-1 0 0 0,0 1 0 0 0,0 0 0 0 0,0-1-1 0 0,0 1 1 0 0,1-1 0 0 0,0 1 0 0 0,0-1 0 0 0,0 0-1 0 0,0 1 1 0 0,0-1 0 0 0,1 0 0 0 0,-1 0 0 0 0,1 1-1 0 0,0-1 1 0 0,0-1 0 0 0,0 1 0 0 0,0 0-1 0 0,1 0 1 0 0,-1-1 0 0 0,1 1 0 0 0,0-1 0 0 0,-1 0-1 0 0,1 0 1 0 0,0 0 0 0 0,0 0 0 0 0,1 0 0 0 0,-1-1-1 0 0,0 0 1 0 0,0 1 0 0 0,5 0 0 0 0,2 1-120 0 0,0 0 1 0 0,1-1-1 0 0,-1-1 1 0 0,0 1-1 0 0,1-2 0 0 0,-1 1 1 0 0,1-2-1 0 0,-1 1 1 0 0,1-1-1 0 0,-1-1 0 0 0,0 0 1 0 0,0 0-1 0 0,0-1 1 0 0,0 0-1 0 0,0-1 1 0 0,0 0-1 0 0,-1-1 0 0 0,0 0 1 0 0,12-8-1 0 0,10-9 982 0 0,-1-2 0 0 0,-2-2 0 0 0,48-52 0 0 0,-63 64-45 0 0,-12 13-623 0 0,4-5 208 0 0,1-1 0 0 0,0 1 0 0 0,0 1 0 0 0,1-1-1 0 0,-1 1 1 0 0,14-8 0 0 0,-19 13-228 0 0,1 0-1 0 0,-1 0 1 0 0,0 0-1 0 0,0 0 1 0 0,0 0 0 0 0,1 0-1 0 0,-1 0 1 0 0,0 0-1 0 0,0 0 1 0 0,1 1-1 0 0,-1-1 1 0 0,0 1 0 0 0,0-1-1 0 0,0 1 1 0 0,0-1-1 0 0,0 1 1 0 0,0-1-1 0 0,0 1 1 0 0,0 0 0 0 0,0 0-1 0 0,1 1 1 0 0,17 17 107 0 0,-13-10-37 0 0,-1 0 1 0 0,0 0-1 0 0,-1 1 0 0 0,0 0 1 0 0,0-1-1 0 0,-1 2 1 0 0,0-1-1 0 0,2 20 1 0 0,-2 0 1309 0 0,-2 52 0 0 0,-2-42 1177 0 0,1-38-2245 0 0,0 0 0 0 0,0 1 0 0 0,0-1 0 0 0,-1 0 0 0 0,1 0 0 0 0,-1 0 0 0 0,1 0 1 0 0,-1 0-1 0 0,0 0 0 0 0,0 0 0 0 0,0 0 0 0 0,0 0 0 0 0,-2 2 0 0 0,3-4-272 0 0,-1 1 0 0 0,1-1 1 0 0,0 1-1 0 0,-1-1 0 0 0,1 0 1 0 0,0 1-1 0 0,-1-1 0 0 0,1 1 0 0 0,-1-1 1 0 0,1 0-1 0 0,-1 1 0 0 0,1-1 0 0 0,-1 0 1 0 0,1 0-1 0 0,-1 1 0 0 0,1-1 0 0 0,-1 0 1 0 0,1 0-1 0 0,-1 0 0 0 0,1 0 0 0 0,-1 0 1 0 0,0 0-1 0 0,1 0 0 0 0,-1 0 0 0 0,1 0 1 0 0,-1 0-1 0 0,1 0 0 0 0,-1 0 0 0 0,0 0 1 0 0,1 0-1 0 0,-1 0 0 0 0,1-1 1 0 0,-1 1-1 0 0,1 0 0 0 0,-1 0 0 0 0,1-1 1 0 0,-1 1-1 0 0,1 0 0 0 0,-1-1 0 0 0,0 1 1 0 0,0-2-38 0 0,-1-10-1171 0 0,5 5 419 0 0,0 1-1 0 0,1 0 0 0 0,-1 0 1 0 0,1 0-1 0 0,1 0 0 0 0,-1 0 1 0 0,1 1-1 0 0,0 0 0 0 0,11-9 0 0 0,7-3-2072 0 0,30-17 0 0 0,-16 10 268 0 0,22-15-2640 0 0,-30 21 1290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7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78 4080 0 0,'54'-73'12237'0'0,"-51"71"-11389"0"0,-3 2-834 0 0,0 0 1 0 0,0 0-1 0 0,0 0 1 0 0,0 0-1 0 0,0-1 1 0 0,0 1-1 0 0,0 0 1 0 0,0 0-1 0 0,0 0 1 0 0,0 0-1 0 0,1 0 1 0 0,-1 0-1 0 0,0-1 1 0 0,0 1-1 0 0,0 0 1 0 0,0 0-1 0 0,0 0 1 0 0,0 0-1 0 0,1 0 1 0 0,-1 0-1 0 0,0 0 1 0 0,0 0-1 0 0,0 0 1 0 0,0 0-1 0 0,1 0 1 0 0,-1 0-1 0 0,0 0 1 0 0,0 0-1 0 0,0 0 1 0 0,0 0-1 0 0,0 0 1 0 0,1 0-1 0 0,-1 0 1 0 0,0 0-1 0 0,0 0 1 0 0,0 0 0 0 0,0 0-1 0 0,1 0 1 0 0,-1 0-1 0 0,0 0 1 0 0,0 0-1 0 0,0 0 1 0 0,0 0-1 0 0,1 1 1 0 0,-4 28 593 0 0,0 0 0 0 0,-2 0 0 0 0,-12 41 1 0 0,-1 5-119 0 0,-27 128 2002 0 0,42-196-136 0 0,3-15-1807 0 0,2-16-463 0 0,5-6-46 0 0,2 0 0 0 0,20-46 0 0 0,-24 65-79 0 0,0 1-1 0 0,0-1 0 0 0,1 2 1 0 0,1-1-1 0 0,0 1 0 0 0,0 0 0 0 0,1 0 1 0 0,0 0-1 0 0,0 1 0 0 0,14-9 1 0 0,-19 14 16 0 0,1 1 0 0 0,-1 0 0 0 0,1 0 0 0 0,0 0 0 0 0,0 1 0 0 0,0-1 0 0 0,0 1 0 0 0,0 0 0 0 0,0 0 0 0 0,0 0 0 0 0,0 1 0 0 0,1-1 0 0 0,-1 1 0 0 0,0 0 0 0 0,0 0 0 0 0,0 1 1 0 0,1-1-1 0 0,-1 1 0 0 0,0 0 0 0 0,0 0 0 0 0,0 0 0 0 0,0 1 0 0 0,0-1 0 0 0,0 1 0 0 0,-1 0 0 0 0,1 0 0 0 0,0 0 0 0 0,-1 1 0 0 0,1-1 0 0 0,2 4 0 0 0,4 4-16 0 0,0 0 0 0 0,-1 0-1 0 0,-1 0 1 0 0,0 1 0 0 0,0 1 0 0 0,-1-1-1 0 0,0 1 1 0 0,5 15 0 0 0,18 48 238 0 0,-30-73-35 0 0,0-4-156 0 0,-1 1-8 0 0,0-1-1 0 0,1 0 0 0 0,-1 1 1 0 0,1-1-1 0 0,0 0 0 0 0,0 1 1 0 0,-1-1-1 0 0,1 0 0 0 0,0 1 1 0 0,0-1-1 0 0,1 0 0 0 0,-1 1 1 0 0,0-1-1 0 0,0 0 0 0 0,2-2 1 0 0,-1-4 4 0 0,1-3-16 0 0,0 0 1 0 0,0 0 0 0 0,1 1 0 0 0,0-1-1 0 0,1 1 1 0 0,0 0 0 0 0,0 0 0 0 0,1 0-1 0 0,1 0 1 0 0,0 1 0 0 0,0 0-1 0 0,1 0 1 0 0,10-10 0 0 0,-10 11-25 0 0,0 1 0 0 0,1 0 0 0 0,0 0 0 0 0,0 1 0 0 0,1 0 0 0 0,0 0 0 0 0,0 1 1 0 0,0 1-1 0 0,1-1 0 0 0,-1 1 0 0 0,1 1 0 0 0,0 0 0 0 0,19-3 0 0 0,-25 5 14 0 0,1 1 0 0 0,-1-1 0 0 0,0 1 0 0 0,1 0 0 0 0,-1 1 0 0 0,0-1 0 0 0,1 1 0 0 0,-1 0 0 0 0,0 0 0 0 0,0 0 1 0 0,0 1-1 0 0,1-1 0 0 0,-2 1 0 0 0,1 0 0 0 0,0 0 0 0 0,0 0 0 0 0,-1 1 0 0 0,1 0 0 0 0,-1-1 0 0 0,1 1 0 0 0,-1 0 0 0 0,0 0 0 0 0,0 1 0 0 0,-1-1 0 0 0,1 1 0 0 0,-1-1 0 0 0,3 6 0 0 0,-1-1 9 0 0,-1 1 0 0 0,0-1 0 0 0,0 0 0 0 0,-1 1 0 0 0,0-1 0 0 0,-1 1-1 0 0,0-1 1 0 0,0 1 0 0 0,-1 0 0 0 0,0-1 0 0 0,-1 1 0 0 0,-1 13 0 0 0,-1-9 218 0 0,1-3-1110 0 0,0 1 1 0 0,1-1 0 0 0,-1 22-1 0 0,2-30 628 0 0,0 0 0 0 0,1 0 0 0 0,-1 0 0 0 0,0 0 0 0 0,1 0 0 0 0,-1 0 0 0 0,1 0 0 0 0,0 0 0 0 0,-1 0 0 0 0,1 0 0 0 0,0 0 0 0 0,0 0 0 0 0,0-1 0 0 0,1 1 0 0 0,-1 0 0 0 0,0-1 0 0 0,1 1 0 0 0,-1-1 0 0 0,1 1 0 0 0,-1-1 0 0 0,1 0 0 0 0,0 1 0 0 0,-1-1 0 0 0,1 0 0 0 0,4 1 0 0 0,29 8-5348 0 0,-11-9 507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8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250 817 1532 0 0,'4'-10'1526'0'0,"1"0"0"0"0,-1-1-1 0 0,0 0 1 0 0,-1 0 0 0 0,-1 0 0 0 0,0 0 0 0 0,0 0-1 0 0,-1-1 1 0 0,0 1 0 0 0,-2-19 0 0 0,1 30-1507 0 0,0 0 0 0 0,0-1 0 0 0,0 1 0 0 0,-1-1 0 0 0,1 1 0 0 0,0-1 0 0 0,0 1 0 0 0,0-1 0 0 0,-1 1 0 0 0,1 0-1 0 0,0-1 1 0 0,0 1 0 0 0,-1-1 0 0 0,1 1 0 0 0,0 0 0 0 0,-1-1 0 0 0,1 1 0 0 0,-1 0 0 0 0,1 0 0 0 0,0-1 0 0 0,-1 1 0 0 0,1 0 0 0 0,-1 0 0 0 0,1-1 0 0 0,-1 1 0 0 0,1 0 0 0 0,0 0 0 0 0,-1 0 0 0 0,1 0 0 0 0,-1 0 0 0 0,1 0 0 0 0,-1 0 0 0 0,1 0 0 0 0,-1 0 0 0 0,1 0 0 0 0,-1 0 0 0 0,1 0 0 0 0,-2 0 0 0 0,-17 7 200 0 0,17-7-200 0 0,-11 7 32 0 0,0 0-1 0 0,0 1 0 0 0,1 0 1 0 0,0 0-1 0 0,1 2 1 0 0,0-1-1 0 0,-14 17 0 0 0,8-6-17 0 0,0 0-1 0 0,2 1 0 0 0,-17 31 0 0 0,22-35-6 0 0,2 1-1 0 0,0 0 1 0 0,-8 27-1 0 0,14-39-7 0 0,1-1 1 0 0,-1 1 0 0 0,1 0-1 0 0,1-1 1 0 0,-1 1-1 0 0,1 0 1 0 0,0-1-1 0 0,0 1 1 0 0,0 0-1 0 0,1 0 1 0 0,0-1-1 0 0,0 1 1 0 0,0 0 0 0 0,1-1-1 0 0,0 0 1 0 0,3 7-1 0 0,-4-9-24 0 0,1-1-1 0 0,-1 0 1 0 0,1 0 0 0 0,0 0-1 0 0,-1 0 1 0 0,1 0-1 0 0,0 0 1 0 0,0-1 0 0 0,0 1-1 0 0,0-1 1 0 0,1 1-1 0 0,-1-1 1 0 0,0 0 0 0 0,1 0-1 0 0,-1 0 1 0 0,1 0-1 0 0,-1 0 1 0 0,5 1 0 0 0,-3-2-86 0 0,1 0 1 0 0,-1 0-1 0 0,1 0 1 0 0,-1 0 0 0 0,0-1-1 0 0,1 0 1 0 0,-1 0 0 0 0,0 0-1 0 0,1 0 1 0 0,4-3 0 0 0,2-1-189 0 0,0 0 0 0 0,-1-2 1 0 0,0 1-1 0 0,0-1 1 0 0,0 0-1 0 0,-1-1 1 0 0,10-11-1 0 0,8-13-163 0 0,-3-1 0 0 0,0-2-1 0 0,-3 0 1 0 0,18-39-1 0 0,10-15 990 0 0,-37 73-612 0 0,-12 16 65 0 0,0 0-1 0 0,0 1 1 0 0,1-1 0 0 0,-1 0 0 0 0,0 0 0 0 0,0 0-1 0 0,0 0 1 0 0,0 0 0 0 0,1 0 0 0 0,-1 1-1 0 0,0-1 1 0 0,0 0 0 0 0,0 0 0 0 0,0 0 0 0 0,0 0-1 0 0,0 1 1 0 0,0-1 0 0 0,1 0 0 0 0,-1 0 0 0 0,0 0-1 0 0,0 1 1 0 0,0-1 0 0 0,0 0 0 0 0,0 0 0 0 0,0 0-1 0 0,0 1 1 0 0,0-1 0 0 0,0 0 0 0 0,0 0 0 0 0,0 0-1 0 0,0 1 1 0 0,0-1 0 0 0,0 0 0 0 0,0 0 0 0 0,0 0-1 0 0,0 1 1 0 0,-1-1 0 0 0,1 0 0 0 0,0 0 0 0 0,0 0-1 0 0,0 1 1 0 0,-9 41 85 0 0,7-34-3 0 0,-7 25 92 0 0,2 1 1 0 0,2 0 0 0 0,1 0-1 0 0,0 59 1 0 0,4-90-153 0 0,0 1 1 0 0,1 0 0 0 0,-1-1 0 0 0,1 1-1 0 0,0 0 1 0 0,0-1 0 0 0,0 1-1 0 0,0-1 1 0 0,0 0 0 0 0,1 1-1 0 0,0-1 1 0 0,-1 0 0 0 0,1 0-1 0 0,1 0 1 0 0,-1 0 0 0 0,0 0-1 0 0,1 0 1 0 0,-1-1 0 0 0,1 1-1 0 0,0-1 1 0 0,0 1 0 0 0,0-1-1 0 0,0 0 1 0 0,0 0 0 0 0,0-1-1 0 0,0 1 1 0 0,1-1 0 0 0,-1 0-1 0 0,1 1 1 0 0,-1-1 0 0 0,1-1-1 0 0,0 1 1 0 0,4 0 0 0 0,2 0-10 0 0,0-1 1 0 0,0 0 0 0 0,0-1 0 0 0,0 0-1 0 0,0 0 1 0 0,0-1 0 0 0,0-1-1 0 0,-1 1 1 0 0,1-2 0 0 0,-1 1 0 0 0,12-7-1 0 0,-3-1-203 0 0,0 0 0 0 0,-1-2 0 0 0,-1 0 0 0 0,0-1 0 0 0,0 0 0 0 0,-2-1 0 0 0,0-1-1 0 0,0-1 1 0 0,-2 0 0 0 0,0 0 0 0 0,-1-1 0 0 0,12-27 0 0 0,0-7-271 0 0,-2-1 0 0 0,-3-1 0 0 0,17-79 0 0 0,-19 56 516 0 0,7-92-1 0 0,-20 117 1157 0 0,-1 1 0 0 0,-11-96 0 0 0,9 144-1158 0 0,0 0 0 0 0,-1 0 0 0 0,1-1 0 0 0,-1 1 1 0 0,0 0-1 0 0,0 0 0 0 0,0 0 0 0 0,0 0 0 0 0,0 0 0 0 0,-1 0 0 0 0,1 0 0 0 0,-1 0 1 0 0,0 0-1 0 0,-4-4 0 0 0,5 7-44 0 0,0-1 0 0 0,1 1 0 0 0,-1 0 0 0 0,0-1 1 0 0,0 1-1 0 0,0 0 0 0 0,0 0 0 0 0,0 0 0 0 0,1 0 0 0 0,-1 0 0 0 0,0 0 1 0 0,0 0-1 0 0,0 0 0 0 0,0 0 0 0 0,0 0 0 0 0,1 0 0 0 0,-1 1 1 0 0,0-1-1 0 0,0 0 0 0 0,0 1 0 0 0,1-1 0 0 0,-2 1 0 0 0,-15 10 82 0 0,11-5-41 0 0,0 0 0 0 0,0 1 0 0 0,0 0 0 0 0,1 1 0 0 0,0-1 0 0 0,-5 12 0 0 0,-21 52 79 0 0,21-46-67 0 0,-12 35 11 0 0,3 0 1 0 0,2 1-1 0 0,3 0 1 0 0,3 1-1 0 0,3 1 1 0 0,-2 106-1 0 0,16-26 174 0 0,-4-127-187 0 0,1 0 0 0 0,0-1-1 0 0,1 1 1 0 0,0-1 0 0 0,1 0 0 0 0,1 0-1 0 0,8 13 1 0 0,-12-24-77 0 0,0 0 1 0 0,0 0-1 0 0,1-1 0 0 0,-1 1 0 0 0,1-1 1 0 0,0 0-1 0 0,0 0 0 0 0,0 0 0 0 0,0 0 1 0 0,1-1-1 0 0,-1 1 0 0 0,1-1 0 0 0,0 0 1 0 0,-1 0-1 0 0,1 0 0 0 0,0 0 0 0 0,0-1 0 0 0,0 1 1 0 0,0-1-1 0 0,1 0 0 0 0,-1-1 0 0 0,0 1 1 0 0,0-1-1 0 0,1 1 0 0 0,-1-1 0 0 0,0 0 1 0 0,1-1-1 0 0,-1 1 0 0 0,0-1 0 0 0,0 0 1 0 0,0 0-1 0 0,8-3 0 0 0,1-1-306 0 0,-1-1 0 0 0,1 0-1 0 0,-1-1 1 0 0,0-1 0 0 0,-1 1 0 0 0,0-2-1 0 0,0 0 1 0 0,18-19 0 0 0,-14 11 195 0 0,-1-1 0 0 0,0 0-1 0 0,-2-2 1 0 0,20-39 0 0 0,27-86 5077 0 0,-43 103-2780 0 0,-15 39-1874 0 0,-3 24-159 0 0,-8 47 608 0 0,3 0-1 0 0,4 112 1 0 0,3-174-679 0 0,0 0 0 0 0,1 0 0 0 0,0 0 0 0 0,0 0 0 0 0,0 0 0 0 0,1 0 0 0 0,0 0 0 0 0,0 0 0 0 0,4 7 0 0 0,-4-11-155 0 0,-1 0 0 0 0,1 0-1 0 0,0 0 1 0 0,-1 0 0 0 0,1 0 0 0 0,0-1 0 0 0,0 1 0 0 0,0-1 0 0 0,1 1-1 0 0,-1-1 1 0 0,0 1 0 0 0,0-1 0 0 0,1 0 0 0 0,-1 0 0 0 0,1-1 0 0 0,-1 1 0 0 0,1 0-1 0 0,-1-1 1 0 0,1 1 0 0 0,0-1 0 0 0,-1 0 0 0 0,1 0 0 0 0,-1 0 0 0 0,4 0-1 0 0,0-1-642 0 0,0 0-1 0 0,0 0 1 0 0,0 0-1 0 0,0-1 1 0 0,0 0-1 0 0,0 0 0 0 0,0 0 1 0 0,9-7-1 0 0,23-17-6555 0 0,-16 7 378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6:59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94 304 0 0,'-17'-14'3092'0'0,"4"-1"-835"0"0,1 3-345 0 0,0 0 20 0 0,2 4-556 0 0,0-1-120 0 0,3 1-428 0 0,-1 1 440 0 0,-4-2-640 0 0,8 20-3168 0 0,8-3 820 0 0,2 1-1624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0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51 216 2124 0 0,'-27'-14'10767'0'0,"17"10"-10353"0"0,8 4 150 0 0,-2 3-99 0 0,4-3-353 0 0,0 0 0 0 0,-1 0-1 0 0,1 1 1 0 0,-1-1 0 0 0,1 0 0 0 0,-1 0 0 0 0,1 1 0 0 0,0-1 0 0 0,-1 0 0 0 0,1 1 0 0 0,0-1 0 0 0,-1 0 0 0 0,1 1 0 0 0,0-1 0 0 0,-1 1 0 0 0,1-1 0 0 0,0 0 0 0 0,0 1 0 0 0,-1-1 0 0 0,1 1 0 0 0,0-1 0 0 0,0 1 0 0 0,0-1 0 0 0,0 1 0 0 0,0-1 0 0 0,0 1 0 0 0,0 0-59 0 0,0 0 0 0 0,1 1 0 0 0,-1-1-1 0 0,1 0 1 0 0,0 0 0 0 0,-1 0 0 0 0,1 0 0 0 0,0-1 0 0 0,-1 1 0 0 0,1 0-1 0 0,0 0 1 0 0,0 0 0 0 0,0 0 0 0 0,0-1 0 0 0,0 1 0 0 0,0-1 0 0 0,0 1-1 0 0,0 0 1 0 0,0-1 0 0 0,0 0 0 0 0,0 1 0 0 0,0-1 0 0 0,0 0 0 0 0,0 1-1 0 0,1-1 1 0 0,-1 0 0 0 0,0 0 0 0 0,0 0 0 0 0,0 0 0 0 0,0 0 0 0 0,1 0-1 0 0,-1 0 1 0 0,1-1 0 0 0,43-7 86 0 0,-42 7-51 0 0,47-15 48 0 0,-1-2 0 0 0,81-43 0 0 0,-130 61-136 0 0,36-15-104 0 0,-34 15 118 0 0,3 0-71 0 0,-5 0 57 0 0,1 0-1 0 0,-1 0 0 0 0,0 0 0 0 0,1 0 1 0 0,-1 0-1 0 0,1 0 0 0 0,-1 0 0 0 0,0 0 1 0 0,1 0-1 0 0,-1 0 0 0 0,1 0 0 0 0,-1 0 0 0 0,0 0 1 0 0,1 0-1 0 0,-1 0 0 0 0,1 1 0 0 0,-1-1 1 0 0,0 0-1 0 0,1 0 0 0 0,-1 0 0 0 0,0 1 1 0 0,1-1-1 0 0,-1 0 0 0 0,0 0 0 0 0,1 1 0 0 0,-1 7 42 0 0,-1 0-1 0 0,0 0 1 0 0,-1 0-1 0 0,1 0 1 0 0,-2 0-1 0 0,1 0 1 0 0,-1-1-1 0 0,-4 9 1 0 0,-36 58 224 0 0,8-15-244 0 0,13-18 36 0 0,12-25-5 0 0,0 1 0 0 0,1 1 0 0 0,2 0 0 0 0,-1 0 0 0 0,2 0 0 0 0,-5 24 0 0 0,11-39-24 0 0,0 0 1 0 0,0 0-1 0 0,0 1 0 0 0,0-1 1 0 0,1 0-1 0 0,-1 0 0 0 0,1 0 1 0 0,0 0-1 0 0,-1 0 0 0 0,2 0 1 0 0,-1 0-1 0 0,0 0 0 0 0,0 0 1 0 0,1 0-1 0 0,0 0 0 0 0,0-1 1 0 0,0 1-1 0 0,0-1 0 0 0,0 1 1 0 0,0-1-1 0 0,0 0 0 0 0,1 0 1 0 0,4 4-1 0 0,7 3 73 0 0,0-1 0 0 0,1 0 0 0 0,24 9 0 0 0,-8-3-22 0 0,-13-5-57 0 0,0 1 1 0 0,-1 1-1 0 0,-1 0 1 0 0,0 1 0 0 0,0 1-1 0 0,-1 0 1 0 0,19 22-1 0 0,-29-29 5 0 0,-1 0-1 0 0,0 1 1 0 0,0-1 0 0 0,0 1-1 0 0,-1-1 1 0 0,0 1-1 0 0,0 0 1 0 0,-1 0 0 0 0,0 0-1 0 0,2 9 1 0 0,-4-11 19 0 0,1 1 0 0 0,-1 0 0 0 0,0-1 0 0 0,-1 1-1 0 0,1 0 1 0 0,-1-1 0 0 0,0 1 0 0 0,-1-1 0 0 0,1 1 0 0 0,-1-1 0 0 0,0 0 0 0 0,0 0 0 0 0,-1 0 0 0 0,-6 10 0 0 0,3-6 136 0 0,-1-1 1 0 0,-1 0 0 0 0,0 0-1 0 0,0 0 1 0 0,-1-1-1 0 0,1 0 1 0 0,-2 0 0 0 0,1-1-1 0 0,-1-1 1 0 0,0 1 0 0 0,0-2-1 0 0,0 1 1 0 0,0-1-1 0 0,-1-1 1 0 0,0 0 0 0 0,-18 3-1 0 0,9-3 332 0 0,1-1 0 0 0,-1-1 0 0 0,1-1 0 0 0,-1 0 0 0 0,0-1 0 0 0,1-1 0 0 0,-1-1 0 0 0,-33-10 0 0 0,47 11-402 0 0,-1-1 0 0 0,1 1 0 0 0,-1-1 0 0 0,1 0 0 0 0,0-1 0 0 0,0 0 0 0 0,0 0 0 0 0,0 0-1 0 0,-9-9 1 0 0,14 11-84 0 0,-1 0 0 0 0,1 0 1 0 0,-1 0-1 0 0,1 0 0 0 0,0 0 0 0 0,0 0 0 0 0,0-1 0 0 0,0 1 0 0 0,0 0 0 0 0,0-1 0 0 0,0 1 0 0 0,1-1 0 0 0,0 1 0 0 0,-1 0 1 0 0,1-1-1 0 0,0 1 0 0 0,0-1 0 0 0,0 1 0 0 0,0-1 0 0 0,1 1 0 0 0,-1-1 0 0 0,1 1 0 0 0,-1-1 0 0 0,1 1 0 0 0,0 0 0 0 0,0 0 1 0 0,0-1-1 0 0,0 1 0 0 0,0 0 0 0 0,1 0 0 0 0,1-3 0 0 0,10-12-169 0 0,1 1 0 0 0,0 0 0 0 0,1 1 0 0 0,31-25 0 0 0,77-46-1015 0 0,-79 57 903 0 0,121-79-1059 0 0,85-58-788 0 0,-195 124 1577 0 0,-2-1-1 0 0,66-70 0 0 0,-106 99 402 0 0,0-2 0 0 0,20-32 0 0 0,-29 42 56 0 0,0-2 1 0 0,0 1 0 0 0,-1 0 0 0 0,0-1 0 0 0,0 0-1 0 0,-1 0 1 0 0,0 1 0 0 0,-1-1 0 0 0,2-15 0 0 0,-3 21 48 0 0,0 1 0 0 0,0-1 1 0 0,0 1-1 0 0,0-1 1 0 0,0 1-1 0 0,-1-1 0 0 0,1 1 1 0 0,-1-1-1 0 0,1 1 1 0 0,-1-1-1 0 0,1 1 0 0 0,-1 0 1 0 0,0-1-1 0 0,0 1 1 0 0,1 0-1 0 0,-1-1 0 0 0,0 1 1 0 0,0 0-1 0 0,0 0 1 0 0,0 0-1 0 0,-1 0 0 0 0,-1-1 1 0 0,0 0-3 0 0,1 1 0 0 0,-1 0 1 0 0,0 0-1 0 0,0 0 0 0 0,0 0 1 0 0,0 1-1 0 0,0-1 0 0 0,0 1 0 0 0,0-1 1 0 0,-6 2-1 0 0,-1-1-8 0 0,0 1 0 0 0,0 1 1 0 0,1 0-1 0 0,-1 0 0 0 0,0 1 0 0 0,-10 5 0 0 0,1 1-16 0 0,0 0 0 0 0,1 2-1 0 0,1 0 1 0 0,-1 1 0 0 0,2 1-1 0 0,0 1 1 0 0,-23 24 0 0 0,32-30 18 0 0,0-1 1 0 0,1 1 0 0 0,0 1 0 0 0,1-1-1 0 0,-1 1 1 0 0,2 0 0 0 0,-1 0 0 0 0,1 1 0 0 0,1-1-1 0 0,-1 1 1 0 0,2 0 0 0 0,-1 0 0 0 0,2 0-1 0 0,-1 0 1 0 0,1 0 0 0 0,1 0 0 0 0,0 17-1 0 0,2-20-132 0 0,-1-1-1 0 0,1 0 1 0 0,0 1-1 0 0,1-1 1 0 0,-1 0-1 0 0,1-1 1 0 0,1 1-1 0 0,-1 0 1 0 0,1-1-1 0 0,0 0 1 0 0,0 0-1 0 0,0 0 1 0 0,1 0-1 0 0,-1-1 1 0 0,1 1-1 0 0,0-1 1 0 0,1 0-1 0 0,7 4 1 0 0,5 2-1328 0 0,0-1 0 0 0,0-1 0 0 0,0 0 0 0 0,34 8 0 0 0,-11-7-2722 0 0,3-4-1858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440 780 1336 0 0,'0'-3'372'0'0,"-1"0"0"0"0,1 1 0 0 0,-1-1 0 0 0,0 0 0 0 0,0 0 0 0 0,0 1 0 0 0,0-1 0 0 0,0 1 1 0 0,0-1-1 0 0,-1 1 0 0 0,1-1 0 0 0,-1 1 0 0 0,0 0 0 0 0,0 0 0 0 0,0 0 0 0 0,0 0 0 0 0,0 0 0 0 0,-4-3 0 0 0,2 3-125 0 0,0 0 1 0 0,0 0-1 0 0,0 1 1 0 0,0-1-1 0 0,-1 1 1 0 0,1 0-1 0 0,0 1 0 0 0,0-1 1 0 0,-1 1-1 0 0,1-1 1 0 0,-6 2-1 0 0,-3 0 3 0 0,0 1-1 0 0,0 0 1 0 0,0 1-1 0 0,0 1 1 0 0,1 0-1 0 0,-1 0 1 0 0,-13 9 0 0 0,3-1 74 0 0,1 1 1 0 0,1 1-1 0 0,0 0 1 0 0,1 2 0 0 0,-29 29-1 0 0,41-36-238 0 0,0 0-1 0 0,0 1 0 0 0,1-1 1 0 0,0 1-1 0 0,1 1 1 0 0,0-1-1 0 0,0 1 0 0 0,1 0 1 0 0,1 0-1 0 0,0 1 0 0 0,0-1 1 0 0,1 1-1 0 0,-3 22 1 0 0,6-31-66 0 0,0-1 0 0 0,-1 0 0 0 0,1 1 0 0 0,0-1 0 0 0,0 1 0 0 0,0-1 0 0 0,1 1-1 0 0,-1-1 1 0 0,1 1 0 0 0,-1-1 0 0 0,1 1 0 0 0,0-1 0 0 0,0 0 0 0 0,0 0 0 0 0,0 1 0 0 0,0-1 0 0 0,1 0 0 0 0,-1 0 0 0 0,0 0 0 0 0,1 0 0 0 0,0 0 0 0 0,-1-1 0 0 0,1 1 0 0 0,0 0 0 0 0,0-1 0 0 0,0 1 0 0 0,0-1 0 0 0,0 0 0 0 0,1 0 0 0 0,-1 1 0 0 0,0-2 0 0 0,0 1 0 0 0,1 0 0 0 0,-1 0 0 0 0,1-1 0 0 0,-1 1 0 0 0,1-1 0 0 0,-1 0 0 0 0,4 0 0 0 0,3 0 0 0 0,1 0-1 0 0,-1-1 0 0 0,0 0 0 0 0,0-1 0 0 0,0 0 0 0 0,-1 0 0 0 0,1-1 1 0 0,0 0-1 0 0,13-7 0 0 0,-8 1-8 0 0,-1 0-1 0 0,1-1 1 0 0,-1 0 0 0 0,-1-1 0 0 0,0 0-1 0 0,-1-1 1 0 0,0 0 0 0 0,11-17-1 0 0,0-3-183 0 0,-1-2-1 0 0,21-47 0 0 0,-13 18 190 0 0,-4 0 0 0 0,-2-2 0 0 0,-3 0 1 0 0,-3-2-1 0 0,-2 0 0 0 0,-4 0 0 0 0,5-125 0 0 0,-16 165 575 0 0,-1 1 0 0 0,-1 0 1 0 0,-8-39-1 0 0,10 64-583 0 0,0 0 0 0 0,0 0-1 0 0,0-1 1 0 0,0 1 0 0 0,0 0 0 0 0,-1 0 0 0 0,1 0 0 0 0,0 0 0 0 0,-1 0-1 0 0,1 0 1 0 0,-1 0 0 0 0,1 0 0 0 0,-1 0 0 0 0,0 0 0 0 0,1 0 0 0 0,-1 0-1 0 0,0 1 1 0 0,0-1 0 0 0,1 0 0 0 0,-1 0 0 0 0,0 1 0 0 0,0-1 0 0 0,0 0 0 0 0,0 1-1 0 0,0-1 1 0 0,0 1 0 0 0,0-1 0 0 0,0 1 0 0 0,0 0 0 0 0,0-1 0 0 0,0 1-1 0 0,-1 0 1 0 0,1 0 0 0 0,0 0 0 0 0,0 0 0 0 0,0 0 0 0 0,0 0 0 0 0,0 0-1 0 0,0 0 1 0 0,0 0 0 0 0,-1 1 0 0 0,1-1 0 0 0,0 0 0 0 0,0 1 0 0 0,0-1-1 0 0,0 1 1 0 0,-1 0 0 0 0,-2 1 0 0 0,0 1-1 0 0,0 0 1 0 0,0 0-1 0 0,1 0 1 0 0,-1 0-1 0 0,1 0 1 0 0,0 0-1 0 0,0 1 1 0 0,0 0-1 0 0,-3 6 1 0 0,-4 11 91 0 0,1 0 1 0 0,1 1-1 0 0,1 1 1 0 0,1-1-1 0 0,0 1 1 0 0,2 0-1 0 0,-2 47 1 0 0,5 1 63 0 0,10 93 1 0 0,26 71-967 0 0,-3-80-3145 0 0,-28-138 3185 0 0,11 50-4442 0 0,3-1-2829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3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32 854 288 0 0,'0'0'3282'0'0,"-7"10"431"0"0,4-3-3245 0 0,-1-1 1 0 0,1 0 0 0 0,1 1 0 0 0,-1 0 0 0 0,1-1 0 0 0,0 1-1 0 0,1 0 1 0 0,-2 11 0 0 0,3-13-404 0 0,-1 0 1 0 0,1 1-1 0 0,0-1 1 0 0,0 0-1 0 0,1 0 1 0 0,-1 1-1 0 0,1-1 0 0 0,0 0 1 0 0,1 0-1 0 0,-1 0 1 0 0,1 0-1 0 0,3 5 0 0 0,-3-8-38 0 0,-1 1-1 0 0,2-1 1 0 0,-1 0-1 0 0,0 0 1 0 0,0 0 0 0 0,1 0-1 0 0,-1 0 1 0 0,1 0-1 0 0,-1-1 1 0 0,1 1-1 0 0,0-1 1 0 0,-1 0-1 0 0,1 0 1 0 0,0 0-1 0 0,0 0 1 0 0,0-1-1 0 0,0 1 1 0 0,0-1-1 0 0,0 1 1 0 0,0-1-1 0 0,0 0 1 0 0,0 0-1 0 0,4-1 1 0 0,2 0-2 0 0,0 0 1 0 0,-1 0-1 0 0,1-1 1 0 0,-1-1-1 0 0,1 1 1 0 0,14-8-1 0 0,-11 3-18 0 0,0-1-1 0 0,0 0 1 0 0,0 0 0 0 0,-1-1-1 0 0,-1-1 1 0 0,1 0-1 0 0,-2 0 1 0 0,17-23 0 0 0,-12 13-26 0 0,-2-1 1 0 0,0 0 0 0 0,-1 0 0 0 0,12-35-1 0 0,-19 44 389 0 0,0 1-1 0 0,-1-1 1 0 0,-1 0-1 0 0,0-1 1 0 0,0-14-1 0 0,-2 28-361 0 0,0-1 1 0 0,0 0-1 0 0,0 0 0 0 0,0 1 0 0 0,0-1 1 0 0,-1 0-1 0 0,1 0 0 0 0,0 1 0 0 0,0-1 0 0 0,-1 0 1 0 0,1 0-1 0 0,0 0 0 0 0,0 0 0 0 0,-1 1 1 0 0,1-1-1 0 0,0 0 0 0 0,0 0 0 0 0,-1 0 1 0 0,1 0-1 0 0,0 0 0 0 0,0 0 0 0 0,-1 0 1 0 0,1 0-1 0 0,0 0 0 0 0,-1 0 0 0 0,1 0 1 0 0,0 0-1 0 0,0 0 0 0 0,-1 0 0 0 0,1 0 1 0 0,0 0-1 0 0,-1 0 0 0 0,1 0 0 0 0,0 0 0 0 0,0 0 1 0 0,-1 0-1 0 0,1-1 0 0 0,0 1 0 0 0,0 0 1 0 0,-1 0-1 0 0,1 0 0 0 0,0 0 0 0 0,0-1 1 0 0,-1 1-1 0 0,1 0 0 0 0,0 0 0 0 0,0-1 1 0 0,0 1-1 0 0,0 0 0 0 0,-1 0 0 0 0,1-1 1 0 0,0 1-1 0 0,0 0 0 0 0,0 0 0 0 0,0-1 1 0 0,0 1-1 0 0,0 0 0 0 0,0 0 0 0 0,0-1 0 0 0,0 1 1 0 0,0 0-1 0 0,0-1 0 0 0,0 1 0 0 0,0 0 1 0 0,0-1-1 0 0,0 1 0 0 0,0 0 0 0 0,-15 17 92 0 0,15-17-96 0 0,-11 17 57 0 0,1 0-1 0 0,1 1 1 0 0,1 0-1 0 0,1 1 1 0 0,0 0-1 0 0,-5 27 1 0 0,4-18-17 0 0,2-7-3 0 0,1-1-1 0 0,-3 36 1 0 0,7-49-36 0 0,1 0 1 0 0,0 1-1 0 0,0-1 1 0 0,0 0 0 0 0,1 0-1 0 0,0 1 1 0 0,1-1-1 0 0,-1 0 1 0 0,2 0 0 0 0,-1 0-1 0 0,5 8 1 0 0,-6-12-5 0 0,1-1 1 0 0,-1 1-1 0 0,1-1 0 0 0,0 0 1 0 0,0 0-1 0 0,0 0 0 0 0,0 0 1 0 0,1 0-1 0 0,-1 0 1 0 0,0-1-1 0 0,1 1 0 0 0,-1-1 1 0 0,1 1-1 0 0,0-1 0 0 0,4 1 1 0 0,-2 0-66 0 0,1-1 1 0 0,0 0-1 0 0,-1 0 0 0 0,1-1 1 0 0,0 0-1 0 0,0 0 1 0 0,8-1-1 0 0,0-1-324 0 0,0-1-1 0 0,0 0 1 0 0,-1-1 0 0 0,1-1-1 0 0,20-10 1 0 0,-18 7-67 0 0,0-2 1 0 0,0 0-1 0 0,-1-1 1 0 0,0-1-1 0 0,0 0 1 0 0,16-20-1 0 0,-12 10 89 0 0,0-1 0 0 0,-2-1-1 0 0,21-38 1 0 0,-4-9 108 0 0,-3-1 0 0 0,24-83 0 0 0,-25 66 1163 0 0,-4-2-1 0 0,25-168 1 0 0,-49 240-538 0 0,0 6 111 0 0,0 0 1 0 0,-1 0-1 0 0,-1 0 1 0 0,-2-20 0 0 0,2 33-460 0 0,0 0 1 0 0,0-1-1 0 0,0 1 1 0 0,0-1-1 0 0,0 1 1 0 0,0 0-1 0 0,-1-1 1 0 0,1 1-1 0 0,0 0 1 0 0,0-1-1 0 0,0 1 1 0 0,0 0-1 0 0,-1-1 1 0 0,1 1-1 0 0,0 0 1 0 0,0 0-1 0 0,-1-1 1 0 0,1 1-1 0 0,0 0 1 0 0,-1 0-1 0 0,1-1 1 0 0,0 1-1 0 0,-1 0 1 0 0,1 0-1 0 0,0 0 1 0 0,-1 0-1 0 0,1-1 1 0 0,0 1-1 0 0,-1 0 1 0 0,1 0-1 0 0,-1 0 1 0 0,1 0-1 0 0,0 0 1 0 0,-1 0-1 0 0,1 0 1 0 0,-1 0-1 0 0,1 0 1 0 0,0 0-1 0 0,-1 0 1 0 0,1 0-1 0 0,0 1 1 0 0,-1-1-1 0 0,1 0 1 0 0,0 0-1 0 0,-1 0 1 0 0,1 0-1 0 0,0 1 1 0 0,-1-1-1 0 0,1 0 1 0 0,0 0-1 0 0,-1 1 1 0 0,-15 11 571 0 0,8-2-318 0 0,0 0 0 0 0,1 0 0 0 0,1 1 0 0 0,-1 0 0 0 0,2 0 0 0 0,-6 13 0 0 0,-21 73 909 0 0,23-66-816 0 0,-80 357 2471 0 0,32 6-1330 0 0,44-289-1179 0 0,-65 645 414 0 0,71-493-687 0 0,7-256-56 0 0,0 1 3 0 0,0-1-1 0 0,0 1 1 0 0,0-1-1 0 0,0 1 1 0 0,0-1-1 0 0,0 1 1 0 0,1-1-1 0 0,-1 1 1 0 0,1-1-1 0 0,-1 1 1 0 0,1-1-1 0 0,-1 1 1 0 0,1-1-1 0 0,0 0 1 0 0,-1 0-1 0 0,1 1 1 0 0,2 1-1 0 0,-2-2 0 0 0,1 1-1 0 0,0-1 0 0 0,0 0 1 0 0,-1 0-1 0 0,1 0 1 0 0,0 0-1 0 0,0 0 0 0 0,0 0 1 0 0,0 0-1 0 0,0 0 1 0 0,1-1-1 0 0,-1 1 0 0 0,0-1 1 0 0,0 0-1 0 0,0 0 1 0 0,0 0-1 0 0,1 0 0 0 0,-1 0 1 0 0,0 0-1 0 0,0 0 1 0 0,0-1-1 0 0,0 1 0 0 0,1-1 1 0 0,1 0-1 0 0,4-1-5 0 0,8-3 8 0 0,1-1 1 0 0,-1 0-1 0 0,0-1 0 0 0,0-1 1 0 0,-1-1-1 0 0,0 0 0 0 0,0-1 1 0 0,-1 0-1 0 0,17-16 0 0 0,-21 17 1 0 0,-1-1-1 0 0,0 0 0 0 0,0 0 1 0 0,-1-1-1 0 0,0 0 0 0 0,0 0 1 0 0,-2-1-1 0 0,1 0 0 0 0,-2 0 1 0 0,1-1-1 0 0,-2 1 0 0 0,0-1 1 0 0,0 0-1 0 0,-1 0 0 0 0,-1-1 1 0 0,0 1-1 0 0,-1 0 0 0 0,0-1 1 0 0,-1 1-1 0 0,-1-1 0 0 0,0 1 1 0 0,-1-1-1 0 0,0 1 0 0 0,-1 0 1 0 0,0 0-1 0 0,-1 0 0 0 0,-9-18 1 0 0,5 12 2 0 0,-2 2 0 0 0,0-1 0 0 0,-1 1 0 0 0,0 0 0 0 0,-2 1 0 0 0,-24-25 0 0 0,6 13-11 0 0,-1 2 0 0 0,-45-30 0 0 0,11 16 164 0 0,-20-14 404 0 0,75 46-498 0 0,0-1 0 0 0,1 1 0 0 0,0-1 0 0 0,0-1 1 0 0,-9-13-1 0 0,17 20-66 0 0,0 0-1 0 0,1 0 1 0 0,-1 0 0 0 0,1 0 0 0 0,0 0 0 0 0,-1-1-1 0 0,2 1 1 0 0,-1 0 0 0 0,0-1 0 0 0,1 1 0 0 0,-1-1 0 0 0,1 1-1 0 0,0-1 1 0 0,0 1 0 0 0,0-1 0 0 0,1 1 0 0 0,-1-1 0 0 0,1 1-1 0 0,0-1 1 0 0,0 1 0 0 0,0 0 0 0 0,0 0 0 0 0,1-1-1 0 0,-1 1 1 0 0,1 0 0 0 0,0 0 0 0 0,0 0 0 0 0,2-2 0 0 0,7-10-131 0 0,1 1 1 0 0,1 0 0 0 0,27-23 0 0 0,-33 31-4 0 0,44-34-2376 0 0,2 3 0 0 0,102-55 0 0 0,-61 38-5892 0 0,-63 35 1697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3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52 2764 0 0,'-93'-33'12580'0'0,"57"19"-9530"0"0,36 14-3037 0 0,-16-5-441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337 232 332 0 0,'4'-4'826'0'0,"0"-1"1"0"0,-1 1-1 0 0,1-1 1 0 0,-1 0-1 0 0,0-1 1 0 0,0 1-1 0 0,0 0 0 0 0,-1-1 1 0 0,0 0-1 0 0,3-10 1 0 0,-4 9-364 0 0,0 0 0 0 0,0 0 0 0 0,0 0 0 0 0,-1 0 0 0 0,0 0 0 0 0,-1 0 0 0 0,1 1 0 0 0,-4-15 0 0 0,3 16-373 0 0,-1 1 0 0 0,1-1 0 0 0,-1 0 1 0 0,0 1-1 0 0,0 0 0 0 0,0-1 0 0 0,0 1 0 0 0,-1 0 1 0 0,0 0-1 0 0,0 0 0 0 0,0 1 0 0 0,0-1 1 0 0,-1 1-1 0 0,1 0 0 0 0,-1 0 0 0 0,0 0 0 0 0,0 0 1 0 0,0 0-1 0 0,0 1 0 0 0,0 0 0 0 0,-1 0 0 0 0,1 0 1 0 0,-1 0-1 0 0,1 1 0 0 0,-1 0 0 0 0,0 0 1 0 0,0 0-1 0 0,1 0 0 0 0,-9 1 0 0 0,5 0-65 0 0,0 1-1 0 0,0 0 1 0 0,0 1 0 0 0,1 0-1 0 0,-1 0 1 0 0,0 1 0 0 0,1 0-1 0 0,-1 0 1 0 0,1 1-1 0 0,0-1 1 0 0,0 2 0 0 0,1-1-1 0 0,-1 1 1 0 0,1 0 0 0 0,0 0-1 0 0,-10 12 1 0 0,-1 2-2 0 0,2 1 1 0 0,0 1-1 0 0,1 0 1 0 0,-11 24-1 0 0,17-30-11 0 0,1 1 1 0 0,1-1-1 0 0,0 1 0 0 0,-5 27 0 0 0,9-34-10 0 0,1 0 1 0 0,0 0-1 0 0,0 0 0 0 0,1 0 0 0 0,0 1 0 0 0,0-1 1 0 0,1 0-1 0 0,0 0 0 0 0,1 0 0 0 0,3 9 1 0 0,-4-15-4 0 0,0-1 0 0 0,0 0 1 0 0,0 1-1 0 0,0-1 0 0 0,0 0 1 0 0,1 0-1 0 0,-1 0 0 0 0,1 0 1 0 0,0 0-1 0 0,-1 0 0 0 0,1 0 1 0 0,0 0-1 0 0,0-1 0 0 0,0 1 1 0 0,0-1-1 0 0,1 1 0 0 0,-1-1 1 0 0,3 1-1 0 0,-1 0 2 0 0,0-1 1 0 0,0 0-1 0 0,0 0 0 0 0,0-1 1 0 0,1 1-1 0 0,-1-1 0 0 0,0 0 1 0 0,0 0-1 0 0,1 0 0 0 0,4-2 1 0 0,1 0 1 0 0,0 0 0 0 0,0-1 0 0 0,0-1 0 0 0,0 1 0 0 0,-1-1 0 0 0,1-1 0 0 0,-1 0 0 0 0,10-8 1 0 0,-10 6-10 0 0,0-1 1 0 0,-1 0 0 0 0,0 0 0 0 0,0-1 0 0 0,-1 0 0 0 0,0 0 0 0 0,-1 0 0 0 0,0-1 0 0 0,0 0 0 0 0,7-19-1 0 0,-2-5 125 0 0,-1 0 0 0 0,6-40-1 0 0,-9 41 266 0 0,-6 29-237 0 0,4-22 392 0 0,-4 16-257 0 0,-1 10-276 0 0,0 0-1 0 0,0 0 1 0 0,0 0-1 0 0,0 0 1 0 0,0 0-1 0 0,0 0 1 0 0,0 1-1 0 0,0-1 0 0 0,0 0 1 0 0,0 0-1 0 0,0 0 1 0 0,0 0-1 0 0,0 0 1 0 0,0 0-1 0 0,0 0 1 0 0,0 0-1 0 0,0 0 0 0 0,0 0 1 0 0,0 0-1 0 0,-1 0 1 0 0,1 0-1 0 0,0 0 1 0 0,0 0-1 0 0,0 0 1 0 0,0 0-1 0 0,0 0 0 0 0,0 0 1 0 0,0 0-1 0 0,0 0 1 0 0,0 0-1 0 0,0 0 1 0 0,0 0-1 0 0,0 0 0 0 0,0 0 1 0 0,0 0-1 0 0,-1 0 1 0 0,1 0-1 0 0,0 0 1 0 0,0 0-1 0 0,0 0 1 0 0,0 0-1 0 0,0 0 0 0 0,0 0 1 0 0,0 0-1 0 0,0 0 1 0 0,0 0-1 0 0,0 0 1 0 0,0 0-1 0 0,0 0 1 0 0,0 0-1 0 0,0 0 0 0 0,0 0 1 0 0,0 0-1 0 0,-1 0 1 0 0,1 0-1 0 0,0 0 1 0 0,0 0-1 0 0,0 0 1 0 0,0 0-1 0 0,0 0 0 0 0,0-1 1 0 0,0 1-1 0 0,0 0 1 0 0,-2 5 9 0 0,1-1 1 0 0,-1 0-1 0 0,1 1 0 0 0,0 0 1 0 0,0-1-1 0 0,0 1 1 0 0,0-1-1 0 0,1 8 0 0 0,-3 9 25 0 0,0 3-16 0 0,0 0-1 0 0,2 0 0 0 0,1 0 0 0 0,0 0 0 0 0,5 24 0 0 0,-4-31-419 0 0,2-1 0 0 0,0 0-1 0 0,6 18 1 0 0,-7-27-656 0 0,1 0-1 0 0,0 0 0 0 0,0-1 1 0 0,0 1-1 0 0,1-1 0 0 0,0 0 0 0 0,0 0 1 0 0,1 0-1 0 0,6 7 0 0 0,1-3-3696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5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43 2296 0 0,'6'-43'21767'0'0,"-31"171"-20054"0"0,-8 56-2137 0 0,31-164-759 0 0,0 3-1364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5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0 215 2076 0 0,'2'-16'1221'0'0,"0"0"-1"0"0,0 0 1 0 0,2 0-1 0 0,0 0 0 0 0,1 1 1 0 0,0 0-1 0 0,9-17 1 0 0,-10 26-951 0 0,-1 0 1 0 0,1 1-1 0 0,-1-1 1 0 0,2 1-1 0 0,-1 0 1 0 0,0 0 0 0 0,1 1-1 0 0,10-9 1 0 0,-11 11-167 0 0,-1 0 1 0 0,1 0-1 0 0,0 0 1 0 0,0 0-1 0 0,0 1 1 0 0,0-1-1 0 0,1 1 1 0 0,-1 0-1 0 0,0 0 1 0 0,0 1-1 0 0,1-1 1 0 0,-1 1-1 0 0,1 0 1 0 0,6 1-1 0 0,-6-1-54 0 0,-1 1 1 0 0,0 0-1 0 0,0 0 1 0 0,0 0-1 0 0,1 0 0 0 0,-1 1 1 0 0,-1-1-1 0 0,1 1 0 0 0,0 0 1 0 0,0 0-1 0 0,-1 1 0 0 0,1-1 1 0 0,-1 1-1 0 0,1 0 1 0 0,-1-1-1 0 0,3 5 0 0 0,-3-2 35 0 0,1 0-1 0 0,-1 0 1 0 0,0 1-1 0 0,0-1 1 0 0,-1 1-1 0 0,1-1 1 0 0,-1 1-1 0 0,-1 0 1 0 0,1 0-1 0 0,0 8 1 0 0,0 1 127 0 0,-1 0 1 0 0,-1 0 0 0 0,-1 0-1 0 0,0 1 1 0 0,0-1-1 0 0,-2 0 1 0 0,0 0 0 0 0,-6 18-1 0 0,-12 21 711 0 0,-38 71 1 0 0,40-89-714 0 0,19-35-196 0 0,-1 1 0 0 0,0-1-1 0 0,0 1 1 0 0,1-1 0 0 0,-1 0 0 0 0,1 1 0 0 0,-1-1 0 0 0,1 1-1 0 0,0-1 1 0 0,0 1 0 0 0,0 0 0 0 0,0-1 0 0 0,0 1 0 0 0,0-1 0 0 0,0 2-1 0 0,0-2-7 0 0,1 0-1 0 0,-1-1 0 0 0,0 1 0 0 0,1-1 1 0 0,-1 1-1 0 0,0 0 0 0 0,1-1 0 0 0,-1 1 1 0 0,1-1-1 0 0,-1 0 0 0 0,1 1 0 0 0,-1-1 1 0 0,1 1-1 0 0,0-1 0 0 0,-1 0 0 0 0,1 1 1 0 0,-1-1-1 0 0,1 0 0 0 0,0 0 0 0 0,-1 1 1 0 0,1-1-1 0 0,0 0 0 0 0,0 0 0 0 0,6 0-38 0 0,0 0-1 0 0,-1 0 0 0 0,1 0 0 0 0,-1-1 1 0 0,11-3-1 0 0,-10 3-81 0 0,143-30-3673 0 0,-51 6-3437 0 0,-37 8-986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6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44 131 668 0 0,'-2'-1'4335'0'0,"-40"-15"12457"0"0,76 11-16430 0 0,354-66-2211 0 0,-376 68 1101 0 0,45-14-2849 0 0,-23-1-3918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6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24 1332 0 0,'-56'-23'13973'0'0,"54"23"-13208"0"0,2 0-724 0 0,-1 0 0 0 0,0 0 0 0 0,1 0-1 0 0,-1 0 1 0 0,1 0 0 0 0,-1 0 0 0 0,0 1 0 0 0,1-1 0 0 0,-1 0-1 0 0,1 1 1 0 0,-1-1 0 0 0,1 0 0 0 0,-1 1 0 0 0,1-1-1 0 0,-1 0 1 0 0,1 1 0 0 0,-1 0 0 0 0,-12 129 2588 0 0,-1 15-2089 0 0,1-67-484 0 0,-14 133-2218 0 0,26-207 1614 0 0,1 0 0 0 0,1 1 0 0 0,-1-1 0 0 0,0 0 0 0 0,1 0 1 0 0,1 5-1 0 0,-1-8 46 0 0,-1 1 0 0 0,1-1 0 0 0,-1 1 0 0 0,1-1 0 0 0,0 0 0 0 0,0 0 0 0 0,-1 1 1 0 0,1-1-1 0 0,0 0 0 0 0,4 4-1004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7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254 190 1288 0 0,'5'-6'936'0'0,"0"0"0"0"0,0 0 1 0 0,-1-1-1 0 0,0 1 0 0 0,0-1 0 0 0,0 0 0 0 0,-1 0 1 0 0,0 0-1 0 0,-1 0 0 0 0,0-1 0 0 0,0 1 0 0 0,0-1 0 0 0,-1 1 1 0 0,0-1-1 0 0,0 0 0 0 0,-1 1 0 0 0,0-1 0 0 0,-1 0 0 0 0,1 0 1 0 0,-2 1-1 0 0,-1-10 0 0 0,2 15-884 0 0,1 1-1 0 0,-1 0 1 0 0,0 0-1 0 0,1-1 1 0 0,-1 1-1 0 0,0 0 1 0 0,0 0-1 0 0,0 0 1 0 0,0 0-1 0 0,0-1 1 0 0,0 2 0 0 0,0-1-1 0 0,0 0 1 0 0,0 0-1 0 0,0 0 1 0 0,-1 0-1 0 0,1 1 1 0 0,0-1-1 0 0,0 1 1 0 0,-1-1-1 0 0,1 1 1 0 0,-1-1 0 0 0,1 1-1 0 0,0 0 1 0 0,-1-1-1 0 0,1 1 1 0 0,-1 0-1 0 0,1 0 1 0 0,-1 0-1 0 0,1 0 1 0 0,0 1 0 0 0,-1-1-1 0 0,1 0 1 0 0,-1 0-1 0 0,-1 1 1 0 0,-3 1-20 0 0,-1 0 1 0 0,1 1-1 0 0,0-1 1 0 0,0 1-1 0 0,0 0 0 0 0,-5 4 1 0 0,-7 6-5 0 0,1 0-1 0 0,0 1 1 0 0,1 1 0 0 0,1 0-1 0 0,1 1 1 0 0,-21 29 0 0 0,25-30-4 0 0,0 0 0 0 0,2 1 0 0 0,0 0 0 0 0,0 1 0 0 0,2-1 0 0 0,0 1 0 0 0,1 0 0 0 0,-4 26 0 0 0,8-38-25 0 0,1 0 0 0 0,-1 1 0 0 0,1-1 0 0 0,1 0 0 0 0,-1 0 0 0 0,1 1 0 0 0,0-1 0 0 0,0 0 0 0 0,0 0 1 0 0,1 0-1 0 0,0 0 0 0 0,0 0 0 0 0,0 0 0 0 0,0 0 0 0 0,1-1 0 0 0,6 9 0 0 0,-7-11-6 0 0,0 1-1 0 0,1-1 1 0 0,-1 0-1 0 0,1 1 1 0 0,0-1-1 0 0,-1 0 1 0 0,1-1-1 0 0,0 1 1 0 0,0 0-1 0 0,0-1 1 0 0,1 0-1 0 0,-1 0 1 0 0,0 0 0 0 0,0 0-1 0 0,1 0 1 0 0,-1 0-1 0 0,1-1 1 0 0,-1 0-1 0 0,0 0 1 0 0,1 0-1 0 0,-1 0 1 0 0,1 0-1 0 0,-1-1 1 0 0,0 1-1 0 0,1-1 1 0 0,5-2 0 0 0,-3 0-6 0 0,0 1 1 0 0,0-1 0 0 0,0 0 0 0 0,-1-1-1 0 0,1 1 1 0 0,-1-1 0 0 0,0-1-1 0 0,0 1 1 0 0,0 0 0 0 0,-1-1 0 0 0,1 0-1 0 0,-1 0 1 0 0,0-1 0 0 0,3-6 0 0 0,5-9-18 0 0,-1-1 1 0 0,11-35 0 0 0,-6 17 13 0 0,-12 29 33 0 0,8-23-72 0 0,-11 33 30 0 0,-1 1 7 0 0,1 0 17 0 0,-1 1 0 0 0,1-1-1 0 0,-1 0 1 0 0,1 0 0 0 0,-1 1-1 0 0,0-1 1 0 0,1 1-1 0 0,-1-1 1 0 0,1 0 0 0 0,-1 1-1 0 0,0-1 1 0 0,1 1 0 0 0,-1-1-1 0 0,0 1 1 0 0,0-1 0 0 0,0 1-1 0 0,1-1 1 0 0,-1 1-1 0 0,0-1 1 0 0,0 1 0 0 0,0-1-1 0 0,0 1 1 0 0,0-1 0 0 0,0 2-1 0 0,3 16-1 0 0,-3-16 0 0 0,0 101 135 0 0,-1-63-761 0 0,6 56 1 0 0,-4-82-763 0 0,2-1 0 0 0,7 24 1 0 0,-7-28 15 0 0,0-1 0 0 0,1 0 1 0 0,0 0-1 0 0,1 0 0 0 0,5 8 1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7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11 146 2836 0 0,'0'-3'2225'0'0,"0"-9"-535"0"0,0 0 0 0 0,1 0 0 0 0,0 1 0 0 0,1-1 0 0 0,4-14-1 0 0,-5 23-1536 0 0,0 0-1 0 0,1-1 1 0 0,-1 1 0 0 0,1 0-1 0 0,-1 0 1 0 0,1 0-1 0 0,0 0 1 0 0,0 0-1 0 0,0 1 1 0 0,0-1-1 0 0,1 1 1 0 0,-1-1 0 0 0,1 1-1 0 0,-1 0 1 0 0,1 0-1 0 0,0 0 1 0 0,0 0-1 0 0,0 0 1 0 0,0 1-1 0 0,0-1 1 0 0,0 1-1 0 0,6-2 1 0 0,-7 3-120 0 0,0 0 1 0 0,0 0-1 0 0,-1-1 0 0 0,1 1 1 0 0,0 1-1 0 0,-1-1 0 0 0,1 0 1 0 0,0 0-1 0 0,-1 1 0 0 0,1-1 1 0 0,0 1-1 0 0,-1-1 0 0 0,1 1 0 0 0,-1 0 1 0 0,1-1-1 0 0,-1 1 0 0 0,1 0 1 0 0,-1 0-1 0 0,0 0 0 0 0,1 0 1 0 0,-1 1-1 0 0,0-1 0 0 0,0 0 1 0 0,0 0-1 0 0,0 1 0 0 0,0-1 1 0 0,0 0-1 0 0,0 1 0 0 0,0-1 1 0 0,0 3-1 0 0,2 1 80 0 0,-1 1 0 0 0,0 0 0 0 0,0 0 0 0 0,0 0 0 0 0,-1 0 0 0 0,1 9 0 0 0,-1-4 122 0 0,-1 1 1 0 0,-1-1-1 0 0,0 0 0 0 0,0 1 0 0 0,-1-1 0 0 0,-1 0 1 0 0,0 0-1 0 0,-6 14 0 0 0,-43 86 1871 0 0,34-75-1481 0 0,-28 50 702 0 0,45-84-1259 0 0,4 1 55 0 0,-3-3-120 0 0,0 0-1 0 0,1 1 1 0 0,-1-1-1 0 0,0 0 1 0 0,0 0-1 0 0,0 1 1 0 0,0-1-1 0 0,0 0 1 0 0,1 0-1 0 0,-1 0 1 0 0,0 0-1 0 0,0 1 1 0 0,0-1-1 0 0,1 0 1 0 0,-1 0-1 0 0,0 0 1 0 0,0 0-1 0 0,1 0 1 0 0,-1 1-1 0 0,0-1 1 0 0,0 0-1 0 0,0 0 1 0 0,1 0-1 0 0,-1 0 1 0 0,0 0-1 0 0,1 0 1 0 0,-1 0-1 0 0,0 0 1 0 0,0 0-1 0 0,1 0 1 0 0,-1 0-1 0 0,0 0 1 0 0,0 0-1 0 0,1 0 1 0 0,-1 0-1 0 0,15-3-373 0 0,0 0 0 0 0,0-1 0 0 0,-1 0 0 0 0,1-1 0 0 0,-1 0-1 0 0,-1-2 1 0 0,16-8 0 0 0,91-61-6329 0 0,-112 70 6163 0 0,35-26-5114 0 0,4-3-3077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7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104 216 952 0 0,'-12'-14'1948'0'0,"-1"0"-1"0"0,2-1 1 0 0,0 0 0 0 0,1 0-1 0 0,0-1 1 0 0,2-1 0 0 0,-9-21 0 0 0,16 36-1872 0 0,0 0 1 0 0,1 0-1 0 0,-1 0 1 0 0,1 0-1 0 0,-1 1 1 0 0,1-1-1 0 0,0 0 1 0 0,0 0-1 0 0,0 0 1 0 0,0 0-1 0 0,0 0 1 0 0,1 0-1 0 0,-1 0 1 0 0,1 0 0 0 0,-1 0-1 0 0,1 0 1 0 0,-1 1-1 0 0,1-1 1 0 0,0 0-1 0 0,0 0 1 0 0,1-1-1 0 0,0 1-21 0 0,0 0 0 0 0,0 0 0 0 0,0 0 0 0 0,1 0 0 0 0,-1 0-1 0 0,1 0 1 0 0,-1 1 0 0 0,1-1 0 0 0,-1 1 0 0 0,1 0 0 0 0,0 0 0 0 0,4-1-1 0 0,-1 0-23 0 0,1 1 0 0 0,-1 0 0 0 0,0 0 0 0 0,1 0-1 0 0,-1 1 1 0 0,0 0 0 0 0,1 0 0 0 0,-1 1-1 0 0,1 0 1 0 0,-1 0 0 0 0,11 3 0 0 0,-13-2 29 0 0,0 0 0 0 0,0 1 1 0 0,0-1-1 0 0,0 1 0 0 0,-1 0 1 0 0,1 0-1 0 0,-1 0 1 0 0,0 0-1 0 0,0 1 0 0 0,0-1 1 0 0,0 1-1 0 0,-1 0 0 0 0,1 0 1 0 0,-1 0-1 0 0,0 0 0 0 0,0 0 1 0 0,0 0-1 0 0,-1 1 0 0 0,0-1 1 0 0,0 1-1 0 0,0-1 0 0 0,0 1 1 0 0,0-1-1 0 0,-1 1 0 0 0,0-1 1 0 0,-1 8-1 0 0,1 1 323 0 0,-2 0 0 0 0,0-1-1 0 0,0 1 1 0 0,-1-1 0 0 0,-1 1 0 0 0,0-1 0 0 0,-1 0-1 0 0,-7 14 1 0 0,-16 21 1835 0 0,-60 74 1 0 0,51-73-1319 0 0,26-29-549 0 0,11-19-341 0 0,0 1 0 0 0,0-1 1 0 0,0 0-1 0 0,0 1 0 0 0,0-1 0 0 0,0 1 0 0 0,0-1 0 0 0,0 0 1 0 0,0 1-1 0 0,0-1 0 0 0,0 0 0 0 0,0 1 0 0 0,0-1 1 0 0,0 1-1 0 0,0-1 0 0 0,0 0 0 0 0,1 1 0 0 0,-1-1 0 0 0,0 0 1 0 0,0 1-1 0 0,0-1 0 0 0,0 0 0 0 0,1 1 0 0 0,-1-1 1 0 0,1 1-1 0 0,1 0 2 0 0,0 0 1 0 0,0-1-1 0 0,1 1 0 0 0,-1 0 1 0 0,0-1-1 0 0,1 0 0 0 0,-1 1 1 0 0,0-1-1 0 0,1 0 1 0 0,-1 0-1 0 0,3 0 0 0 0,92-5 93 0 0,174-31-1 0 0,-269 35-105 0 0,47-5-52 0 0,-47 6-203 0 0,1-1-121 0 0,8-1-175 0 0,-8 2-204 0 0,12-2-2009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8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97 2552 0 0,'-22'-10'13329'0'0,"22"9"-13287"0"0,0 1 1 0 0,0 0-1 0 0,0 0 1 0 0,1 0-1 0 0,-1 0 1 0 0,0 0-1 0 0,0 0 1 0 0,0 0 42 0 0,0 0-43 0 0,0 0 1 0 0,0-1-1 0 0,0 1 1 0 0,1 0-1 0 0,-1 0 0 0 0,0 0 1 0 0,0 0-1 0 0,0 0 1 0 0,0 0-1 0 0,0-1 1 0 0,0 1-1 0 0,0 0 1 0 0,0 0-1 0 0,0 0 1 0 0,0 0-1 0 0,0 0 1 0 0,0 0-1 0 0,0-1 1 0 0,0 1-1 0 0,0 0 1 0 0,0 0-1 0 0,0 0 1 0 0,0 0-1 0 0,0 0 1 0 0,0-1-1 0 0,0 1 1 0 0,0 0-1 0 0,0 0 1 0 0,0 0-1 0 0,0 0 1 0 0,-1 0-1 0 0,1 0 0 0 0,0 0 1 0 0,0-1 42 0 0,0 1-43 0 0,0 0 1 0 0,0 0-1 0 0,0 0 1 0 0,0 0-1 0 0,-1 0 1 0 0,1 0-1 0 0,0 0 1 0 0,0 0-1 0 0,0 0 1 0 0,0 0-1 0 0,0 0 1 0 0,0 0-1 0 0,-1-1 1 0 0,1 1-1 0 0,0 0 1 0 0,0 0-1 0 0,20-6 735 0 0,27-2-557 0 0,-33 7-268 0 0,250-46-1591 0 0,-249 41-278 0 0,3-5-5484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8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16 2248 0 0,'-3'-1'2102'0'0,"-3"-2"-1141"0"0,2 1-104 0 0,0 0 1 0 0,0 1-1 0 0,-1-1 0 0 0,1 1 1 0 0,0 0-1 0 0,-1 0 1 0 0,1 0-1 0 0,-7 0 0 0 0,10 2-772 0 0,-1-1 0 0 0,1 1 0 0 0,0-1 0 0 0,-1 1 0 0 0,1 0 0 0 0,0-1 0 0 0,0 1 0 0 0,0 0-1 0 0,0 0 1 0 0,0 0 0 0 0,0 0 0 0 0,0 0 0 0 0,0 0 0 0 0,0 0 0 0 0,0 0 0 0 0,0 1 0 0 0,1-1 0 0 0,-2 2 0 0 0,-9 23 866 0 0,10-24-865 0 0,-14 44 639 0 0,2 0 0 0 0,-14 89 1 0 0,10 99-3925 0 0,18-176-2835 0 0,2-34-183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9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351 179 2056 0 0,'5'-8'1387'0'0,"-1"0"0"0"0,1 0 0 0 0,-1-1 0 0 0,-1 1 0 0 0,0-1 0 0 0,0 0 0 0 0,0 0 0 0 0,-1 0 0 0 0,1-16-1 0 0,-3 25-1364 0 0,1-2 185 0 0,-1-1 0 0 0,0 1-1 0 0,0-1 1 0 0,0 1-1 0 0,0-1 1 0 0,0 0 0 0 0,-1 1-1 0 0,1-1 1 0 0,-1 1-1 0 0,1-1 1 0 0,-1 1 0 0 0,0 0-1 0 0,0-1 1 0 0,0 1-1 0 0,0 0 1 0 0,-3-4-1 0 0,2 3-133 0 0,0 1-1 0 0,-1-1 1 0 0,1 1-1 0 0,-1-1 1 0 0,0 1-1 0 0,1 0 1 0 0,-1 0-1 0 0,0 0 0 0 0,0 1 1 0 0,0-1-1 0 0,-1 1 1 0 0,1-1-1 0 0,0 1 1 0 0,-1 0-1 0 0,-5-1 1 0 0,4 2-48 0 0,0 0 0 0 0,-1 0 1 0 0,1 1-1 0 0,0-1 1 0 0,0 1-1 0 0,0 0 0 0 0,0 0 1 0 0,0 1-1 0 0,0 0 1 0 0,-9 4-1 0 0,0 1 4 0 0,1 1 0 0 0,-15 11 0 0 0,6-3-1 0 0,1 1 1 0 0,1 2 0 0 0,1 0-1 0 0,-17 22 1 0 0,24-26-22 0 0,1 0 1 0 0,0 1-1 0 0,2 0 0 0 0,0 1 1 0 0,0 0-1 0 0,-9 28 0 0 0,17-39-4 0 0,-1-1 0 0 0,1 1 0 0 0,0 0 0 0 0,0-1-1 0 0,1 1 1 0 0,-1 0 0 0 0,1-1 0 0 0,0 1 0 0 0,1 0 0 0 0,0-1 0 0 0,0 1-1 0 0,0-1 1 0 0,2 7 0 0 0,-2-9-2 0 0,1 0 1 0 0,-1 0-1 0 0,1-1 0 0 0,0 1 0 0 0,-1 0 0 0 0,1-1 1 0 0,0 0-1 0 0,1 0 0 0 0,-1 1 0 0 0,0-1 0 0 0,1 0 1 0 0,-1-1-1 0 0,1 1 0 0 0,-1 0 0 0 0,1-1 0 0 0,0 1 1 0 0,0-1-1 0 0,-1 0 0 0 0,1 0 0 0 0,0 0 1 0 0,0 0-1 0 0,0-1 0 0 0,0 1 0 0 0,0-1 0 0 0,5 0 1 0 0,-1 1-2 0 0,-1-1 1 0 0,1-1 0 0 0,-1 1 0 0 0,0-1-1 0 0,1 0 1 0 0,-1-1 0 0 0,0 1 0 0 0,0-1-1 0 0,0-1 1 0 0,0 1 0 0 0,0-1 0 0 0,10-6-1 0 0,-7 3 0 0 0,0-1-1 0 0,-1 0 0 0 0,-1 0 0 0 0,1-1 1 0 0,-1 0-1 0 0,0 0 0 0 0,6-11 0 0 0,2-7 47 0 0,0-1 0 0 0,-2-1 0 0 0,-1 0 0 0 0,12-43 0 0 0,-22 63 65 0 0,1 1-1 0 0,-1-1 1 0 0,2 1-1 0 0,6-12 1 0 0,-9 17-50 0 0,2 15 131 0 0,-16 142 765 0 0,-1 6-751 0 0,14-130-1762 0 0,8 58-1 0 0,-6-77 53 0 0,1 1 1 0 0,0-1-1 0 0,1 0 1 0 0,7 15 0 0 0,-1-11-2786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09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56 179 2484 0 0,'-4'-53'8210'0'0,"4"44"-7241"0"0,0 1-1 0 0,0 0 0 0 0,1 0 1 0 0,3-11-1 0 0,-3 15-842 0 0,1 0-1 0 0,-1 0 1 0 0,1 1 0 0 0,-1-1-1 0 0,1 0 1 0 0,0 1 0 0 0,0-1-1 0 0,1 1 1 0 0,-1 0 0 0 0,1-1-1 0 0,0 1 1 0 0,0 0 0 0 0,0 1-1 0 0,0-1 1 0 0,0 0 0 0 0,1 1-1 0 0,-1 0 1 0 0,1 0-1 0 0,-1 0 1 0 0,1 0 0 0 0,0 1-1 0 0,0-1 1 0 0,4 0 0 0 0,-4 1-105 0 0,-1 0 0 0 0,0 0 0 0 0,1 0 0 0 0,-1 1 0 0 0,0 0 0 0 0,1 0 0 0 0,-1 0 0 0 0,1 0 0 0 0,-1 0 0 0 0,0 0 0 0 0,1 1 0 0 0,-1 0 0 0 0,0 0 0 0 0,1 0 0 0 0,-1 0 0 0 0,0 0 0 0 0,0 1 0 0 0,0-1 0 0 0,0 1 0 0 0,0 0 0 0 0,0 0 0 0 0,-1 0 0 0 0,1 0 0 0 0,0 0 0 0 0,3 5 0 0 0,-3-3-9 0 0,-1 0 1 0 0,1 0-1 0 0,-1-1 1 0 0,0 1-1 0 0,0 0 1 0 0,-1 1-1 0 0,1-1 1 0 0,-1 0-1 0 0,0 0 1 0 0,0 1 0 0 0,-1-1-1 0 0,1 1 1 0 0,-1-1-1 0 0,0 0 1 0 0,0 1-1 0 0,0-1 1 0 0,-1 1-1 0 0,1-1 1 0 0,-3 7-1 0 0,0-2 6 0 0,0 0-1 0 0,-1 0 0 0 0,0 0 1 0 0,-1-1-1 0 0,0 0 0 0 0,0 0 0 0 0,-9 9 1 0 0,-47 49 362 0 0,42-48-28 0 0,15-15-235 0 0,-11 14 155 0 0,15-17-268 0 0,0 1-1 0 0,0-1 1 0 0,-1 0-1 0 0,1 1 1 0 0,0-1-1 0 0,0 0 1 0 0,0 1-1 0 0,0-1 1 0 0,-1 0-1 0 0,1 1 0 0 0,0-1 1 0 0,0 1-1 0 0,0-1 1 0 0,0 0-1 0 0,0 1 1 0 0,0-1-1 0 0,0 1 1 0 0,0-1-1 0 0,0 0 1 0 0,0 1-1 0 0,0-1 1 0 0,1 0-1 0 0,-1 1 1 0 0,0-1-1 0 0,0 1 1 0 0,0-1-1 0 0,0 0 1 0 0,1 1-1 0 0,-1-1 1 0 0,0 0-1 0 0,0 1 0 0 0,1-1 1 0 0,-1 0-1 0 0,0 0 1 0 0,0 1-1 0 0,1-1 1 0 0,-1 0-1 0 0,0 0 1 0 0,1 1-1 0 0,-1-1 1 0 0,0 0-1 0 0,1 0 1 0 0,-1 0-1 0 0,0 0 1 0 0,1 0-1 0 0,-1 1 1 0 0,1-1-1 0 0,-1 0 1 0 0,29 9-6 0 0,-1 2 0 0 0,32 17 0 0 0,-51-24 29 0 0,-1 1 0 0 0,0 0 0 0 0,0 1 0 0 0,-1 0 0 0 0,0 0 0 0 0,0 0 0 0 0,0 1 1 0 0,-1 0-1 0 0,0 0 0 0 0,0 1 0 0 0,8 13 0 0 0,-13-18 109 0 0,0 0 0 0 0,1 0 0 0 0,-1 0 1 0 0,0 1-1 0 0,-1-1 0 0 0,1 0 0 0 0,0 0 0 0 0,-1 1 0 0 0,0-1 1 0 0,0 0-1 0 0,0 1 0 0 0,0-1 0 0 0,0 0 0 0 0,-1 1 0 0 0,1-1 1 0 0,-2 4-1 0 0,0-1 43 0 0,0-1 0 0 0,-1-1-1 0 0,1 1 1 0 0,-1 0 0 0 0,0-1 0 0 0,0 1 0 0 0,-1-1 0 0 0,1 0 0 0 0,-6 5 0 0 0,-1 0 32 0 0,0-1 0 0 0,-1 0 0 0 0,0-1 0 0 0,0 0 0 0 0,-1-1 0 0 0,0 0 0 0 0,-18 6 0 0 0,21-9-198 0 0,0-1 0 0 0,0 0 0 0 0,-1 0 0 0 0,1-1 0 0 0,-1 0 0 0 0,1 0 0 0 0,-1-1 0 0 0,1-1 0 0 0,-14-1 0 0 0,19 1-215 0 0,1 0 0 0 0,0 0-1 0 0,-1 0 1 0 0,1 0 0 0 0,0 0-1 0 0,0-1 1 0 0,0 0 0 0 0,0 1-1 0 0,0-1 1 0 0,0 0 0 0 0,1-1-1 0 0,-5-3 1 0 0,5 4-198 0 0,0-1-1 0 0,1 1 1 0 0,-1-1-1 0 0,1 0 1 0 0,-1 0 0 0 0,1 1-1 0 0,0-1 1 0 0,0 0-1 0 0,0 0 1 0 0,0 0 0 0 0,1-1-1 0 0,-1 1 1 0 0,1 0-1 0 0,0 0 1 0 0,0-6 0 0 0,1-3-2336 0 0,1-1 0 0 0,5-20 0 0 0,4-6-4636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0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26 190 1228 0 0,'-1'-17'1719'0'0,"2"0"0"0"0,0 0 1 0 0,0 0-1 0 0,2-1 0 0 0,0 2 0 0 0,1-1 0 0 0,10-27 0 0 0,-14 42-1591 0 0,1 0 0 0 0,0 1 0 0 0,0-1 0 0 0,0 0 0 0 0,0 1 0 0 0,0 0 0 0 0,0-1 0 0 0,0 1 0 0 0,0-1 0 0 0,0 1 0 0 0,1 0-1 0 0,-1 0 1 0 0,1 0 0 0 0,-1 0 0 0 0,1 0 0 0 0,-1 0 0 0 0,1 0 0 0 0,3-1 0 0 0,-4 2-68 0 0,0 0 0 0 0,1 0 0 0 0,-1 0 0 0 0,1 0 0 0 0,-1 0 1 0 0,0 0-1 0 0,1 1 0 0 0,-1-1 0 0 0,0 0 0 0 0,1 1 0 0 0,-1-1 0 0 0,0 1 0 0 0,0 0 0 0 0,1-1 1 0 0,-1 1-1 0 0,0 0 0 0 0,0 0 0 0 0,2 1 0 0 0,1 2 57 0 0,-1 0 0 0 0,1 0 0 0 0,-1 0 0 0 0,0 0 0 0 0,0 0 0 0 0,-1 1 0 0 0,1 0-1 0 0,-1-1 1 0 0,0 1 0 0 0,0 0 0 0 0,1 6 0 0 0,-2-2 159 0 0,1 1-1 0 0,-2 0 0 0 0,1 0 1 0 0,-1-1-1 0 0,-1 1 0 0 0,0 0 1 0 0,0-1-1 0 0,-1 1 0 0 0,0 0 1 0 0,-1-1-1 0 0,-5 14 0 0 0,-6 7 666 0 0,-1 0 0 0 0,-20 29-1 0 0,7-13-345 0 0,17-29-416 0 0,8-14-122 0 0,1-1 0 0 0,0 1 0 0 0,0 0-1 0 0,0 0 1 0 0,1 0 0 0 0,-1 0 0 0 0,1 1 0 0 0,-1-1 0 0 0,1 0 0 0 0,0 0 0 0 0,0 5 0 0 0,1-7-46 0 0,1-1 0 0 0,0 1 0 0 0,0 0 0 0 0,0-1 1 0 0,0 1-1 0 0,0-1 0 0 0,0 0 0 0 0,0 1 0 0 0,0-1 0 0 0,0 0 1 0 0,1 0-1 0 0,-1 1 0 0 0,0-1 0 0 0,0 0 0 0 0,0 0 0 0 0,0 0 1 0 0,0 0-1 0 0,2-1 0 0 0,20 1 38 0 0,-23 0-46 0 0,38-3-1070 0 0,0-1 1 0 0,67-16-1 0 0,-16-5-3644 0 0,-3-3-3983 0 0,-46 15-101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0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24 932 0 0,'-11'0'816'0'0,"-23"-1"8913"0"0,24 0-8581 0 0,7 1 188 0 0,-26-2 4919 0 0,261-14-6034 0 0,-179 12-6196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0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1 952 0 0,'-34'18'7435'0'0,"-55"41"-1"0"0,89-59-7345 0 0,0 0-1 0 0,-1 0 0 0 0,1 1 0 0 0,-1-1 1 0 0,1 0-1 0 0,-1 0 0 0 0,1 1 0 0 0,0-1 1 0 0,-1 0-1 0 0,1 1 0 0 0,0-1 0 0 0,-1 1 1 0 0,1-1-1 0 0,0 0 0 0 0,0 1 0 0 0,-1-1 1 0 0,1 1-1 0 0,0-1 0 0 0,0 1 0 0 0,0-1 0 0 0,0 1 1 0 0,-1-1-1 0 0,1 1 0 0 0,0-1 0 0 0,0 1 1 0 0,0-1-1 0 0,0 1 0 0 0,0-1 0 0 0,0 0 1 0 0,0 1-1 0 0,0-1 0 0 0,1 1 0 0 0,-1-1 1 0 0,0 1-1 0 0,0-1 0 0 0,0 1 0 0 0,0-1 1 0 0,1 1-1 0 0,-1-1 0 0 0,0 1 0 0 0,0-1 1 0 0,1 0-1 0 0,-1 1 0 0 0,0-1 0 0 0,1 0 0 0 0,-1 1 1 0 0,0-1-1 0 0,1 0 0 0 0,-1 1 0 0 0,1-1 1 0 0,-1 0-1 0 0,0 0 0 0 0,1 1 0 0 0,-1-1 1 0 0,1 0-1 0 0,-1 0 0 0 0,1 0 0 0 0,-1 0 1 0 0,1 0-1 0 0,-1 1 0 0 0,1-1 0 0 0,0 0 1 0 0,31 6 1758 0 0,26-6-1195 0 0,0-1-1 0 0,0-4 0 0 0,0-2 1 0 0,63-16-1 0 0,-86 15-552 0 0,80-20-59 0 0,-113 27-270 0 0,10-2 122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1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167 154 1940 0 0,'12'-14'3567'0'0,"-1"0"0"0"0,0 0 0 0 0,-2-1 1 0 0,1-1-1 0 0,7-18 0 0 0,-12 24-1826 0 0,15-22 5942 0 0,-16 28-7683 0 0,-5 10 0 0 0,-2 4 0 0 0,-51 237 0 0 0,15-63 0 0 0,-4-5-3307 0 0,-69 237-13665 0 0,99-376 6888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6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91 1264 0 0,'6'-9'8921'0'0,"-5"9"-8839"0"0,0 0 0 0 0,0-1 0 0 0,0 1 1 0 0,0 0-1 0 0,0 0 0 0 0,-1 0 0 0 0,1 0 0 0 0,0 0 0 0 0,0 0 1 0 0,0 0-1 0 0,0 0 0 0 0,0 1 0 0 0,0-1 0 0 0,0 0 0 0 0,0 0 0 0 0,0 1 1 0 0,-1-1-1 0 0,1 1 0 0 0,0-1 0 0 0,0 1 0 0 0,0-1 0 0 0,-1 1 1 0 0,1-1-1 0 0,0 1 0 0 0,-1 0 0 0 0,1-1 0 0 0,0 1 0 0 0,-1 0 1 0 0,1 0-1 0 0,-1-1 0 0 0,1 2 0 0 0,1 1-37 0 0,0-1 0 0 0,0 0 0 0 0,1 0 0 0 0,-1 0 0 0 0,0-1 0 0 0,1 1 0 0 0,4 2 0 0 0,2 0 124 0 0,0-1 0 0 0,0 0 0 0 0,0-1 0 0 0,0 0 0 0 0,1-1 0 0 0,-1 0 0 0 0,0 0 0 0 0,1 0 0 0 0,-1-2 0 0 0,1 1 0 0 0,-1-1 0 0 0,1 0 0 0 0,-1-1 0 0 0,18-6 0 0 0,-25 7-99 0 0,-1 1 0 0 0,1-1 0 0 0,-1 0 0 0 0,0 0 0 0 0,1 0 1 0 0,-1-1-1 0 0,0 1 0 0 0,0 0 0 0 0,1 0 0 0 0,-1-1 0 0 0,0 1 0 0 0,-1 0 0 0 0,1-1 1 0 0,0 1-1 0 0,0-1 0 0 0,0 0 0 0 0,-1 1 0 0 0,1-1 0 0 0,-1 1 0 0 0,0-1 1 0 0,1 0-1 0 0,-1 1 0 0 0,0-1 0 0 0,0-2 0 0 0,0 0 13 0 0,0 1 1 0 0,0-1-1 0 0,0 0 1 0 0,-1 1-1 0 0,0-1 1 0 0,0 0-1 0 0,0 1 0 0 0,0-1 1 0 0,-2-3-1 0 0,2 5-52 0 0,0-1 0 0 0,-1 1 0 0 0,1-1 0 0 0,-1 1 0 0 0,0-1 0 0 0,1 1 0 0 0,-1 0 0 0 0,-1 0 0 0 0,1 0-1 0 0,0 0 1 0 0,0 0 0 0 0,-1 0 0 0 0,1 1 0 0 0,-1-1 0 0 0,1 1 0 0 0,-1-1 0 0 0,0 1 0 0 0,1 0 0 0 0,-1 0-1 0 0,-4 0 1 0 0,3 0-22 0 0,-1 1 0 0 0,1 0-1 0 0,0 0 1 0 0,0 1 0 0 0,0-1-1 0 0,0 1 1 0 0,0 0 0 0 0,0 0-1 0 0,0 0 1 0 0,1 0-1 0 0,-1 1 1 0 0,0-1 0 0 0,1 1-1 0 0,-6 4 1 0 0,-5 4-3 0 0,0 1 1 0 0,1 0-1 0 0,0 1 1 0 0,1 0-1 0 0,0 1 0 0 0,1 0 1 0 0,0 1-1 0 0,1 1 1 0 0,1-1-1 0 0,0 2 0 0 0,1-1 1 0 0,1 1-1 0 0,0 0 0 0 0,2 1 1 0 0,-1-1-1 0 0,2 1 1 0 0,0 0-1 0 0,-1 23 0 0 0,4-34 3 0 0,1 0-1 0 0,0-1 1 0 0,1 1-1 0 0,-1 0 0 0 0,1 0 1 0 0,1 0-1 0 0,-1 0 1 0 0,1-1-1 0 0,0 1 0 0 0,0-1 1 0 0,3 7-1 0 0,-3-9 4 0 0,0 0 1 0 0,1 0-1 0 0,-1 0 0 0 0,0 0 1 0 0,1 0-1 0 0,0-1 0 0 0,0 1 1 0 0,0-1-1 0 0,0 0 0 0 0,0 0 1 0 0,0 0-1 0 0,0 0 0 0 0,1-1 1 0 0,-1 1-1 0 0,0-1 0 0 0,1 0 0 0 0,0 0 1 0 0,6 1-1 0 0,1 0-152 0 0,0-2 0 0 0,-1 1-1 0 0,1-1 1 0 0,0-1 0 0 0,0 0 0 0 0,-1-1 0 0 0,1 0-1 0 0,-1 0 1 0 0,18-7 0 0 0,32-18-3336 0 0,-4-5-3622 0 0,-34 18 1947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18 2236 0 0,'-12'-4'10853'0'0,"-8"-4"-2609"0"0,2 2-6298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7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46 756 0 0,'7'-25'9629'0'0,"2"10"-5854"0"0,-8 14-3733 0 0,0 1 0 0 0,0-1 0 0 0,-1 1 0 0 0,1-1 0 0 0,0 1 0 0 0,0-1 0 0 0,0 1 0 0 0,0 0 0 0 0,0-1 0 0 0,0 1 0 0 0,0 0 0 0 0,0 0 0 0 0,0 0 0 0 0,0 0 0 0 0,0 0 0 0 0,0 0 0 0 0,0 0 0 0 0,1 0 0 0 0,-1 0 0 0 0,0 1 0 0 0,0-1 1 0 0,0 0-1 0 0,-1 1 0 0 0,1-1 0 0 0,0 1 0 0 0,0-1 0 0 0,1 1 0 0 0,6 2 36 0 0,-1 1 0 0 0,0 0 1 0 0,0 0-1 0 0,0 0 0 0 0,0 1 0 0 0,0 0 1 0 0,-1 0-1 0 0,0 1 0 0 0,0-1 0 0 0,7 11 1 0 0,-10-11-17 0 0,1 0 1 0 0,-2 0-1 0 0,1 0 1 0 0,0 0-1 0 0,-1 1 1 0 0,0-1-1 0 0,0 1 0 0 0,-1 0 1 0 0,0 0-1 0 0,0-1 1 0 0,0 1-1 0 0,-1 0 1 0 0,1 0-1 0 0,-1 0 1 0 0,-1 0-1 0 0,0 6 1 0 0,-1 0 38 0 0,-1 0 0 0 0,0-1 0 0 0,-1 1 1 0 0,0-1-1 0 0,-9 19 0 0 0,-35 50 269 0 0,14-27 148 0 0,29-44-115 0 0,5-12-46 0 0,10-15-190 0 0,189-180-111 0 0,-125 131-48 0 0,-69 61-5 0 0,19-16 115 0 0,23-29 1 0 0,-46 50-78 0 0,-18 13-13 0 0,-3 7 98 0 0,1 1 0 0 0,-35 43 1 0 0,47-52-91 0 0,-1 1 0 0 0,1-1 1 0 0,1 1-1 0 0,0 0 0 0 0,1 0 1 0 0,0 1-1 0 0,1 0 0 0 0,-3 16 1 0 0,6-26-26 0 0,1 1 0 0 0,0-1 1 0 0,-1 1-1 0 0,1-1 1 0 0,1 1-1 0 0,-1-1 1 0 0,0 1-1 0 0,1-1 1 0 0,0 1-1 0 0,0-1 1 0 0,0 0-1 0 0,0 1 0 0 0,0-1 1 0 0,1 0-1 0 0,0 0 1 0 0,-1 0-1 0 0,1 0 1 0 0,0 0-1 0 0,0-1 1 0 0,1 1-1 0 0,-1 0 1 0 0,0-1-1 0 0,1 0 0 0 0,0 1 1 0 0,0-1-1 0 0,-1 0 1 0 0,1 0-1 0 0,0-1 1 0 0,0 1-1 0 0,1-1 1 0 0,-1 1-1 0 0,6 1 1 0 0,0 0-536 0 0,1 0 0 0 0,0-1 0 0 0,0 0 0 0 0,14 1 1 0 0,-11-3-2251 0 0,0 1 1 0 0,20-3-1 0 0,-6-3-5021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1000 0 0,'13'-3'22391'0'0,"-10"2"-21126"0"0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9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1 829 864 0 0,'10'-6'15239'0'0,"-3"4"-15220"0"0,-1-1 0 0 0,1-1 0 0 0,-1 1-1 0 0,1-1 1 0 0,-1 0 0 0 0,-1 0 0 0 0,1-1 0 0 0,0 0 0 0 0,7-9 0 0 0,-1 4-24 0 0,9-7-11 0 0,-2-2 43 0 0,-18 17-42 0 0,0 1 15 0 0,5-2-2 0 0,7-7 11 0 0,0 0 0 0 0,0 0 0 0 0,15-18 0 0 0,-19 19-11 0 0,12-14 13 0 0,-1-2-1 0 0,-1 0 1 0 0,-1-1-1 0 0,-1 0 0 0 0,23-49 1 0 0,-8 1 1 0 0,23-79 1 0 0,-40 105-14 0 0,-2 0-1 0 0,8-59 1 0 0,-21 106-4 0 0,1-1 0 0 0,-1 1 0 0 0,0 0 0 0 0,0-1 0 0 0,0 1 0 0 0,0-1 0 0 0,0 1 0 0 0,0 0 0 0 0,0-1 0 0 0,0 1 0 0 0,0-1 0 0 0,-1 1 0 0 0,1 0 0 0 0,-1-1 0 0 0,1 1 0 0 0,-2-2 0 0 0,2 3 3 0 0,0 0 0 0 0,-1 0 1 0 0,1-1-1 0 0,-1 1 0 0 0,1 0 0 0 0,-1 0 1 0 0,1 0-1 0 0,-1 0 0 0 0,1 0 0 0 0,-1 0 1 0 0,1 1-1 0 0,-1-1 0 0 0,1 0 0 0 0,-1 0 1 0 0,1 0-1 0 0,-1 0 0 0 0,1 0 0 0 0,-1 1 1 0 0,1-1-1 0 0,0 0 0 0 0,-1 0 0 0 0,1 1 0 0 0,-1-1 1 0 0,1 0-1 0 0,0 1 0 0 0,-1-1 0 0 0,1 0 1 0 0,-1 2-1 0 0,-4 3-14 0 0,-1 2 1 0 0,1-1-1 0 0,-8 14 1 0 0,-22 49 11 0 0,2 2 1 0 0,4 1-1 0 0,-35 129 1 0 0,40-112 102 0 0,5 0-1 0 0,3 2 1 0 0,5-1 0 0 0,-1 172 0 0 0,13-248-106 0 0,-1 4 38 0 0,0 1 0 0 0,2-1 0 0 0,1 0 0 0 0,6 25 0 0 0,-8-40-17 0 0,0 1-1 0 0,0 0 0 0 0,0-1 1 0 0,1 1-1 0 0,0-1 0 0 0,0 1 1 0 0,0-1-1 0 0,0 0 1 0 0,0 0-1 0 0,1 0 0 0 0,-1 0 1 0 0,1 0-1 0 0,0 0 0 0 0,0-1 1 0 0,0 0-1 0 0,0 1 1 0 0,0-1-1 0 0,0 0 0 0 0,1 0 1 0 0,-1-1-1 0 0,1 1 0 0 0,0-1 1 0 0,-1 0-1 0 0,1 0 0 0 0,0 0 1 0 0,7 1-1 0 0,1-1 12 0 0,0-1 1 0 0,0 0-1 0 0,0-1 0 0 0,-1-1 0 0 0,1 0 1 0 0,0 0-1 0 0,0-1 0 0 0,17-7 0 0 0,-12 3-6 0 0,0-1-1 0 0,0-1 0 0 0,-1-1 1 0 0,-1 0-1 0 0,16-13 1 0 0,-7 2-14 0 0,0-1 0 0 0,-2-1 0 0 0,-1-2-1 0 0,0 0 1 0 0,-2-1 0 0 0,17-30 0 0 0,-18 24-41 0 0,25-61 0 0 0,-37 78 29 0 0,-1-1 1 0 0,0 0-1 0 0,-2-1 1 0 0,0 1-1 0 0,0-1 1 0 0,-1-19-1 0 0,-1 35 6 0 0,-1 1 0 0 0,0-1-1 0 0,0 1 1 0 0,0-1 0 0 0,0 0-1 0 0,0 1 1 0 0,0-1 0 0 0,0 0 0 0 0,0 1-1 0 0,-1-1 1 0 0,1 1 0 0 0,0-1-1 0 0,0 0 1 0 0,0 1 0 0 0,-1-1-1 0 0,1 1 1 0 0,0-1 0 0 0,-1 0 0 0 0,1 1-1 0 0,0-1 1 0 0,-1 1 0 0 0,1 0-1 0 0,-1-1 1 0 0,1 1 0 0 0,-1-1 0 0 0,1 1-1 0 0,-2-1 1 0 0,1 1 0 0 0,0 0 1 0 0,1 0-1 0 0,-1 0 1 0 0,0 0-1 0 0,0 0 1 0 0,0 0-1 0 0,0 0 1 0 0,0 0-1 0 0,0 1 1 0 0,0-1-1 0 0,0 0 0 0 0,0 1 1 0 0,0-1-1 0 0,0 0 1 0 0,-1 2-1 0 0,-3 1 3 0 0,0 1-1 0 0,1-1 1 0 0,-1 1-1 0 0,-5 6 1 0 0,0 3 3 0 0,0 1 0 0 0,1 0-1 0 0,1 0 1 0 0,0 0 0 0 0,1 1 0 0 0,1 0 0 0 0,0 1 0 0 0,1-1-1 0 0,-4 22 1 0 0,6-26 1 0 0,1 1 0 0 0,1 0-1 0 0,0-1 1 0 0,0 1 0 0 0,1 0-1 0 0,1 0 1 0 0,0-1-1 0 0,1 1 1 0 0,0-1 0 0 0,0 1-1 0 0,1-1 1 0 0,1 0 0 0 0,8 19-1 0 0,-8-24 2 0 0,-1 0-1 0 0,1-1 0 0 0,0 1 0 0 0,1-1 1 0 0,-1 0-1 0 0,1 0 0 0 0,0 0 1 0 0,1-1-1 0 0,-1 0 0 0 0,1 0 0 0 0,8 5 1 0 0,-4-5 2 0 0,0 1-1 0 0,0-1 1 0 0,0-1 0 0 0,1 0 0 0 0,0 0 0 0 0,16 1 0 0 0,-2-2-39 0 0,1-1 1 0 0,-1-2-1 0 0,0 0 1 0 0,1-2-1 0 0,33-7 1 0 0,-32 3-189 0 0,-1 0 0 0 0,0-2 0 0 0,0-1 0 0 0,-1-1 0 0 0,0-1 0 0 0,-1-1 0 0 0,-1-1 0 0 0,0-1 0 0 0,36-31 0 0 0,-35 24-49 0 0,-1-2 0 0 0,-2 0 1 0 0,0-1-1 0 0,-1-1 0 0 0,-2 0 1 0 0,-1-2-1 0 0,26-56 0 0 0,-14 10 99 0 0,-3 0-1 0 0,-3-2 1 0 0,20-128-1 0 0,-22 4 3514 0 0,-20 188-2908 0 0,1-13 278 0 0,-2 22-446 0 0,-2 3-253 0 0,1 1 0 0 0,0-1 0 0 0,-1 0 1 0 0,1 1-1 0 0,0-1 0 0 0,-1 1 0 0 0,1-1 0 0 0,0 1 0 0 0,0 0 1 0 0,0 0-1 0 0,0-1 0 0 0,-1 1 0 0 0,1 0 0 0 0,0 0 0 0 0,0 0 1 0 0,1 0-1 0 0,-1 0 0 0 0,0 0 0 0 0,0 1 0 0 0,0-1 0 0 0,1 0 1 0 0,-2 2-1 0 0,-12 35 448 0 0,11-29-283 0 0,-18 59 1317 0 0,3 1 1 0 0,-14 106 0 0 0,6 144 1411 0 0,24-280-2784 0 0,-2 107 367 0 0,4-119-406 0 0,2-1 1 0 0,1 1-1 0 0,9 35 1 0 0,-11-58-125 0 0,0 0 1 0 0,0-1-1 0 0,0 1 0 0 0,0-1 0 0 0,1 1 1 0 0,-1-1-1 0 0,1 0 0 0 0,0 0 0 0 0,0 0 1 0 0,0 0-1 0 0,1 0 0 0 0,-1 0 0 0 0,1 0 1 0 0,-1-1-1 0 0,1 1 0 0 0,0-1 0 0 0,4 3 1 0 0,-4-4-213 0 0,0 0 0 0 0,0 0 1 0 0,1 0-1 0 0,-1-1 0 0 0,0 1 0 0 0,0-1 1 0 0,0 0-1 0 0,1 0 0 0 0,-1 0 0 0 0,0 0 1 0 0,0 0-1 0 0,0-1 0 0 0,1 1 1 0 0,-1-1-1 0 0,0 0 0 0 0,0 0 0 0 0,0 0 1 0 0,0-1-1 0 0,0 1 0 0 0,4-4 1 0 0,1 0-1223 0 0,-1 0 0 0 0,1 0 0 0 0,-1-1 0 0 0,0-1 1 0 0,-1 1-1 0 0,8-9 0 0 0,3-6-6610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19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99 2292 0 0,'-29'-4'2485'0'0,"-15"-2"4929"0"0,-46-1-1 0 0,87 7-6403 0 0,62-13-298 0 0,155-15-1613 0 0,-95 15-2531 0 0,-1-6-4549 0 0,-75 10 1373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1 250 268 0 0,'1'-17'2238'0'0,"0"-1"0"0"0,2 0 0 0 0,0 1 0 0 0,8-23 0 0 0,-11 39-2184 0 0,0 0 1 0 0,1 0-1 0 0,-1 1 1 0 0,0-1 0 0 0,1 0-1 0 0,-1 0 1 0 0,0 1-1 0 0,1-1 1 0 0,-1 0 0 0 0,1 1-1 0 0,-1-1 1 0 0,1 0-1 0 0,-1 1 1 0 0,1-1-1 0 0,0 1 1 0 0,-1-1 0 0 0,1 1-1 0 0,-1-1 1 0 0,1 1-1 0 0,0 0 1 0 0,0-1-1 0 0,-1 1 1 0 0,1 0 0 0 0,0-1-1 0 0,0 1 1 0 0,-1 0-1 0 0,1 0 1 0 0,0 0-1 0 0,0 0 1 0 0,0 0 0 0 0,0 0-1 0 0,-1 0 1 0 0,1 0-1 0 0,0 0 1 0 0,0 0 0 0 0,0 0-1 0 0,-1 0 1 0 0,1 0-1 0 0,0 1 1 0 0,1 0-1 0 0,1 0 74 0 0,0 0-1 0 0,0 1 1 0 0,-1-1-1 0 0,1 1 1 0 0,0 0-1 0 0,-1 0 1 0 0,1 0-1 0 0,2 2 1 0 0,5 8 261 0 0,-1 0 1 0 0,-1 0-1 0 0,0 1 1 0 0,0 0-1 0 0,7 19 1 0 0,25 76 369 0 0,-30-75-635 0 0,2 0 0 0 0,23 44 1 0 0,-33-72-87 0 0,1-1 1 0 0,-1 0 0 0 0,1 0-1 0 0,0 0 1 0 0,0 0 0 0 0,0-1 0 0 0,1 1-1 0 0,-1-1 1 0 0,1 0 0 0 0,0 0-1 0 0,0 0 1 0 0,0-1 0 0 0,0 1-1 0 0,0-1 1 0 0,8 3 0 0 0,-7-4-9 0 0,0 0-1 0 0,0 0 1 0 0,-1-1 0 0 0,1 1 0 0 0,0-1 0 0 0,0-1 0 0 0,0 1-1 0 0,-1-1 1 0 0,1 1 0 0 0,0-1 0 0 0,0-1 0 0 0,-1 1-1 0 0,1-1 1 0 0,-1 1 0 0 0,1-1 0 0 0,3-3 0 0 0,5-3-9 0 0,0-1 1 0 0,-1 0-1 0 0,0 0 1 0 0,-1-1-1 0 0,0-1 1 0 0,-1 0-1 0 0,0 0 1 0 0,0-1-1 0 0,-1 0 1 0 0,13-25-1 0 0,-10 14-14 0 0,0-1 0 0 0,-2 0-1 0 0,-1 0 1 0 0,-1-1 0 0 0,8-37-1 0 0,-13 43-6 0 0,0 1-1 0 0,-2-1 0 0 0,0-31 1 0 0,-1 44-2 0 0,0 0-1 0 0,-1 0 1 0 0,0 0 0 0 0,0 0 0 0 0,-1 1 0 0 0,1-1 0 0 0,-1 0-1 0 0,0 1 1 0 0,-1-1 0 0 0,1 1 0 0 0,-1 0 0 0 0,0 0 0 0 0,-1 0-1 0 0,1 0 1 0 0,-7-6 0 0 0,8 9-1 0 0,0 1 1 0 0,0 0-1 0 0,0 0 0 0 0,-1-1 0 0 0,1 1 0 0 0,0 1 1 0 0,-1-1-1 0 0,1 0 0 0 0,0 1 0 0 0,-1-1 0 0 0,1 1 1 0 0,-1-1-1 0 0,1 1 0 0 0,-1 0 0 0 0,1 0 0 0 0,-1 0 1 0 0,1 1-1 0 0,-1-1 0 0 0,1 1 0 0 0,-1-1 0 0 0,1 1 1 0 0,0 0-1 0 0,-1 0 0 0 0,1 0 0 0 0,-4 2 0 0 0,1-1 1 0 0,0 1 0 0 0,0 0 0 0 0,0 1 0 0 0,1-1 0 0 0,-1 1 0 0 0,1-1 0 0 0,0 1-1 0 0,0 1 1 0 0,0-1 0 0 0,-3 5 0 0 0,5-5 3 0 0,0-1 1 0 0,0 0-1 0 0,0 0 0 0 0,1 1 0 0 0,-1-1 1 0 0,1 1-1 0 0,0-1 0 0 0,0 1 0 0 0,0-1 1 0 0,1 1-1 0 0,-1 0 0 0 0,1-1 0 0 0,0 1 1 0 0,0 6-1 0 0,1-8 6 0 0,0 1 0 0 0,0-1 0 0 0,0 1 0 0 0,0-1 0 0 0,0 1 0 0 0,0-1-1 0 0,1 0 1 0 0,-1 0 0 0 0,1 0 0 0 0,0 1 0 0 0,-1-2 0 0 0,1 1 0 0 0,0 0 0 0 0,0 0 0 0 0,0 0 0 0 0,1-1 0 0 0,-1 1 0 0 0,0-1 0 0 0,1 0 0 0 0,-1 0 0 0 0,4 1-1 0 0,4 2 14 0 0,1 0-1 0 0,-1-1 1 0 0,1-1-1 0 0,0 0 1 0 0,0 0-1 0 0,0-1 0 0 0,13-1 1 0 0,81-6-523 0 0,-94 5 334 0 0,33-5-1791 0 0,53-13-1 0 0,-5-7-4935 0 0,-53 14 881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0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1612 0 0,'-20'23'15892'0'0,"20"-22"-15857"0"0,0 0 0 0 0,1-1 0 0 0,-1 1 0 0 0,0-1 0 0 0,1 1 0 0 0,-1-1 0 0 0,0 1 0 0 0,1-1 0 0 0,-1 1 0 0 0,1-1 0 0 0,-1 1 0 0 0,1-1 0 0 0,-1 0 0 0 0,1 1 0 0 0,-1-1 0 0 0,1 0 0 0 0,-1 1 0 0 0,1-1 0 0 0,-1 0 0 0 0,1 0 0 0 0,0 1 0 0 0,-1-1 0 0 0,1 0 0 0 0,-1 0 0 0 0,1 0 0 0 0,0 0 0 0 0,-1 0 0 0 0,1 0 0 0 0,0 0 0 0 0,0 0 0 0 0,37 4 629 0 0,67-1 1 0 0,-51-3-3275 0 0,1 3-5518 0 0,-35-2 1352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0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2520 0 0,'-23'14'2174'0'0,"-102"70"12300"0"0,124-83-14114 0 0,2 1 79 0 0,-1-1-432 0 0,0-1 1 0 0,0 0 0 0 0,0 0 0 0 0,0 1 0 0 0,0-1-1 0 0,0 0 1 0 0,0 0 0 0 0,0 0 0 0 0,0 1 0 0 0,0-1 0 0 0,0 0-1 0 0,0 0 1 0 0,0 0 0 0 0,0 1 0 0 0,0-1 0 0 0,1 0-1 0 0,-1 0 1 0 0,0 0 0 0 0,0 1 0 0 0,0-1 0 0 0,0 0 0 0 0,0 0-1 0 0,1 0 1 0 0,-1 0 0 0 0,0 1 0 0 0,0-1 0 0 0,0 0-1 0 0,0 0 1 0 0,1 0 0 0 0,-1 0 0 0 0,0 0 0 0 0,0 0 0 0 0,0 0-1 0 0,1 0 1 0 0,-1 0 0 0 0,0 1 0 0 0,0-1 0 0 0,1 0-1 0 0,-1 0 1 0 0,0 0 0 0 0,0 0 0 0 0,0 0 0 0 0,1 0 0 0 0,47 1-24 0 0,-1-1-1 0 0,63-10 1 0 0,-5-5-3451 0 0,-4-4-4605 0 0,-60 10 1753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71 1944 0 0,'8'-71'14257'0'0,"-11"73"-13675"0"0,-4 3-252 0 0,1 0 0 0 0,0 1 1 0 0,0-1-1 0 0,0 1 0 0 0,-9 13 1 0 0,-26 43 1093 0 0,17-26-695 0 0,-29 45 876 0 0,3 1 1 0 0,-77 174-1 0 0,106-203-1341 0 0,3 1 0 0 0,1 1-1 0 0,3 0 1 0 0,3 1 0 0 0,2 1-1 0 0,-3 76 1 0 0,12-110-239 0 0,1 0 0 0 0,0 0 0 0 0,2 0 0 0 0,1-1 0 0 0,0 1 0 0 0,2-1 0 0 0,0 0 0 0 0,2 0 0 0 0,11 23 0 0 0,-14-35-356 0 0,1 0-1 0 0,1 0 1 0 0,0-1-1 0 0,0 0 1 0 0,0 0-1 0 0,1 0 1 0 0,1-1-1 0 0,12 10 1 0 0,-12-12-421 0 0,-1-1 1 0 0,1 0-1 0 0,-1 0 0 0 0,1-1 1 0 0,1 0-1 0 0,-1-1 0 0 0,0 0 1 0 0,1 0-1 0 0,0-1 0 0 0,0-1 0 0 0,10 1 1 0 0,15-2-4642 0 0,-1-6-2637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2604 0 0,'2'-98'18874'0'0,"2"107"-17992"0"0,-1 1 0 0 0,-1-1 0 0 0,1 1 0 0 0,-2 0 0 0 0,1-1 0 0 0,-1 16 0 0 0,1-4-111 0 0,11 99 1193 0 0,-3 226 0 0 0,-13-303-1891 0 0,-4 85-304 0 0,2-102-4677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1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1904 0 0,'2'1'3080'0'0,"5"0"-1277"0"0,10 4 5505 0 0,1 0-2231 0 0,-9 6-1474 0 0,-8-6-3204 0 0,-1 0 0 0 0,1 1 0 0 0,-1-1 0 0 0,0 1 0 0 0,0-1 0 0 0,-1 1 0 0 0,0-1 0 0 0,0 1 1 0 0,0-1-1 0 0,0 1 0 0 0,-1-1 0 0 0,0 0 0 0 0,-3 5 0 0 0,-6 13-76 0 0,-24 34 0 0 0,9-16-292 0 0,14-20-2251 0 0,-21 27 0 0 0,15-27-2661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2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1 233 1436 0 0,'3'-20'2949'0'0,"1"0"-1"0"0,10-29 1 0 0,-9 37-2140 0 0,0 0 1 0 0,1 0 0 0 0,0 0 0 0 0,0 1 0 0 0,9-11-1 0 0,-12 17-690 0 0,1 0 0 0 0,0 0 0 0 0,1 0 0 0 0,-1 1 0 0 0,1 0-1 0 0,-1 0 1 0 0,1 0 0 0 0,0 1 0 0 0,1-1 0 0 0,-1 1 0 0 0,1 0-1 0 0,-1 1 1 0 0,1-1 0 0 0,0 1 0 0 0,0 0 0 0 0,0 1 0 0 0,0 0-1 0 0,0 0 1 0 0,0 0 0 0 0,0 0 0 0 0,1 1 0 0 0,-1 0 0 0 0,0 0-1 0 0,0 1 1 0 0,0 0 0 0 0,1 0 0 0 0,6 2 0 0 0,-8-1-48 0 0,0-1 0 0 0,0 1 0 0 0,0 0 0 0 0,0 0 0 0 0,0 0 0 0 0,0 1 0 0 0,-1-1 0 0 0,1 1 0 0 0,-1 1 0 0 0,0-1 0 0 0,1 0 0 0 0,-2 1 0 0 0,1 0 0 0 0,0 0 0 0 0,-1 0 0 0 0,0 0 0 0 0,0 1 1 0 0,0 0-1 0 0,0-1 0 0 0,-1 1 0 0 0,0 0 0 0 0,0 0 0 0 0,0 0 0 0 0,0 0 0 0 0,-1 0 0 0 0,0 1 0 0 0,0-1 0 0 0,-1 0 0 0 0,1 1 0 0 0,-1-1 0 0 0,0 0 0 0 0,-1 1 0 0 0,-1 9 0 0 0,-2 1 222 0 0,0 1 1 0 0,-2-1-1 0 0,0 0 0 0 0,0 0 0 0 0,-17 27 0 0 0,-54 69 1695 0 0,17-28-518 0 0,46-63-1135 0 0,8-14-160 0 0,1 1 1 0 0,0-1-1 0 0,1 1 0 0 0,-5 11 1 0 0,9-16-113 0 0,1-1-50 0 0,0 0 1 0 0,1-1-1 0 0,-1 1 1 0 0,1-1 0 0 0,0 1-1 0 0,-1-1 1 0 0,1 1 0 0 0,0-1-1 0 0,0 0 1 0 0,0 0 0 0 0,0 0-1 0 0,0 0 1 0 0,0 0 0 0 0,0 0-1 0 0,0-1 1 0 0,0 1 0 0 0,0-1-1 0 0,0 1 1 0 0,0-1 0 0 0,1 0-1 0 0,-1 0 1 0 0,0 0 0 0 0,3 0-1 0 0,3 0 10 0 0,20 3-868 0 0,53-3 0 0 0,31-10-6279 0 0,-39 3-1731 0 0,-39 4 1203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2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4 904 0 0,'35'-4'25267'0'0,"-29"4"-25633"0"0,-3 1 1214 0 0,-4 11-572 0 0,0 0-1 0 0,-1-1 1 0 0,0 1 0 0 0,-1 0-1 0 0,0 0 1 0 0,-1-1 0 0 0,0 0 0 0 0,-6 13-1 0 0,-54 85 2847 0 0,34-62-2611 0 0,1 1-3840 0 0,-45 64-13721 0 0,73-110 16831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2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2 182 1740 0 0,'0'-7'1052'0'0,"-1"-1"1"0"0,1 1-1 0 0,0-1 0 0 0,0 1 0 0 0,1-1 0 0 0,0 1 0 0 0,0-1 1 0 0,1 1-1 0 0,0 0 0 0 0,5-12 0 0 0,-4 14-813 0 0,0 0 0 0 0,0 0 0 0 0,1 0 0 0 0,0 0-1 0 0,0 0 1 0 0,0 1 0 0 0,0-1 0 0 0,1 1 0 0 0,0 0 0 0 0,0 1 0 0 0,0-1-1 0 0,0 1 1 0 0,9-4 0 0 0,-5 2-145 0 0,1 1 0 0 0,0 1 0 0 0,0 0-1 0 0,1 0 1 0 0,-1 1 0 0 0,0 0 0 0 0,1 1-1 0 0,0 0 1 0 0,-1 0 0 0 0,1 1 0 0 0,-1 1-1 0 0,14 2 1 0 0,-18-2-58 0 0,1 0-1 0 0,-1 1 1 0 0,1 0 0 0 0,-1 0-1 0 0,0 0 1 0 0,0 1 0 0 0,0 0-1 0 0,-1 0 1 0 0,1 0 0 0 0,-1 1-1 0 0,1 0 1 0 0,-1 0-1 0 0,0 0 1 0 0,-1 1 0 0 0,1-1-1 0 0,-1 1 1 0 0,0 1 0 0 0,0-1-1 0 0,0 0 1 0 0,-1 1-1 0 0,3 6 1 0 0,-4-8-1 0 0,-1 1 1 0 0,0-1-1 0 0,0 1 1 0 0,0 0-1 0 0,-1-1 0 0 0,0 1 1 0 0,0 0-1 0 0,0-1 1 0 0,0 1-1 0 0,-1 0 0 0 0,0-1 1 0 0,0 1-1 0 0,0-1 1 0 0,0 1-1 0 0,-1-1 0 0 0,0 1 1 0 0,0-1-1 0 0,0 0 0 0 0,0 0 1 0 0,-4 5-1 0 0,-7 10 91 0 0,-1 0-1 0 0,-30 30 0 0 0,29-32-34 0 0,-42 51 780 0 0,56-67-754 0 0,1 0-100 0 0,0-1 1 0 0,0 1 0 0 0,0-1 0 0 0,0 1 0 0 0,0 0-1 0 0,0-1 1 0 0,0 1 0 0 0,0 0 0 0 0,0-1 0 0 0,0 1 0 0 0,1-1-1 0 0,-1 1 1 0 0,0-1 0 0 0,0 1 0 0 0,1 0 0 0 0,-1-1 0 0 0,0 1-1 0 0,0-1 1 0 0,1 1 0 0 0,-1-1 0 0 0,1 1 0 0 0,-1-1-1 0 0,0 0 1 0 0,1 1 0 0 0,-1-1 0 0 0,1 1 0 0 0,-1-1 0 0 0,1 0-1 0 0,-1 0 1 0 0,1 1 0 0 0,0-1 0 0 0,0 0 0 0 0,29 12 212 0 0,2 0-93 0 0,42 23 0 0 0,-65-30-59 0 0,0 1 0 0 0,0 0 0 0 0,0 0-1 0 0,-1 1 1 0 0,0 0 0 0 0,0 1-1 0 0,0 0 1 0 0,11 16 0 0 0,-18-22 68 0 0,1 1 1 0 0,0-1 0 0 0,-1 1 0 0 0,0 0-1 0 0,1 0 1 0 0,-1 0 0 0 0,0 0 0 0 0,-1 0-1 0 0,1 0 1 0 0,0 0 0 0 0,-1 0-1 0 0,0 0 1 0 0,1 1 0 0 0,-1-1 0 0 0,-1 0-1 0 0,1 0 1 0 0,0 0 0 0 0,-2 5 0 0 0,0-3 50 0 0,0 0 1 0 0,0-1 0 0 0,0 1 0 0 0,-1-1 0 0 0,1 1 0 0 0,-1-1 0 0 0,0 0 0 0 0,-1 0 0 0 0,1 0 0 0 0,-7 5 0 0 0,-1 0 87 0 0,-2 1 1 0 0,1-2 0 0 0,-1 0-1 0 0,0 0 1 0 0,-1-2 0 0 0,-26 11-1 0 0,19-10-61 0 0,-1-1-1 0 0,-33 5 0 0 0,48-10-629 0 0,0 0 0 0 0,-1-1 0 0 0,1 0 0 0 0,-1 0 0 0 0,1-1 0 0 0,-1 0 0 0 0,1 0 0 0 0,-1 0 0 0 0,1-1 1 0 0,0 0-1 0 0,-9-4 0 0 0,-4-9-4322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90 1920 0 0,'-5'-15'4459'0'0,"1"0"1"0"0,1 0-1 0 0,-2-29 0 0 0,21 45-2856 0 0,-10 3-1252 0 0,1 1 0 0 0,0-1-1 0 0,-1 1 1 0 0,0 1 0 0 0,0-1 0 0 0,-1 1 0 0 0,0 0-1 0 0,8 12 1 0 0,-4-8 16 0 0,10 14 103 0 0,-2 0 0 0 0,0 1-1 0 0,-1 1 1 0 0,-2 1-1 0 0,0 0 1 0 0,18 55 0 0 0,-25-57-355 0 0,-1 1 0 0 0,-1-1 0 0 0,-1 1 0 0 0,-2 0 0 0 0,0 0 0 0 0,-2 0 0 0 0,-1 0 0 0 0,-5 38 0 0 0,-5-10-111 0 0,-3-1 1 0 0,-1 0 0 0 0,-3-1-1 0 0,-2-1 1 0 0,-2-1 0 0 0,-3 0-1 0 0,-39 59 1 0 0,-14 4-2954 0 0,-159 180 1 0 0,43-92-7213 0 0,90-106-621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 1088 0 0,'-1'-14'19092'0'0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5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507 333 2192 0 0,'0'0'12954'0'0,"-4"8"-10602"0"0,-42-29-1825 0 0,-70-42 0 0 0,38 17-459 0 0,76 45-81 0 0,1 1 0 0 0,0-1 1 0 0,-1 0-1 0 0,1 0 0 0 0,0 0 1 0 0,0 1-1 0 0,0-1 0 0 0,0 0 0 0 0,0-1 1 0 0,0 1-1 0 0,-2-2 0 0 0,3 2 10 0 0,0 1 0 0 0,0 0 0 0 0,0 0 0 0 0,0-1 0 0 0,0 1 0 0 0,0-1 0 0 0,0 1 0 0 0,0 0 0 0 0,0-1 0 0 0,0 1 0 0 0,0 0-1 0 0,0-1 1 0 0,0 1 0 0 0,0 0 0 0 0,0-1 0 0 0,0 1 0 0 0,0 0 0 0 0,0-1 0 0 0,1 1 0 0 0,-1 0 0 0 0,0 0 0 0 0,0-1 0 0 0,0 1 0 0 0,1 0 0 0 0,-1-1-1 0 0,0 1 1 0 0,0 0 0 0 0,1 0 0 0 0,-1 0 0 0 0,0-1 0 0 0,3-1-6 0 0,0 1 0 0 0,1-1 0 0 0,-1 1 0 0 0,0 0-1 0 0,0 0 1 0 0,1 0 0 0 0,4-1 0 0 0,167-27-592 0 0,-90 17-101 0 0,141-39-1 0 0,-216 48 718 0 0,-1-1 0 0 0,1-1 0 0 0,-1 0 0 0 0,0 0 0 0 0,0-1 0 0 0,0 0 0 0 0,-1 0 0 0 0,0-1 0 0 0,0 0 0 0 0,-1 0 0 0 0,11-15 1 0 0,-17 21 112 0 0,-1 12-70 0 0,-4 4-39 0 0,0-1 1 0 0,0 1-1 0 0,-13 24 1 0 0,2 0 22 0 0,-100 349 806 0 0,31 8-423 0 0,81-383-424 0 0,-4 27 11 0 0,-22 87 379 0 0,25-115-87 0 0,0 0 1 0 0,0-1-1 0 0,-1 0 1 0 0,-1 0-1 0 0,0 0 1 0 0,0-1-1 0 0,-1 0 1 0 0,-10 12-1 0 0,12-17-175 0 0,0-1 0 0 0,-1 1 0 0 0,0-1 0 0 0,0 0 0 0 0,0-1 0 0 0,0 1 0 0 0,-1-1 0 0 0,1 0 0 0 0,-1-1 0 0 0,0 0 0 0 0,0 0 0 0 0,0 0 0 0 0,0-1 0 0 0,0 0 0 0 0,0 0-1 0 0,0-1 1 0 0,-1 0 0 0 0,1 0 0 0 0,0 0 0 0 0,-11-3 0 0 0,-11-3 15 0 0,0-1 0 0 0,0-1 1 0 0,-40-18-1 0 0,64 23-120 0 0,-127-58 256 0 0,51 21-542 0 0,80 40 35 0 0,0 0 0 0 0,-1-1 0 0 0,1 1 0 0 0,0 0-1 0 0,0-1 1 0 0,0 1 0 0 0,0-1 0 0 0,0 1 0 0 0,0-1 0 0 0,0 0 0 0 0,0 1-1 0 0,1-1 1 0 0,-1 0 0 0 0,0 0 0 0 0,0 0 0 0 0,-1-1 0 0 0,19 2-6372 0 0,1 1 6202 0 0,32-5-5411 0 0,-19-1 353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7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267 119 1872 0 0,'7'-36'3605'0'0,"-4"24"-2098"0"0,-1 1 1 0 0,0-1-1 0 0,-1 1 1 0 0,0-1-1 0 0,-1-13 1 0 0,-13 30-455 0 0,9-1-847 0 0,-1 0 0 0 0,1 1-1 0 0,0-1 1 0 0,1 1-1 0 0,-1 0 1 0 0,1 0 0 0 0,0 1-1 0 0,-4 9 1 0 0,1-4 122 0 0,-18 39 577 0 0,1 1 0 0 0,3 1 0 0 0,-13 56-1 0 0,-30 168 33 0 0,48-206-764 0 0,-4 53-10 0 0,-7 29 300 0 0,22-137-63 0 0,7-31-333 0 0,7-32-165 0 0,0 14 23 0 0,1 0 0 0 0,1 1 0 0 0,19-34-1 0 0,-23 51 66 0 0,1 0 0 0 0,1 0 0 0 0,0 1 0 0 0,1 0 0 0 0,1 1 0 0 0,1 0 0 0 0,23-20 0 0 0,-32 31-1 0 0,0 0 1 0 0,0 0-1 0 0,0 0 1 0 0,0 1 0 0 0,0 0-1 0 0,0-1 1 0 0,1 1-1 0 0,0 1 1 0 0,-1-1-1 0 0,1 1 1 0 0,0 0 0 0 0,-1 0-1 0 0,1 0 1 0 0,0 1-1 0 0,0-1 1 0 0,0 1-1 0 0,0 0 1 0 0,0 1 0 0 0,-1-1-1 0 0,1 1 1 0 0,0 0-1 0 0,0 0 1 0 0,-1 1-1 0 0,1-1 1 0 0,0 1-1 0 0,-1 0 1 0 0,0 0 0 0 0,1 1-1 0 0,-1-1 1 0 0,0 1-1 0 0,0 0 1 0 0,0 0-1 0 0,-1 0 1 0 0,1 0 0 0 0,-1 1-1 0 0,0 0 1 0 0,0 0-1 0 0,0 0 1 0 0,0 0-1 0 0,-1 0 1 0 0,1 0 0 0 0,-1 0-1 0 0,0 1 1 0 0,-1-1-1 0 0,3 10 1 0 0,0 9 1 0 0,0 0 1 0 0,-2 0-1 0 0,-1 0 1 0 0,-1 1-1 0 0,-1-1 1 0 0,-6 40-1 0 0,-2 49 34 0 0,9-110-26 0 0,0 1 0 0 0,0 0 1 0 0,1 0-1 0 0,-1-1 0 0 0,1 1 0 0 0,-1 0 0 0 0,1-1 0 0 0,0 1 1 0 0,0-1-1 0 0,1 3 0 0 0,-1-3-1 0 0,0-1 1 0 0,0 0-1 0 0,0 0 0 0 0,0 0 1 0 0,0 0-1 0 0,0 0 0 0 0,0 0 1 0 0,0 0-1 0 0,0 0 0 0 0,1-1 1 0 0,-1 1-1 0 0,0 0 0 0 0,0-1 1 0 0,1 1-1 0 0,-1-1 0 0 0,0 1 1 0 0,1-1-1 0 0,-1 0 0 0 0,1 1 1 0 0,-1-1-1 0 0,0 0 0 0 0,1 0 1 0 0,-1 0-1 0 0,3 0 0 0 0,5-1-62 0 0,0-1 0 0 0,0 1 0 0 0,0-1 0 0 0,0-1 0 0 0,-1 0 0 0 0,1 0 0 0 0,-1-1 0 0 0,13-7-1 0 0,-6 2-54 0 0,-1-1-1 0 0,-1 0 0 0 0,1-1 0 0 0,12-14 0 0 0,-1-2-62 0 0,-2-2 0 0 0,-1 0 0 0 0,30-53 0 0 0,-31 42 98 0 0,-2-1 0 0 0,21-64 0 0 0,-40 105 79 0 0,0 0 0 0 0,0-1 1 0 0,0 1-1 0 0,1 0 0 0 0,-1-1 1 0 0,0 1-1 0 0,0 0 0 0 0,0-1 1 0 0,0 1-1 0 0,0 0 0 0 0,0-1 1 0 0,0 1-1 0 0,0 0 1 0 0,0-1-1 0 0,0 1 0 0 0,0-1 1 0 0,0 1-1 0 0,-1 0 0 0 0,1-1 1 0 0,0 1-1 0 0,0 0 0 0 0,0-1 1 0 0,0 1-1 0 0,-1 0 0 0 0,1-1 1 0 0,0 1 1 0 0,-1 0 1 0 0,1 0-1 0 0,-1 0 0 0 0,1 0 1 0 0,0 0-1 0 0,-1 0 1 0 0,1 0-1 0 0,0 0 0 0 0,-1 0 1 0 0,1 0-1 0 0,0 0 1 0 0,-1 1-1 0 0,1-1 0 0 0,0 0 1 0 0,0 0-1 0 0,-1 0 1 0 0,1 0-1 0 0,0 1 0 0 0,-1-1 1 0 0,1 0-1 0 0,0 0 1 0 0,0 0-1 0 0,-1 1 0 0 0,1-1 1 0 0,0 0-1 0 0,0 1 1 0 0,0-1-1 0 0,0 0 0 0 0,-1 0 1 0 0,1 1-1 0 0,0-1 1 0 0,-12 18-1 0 0,1 0 0 0 0,1 0 1 0 0,0 1-1 0 0,2 0 1 0 0,0 1-1 0 0,1 0 1 0 0,1 0-1 0 0,1 1 1 0 0,1-1-1 0 0,0 1 0 0 0,0 42 1 0 0,4-59 5 0 0,0 0 0 0 0,0 0 0 0 0,1 0-1 0 0,0 0 1 0 0,-1 0 0 0 0,1 0 0 0 0,1 0 0 0 0,-1-1 0 0 0,1 1 0 0 0,-1 0 0 0 0,1-1 0 0 0,0 1 0 0 0,0-1 0 0 0,1 0-1 0 0,-1 1 1 0 0,1-1 0 0 0,0 0 0 0 0,-1-1 0 0 0,1 1 0 0 0,1 0 0 0 0,-1-1 0 0 0,0 0 0 0 0,0 1 0 0 0,1-1 0 0 0,0-1-1 0 0,-1 1 1 0 0,1 0 0 0 0,0-1 0 0 0,0 0 0 0 0,-1 0 0 0 0,1 0 0 0 0,0 0 0 0 0,5 0 0 0 0,2-1-57 0 0,-1 1 1 0 0,0-1 0 0 0,1-1 0 0 0,-1 0-1 0 0,1-1 1 0 0,-1 1 0 0 0,0-2 0 0 0,0 0-1 0 0,0 0 1 0 0,0-1 0 0 0,17-8 0 0 0,-12 2-50 0 0,0 0-1 0 0,-1-1 1 0 0,0-1 0 0 0,-1 0 0 0 0,0 0 0 0 0,0-1 0 0 0,11-17-1 0 0,67-110-203 0 0,-37 53 216 0 0,-54 86 83 0 0,1 0 0 0 0,0-1 0 0 0,-1 1 0 0 0,1 0 0 0 0,0 0 0 0 0,0 0 0 0 0,0 0 0 0 0,0 0 0 0 0,0 0 0 0 0,0 0 0 0 0,0 0 1 0 0,0 0-1 0 0,0 1 0 0 0,1-1 0 0 0,-1 0 0 0 0,0 1 0 0 0,0-1 0 0 0,1 1 0 0 0,-1-1 0 0 0,0 1 0 0 0,1 0 0 0 0,-1-1 0 0 0,1 1 0 0 0,-1 0 0 0 0,3 0 0 0 0,-3 1 7 0 0,1-1 0 0 0,-1 1 0 0 0,1 0 0 0 0,-1 0 0 0 0,0 0 0 0 0,1-1 0 0 0,-1 1 0 0 0,0 1 0 0 0,0-1 0 0 0,0 0 0 0 0,0 0-1 0 0,0 0 1 0 0,0 1 0 0 0,0-1 0 0 0,0 0 0 0 0,0 1 0 0 0,0-1 0 0 0,-1 1 0 0 0,1-1 0 0 0,-1 1 0 0 0,1 1 0 0 0,4 13 30 0 0,-2-1 1 0 0,0 1-1 0 0,0-1 0 0 0,-2 1 1 0 0,0 0-1 0 0,-1 0 1 0 0,-2 19-1 0 0,-3 10 826 0 0,-14 52 0 0 0,14-87-78 0 0,0-17-568 0 0,0-15-143 0 0,6 6-41 0 0,2 0 0 0 0,0 1 0 0 0,0-1 0 0 0,2 1 0 0 0,0 0 1 0 0,10-23-1 0 0,-5 17-27 0 0,1 1 1 0 0,1 0 0 0 0,26-33 0 0 0,-23 35-33 0 0,1 0 0 0 0,1 2 1 0 0,29-25-1 0 0,-39 36 20 0 0,0 0-1 0 0,0 1 1 0 0,0 0 0 0 0,0 0 0 0 0,1 0 0 0 0,-1 1 0 0 0,1 0 0 0 0,0 1-1 0 0,0 0 1 0 0,0 0 0 0 0,0 1 0 0 0,1-1 0 0 0,13 1 0 0 0,-17 2 11 0 0,-1-1 0 0 0,0 1 1 0 0,0 0-1 0 0,1 0 1 0 0,-1 0-1 0 0,0 0 1 0 0,0 1-1 0 0,0 0 1 0 0,0 0-1 0 0,-1 0 0 0 0,1 0 1 0 0,0 0-1 0 0,-1 1 1 0 0,0-1-1 0 0,1 1 1 0 0,-1 0-1 0 0,0 0 0 0 0,-1 1 1 0 0,1-1-1 0 0,0 1 1 0 0,-1-1-1 0 0,0 1 1 0 0,0 0-1 0 0,0-1 0 0 0,0 1 1 0 0,-1 0-1 0 0,1 0 1 0 0,0 7-1 0 0,2 2 28 0 0,-2 1 0 0 0,0 0 0 0 0,-1 0 0 0 0,0-1 0 0 0,-1 1 0 0 0,-1 0 0 0 0,-3 22 0 0 0,-3 11 75 0 0,-3 71 1 0 0,11-117-109 0 0,-1 0 0 0 0,0 0 1 0 0,0-1-1 0 0,1 1 1 0 0,-1 0-1 0 0,1 0 0 0 0,-1 0 1 0 0,0 0-1 0 0,1 0 0 0 0,0-1 1 0 0,-1 1-1 0 0,1 0 1 0 0,0 0-1 0 0,-1-1 0 0 0,1 1 1 0 0,0 0-1 0 0,0-1 0 0 0,-1 1 1 0 0,1-1-1 0 0,0 1 1 0 0,0-1-1 0 0,0 0 0 0 0,0 1 1 0 0,0-1-1 0 0,0 0 0 0 0,0 1 1 0 0,0-1-1 0 0,-1 0 1 0 0,1 0-1 0 0,2 0 0 0 0,28 2-991 0 0,-5-6-1330 0 0,-1 0 1 0 0,1-2 0 0 0,-1-1 0 0 0,30-12 0 0 0,-15 4-3698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7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39 1920 0 0,'18'-38'14819'0'0,"-19"58"-14109"0"0,-10 111 3564 0 0,-9 65-2137 0 0,6-61-1431 0 0,12-117-869 0 0,-9 84 727 0 0,0-36-3930 0 0,12-57 1761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8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1 207 1024 0 0,'19'-47'3785'0'0,"-14"30"-2736"0"0,2 1 1 0 0,0 0-1 0 0,0 1 0 0 0,1-1 1 0 0,1 1-1 0 0,1 1 1 0 0,15-18-1 0 0,-24 30-985 0 0,0 1-1 0 0,1-1 1 0 0,-1 1 0 0 0,1 0-1 0 0,0-1 1 0 0,-1 1 0 0 0,1 0 0 0 0,0 0-1 0 0,0 0 1 0 0,0 0 0 0 0,-1 0 0 0 0,1 0-1 0 0,0 1 1 0 0,0-1 0 0 0,0 1-1 0 0,1-1 1 0 0,-1 1 0 0 0,0 0 0 0 0,0 0-1 0 0,0 0 1 0 0,0 0 0 0 0,0 0-1 0 0,0 0 1 0 0,0 1 0 0 0,0-1 0 0 0,0 1-1 0 0,0-1 1 0 0,0 1 0 0 0,0 0 0 0 0,0 0-1 0 0,0 0 1 0 0,0 0 0 0 0,1 1-1 0 0,1 0 60 0 0,-1 1-1 0 0,-1 0 1 0 0,1 0-1 0 0,0 0 1 0 0,-1 0-1 0 0,1 0 1 0 0,-1 1-1 0 0,0-1 1 0 0,0 1-1 0 0,0 0 0 0 0,-1-1 1 0 0,1 1-1 0 0,-1 0 1 0 0,0 0-1 0 0,0 0 1 0 0,1 7-1 0 0,-2 0 261 0 0,0 0 1 0 0,-1 0-1 0 0,0 0 0 0 0,0 0 0 0 0,-1 0 0 0 0,-1 0 0 0 0,0 0 1 0 0,0 0-1 0 0,-1-1 0 0 0,-10 20 0 0 0,-6 5 1338 0 0,-38 52 0 0 0,53-79-1479 0 0,4-7-197 0 0,0 0-1 0 0,0 0 1 0 0,0 1 0 0 0,0-1-1 0 0,0 0 1 0 0,1 1 0 0 0,-1-1-1 0 0,1 0 1 0 0,-1 1 0 0 0,1-1-1 0 0,-1 1 1 0 0,1-1 0 0 0,0 3 0 0 0,0-3-38 0 0,0-1 1 0 0,0 1 0 0 0,0-1-1 0 0,0 0 1 0 0,0 1 0 0 0,1-1 0 0 0,-1 1-1 0 0,0-1 1 0 0,0 0 0 0 0,1 1 0 0 0,-1-1-1 0 0,0 0 1 0 0,1 1 0 0 0,-1-1 0 0 0,0 0-1 0 0,1 1 1 0 0,-1-1 0 0 0,0 0 0 0 0,1 0-1 0 0,-1 1 1 0 0,1-1 0 0 0,-1 0-1 0 0,0 0 1 0 0,1 0 0 0 0,-1 0 0 0 0,1 1-1 0 0,-1-1 1 0 0,1 0 0 0 0,6 0-91 0 0,-1 0 0 0 0,0 0 0 0 0,1 0 0 0 0,-1-1 0 0 0,8-2 0 0 0,0 1-306 0 0,128-10-5619 0 0,-47 12-3206 0 0,-58 2 1526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8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24 0 0,'-51'43'11060'0'0,"4"-2"-2756"0"0,46-40-7982 0 0,-1 8 487 0 0,15-7-681 0 0,0 1 0 0 0,0-2 0 0 0,1 0 1 0 0,-1 0-1 0 0,0-1 0 0 0,16-3 0 0 0,-6 2-105 0 0,87-7-3119 0 0,-39-6-6151 0 0,-52 9 2555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21 872 0 0,'-16'-7'5468'0'0,"-21"-6"3947"0"0,36 13-9270 0 0,0 0 0 0 0,0 0 1 0 0,0 0-1 0 0,0 0 1 0 0,0 0-1 0 0,-1 0 0 0 0,1 0 1 0 0,0 1-1 0 0,0-1 0 0 0,0 0 1 0 0,0 1-1 0 0,0-1 0 0 0,0 1 1 0 0,0-1-1 0 0,0 1 0 0 0,0 0 1 0 0,0-1-1 0 0,0 1 0 0 0,0 0 1 0 0,1-1-1 0 0,-1 1 0 0 0,-1 1 1 0 0,-15 22 2541 0 0,10-9-1642 0 0,1 0 1 0 0,0 0-1 0 0,1 0 0 0 0,-4 22 1 0 0,-8 68 664 0 0,9-50-1105 0 0,-33 230-1186 0 0,37-238-7218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9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65 3048 0 0,'5'-8'1380'0'0,"1"1"350"0"0,0-1 0 0 0,0 1 0 0 0,12-11 0 0 0,-16 16-1522 0 0,1 0 0 0 0,-1 0-1 0 0,1 1 1 0 0,0-1-1 0 0,-1 1 1 0 0,1 0 0 0 0,0 0-1 0 0,0 0 1 0 0,0 0-1 0 0,0 0 1 0 0,0 0 0 0 0,0 1-1 0 0,0 0 1 0 0,0 0-1 0 0,4 0 1 0 0,-1 0-70 0 0,0 0 0 0 0,-1 1 0 0 0,1 0 0 0 0,-1 0 1 0 0,1 0-1 0 0,-1 1 0 0 0,0 0 0 0 0,1 0 0 0 0,-1 0 0 0 0,0 1 0 0 0,0 0 0 0 0,-1 0 0 0 0,1 0 1 0 0,0 0-1 0 0,-1 1 0 0 0,0 0 0 0 0,0 0 0 0 0,0 0 0 0 0,0 0 0 0 0,-1 0 0 0 0,0 1 0 0 0,1 0 1 0 0,-2 0-1 0 0,1-1 0 0 0,-1 2 0 0 0,1-1 0 0 0,-1 0 0 0 0,1 8 0 0 0,0-1 170 0 0,0 0-1 0 0,-1 0 1 0 0,-1 0-1 0 0,0 0 0 0 0,-1 1 1 0 0,0-1-1 0 0,-1 0 1 0 0,0 0-1 0 0,-1 0 1 0 0,0 1-1 0 0,-8 21 1 0 0,0-12 163 0 0,0 0 0 0 0,-1-1 1 0 0,-1 0-1 0 0,-1 0 1 0 0,-1-2-1 0 0,-21 25 0 0 0,-109 98 2180 0 0,103-99-1392 0 0,40-42-1066 0 0,34-1 43 0 0,11-10-2090 0 0,-1-3-1 0 0,61-25 0 0 0,74-50-12202 0 0,-131 61 6079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9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63 109 2300 0 0,'-14'-16'2726'0'0,"6"6"-612"0"0,-1 0 0 0 0,2 0 0 0 0,-1-1 0 0 0,-7-15-1 0 0,15 25-2050 0 0,0 1-1 0 0,0-1 1 0 0,-1 1 0 0 0,1-1-1 0 0,0 0 1 0 0,0 1-1 0 0,0-1 1 0 0,-1 0-1 0 0,1 1 1 0 0,0-1-1 0 0,0 0 1 0 0,0 1-1 0 0,0-1 1 0 0,0 0-1 0 0,1 1 1 0 0,-1-1-1 0 0,0 1 1 0 0,0-1-1 0 0,0 0 1 0 0,0 1-1 0 0,1-1 1 0 0,-1 0 0 0 0,0 1-1 0 0,1-1 1 0 0,-1 1-1 0 0,0-1 1 0 0,1 1-1 0 0,-1-1 1 0 0,1 0-1 0 0,1 0-3 0 0,-1 1 0 0 0,0-1 1 0 0,1 0-1 0 0,-1 0 0 0 0,1 1 0 0 0,0-1 0 0 0,-1 1 0 0 0,1-1 0 0 0,-1 1 1 0 0,1 0-1 0 0,2 0 0 0 0,3-1-4 0 0,0 2 1 0 0,0-1 0 0 0,0 1 0 0 0,-1 0-1 0 0,11 2 1 0 0,-9 0-24 0 0,0 0 1 0 0,0 0-1 0 0,0 1 0 0 0,0 0 0 0 0,0 0 1 0 0,-1 1-1 0 0,0 0 0 0 0,0 0 0 0 0,0 1 1 0 0,9 10-1 0 0,-13-13-11 0 0,0 1 0 0 0,-1-1 1 0 0,1 1-1 0 0,-1 0 0 0 0,0 0 0 0 0,0 0 1 0 0,0 0-1 0 0,0 1 0 0 0,-1-1 0 0 0,0 0 1 0 0,0 1-1 0 0,0-1 0 0 0,0 1 0 0 0,-1-1 0 0 0,0 1 1 0 0,0-1-1 0 0,0 1 0 0 0,0-1 0 0 0,-1 1 1 0 0,0-1-1 0 0,-2 9 0 0 0,-3 4 58 0 0,-1-1 0 0 0,-1-1-1 0 0,-1 1 1 0 0,0-1 0 0 0,-12 15-1 0 0,-8 14 13 0 0,24-37-61 0 0,-7 11 37 0 0,11-17-64 0 0,1-1 0 0 0,0 0 1 0 0,0 1-1 0 0,0-1 0 0 0,0 1 0 0 0,0-1 0 0 0,0 1 0 0 0,0-1 0 0 0,0 0 0 0 0,0 1 0 0 0,0-1 0 0 0,1 1 1 0 0,-1-1-1 0 0,0 1 0 0 0,0-1 0 0 0,0 0 0 0 0,0 1 0 0 0,1-1 0 0 0,-1 1 0 0 0,0-1 0 0 0,0 0 0 0 0,1 1 1 0 0,-1-1-1 0 0,0 0 0 0 0,1 0 0 0 0,-1 1 0 0 0,0-1 0 0 0,1 0 0 0 0,-1 1 0 0 0,0-1 0 0 0,1 0 0 0 0,-1 0 1 0 0,1 0-1 0 0,-1 0 0 0 0,1 1 0 0 0,-1-1 0 0 0,0 0 0 0 0,1 0 0 0 0,-1 0 0 0 0,1 0 0 0 0,-1 0 0 0 0,1 0 1 0 0,-1 0-1 0 0,0 0 0 0 0,1 0 0 0 0,38 3-1108 0 0,0-1 1 0 0,50-4-1 0 0,11 0-6503 0 0,-53 2 794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9 836 0 0,'-28'8'8323'0'0,"-35"5"-1"0"0,61-12-7417 0 0,-9 2 1526 0 0,187-12-3184 0 0,-116 1-3059 0 0,-2-4-3480 0 0,-38 7 736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29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14 1648 0 0,'-14'-6'4474'0'0,"11"5"-3514"0"0,1 0 0 0 0,-1 0 0 0 0,0 0 0 0 0,0 0 0 0 0,0 0 0 0 0,0 1 0 0 0,-6-1 1 0 0,8 1-828 0 0,0 0 1 0 0,0 1-1 0 0,-1-1 1 0 0,1 1-1 0 0,0-1 1 0 0,0 0-1 0 0,0 1 1 0 0,0 0 0 0 0,0-1-1 0 0,0 1 1 0 0,0 0-1 0 0,0-1 1 0 0,0 1-1 0 0,0 0 1 0 0,0 0 0 0 0,0 0-1 0 0,1 0 1 0 0,-1 0-1 0 0,0 0 1 0 0,1 0-1 0 0,-1 0 1 0 0,1 0-1 0 0,-1 0 1 0 0,0 2 0 0 0,-9 21 1494 0 0,1 0 0 0 0,1 0 1 0 0,-6 35-1 0 0,-7 80 170 0 0,3-14-1069 0 0,17-117-678 0 0,-14 86-466 0 0,13-81-551 0 0,1 1 0 0 0,1 0 1 0 0,0-1-1 0 0,4 25 0 0 0,5-13-2906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30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125 126 2648 0 0,'13'-17'2975'0'0,"-1"0"28"0"0,1 1 1 0 0,21-20-1 0 0,-29 32-2762 0 0,0 0 1 0 0,0 0-1 0 0,0 1 0 0 0,1-1 1 0 0,-1 1-1 0 0,1 0 0 0 0,0 1 0 0 0,-1-1 1 0 0,1 1-1 0 0,0 0 0 0 0,0 1 0 0 0,8-2 1 0 0,-11 3-212 0 0,0-1-1 0 0,0 1 1 0 0,1 0 0 0 0,-1 0 0 0 0,0 0 0 0 0,0 0 0 0 0,1 1 0 0 0,-1-1 0 0 0,0 1 0 0 0,0 0 0 0 0,0-1 0 0 0,0 2 0 0 0,0-1-1 0 0,0 0 1 0 0,0 1 0 0 0,0-1 0 0 0,0 1 0 0 0,-1 0 0 0 0,1 0 0 0 0,-1 0 0 0 0,1 0 0 0 0,-1 0 0 0 0,0 1 0 0 0,0-1 0 0 0,0 1-1 0 0,0-1 1 0 0,0 1 0 0 0,0 0 0 0 0,2 5 0 0 0,-3-4 1 0 0,1 1 0 0 0,-1-1 0 0 0,0 0 0 0 0,-1 1 0 0 0,1-1 0 0 0,-1 1 1 0 0,1 0-1 0 0,-1-1 0 0 0,-1 1 0 0 0,1-1 0 0 0,-1 1 0 0 0,1-1 0 0 0,-1 1 0 0 0,-1-1 0 0 0,1 0 0 0 0,-1 1 0 0 0,1-1 0 0 0,-1 0 0 0 0,-5 7 0 0 0,-2 3 319 0 0,0-1 0 0 0,-1-1 0 0 0,-1 0 0 0 0,0-1 0 0 0,-1 0 0 0 0,-21 16 0 0 0,32-26-69 0 0,-13-2 866 0 0,14 0-712 0 0,7-2-549 0 0,-5 3 111 0 0,1 0 0 0 0,0 0 0 0 0,0 1-1 0 0,-1-1 1 0 0,1 0 0 0 0,0 1 0 0 0,0 0 0 0 0,-1 0 0 0 0,1 0 0 0 0,-1 0 0 0 0,1 0 0 0 0,3 3 0 0 0,-3-3 6 0 0,4 3-3 0 0,0 0 0 0 0,0 1-1 0 0,-1 0 1 0 0,1 0 0 0 0,-1 1 0 0 0,0 0 0 0 0,-1 0-1 0 0,1 0 1 0 0,-1 1 0 0 0,-1 0 0 0 0,1 0-1 0 0,-1 0 1 0 0,0 1 0 0 0,-1-1 0 0 0,1 1-1 0 0,3 16 1 0 0,-5-17 155 0 0,0 1 1 0 0,-1-1-1 0 0,1 1 0 0 0,-2-1 0 0 0,1 1 1 0 0,-1 0-1 0 0,0 0 0 0 0,-1-1 0 0 0,0 1 1 0 0,0-1-1 0 0,-1 1 0 0 0,1-1 0 0 0,-2 1 1 0 0,1-1-1 0 0,-1 0 0 0 0,0 0 0 0 0,-1 0 1 0 0,-5 9-1 0 0,1-7 154 0 0,1 0 0 0 0,-1-1 0 0 0,-1 0 0 0 0,1-1 1 0 0,-1 0-1 0 0,-1 0 0 0 0,1-1 0 0 0,-1 0 0 0 0,0 0 0 0 0,-1-1 1 0 0,1-1-1 0 0,-1 0 0 0 0,0 0 0 0 0,0-1 0 0 0,0 0 0 0 0,-13 1 1 0 0,16-4-269 0 0,0 1 1 0 0,0-1 0 0 0,0 0 0 0 0,0-1 0 0 0,0 0 0 0 0,1 0 0 0 0,-1 0 0 0 0,0-1 0 0 0,1 0 0 0 0,-13-6 0 0 0,14 5-268 0 0,0 0 0 0 0,1-1 0 0 0,-1 0 0 0 0,1 0 0 0 0,0 0 0 0 0,0 0-1 0 0,0-1 1 0 0,1 0 0 0 0,-1 0 0 0 0,1 0 0 0 0,0-1 0 0 0,1 1 0 0 0,-6-13 0 0 0,7 13-369 0 0,0 0 0 0 0,0 0 0 0 0,1 0 0 0 0,-1-1 0 0 0,1 1-1 0 0,1-1 1 0 0,-1 1 0 0 0,1-1 0 0 0,0 1 0 0 0,0-1 0 0 0,1 1 0 0 0,1-8 0 0 0,0 4-1810 0 0,0 0 0 0 0,1 0 0 0 0,6-14 0 0 0,3-4-6783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30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164 122 1056 0 0,'-18'-99'16855'0'0,"18"98"-16761"0"0,0 0 1 0 0,-1 0-1 0 0,1 0 1 0 0,0 0-1 0 0,0 1 1 0 0,0-1-1 0 0,0 0 1 0 0,0 0-1 0 0,0 0 1 0 0,0 0-1 0 0,0 0 1 0 0,0 0-1 0 0,0 0 1 0 0,0 1-1 0 0,0-1 1 0 0,1 0-1 0 0,-1 0 1 0 0,0 0-1 0 0,1 0 1 0 0,-1 0-1 0 0,0 1 1 0 0,1-2-1 0 0,0 2-61 0 0,0-1 0 0 0,-1 1-1 0 0,1 0 1 0 0,0 0 0 0 0,-1 0 0 0 0,1 0 0 0 0,0 0 0 0 0,-1-1-1 0 0,1 1 1 0 0,0 0 0 0 0,-1 0 0 0 0,1 1 0 0 0,0-1 0 0 0,-1 0-1 0 0,1 0 1 0 0,0 0 0 0 0,-1 0 0 0 0,1 0 0 0 0,0 1 0 0 0,-1-1-1 0 0,2 1 1 0 0,2 1 10 0 0,0 0-1 0 0,0 1 0 0 0,0 0 0 0 0,0 0 0 0 0,-1 0 1 0 0,7 6-1 0 0,-5-3-12 0 0,-1 1 0 0 0,0 0 0 0 0,0-1 0 0 0,0 2-1 0 0,-1-1 1 0 0,0 0 0 0 0,0 1 0 0 0,0-1 0 0 0,-1 1 0 0 0,-1 0 0 0 0,1 0 0 0 0,-1 0 0 0 0,-1 0-1 0 0,1 0 1 0 0,-1 0 0 0 0,-1 0 0 0 0,1 0 0 0 0,-1 0 0 0 0,-1 0 0 0 0,-3 12 0 0 0,-1-4 90 0 0,0 0 1 0 0,-1 0-1 0 0,-1 0 0 0 0,0-1 1 0 0,-1 0-1 0 0,0-1 1 0 0,-2 0-1 0 0,-17 19 0 0 0,-3 2 307 0 0,-54 53 633 0 0,83-86-957 0 0,0 0 0 0 0,-1 1 0 0 0,1-1 0 0 0,0 0 1 0 0,1 0-1 0 0,-1 1 0 0 0,0 0 0 0 0,-1 3 0 0 0,17-2 115 0 0,16-3-391 0 0,-1-1 1 0 0,1-2-1 0 0,-1-1 1 0 0,40-9-1 0 0,-37 6-511 0 0,115-18-4096 0 0,-47 9-3519 0 0,-44 4-117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3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39 2716 0 0,'-3'0'3944'0'0,"-8"0"258"0"0,-15-3 4817 0 0,26 3-8995 0 0,18-5-233 0 0,28-4 97 0 0,74-5 0 0 0,-49 10-4214 0 0,-21 1-3326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31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1392 0 0,'-101'62'14545'0'0,"99"-61"-14098"0"0,2-1-417 0 0,-1 0 1 0 0,1 0-1 0 0,0 0 0 0 0,0 0 0 0 0,0 0 1 0 0,-1 1-1 0 0,1-1 0 0 0,0 0 0 0 0,0 0 1 0 0,0 0-1 0 0,0 0 0 0 0,-1 1 0 0 0,1-1 1 0 0,0 0-1 0 0,0 0 0 0 0,0 0 1 0 0,0 1-1 0 0,0-1 0 0 0,0 0 0 0 0,0 0 1 0 0,0 1-1 0 0,0-1 0 0 0,-1 0 0 0 0,1 0 1 0 0,0 0-1 0 0,0 1 0 0 0,0-1 0 0 0,0 0 1 0 0,0 0-1 0 0,0 1 0 0 0,0-1 0 0 0,1 0 1 0 0,-1 0-1 0 0,0 1 0 0 0,0-1 0 0 0,0 0 1 0 0,0 0-1 0 0,0 0 0 0 0,0 1 0 0 0,0-1 1 0 0,0 0-1 0 0,1 0 0 0 0,-1 0 0 0 0,0 1 1 0 0,32 1 180 0 0,0 0 0 0 0,0-2 0 0 0,58-8 0 0 0,-20 1-572 0 0,108-11-3633 0 0,-61-3-2368 0 0,-56 6 893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3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64 2976 0 0,'-12'-54'17559'0'0,"12"53"-17382"0"0,0 1 0 0 0,0-1 0 0 0,0 0 0 0 0,-1 1 0 0 0,1-1 0 0 0,0 1 0 0 0,0-1 0 0 0,-1 1 0 0 0,1-1 0 0 0,0 1 0 0 0,-1-1 0 0 0,1 1 0 0 0,0 0 0 0 0,-1-1 0 0 0,1 1 0 0 0,-1-1 0 0 0,0 1 0 0 0,-2 5 142 0 0,0 1 0 0 0,0 0 0 0 0,1-1 1 0 0,-1 1-1 0 0,1 1 0 0 0,1-1 0 0 0,-1 0 0 0 0,1 0 0 0 0,-1 8 1 0 0,-2 8 323 0 0,-193 703 2749 0 0,180-675-7651 0 0,13-41 1495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32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169 109 2660 0 0,'44'-108'19035'0'0,"-44"127"-18071"0"0,-9 12-337 0 0,-1-1-1 0 0,-1 0 1 0 0,-2 0 0 0 0,-1-2 0 0 0,-22 35 0 0 0,-2 3-337 0 0,-40 64 219 0 0,78-130-502 0 0,-1 1-1 0 0,1-1 1 0 0,0 1-1 0 0,-1-1 1 0 0,1 1-1 0 0,0-1 1 0 0,0 1-1 0 0,-1-1 1 0 0,1 1-1 0 0,0-1 1 0 0,0 1-1 0 0,0-1 1 0 0,0 1-1 0 0,-1-1 0 0 0,1 1 1 0 0,0 0-1 0 0,0-1 1 0 0,0 1-1 0 0,0-1 1 0 0,0 1-1 0 0,1-1 1 0 0,-1 1-1 0 0,0 0 1 0 0,0-1-1 0 0,0 1 1 0 0,0-1-1 0 0,1 1 1 0 0,-1-1-1 0 0,0 1 1 0 0,0-1-1 0 0,1 1 1 0 0,-1-1-1 0 0,0 1 1 0 0,1-1-1 0 0,-1 1 1 0 0,1-1-1 0 0,-1 0 1 0 0,1 1-1 0 0,-1-1 1 0 0,0 0-1 0 0,1 1 1 0 0,-1-1-1 0 0,1 0 1 0 0,0 0-1 0 0,-1 1 1 0 0,1-1-1 0 0,-1 0 1 0 0,1 0-1 0 0,-1 0 1 0 0,1 0-1 0 0,0 1 0 0 0,36 2 38 0 0,-31-2-27 0 0,26-1-66 0 0,-1 0-1 0 0,0-2 1 0 0,0-1-1 0 0,0-2 1 0 0,39-10-1 0 0,-52 10 33 0 0,-1-1-1 0 0,0 0 0 0 0,0-2 1 0 0,0 0-1 0 0,-1 0 0 0 0,-1-1 1 0 0,1-1-1 0 0,-1-1 0 0 0,-1 0 0 0 0,19-20 1 0 0,-22 18 809 0 0,0-1 1 0 0,-2 0-1 0 0,1-1 1 0 0,-2 0-1 0 0,0 0 1 0 0,8-23-1 0 0,-14 34-704 0 0,-8 16-86 0 0,0 0 0 0 0,1 1-1 0 0,-4 16 1 0 0,-4 7-3 0 0,-14 44-2019 0 0,3 2 0 0 0,4 0-1 0 0,-18 168 1 0 0,34-192-2861 0 0,2-19-1219 0 0,2 9-5201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2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1904 0 0,'5'-9'7042'0'0,"-2"11"-6963"0"0,-1 0 0 0 0,0 0-1 0 0,0 1 1 0 0,0-1 0 0 0,0 0-1 0 0,-1 1 1 0 0,1-1 0 0 0,0 1 0 0 0,-1-1-1 0 0,0 1 1 0 0,1 0 0 0 0,0 4 0 0 0,12 41 591 0 0,-10-34-516 0 0,3 21 316 0 0,-1 1-1 0 0,-2 0 0 0 0,-1 0 1 0 0,-5 68-1 0 0,1-32-149 0 0,1-3 2988 0 0,1-70-3284 0 0,1 1-1 0 0,-1-1 1 0 0,0 1 0 0 0,0-1 0 0 0,0 1-1 0 0,0-1 1 0 0,0 0 0 0 0,0 0-1 0 0,0 1 1 0 0,0-1 0 0 0,0 0 0 0 0,0 0-1 0 0,-1 0 1 0 0,1 0 0 0 0,0 0 0 0 0,-1 0-1 0 0,2-2 1 0 0,12-23 78 0 0,-10 20-58 0 0,23-47 21 0 0,27-45-5 0 0,-47 87-80 0 0,1-1 0 0 0,1 1 0 0 0,0 1 0 0 0,0 0-1 0 0,20-17 1 0 0,-27 25 14 0 0,1 1 0 0 0,-1-1 0 0 0,1 1-1 0 0,-1-1 1 0 0,1 1 0 0 0,0 0 0 0 0,-1 0 0 0 0,1 0-1 0 0,0 0 1 0 0,0 1 0 0 0,-1-1 0 0 0,1 1 0 0 0,0-1-1 0 0,0 1 1 0 0,0 0 0 0 0,0 0 0 0 0,0 1-1 0 0,4 0 1 0 0,-1 0 0 0 0,0 1 0 0 0,-1 0-1 0 0,1 1 1 0 0,-1-1 0 0 0,0 1-1 0 0,0 0 1 0 0,0 0 0 0 0,8 7-1 0 0,4 6 11 0 0,0 1 0 0 0,-1 1-1 0 0,20 29 1 0 0,-11-12 7 0 0,-10-13-1 0 0,1-1 0 0 0,0 0 1 0 0,2-1-1 0 0,0-1 1 0 0,33 27-1 0 0,-49-44 14 0 0,0 0 0 0 0,1-1 1 0 0,-1 1-1 0 0,1-1 0 0 0,0 0 0 0 0,-1 0 1 0 0,1 0-1 0 0,0 0 0 0 0,0 0 0 0 0,0 0 1 0 0,0-1-1 0 0,-1 0 0 0 0,1 1 0 0 0,0-1 1 0 0,0 0-1 0 0,0 0 0 0 0,0-1 0 0 0,0 1 1 0 0,5-2-1 0 0,-4 1 32 0 0,0-1 1 0 0,0 0-1 0 0,0-1 0 0 0,0 1 0 0 0,-1 0 1 0 0,1-1-1 0 0,-1 0 0 0 0,0 0 1 0 0,1 0-1 0 0,-1 0 0 0 0,-1-1 0 0 0,6-6 1 0 0,4-10 40 0 0,0-1 0 0 0,-1 0 0 0 0,-1-1 0 0 0,-1 0-1 0 0,-1-1 1 0 0,9-39 0 0 0,14-145 297 0 0,-24-27-264 0 0,-7 182-3262 0 0,0 55 2247 0 0,1-1 0 0 0,0 1 0 0 0,1 0 0 0 0,-1-1-1 0 0,0 1 1 0 0,1-1 0 0 0,3 5 0 0 0,-2-3-565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0 1580 0 0,'-4'14'5065'0'0,"-2"-2"-2492"0"0,2 0 0 0 0,-6 23 0 0 0,9-31-2394 0 0,0 0 0 0 0,1 0 0 0 0,-1 0-1 0 0,1 0 1 0 0,0 0 0 0 0,0 0 0 0 0,1 0 0 0 0,-1 0 0 0 0,1 0 0 0 0,0 0 0 0 0,0 0-1 0 0,0 0 1 0 0,3 5 0 0 0,-2-7-116 0 0,0 1 0 0 0,0-1-1 0 0,0 1 1 0 0,0-1 0 0 0,0 0 0 0 0,1 0-1 0 0,-1 0 1 0 0,1 0 0 0 0,-1-1 0 0 0,1 1-1 0 0,0-1 1 0 0,0 1 0 0 0,0-1 0 0 0,0 0-1 0 0,0 0 1 0 0,0 0 0 0 0,0 0 0 0 0,0-1-1 0 0,0 1 1 0 0,0-1 0 0 0,0 0-1 0 0,0 0 1 0 0,0 0 0 0 0,1 0 0 0 0,-1-1-1 0 0,0 1 1 0 0,0-1 0 0 0,0 0 0 0 0,5-2-1 0 0,-4 0-24 0 0,0 0 0 0 0,0 0-1 0 0,0 0 1 0 0,-1 0 0 0 0,1-1-1 0 0,-1 0 1 0 0,0 0-1 0 0,0 0 1 0 0,0 0 0 0 0,-1 0-1 0 0,1 0 1 0 0,-1-1 0 0 0,0 1-1 0 0,0-1 1 0 0,-1 0-1 0 0,1 1 1 0 0,-1-1 0 0 0,0 0-1 0 0,-1 0 1 0 0,1 0 0 0 0,-1 0-1 0 0,0 0 1 0 0,0 0-1 0 0,0 0 1 0 0,-1 1 0 0 0,0-1-1 0 0,1 0 1 0 0,-2 0 0 0 0,-2-8-1 0 0,4 12-34 0 0,-1 0 0 0 0,0 1 0 0 0,1-1 0 0 0,-1 0 0 0 0,1 0 0 0 0,-1 1 0 0 0,0-1 0 0 0,0 0 0 0 0,1 1 0 0 0,-1-1 0 0 0,0 0 0 0 0,0 1 0 0 0,0-1 0 0 0,0 1 0 0 0,0 0 0 0 0,1-1 0 0 0,-1 1 0 0 0,0 0 0 0 0,0-1 0 0 0,0 1 0 0 0,0 0 0 0 0,-2 0-1 0 0,-22 1 49 0 0,15 2-46 0 0,1 1 0 0 0,-1-1 0 0 0,1 2 0 0 0,0-1 0 0 0,0 1 0 0 0,-9 6 0 0 0,-49 41 46 0 0,51-39-45 0 0,-9 7 29 0 0,-39 43 0 0 0,56-54-21 0 0,0 1 0 0 0,0-1-1 0 0,1 2 1 0 0,1-1 0 0 0,0 1 0 0 0,0 0 0 0 0,-7 21 0 0 0,12-30 4 0 0,1 0 0 0 0,-1 0 0 0 0,0 1 0 0 0,1-1 0 0 0,0 0 0 0 0,0 1 0 0 0,-1-1 0 0 0,1 0 0 0 0,0 0 0 0 0,1 1 0 0 0,-1-1 0 0 0,0 0 0 0 0,1 1 0 0 0,-1-1 0 0 0,1 0 0 0 0,0 0 0 0 0,0 0 0 0 0,0 0 0 0 0,2 4 0 0 0,-1-4 3 0 0,0 0-1 0 0,0 1 0 0 0,0-1 1 0 0,1-1-1 0 0,-1 1 1 0 0,1 0-1 0 0,-1-1 1 0 0,1 1-1 0 0,-1-1 1 0 0,1 1-1 0 0,0-1 0 0 0,0 0 1 0 0,3 0-1 0 0,10 2 40 0 0,0 0-1 0 0,0-2 1 0 0,0 0-1 0 0,24-2 1 0 0,-31 1-54 0 0,27-2 43 0 0,1-1 0 0 0,-1-2 0 0 0,1-2-1 0 0,-1-1 1 0 0,49-18 0 0 0,-61 14-1629 0 0,-1-1-4387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3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494 111 1160 0 0,'0'-13'3301'0'0,"-1"1"0"0"0,0 0 0 0 0,-5-20 0 0 0,5 30-3080 0 0,1 0 0 0 0,-1 0 0 0 0,0 0 1 0 0,0 0-1 0 0,0 0 0 0 0,0 1 0 0 0,-1-1 0 0 0,1 0 0 0 0,0 0 1 0 0,-1 1-1 0 0,1-1 0 0 0,-1 1 0 0 0,0 0 0 0 0,1-1 0 0 0,-1 1 0 0 0,0 0 1 0 0,0 0-1 0 0,-2-1 0 0 0,0 0-24 0 0,0 0 0 0 0,0 1 1 0 0,0-1-1 0 0,-1 1 0 0 0,-7-1 0 0 0,3 2-130 0 0,0 0 0 0 0,0 1 0 0 0,0 0 0 0 0,1 0 0 0 0,-1 1 0 0 0,0 0 0 0 0,1 1 0 0 0,-1 0 0 0 0,1 0 0 0 0,0 1 0 0 0,-15 8 0 0 0,0 3-16 0 0,0 1 1 0 0,-31 28-1 0 0,18-13 12 0 0,-60 70-1 0 0,87-91-54 0 0,1 0 0 0 0,1 1-1 0 0,0-1 1 0 0,0 2 0 0 0,1-1 0 0 0,0 1-1 0 0,1 0 1 0 0,1 0 0 0 0,0 1-1 0 0,0-1 1 0 0,1 1 0 0 0,-1 16 0 0 0,4-25 8 0 0,-1 1 0 0 0,2-1-1 0 0,-1 1 1 0 0,0-1 0 0 0,1 1 0 0 0,0-1 0 0 0,0 0 0 0 0,0 1 0 0 0,1-1 0 0 0,-1 0 0 0 0,1 0 0 0 0,0 0 0 0 0,0 0 0 0 0,1 0 0 0 0,-1 0 0 0 0,5 4 0 0 0,-2-3-131 0 0,0 0 0 0 0,0-1 0 0 0,0 1 0 0 0,1-1 0 0 0,0-1 0 0 0,0 1 0 0 0,0-1 0 0 0,0 0 0 0 0,12 4 0 0 0,4-2-857 0 0,0 0-1 0 0,0-1 1 0 0,1-1 0 0 0,-1-1-1 0 0,36-1 1 0 0,41-5-5179 0 0,-49 0 486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277 129 1188 0 0,'3'-5'738'0'0,"-1"0"-1"0"0,1 0 1 0 0,-1-1-1 0 0,0 1 1 0 0,0 0-1 0 0,-1-1 1 0 0,1 0-1 0 0,-1 1 1 0 0,0-1-1 0 0,-1 0 1 0 0,1 0-1 0 0,-1 1 1 0 0,-1-1-1 0 0,1 0 1 0 0,-1 0-1 0 0,0 1 1 0 0,0-1-1 0 0,0 0 1 0 0,-4-7-1 0 0,5 12-661 0 0,-1 0-1 0 0,0 1 0 0 0,0-1 1 0 0,1 0-1 0 0,-1 1 1 0 0,0-1-1 0 0,0 0 0 0 0,0 1 1 0 0,0-1-1 0 0,0 1 0 0 0,0-1 1 0 0,0 1-1 0 0,0 0 1 0 0,0-1-1 0 0,0 1 0 0 0,0 0 1 0 0,0 0-1 0 0,0 0 1 0 0,0 0-1 0 0,0-1 0 0 0,0 2 1 0 0,0-1-1 0 0,0 0 1 0 0,0 0-1 0 0,0 0 0 0 0,0 0 1 0 0,-1 1-1 0 0,-29 9 940 0 0,10 2-674 0 0,0 1-1 0 0,2 1 1 0 0,0 1-1 0 0,0 1 0 0 0,-23 25 1 0 0,32-29-289 0 0,0-1 0 0 0,1 1 1 0 0,0 1-1 0 0,1 0 0 0 0,1 0 1 0 0,0 1-1 0 0,0 0 0 0 0,2 0 1 0 0,-9 27-1 0 0,14-36-36 0 0,-1 1 1 0 0,1-1-1 0 0,-1 0 1 0 0,1 0-1 0 0,1 1 0 0 0,-1-1 1 0 0,1 0-1 0 0,0 0 0 0 0,0 1 1 0 0,0-1-1 0 0,1 0 1 0 0,0 0-1 0 0,3 6 0 0 0,-4-9-9 0 0,1 1 1 0 0,-1-1-1 0 0,1 0 0 0 0,-1 1 0 0 0,1-1 0 0 0,0 0 0 0 0,0 0 0 0 0,0 0 0 0 0,0-1 0 0 0,0 1 0 0 0,1 0 0 0 0,-1-1 0 0 0,1 1 0 0 0,-1-1 1 0 0,1 0-1 0 0,-1 0 0 0 0,1 0 0 0 0,-1 0 0 0 0,1 0 0 0 0,0-1 0 0 0,-1 1 0 0 0,1-1 0 0 0,0 0 0 0 0,0 0 0 0 0,0 0 0 0 0,-1 0 1 0 0,1 0-1 0 0,5-1 0 0 0,1-1-16 0 0,-1 0 1 0 0,0-1-1 0 0,0 1 1 0 0,0-1 0 0 0,0-1-1 0 0,0 0 1 0 0,0 0-1 0 0,-1 0 1 0 0,0-1 0 0 0,0 0-1 0 0,0-1 1 0 0,-1 1-1 0 0,1-1 1 0 0,7-10 0 0 0,8-14-20 0 0,-1-2 1 0 0,-2 0 0 0 0,-1-1-1 0 0,-1-1 1 0 0,13-41 0 0 0,-24 66-6 0 0,-1 11 10 0 0,-1 14 29 0 0,-5 71 148 0 0,-1-58-362 0 0,3 38 0 0 0,-1-59-350 0 0,1 1-1 0 0,1 0 1 0 0,0-1-1 0 0,0 1 1 0 0,0-1-1 0 0,1 1 1 0 0,1-1-1 0 0,6 12 1 0 0,-9-18 226 0 0,1 1 1 0 0,-1-1 0 0 0,1 0-1 0 0,0 0 1 0 0,0 0 0 0 0,0 0-1 0 0,0 0 1 0 0,0 0 0 0 0,1-1-1 0 0,-1 1 1 0 0,0-1 0 0 0,4 2-1 0 0,13 0-5116 0 0,2-5 1171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4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2340 0 0,'60'-153'11100'0'0,"-60"151"-11031"0"0,1 1-1 0 0,-1-1 1 0 0,1 1 0 0 0,0-1 0 0 0,0 1-1 0 0,0 0 1 0 0,0-1 0 0 0,0 1 0 0 0,0 0 0 0 0,0-1-1 0 0,0 1 1 0 0,0 0 0 0 0,1 0 0 0 0,-1 0-1 0 0,0 0 1 0 0,1 0 0 0 0,-1 0 0 0 0,1 1-1 0 0,-1-1 1 0 0,1 0 0 0 0,-1 1 0 0 0,1-1-1 0 0,-1 1 1 0 0,1 0 0 0 0,0-1 0 0 0,-1 1 0 0 0,1 0-1 0 0,0 0 1 0 0,-1 0 0 0 0,1 0 0 0 0,0 0-1 0 0,-1 0 1 0 0,1 1 0 0 0,0-1 0 0 0,-1 1-1 0 0,1-1 1 0 0,-1 1 0 0 0,1-1 0 0 0,-1 1-1 0 0,1 0 1 0 0,-1 0 0 0 0,1 0 0 0 0,-1 0 0 0 0,2 2-1 0 0,3 1 131 0 0,-1 0-1 0 0,1 0 0 0 0,-1 1 1 0 0,-1 0-1 0 0,1 0 0 0 0,-1 0 1 0 0,1 1-1 0 0,-2-1 0 0 0,6 11 1 0 0,-4-2 95 0 0,0 0 1 0 0,-1 1-1 0 0,-1 0 0 0 0,-1 0 1 0 0,0 0-1 0 0,-1 0 1 0 0,0 0-1 0 0,-2 24 0 0 0,0-2 2571 0 0,0-54-2548 0 0,2 10-289 0 0,0 0 0 0 0,1 0 0 0 0,-1 0 0 0 0,1 0 0 0 0,1 0 0 0 0,-1 0 0 0 0,6-8 0 0 0,27-42-20 0 0,-29 48-27 0 0,1-1 1 0 0,1 1-1 0 0,-1 1 0 0 0,1 0 1 0 0,1 0-1 0 0,-1 0 1 0 0,2 1-1 0 0,-1 0 0 0 0,1 1 1 0 0,-1 0-1 0 0,2 0 0 0 0,-1 1 1 0 0,1 1-1 0 0,18-6 1 0 0,-26 9 11 0 0,0 0 1 0 0,0 1-1 0 0,1 0 1 0 0,-1-1-1 0 0,0 1 1 0 0,0 0-1 0 0,0 0 1 0 0,1 1-1 0 0,-1-1 1 0 0,0 1-1 0 0,0 0 1 0 0,0-1-1 0 0,0 2 1 0 0,0-1-1 0 0,0 0 1 0 0,0 0-1 0 0,3 3 0 0 0,-2-1 12 0 0,-1-1 0 0 0,0 2 0 0 0,1-1 0 0 0,-1 0 0 0 0,0 0-1 0 0,-1 1 1 0 0,1 0 0 0 0,-1 0 0 0 0,1-1 0 0 0,2 9-1 0 0,0 3 58 0 0,0-1-1 0 0,-1 1 1 0 0,-1 0-1 0 0,0 0 0 0 0,1 28 1 0 0,-4-21-23 0 0,0-14-25 0 0,0 0-1 0 0,0 0 1 0 0,1 0-1 0 0,0 0 0 0 0,0 0 1 0 0,1-1-1 0 0,0 1 1 0 0,5 10-1 0 0,-6-16-36 0 0,0-1 0 0 0,0 1 0 0 0,0-1 1 0 0,1 0-1 0 0,-1 1 0 0 0,1-1 0 0 0,-1 0 0 0 0,1 0 0 0 0,-1 0 0 0 0,1 0 0 0 0,-1 0 0 0 0,1-1 0 0 0,0 1 0 0 0,0 0 0 0 0,-1-1 0 0 0,1 1 0 0 0,0-1 0 0 0,0 0 0 0 0,0 1 0 0 0,0-1 0 0 0,-1 0 1 0 0,1 0-1 0 0,0 0 0 0 0,0-1 0 0 0,3 1 0 0 0,6-2-466 0 0,0 0 1 0 0,-1-1-1 0 0,12-3 1 0 0,-13 3-65 0 0,30-11-5418 0 0,72-34 0 0 0,-64 25-1346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4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85 524 0 0,'-8'-6'1765'0'0,"2"0"0"0"0,-1-1 0 0 0,0 0-1 0 0,1 0 1 0 0,1 0 0 0 0,-6-9 0 0 0,11 16-1713 0 0,-1-1 1 0 0,1 1-1 0 0,-1-1 1 0 0,1 1-1 0 0,0-1 0 0 0,-1 0 1 0 0,1 1-1 0 0,0-1 1 0 0,0 0-1 0 0,-1 1 1 0 0,1-1-1 0 0,0 0 1 0 0,0 1-1 0 0,0-1 0 0 0,0 0 1 0 0,0 0-1 0 0,0 1 1 0 0,0-1-1 0 0,0 0 1 0 0,0 1-1 0 0,0-1 1 0 0,1 0-1 0 0,-1 1 0 0 0,0-1 1 0 0,0 0-1 0 0,1 1 1 0 0,-1-1-1 0 0,0 0 1 0 0,1 1-1 0 0,-1-1 1 0 0,1 1-1 0 0,-1-1 0 0 0,0 1 1 0 0,1-1-1 0 0,-1 1 1 0 0,1-1-1 0 0,0 1 1 0 0,-1-1-1 0 0,1 1 0 0 0,-1 0 1 0 0,1-1-1 0 0,0 1 1 0 0,-1 0-1 0 0,1-1 1 0 0,0 1-1 0 0,-1 0 1 0 0,1 0-1 0 0,0 0 0 0 0,0 0 1 0 0,29-3 697 0 0,-23 4-645 0 0,-1 1-1 0 0,1-1 0 0 0,-1 1 1 0 0,1 1-1 0 0,-1-1 1 0 0,0 1-1 0 0,0 0 0 0 0,0 0 1 0 0,0 1-1 0 0,0 0 1 0 0,-1 0-1 0 0,7 6 0 0 0,-2-1 33 0 0,-1 1 0 0 0,0 0 0 0 0,0 1 0 0 0,-1 0 0 0 0,7 12 0 0 0,-10-14 4 0 0,0 0 0 0 0,-1 0 0 0 0,0 1 0 0 0,-1-1 0 0 0,0 1 0 0 0,0 0 0 0 0,-1 0 0 0 0,1 16 0 0 0,-2-8 273 0 0,-1 0 0 0 0,-1-1-1 0 0,0 1 1 0 0,-5 19 0 0 0,6-36-309 0 0,-1 1 0 0 0,1 0-1 0 0,-1 0 1 0 0,1 0 0 0 0,-1 0-1 0 0,0-1 1 0 0,0 1 0 0 0,0 0-1 0 0,0-1 1 0 0,-1 2 0 0 0,2-2-86 0 0,0-1 0 0 0,-1 0 0 0 0,1 1 1 0 0,0-1-1 0 0,-1 0 0 0 0,1 0 0 0 0,0 1 0 0 0,-1-1 1 0 0,1 0-1 0 0,-1 0 0 0 0,1 0 0 0 0,0 1 1 0 0,-1-1-1 0 0,1 0 0 0 0,-1 0 0 0 0,1 0 0 0 0,0 0 1 0 0,-1 0-1 0 0,1 0 0 0 0,-1 0 0 0 0,1 0 1 0 0,0 0-1 0 0,-1 0 0 0 0,1 0 0 0 0,-1 0 0 0 0,1 0 1 0 0,-1-1-1 0 0,1 1 0 0 0,0 0 0 0 0,-1 0 1 0 0,1 0-1 0 0,0-1 0 0 0,-1 1 0 0 0,1 0 1 0 0,0 0-1 0 0,-1-1 0 0 0,1 1 0 0 0,0 0 0 0 0,-1 0 1 0 0,1-1-1 0 0,-2-2-5 0 0,1 0 1 0 0,1 0-1 0 0,-1 0 1 0 0,0 0-1 0 0,1 0 0 0 0,-1 0 1 0 0,1 0-1 0 0,0 0 1 0 0,0 0-1 0 0,0-1 0 0 0,0 1 1 0 0,1 0-1 0 0,-1 0 1 0 0,2-3-1 0 0,-1 2-6 0 0,1-13-19 0 0,2 1 0 0 0,0 0 0 0 0,1 0 1 0 0,1 0-1 0 0,0 1 0 0 0,1-1 0 0 0,1 2 0 0 0,0-1 1 0 0,1 1-1 0 0,1 0 0 0 0,0 1 0 0 0,0 0 0 0 0,2 1 1 0 0,-1 0-1 0 0,2 0 0 0 0,-1 2 0 0 0,2-1 0 0 0,19-11 1 0 0,-25 18-5 0 0,-5 2 5 0 0,0 0 0 0 0,0 1 0 0 0,1-1 0 0 0,-1 1 0 0 0,1 0-1 0 0,-1 0 1 0 0,1 0 0 0 0,-1 0 0 0 0,1 0 0 0 0,-1 1 0 0 0,1 0 0 0 0,0 0 0 0 0,6 1 0 0 0,-5-1 3 0 0,-1 0 0 0 0,1 0 0 0 0,-1 1 0 0 0,0-1 0 0 0,0 1 0 0 0,1 0 0 0 0,-1 1 0 0 0,0-1 0 0 0,0 1 1 0 0,0 0-1 0 0,0 0 0 0 0,0 0 0 0 0,-1 0 0 0 0,1 1 0 0 0,-1-1 0 0 0,1 1 0 0 0,-1 0 0 0 0,0 0 1 0 0,4 5-1 0 0,-4-3 10 0 0,1 0 1 0 0,-1 0 0 0 0,-1 0-1 0 0,1 1 1 0 0,-1-1 0 0 0,0 1-1 0 0,0 0 1 0 0,0-1 0 0 0,-1 1-1 0 0,0 0 1 0 0,0 0 0 0 0,-1 0-1 0 0,0 0 1 0 0,0 8 0 0 0,-24 155-375 0 0,20-144-392 0 0,3-24 630 0 0,1 1 1 0 0,0-1 0 0 0,-1 0-1 0 0,1 0 1 0 0,0 0 0 0 0,0 1-1 0 0,0-1 1 0 0,0 0 0 0 0,0 0-1 0 0,0 0 1 0 0,1 1-1 0 0,-1-1 1 0 0,0 0 0 0 0,0 0-1 0 0,1 0 1 0 0,-1 0 0 0 0,1 1-1 0 0,-1-1 1 0 0,1 0 0 0 0,0 0-1 0 0,-1 0 1 0 0,1 0 0 0 0,0 0-1 0 0,0-1 1 0 0,0 1-1 0 0,1 1 1 0 0,0 0-146 0 0,0-1 0 0 0,1-1-1 0 0,-1 1 1 0 0,0 0 0 0 0,1-1 0 0 0,-1 1-1 0 0,0-1 1 0 0,1 1 0 0 0,-1-1 0 0 0,1 0-1 0 0,-1 0 1 0 0,5-1 0 0 0,4-1-1301 0 0,0 0-1 0 0,1-1 1 0 0,-1 0 0 0 0,16-7-1 0 0,1-3-3281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5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16 100 1276 0 0,'51'-85'16634'0'0,"-52"87"-16144"0"0,-17 44 1663 0 0,8-23-1503 0 0,1 1 0 0 0,1 0 0 0 0,-8 40 0 0 0,14-52-564 0 0,1-1 0 0 0,0 1 0 0 0,1 0 0 0 0,0 0 0 0 0,0 0 1 0 0,2-1-1 0 0,-1 1 0 0 0,7 20 0 0 0,-7-27-59 0 0,1-1 0 0 0,0 0 0 0 0,0 0 1 0 0,0 0-1 0 0,0 0 0 0 0,1 0 0 0 0,-1 0 0 0 0,1-1 0 0 0,0 1 0 0 0,0-1 1 0 0,1 0-1 0 0,-1 0 0 0 0,0 0 0 0 0,1 0 0 0 0,0-1 0 0 0,0 1 0 0 0,0-1 0 0 0,0 0 1 0 0,0 0-1 0 0,0 0 0 0 0,0-1 0 0 0,1 0 0 0 0,-1 1 0 0 0,1-2 0 0 0,4 2 1 0 0,-4-2-16 0 0,-1 0 1 0 0,0 0-1 0 0,0 0 1 0 0,0-1-1 0 0,1 0 1 0 0,-1 0-1 0 0,0 0 1 0 0,0 0-1 0 0,0 0 1 0 0,0-1-1 0 0,0 0 1 0 0,-1 0-1 0 0,1 0 1 0 0,0 0-1 0 0,-1 0 1 0 0,1-1-1 0 0,4-4 1 0 0,-1 0-1 0 0,1-1 0 0 0,-2 0 1 0 0,1 0-1 0 0,-1 0 0 0 0,9-16 0 0 0,-8 10 24 0 0,-1 1 0 0 0,-1-1-1 0 0,0 0 1 0 0,-1 0 0 0 0,0 0-1 0 0,3-25 1 0 0,-6 29-32 0 0,0 1 0 0 0,-1-1-1 0 0,0 1 1 0 0,-1-1 0 0 0,0 1 0 0 0,0-1-1 0 0,-1 1 1 0 0,0 0 0 0 0,-1 0-1 0 0,0 0 1 0 0,-6-14 0 0 0,7 19-7 0 0,0 0-1 0 0,-1 0 1 0 0,1 1-1 0 0,-1-1 1 0 0,1 1-1 0 0,-1-1 1 0 0,0 1-1 0 0,0 0 1 0 0,-1 0-1 0 0,1 1 1 0 0,-1-1 0 0 0,1 1-1 0 0,-1-1 1 0 0,0 1-1 0 0,0 0 1 0 0,0 0-1 0 0,0 1 1 0 0,0-1-1 0 0,0 1 1 0 0,-1 0 0 0 0,1 0-1 0 0,0 1 1 0 0,-1-1-1 0 0,1 1 1 0 0,0 0-1 0 0,-1 0 1 0 0,1 0-1 0 0,-9 2 1 0 0,7-1-118 0 0,0 1 1 0 0,0 0-1 0 0,0 0 0 0 0,1 0 0 0 0,-1 1 1 0 0,1 0-1 0 0,-1 0 0 0 0,1 0 0 0 0,0 1 1 0 0,0-1-1 0 0,0 1 0 0 0,1 0 1 0 0,-1 1-1 0 0,1-1 0 0 0,-7 10 0 0 0,9-11-220 0 0,1 0 0 0 0,-1 0 0 0 0,0 0 0 0 0,1 0 0 0 0,0 0 0 0 0,0 0 0 0 0,0 1 0 0 0,0-1 0 0 0,0 0 0 0 0,1 1 0 0 0,-1-1 0 0 0,1 6-1 0 0,0-6-211 0 0,1 0 1 0 0,-1 0-1 0 0,1 0 0 0 0,0-1 0 0 0,-1 1 0 0 0,1 0 0 0 0,1 0 0 0 0,-1-1 0 0 0,0 1 0 0 0,1 0 0 0 0,-1-1 0 0 0,1 0 0 0 0,0 1 0 0 0,0-1 0 0 0,0 0 0 0 0,3 3 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5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2700 0 0,'2'-14'5510'0'0,"5"-3"-1979"0"0,-1 6-1361 0 0,-5 10-2078 0 0,-1 0 0 0 0,1 1-1 0 0,0-1 1 0 0,-1 0 0 0 0,1 1 0 0 0,0-1 0 0 0,0 1 0 0 0,0-1 0 0 0,0 1 0 0 0,0 0 0 0 0,0-1 0 0 0,0 1 0 0 0,-1 0 0 0 0,1-1 0 0 0,0 1 0 0 0,0 0 0 0 0,0 0 0 0 0,0 0 0 0 0,0 0 0 0 0,0 0 0 0 0,0 0-1 0 0,0 0 1 0 0,0 0 0 0 0,0 1 0 0 0,0-1 0 0 0,0 0 0 0 0,0 0 0 0 0,1 1 0 0 0,0 0-129 0 0,4 0 227 0 0,-1 1 0 0 0,0 0 1 0 0,0 0-1 0 0,0 1 1 0 0,0-1-1 0 0,0 1 0 0 0,-1 0 1 0 0,1 0-1 0 0,-1 1 1 0 0,0 0-1 0 0,0-1 1 0 0,7 9-1 0 0,-1 1 490 0 0,0 0 1 0 0,15 29-1 0 0,-21-34-432 0 0,0 1 0 0 0,0 0 0 0 0,-1-1 0 0 0,0 1 0 0 0,-1 1 1 0 0,0-1-1 0 0,-1 0 0 0 0,0 0 0 0 0,0 1 0 0 0,-1-1 0 0 0,0 0 0 0 0,-2 15 0 0 0,-2-3 975 0 0,0-1 0 0 0,-2 1 0 0 0,0-1 0 0 0,-12 27-1 0 0,17-45-778 0 0,-4-2-57 0 0,4 0-362 0 0,1 0 0 0 0,-1 0-1 0 0,0 0 1 0 0,1 0-1 0 0,-1 0 1 0 0,0 0 0 0 0,1 0-1 0 0,-1 0 1 0 0,0 0-1 0 0,1 0 1 0 0,-1 0 0 0 0,0 0-1 0 0,1 0 1 0 0,-1 0-1 0 0,1-1 1 0 0,-1 1 0 0 0,0 0-1 0 0,1-1 1 0 0,-1 1-1 0 0,1 0 1 0 0,-1-1 0 0 0,1 1-1 0 0,-1 0 1 0 0,1-1-1 0 0,-1 1 1 0 0,1-1 0 0 0,-1 1-1 0 0,1-1 1 0 0,0 0-1 0 0,-1 1 1 0 0,1-1 0 0 0,0 1-1 0 0,-1-1 1 0 0,1 1-1 0 0,0-1 1 0 0,0 0 0 0 0,0 1-1 0 0,-1-1 1 0 0,1 0-1 0 0,0 1 1 0 0,0-1 0 0 0,0 0-1 0 0,0 1 1 0 0,0-1-1 0 0,0 0 1 0 0,0 1 0 0 0,0-1-1 0 0,1 0 1 0 0,-1 0-1 0 0,1-9-78 0 0,0 1 0 0 0,1-1 0 0 0,0 1-1 0 0,0 0 1 0 0,1-1 0 0 0,0 1 0 0 0,0 1 0 0 0,1-1-1 0 0,1 0 1 0 0,-1 1 0 0 0,1 0 0 0 0,7-8-1 0 0,2-3-1361 0 0,2 1 0 0 0,0 0-1 0 0,34-28 1 0 0,-35 35-471 0 0,1-1 0 0 0,1 2 0 0 0,30-15 0 0 0,22-5-6969 0 0,-67 29 8494 0 0,25-10-6554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6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60 0 0,'8'6'17974'0'0,"-15"41"-16644"0"0,3-22 1066 0 0,-25 178 3165 0 0,6-49-3851 0 0,23-153-1700 0 0,0-1 0 0 0,0 0-1 0 0,-1 1 1 0 0,1-1-1 0 0,0 1 1 0 0,0-1 0 0 0,0 1-1 0 0,0-1 1 0 0,0 0-1 0 0,0 1 1 0 0,-1-1 0 0 0,1 0-1 0 0,0 1 1 0 0,0-1-1 0 0,-1 1 1 0 0,1-1 0 0 0,0 0-1 0 0,0 1 1 0 0,-1-1-1 0 0,1 0 1 0 0,0 0 0 0 0,-1 1-1 0 0,0-1 1 0 0,1 0-11 0 0,0 0 1 0 0,0 0-1 0 0,0 0 1 0 0,-1 0-1 0 0,1 0 1 0 0,0-1-1 0 0,0 1 0 0 0,0 0 1 0 0,-1 0-1 0 0,1 0 1 0 0,0 0-1 0 0,0 0 1 0 0,0-1-1 0 0,0 1 1 0 0,-1 0-1 0 0,1 0 0 0 0,0 0 1 0 0,0-1-1 0 0,0 1 1 0 0,0 0-1 0 0,0 0 1 0 0,0-1-1 0 0,0 1 1 0 0,-1 0-1 0 0,1 0 1 0 0,0 0-1 0 0,0-1 0 0 0,0 1 1 0 0,0 0-1 0 0,0 0 1 0 0,0-1-1 0 0,0 1 1 0 0,0 0-1 0 0,0 0 1 0 0,1-1-1 0 0,-1 1 1 0 0,0 0-1 0 0,0 0 0 0 0,0-1 1 0 0,0 1-1 0 0,3-19-201 0 0,0 0 0 0 0,1 1 0 0 0,1 0 0 0 0,1-1-1 0 0,1 2 1 0 0,0-1 0 0 0,1 1 0 0 0,1 0 0 0 0,1 1 0 0 0,0 0-1 0 0,1 0 1 0 0,23-23 0 0 0,-30 34 180 0 0,0 1 0 0 0,0 0 0 0 0,0 1-1 0 0,1-1 1 0 0,-1 1 0 0 0,1 0 0 0 0,0 0 0 0 0,0 1 0 0 0,0-1-1 0 0,1 1 1 0 0,-1 0 0 0 0,1 1 0 0 0,-1-1 0 0 0,1 1 0 0 0,-1 0 0 0 0,1 0-1 0 0,0 1 1 0 0,-1-1 0 0 0,1 2 0 0 0,0-1 0 0 0,-1 0 0 0 0,1 1-1 0 0,-1 0 1 0 0,1 0 0 0 0,0 1 0 0 0,-1 0 0 0 0,0 0 0 0 0,1 0-1 0 0,-1 0 1 0 0,0 1 0 0 0,0 0 0 0 0,-1 0 0 0 0,1 0 0 0 0,0 1-1 0 0,-1-1 1 0 0,0 1 0 0 0,0 0 0 0 0,0 0 0 0 0,0 1 0 0 0,-1-1-1 0 0,0 1 1 0 0,0 0 0 0 0,0 0 0 0 0,0 0 0 0 0,2 7 0 0 0,-1 0 75 0 0,-1 0 0 0 0,0 0 0 0 0,-1 0 0 0 0,0 0 0 0 0,-1 1 0 0 0,0-1 0 0 0,-1 20 0 0 0,-1-17 77 0 0,2-14-125 0 0,-1 0-1 0 0,0-1 1 0 0,0 1-1 0 0,-1 0 0 0 0,1 0 1 0 0,0 0-1 0 0,0 0 0 0 0,0-1 1 0 0,0 1-1 0 0,-1 0 0 0 0,1 0 1 0 0,0-1-1 0 0,-1 1 1 0 0,1 0-1 0 0,-1-1 0 0 0,1 1 1 0 0,-1 0-1 0 0,1-1 0 0 0,-1 1 1 0 0,1 0-1 0 0,-1-1 1 0 0,1 1-1 0 0,-1-1 0 0 0,0 1 1 0 0,0-1-1 0 0,0 1 0 0 0,0-4-13 0 0,1 1-1 0 0,-1-1 0 0 0,1 1 0 0 0,0-1 0 0 0,0 1 0 0 0,0-1 0 0 0,0 1 0 0 0,1-4 0 0 0,-1 6 6 0 0,3-15-117 0 0,1 1 0 0 0,0-1 1 0 0,1 1-1 0 0,0 0 0 0 0,2 0 0 0 0,-1 0 0 0 0,10-12 0 0 0,-3 6-18 0 0,1 1 0 0 0,0 0 0 0 0,30-29 0 0 0,-33 38 91 0 0,1 0 0 0 0,0 1 0 0 0,1 0 0 0 0,-1 1 0 0 0,2 1 0 0 0,-1 0 0 0 0,1 0 0 0 0,0 2 0 0 0,0-1 0 0 0,16-2 0 0 0,-24 7 36 0 0,1 0 0 0 0,-1 0 0 0 0,1 0 0 0 0,-1 1 0 0 0,1 0 0 0 0,-1 0 0 0 0,0 1 0 0 0,1 0 0 0 0,-1 0 0 0 0,0 1 0 0 0,9 2 0 0 0,-11-2 28 0 0,1 0 0 0 0,-1 1 0 0 0,1 0 0 0 0,-1 0 0 0 0,0 0 0 0 0,0 0-1 0 0,0 1 1 0 0,0-1 0 0 0,-1 1 0 0 0,1 0 0 0 0,-1 0 0 0 0,0 0 0 0 0,0 1 0 0 0,0-1-1 0 0,3 9 1 0 0,-4-7 30 0 0,0 1 0 0 0,0 0 0 0 0,0 0 0 0 0,-1-1 0 0 0,0 1 0 0 0,0 0 0 0 0,-1 0-1 0 0,0 0 1 0 0,0 0 0 0 0,-1 0 0 0 0,1 0 0 0 0,-2 0 0 0 0,-1 7 0 0 0,-4 13 168 0 0,-22 50 1 0 0,21-57-167 0 0,3-7-97 0 0,2-8-627 0 0,1 1-1 0 0,0 0 0 0 0,0 0 1 0 0,-2 13-1 0 0,4-19 550 0 0,0 1-1 0 0,0 0 1 0 0,0-1 0 0 0,0 1 0 0 0,0-1-1 0 0,0 1 1 0 0,0 0 0 0 0,0-1-1 0 0,0 1 1 0 0,1-1 0 0 0,-1 1-1 0 0,0-1 1 0 0,1 1 0 0 0,-1 0 0 0 0,0-1-1 0 0,1 1 1 0 0,-1-1 0 0 0,0 0-1 0 0,1 1 1 0 0,-1-1 0 0 0,1 1 0 0 0,-1-1-1 0 0,1 1 1 0 0,-1-1 0 0 0,1 0-1 0 0,-1 0 1 0 0,1 1 0 0 0,-1-1-1 0 0,1 0 1 0 0,0 1 0 0 0,16 2-1986 0 0,-15-3 2040 0 0,6 1-1616 0 0,0-1 1 0 0,-1 0-1 0 0,16-2 0 0 0,-23 2 1581 0 0,31-5-6411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303 705 3008 0 0,'5'-6'1121'0'0,"-1"0"-1"0"0,1 0 1 0 0,-1 0-1 0 0,0-1 0 0 0,-1 1 1 0 0,1-1-1 0 0,-1 0 1 0 0,-1 0-1 0 0,1 0 1 0 0,-1-1-1 0 0,-1 1 1 0 0,1-1-1 0 0,0-8 0 0 0,-2 15-1040 0 0,0 0-1 0 0,0-1 1 0 0,0 1-1 0 0,-1 0 0 0 0,1 0 1 0 0,0-1-1 0 0,-1 1 1 0 0,1 0-1 0 0,-1 0 0 0 0,1 0 1 0 0,-1 0-1 0 0,1-1 1 0 0,-1 1-1 0 0,0 0 0 0 0,0 0 1 0 0,1 0-1 0 0,-1 0 1 0 0,0 1-1 0 0,0-1 0 0 0,0 0 1 0 0,0 0-1 0 0,0 0 1 0 0,0 1-1 0 0,0-1 0 0 0,0 1 1 0 0,0-1-1 0 0,-1 1 1 0 0,1-1-1 0 0,0 1 0 0 0,0-1 1 0 0,0 1-1 0 0,-3 0 1 0 0,0-1 1 0 0,-1 1 1 0 0,1-1-1 0 0,-1 1 0 0 0,0 0 1 0 0,-8 2-1 0 0,4 0-13 0 0,0 0-1 0 0,-1 1 0 0 0,1 1 0 0 0,0-1 0 0 0,0 1 0 0 0,1 1 1 0 0,-16 10-1 0 0,6-2-2 0 0,0 1 1 0 0,-18 20-1 0 0,19-17-17 0 0,2 1-1 0 0,-1 0 0 0 0,-16 29 0 0 0,25-37-29 0 0,1 1 0 0 0,0 1 0 0 0,1-1 0 0 0,1 1 0 0 0,0 0 0 0 0,0 0 0 0 0,1 0-1 0 0,-1 15 1 0 0,3-25-11 0 0,1 1 0 0 0,-1 0 0 0 0,1 0 0 0 0,0 0 0 0 0,0 0-1 0 0,1 0 1 0 0,-1 0 0 0 0,1 0 0 0 0,-1 0 0 0 0,1 0-1 0 0,0 0 1 0 0,0 0 0 0 0,0-1 0 0 0,1 1 0 0 0,-1 0-1 0 0,0-1 1 0 0,1 1 0 0 0,0-1 0 0 0,0 1 0 0 0,0-1 0 0 0,0 0-1 0 0,0 0 1 0 0,0 0 0 0 0,0 0 0 0 0,1 0 0 0 0,-1 0-1 0 0,4 1 1 0 0,-3-2-46 0 0,1 1-1 0 0,0-1 1 0 0,-1 0-1 0 0,1-1 1 0 0,0 1 0 0 0,-1-1-1 0 0,1 1 1 0 0,0-1-1 0 0,0 0 1 0 0,0 0-1 0 0,-1-1 1 0 0,1 1-1 0 0,0-1 1 0 0,-1 0-1 0 0,1 0 1 0 0,0 0-1 0 0,-1-1 1 0 0,1 1-1 0 0,-1-1 1 0 0,0 1 0 0 0,5-5-1 0 0,3-1-129 0 0,0-2-1 0 0,-1 0 1 0 0,0 0 0 0 0,0-1-1 0 0,-1 0 1 0 0,-1 0 0 0 0,12-18-1 0 0,42-88-429 0 0,-30 53 791 0 0,-28 54-99 0 0,6-12-33 0 0,-6 19-26 0 0,-3 11 38 0 0,-2 12 305 0 0,-2 1 0 0 0,-7 31 0 0 0,-3 28 10 0 0,11-64-350 0 0,1-4 24 0 0,0 0 0 0 0,0 1 0 0 0,1-1 0 0 0,1 1 0 0 0,3 19 0 0 0,-4-30-52 0 0,1 0 0 0 0,0 0 0 0 0,0 0 0 0 0,1 0-1 0 0,-1 0 1 0 0,1 0 0 0 0,0 0 0 0 0,-1 0-1 0 0,1 0 1 0 0,0-1 0 0 0,1 1 0 0 0,-1-1 0 0 0,0 1-1 0 0,1-1 1 0 0,-1 0 0 0 0,1 0 0 0 0,0 0-1 0 0,0 0 1 0 0,-1-1 0 0 0,1 1 0 0 0,0-1-1 0 0,1 0 1 0 0,-1 0 0 0 0,0 0 0 0 0,0 0 0 0 0,0 0-1 0 0,5 0 1 0 0,5 0-71 0 0,0 0 0 0 0,0-1-1 0 0,0-1 1 0 0,0 0 0 0 0,0 0 0 0 0,0-2 0 0 0,-1 1-1 0 0,1-2 1 0 0,-1 1 0 0 0,1-2 0 0 0,-1 0-1 0 0,0 0 1 0 0,20-13 0 0 0,-8 2-257 0 0,1-1 0 0 0,-2-1-1 0 0,0-1 1 0 0,-2-1 0 0 0,20-23 0 0 0,-14 10-11 0 0,-1-2 1 0 0,-2 0-1 0 0,-1-1 1 0 0,-2-2-1 0 0,20-47 1 0 0,-9 3 81 0 0,33-130 0 0 0,-57 183 615 0 0,-1-1 1 0 0,-2 0-1 0 0,-1 0 0 0 0,-1 0 1 0 0,-2 0-1 0 0,-3-40 1 0 0,2 69-353 0 0,0-1 1 0 0,0 1 0 0 0,0-1 0 0 0,-1 1 0 0 0,1 0 0 0 0,0-1 0 0 0,-1 1 0 0 0,1 0 0 0 0,-1-1 0 0 0,1 1 0 0 0,-1 0 0 0 0,1-1 0 0 0,-1 1 0 0 0,0 0 0 0 0,0 0-1 0 0,0 0 1 0 0,0 0 0 0 0,0 0 0 0 0,-2-2 0 0 0,2 3-7 0 0,0-1 0 0 0,1 1 0 0 0,-2 0 1 0 0,1 0-1 0 0,0 0 0 0 0,0-1 0 0 0,0 1 0 0 0,0 0 0 0 0,0 0 0 0 0,0 1 0 0 0,0-1 0 0 0,0 0 0 0 0,0 0 0 0 0,0 0 1 0 0,0 1-1 0 0,0-1 0 0 0,0 0 0 0 0,0 1 0 0 0,0-1 0 0 0,-1 2 0 0 0,-3 1 11 0 0,-1 1 0 0 0,1 0 0 0 0,0 1 0 0 0,0 0 0 0 0,0-1 1 0 0,-8 12-1 0 0,-11 19 150 0 0,2 1 0 0 0,2 0 0 0 0,1 2 1 0 0,-24 66-1 0 0,-33 171 1327 0 0,68-241-1372 0 0,1 1 0 0 0,2 1 0 0 0,1-1 0 0 0,2 1 0 0 0,1-1 0 0 0,6 54 0 0 0,-3-80-129 0 0,0 0 0 0 0,1 0 1 0 0,0-1-1 0 0,0 1 1 0 0,1-1-1 0 0,0 1 1 0 0,0-1-1 0 0,1 0 1 0 0,0-1-1 0 0,0 1 0 0 0,1-1 1 0 0,0 0-1 0 0,0-1 1 0 0,1 1-1 0 0,0-1 1 0 0,0 0-1 0 0,1-1 0 0 0,-1 0 1 0 0,1 0-1 0 0,0-1 1 0 0,10 4-1 0 0,-9-4-102 0 0,-1 0 0 0 0,1-2-1 0 0,0 1 1 0 0,0-1-1 0 0,1 0 1 0 0,-1-1 0 0 0,0 0-1 0 0,1 0 1 0 0,-1-1-1 0 0,1 0 1 0 0,-1-1 0 0 0,0 0-1 0 0,1-1 1 0 0,-1 0 0 0 0,0 0-1 0 0,0-1 1 0 0,0 0-1 0 0,0 0 1 0 0,-1-1 0 0 0,14-8-1 0 0,-7 2 0 0 0,-1-1-1 0 0,-1-1 1 0 0,0 0-1 0 0,0-1 1 0 0,-1 0-1 0 0,16-24 1 0 0,-8 8 1068 0 0,-2-2 0 0 0,19-43 1 0 0,-34 68-645 0 0,0 0 1 0 0,0 0 0 0 0,0 0-1 0 0,6-6 1 0 0,-8 11-152 0 0,-1 23-57 0 0,-12 46 785 0 0,-3 123 1 0 0,15-189-938 0 0,0 0 0 0 0,-1 0 0 0 0,1 1 0 0 0,0-1 0 0 0,1 0 0 0 0,-1 0 0 0 0,0 0 0 0 0,1 0 0 0 0,-1 0 0 0 0,1 0 0 0 0,0 1 0 0 0,-1-1 0 0 0,1 0 0 0 0,0-1 0 0 0,0 1 0 0 0,0 0 0 0 0,1 0 0 0 0,-1 0 0 0 0,3 2 0 0 0,-4-4-92 0 0,1 1-1 0 0,0-1 0 0 0,0 0 0 0 0,0 1 1 0 0,0-1-1 0 0,0 0 0 0 0,0 0 0 0 0,0 1 0 0 0,0-1 1 0 0,0 0-1 0 0,0 0 0 0 0,0 0 0 0 0,0 0 1 0 0,0-1-1 0 0,-1 1 0 0 0,1 0 0 0 0,1 0 1 0 0,24-13-3584 0 0,6-16-5336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7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231 164 476 0 0,'-104'-98'14613'0'0,"33"40"-10986"0"0,69 57-4074 0 0,1 0 0 0 0,-1 0 0 0 0,1 0-1 0 0,-1 1 1 0 0,0-1 0 0 0,1 0 0 0 0,-1 1-1 0 0,0 0 1 0 0,1-1 0 0 0,-1 1-1 0 0,0 0 1 0 0,0 0 0 0 0,1 0 0 0 0,-1 0-1 0 0,0 0 1 0 0,0 0 0 0 0,1 0 0 0 0,-1 0-1 0 0,-3 2 1 0 0,-13 1-6920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82 804 0 0,'6'-8'1968'0'0,"0"-1"0"0"0,-1 1 1 0 0,0-1-1 0 0,3-10 0 0 0,0 3 57 0 0,-7 13-1425 0 0,-3 0 59 0 0,2 2-637 0 0,0 1 0 0 0,0 0 0 0 0,0 0 0 0 0,0 0 0 0 0,0-1-1 0 0,0 1 1 0 0,0 0 0 0 0,0 0 0 0 0,0-1 0 0 0,0 1 0 0 0,0 0 0 0 0,0 0-1 0 0,0-1 1 0 0,0 1 0 0 0,-1 0 0 0 0,1 0 0 0 0,0 0 0 0 0,0-1 0 0 0,0 1 0 0 0,0 0-1 0 0,0 0 1 0 0,-1 0 0 0 0,1 0 0 0 0,0-1 0 0 0,0 1 0 0 0,0 0 0 0 0,-1 0-1 0 0,1 0 1 0 0,0 0 0 0 0,0 0 0 0 0,0 0 0 0 0,-1 0 0 0 0,1-1 0 0 0,0 1 0 0 0,0 0-1 0 0,-1 0 1 0 0,1 0 0 0 0,0 0 0 0 0,0 0 0 0 0,-1 0 0 0 0,1 0 0 0 0,0 0-1 0 0,-1 0 1 0 0,-10 3 140 0 0,0-1 1 0 0,0 2-1 0 0,0-1 0 0 0,0 1 0 0 0,1 1 0 0 0,0 0 0 0 0,0 1 0 0 0,0 0 0 0 0,0 0 0 0 0,1 1 1 0 0,0 0-1 0 0,0 1 0 0 0,-7 8 0 0 0,14-14-150 0 0,0 0 0 0 0,0 1 0 0 0,0-1 0 0 0,0 0 0 0 0,1 1 0 0 0,-1 0 0 0 0,1-1 0 0 0,0 1 0 0 0,0 0 0 0 0,0 0 0 0 0,0 0 0 0 0,0 0 0 0 0,0-1 0 0 0,1 1 0 0 0,-1 0 0 0 0,1 0 0 0 0,0 0 0 0 0,0 1 0 0 0,0-1 0 0 0,1 0 0 0 0,-1 0 0 0 0,0 0 0 0 0,1-1 0 0 0,0 1 0 0 0,0 0 1 0 0,0 0-1 0 0,0 0 0 0 0,0 0 0 0 0,1-1 0 0 0,-1 1 0 0 0,1-1 0 0 0,0 1 0 0 0,0-1 0 0 0,2 3 0 0 0,7 8 10 0 0,1-1 0 0 0,1-1 0 0 0,0 0 0 0 0,26 17 0 0 0,-25-18-19 0 0,8 6 19 0 0,104 76 143 0 0,-124-91 22 0 0,-1 0 0 0 0,0-1 0 0 0,0 1 0 0 0,0 0 0 0 0,0 0 0 0 0,0 0 0 0 0,0 0 0 0 0,0 0 0 0 0,0 0 0 0 0,0 0 0 0 0,0 1 0 0 0,-1-1 0 0 0,1 0 0 0 0,0 0 0 0 0,-1 1 0 0 0,1-1 0 0 0,-1 0 0 0 0,1 1 0 0 0,-1-1 0 0 0,0 1 0 0 0,0-1 0 0 0,1 0 0 0 0,-1 1 0 0 0,0 1 0 0 0,-1-1-13 0 0,0 0-1 0 0,0-1 1 0 0,1 1-1 0 0,-1-1 1 0 0,0 0-1 0 0,0 1 1 0 0,-1-1-1 0 0,1 0 1 0 0,0 1-1 0 0,0-1 1 0 0,-1 0-1 0 0,1 0 1 0 0,0 0-1 0 0,-1 0 1 0 0,1 0-1 0 0,-4 1 1 0 0,-6 3 304 0 0,0-1 0 0 0,0 0-1 0 0,0-1 1 0 0,-18 3 0 0 0,-13-1 238 0 0,-63 1 0 0 0,102-6-1065 0 0,0 0 0 0 0,1 0 0 0 0,-1 0 0 0 0,0 0 0 0 0,0-1 0 0 0,0 1 0 0 0,1-1 0 0 0,-1 1 0 0 0,0-1 0 0 0,1 0 0 0 0,-1 0 0 0 0,1 0 0 0 0,-1 0 0 0 0,1-1 0 0 0,-1 1 0 0 0,1-1-1 0 0,-3-2 1 0 0,4 3 135 0 0,1 1-1 0 0,0-1 0 0 0,0 0 0 0 0,-1 1 0 0 0,1-1 1 0 0,0 0-1 0 0,0 0 0 0 0,0 1 0 0 0,0-1 0 0 0,-1 0 1 0 0,1 0-1 0 0,0 0 0 0 0,1 1 0 0 0,-1-1 0 0 0,0 0 1 0 0,0 0-1 0 0,0 1 0 0 0,0-1 0 0 0,1 0 0 0 0,-1 0 1 0 0,0 1-1 0 0,0-1 0 0 0,1 0 0 0 0,-1 1 0 0 0,1-1 0 0 0,-1 0 1 0 0,1 1-1 0 0,-1-1 0 0 0,1 1 0 0 0,0-2 0 0 0,19-18-5585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2 103 1848 0 0,'3'-1'1963'0'0,"3"-2"-1886"0"0,-3 2 1043 0 0,0 1-1 0 0,0-1 1 0 0,1 0 0 0 0,-1 1 0 0 0,0-1-1 0 0,0 1 1 0 0,6 0 0 0 0,-7 1-274 0 0,-1 0-631 0 0,0 0 1 0 0,-1 0-1 0 0,1 0 1 0 0,0 0-1 0 0,-1 0 1 0 0,1 0-1 0 0,-1 0 1 0 0,1 0-1 0 0,-1 0 1 0 0,1 1-1 0 0,-1-1 1 0 0,0 0-1 0 0,1 2 1 0 0,2 9 551 0 0,0-9-666 0 0,0 0 0 0 0,0 0 0 0 0,0 0 0 0 0,0 0 0 0 0,0-1 0 0 0,1 1 0 0 0,-1-1 0 0 0,1 0 0 0 0,0 0-1 0 0,-1 0 1 0 0,1 0 0 0 0,0-1 0 0 0,0 0 0 0 0,0 1 0 0 0,8 0 0 0 0,-7-1-62 0 0,1 0 0 0 0,0-1 0 0 0,0 0 0 0 0,0 0 0 0 0,0 0 0 0 0,0 0 0 0 0,0-1 1 0 0,-1 0-1 0 0,1 0 0 0 0,0-1 0 0 0,8-3 0 0 0,-8 2-28 0 0,-2 1 0 0 0,1-1 1 0 0,0 0-1 0 0,0 0 0 0 0,-1-1 0 0 0,0 0 1 0 0,0 1-1 0 0,0-1 0 0 0,0-1 0 0 0,0 1 1 0 0,-1 0-1 0 0,0-1 0 0 0,0 0 0 0 0,0 0 1 0 0,0 0-1 0 0,-1 0 0 0 0,0 0 0 0 0,0 0 1 0 0,0-1-1 0 0,-1 1 0 0 0,0-1 0 0 0,0 1 1 0 0,0-1-1 0 0,-1 0 0 0 0,0-7 0 0 0,0 12-8 0 0,0 0-1 0 0,0-1 1 0 0,-1 1-1 0 0,1 0 1 0 0,0-1-1 0 0,-1 1 1 0 0,1 0-1 0 0,-1 0 0 0 0,0-1 1 0 0,1 1-1 0 0,-1 0 1 0 0,0 0-1 0 0,1 0 1 0 0,-1 0-1 0 0,0 0 0 0 0,0 0 1 0 0,0 0-1 0 0,0 0 1 0 0,0 0-1 0 0,0 1 1 0 0,0-1-1 0 0,-1 0 0 0 0,1 1 1 0 0,0-1-1 0 0,0 0 1 0 0,0 1-1 0 0,-1 0 1 0 0,1-1-1 0 0,0 1 0 0 0,-1 0 1 0 0,1 0-1 0 0,0-1 1 0 0,-1 1-1 0 0,1 0 1 0 0,0 0-1 0 0,-3 1 0 0 0,-2-1 26 0 0,-1 1-1 0 0,1 0 0 0 0,-1 1 0 0 0,1-1 0 0 0,-10 5 0 0 0,3-1 31 0 0,0 2 1 0 0,0 0-1 0 0,1 0 0 0 0,0 1 0 0 0,0 1 0 0 0,1 0 1 0 0,0 0-1 0 0,1 1 0 0 0,0 1 0 0 0,-9 12 0 0 0,13-16-18 0 0,0 1-1 0 0,0 0 0 0 0,1 0 0 0 0,1 0 0 0 0,-1 1 0 0 0,2 0 0 0 0,-1 0 1 0 0,1 0-1 0 0,0 0 0 0 0,1 0 0 0 0,0 0 0 0 0,0 1 0 0 0,1-1 0 0 0,0 1 0 0 0,1-1 1 0 0,1 13-1 0 0,1-14-33 0 0,0-1 1 0 0,0 1 0 0 0,1 0 0 0 0,-1-1 0 0 0,2 1-1 0 0,-1-1 1 0 0,1 0 0 0 0,1 0 0 0 0,-1 0-1 0 0,1-1 1 0 0,0 1 0 0 0,0-1 0 0 0,1-1 0 0 0,0 1-1 0 0,0-1 1 0 0,0 0 0 0 0,1 0 0 0 0,11 6 0 0 0,4 1-636 0 0,0-1 1 0 0,1-1 0 0 0,0-1 0 0 0,45 10 0 0 0,-27-10-3295 0 0,53 4 0 0 0,-17-6-4226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8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45 760 628 0 0,'-15'3'6957'0'0,"12"-2"-6695"0"0,1 0-84 0 0,1-1 1 0 0,0 1-1 0 0,-1-1 0 0 0,1 1 0 0 0,0 0 1 0 0,-1-1-1 0 0,1 1 0 0 0,0 0 1 0 0,0 0-1 0 0,-1 0 0 0 0,1 0 0 0 0,0 0 1 0 0,0 0-1 0 0,0 0 0 0 0,0 0 1 0 0,0 0-1 0 0,1 1 0 0 0,-1-1 1 0 0,0 0-1 0 0,1 1 0 0 0,-1-1 0 0 0,0 0 1 0 0,1 1-1 0 0,0-1 0 0 0,-1 1 1 0 0,1-1-1 0 0,0 1 0 0 0,0-1 1 0 0,0 3-1 0 0,-1 1 33 0 0,2 0 1 0 0,-1 1-1 0 0,1-1 0 0 0,-1 0 1 0 0,1 0-1 0 0,1 0 0 0 0,-1 1 1 0 0,1-1-1 0 0,0 0 1 0 0,0-1-1 0 0,4 7 0 0 0,-4-8-153 0 0,0-1-1 0 0,0 1 0 0 0,0-1 1 0 0,1 1-1 0 0,-1-1 1 0 0,1 0-1 0 0,-1 0 0 0 0,1 0 1 0 0,0-1-1 0 0,0 1 1 0 0,0 0-1 0 0,0-1 0 0 0,0 0 1 0 0,0 0-1 0 0,0 0 1 0 0,0 0-1 0 0,0 0 0 0 0,1-1 1 0 0,-1 1-1 0 0,4-1 1 0 0,3 0-18 0 0,-1-1 0 0 0,0 0 1 0 0,0 0-1 0 0,1-1 1 0 0,-1-1-1 0 0,0 1 1 0 0,-1-1-1 0 0,1-1 0 0 0,0 1 1 0 0,-1-2-1 0 0,0 1 1 0 0,0-1-1 0 0,0 0 1 0 0,0-1-1 0 0,10-10 0 0 0,4-4-6 0 0,-2-2-1 0 0,0 0 1 0 0,27-40-1 0 0,-19 19-36 0 0,-2-1 0 0 0,-3-2 0 0 0,-1 0-1 0 0,20-62 1 0 0,-18 34-22 0 0,-4 0 0 0 0,12-89-1 0 0,-25 126 12 0 0,-5 28-29 0 0,1-1-1 0 0,-2 0 1 0 0,1 1-1 0 0,-2-1 0 0 0,0-16 1 0 0,0 24-8 0 0,-2 3 44 0 0,0 1 1 0 0,0 0 0 0 0,0 0-1 0 0,0 0 1 0 0,0 0 0 0 0,0 0-1 0 0,0 0 1 0 0,1 1-1 0 0,-1-1 1 0 0,-1 4 0 0 0,1-2-2 0 0,-53 91 19 0 0,-60 147 0 0 0,90-185 32 0 0,-22 78 0 0 0,40-109-37 0 0,1 1-1 0 0,1-1 1 0 0,2 1-1 0 0,0 0 1 0 0,2 42 0 0 0,2-61-20 0 0,-1 1 1 0 0,2-1-1 0 0,-1 0 1 0 0,1 1-1 0 0,0-1 1 0 0,1 0-1 0 0,0 0 1 0 0,0 0-1 0 0,1-1 1 0 0,0 1-1 0 0,0-1 1 0 0,1 0-1 0 0,8 11 1 0 0,-8-14-146 0 0,-1 0 0 0 0,1 0 0 0 0,-1 0 0 0 0,1-1 0 0 0,0 1 0 0 0,0-1 0 0 0,0-1 0 0 0,1 1 0 0 0,-1-1 0 0 0,1 0 0 0 0,0 0 1 0 0,-1 0-1 0 0,1-1 0 0 0,0 0 0 0 0,0 0 0 0 0,0-1 0 0 0,0 1 0 0 0,0-1 0 0 0,0 0 0 0 0,7-2 0 0 0,0 0-317 0 0,1-1-1 0 0,-1 0 1 0 0,0-1-1 0 0,0 0 0 0 0,0-1 1 0 0,-1-1-1 0 0,0 0 1 0 0,0 0-1 0 0,21-16 0 0 0,-14 7-489 0 0,0-1 0 0 0,-1-1-1 0 0,-1-1 1 0 0,24-31 0 0 0,-10 5-870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9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190 356 2500 0 0,'83'-296'7481'0'0,"-70"238"-5894"0"0,-12 56-1056 0 0,-3 5-424 0 0,-6 9-16 0 0,1 2-1 0 0,1-1 0 0 0,0 0 0 0 0,0 1 0 0 0,2 0 0 0 0,-4 17 0 0 0,-8 23 364 0 0,-16 32 306 0 0,-122 387 1781 0 0,116-293-1781 0 0,38-170-518 0 0,3-8-94 0 0,11-13-45 0 0,13-27-70 0 0,-14 19-11 0 0,97-146-3 0 0,-93 144-43 0 0,0 0 0 0 0,2 0 0 0 0,0 2 0 0 0,2 1-1 0 0,26-20 1 0 0,-42 35 12 0 0,0 0 0 0 0,-1 0 0 0 0,1 0 0 0 0,1 1 0 0 0,-1 0 0 0 0,0 0 0 0 0,0 0-1 0 0,1 1 1 0 0,-1 0 0 0 0,1 0 0 0 0,-1 0 0 0 0,1 1 0 0 0,0-1 0 0 0,9 2 0 0 0,-11 0 10 0 0,-1-1 0 0 0,1 1 0 0 0,-1 0 0 0 0,0 0 0 0 0,1 1 0 0 0,-1-1 0 0 0,0 1 1 0 0,0 0-1 0 0,0-1 0 0 0,0 1 0 0 0,0 1 0 0 0,0-1 0 0 0,-1 0 0 0 0,1 1 0 0 0,-1-1 1 0 0,0 1-1 0 0,1 0 0 0 0,-1 0 0 0 0,0 0 0 0 0,-1 0 0 0 0,1 0 0 0 0,-1 0 0 0 0,1 0 1 0 0,0 4-1 0 0,1 4 43 0 0,0-1 1 0 0,-1 0 0 0 0,0 0-1 0 0,-1 1 1 0 0,0-1 0 0 0,-1 20-1 0 0,-11 63 325 0 0,0-18-211 0 0,9-60-135 0 0,2-12-32 0 0,-1-1 1 0 0,1 0-1 0 0,0 0 1 0 0,0 0-1 0 0,-1 0 1 0 0,1 1 0 0 0,1-1-1 0 0,-1 0 1 0 0,0 0-1 0 0,0 0 1 0 0,1 1-1 0 0,0-1 1 0 0,-1 0-1 0 0,1 0 1 0 0,0 0-1 0 0,1 2 1 0 0,-1-3-48 0 0,0 0 0 0 0,0-1 0 0 0,0 1 0 0 0,0 0 0 0 0,0-1 0 0 0,0 1 0 0 0,0 0 0 0 0,0-1 0 0 0,0 0 0 0 0,0 1 1 0 0,0-1-1 0 0,0 0 0 0 0,1 1 0 0 0,-1-1 0 0 0,0 0 0 0 0,0 0 0 0 0,0 0 0 0 0,1 0 0 0 0,-1 0 0 0 0,0 0 0 0 0,0 0 0 0 0,0-1 0 0 0,2 1 0 0 0,28-9-1384 0 0,-14 0 855 0 0,-1 0 1 0 0,0-1 0 0 0,-1-1 0 0 0,0 0-1 0 0,-1-1 1 0 0,0 0 0 0 0,0-2-1 0 0,-2 1 1 0 0,15-21 0 0 0,-12 13 1114 0 0,0-1 0 0 0,-2 0-1 0 0,-1-1 1 0 0,0 0 0 0 0,-2-1 0 0 0,8-28 0 0 0,6-13 3099 0 0,-24 63-2774 0 0,-3 12-346 0 0,-103 336 3663 0 0,104-339-4250 0 0,0 1 0 0 0,1 0 0 0 0,0-1 0 0 0,1 1 0 0 0,0 0 0 0 0,0 0 0 0 0,2 11 0 0 0,-1-17-102 0 0,-1 1-1 0 0,1-1 1 0 0,-1 0-1 0 0,1 0 0 0 0,0 1 1 0 0,0-1-1 0 0,0 0 1 0 0,0 0-1 0 0,0 0 0 0 0,1 0 1 0 0,-1 0-1 0 0,1 0 1 0 0,-1 0-1 0 0,1-1 0 0 0,0 1 1 0 0,0 0-1 0 0,-1-1 1 0 0,1 1-1 0 0,0-1 1 0 0,0 0-1 0 0,0 0 0 0 0,1 0 1 0 0,-1 0-1 0 0,0 0 1 0 0,0 0-1 0 0,1-1 0 0 0,4 2 1 0 0,-1-1-816 0 0,0-1 0 0 0,0 1 0 0 0,0-1 0 0 0,0-1 0 0 0,0 1 0 0 0,0-1 0 0 0,8-1 0 0 0,9-6-5110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4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258 141 1484 0 0,'8'-16'1664'0'0,"3"-5"1167"0"0,-1 0 1 0 0,-1 0-1 0 0,7-25 0 0 0,-16 46-2795 0 0,0-1 0 0 0,0 1 0 0 0,0-1 0 0 0,0 1 0 0 0,0 0 0 0 0,0-1 0 0 0,1 1 0 0 0,-1-1 0 0 0,0 1 0 0 0,0-1 0 0 0,0 1 0 0 0,-1-1 0 0 0,1 1 0 0 0,0-1 0 0 0,0 1 0 0 0,0-1 0 0 0,0 1 0 0 0,0 0 0 0 0,0-1 0 0 0,-1 1 0 0 0,1-1 0 0 0,0 1-1 0 0,0 0 1 0 0,-1-1 0 0 0,1 1 0 0 0,0-1 0 0 0,-1 1 0 0 0,1 0 0 0 0,0-1 0 0 0,-1 1 0 0 0,1 0 0 0 0,0 0 0 0 0,-1-1 0 0 0,1 1 0 0 0,-1 0 0 0 0,1 0 0 0 0,0 0 0 0 0,-1-1 0 0 0,1 1 0 0 0,-1 0 0 0 0,1 0 0 0 0,-1 0 0 0 0,1 0 0 0 0,-1 0 0 0 0,1 0 0 0 0,-1 0 0 0 0,1 0 0 0 0,-1 0 0 0 0,-21 4 413 0 0,20-4-355 0 0,-6 2-20 0 0,-1 0 1 0 0,1 1 0 0 0,-1 0-1 0 0,1 0 1 0 0,0 1-1 0 0,0 0 1 0 0,1 1 0 0 0,-1-1-1 0 0,1 2 1 0 0,0-1-1 0 0,0 1 1 0 0,1 0 0 0 0,-1 0-1 0 0,2 0 1 0 0,-9 11-1 0 0,13-15-65 0 0,1 0-1 0 0,-1 0 1 0 0,1 0-1 0 0,-1 0 1 0 0,1 0-1 0 0,0 0 1 0 0,0 0-1 0 0,0 0 1 0 0,0 0-1 0 0,0 0 1 0 0,0 0-1 0 0,0 0 1 0 0,1 0-1 0 0,-1 0 1 0 0,1 0-1 0 0,-1 0 1 0 0,1 0-1 0 0,0 0 1 0 0,0 0-1 0 0,0 0 1 0 0,0-1-1 0 0,0 1 1 0 0,2 2-1 0 0,2 3 9 0 0,1 1-1 0 0,0-1 0 0 0,11 10 1 0 0,0-2 105 0 0,-6-6 25 0 0,-1 0 0 0 0,0 0-1 0 0,-1 0 1 0 0,0 2 0 0 0,0-1-1 0 0,-1 1 1 0 0,-1 0 0 0 0,11 20-1 0 0,-17-28 89 0 0,0-1-1 0 0,0 1 0 0 0,0-1 0 0 0,-1 1 0 0 0,1-1 0 0 0,-1 1 1 0 0,0-1-1 0 0,1 1 0 0 0,-1-1 0 0 0,0 1 0 0 0,-1-1 0 0 0,1 1 0 0 0,0-1 1 0 0,-1 1-1 0 0,1-1 0 0 0,-1 1 0 0 0,0-1 0 0 0,0 0 0 0 0,0 1 0 0 0,-2 2 1 0 0,1-2-12 0 0,-1 1 1 0 0,1-1 0 0 0,-1 0-1 0 0,0 0 1 0 0,0 0 0 0 0,-1-1-1 0 0,1 1 1 0 0,-1-1 0 0 0,1 1-1 0 0,-1-1 1 0 0,-5 2 0 0 0,1-1-100 0 0,0 0 1 0 0,0 0 0 0 0,0-1 0 0 0,0 0 0 0 0,0 0 0 0 0,0-1 0 0 0,-1-1 0 0 0,1 1 0 0 0,-1-1 0 0 0,1 0 0 0 0,0-1-1 0 0,-9-1 1 0 0,11 0-388 0 0,-1-1-1 0 0,1 1 0 0 0,0-1 1 0 0,0 0-1 0 0,0 0 1 0 0,0-1-1 0 0,1 0 0 0 0,-1 0 1 0 0,1 0-1 0 0,0 0 0 0 0,0-1 1 0 0,1 0-1 0 0,-9-11 0 0 0,7 7-1512 0 0,0 0 0 0 0,-8-19 0 0 0,-4-24-7114 0 0,9 24 294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50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1204 0 0,'0'-68'13259'0'0,"0"39"-10119"0"0,0 27-2793 0 0,1-7 100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5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0 392 0 0,'-28'12'3527'0'0,"-72"31"10367"0"0,94-38-12739 0 0,9-1-543 0 0,11-2-254 0 0,-12-2-316 0 0,42 3 217 0 0,76-5 0 0 0,-35 0-979 0 0,26 2-1168 0 0,85 0-6778 0 0,-115 0 1846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51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86 2684 0 0,'-10'-25'5531'0'0,"8"22"-4431"0"0,0-1 0 0 0,0 0-1 0 0,1 0 1 0 0,-1 0-1 0 0,1-1 1 0 0,-1-7-1 0 0,16 42-110 0 0,-2 18-167 0 0,-3 0 0 0 0,7 85 1 0 0,-6-38-502 0 0,-7-76-239 0 0,-2-5 340 0 0,1 1 0 0 0,0-2 0 0 0,6 17 0 0 0,-7-28-128 0 0,2-2-60 0 0,1-1-189 0 0,0-1-1 0 0,0 1 1 0 0,0-1 0 0 0,0 0 0 0 0,-1 0 0 0 0,1 0 0 0 0,-1-1 0 0 0,1 1 0 0 0,-1-1-1 0 0,0 0 1 0 0,0 1 0 0 0,0-2 0 0 0,4-4 0 0 0,6-9 11 0 0,16-27-1 0 0,-14 20-6 0 0,18-29 11 0 0,50-69-11 0 0,-81 119-59 0 0,0 1 0 0 0,0-1 0 0 0,0 1 0 0 0,0-1-1 0 0,0 1 1 0 0,1 0 0 0 0,0 0 0 0 0,-1 0 0 0 0,1 1 0 0 0,0-1 0 0 0,0 1-1 0 0,-1-1 1 0 0,1 1 0 0 0,0 0 0 0 0,1 0 0 0 0,-1 0 0 0 0,0 0 0 0 0,0 1-1 0 0,0-1 1 0 0,5 1 0 0 0,1 1 1 0 0,0 0 0 0 0,1 1 1 0 0,-1 0-1 0 0,0 0 0 0 0,14 6 0 0 0,-11-4 26 0 0,2 1-17 0 0,11 4-1 0 0,43 8-1 0 0,-60-16-19 0 0,0 0 0 0 0,0 0 0 0 0,0-1 0 0 0,0 1 1 0 0,0-2-1 0 0,1 0 0 0 0,-1 0 0 0 0,0 0 0 0 0,14-5 0 0 0,-17 4-11 0 0,0 0 0 0 0,-1-1 0 0 0,1 1 0 0 0,-1-1-1 0 0,1 0 1 0 0,-1-1 0 0 0,0 1 0 0 0,0-1 0 0 0,-1 0-1 0 0,1 0 1 0 0,-1 0 0 0 0,0 0 0 0 0,0-1 0 0 0,0 1 0 0 0,0-1-1 0 0,-1 1 1 0 0,2-7 0 0 0,-2 7 5 0 0,0-1 1 0 0,-1 1-1 0 0,0-1 1 0 0,0 1-1 0 0,0-1 0 0 0,0 1 1 0 0,-1-1-1 0 0,0 1 1 0 0,0-1-1 0 0,0 0 0 0 0,0 1 1 0 0,-1-1-1 0 0,0 1 1 0 0,0-1-1 0 0,0 1 0 0 0,0-1 1 0 0,-1 1-1 0 0,0-1 1 0 0,-4-7-1 0 0,5 11 24 0 0,0 0-1 0 0,1-1 1 0 0,-1 1-1 0 0,0 0 1 0 0,0 0 0 0 0,-1 0-1 0 0,1 0 1 0 0,0 0-1 0 0,0 0 1 0 0,0 0 0 0 0,-1 0-1 0 0,1 1 1 0 0,0-1-1 0 0,-1 0 1 0 0,1 1 0 0 0,-1-1-1 0 0,1 1 1 0 0,-1 0-1 0 0,1-1 1 0 0,-1 1 0 0 0,1 0-1 0 0,-4 0 1 0 0,2 0-9 0 0,0 1 0 0 0,0-1 0 0 0,0 1 1 0 0,-1 0-1 0 0,1 0 0 0 0,0 1 0 0 0,0-1 1 0 0,0 0-1 0 0,1 1 0 0 0,-5 2 0 0 0,-1 2-17 0 0,0 1 0 0 0,0 0 0 0 0,0 0 0 0 0,1 1 0 0 0,-11 15 0 0 0,7-7 29 0 0,1 1-1 0 0,1 0 1 0 0,0 1 0 0 0,-6 19-1 0 0,12-29 1 0 0,0 1 0 0 0,1 0-1 0 0,0-1 1 0 0,0 1 0 0 0,1 0-1 0 0,0 0 1 0 0,1 0-1 0 0,0 0 1 0 0,0 0 0 0 0,1 0-1 0 0,2 10 1 0 0,-2-15-65 0 0,0 0 0 0 0,1 0 0 0 0,0-1 1 0 0,-1 1-1 0 0,1 0 0 0 0,0-1 0 0 0,1 1 0 0 0,-1-1 1 0 0,1 0-1 0 0,-1 0 0 0 0,1 0 0 0 0,0 0 0 0 0,5 3 1 0 0,-2-2-220 0 0,1 1 0 0 0,0-1 0 0 0,0-1 0 0 0,0 1 1 0 0,0-1-1 0 0,11 3 0 0 0,7 0-1954 0 0,-1-2 0 0 0,1 0 0 0 0,32 0-1 0 0,-12-2-4434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5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77 1500 0 0,'1'-2'455'0'0,"0"-1"1"0"0,-1 0-1 0 0,1 0 0 0 0,-1 0 0 0 0,1 0 0 0 0,-1 0 1 0 0,0 0-1 0 0,0 0 0 0 0,-1 0 0 0 0,1 0 0 0 0,-1 0 0 0 0,1 0 1 0 0,-1 0-1 0 0,0 0 0 0 0,0 1 0 0 0,0-1 0 0 0,0 0 1 0 0,-1 1-1 0 0,1-1 0 0 0,-1 0 0 0 0,0 1 0 0 0,0 0 1 0 0,1-1-1 0 0,-1 1 0 0 0,-5-3 0 0 0,6 4-415 0 0,0 1 0 0 0,1-1 0 0 0,-1 1 0 0 0,0 0 0 0 0,0 0 0 0 0,0 0 0 0 0,-1-1 0 0 0,1 1 0 0 0,0 0 0 0 0,0 0-1 0 0,0 0 1 0 0,0 0 0 0 0,0 1 0 0 0,0-1 0 0 0,0 0 0 0 0,0 0 0 0 0,0 1 0 0 0,-1 0 0 0 0,0-1 71 0 0,-8 3 101 0 0,0 0 1 0 0,1 0-1 0 0,-1 1 1 0 0,1 0 0 0 0,0 1-1 0 0,0 0 1 0 0,1 0 0 0 0,0 1-1 0 0,0 0 1 0 0,-14 13-1 0 0,-1 4 163 0 0,2 1-1 0 0,-19 27 1 0 0,23-29-211 0 0,2 1 1 0 0,-17 33-1 0 0,27-47-124 0 0,1 1 0 0 0,0-1 0 0 0,1 1 1 0 0,0 0-1 0 0,0 0 0 0 0,1 0 0 0 0,0 0 0 0 0,1 0 0 0 0,0 16 0 0 0,1-24-46 0 0,1 1 1 0 0,-1 0-1 0 0,1 0 0 0 0,0 0 1 0 0,0-1-1 0 0,0 1 0 0 0,0-1 0 0 0,0 1 1 0 0,1-1-1 0 0,-1 1 0 0 0,1-1 1 0 0,-1 1-1 0 0,1-1 0 0 0,0 0 0 0 0,0 0 1 0 0,0 0-1 0 0,0 0 0 0 0,0 0 1 0 0,1-1-1 0 0,-1 1 0 0 0,1-1 1 0 0,-1 1-1 0 0,1-1 0 0 0,-1 0 0 0 0,1 0 1 0 0,-1 0-1 0 0,1 0 0 0 0,0-1 1 0 0,5 2-1 0 0,4 0-505 0 0,-1-1 0 0 0,1 0 1 0 0,0-1-1 0 0,0 0 0 0 0,22-3 0 0 0,-19 0-720 0 0,0 0-1 0 0,0-2 0 0 0,0 0 0 0 0,-1 0 0 0 0,17-9 0 0 0,10-7-4298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5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188 121 808 0 0,'48'-120'15013'0'0,"-49"123"-14435"0"0,-11 42 1663 0 0,-20 51 1 0 0,16-48-1154 0 0,-79 248 2725 0 0,28 7-3310 0 0,62-249-2177 0 0,-3 10-3475 0 0,10-49 1447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7:5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23 145 2864 0 0,'-3'-6'977'0'0,"0"0"0"0"0,0 0 0 0 0,0 0-1 0 0,1 0 1 0 0,0 0 0 0 0,0 0 0 0 0,1 0-1 0 0,-1-1 1 0 0,1-10 0 0 0,1 15-900 0 0,1 0 1 0 0,0-1 0 0 0,0 1-1 0 0,0 0 1 0 0,0 0 0 0 0,1 0-1 0 0,-1 0 1 0 0,0 0 0 0 0,1 0-1 0 0,-1 0 1 0 0,1 0 0 0 0,0 0-1 0 0,0 1 1 0 0,0-1 0 0 0,0 1-1 0 0,0 0 1 0 0,0-1-1 0 0,0 1 1 0 0,0 0 0 0 0,0 0-1 0 0,4-1 1 0 0,5-1 9 0 0,-1-1 0 0 0,1 2 0 0 0,14-2-1 0 0,-16 2-8 0 0,56-7 134 0 0,103 0 1 0 0,66 16-121 0 0,-230-7-88 0 0,16 1 24 0 0,1 0 0 0 0,22 6 0 0 0,-42-7-11 0 0,0 1 1 0 0,0-1-1 0 0,0 1 0 0 0,-1-1 1 0 0,1 1-1 0 0,0 0 0 0 0,0-1 1 0 0,0 1-1 0 0,-1 0 0 0 0,1-1 1 0 0,0 1-1 0 0,-1 0 0 0 0,1 0 1 0 0,0 0-1 0 0,-1 0 0 0 0,1 0 1 0 0,-1-1-1 0 0,0 1 0 0 0,1 0 1 0 0,-1 0-1 0 0,0 0 0 0 0,1 0 1 0 0,-1 0-1 0 0,0 2 0 0 0,1 22 632 0 0,-8 10 327 0 0,-2-1-1 0 0,-17 46 1 0 0,17-55-738 0 0,0 0 1 0 0,2 1 0 0 0,0 0-1 0 0,2 0 1 0 0,-3 45 0 0 0,8-69-218 0 0,0 1 0 0 0,1 0 0 0 0,-1-1 0 0 0,0 1 0 0 0,1-1 0 0 0,0 1 0 0 0,-1 0 1 0 0,1-1-1 0 0,0 1 0 0 0,1-1 0 0 0,-1 0 0 0 0,0 1 0 0 0,1-1 0 0 0,-1 0 0 0 0,1 0 0 0 0,0 0 1 0 0,3 4-1 0 0,-1-3 2 0 0,0 0-1 0 0,0 0 1 0 0,1 0 0 0 0,-1-1 0 0 0,1 0 0 0 0,0 0 0 0 0,-1 0-1 0 0,11 3 1 0 0,-3-3 0 0 0,1 0-1 0 0,-1 0 1 0 0,1-1-1 0 0,-1-1 1 0 0,1 0-1 0 0,0-1 1 0 0,12-1-1 0 0,-7-2-2 0 0,0 0 0 0 0,-1-2 0 0 0,0 0 0 0 0,0 0 0 0 0,0-2 0 0 0,0 0 0 0 0,-1-1 0 0 0,-1 0 0 0 0,24-19 0 0 0,-28 18-12 0 0,0 0-1 0 0,0 0 1 0 0,-1-1 0 0 0,0 0 0 0 0,-1-1-1 0 0,-1 0 1 0 0,1-1 0 0 0,-2 0 0 0 0,0 0-1 0 0,-1-1 1 0 0,0 1 0 0 0,5-20 0 0 0,-9 26-9 0 0,-1-1 0 0 0,0 0 0 0 0,0 0 0 0 0,0 0 0 0 0,-1 0 0 0 0,0 0 0 0 0,-1 1 0 0 0,0-1 0 0 0,0 0 0 0 0,-1 0 0 0 0,-2-8 0 0 0,2 11-2 0 0,1 0 1 0 0,-1 0 0 0 0,-1 0-1 0 0,1 1 1 0 0,-1-1 0 0 0,0 0-1 0 0,0 1 1 0 0,0 0 0 0 0,-1 0-1 0 0,1 0 1 0 0,-1 0 0 0 0,0 0-1 0 0,0 1 1 0 0,-1 0 0 0 0,1 0-1 0 0,-1 0 1 0 0,-5-3 0 0 0,-1 2-1 0 0,-1 0-1 0 0,1 0 1 0 0,-1 1 0 0 0,0 1 0 0 0,0 0 0 0 0,-1 0 0 0 0,1 2 0 0 0,0-1 0 0 0,0 1 0 0 0,-1 1 0 0 0,1 0-1 0 0,0 1 1 0 0,0 1 0 0 0,0-1 0 0 0,0 2 0 0 0,0 0 0 0 0,1 0 0 0 0,0 1 0 0 0,0 0 0 0 0,0 1 0 0 0,0 0-1 0 0,-10 9 1 0 0,18-13 4 0 0,1 1 0 0 0,-1-1 0 0 0,1 0 0 0 0,-1 1-1 0 0,1 0 1 0 0,0-1 0 0 0,0 1 0 0 0,0 0 0 0 0,1 0 0 0 0,-1 0-1 0 0,1 1 1 0 0,0-1 0 0 0,-1 0 0 0 0,1 0 0 0 0,1 1 0 0 0,-1-1 0 0 0,0 5-1 0 0,1-5-31 0 0,0 0-1 0 0,1-1 1 0 0,-1 1-1 0 0,1 0 0 0 0,0-1 1 0 0,0 1-1 0 0,-1-1 1 0 0,2 1-1 0 0,-1-1 1 0 0,0 0-1 0 0,0 1 0 0 0,1-1 1 0 0,0 0-1 0 0,-1 0 1 0 0,1 0-1 0 0,0 0 0 0 0,0 0 1 0 0,0 0-1 0 0,0 0 1 0 0,0-1-1 0 0,0 1 1 0 0,5 1-1 0 0,5 3-168 0 0,0 0-1 0 0,1-1 1 0 0,0 0-1 0 0,0-1 1 0 0,0 0 0 0 0,0-1-1 0 0,1-1 1 0 0,23 2 0 0 0,-11-4-70 0 0,1 0 0 0 0,-1-1 1 0 0,42-8-1 0 0,-48 4 156 0 0,1 0 0 0 0,-1-2 0 0 0,38-17 0 0 0,51-36 313 0 0,-13 6 1122 0 0,-94 53-1303 0 0,0 0-1 0 0,0 1 1 0 0,0-1 0 0 0,0 1 0 0 0,0 0-1 0 0,0-1 1 0 0,0 1 0 0 0,0 0 0 0 0,0 0-1 0 0,0 0 1 0 0,0 1 0 0 0,0-1 0 0 0,0 0-1 0 0,0 1 1 0 0,0-1 0 0 0,0 1 0 0 0,0 0-1 0 0,0 0 1 0 0,0 0 0 0 0,0 0 0 0 0,0 0 0 0 0,-1 0-1 0 0,1 0 1 0 0,0 0 0 0 0,-1 1 0 0 0,1-1-1 0 0,-1 1 1 0 0,1-1 0 0 0,-1 1 0 0 0,0-1-1 0 0,2 4 1 0 0,3 4 161 0 0,0 0 0 0 0,-1 0-1 0 0,0 0 1 0 0,6 18 0 0 0,-5-8 212 0 0,0 0 0 0 0,-2 1 0 0 0,0 0 0 0 0,-1 0 0 0 0,-1 0 0 0 0,-1 0 0 0 0,-1 25 0 0 0,-3-19 1702 0 0,0 0 1 0 0,-12 45-1 0 0,14-66-1361 0 0,1-3-583 0 0,-1 0 1 0 0,1-1-1 0 0,-1 1 1 0 0,0 0-1 0 0,1 0 1 0 0,-1-1-1 0 0,0 1 1 0 0,0-1-1 0 0,0 1 1 0 0,0-1-1 0 0,-1 1 1 0 0,-1 1-1 0 0,-5 2-149 0 0,-1-10 0 0 0,6-10 0 0 0,4 7 4 0 0,0 0-1 0 0,0 0 1 0 0,1 0-1 0 0,0 0 1 0 0,1 0-1 0 0,0 0 1 0 0,0 1 0 0 0,0-1-1 0 0,1 1 1 0 0,0 0-1 0 0,1 0 1 0 0,0 1-1 0 0,6-8 1 0 0,8-8-87 0 0,2 1 0 0 0,28-24 0 0 0,-15 17-3975 0 0,48-30 0 0 0,1 12-8983 0 0,-54 33 4034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05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439 118 760 0 0,'47'-117'14424'0'0,"-47"120"-13811"0"0,-99 319 4739 0 0,24-86-4074 0 0,36-107-956 0 0,-47 180 183 0 0,62-249-155 0 0,15-84-391 0 0,10 7 41 0 0,1 0-1 0 0,0 0 1 0 0,1 0-1 0 0,1 0 1 0 0,1 1-1 0 0,10-25 1 0 0,-2 10 1 0 0,2 1 0 0 0,26-40 0 0 0,-37 64-4 0 0,0-1 0 0 0,1 1 0 0 0,1-1 0 0 0,-1 2 0 0 0,1-1-1 0 0,10-8 1 0 0,-13 12-5 0 0,0 0 0 0 0,0 0-1 0 0,1 0 1 0 0,-1 1 0 0 0,1-1-1 0 0,-1 1 1 0 0,1 0-1 0 0,0 0 1 0 0,-1 0 0 0 0,1 0-1 0 0,0 1 1 0 0,0-1 0 0 0,-1 1-1 0 0,1 0 1 0 0,6 1-1 0 0,-5 0 8 0 0,0 0-1 0 0,1 1 0 0 0,-1 0 0 0 0,-1 0 0 0 0,1 0 1 0 0,0 0-1 0 0,0 1 0 0 0,-1 0 0 0 0,0 0 0 0 0,1 0 1 0 0,-1 1-1 0 0,0-1 0 0 0,-1 1 0 0 0,1 0 0 0 0,-1 0 0 0 0,6 7 1 0 0,-4-3-2 0 0,0 0 0 0 0,-1 0 0 0 0,1 0 1 0 0,-2 1-1 0 0,1-1 0 0 0,-1 1 1 0 0,-1 0-1 0 0,4 14 0 0 0,-5-14 111 0 0,-1 0-1 0 0,0 0 1 0 0,0-1-1 0 0,0 1 0 0 0,-1 0 1 0 0,0 0-1 0 0,-1 0 1 0 0,0 0-1 0 0,-1-1 1 0 0,0 1-1 0 0,0-1 1 0 0,0 0-1 0 0,-1 0 1 0 0,0 0-1 0 0,-1 0 1 0 0,0-1-1 0 0,0 0 1 0 0,-1 0-1 0 0,-12 12 0 0 0,10-11 26 0 0,-2 0-1 0 0,1-1 1 0 0,-1 0-1 0 0,0-1 1 0 0,0 0-1 0 0,-1 0 1 0 0,1-1-1 0 0,-1-1 1 0 0,0 0-1 0 0,-1 0 1 0 0,1-1-1 0 0,-1-1 1 0 0,1 0-1 0 0,-20 1 1 0 0,-14-4-66 0 0,-84-11 1 0 0,92 7-519 0 0,36 5 248 0 0,-1 0 0 0 0,1 0-1 0 0,-1-1 1 0 0,1 1 0 0 0,-1 0-1 0 0,1-1 1 0 0,-1 1 0 0 0,1-1-1 0 0,0 0 1 0 0,-1 1 0 0 0,1-1-1 0 0,0 0 1 0 0,-1 0 0 0 0,1 0-1 0 0,0 0 1 0 0,0 0 0 0 0,0 0-1 0 0,-1-1 1 0 0,1 1-24 0 0,1 0-1 0 0,-1-1 1 0 0,1 1-1 0 0,0 0 0 0 0,0 0 1 0 0,0 0-1 0 0,-1 0 1 0 0,1 0-1 0 0,0 0 1 0 0,1 0-1 0 0,-1 0 1 0 0,0-1-1 0 0,0 1 1 0 0,0 0-1 0 0,1 0 1 0 0,-1 0-1 0 0,0 0 1 0 0,1 0-1 0 0,-1 0 0 0 0,1 0 1 0 0,-1 0-1 0 0,1 0 1 0 0,-1 0-1 0 0,1 0 1 0 0,1-1-1 0 0,28-30-7459 0 0,-10 12 384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05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9 1712 0 0,'1'-1'519'0'0,"0"0"0"0"0,1 0 0 0 0,-1 0 0 0 0,1 0 0 0 0,-1 1 0 0 0,1-1 0 0 0,0 1 0 0 0,-1-1 0 0 0,1 1 0 0 0,0-1 0 0 0,-1 1 0 0 0,1 0 0 0 0,0 0 0 0 0,-1 0 0 0 0,1 0 0 0 0,0 0 0 0 0,2 0 0 0 0,-3 1-271 0 0,0 0 1 0 0,1 0-1 0 0,-1-1 1 0 0,0 1-1 0 0,0 0 1 0 0,0 0-1 0 0,0 0 1 0 0,0 0-1 0 0,0 0 1 0 0,0 0-1 0 0,0 0 1 0 0,-1 1-1 0 0,1-1 1 0 0,0 0-1 0 0,-1 0 1 0 0,1 1-1 0 0,0-1 1 0 0,-1 0-1 0 0,0 1 1 0 0,1-1-1 0 0,-1 2 1 0 0,4 13 813 0 0,4 17 327 0 0,2 1 1 0 0,16 39-1 0 0,-22-64-1337 0 0,0-1 0 0 0,0 0 0 0 0,1 1-1 0 0,0-2 1 0 0,1 1 0 0 0,0 0 0 0 0,0-1-1 0 0,0 0 1 0 0,1-1 0 0 0,0 0 0 0 0,0 0 0 0 0,1 0-1 0 0,10 6 1 0 0,-13-9-33 0 0,1-1 0 0 0,0 1 0 0 0,0-1 0 0 0,-1 0 0 0 0,1 0 0 0 0,0-1 0 0 0,1 0 1 0 0,-1 0-1 0 0,0 0 0 0 0,0-1 0 0 0,0 0 0 0 0,1 0 0 0 0,-1-1 0 0 0,11-1 0 0 0,-8-1-3 0 0,-1 0 0 0 0,0 0-1 0 0,0-1 1 0 0,0 0 0 0 0,0 0 0 0 0,0 0 0 0 0,-1-1 0 0 0,0-1-1 0 0,9-7 1 0 0,4-8 5 0 0,-1 0 1 0 0,-1-1-1 0 0,-2 0 0 0 0,0-2 1 0 0,19-35-1 0 0,-24 35-20 0 0,-7 16-9 0 0,-1 0-1 0 0,2 0 0 0 0,-1 0 1 0 0,10-11-1 0 0,-13 17-34 0 0,-2 10 59 0 0,0-1 31 0 0,0 0 0 0 0,-1 1 0 0 0,0-1-1 0 0,0 0 1 0 0,-5 9 0 0 0,-1 7 162 0 0,-197 520 2335 0 0,-22-7-1357 0 0,47-160 57 0 0,165-345-779 0 0,8-15 263 0 0,-16 26-1 0 0,21-39-609 0 0,0 0 0 0 0,-1 0 0 0 0,1 0 0 0 0,0-1 0 0 0,-1 1 1 0 0,0-1-1 0 0,1 1 0 0 0,-1-1 0 0 0,0 0 0 0 0,0 0 0 0 0,0 0 0 0 0,-1 0 0 0 0,-5 2 1 0 0,7-4-95 0 0,0 0 0 0 0,0-1 1 0 0,1 1-1 0 0,-1 0 0 0 0,0-1 1 0 0,1 1-1 0 0,-1-1 1 0 0,0 0-1 0 0,1 1 0 0 0,-1-1 1 0 0,1 0-1 0 0,-1 0 0 0 0,1 0 1 0 0,-1 0-1 0 0,1 0 0 0 0,0 0 1 0 0,-1-1-1 0 0,1 1 0 0 0,0 0 1 0 0,0-1-1 0 0,0 1 1 0 0,0-1-1 0 0,-1-2 0 0 0,-3-5-14 0 0,1 0-1 0 0,1 0 1 0 0,0 0-1 0 0,0-1 1 0 0,1 1-1 0 0,0-1 1 0 0,0 0-1 0 0,1 0 1 0 0,1 1-1 0 0,0-1 1 0 0,1-15-1 0 0,2-6 8 0 0,2 0 0 0 0,10-39 0 0 0,4 6-664 0 0,3 1 1 0 0,2 1-1 0 0,4 1 1 0 0,2 1-1 0 0,2 2 1 0 0,3 1-1 0 0,2 1 0 0 0,86-95 1 0 0,-107 134-802 0 0,1 0-1 0 0,1 1 1 0 0,1 1 0 0 0,29-19 0 0 0,-25 20-3527 0 0,45-19 1 0 0,-33 18-2380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06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619 491 1572 0 0,'0'-5'523'0'0,"-1"0"-1"0"0,1 0 1 0 0,-1 0-1 0 0,0 1 1 0 0,0-1-1 0 0,0 0 1 0 0,0 0 0 0 0,-1 0-1 0 0,0 1 1 0 0,0-1-1 0 0,-1 1 1 0 0,1 0-1 0 0,-1-1 1 0 0,0 1-1 0 0,-5-5 1 0 0,5 6-367 0 0,0 0-1 0 0,0 0 1 0 0,0 1 0 0 0,-1-1 0 0 0,1 1-1 0 0,-1 0 1 0 0,0 0 0 0 0,1 1 0 0 0,-1-1-1 0 0,0 1 1 0 0,0-1 0 0 0,0 1 0 0 0,0 0-1 0 0,0 1 1 0 0,-1-1 0 0 0,1 1 0 0 0,0 0-1 0 0,0 0 1 0 0,-5 1 0 0 0,-8 1 21 0 0,1 2 1 0 0,-1 0-1 0 0,1 1 0 0 0,0 0 1 0 0,0 2-1 0 0,1 0 1 0 0,0 0-1 0 0,0 2 0 0 0,-16 11 1 0 0,-16 14 229 0 0,-53 52 1 0 0,77-64-282 0 0,1 0-1 0 0,1 1 1 0 0,-33 48 0 0 0,44-57-101 0 0,2 1 0 0 0,0 0 0 0 0,0 0 0 0 0,2 0 0 0 0,0 1 0 0 0,0 0 0 0 0,2 0 0 0 0,-5 31 0 0 0,8-45-19 0 0,1 1-1 0 0,-1-1 0 0 0,1 0 0 0 0,0 0 0 0 0,0 0 0 0 0,0 1 1 0 0,1-1-1 0 0,-1 0 0 0 0,0 0 0 0 0,1 0 0 0 0,0 1 0 0 0,-1-1 0 0 0,1 0 1 0 0,0 0-1 0 0,0 0 0 0 0,0 0 0 0 0,0 0 0 0 0,0 0 0 0 0,1-1 0 0 0,-1 1 1 0 0,0 0-1 0 0,1-1 0 0 0,0 1 0 0 0,-1-1 0 0 0,1 1 0 0 0,0-1 0 0 0,0 0 1 0 0,3 2-1 0 0,-1-1-1 0 0,0-1-1 0 0,0 0 1 0 0,0 0 0 0 0,0-1 0 0 0,0 1 0 0 0,1-1 0 0 0,-1 0-1 0 0,0 0 1 0 0,0 0 0 0 0,1 0 0 0 0,-1-1 0 0 0,0 0 0 0 0,0 0-1 0 0,6-2 1 0 0,12-6-53 0 0,0 0 1 0 0,-1-2-1 0 0,0 0 0 0 0,0-2 0 0 0,-2 0 1 0 0,1-1-1 0 0,-2-1 0 0 0,0 0 0 0 0,-1-2 1 0 0,0 0-1 0 0,16-23 0 0 0,7-13-360 0 0,-2-3 1 0 0,51-101-1 0 0,-33 42 272 0 0,78-239-1 0 0,-131 336 392 0 0,-13 30-109 0 0,-13 32 177 0 0,-17 48 503 0 0,5 1 0 0 0,3 2-1 0 0,-30 162 1 0 0,56-223-723 0 0,2 1 1 0 0,1-1-1 0 0,3 54 0 0 0,1-77-85 0 0,0 0 0 0 0,0-1 1 0 0,1 1-1 0 0,0 0 1 0 0,1 0-1 0 0,0-1 0 0 0,1 0 1 0 0,0 1-1 0 0,0-1 0 0 0,1-1 1 0 0,1 1-1 0 0,0-1 0 0 0,0 0 1 0 0,0 0-1 0 0,11 9 0 0 0,-13-14-60 0 0,0 0 0 0 0,1-1-1 0 0,-1 1 1 0 0,1-1 0 0 0,0-1-1 0 0,0 1 1 0 0,0 0-1 0 0,1-1 1 0 0,-1 0 0 0 0,1-1-1 0 0,-1 1 1 0 0,1-1-1 0 0,-1 0 1 0 0,12 1 0 0 0,-9-3-134 0 0,0 1 1 0 0,0-1-1 0 0,0-1 0 0 0,0 1 1 0 0,0-1-1 0 0,0-1 1 0 0,0 1-1 0 0,0-1 0 0 0,9-6 1 0 0,3-3-209 0 0,-1 0 0 0 0,-1-1 1 0 0,0-2-1 0 0,0 1 1 0 0,-2-2-1 0 0,23-26 0 0 0,-19 16 202 0 0,0-1-1 0 0,-2 0 1 0 0,24-49-1 0 0,-28 47 1530 0 0,17-55 0 0 0,-30 74 550 0 0,-9 25-990 0 0,-11 30 128 0 0,13-24-670 0 0,-27 115 721 0 0,31-122-1036 0 0,0 0 0 0 0,1 0 0 0 0,0 1 0 0 0,1-1 0 0 0,1 1 0 0 0,1-1 0 0 0,4 22 0 0 0,-6-34-81 0 0,1 1 0 0 0,-1-1 0 0 0,1 0 0 0 0,-1 0-1 0 0,1 0 1 0 0,0 0 0 0 0,0 0 0 0 0,0 0 0 0 0,0 0 0 0 0,0 0 0 0 0,0 0 0 0 0,0-1 0 0 0,1 1 0 0 0,-1 0-1 0 0,1-1 1 0 0,0 1 0 0 0,-1-1 0 0 0,1 1 0 0 0,0-1 0 0 0,0 0 0 0 0,-1 0 0 0 0,1 0 0 0 0,0 0 0 0 0,0 0-1 0 0,0 0 1 0 0,1 0 0 0 0,-1-1 0 0 0,0 1 0 0 0,0-1 0 0 0,0 0 0 0 0,0 1 0 0 0,1-1 0 0 0,2 0 0 0 0,2-1-469 0 0,0-1-1 0 0,0 0 1 0 0,-1 0 0 0 0,1 0 0 0 0,-1 0 0 0 0,0-1 0 0 0,11-7 0 0 0,-9 5-1234 0 0,0 0 0 0 0,-1-1-1 0 0,10-9 1 0 0,6-9-5538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07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99 1800 0 0,'-10'-16'2273'0'0,"-1"0"0"0"0,0 1-1 0 0,-1 0 1 0 0,-23-20 0 0 0,33 33-1984 0 0,-3 4 43 0 0,5-2-333 0 0,-1 0 0 0 0,1 0 1 0 0,-1 0-1 0 0,1 0 0 0 0,0 0 0 0 0,-1 0 0 0 0,1 1 1 0 0,0-1-1 0 0,-1 0 0 0 0,1 0 0 0 0,-1 0 0 0 0,1 0 0 0 0,0 0 1 0 0,-1 0-1 0 0,1 1 0 0 0,0-1 0 0 0,-1 0 0 0 0,1 0 0 0 0,0 1 1 0 0,0-1-1 0 0,-1 0 0 0 0,1 0 0 0 0,0 1 0 0 0,0-1 0 0 0,-1 0 1 0 0,1 1-1 0 0,0-1 0 0 0,-1 3-191 0 0,1 0 1 0 0,-1 1-1 0 0,1-1 1 0 0,0 0-1 0 0,0 0 1 0 0,1 0-1 0 0,-1 0 1 0 0,1 0-1 0 0,-1 0 1 0 0,1 0-1 0 0,0 0 1 0 0,2 5-1 0 0,13 21-4544 0 0,-4-13 604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07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1116 0 0,'0'0'13046'0'0,"8"15"-11499"0"0,35 116 2320 0 0,26 90-1934 0 0,-69-221-1895 0 0,0 1 1 0 0,1 0 0 0 0,-1 0 0 0 0,1-1 0 0 0,-1 1-1 0 0,1 0 1 0 0,-1-1 0 0 0,1 1 0 0 0,0 0 0 0 0,-1-1-1 0 0,1 1 1 0 0,0-1 0 0 0,-1 1 0 0 0,1-1 0 0 0,0 1-1 0 0,-1-1 1 0 0,1 0 0 0 0,0 1 0 0 0,0-1 0 0 0,0 0 0 0 0,-1 0-1 0 0,1 1 1 0 0,0-1 0 0 0,0 0 0 0 0,0 0 0 0 0,0 0-1 0 0,0 0 1 0 0,-1 0 0 0 0,1 0 0 0 0,0 0 0 0 0,0 0-1 0 0,0-1 1 0 0,0 1 0 0 0,-1 0 0 0 0,1 0 0 0 0,0-1-1 0 0,0 1 1 0 0,0 0 0 0 0,-1-1 0 0 0,1 1 0 0 0,0-1-1 0 0,-1 1 1 0 0,1-1 0 0 0,1-1 0 0 0,5-3 4 0 0,1-1 1 0 0,-1 0-1 0 0,8-8 1 0 0,-8 7 73 0 0,29-27-45 0 0,-21 18-488 0 0,0 1-1 0 0,2 1 1 0 0,0 0-1 0 0,0 1 1 0 0,2 1-1 0 0,29-15 1 0 0,19 1-3525 0 0,-44 18 2655 0 0,0-1 1 0 0,-1-1 0 0 0,0-1-1 0 0,25-17 1 0 0,-39 22 1400 0 0,1 0-1 0 0,-2-1 1 0 0,1 0 0 0 0,11-15-1 0 0,5-17 4716 0 0,-24 39-4627 0 0,1-1-1 0 0,-1 0 1 0 0,0 1 0 0 0,0-1 0 0 0,0 1-1 0 0,0-1 1 0 0,1 0 0 0 0,-1 1-1 0 0,0-1 1 0 0,1 1 0 0 0,-1-1-1 0 0,0 1 1 0 0,1-1 0 0 0,0 0 202 0 0,-1 1-202 0 0,1-1 0 0 0,-1 1-1 0 0,1-1 1 0 0,-1 1 0 0 0,1 0-1 0 0,0 0 1 0 0,0-1 0 0 0,-1 15 1469 0 0,-7 28-478 0 0,-1-5-1077 0 0,1 0 1 0 0,3 0-1 0 0,0 1 0 0 0,3-1 1 0 0,3 42-1 0 0,-2-78-241 0 0,0 1-1 0 0,1-1 1 0 0,-1 1 0 0 0,0 0-1 0 0,1-1 1 0 0,-1 1 0 0 0,1-1-1 0 0,-1 1 1 0 0,1-1 0 0 0,2 3 0 0 0,-3-3-299 0 0,5 3-1691 0 0,-4-3 1691 0 0,1 0 0 0 0,-1-1 1 0 0,0 1-1 0 0,0-1 0 0 0,0 1 0 0 0,0-1 1 0 0,1 1-1 0 0,-1-1 0 0 0,0 0 0 0 0,0 0 1 0 0,1 1-1 0 0,-1-1 0 0 0,0 0 0 0 0,1 0 1 0 0,-1 0-1 0 0,0-1 0 0 0,0 1 0 0 0,1 0 1 0 0,-1 0-1 0 0,0-1 0 0 0,0 1 0 0 0,3-2 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07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72 134 1516 0 0,'-7'-22'3579'0'0,"-1"0"1"0"0,-2 0-1 0 0,-20-37 0 0 0,22 50-2829 0 0,2 14-1337 0 0,4 15-1032 0 0,3-10 308 0 0,1 1 0 0 0,1-1 1 0 0,3 11-1 0 0,-3-12-619 0 0,4 11-2870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0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278 653 2620 0 0,'18'-16'10275'0'0,"-17"15"-9918"0"0,0-1 1 0 0,-1 0-1 0 0,1 0 0 0 0,-1 0 0 0 0,1 0 0 0 0,-1 0 1 0 0,1 0-1 0 0,-1 0 0 0 0,0 0 0 0 0,0 0 0 0 0,0 0 1 0 0,0 0-1 0 0,0 0 0 0 0,-1 0 0 0 0,1 0 1 0 0,-1 0-1 0 0,1 0 0 0 0,-1 0 0 0 0,0 0 0 0 0,1 1 1 0 0,-1-1-1 0 0,0 0 0 0 0,-2-3 0 0 0,1 4-274 0 0,0-1 1 0 0,0 0-1 0 0,0 1 0 0 0,1-1 0 0 0,-1 1 0 0 0,-1 0 1 0 0,1-1-1 0 0,0 1 0 0 0,0 0 0 0 0,0 0 0 0 0,-1 1 1 0 0,1-1-1 0 0,0 0 0 0 0,-1 1 0 0 0,1-1 0 0 0,-1 1 1 0 0,1 0-1 0 0,-1 0 0 0 0,-3 0 0 0 0,0 1-56 0 0,1 0-1 0 0,-1 0 1 0 0,1 1 0 0 0,-1 0-1 0 0,1 0 1 0 0,0 0 0 0 0,0 0-1 0 0,0 1 1 0 0,0 0-1 0 0,-8 6 1 0 0,-2 3-29 0 0,-24 24 0 0 0,22-18 16 0 0,1 1 0 0 0,1 0 0 0 0,0 1 0 0 0,-20 39 0 0 0,31-52-14 0 0,0 0 1 0 0,1 0 0 0 0,0 1 0 0 0,0-1 0 0 0,1 1 0 0 0,0 0 0 0 0,0 0-1 0 0,1 0 1 0 0,0 0 0 0 0,1 0 0 0 0,-1 0 0 0 0,2 0 0 0 0,-1 0 0 0 0,1 1-1 0 0,0-1 1 0 0,1 0 0 0 0,-1-1 0 0 0,5 11 0 0 0,-5-15-3 0 0,0 0 0 0 0,1-1 1 0 0,-1 0-1 0 0,1 1 0 0 0,-1-1 0 0 0,1 0 0 0 0,0 1 1 0 0,-1-1-1 0 0,1 0 0 0 0,0 0 0 0 0,1-1 1 0 0,-1 1-1 0 0,0 0 0 0 0,0-1 0 0 0,1 1 1 0 0,-1-1-1 0 0,1 0 0 0 0,2 1 0 0 0,-1-1-31 0 0,0 0 0 0 0,0 0 0 0 0,1-1-1 0 0,-1 1 1 0 0,0-1 0 0 0,0 0 0 0 0,0-1-1 0 0,1 1 1 0 0,-1-1 0 0 0,8-1 0 0 0,-1-2-112 0 0,0 0 0 0 0,0-1 1 0 0,0 0-1 0 0,0-1 0 0 0,-1 0 0 0 0,0 0 1 0 0,14-12-1 0 0,-3-2-263 0 0,1-2 1 0 0,-2 0-1 0 0,-1-1 0 0 0,-1-1 1 0 0,-1-1-1 0 0,22-42 0 0 0,-2-9-511 0 0,29-87 0 0 0,-34 65 1171 0 0,-5-1 1 0 0,19-128-1 0 0,-36 172 494 0 0,-10 53-500 0 0,-2 4-198 0 0,-1 1-34 0 0,0 0 0 0 0,0 1-1 0 0,0-1 1 0 0,1 1 0 0 0,-1-1 0 0 0,1 1-1 0 0,0 0 1 0 0,0 0 0 0 0,0 0 0 0 0,-2 7-1 0 0,-13 53 111 0 0,11-36 46 0 0,-56 261 1204 0 0,52-219-1182 0 0,3 0-1 0 0,3 84 1 0 0,5-137-155 0 0,0 0 0 0 0,1 0-1 0 0,1 0 1 0 0,0-1 0 0 0,1 1 0 0 0,1-1-1 0 0,9 19 1 0 0,-12-30-22 0 0,1 1-1 0 0,0-1 1 0 0,0 0-1 0 0,1-1 1 0 0,-1 1-1 0 0,1-1 1 0 0,0 1 0 0 0,0-1-1 0 0,1 0 1 0 0,7 5-1 0 0,-8-7-7 0 0,0 0-1 0 0,0 0 1 0 0,0 0-1 0 0,0-1 0 0 0,1 1 1 0 0,-1-1-1 0 0,0 0 1 0 0,1 0-1 0 0,-1-1 1 0 0,1 0-1 0 0,-1 1 0 0 0,1-1 1 0 0,-1-1-1 0 0,1 1 1 0 0,6-2-1 0 0,-2-1-2 0 0,0 0 0 0 0,0 0 0 0 0,0-1-1 0 0,0 0 1 0 0,-1 0 0 0 0,0-1 0 0 0,0 0 0 0 0,0-1 0 0 0,-1 1 0 0 0,1-2-1 0 0,9-10 1 0 0,4-5-1 0 0,-2-2-1 0 0,21-31 1 0 0,-27 37 331 0 0,-1 0 0 0 0,-1-1 0 0 0,-1 0 1 0 0,0-1-1 0 0,12-40 0 0 0,-21 57-251 0 0,-1 1 0 0 0,1 0 0 0 0,-1 0 0 0 0,0-1 0 0 0,0 1 0 0 0,0 0-1 0 0,0 0 1 0 0,-1-4 0 0 0,1 5-70 0 0,0 1 0 0 0,0-1-1 0 0,0 0 1 0 0,-1 1 0 0 0,1-1-1 0 0,0 1 1 0 0,-1-1-1 0 0,1 1 1 0 0,0-1 0 0 0,-1 1-1 0 0,1-1 1 0 0,-1 1 0 0 0,1-1-1 0 0,-1 1 1 0 0,1 0 0 0 0,-1-1-1 0 0,1 1 1 0 0,-1 0-1 0 0,1-1 1 0 0,-1 1 0 0 0,1 0-1 0 0,-1 0 1 0 0,0 0 0 0 0,1-1-1 0 0,-1 1 1 0 0,1 0 0 0 0,-1 0-1 0 0,0 0 1 0 0,1 0-1 0 0,-1 0 1 0 0,0 0 0 0 0,1 0-1 0 0,-1 0 1 0 0,1 0 0 0 0,-1 1-1 0 0,-1-1 1 0 0,-4 2 1 0 0,-1 0 0 0 0,0 1 0 0 0,1 0 0 0 0,-1 0 0 0 0,1 1 0 0 0,0-1 0 0 0,0 1-1 0 0,1 1 1 0 0,-1-1 0 0 0,1 1 0 0 0,0 0 0 0 0,0 0 0 0 0,0 0 0 0 0,1 1 0 0 0,0-1 0 0 0,-6 12 0 0 0,5-10 4 0 0,1 0-1 0 0,0 1 1 0 0,1 0 0 0 0,0-1-1 0 0,0 1 1 0 0,0 0 0 0 0,1 1-1 0 0,1-1 1 0 0,-1 0 0 0 0,1 0-1 0 0,1 1 1 0 0,-1-1 0 0 0,2 1-1 0 0,0 9 1 0 0,1-12 8 0 0,0 1 1 0 0,0-1-1 0 0,1 0 1 0 0,0 1-1 0 0,0-1 1 0 0,1-1-1 0 0,0 1 1 0 0,0 0-1 0 0,0-1 0 0 0,0 0 1 0 0,1 0-1 0 0,0 0 1 0 0,0-1-1 0 0,0 1 1 0 0,0-1-1 0 0,1-1 1 0 0,0 1-1 0 0,0-1 0 0 0,8 4 1 0 0,-1-1-67 0 0,0-1-1 0 0,1 0 1 0 0,0-1 0 0 0,0 0 0 0 0,0-1-1 0 0,0-1 1 0 0,1 0 0 0 0,14-1 0 0 0,-17-1-337 0 0,-1-1 0 0 0,1 0 0 0 0,-1-1 0 0 0,1 0 0 0 0,17-6 0 0 0,-22 5-389 0 0,0 0 0 0 0,-1 0 0 0 0,1 0 0 0 0,6-6 0 0 0,-9 7-649 0 0,0-1-1 0 0,0-1 1 0 0,-1 1 0 0 0,1 0-1 0 0,-1-1 1 0 0,6-8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27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0 1260 0 0,'-3'0'3364'0'0,"-43"2"5000"0"0,43-2-7903 0 0,-30 9 1692 0 0,32-8-2095 0 0,-7 8-1048 0 0,-1 13-4934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27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10 546 1200 0 0,'-9'25'9772'0'0,"9"-25"-9699"0"0,0 1 0 0 0,1-1-1 0 0,-1 1 1 0 0,0-1-1 0 0,1 1 1 0 0,-1-1 0 0 0,1 1-1 0 0,-1-1 1 0 0,1 0 0 0 0,-1 1-1 0 0,1-1 1 0 0,-1 0-1 0 0,1 1 1 0 0,0-1 0 0 0,-1 0-1 0 0,1 0 1 0 0,-1 0-1 0 0,1 0 1 0 0,0 1 0 0 0,-1-1-1 0 0,1 0 1 0 0,-1 0 0 0 0,1 0-1 0 0,0 0 1 0 0,-1 0-1 0 0,1 0 1 0 0,0-1 0 0 0,-1 1-1 0 0,1 0 1 0 0,-1 0 0 0 0,1 0-1 0 0,-1 0 1 0 0,1-1-1 0 0,0 1 1 0 0,-1 0 0 0 0,1-1-1 0 0,-1 1 1 0 0,1 0 0 0 0,-1-1-1 0 0,1 1 1 0 0,-1-1-1 0 0,1 0 1 0 0,3-2-65 0 0,0 0 1 0 0,0 0-1 0 0,-1 0 1 0 0,0 0-1 0 0,4-5 0 0 0,33-46 48 0 0,-3 0 1 0 0,-2-3-1 0 0,29-62 0 0 0,27-111-229 0 0,-87 217 169 0 0,6-8-31 0 0,-8 24 183 0 0,-3 13 176 0 0,-24 231 3846 0 0,22-211-3867 0 0,-7 159 979 0 0,10-193-552 0 0,11-17-564 0 0,-5 3-112 0 0,0 0 1 0 0,9-24-1 0 0,0-3 1 0 0,63-114 89 0 0,-59 121-123 0 0,1 1 1 0 0,39-47-1 0 0,-56 74-32 0 0,1 1 0 0 0,0-1 0 0 0,-1 0 0 0 0,2 1 0 0 0,-1 0 0 0 0,0 0 0 0 0,0 0 0 0 0,1 1 0 0 0,0 0 0 0 0,-1 0 0 0 0,1 0 1 0 0,0 0-1 0 0,0 0 0 0 0,9 0 0 0 0,-10 1 4 0 0,0 1 0 0 0,0 0 0 0 0,-1 0 0 0 0,1 1-1 0 0,0-1 1 0 0,0 1 0 0 0,0 0 0 0 0,0 0 0 0 0,-1 0 0 0 0,1 0 0 0 0,0 1 0 0 0,-1-1 0 0 0,1 1 0 0 0,-1 0 0 0 0,0 0 0 0 0,0 0 0 0 0,1 1 0 0 0,-1-1 0 0 0,-1 1 0 0 0,4 3 0 0 0,-1 0 10 0 0,0 0 0 0 0,0 1 0 0 0,-1-1 0 0 0,0 1 0 0 0,0 0 0 0 0,-1 0 0 0 0,0 0 0 0 0,0 0 0 0 0,-1 1 0 0 0,0-1 0 0 0,0 1 0 0 0,0-1 0 0 0,0 13 0 0 0,-1 6 13 0 0,-2 0 1 0 0,-5 44-1 0 0,0-11-299 0 0,6-56 95 0 0,0-1 1 0 0,-1 0 0 0 0,1 1 0 0 0,0-1-1 0 0,1 0 1 0 0,-1 1 0 0 0,0-1 0 0 0,1 0 0 0 0,-1 1-1 0 0,1-1 1 0 0,0 0 0 0 0,0 0 0 0 0,0 1-1 0 0,0-1 1 0 0,0 0 0 0 0,0 0 0 0 0,0 0-1 0 0,1 0 1 0 0,-1 0 0 0 0,1-1 0 0 0,0 1 0 0 0,-1 0-1 0 0,1-1 1 0 0,3 3 0 0 0,-1-2-454 0 0,0-1 0 0 0,0 1 0 0 0,0-1 0 0 0,0 0 0 0 0,0 0 0 0 0,0 0 0 0 0,0-1 0 0 0,1 1 0 0 0,-1-1 0 0 0,0 0 0 0 0,0 0 0 0 0,0-1 0 0 0,6 0 0 0 0,20-5-4503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28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881 129 1056 0 0,'5'-11'1445'0'0,"-1"0"1"0"0,0-1-1 0 0,3-13 0 0 0,-6 20-1048 0 0,0 1 0 0 0,0-1 0 0 0,-1 1 0 0 0,0-1-1 0 0,0 0 1 0 0,0 1 0 0 0,0-1 0 0 0,-1 1 0 0 0,0-1-1 0 0,0 1 1 0 0,-1-6 0 0 0,1 9-352 0 0,0 1 0 0 0,0-1 0 0 0,1 0-1 0 0,-1 0 1 0 0,0 1 0 0 0,0-1 0 0 0,0 0 0 0 0,0 1 0 0 0,0-1-1 0 0,0 1 1 0 0,0-1 0 0 0,0 1 0 0 0,0 0 0 0 0,0-1 0 0 0,0 1 0 0 0,0 0-1 0 0,0 0 1 0 0,0-1 0 0 0,0 1 0 0 0,0 0 0 0 0,0 0 0 0 0,0 0-1 0 0,-1 1 1 0 0,1-1 0 0 0,0 0 0 0 0,0 0 0 0 0,0 0 0 0 0,-1 1 0 0 0,-32 10 598 0 0,13-1-386 0 0,1 1 1 0 0,0 1-1 0 0,1 1 1 0 0,1 1 0 0 0,0 0-1 0 0,1 2 1 0 0,0 0-1 0 0,1 0 1 0 0,1 2 0 0 0,1 0-1 0 0,0 0 1 0 0,-15 30 0 0 0,25-40-214 0 0,0 0 0 0 0,0 0 0 0 0,1 0 0 0 0,1 0 0 0 0,-1 0 0 0 0,1 1 0 0 0,1-1 0 0 0,-1 1 0 0 0,1 14 0 0 0,1-20-33 0 0,0-1 1 0 0,0 1 0 0 0,1 0-1 0 0,-1 0 1 0 0,1 0 0 0 0,-1-1-1 0 0,1 1 1 0 0,0 0 0 0 0,0-1-1 0 0,1 1 1 0 0,-1-1 0 0 0,0 1-1 0 0,1-1 1 0 0,-1 0 0 0 0,1 1-1 0 0,0-1 1 0 0,0 0 0 0 0,0 0 0 0 0,0 0-1 0 0,0 0 1 0 0,0-1 0 0 0,1 1-1 0 0,-1-1 1 0 0,1 1 0 0 0,-1-1-1 0 0,1 0 1 0 0,-1 0 0 0 0,1 0-1 0 0,0 0 1 0 0,-1 0 0 0 0,1 0-1 0 0,5 0 1 0 0,-2-1 1 0 0,0 0-1 0 0,0 0 1 0 0,0 0 0 0 0,0-1-1 0 0,0 0 1 0 0,0 0 0 0 0,-1 0 0 0 0,1-1-1 0 0,0 0 1 0 0,0 0 0 0 0,-1 0-1 0 0,1-1 1 0 0,-1 0 0 0 0,8-5-1 0 0,4-4 17 0 0,-1-1 0 0 0,29-27 0 0 0,-24 16 121 0 0,0-1-1 0 0,24-39 0 0 0,3-5 1511 0 0,-68 120-1069 0 0,-25 54-20 0 0,-41 152 1 0 0,-6 119 513 0 0,51-171-679 0 0,13-56 359 0 0,-71 223 1 0 0,92-352-330 0 0,0-1 0 0 0,-2 0 0 0 0,0 0 0 0 0,-1-1 0 0 0,0 0 0 0 0,-20 23 0 0 0,26-36-325 0 0,0 0-1 0 0,0-1 1 0 0,-1 0 0 0 0,0 0-1 0 0,1 0 1 0 0,-1 0 0 0 0,-1-1 0 0 0,1 0-1 0 0,-1 0 1 0 0,1 0 0 0 0,-1-1-1 0 0,0 1 1 0 0,0-1 0 0 0,0-1-1 0 0,0 1 1 0 0,0-1 0 0 0,0 0 0 0 0,0-1-1 0 0,0 1 1 0 0,-1-1 0 0 0,1-1-1 0 0,0 1 1 0 0,0-1 0 0 0,0 0-1 0 0,-11-3 1 0 0,2-1-54 0 0,0-1 0 0 0,0-1 0 0 0,1 0 0 0 0,0-1 0 0 0,0 0 0 0 0,0-1 0 0 0,1 0 0 0 0,1-2 0 0 0,0 1-1 0 0,0-1 1 0 0,-13-18 0 0 0,11 12-51 0 0,0-1 0 0 0,2 0 0 0 0,0-1 0 0 0,1 0 0 0 0,1-1-1 0 0,1 0 1 0 0,-11-38 0 0 0,16 40-147 0 0,0 0 0 0 0,2 0 0 0 0,0-1 0 0 0,2 1 0 0 0,0-1 0 0 0,0 1-1 0 0,2-1 1 0 0,0 1 0 0 0,2 0 0 0 0,-1 0 0 0 0,2 0 0 0 0,12-29 0 0 0,0 8-614 0 0,2 0 1 0 0,1 2-1 0 0,2 0 1 0 0,36-45 0 0 0,-32 49-351 0 0,2 1 1 0 0,2 1-1 0 0,1 2 1 0 0,44-34-1 0 0,-8 16-4323 0 0,93-50 0 0 0,-85 56-1701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2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301 180 912 0 0,'-12'-3'12682'0'0,"18"-2"-12395"0"0,0 0 0 0 0,1 1 1 0 0,-1 0-1 0 0,1 0 0 0 0,0 0 0 0 0,0 1 1 0 0,10-3-1 0 0,22-12 223 0 0,-34 14-435 0 0,0 0 0 0 0,0 0 1 0 0,0 0-1 0 0,-1-1 1 0 0,0 1-1 0 0,0-1 1 0 0,0 0-1 0 0,0 0 1 0 0,3-7-1 0 0,-6 9-30 0 0,1-1 0 0 0,-1 1 0 0 0,1 0 0 0 0,-1 0 0 0 0,0-1 0 0 0,0 1 0 0 0,-1-1 0 0 0,1-3 0 0 0,-1 5-32 0 0,0 1-1 0 0,0-1 1 0 0,0 1-1 0 0,0-1 1 0 0,0 1 0 0 0,-1-1-1 0 0,1 1 1 0 0,-1-1 0 0 0,1 1-1 0 0,-1-1 1 0 0,1 1 0 0 0,-1 0-1 0 0,0-1 1 0 0,0 1-1 0 0,1 0 1 0 0,-1 0 0 0 0,0 0-1 0 0,0-1 1 0 0,-2 0 0 0 0,1 1-6 0 0,0 0 1 0 0,-1 0-1 0 0,1 0 0 0 0,0 0 1 0 0,-1 0-1 0 0,1 0 1 0 0,-1 1-1 0 0,0-1 1 0 0,1 1-1 0 0,-1 0 1 0 0,1-1-1 0 0,-1 1 0 0 0,0 1 1 0 0,1-1-1 0 0,-1 0 1 0 0,1 1-1 0 0,-1-1 1 0 0,-4 2-1 0 0,-45 17 34 0 0,21-3-11 0 0,0 2-1 0 0,1 1 0 0 0,1 1 1 0 0,1 1-1 0 0,1 1 0 0 0,1 2 1 0 0,1 1-1 0 0,-36 45 0 0 0,56-63-19 0 0,0 0-1 0 0,0 0 0 0 0,0 0 0 0 0,1 1 1 0 0,1-1-1 0 0,-1 1 0 0 0,1 0 0 0 0,0 0 1 0 0,-2 14-1 0 0,4-18-3 0 0,1 0 0 0 0,-1 0 1 0 0,1 0-1 0 0,0 0 0 0 0,1 0 1 0 0,-1-1-1 0 0,1 1 1 0 0,-1 0-1 0 0,1 0 0 0 0,0-1 1 0 0,1 1-1 0 0,-1 0 0 0 0,1-1 1 0 0,-1 1-1 0 0,1-1 0 0 0,0 0 1 0 0,0 1-1 0 0,1-1 0 0 0,-1 0 1 0 0,1 0-1 0 0,-1 0 0 0 0,1-1 1 0 0,5 4-1 0 0,1 1-85 0 0,0-2 0 0 0,1 1 0 0 0,0-1 0 0 0,0-1 0 0 0,0 0 0 0 0,0 0 0 0 0,1-1 0 0 0,16 3 0 0 0,4-1-955 0 0,54 2 1 0 0,-46-7-443 0 0,0-1 0 0 0,-1-3 0 0 0,1 0 1 0 0,-1-3-1 0 0,44-13 0 0 0,-28 2-2992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2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287 154 2788 0 0,'9'-9'935'0'0,"-1"0"-1"0"0,0-1 0 0 0,-1 0 1 0 0,11-20-1 0 0,-16 27-693 0 0,0 0-1 0 0,0 0 1 0 0,-1-1 0 0 0,1 1 0 0 0,-1 0-1 0 0,0-1 1 0 0,0 1 0 0 0,0-1-1 0 0,-1 1 1 0 0,1-1 0 0 0,-1 1 0 0 0,0-1-1 0 0,0 1 1 0 0,0-1 0 0 0,0 0 0 0 0,-1 1-1 0 0,0-1 1 0 0,1 1 0 0 0,-1-1-1 0 0,-3-5 1 0 0,3 8-172 0 0,0 0 0 0 0,0 1 0 0 0,0-1 0 0 0,0 0 0 0 0,0 1 0 0 0,0-1-1 0 0,0 1 1 0 0,0-1 0 0 0,-1 1 0 0 0,1 0 0 0 0,0-1 0 0 0,0 1 0 0 0,0 0 0 0 0,-1 0 0 0 0,1 0 0 0 0,0 0 0 0 0,0 0-1 0 0,-1 0 1 0 0,1 0 0 0 0,0 0 0 0 0,0 1 0 0 0,0-1 0 0 0,-3 1 0 0 0,-28 10 812 0 0,10-1-575 0 0,0 2 1 0 0,1 0-1 0 0,0 1 0 0 0,1 2 1 0 0,1 0-1 0 0,0 1 0 0 0,1 0 1 0 0,1 2-1 0 0,0 0 0 0 0,2 1 1 0 0,0 0-1 0 0,-15 26 0 0 0,27-38-268 0 0,-1 0 0 0 0,1 0 0 0 0,0 0 0 0 0,0 0 0 0 0,1 1 0 0 0,0-1 0 0 0,0 1 0 0 0,1-1 0 0 0,-1 13 0 0 0,2-18-28 0 0,0 1 1 0 0,0-1 0 0 0,0 1-1 0 0,1-1 1 0 0,-1 1-1 0 0,1-1 1 0 0,0 0 0 0 0,-1 1-1 0 0,1-1 1 0 0,0 0-1 0 0,0 1 1 0 0,1-1 0 0 0,-1 0-1 0 0,0 0 1 0 0,1 0-1 0 0,-1 0 1 0 0,1 0 0 0 0,0 0-1 0 0,-1-1 1 0 0,1 1 0 0 0,0-1-1 0 0,0 1 1 0 0,0-1-1 0 0,0 1 1 0 0,1-1 0 0 0,-1 0-1 0 0,0 0 1 0 0,0 0-1 0 0,1-1 1 0 0,-1 1 0 0 0,1 0-1 0 0,-1-1 1 0 0,4 1-1 0 0,1-1-23 0 0,-1 1-1 0 0,1-1 0 0 0,0-1 1 0 0,0 1-1 0 0,0-1 0 0 0,-1-1 1 0 0,1 1-1 0 0,-1-1 0 0 0,1 0 1 0 0,-1 0-1 0 0,1-1 0 0 0,-1 0 1 0 0,0 0-1 0 0,10-8 0 0 0,-1 1-65 0 0,-1-1 0 0 0,-1 0-1 0 0,1-1 1 0 0,16-21-1 0 0,16-24 86 0 0,74-125-1 0 0,-109 167-112 0 0,-14 28-6 0 0,-13 30 222 0 0,8-25-58 0 0,-8 20 170 0 0,-16 55 0 0 0,29-82-259 0 0,0 1-1 0 0,1 0 1 0 0,0 1 0 0 0,1-1 0 0 0,1 0-1 0 0,0 0 1 0 0,0 1 0 0 0,1-1 0 0 0,3 15-1 0 0,-3-23-175 0 0,0-1-1 0 0,1 1 1 0 0,-1-1-1 0 0,0 1 1 0 0,1-1-1 0 0,0 0 1 0 0,0 0-1 0 0,0 0 1 0 0,0 0-1 0 0,1 0 1 0 0,-1 0-1 0 0,1-1 1 0 0,-1 1-1 0 0,1-1 1 0 0,0 1-1 0 0,6 2 1 0 0,-4-2-603 0 0,1 0 0 0 0,0-1 0 0 0,-1 0 0 0 0,1 0 0 0 0,0 0 0 0 0,0-1-1 0 0,0 1 1 0 0,0-2 0 0 0,9 1 0 0 0,14 0-4142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0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411 377 2524 0 0,'2'-5'890'0'0,"0"-1"0"0"0,-1 1 0 0 0,0 0 0 0 0,0-1 0 0 0,-1 0 0 0 0,1 1 0 0 0,-1-1 0 0 0,0 1 0 0 0,-2-11 0 0 0,2 15-821 0 0,-1 1-1 0 0,1-1 0 0 0,0 1 0 0 0,-1-1 0 0 0,1 1 1 0 0,0 0-1 0 0,-1-1 0 0 0,1 1 0 0 0,-1-1 1 0 0,1 1-1 0 0,-1 0 0 0 0,1-1 0 0 0,-1 1 0 0 0,1 0 1 0 0,-1 0-1 0 0,1-1 0 0 0,-1 1 0 0 0,1 0 0 0 0,-1 0 1 0 0,1 0-1 0 0,-1 0 0 0 0,0 0 0 0 0,1-1 0 0 0,-1 1 1 0 0,1 0-1 0 0,-1 0 0 0 0,0 1 0 0 0,1-1 1 0 0,-1 0-1 0 0,1 0 0 0 0,-1 0 0 0 0,0 1 0 0 0,-18 4 730 0 0,18-5-758 0 0,-19 9 560 0 0,0 0 0 0 0,1 1 1 0 0,1 1-1 0 0,-1 1 0 0 0,2 1 1 0 0,-22 19-1 0 0,9-6-145 0 0,0 1 0 0 0,-41 50 0 0 0,58-62-380 0 0,1 1 0 0 0,1 1 0 0 0,1 0-1 0 0,0 0 1 0 0,1 1 0 0 0,1 0 0 0 0,-8 24 0 0 0,14-36-52 0 0,1 1 1 0 0,-1-1 0 0 0,1 1 0 0 0,1-1 0 0 0,-1 1 0 0 0,1-1-1 0 0,0 1 1 0 0,0-1 0 0 0,1 1 0 0 0,0-1 0 0 0,0 0 0 0 0,5 13 0 0 0,-5-15-30 0 0,1 0 0 0 0,0-1 1 0 0,1 1-1 0 0,-1 0 0 0 0,1-1 1 0 0,-1 1-1 0 0,1-1 0 0 0,0 0 1 0 0,0 0-1 0 0,1 0 0 0 0,-1-1 1 0 0,1 1-1 0 0,-1-1 0 0 0,1 1 1 0 0,0-1-1 0 0,0 0 1 0 0,-1-1-1 0 0,2 1 0 0 0,-1-1 1 0 0,6 2-1 0 0,-1-1-272 0 0,1 0 0 0 0,0-1 0 0 0,-1 0 0 0 0,1-1 0 0 0,0 0 0 0 0,-1 0 0 0 0,1-1 0 0 0,0-1 0 0 0,14-3 0 0 0,-8 0-223 0 0,-1 0 1 0 0,0-1 0 0 0,0-1-1 0 0,-1 0 1 0 0,17-11 0 0 0,2-6-554 0 0,-1-2 1 0 0,-1-1 0 0 0,47-51 0 0 0,-20 12 149 0 0,-2-2-1 0 0,51-85 1 0 0,-74 100 1976 0 0,-3-1 0 0 0,-2-2 1 0 0,37-109-1 0 0,-60 154-867 0 0,1-8 1039 0 0,-8 17-714 0 0,-6 9-390 0 0,3 0-55 0 0,0 1-1 0 0,1 0 1 0 0,0 0 0 0 0,0 0 0 0 0,0 0-1 0 0,-3 15 1 0 0,0-3 183 0 0,-96 268 3697 0 0,20 7-1578 0 0,74-261-2216 0 0,5-24 238 0 0,2 1 0 0 0,-1-1-1 0 0,1 1 1 0 0,0 11 0 0 0,2-19-13 0 0,3-4-55 0 0,2 1-264 0 0,0-2 0 0 0,0 1 0 0 0,0 0-1 0 0,0-1 1 0 0,0 0 0 0 0,-1 0 0 0 0,1 0 0 0 0,5-4 0 0 0,38-28 265 0 0,-16 10-192 0 0,28-17 17 0 0,-29 18-127 0 0,0 2-1 0 0,2 1 1 0 0,0 1-1 0 0,45-17 1 0 0,-75 35-50 0 0,0-1 1 0 0,0 1-1 0 0,0 0 1 0 0,0 1-1 0 0,0-1 1 0 0,0 0-1 0 0,1 1 1 0 0,-1 0-1 0 0,0 0 0 0 0,0 0 1 0 0,0 0-1 0 0,1 0 1 0 0,-1 1-1 0 0,0-1 1 0 0,0 1-1 0 0,0 0 1 0 0,0 0-1 0 0,0 0 1 0 0,0 1-1 0 0,0-1 1 0 0,0 0-1 0 0,0 1 1 0 0,-1 0-1 0 0,1 0 1 0 0,-1 0-1 0 0,1 0 1 0 0,2 3-1 0 0,1 3-6 0 0,0 0-1 0 0,-1 1 1 0 0,1 0 0 0 0,-1 0-1 0 0,6 17 1 0 0,9 16 67 0 0,-18-38-27 0 0,0-1-1 0 0,0 1 0 0 0,0-1 0 0 0,1 0 0 0 0,0 0 1 0 0,0 0-1 0 0,0 0 0 0 0,0-1 0 0 0,0 1 0 0 0,0-1 0 0 0,0 0 1 0 0,1 0-1 0 0,-1 0 0 0 0,1 0 0 0 0,4 1 0 0 0,-1-1-18 0 0,-1-1-1 0 0,1 1 0 0 0,0-1 1 0 0,0 0-1 0 0,1-1 0 0 0,-1 0 1 0 0,14-1-1 0 0,0-2-504 0 0,-1-1 0 0 0,1-1 0 0 0,-1-2 0 0 0,36-14 0 0 0,47-32-4781 0 0,-40 10-3998 0 0,-46 29 2367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2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7 1392 0 0,'0'0'2939'0'0,"1"-1"-2196"0"0,1 0-1 0 0,0 0 1 0 0,0 1-1 0 0,0-1 1 0 0,0 0-1 0 0,0 1 1 0 0,0-1-1 0 0,3 0 1 0 0,-4 19-601 0 0,-1 0 0 0 0,0 0 1 0 0,-2 0-1 0 0,0-1 0 0 0,-1 1 1 0 0,-1 0-1 0 0,-6 17 0 0 0,1 2 2 0 0,-99 350 1132 0 0,72-266-1067 0 0,16-56 531 0 0,20-63-158 0 0,8-8-440 0 0,2-7-88 0 0,0 0 0 0 0,9-18-1 0 0,10-14-21 0 0,-18 31-29 0 0,-1 1 1 0 0,1 0-1 0 0,1 1 0 0 0,1 0 1 0 0,0 1-1 0 0,15-11 0 0 0,-24 19-6 0 0,0 1-1 0 0,0 0 0 0 0,0 0 0 0 0,0 0 0 0 0,0 0 0 0 0,0 0 0 0 0,1 1 0 0 0,-1 0 0 0 0,1 0 1 0 0,-1 0-1 0 0,1 0 0 0 0,-1 1 0 0 0,1 0 0 0 0,-1 0 0 0 0,1 0 0 0 0,-1 0 0 0 0,1 1 1 0 0,-1 0-1 0 0,1 0 0 0 0,-1 0 0 0 0,1 0 0 0 0,-1 1 0 0 0,0 0 0 0 0,0 0 0 0 0,0 0 0 0 0,0 0 1 0 0,6 4-1 0 0,-3 0 63 0 0,1 1 1 0 0,-1-1-1 0 0,0 1 0 0 0,0 0 1 0 0,-1 1-1 0 0,0-1 0 0 0,0 1 1 0 0,-1 0-1 0 0,0 1 1 0 0,0 0-1 0 0,-1-1 0 0 0,0 1 1 0 0,-1 1-1 0 0,0-1 0 0 0,0 0 1 0 0,-1 1-1 0 0,0-1 1 0 0,-1 1-1 0 0,0 0 0 0 0,0 0 1 0 0,-1-1-1 0 0,0 1 0 0 0,-1 0 1 0 0,0 0-1 0 0,-1-1 1 0 0,0 1-1 0 0,0 0 0 0 0,-1-1 1 0 0,0 0-1 0 0,-1 0 0 0 0,0 0 1 0 0,-8 13-1 0 0,5-12 203 0 0,0 0 0 0 0,-1 0-1 0 0,0 0 1 0 0,0-1 0 0 0,-1-1 0 0 0,0 0-1 0 0,0 0 1 0 0,-1 0 0 0 0,0-1-1 0 0,-1-1 1 0 0,1 0 0 0 0,-1 0 0 0 0,-1-1-1 0 0,1-1 1 0 0,-1 1 0 0 0,1-2-1 0 0,-1 0 1 0 0,-13 2 0 0 0,3-2-10 0 0,1-2 0 0 0,-1 0 1 0 0,0-1-1 0 0,1-1 0 0 0,-1-1 1 0 0,1-1-1 0 0,-1-1 0 0 0,1-1 0 0 0,-29-11 1 0 0,-29-15-502 0 0,79 31 172 0 0,-1 0 0 0 0,1 0 1 0 0,0 0-1 0 0,-1 0 0 0 0,1 0 1 0 0,-1-1-1 0 0,1 1 0 0 0,0 0 0 0 0,0 0 1 0 0,-1 0-1 0 0,1 0 0 0 0,0-1 1 0 0,-1 1-1 0 0,1 0 0 0 0,0 0 0 0 0,0-1 1 0 0,-1 1-1 0 0,1 0 0 0 0,0-1 1 0 0,0 1-1 0 0,0 0 0 0 0,-1-1 0 0 0,1 1 1 0 0,0 0-1 0 0,0-1 0 0 0,0 1 0 0 0,0 0 1 0 0,0-1-1 0 0,0 1 0 0 0,0 0 1 0 0,0-1-1 0 0,0 1 0 0 0,0 0 0 0 0,0-1 1 0 0,11-7-2863 0 0,18-1-1061 0 0,-28 9 3914 0 0,34-9-6492 0 0,-13 4 711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2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90 2452 0 0,'7'-9'2412'0'0,"-1"0"0"0"0,1-1 0 0 0,4-11 0 0 0,14-19 5256 0 0,-24 44-7542 0 0,-1 0-1 0 0,1 0 1 0 0,0 0 0 0 0,-1 0 0 0 0,0 0 0 0 0,0 0-1 0 0,0 1 1 0 0,0-1 0 0 0,-3 8 0 0 0,1 12 107 0 0,2-8-162 0 0,1-1 1 0 0,1 1-1 0 0,0-1 1 0 0,1 0-1 0 0,1 1 1 0 0,0-1-1 0 0,10 23 1 0 0,-11-32-51 0 0,-1-1-1 0 0,1 1 1 0 0,0-1 0 0 0,0 0-1 0 0,1 0 1 0 0,0 0 0 0 0,-1 0 0 0 0,2 0-1 0 0,-1-1 1 0 0,0 0 0 0 0,1 0 0 0 0,0 0-1 0 0,0 0 1 0 0,0-1 0 0 0,0 0-1 0 0,1 0 1 0 0,-1 0 0 0 0,1-1 0 0 0,0 0-1 0 0,0 0 1 0 0,10 2 0 0 0,-10-4-11 0 0,-1 0 0 0 0,0 0 0 0 0,1 0 0 0 0,-1-1-1 0 0,0 0 1 0 0,0 0 0 0 0,1 0 0 0 0,-1-1 0 0 0,0 1 0 0 0,0-1 0 0 0,-1 0 0 0 0,1-1 0 0 0,0 1 0 0 0,-1-1 0 0 0,1 0 0 0 0,-1 0 0 0 0,0-1 0 0 0,0 1 0 0 0,0-1 0 0 0,0 0 0 0 0,5-7 0 0 0,5-8 0 0 0,-1-1 1 0 0,-1 0-1 0 0,15-33 1 0 0,-18 35-4 0 0,2-6-4 0 0,-7 15-20 0 0,0 1 0 0 0,0 0 1 0 0,10-15-1 0 0,-13 22-27 0 0,2 26-8 0 0,-43 377 618 0 0,18-149 121 0 0,-22 127 94 0 0,-29-5 357 0 0,67-352-833 0 0,0 1 831 0 0,-13 37-1 0 0,17-56-905 0 0,0 0 0 0 0,-1 0 1 0 0,1 0-1 0 0,-1-1 0 0 0,0 1 0 0 0,0-1 0 0 0,0 1 1 0 0,0-1-1 0 0,-1 0 0 0 0,0-1 0 0 0,0 1 0 0 0,0-1 0 0 0,-6 5 1 0 0,6-7-199 0 0,1 1 1 0 0,0-1-1 0 0,-1 0 1 0 0,1-1-1 0 0,0 1 1 0 0,-1-1 0 0 0,1 1-1 0 0,-1-1 1 0 0,1 0-1 0 0,-1 0 1 0 0,1-1 0 0 0,-1 1-1 0 0,1-1 1 0 0,-1 1-1 0 0,1-1 1 0 0,0 0 0 0 0,-1 0-1 0 0,1-1 1 0 0,0 1-1 0 0,0-1 1 0 0,0 1 0 0 0,0-1-1 0 0,0 0 1 0 0,-3-3-1 0 0,-4-3 66 0 0,1 0 0 0 0,0 0 0 0 0,1-1-1 0 0,0 0 1 0 0,-12-17 0 0 0,10 11-188 0 0,0-2 0 0 0,1 0 0 0 0,1 0 0 0 0,0 0-1 0 0,1-1 1 0 0,2 0 0 0 0,-1 0 0 0 0,2-1 0 0 0,0 1 0 0 0,0-23 0 0 0,3 16-190 0 0,1 0 0 0 0,1 0 0 0 0,1 0 0 0 0,1 0 0 0 0,2 0 1 0 0,0 0-1 0 0,10-26 0 0 0,-2 16-67 0 0,2 0 1 0 0,1 1-1 0 0,2 1 1 0 0,1 0 0 0 0,2 1-1 0 0,1 2 1 0 0,1 0-1 0 0,1 1 1 0 0,2 1-1 0 0,37-31 1 0 0,-35 38-1589 0 0,1 0 1 0 0,41-22-1 0 0,20-2-7814 0 0,-59 32 1980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103 154 1812 0 0,'6'-47'8473'0'0,"-1"-60"1006"0"0,-15 164-6636 0 0,3-25-2054 0 0,-34 256 1911 0 0,7-41-2178 0 0,20-167-1846 0 0,6-46-9430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3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33 2572 0 0,'36'-33'10435'0'0,"-36"34"-10293"0"0,0 0 0 0 0,1 0-1 0 0,-1 0 1 0 0,0-1 0 0 0,0 1-1 0 0,0 0 1 0 0,0 0 0 0 0,0 0-1 0 0,0-1 1 0 0,-1 1 0 0 0,1 0 0 0 0,0 0-1 0 0,0 0 1 0 0,-1-1 0 0 0,1 1-1 0 0,0 0 1 0 0,-1 0 0 0 0,1-1-1 0 0,-1 1 1 0 0,1 0 0 0 0,-1-1 0 0 0,1 1-1 0 0,-1 0 1 0 0,1-1 0 0 0,-1 1-1 0 0,0 0 1 0 0,-18 18 1446 0 0,19-19-1540 0 0,-78 66 1542 0 0,-2-3 0 0 0,-137 80 0 0 0,143-98-431 0 0,73-44-1139 0 0,0-1-19 0 0,1 0-1 0 0,0 0 1 0 0,-1 0-1 0 0,1 0 1 0 0,-1 0-1 0 0,1 0 0 0 0,0 0 1 0 0,-1 0-1 0 0,1 0 1 0 0,0 0-1 0 0,-1 1 1 0 0,1-1-1 0 0,0 0 1 0 0,-1 0-1 0 0,1 0 1 0 0,0 0-1 0 0,-1 1 0 0 0,1-1 1 0 0,0 0-1 0 0,-1 0 1 0 0,1 1-1 0 0,0-1 1 0 0,0 0-1 0 0,-1 1 1 0 0,1-1-1 0 0,0 0 1 0 0,0 0-1 0 0,0 1 1 0 0,0-1-1 0 0,-1 0 0 0 0,1 1 1 0 0,0-1-1 0 0,0 1 1 0 0,0-1-1 0 0,0 0 1 0 0,0 1-1 0 0,0-1 1 0 0,0 0-1 0 0,0 1 1 0 0,0-1-1 0 0,0 1 1 0 0,0-1-1 0 0,0 0 0 0 0,0 1 1 0 0,0-1-1 0 0,0 0 1 0 0,0 1-1 0 0,1-1 1 0 0,-1 0-1 0 0,0 1 1 0 0,0-1-1 0 0,0 0 1 0 0,1 1-1 0 0,-1-1 0 0 0,0 0 1 0 0,0 1-1 0 0,1-1 1 0 0,-1 0-1 0 0,14 19-31 0 0,4 0 33 0 0,1-1-1 0 0,1-1 1 0 0,1-1-1 0 0,0-1 1 0 0,37 21-1 0 0,-22-18 56 0 0,0-1 0 0 0,76 23 0 0 0,-105-37-40 0 0,1-1 0 0 0,0 0 0 0 0,0 0 0 0 0,1-1-1 0 0,-1 0 1 0 0,0-1 0 0 0,0 1 0 0 0,1-2 0 0 0,-1 1 0 0 0,0-1 0 0 0,0 0-1 0 0,0-1 1 0 0,0 0 0 0 0,0 0 0 0 0,0-1 0 0 0,0 0 0 0 0,-1 0-1 0 0,9-5 1 0 0,-8 2-510 0 0,1 0 0 0 0,-1-1 0 0 0,0 0 1 0 0,0 0-1 0 0,7-10 0 0 0,-5 6-1578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29 784 0 0,'1'-2'2337'0'0,"4"-24"6061"0"0,-10 46-3824 0 0,-73 543 5018 0 0,76-545-9331 0 0,-34 267 1960 0 0,24-199-1318 0 0,7-71-1426 0 0,1-47-13282 0 0,5 28 12624 0 0,0 0 1 0 0,1 0-1 0 0,2-4 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4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558 51 1628 0 0,'49'-51'11509'0'0,"-51"53"-10714"0"0,-107 81 2910 0 0,-70 29-2581 0 0,177-111-1109 0 0,-242 143 805 0 0,241-143-789 0 0,0 0 0 0 0,-1 1 0 0 0,1-1 0 0 0,-1 0 0 0 0,1-1 0 0 0,-1 1 0 0 0,1 0 0 0 0,-1-1 0 0 0,1 0 0 0 0,-1 0 0 0 0,0 0 0 0 0,1 0 0 0 0,-1-1 1 0 0,1 0-1 0 0,-5-1 0 0 0,6 2-17 0 0,-4-2 15 0 0,3 1-27 0 0,5 1 6 0 0,5 2-9 0 0,1 0 1 0 0,-1 1-1 0 0,0 0 1 0 0,1 0-1 0 0,-1 1 1 0 0,-1 0 0 0 0,1 0-1 0 0,0 0 1 0 0,6 7-1 0 0,56 55 45 0 0,-49-46-10 0 0,132 158 361 0 0,-85-94-64 0 0,-66-83-431 0 0,0-1-1 0 0,-1 1 0 0 0,1 0 1 0 0,0 0-1 0 0,0-1 1 0 0,0 1-1 0 0,0-1 0 0 0,0 1 1 0 0,0-1-1 0 0,1 1 1 0 0,-1-1-1 0 0,0 0 0 0 0,0 1 1 0 0,0-1-1 0 0,0 0 1 0 0,0 0-1 0 0,1 0 0 0 0,-1 0 1 0 0,0 0-1 0 0,0 0 1 0 0,0 0-1 0 0,0 0 0 0 0,1 0 1 0 0,-1-1-1 0 0,0 1 0 0 0,0 0 1 0 0,0-1-1 0 0,0 1 1 0 0,0-1-1 0 0,0 1 0 0 0,0-1 1 0 0,0 1-1 0 0,1-2 1 0 0,5-3-1470 0 0,0 1 1 0 0,-1-2-1 0 0,10-8 0 0 0,-9 7-492 0 0,13-10-4718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5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86 260 0 0,'8'-10'3967'0'0,"23"-27"11983"0"0,-11 24-12493 0 0,107-2-2109 0 0,-56 7-5454 0 0,-29 5-7479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5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 2824 0 0,'-123'56'16564'0'0,"122"-56"-16521"0"0,1 0 0 0 0,-1 0 0 0 0,1 1 1 0 0,0-1-1 0 0,-1 0 0 0 0,1 0 0 0 0,-1 0 1 0 0,1 0-1 0 0,0 1 0 0 0,-1-1 0 0 0,1 0 0 0 0,0 1 1 0 0,0-1-1 0 0,-1 0 0 0 0,1 0 0 0 0,0 1 1 0 0,-1-1-1 0 0,1 0 0 0 0,0 1 0 0 0,0-1 1 0 0,0 1-1 0 0,-1-1 0 0 0,1 0 0 0 0,0 1 0 0 0,0-1 1 0 0,0 1-1 0 0,0-1 0 0 0,0 0 0 0 0,0 1 1 0 0,0-1-1 0 0,0 1 0 0 0,0-1 0 0 0,0 0 0 0 0,0 1 1 0 0,0-1-1 0 0,0 1 0 0 0,0-1 0 0 0,0 0 1 0 0,0 1-1 0 0,1-1 0 0 0,-1 1 0 0 0,0-1 0 0 0,0 0 1 0 0,0 1-1 0 0,1-1 0 0 0,-1 0 0 0 0,0 1 1 0 0,0-1-1 0 0,1 0 0 0 0,-1 1 0 0 0,0-1 0 0 0,1 0 1 0 0,-1 0-1 0 0,0 1 0 0 0,1-1 0 0 0,-1 0 1 0 0,0 0-1 0 0,1 0 0 0 0,-1 0 0 0 0,1 1 1 0 0,-1-1-1 0 0,0 0 0 0 0,1 0 0 0 0,-1 0 0 0 0,1 0 1 0 0,42 6 266 0 0,0-2 1 0 0,80-4 0 0 0,-62-1-1138 0 0,3 2-965 0 0,12 0-2651 0 0,-26-3-2477 0 0,-24 1 133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9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4 2316 0 0,'6'-4'11105'0'0,"-84"321"-1473"0"0,-69 154-5815 0 0,131-423-3701 0 0,-6 16-1642 0 0,5-26-4648 0 0,10-28 1832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39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0 1052 0 0,'-291'101'26822'0'0,"290"-101"-26739"0"0,0 1 378 0 0,-2 0-55 0 0,-14 7 1089 0 0,16-4-956 0 0,14-2-421 0 0,428-29 602 0 0,-202 7-569 0 0,1122-11 63 0 0,-1032 31-1265 0 0,-305-6-2796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40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49 593 660 0 0,'-2'-1'1844'0'0,"-37"-37"7364"0"0,37 40-8850 0 0,2-2-337 0 0,0 0 0 0 0,-1 0-1 0 0,1 0 1 0 0,-1 0-1 0 0,1 1 1 0 0,0-1-1 0 0,0 0 1 0 0,-1 0-1 0 0,1 1 1 0 0,0-1 0 0 0,-1 0-1 0 0,1 0 1 0 0,0 1-1 0 0,0-1 1 0 0,-1 0-1 0 0,1 1 1 0 0,0-1 0 0 0,0 0-1 0 0,0 1 1 0 0,0-1-1 0 0,-1 0 1 0 0,1 1-1 0 0,0-1 1 0 0,0 1 0 0 0,0 0-1 0 0,83 290 5905 0 0,-44-168-5295 0 0,-13-44-25 0 0,-12-46 4136 0 0,0-49-3568 0 0,7-68-640 0 0,18-151 0 0 0,-31 177-504 0 0,9-76-158 0 0,-3 13 162 0 0,35-136 0 0 0,-47 248-35 0 0,0 1 1 0 0,1-1-1 0 0,1 1 0 0 0,-1-1 1 0 0,1 1-1 0 0,1 0 0 0 0,-1 1 1 0 0,1-1-1 0 0,1 1 0 0 0,-1 0 1 0 0,1 0-1 0 0,1 1 0 0 0,-1 0 1 0 0,1 0-1 0 0,0 0 0 0 0,0 1 1 0 0,1 0-1 0 0,-1 0 0 0 0,1 1 1 0 0,0 0-1 0 0,1 0 0 0 0,-1 1 1 0 0,1 0-1 0 0,-1 1 0 0 0,18-4 1 0 0,45-5-32 0 0,142-2 1 0 0,74 20-138 0 0,-206-3 155 0 0,354 21-1737 0 0,-435-25 1623 0 0,1 0 0 0 0,0 0 0 0 0,0 0 0 0 0,0 0 0 0 0,0 0 0 0 0,-1 0 0 0 0,1 0 0 0 0,0 0 0 0 0,0 0 0 0 0,0 0 0 0 0,-1 1 0 0 0,1-1 0 0 0,0 0 0 0 0,0 1 0 0 0,-1-1 0 0 0,1 0 0 0 0,0 1 0 0 0,-1-1 0 0 0,1 1 0 0 0,0-1 0 0 0,-1 1 0 0 0,1-1 0 0 0,-1 1 0 0 0,1 0 0 0 0,0 1 0 0 0,-1-2-80 0 0,0 1 0 0 0,0 0 0 0 0,0 0 0 0 0,-1 0 0 0 0,1 0 0 0 0,0 0 0 0 0,-1-1 0 0 0,1 1 0 0 0,-1 0 0 0 0,1 0 0 0 0,-1-1 0 0 0,1 1 0 0 0,-1 0 1 0 0,1-1-1 0 0,-1 1 0 0 0,1 0 0 0 0,-1-1 0 0 0,-1 2 0 0 0,-38 24-8941 0 0,22-16 3362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41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14 344 0 0,'-4'0'2879'0'0,"-57"-13"10513"0"0,57 13-12753 0 0,4 0-600 0 0,-1 0 1 0 0,0 0-1 0 0,1-1 0 0 0,-1 1 1 0 0,1 0-1 0 0,-1 0 1 0 0,0 0-1 0 0,1 0 1 0 0,-1 0-1 0 0,0 0 1 0 0,1 1-1 0 0,-1-1 1 0 0,1 0-1 0 0,-1 0 1 0 0,1 0-1 0 0,-1 0 1 0 0,0 1-1 0 0,1-1 0 0 0,-2 1 1 0 0,-1 7 354 0 0,0 0 0 0 0,1 0 0 0 0,0 0 0 0 0,0 0 0 0 0,1 0-1 0 0,0 1 1 0 0,0-1 0 0 0,1 16 0 0 0,-2 11 438 0 0,-20 112 1016 0 0,-44 151-1 0 0,62-283-2567 0 0,-4 13 2830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41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83 2020 0 0,'24'-73'16520'0'0,"-23"72"-15922"0"0,0-7 343 0 0,0 13 278 0 0,1 13-152 0 0,-6 21 1069 0 0,-11 51 0 0 0,-37 96 92 0 0,44-161-2125 0 0,0-3 332 0 0,-5 31 0 0 0,12-51-334 0 0,2-2-94 0 0,-1 1 0 0 0,0-1 0 0 0,0 0 0 0 0,1 1 0 0 0,-1-1 0 0 0,0 0 0 0 0,1 1 0 0 0,-1-1 0 0 0,0 0 0 0 0,0 0 0 0 0,1 0 0 0 0,-1 1 0 0 0,1-1 0 0 0,-1 0 0 0 0,0 0 0 0 0,1 0 0 0 0,-1 0 0 0 0,1 1 0 0 0,-1-1 0 0 0,0 0 0 0 0,1 0 0 0 0,-1 0 0 0 0,1 0 0 0 0,-1 0 0 0 0,0 0 0 0 0,1 0 0 0 0,-1 0 0 0 0,1 0 0 0 0,-1-1 0 0 0,1 1 0 0 0,16-3 77 0 0,5-4-53 0 0,0-1 0 0 0,0-1 0 0 0,-1-1 0 0 0,0-1 0 0 0,-1-1 0 0 0,-1-1 0 0 0,1 0 0 0 0,16-17 0 0 0,-29 24 172 0 0,0-1 0 0 0,0 0 0 0 0,-1-1 0 0 0,0 1-1 0 0,-1-1 1 0 0,0 0 0 0 0,0-1 0 0 0,4-10-1 0 0,19-34 221 0 0,-37 71-423 0 0,2 0 0 0 0,-1 1 0 0 0,2 0 0 0 0,-5 23 0 0 0,-13 89 0 0 0,18-92 0 0 0,-7 56-6039 0 0,-1 163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2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67 2032 0 0,'3'-46'8782'0'0,"-4"26"-2625"0"0,1 19-5978 0 0,-11 43 2100 0 0,-18 111-776 0 0,-31 161 104 0 0,-6-1-3874 0 0,65-312 2099 0 0,-4 19-3132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75 404 496 0 0,'-70'-58'9916'0'0,"70"58"-9866"0"0,0 0 0 0 0,-1 0 1 0 0,1 0-1 0 0,0-1 0 0 0,-1 1 1 0 0,1 0-1 0 0,0 0 0 0 0,0-1 1 0 0,-1 1-1 0 0,1 0 1 0 0,0-1-1 0 0,0 1 0 0 0,-1 0 1 0 0,1-1-1 0 0,0 1 0 0 0,0 0 1 0 0,0-1-1 0 0,0 1 0 0 0,0 0 1 0 0,0-1-1 0 0,-1 1 0 0 0,1-1 1 0 0,0 1-1 0 0,0 0 1 0 0,0-1-1 0 0,0 1 0 0 0,0-1 1 0 0,0 1-1 0 0,1-1 0 0 0,9-5 471 0 0,26 2-591 0 0,-28 4 227 0 0,110-17 67 0 0,139-39 1 0 0,-179 37-175 0 0,-13 5 4 0 0,92-26-172 0 0,-131 32 4 0 0,0-1-1 0 0,0-2 0 0 0,42-23 0 0 0,-64 31 109 0 0,1 1-1 0 0,0-1 1 0 0,-1-1-1 0 0,0 1 0 0 0,1-1 1 0 0,-1 0-1 0 0,-1 1 0 0 0,1-2 1 0 0,-1 1-1 0 0,1 0 1 0 0,-1-1-1 0 0,-1 1 0 0 0,1-1 1 0 0,0 0-1 0 0,-1 0 0 0 0,0 0 1 0 0,0-1-1 0 0,1-5 0 0 0,-3 10 25 0 0,0 0-1 0 0,1 0 0 0 0,-1 0 0 0 0,0 0 1 0 0,0 0-1 0 0,0-1 0 0 0,0 1 0 0 0,0 0 1 0 0,0 0-1 0 0,0 0 0 0 0,0 0 0 0 0,0 0 1 0 0,-1 0-1 0 0,1 0 0 0 0,0 0 0 0 0,-1 0 0 0 0,1 0 1 0 0,-1 0-1 0 0,1 0 0 0 0,-1 0 0 0 0,1 0 1 0 0,-1 1-1 0 0,0-1 0 0 0,1 0 0 0 0,-1 0 1 0 0,0 1-1 0 0,0-1 0 0 0,1 0 0 0 0,-1 1 1 0 0,0-1-1 0 0,0 0 0 0 0,0 1 0 0 0,0-1 0 0 0,0 1 1 0 0,0 0-1 0 0,0-1 0 0 0,-1 1 0 0 0,0-1 6 0 0,0 1 0 0 0,0 0 0 0 0,0 0 0 0 0,-1 0 0 0 0,1 0 0 0 0,0 1-1 0 0,0-1 1 0 0,0 0 0 0 0,0 1 0 0 0,0-1 0 0 0,0 1 0 0 0,0 0-1 0 0,0 0 1 0 0,0 0 0 0 0,0 0 0 0 0,-3 2 0 0 0,-3 4 32 0 0,1 1-1 0 0,0-1 1 0 0,0 1 0 0 0,1 0 0 0 0,0 1 0 0 0,0 0-1 0 0,-5 11 1 0 0,-29 70 217 0 0,39-86-255 0 0,-152 489 1064 0 0,124-384-8 0 0,24-95 336 0 0,4-21-614 0 0,7-26-402 0 0,3 7-325 0 0,0 1 0 0 0,2 0 1 0 0,1 1-1 0 0,15-24 0 0 0,-17 32-66 0 0,1 1 1 0 0,0 0-1 0 0,1 0 0 0 0,1 1 1 0 0,0 1-1 0 0,25-20 0 0 0,-34 30-15 0 0,1 0 0 0 0,-1 0 0 0 0,1 0 0 0 0,0 1 0 0 0,-1 0 0 0 0,1 0 0 0 0,0 0 0 0 0,1 0 0 0 0,-1 1 0 0 0,0 0-1 0 0,0 0 1 0 0,1 0 0 0 0,-1 1 0 0 0,0-1 0 0 0,7 2 0 0 0,-9-1 7 0 0,1 1-1 0 0,-1 0 1 0 0,1 0-1 0 0,-1 1 0 0 0,0-1 1 0 0,0 0-1 0 0,1 1 1 0 0,-1 0-1 0 0,0 0 1 0 0,-1 0-1 0 0,1 0 1 0 0,0 0-1 0 0,0 1 1 0 0,-1-1-1 0 0,1 1 0 0 0,-1 0 1 0 0,0 0-1 0 0,0 0 1 0 0,0 0-1 0 0,0 0 1 0 0,-1 0-1 0 0,1 0 1 0 0,1 6-1 0 0,2 7-6 0 0,0-1 1 0 0,-2 1-1 0 0,0 0 1 0 0,2 26-1 0 0,-2 67 36 0 0,-3-84-8 0 0,-1-24-11 0 0,1 0 0 0 0,0 1 0 0 0,0-1 0 0 0,0 0 0 0 0,1 0 0 0 0,-1 0 0 0 0,0 0 0 0 0,0 0 0 0 0,1 0 0 0 0,-1 0 0 0 0,0 0 0 0 0,1 0 0 0 0,-1 0 0 0 0,1 0 0 0 0,-1-1 0 0 0,1 1 0 0 0,-1 0 0 0 0,1 0 0 0 0,0 0 0 0 0,0-1 0 0 0,-1 1 0 0 0,1 0 0 0 0,0 0 0 0 0,0-1 0 0 0,0 1 0 0 0,0-1 0 0 0,0 1 0 0 0,-1-1 0 0 0,1 1 0 0 0,0-1 0 0 0,0 0 0 0 0,0 1 0 0 0,0-1 0 0 0,2 0 0 0 0,1 1 3 0 0,0-1 0 0 0,0 0 1 0 0,0-1-1 0 0,0 1 0 0 0,0-1 0 0 0,5-1 0 0 0,8-2 3 0 0,-1-2 0 0 0,0 0 0 0 0,0-1 0 0 0,0 0 0 0 0,-1-2 0 0 0,0 0 0 0 0,24-18-1 0 0,-17 8-1 0 0,0 0 0 0 0,-2-1-1 0 0,33-41 1 0 0,-4-8 26 0 0,-45 62-33 0 0,0-1-1 0 0,-1 1 1 0 0,1-1 0 0 0,-1 1 0 0 0,-1-1-1 0 0,1 0 1 0 0,-1 0 0 0 0,1-9-1 0 0,-3 16 3 0 0,0-1 0 0 0,1 1 0 0 0,-1-1 0 0 0,0 1-1 0 0,0-1 1 0 0,0 1 0 0 0,0-1 0 0 0,0 1-1 0 0,0-1 1 0 0,-1 1 0 0 0,1-1 0 0 0,0 1 0 0 0,-1 0-1 0 0,1-1 1 0 0,-1 1 0 0 0,0 0 0 0 0,1-1-1 0 0,-1 1 1 0 0,0 0 0 0 0,0-1 0 0 0,0 1-1 0 0,-2-2 1 0 0,2 3 0 0 0,0-1-1 0 0,-1 1 1 0 0,1-1-1 0 0,0 1 1 0 0,-1 0-1 0 0,1 0 0 0 0,0 0 1 0 0,-1 0-1 0 0,1 0 1 0 0,0 0-1 0 0,-1 0 1 0 0,1 0-1 0 0,0 1 1 0 0,-1-1-1 0 0,1 0 1 0 0,0 1-1 0 0,0-1 0 0 0,-1 1 1 0 0,-1 0-1 0 0,-4 3 7 0 0,0 0 1 0 0,1 1-1 0 0,-1-1 0 0 0,1 1 0 0 0,0 0 0 0 0,-10 12 0 0 0,9-8 6 0 0,0 1 0 0 0,0 0 0 0 0,1 1 0 0 0,1 0 0 0 0,0 0 0 0 0,0 0 0 0 0,1 0 0 0 0,0 1-1 0 0,1-1 1 0 0,1 1 0 0 0,-2 16 0 0 0,3-22 4 0 0,1 0-1 0 0,0-1 1 0 0,0 1-1 0 0,1 0 1 0 0,-1-1-1 0 0,1 1 1 0 0,0 0-1 0 0,1-1 1 0 0,0 0-1 0 0,0 1 1 0 0,0-1-1 0 0,0 0 0 0 0,1 0 1 0 0,-1 0-1 0 0,2 0 1 0 0,-1 0-1 0 0,0-1 1 0 0,1 1-1 0 0,0-1 1 0 0,0 0-1 0 0,0 0 1 0 0,0-1-1 0 0,1 1 1 0 0,-1-1-1 0 0,1 0 1 0 0,5 3-1 0 0,4 0-54 0 0,1 0 0 0 0,-1-1 1 0 0,1 0-1 0 0,0-1 0 0 0,0-1 0 0 0,0-1 0 0 0,0 0 0 0 0,21 0 0 0 0,-12-2-1411 0 0,33-4 0 0 0,20-10-5760 0 0,-35 4-28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3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92 2060 0 0,'-54'-21'14689'0'0,"55"27"-14486"0"0,0 0 0 0 0,1 0 0 0 0,0 0 0 0 0,0-1 0 0 0,0 1 0 0 0,1-1 0 0 0,-1 1 0 0 0,7 8 1 0 0,7 15 299 0 0,41 132 1145 0 0,-22-57-1047 0 0,-21-74-3 0 0,-13-29-502 0 0,1-3-39 0 0,9-10-13 0 0,-2-2 0 0 0,1 1 0 0 0,-1-1 0 0 0,-1 0 0 0 0,7-18-1 0 0,18-29-25 0 0,-28 52-14 0 0,3-4-20 0 0,0 1 0 0 0,16-18 0 0 0,-21 27 2 0 0,0 0-1 0 0,0 0 1 0 0,1 0 0 0 0,-1 0 0 0 0,1 0 0 0 0,0 1 0 0 0,0-1 0 0 0,0 1 0 0 0,0 0 0 0 0,0 1 0 0 0,0-1 0 0 0,1 1-1 0 0,4-2 1 0 0,3 3-1 0 0,-1 0 0 0 0,1 1 0 0 0,-1 0 0 0 0,1 1 0 0 0,-1 0 0 0 0,0 1 0 0 0,0 0 0 0 0,0 1 0 0 0,12 5 0 0 0,-3-2 13 0 0,35 9 0 0 0,-45-15 5 0 0,-1 1 0 0 0,0-1 0 0 0,1-1 0 0 0,-1 0 0 0 0,1 0 0 0 0,-1-1 0 0 0,1 0-1 0 0,-1-1 1 0 0,17-5 0 0 0,-20 5-24 0 0,0-1-1 0 0,0 1 1 0 0,0-1-1 0 0,-1 0 0 0 0,0-1 1 0 0,1 0-1 0 0,-1 0 1 0 0,0 0-1 0 0,-1 0 1 0 0,1-1-1 0 0,-1 1 1 0 0,0-1-1 0 0,0 0 0 0 0,0 0 1 0 0,3-9-1 0 0,-2 5-24 0 0,-1-1-1 0 0,0 0 1 0 0,-1 0-1 0 0,0 0 1 0 0,0 0-1 0 0,0-13 1 0 0,-2 19 32 0 0,-1 1 0 0 0,1-1 0 0 0,-1 1 1 0 0,0-1-1 0 0,0 1 0 0 0,0-1 0 0 0,-1 1 0 0 0,1-1 1 0 0,-1 1-1 0 0,0-1 0 0 0,0 1 0 0 0,0 0 1 0 0,0-1-1 0 0,-1 1 0 0 0,1 0 0 0 0,-1 0 0 0 0,0 0 1 0 0,0 0-1 0 0,0 0 0 0 0,0 0 0 0 0,-4-3 1 0 0,4 5 8 0 0,1 0 1 0 0,0 0-1 0 0,0 1 1 0 0,0-1-1 0 0,-1 0 1 0 0,1 1-1 0 0,0-1 1 0 0,-1 1 0 0 0,1-1-1 0 0,-1 1 1 0 0,1 0-1 0 0,0 0 1 0 0,-1 0-1 0 0,1 0 1 0 0,-1 0-1 0 0,1 0 1 0 0,-1 0-1 0 0,1 0 1 0 0,0 0 0 0 0,-1 0-1 0 0,-1 1 1 0 0,0 1 0 0 0,0-1 1 0 0,0 0 0 0 0,0 1 0 0 0,1 0 0 0 0,-1 0-1 0 0,0 0 1 0 0,1 0 0 0 0,-5 5 0 0 0,-1 1 41 0 0,1 1 0 0 0,1 0-1 0 0,0 0 1 0 0,-8 15 0 0 0,-2 10 318 0 0,1 1 0 0 0,-19 65 0 0 0,30-85-306 0 0,0 0-1 0 0,2 0 1 0 0,0 0 0 0 0,0 0 0 0 0,1 0 0 0 0,1 0-1 0 0,1 0 1 0 0,0 0 0 0 0,7 30 0 0 0,-7-41-74 0 0,1 0 1 0 0,-1 0-1 0 0,1 0 0 0 0,0 0 1 0 0,0 0-1 0 0,1 0 1 0 0,-1-1-1 0 0,1 1 0 0 0,0-1 1 0 0,0 0-1 0 0,0 0 1 0 0,0 0-1 0 0,5 4 0 0 0,-2-3-203 0 0,1 0-1 0 0,0 0 0 0 0,-1-1 0 0 0,2 0 0 0 0,-1 0 1 0 0,0 0-1 0 0,9 1 0 0 0,5 0-1193 0 0,0-1 1 0 0,1-1 0 0 0,0-1-1 0 0,33-3 1 0 0,-10-2-2991 0 0,2-4-2168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4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257 109 1668 0 0,'2'-4'659'0'0,"-1"0"0"0"0,0 0 0 0 0,1 0 0 0 0,-1 0 0 0 0,-1 0 0 0 0,1 0 0 0 0,-1 0 0 0 0,1 0 0 0 0,-1 0 0 0 0,-1 0-1 0 0,1 0 1 0 0,0 0 0 0 0,-1 0 0 0 0,0 0 0 0 0,0 0 0 0 0,0 0 0 0 0,0 0 0 0 0,-1 0 0 0 0,1 0 0 0 0,-1 1 0 0 0,0-1 0 0 0,0 1 0 0 0,-1-1 0 0 0,-3-4 0 0 0,5 7-594 0 0,0 1 0 0 0,0-1 0 0 0,0 0 0 0 0,0 1 0 0 0,0-1 0 0 0,0 1 0 0 0,0-1 0 0 0,0 1 0 0 0,0 0 0 0 0,0-1 0 0 0,0 1 0 0 0,0 0 0 0 0,0 0 0 0 0,0 0 0 0 0,-1 0 1 0 0,1 0-1 0 0,0 0 0 0 0,0 0 0 0 0,0 0 0 0 0,0 0 0 0 0,0 0 0 0 0,-1 1 0 0 0,-23 10 490 0 0,13-3-397 0 0,0 1-1 0 0,1 1 0 0 0,0 0 1 0 0,0 0-1 0 0,1 1 0 0 0,1 0 1 0 0,0 1-1 0 0,-8 13 0 0 0,0 4 1 0 0,1 0 0 0 0,-17 47 0 0 0,28-64-119 0 0,1 2 1 0 0,0-1 0 0 0,1 0-1 0 0,0 0 1 0 0,1 1-1 0 0,0 0 1 0 0,1-1 0 0 0,1 1-1 0 0,2 18 1 0 0,-2-27-67 0 0,1-1 1 0 0,0 0 0 0 0,0 0-1 0 0,0 0 1 0 0,0 0 0 0 0,0 0-1 0 0,1-1 1 0 0,0 1 0 0 0,0 0-1 0 0,0-1 1 0 0,0 1 0 0 0,0-1-1 0 0,1 1 1 0 0,0-1 0 0 0,-1 0-1 0 0,1 0 1 0 0,0-1 0 0 0,1 1-1 0 0,-1 0 1 0 0,0-1-1 0 0,1 0 1 0 0,-1 0 0 0 0,1 0-1 0 0,0 0 1 0 0,0-1 0 0 0,0 1-1 0 0,0-1 1 0 0,0 0 0 0 0,0 0-1 0 0,0 0 1 0 0,0-1 0 0 0,0 0-1 0 0,0 1 1 0 0,6-2 0 0 0,3 1-436 0 0,0-1 0 0 0,-1-1 0 0 0,1 0 1 0 0,-1-1-1 0 0,1 0 0 0 0,-1-1 0 0 0,0 0 1 0 0,0-1-1 0 0,20-11 0 0 0,-13 4-918 0 0,-1 0-1 0 0,0-1 1 0 0,-1-1 0 0 0,-1 0-1 0 0,15-18 1 0 0,14-18-4873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216 182 200 0 0,'30'-180'17718'0'0,"-29"178"-16756"0"0,-12 7 305 0 0,8-2-1057 0 0,1 1-1 0 0,0-1 1 0 0,0 1-1 0 0,0-1 1 0 0,0 1-1 0 0,0 0 1 0 0,1 0 0 0 0,-1 3-1 0 0,-5 10 350 0 0,-24 56 1557 0 0,-35 124 1 0 0,-1 82-602 0 0,48-188-1852 0 0,-8 105 1 0 0,27-189-46 0 0,0 1 1 0 0,0 0-1 0 0,0 0 1 0 0,1 0-1 0 0,1-1 1 0 0,-1 1 0 0 0,1 0-1 0 0,5 12 1 0 0,-6-17-49 0 0,1 0 0 0 0,-1 0 0 0 0,1 0 0 0 0,0 0 1 0 0,0 0-1 0 0,1 0 0 0 0,-1-1 0 0 0,1 1 0 0 0,3 2 1 0 0,-4-3-243 0 0,1 0 1 0 0,-1-1 0 0 0,1 1 0 0 0,-1-1 0 0 0,1 0 0 0 0,0 0-1 0 0,0 0 1 0 0,0 0 0 0 0,-1 0 0 0 0,1-1 0 0 0,0 0 0 0 0,4 1-1 0 0,15-3-8134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80 1660 0 0,'18'-54'14535'0'0,"-28"75"-11082"0"0,-17 37-527 0 0,-25 80-1 0 0,45-116-2713 0 0,1 1 0 0 0,1 0-1 0 0,1 1 1 0 0,2-1 0 0 0,0 1-1 0 0,2 45 1 0 0,0-64-173 0 0,1-1 0 0 0,0 1 0 0 0,-1 0 0 0 0,2-1-1 0 0,-1 1 1 0 0,0-1 0 0 0,1 1 0 0 0,0-1 0 0 0,0 0 0 0 0,0 1-1 0 0,1-1 1 0 0,-1 0 0 0 0,1 0 0 0 0,0-1 0 0 0,7 8 0 0 0,-7-9-23 0 0,0 0 1 0 0,0 0-1 0 0,0-1 0 0 0,1 1 1 0 0,-1-1-1 0 0,1 1 1 0 0,-1-1-1 0 0,1 0 1 0 0,-1 0-1 0 0,1-1 1 0 0,0 1-1 0 0,-1-1 0 0 0,1 0 1 0 0,0 0-1 0 0,-1 0 1 0 0,1 0-1 0 0,0-1 1 0 0,-1 1-1 0 0,1-1 0 0 0,6-2 1 0 0,2-1-16 0 0,-1-1 0 0 0,-1 0-1 0 0,1 0 1 0 0,-1-1 0 0 0,0 0 0 0 0,0-1 0 0 0,-1 0 0 0 0,0 0-1 0 0,0-1 1 0 0,0-1 0 0 0,-1 1 0 0 0,12-18 0 0 0,-9 11-40 0 0,-1-1 0 0 0,-1 0 1 0 0,0-1-1 0 0,-1 0 0 0 0,-1 0 1 0 0,-1-1-1 0 0,6-24 0 0 0,-10 32 19 0 0,0-1-1 0 0,-1 1 1 0 0,-1-1 0 0 0,0 1-1 0 0,0-1 1 0 0,-1 0 0 0 0,0 1-1 0 0,-1-1 1 0 0,0 1 0 0 0,-1 0-1 0 0,0 0 1 0 0,-1 0-1 0 0,0 0 1 0 0,0 0 0 0 0,-1 1-1 0 0,-11-17 1 0 0,11 19 6 0 0,0 1 0 0 0,0-1-1 0 0,-1 1 1 0 0,0 0 0 0 0,0 0 0 0 0,0 1-1 0 0,-1-1 1 0 0,0 2 0 0 0,0-1 0 0 0,0 1-1 0 0,-1 0 1 0 0,1 0 0 0 0,-1 1 0 0 0,0 0-1 0 0,0 1 1 0 0,0-1 0 0 0,0 1 0 0 0,-1 1 0 0 0,1 0-1 0 0,-1 0 1 0 0,-12 1 0 0 0,17 0-156 0 0,0 0 1 0 0,0 0-1 0 0,0 1 1 0 0,0-1-1 0 0,0 1 1 0 0,0 0-1 0 0,0 1 1 0 0,0-1-1 0 0,0 0 1 0 0,1 1-1 0 0,-1 0 1 0 0,0 0-1 0 0,1 0 1 0 0,0 0-1 0 0,-1 1 1 0 0,1 0-1 0 0,0-1 1 0 0,0 1-1 0 0,1 0 1 0 0,-1 0-1 0 0,0 0 1 0 0,-2 5-1 0 0,5-6 55 0 0,-1-1-1 0 0,1 0 0 0 0,0 0 1 0 0,-1 1-1 0 0,1-1 0 0 0,0 0 0 0 0,0 1 1 0 0,0-1-1 0 0,0 1 0 0 0,0-1 1 0 0,0 0-1 0 0,0 1 0 0 0,0-1 0 0 0,1 0 1 0 0,-1 1-1 0 0,0-1 0 0 0,1 0 1 0 0,-1 0-1 0 0,1 1 0 0 0,0-1 0 0 0,-1 0 1 0 0,1 0-1 0 0,0 0 0 0 0,0 0 1 0 0,0 0-1 0 0,0 0 0 0 0,0 0 0 0 0,0 0 1 0 0,0 0-1 0 0,0 0 0 0 0,0 0 0 0 0,0 0 1 0 0,0-1-1 0 0,2 2 0 0 0,2 0-385 0 0,0 1 0 0 0,0 0 0 0 0,0-1-1 0 0,0 0 1 0 0,1 0 0 0 0,8 1 0 0 0,-1-1-111 0 0,0-1 0 0 0,-1-1 0 0 0,1 0 1 0 0,-1-1-1 0 0,21-4 0 0 0,64-19-141 0 0,-43 9 903 0 0,-26 8 196 0 0,-5 1 184 0 0,0 0-1 0 0,1 2 1 0 0,48-3 0 0 0,-64 7-358 0 0,-1 1-1 0 0,1-1 0 0 0,-1 2 1 0 0,1-1-1 0 0,-1 1 1 0 0,0 0-1 0 0,1 0 1 0 0,-1 1-1 0 0,0 0 1 0 0,0 0-1 0 0,-1 1 0 0 0,1 0 1 0 0,-1 0-1 0 0,0 0 1 0 0,0 1-1 0 0,0 0 1 0 0,5 6-1 0 0,-3-2 173 0 0,0 1-1 0 0,-1 0 1 0 0,0 1-1 0 0,0-1 1 0 0,-1 1-1 0 0,-1 1 1 0 0,1-1-1 0 0,-2 1 1 0 0,0 0-1 0 0,0 0 1 0 0,-1 0-1 0 0,1 17 1 0 0,-2-14 325 0 0,-1-1 0 0 0,-1 1-1 0 0,0 0 1 0 0,-1-1 0 0 0,0 1 0 0 0,-1-1-1 0 0,-1 0 1 0 0,-1 0 0 0 0,0 1 0 0 0,-8 17 0 0 0,12-32-666 0 0,-10 20 2562 0 0,10-19-2501 0 0,-1-1 1 0 0,1 1-1 0 0,0 0 1 0 0,-1 0 0 0 0,1-1-1 0 0,-1 1 1 0 0,1 0-1 0 0,-1-1 1 0 0,1 1-1 0 0,-1-1 1 0 0,1 1-1 0 0,-1-1 1 0 0,0 1-1 0 0,1-1 1 0 0,-1 1-1 0 0,0-1 1 0 0,1 1-1 0 0,-1-1 1 0 0,0 0 0 0 0,0 0-1 0 0,1 1 1 0 0,-1-1-1 0 0,-1 0 1 0 0,1 0-65 0 0,0 0 1 0 0,1-1-1 0 0,-1 1 0 0 0,0 0 1 0 0,0-1-1 0 0,1 1 1 0 0,-1-1-1 0 0,1 1 0 0 0,-1-1 1 0 0,0 1-1 0 0,1-1 1 0 0,-1 0-1 0 0,1 1 1 0 0,0-1-1 0 0,-1 0 0 0 0,1 1 1 0 0,-1-1-1 0 0,1 0 1 0 0,0 0-1 0 0,0 1 1 0 0,-1-1-1 0 0,1 0 0 0 0,0 0 1 0 0,0 1-1 0 0,0-1 1 0 0,0 0-1 0 0,0 0 1 0 0,0 0-1 0 0,0 1 0 0 0,0-1 1 0 0,0 0-1 0 0,0 0 1 0 0,0 0-1 0 0,1 1 1 0 0,-1-1-1 0 0,0 0 0 0 0,0 1 1 0 0,1-1-1 0 0,-1 0 1 0 0,1 0-1 0 0,-1 1 1 0 0,1-2-1 0 0,0-1-1 0 0,4-10-112 0 0,0 1 0 0 0,1 0 0 0 0,0 0-1 0 0,1 0 1 0 0,0 1 0 0 0,12-14 0 0 0,59-62-1443 0 0,-47 55 986 0 0,37-33-4036 0 0,-15 15-745 0 0,-6-3-4765 0 0,-33 33 2744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5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79 1612 0 0,'-3'-1'565'0'0,"-43"0"5756"0"0,-75-14 1 0 0,113 11-4514 0 0,12-1-893 0 0,9-1-422 0 0,13-1-155 0 0,0 1 1 0 0,0 1 0 0 0,49-2 0 0 0,-24 2-168 0 0,302-12-2014 0 0,-120 22-6126 0 0,-130-1 623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5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67 1524 0 0,'0'-27'10024'0'0,"0"-12"1755"0"0,1 41-10872 0 0,0 4-514 0 0,0 1 1 0 0,-1-1-1 0 0,0 1 1 0 0,0-1-1 0 0,0 1 1 0 0,-1-1 0 0 0,-1 8-1 0 0,-14 51 1005 0 0,11-46-1031 0 0,-127 394 2548 0 0,26-95-7070 0 0,95-270 772 0 0,11-16-3085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5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61 2888 0 0,'9'-9'2000'0'0,"-1"0"556"0"0,-1 0 1 0 0,0 0 0 0 0,10-16 2785 0 0,-21 26-4190 0 0,-23 8-129 0 0,1 1 0 0 0,0 1-1 0 0,0 1 1 0 0,-39 26-1 0 0,42-25-760 0 0,-238 146 1137 0 0,250-152-1424 0 0,0 0-1 0 0,-15 15 1 0 0,25-21-13 0 0,26 21-46 0 0,79 78-278 0 0,-35-19 324 0 0,-33-37 129 0 0,57 55 0 0 0,-88-95-275 0 0,0 0 1 0 0,0 0-1 0 0,0 0 0 0 0,1 0 1 0 0,-1-1-1 0 0,1 0 1 0 0,0 0-1 0 0,0 0 1 0 0,0-1-1 0 0,9 2 0 0 0,11-1-4201 0 0,2-7-3811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11 250 2268 0 0,'-2'-25'4529'0'0,"-5"-35"12913"0"0,5 50-14642 0 0,2 9-2701 0 0,0 1 1 0 0,0 0-1 0 0,0-1 0 0 0,0 1 1 0 0,0-1-1 0 0,0 1 0 0 0,1-1 0 0 0,-1 1 1 0 0,0-1-1 0 0,0 1 0 0 0,0 0 1 0 0,0-1-1 0 0,1 1 0 0 0,-1-1 1 0 0,0 1-1 0 0,0 0 0 0 0,1-1 0 0 0,-1 1 1 0 0,0-1-1 0 0,0 1 0 0 0,1 0 1 0 0,-1 0-1 0 0,0-1 0 0 0,1 1 0 0 0,0-1 1 0 0,4 6 43 0 0,1 0 0 0 0,-1 1 0 0 0,0-1 1 0 0,0 1-1 0 0,0 0 0 0 0,-1 1 0 0 0,0-1 0 0 0,-1 1 1 0 0,6 12-1 0 0,23 71 1464 0 0,-26-68-1500 0 0,17 68-107 0 0,-15-55 0 0 0,23 64 0 0 0,-31-98 0 0 0,1 1 0 0 0,0 0 0 0 0,0 0 0 0 0,0 0 0 0 0,0-1 0 0 0,0 1 0 0 0,0 0 0 0 0,1-1 0 0 0,-1 1 0 0 0,1-1 0 0 0,-1 0 0 0 0,1 1 0 0 0,-1-1 0 0 0,1 0 0 0 0,0 0 0 0 0,-1 0 0 0 0,1 0 0 0 0,0 0 0 0 0,0 0 0 0 0,3 0 0 0 0,-1 0 0 0 0,0-1 0 0 0,-1 1 0 0 0,1-1 0 0 0,0 0 0 0 0,-1-1 0 0 0,1 1 0 0 0,0 0 0 0 0,-1-1 0 0 0,1 0 0 0 0,5-2 0 0 0,3-2 0 0 0,0 0 0 0 0,-1-1 0 0 0,0-1 0 0 0,0 0 0 0 0,17-13 0 0 0,2-7 0 0 0,-2 0 0 0 0,0-3 0 0 0,-2 0 0 0 0,-1-1 0 0 0,-2-2 0 0 0,-1 0 0 0 0,35-72 0 0 0,-51 91 0 0 0,0-1 0 0 0,-1 0 0 0 0,-1 0 0 0 0,3-18 0 0 0,-6 26 0 0 0,0 0 0 0 0,-1 0 0 0 0,1 0 0 0 0,-2 0 0 0 0,1 0 0 0 0,-1 0 0 0 0,1 0 0 0 0,-2 0 0 0 0,1 0 0 0 0,-1 0 0 0 0,-5-10 0 0 0,2 9 0 0 0,-3-2 0 0 0,-3 3 0 0 0,-1 8 0 0 0,7 6 0 0 0,7 3 0 0 0,1-7-1 0 0,-1 0 0 0 0,1 0 0 0 0,-1-1 0 0 0,1 1 0 0 0,0-1 0 0 0,0 1-1 0 0,0-1 1 0 0,0 0 0 0 0,0 0 0 0 0,0 0 0 0 0,1-1 0 0 0,-1 1 0 0 0,1-1 0 0 0,-1 0 0 0 0,1 0 0 0 0,7 1 0 0 0,7 2-62 0 0,0-2 0 0 0,19 0 0 0 0,-9-1-1567 0 0,1-2 1 0 0,-1-1-1 0 0,56-12 0 0 0,-51 5-3939 0 0,41-15 0 0 0,-58 17 553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52 1452 0 0,'-29'4'29494'0'0,"38"-9"-28610"0"0,23-6-1072 0 0,0 2 1 0 0,1 2-1 0 0,-1 0 1 0 0,53-2-1 0 0,-40 4-2398 0 0,7 3-2501 0 0,-27 6 490 0 0,-3 7-3895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1 288 0 0,'-12'5'3540'0'0,"1"2"1"0"0,-15 9-1 0 0,17-10-160 0 0,-1 0-1 0 0,1-1 0 0 0,-19 8 1416 0 0,29-13-4740 0 0,-1 1-1 0 0,1-1 0 0 0,0 1 0 0 0,-1 0 0 0 0,1-1 0 0 0,0 1 1 0 0,-1-1-1 0 0,1 1 0 0 0,0-1 0 0 0,0 0 0 0 0,0 1 1 0 0,-1-1-1 0 0,1 0 0 0 0,0 0 0 0 0,0 1 0 0 0,0-1 1 0 0,0 0-1 0 0,0 0 0 0 0,0 0 0 0 0,-1 0 0 0 0,1 0 0 0 0,0 0 1 0 0,1-1-1 0 0,22 1 178 0 0,-24 0-216 0 0,180-11 223 0 0,-6 0-3587 0 0,0 3-6502 0 0,-137 4 3259 0 0,-20 1 1154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877 110 432 0 0,'2'-5'570'0'0,"-1"0"-1"0"0,1 0 1 0 0,-1 0 0 0 0,0 0-1 0 0,-1 0 1 0 0,1 0 0 0 0,-1 0-1 0 0,0 0 1 0 0,0 0 0 0 0,-1 0-1 0 0,0 0 1 0 0,0 0 0 0 0,0 0-1 0 0,0 0 1 0 0,-1 0 0 0 0,1 0-1 0 0,-1 0 1 0 0,-5-7 0 0 0,6 11-520 0 0,0 0 0 0 0,0 0 1 0 0,0 1-1 0 0,0-1 0 0 0,0 0 0 0 0,-1 1 1 0 0,1-1-1 0 0,0 1 0 0 0,0 0 1 0 0,0-1-1 0 0,-1 1 0 0 0,1 0 0 0 0,0 0 1 0 0,-1 0-1 0 0,1 0 0 0 0,0 0 1 0 0,0 0-1 0 0,-1 0 0 0 0,1 0 0 0 0,-2 1 1 0 0,-26 6 578 0 0,13 0-292 0 0,0 1 1 0 0,0 0-1 0 0,1 2 0 0 0,0-1 0 0 0,-15 15 0 0 0,-65 62 956 0 0,43-32-451 0 0,3 2 0 0 0,3 2 0 0 0,-69 112 0 0 0,53-61 388 0 0,-68 165 0 0 0,96-189-744 0 0,4 1-1 0 0,-34 161 0 0 0,53-187-311 0 0,4 1 0 0 0,1 0 1 0 0,4-1-1 0 0,2 1 0 0 0,9 73 0 0 0,-4-100-75 0 0,2 0-1 0 0,1 0 0 0 0,2-1 1 0 0,1 0-1 0 0,1-1 1 0 0,32 59-1 0 0,-32-70-534 0 0,1-1 0 0 0,1-1-1 0 0,0 0 1 0 0,1-1 0 0 0,2 0 0 0 0,-1-1 0 0 0,2-1 0 0 0,0-1 0 0 0,1-1-1 0 0,39 23 1 0 0,-49-32-846 0 0,0-1 0 0 0,19 7 0 0 0,6-6-5085 0 0,-10-4-1493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09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63 1396 0 0,'1'-2'1505'0'0,"6"-12"1214"0"0,-5 9-1845 0 0,0 0 1 0 0,1 0-1 0 0,-1 0 0 0 0,1 1 1 0 0,7-9-1 0 0,-9 12-430 0 0,3-7 2034 0 0,-3 12-2052 0 0,1 0 0 0 0,-1 0 0 0 0,0 0 0 0 0,-1 0 0 0 0,1 0-1 0 0,-1 0 1 0 0,1 0 0 0 0,-1 0 0 0 0,-1 8 0 0 0,-8 45 2018 0 0,4-35-1711 0 0,-57 296 3417 0 0,54-281-6000 0 0,0-5-10032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 2380 0 0,'-42'10'5193'0'0,"24"-6"-921"0"0,0 1 0 0 0,-24 9 0 0 0,29-10-2911 0 0,13-4-1273 0 0,-1 0-1 0 0,1 0 0 0 0,-1 0 1 0 0,1 0-1 0 0,0 0 1 0 0,-1 0-1 0 0,1 0 0 0 0,0 0 1 0 0,-1 0-1 0 0,1 0 1 0 0,0 0-1 0 0,-1 0 0 0 0,1 0 1 0 0,0 0-1 0 0,-1 0 1 0 0,1 0-1 0 0,0 1 1 0 0,0-1-1 0 0,-1 0 0 0 0,1 0 1 0 0,0 0-1 0 0,-1 1 1 0 0,1-1-1 0 0,0 0 0 0 0,0 0 1 0 0,0 1-1 0 0,-1-1 1 0 0,1 0-1 0 0,0 0 1 0 0,0 1-1 0 0,0-1 0 0 0,-1 0 1 0 0,1 1-1 0 0,0-1 1 0 0,0 0-1 0 0,0 1 0 0 0,0-1 1 0 0,0 0-1 0 0,0 1 1 0 0,0-1-1 0 0,0 0 1 0 0,0 1-1 0 0,0-1 0 0 0,0 0 1 0 0,0 1-1 0 0,0-1 1 0 0,0 0-1 0 0,0 1 0 0 0,0-1 1 0 0,0 0-1 0 0,0 1 1 0 0,1-1-1 0 0,-1 0 1 0 0,0 1-1 0 0,0-1 0 0 0,0 0 1 0 0,0 0-1 0 0,1 1 1 0 0,-1-1-1 0 0,1 0 0 0 0,-1 1-15 0 0,1 0 0 0 0,0-1-1 0 0,0 1 1 0 0,0 0-1 0 0,0-1 1 0 0,0 1 0 0 0,0-1-1 0 0,0 1 1 0 0,0-1-1 0 0,0 0 1 0 0,0 0 0 0 0,0 1-1 0 0,0-1 1 0 0,0 0-1 0 0,1 0 1 0 0,-1 0 0 0 0,2 0-1 0 0,-1 0 117 0 0,39 4 693 0 0,0-1 1 0 0,68-4 0 0 0,-43-1-602 0 0,989-29 821 0 0,-1014 29-900 0 0,-1 0-744 0 0,-13 1-5812 0 0,-48 17-621 0 0,-13-1-1580 0 0,14-8 604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1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30 407 1960 0 0,'-5'-12'2862'0'0,"0"0"0"0"0,1-1 0 0 0,1 0 0 0 0,0 0 0 0 0,-2-22 0 0 0,1 20-964 0 0,3 12-879 0 0,7 9-681 0 0,-3-3-190 0 0,-1 0 1 0 0,0 1 0 0 0,0-1-1 0 0,0 1 1 0 0,0 0-1 0 0,-1-1 1 0 0,2 8 0 0 0,3 4 247 0 0,46 141 1457 0 0,-37-107-1005 0 0,39 91-1 0 0,-54-139-819 0 0,0-1-1 0 0,0 0 1 0 0,0 1 0 0 0,0-1 0 0 0,1 0 0 0 0,-1 1 0 0 0,0-1-1 0 0,0 0 1 0 0,0 1 0 0 0,1-1 0 0 0,-1 0 0 0 0,0 1 0 0 0,0-1-1 0 0,1 0 1 0 0,-1 0 0 0 0,0 1 0 0 0,1-1 0 0 0,-1 0-1 0 0,0 0 1 0 0,1 0 0 0 0,-1 1 0 0 0,0-1 0 0 0,1 0 0 0 0,-1 0-1 0 0,0 0 1 0 0,1 0 0 0 0,-1 0 0 0 0,1 0 0 0 0,-1 0-1 0 0,0 0 1 0 0,1 0 0 0 0,-1 0 0 0 0,0 0 0 0 0,1 0 0 0 0,11-11 285 0 0,3-18-198 0 0,-15 29-106 0 0,23-63-13 0 0,-3-2 1 0 0,22-131-1 0 0,-25 80-76 0 0,-5 19 41 0 0,-11 94 31 0 0,0-3-11 0 0,1 1 0 0 0,0-1 0 0 0,0 1 0 0 0,1-1 0 0 0,0 1 0 0 0,5-8 0 0 0,-6 11 13 0 0,1 0 0 0 0,-1 0 0 0 0,1 0 0 0 0,-1 0 0 0 0,1 1 1 0 0,0 0-1 0 0,-1-1 0 0 0,1 1 0 0 0,0 0 0 0 0,6-1 0 0 0,43-13-10 0 0,1 4 0 0 0,0 1-1 0 0,90-4 1 0 0,166 13 13 0 0,-227 2-4 0 0,266 4-3 0 0,-248-11 76 0 0,-98 5-65 0 0,1 1-41 0 0,7-2-1131 0 0,-42 7-10370 0 0,-16 11 3770 0 0,27-11 2121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1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2 256 0 0,'-3'0'5720'0'0,"-4"-1"-5236"0"0,6 1-64 0 0,0 0 0 0 0,-1 0 0 0 0,1 0 0 0 0,0 0 0 0 0,-1 0 0 0 0,1 0 0 0 0,0 0 0 0 0,-1 0 0 0 0,1 0 0 0 0,-1 1 0 0 0,1-1 0 0 0,0 0 0 0 0,0 1 0 0 0,-1 0 0 0 0,1-1 0 0 0,0 1 0 0 0,0-1 0 0 0,0 1 1 0 0,-2 2-1 0 0,-3 12 492 0 0,0 69 3456 0 0,-21 198 529 0 0,21-223-4537 0 0,4-33 18 0 0,-9 40 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2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70 316 0 0,'9'-21'7257'0'0,"6"-9"862"0"0,-9 12-2882 0 0,-4 22-4929 0 0,-1 1 0 0 0,0 0 0 0 0,0-1 0 0 0,-1 1 0 0 0,1 0 0 0 0,-1 0-1 0 0,0 0 1 0 0,0 0 0 0 0,-1 6 0 0 0,-11 52 1308 0 0,4-28-870 0 0,-16 65 317 0 0,5-22-509 0 0,19-76-499 0 0,1 10 122 0 0,3-10-162 0 0,0 0 0 0 0,0-1 0 0 0,1 1 0 0 0,-1-1-1 0 0,0 0 1 0 0,1 0 0 0 0,-1-1 0 0 0,1 1 0 0 0,-1-1-1 0 0,9-1 1 0 0,51-7 16 0 0,-40 4 23 0 0,-21 3-51 0 0,114-20-72 0 0,-104 18 41 0 0,-1-1 0 0 0,0 0 0 0 0,0-1 0 0 0,-1 0 0 0 0,0-1 1 0 0,0 0-1 0 0,15-11 0 0 0,-23 15 20 0 0,0-1-1 0 0,0 0 1 0 0,0 1 0 0 0,0-1-1 0 0,0-1 1 0 0,-1 1 0 0 0,1 0-1 0 0,-1 0 1 0 0,0-1 0 0 0,0 0-1 0 0,0 1 1 0 0,0-1 0 0 0,-1 0-1 0 0,1 0 1 0 0,-1 0 0 0 0,0 0-1 0 0,0 0 1 0 0,-1 0 0 0 0,1 0-1 0 0,-1 0 1 0 0,0 0 0 0 0,0 0-1 0 0,0 0 1 0 0,-1 0 0 0 0,1 0-1 0 0,-1 0 1 0 0,0 0 0 0 0,0 0-1 0 0,-2-4 1 0 0,-6-9 230 0 0,8 15-179 0 0,-7-17 145 0 0,6 22-183 0 0,1-1 0 0 0,-1 1 0 0 0,0 0 0 0 0,1 0 0 0 0,-1-1 0 0 0,1 1 0 0 0,0 0 0 0 0,0 0 0 0 0,-1 7 0 0 0,-6 35 82 0 0,5-20-55 0 0,-2 0-83 0 0,-17 116 42 0 0,19-116-1603 0 0,2 1 0 0 0,1 0 1 0 0,4 39-1 0 0,-3-59 876 0 0,1 1 0 0 0,-1-1 0 0 0,1 1 0 0 0,0-1 0 0 0,3 7 0 0 0,11 15-5714 0 0,-1-6-2323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2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55 92 0 0,'31'-55'19514'0'0,"-33"57"-18945"0"0,2 0-527 0 0,-56 97 1360 0 0,1 6-7240 0 0,37-70 561 0 0,-1-1-2823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7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241 103 996 0 0,'2'-16'4602'0'0,"8"-46"2779"0"0,-10 61-7335 0 0,0 0 0 0 0,1 0 0 0 0,-1 0 0 0 0,1 0 0 0 0,-1 0 0 0 0,1 0 0 0 0,0 0 1 0 0,-1 0-1 0 0,1 1 0 0 0,0-1 0 0 0,-1 0 0 0 0,1 1 0 0 0,0-1 0 0 0,0 0 1 0 0,0 1-1 0 0,0-1 0 0 0,0 1 0 0 0,0-1 0 0 0,0 1 0 0 0,0-1 0 0 0,1 1 1 0 0,23-6 70 0 0,-20 5-43 0 0,-2 0-59 0 0,0 1-1 0 0,0-1 0 0 0,1 1 1 0 0,-1 0-1 0 0,0 0 1 0 0,0 1-1 0 0,0-1 0 0 0,1 1 1 0 0,3 1-1 0 0,7 0 34 0 0,-6 0-4 0 0,0-1 0 0 0,1 2-1 0 0,-1-1 1 0 0,0 1-1 0 0,0 0 1 0 0,0 1 0 0 0,0-1-1 0 0,-1 2 1 0 0,0-1 0 0 0,0 1-1 0 0,0 0 1 0 0,11 11-1 0 0,-14-13 22 0 0,-1 1-1 0 0,0 0 1 0 0,0 0-1 0 0,0 0 0 0 0,-1 0 1 0 0,1 1-1 0 0,-1-1 1 0 0,0 1-1 0 0,0-1 0 0 0,0 1 1 0 0,-1 0-1 0 0,0 0 1 0 0,0 0-1 0 0,0 0 1 0 0,-1 0-1 0 0,1 0 0 0 0,-1-1 1 0 0,0 1-1 0 0,-1 0 1 0 0,1 0-1 0 0,-1 0 0 0 0,0 0 1 0 0,-2 6-1 0 0,-3 7 67 0 0,-1 0 0 0 0,-2-1 0 0 0,1 1 0 0 0,-2-2 0 0 0,0 1 0 0 0,-1-1 0 0 0,-22 23 0 0 0,-101 92 802 0 0,126-123-864 0 0,-209 173 1756 0 0,209-175-1797 0 0,6-4-14 0 0,0-1-1 0 0,0 0 1 0 0,0 1 0 0 0,0-1 0 0 0,0 1 0 0 0,1-1 0 0 0,-1 1 0 0 0,1 0-1 0 0,-1-1 1 0 0,1 1 0 0 0,0 0 0 0 0,-1 0 0 0 0,1 0 0 0 0,0 0-1 0 0,0 0 1 0 0,1 1 0 0 0,-1-1 0 0 0,0 4 0 0 0,1-6-7 0 0,0 1 1 0 0,0 0-1 0 0,0 0 0 0 0,0 0 1 0 0,0-1-1 0 0,1 1 0 0 0,-1 0 1 0 0,0 0-1 0 0,1-1 0 0 0,-1 1 1 0 0,0 0-1 0 0,1 0 0 0 0,-1-1 1 0 0,1 1-1 0 0,-1 0 1 0 0,1-1-1 0 0,0 1 0 0 0,-1-1 1 0 0,1 1-1 0 0,-1-1 0 0 0,1 1 1 0 0,0-1-1 0 0,1 1 0 0 0,18 8 94 0 0,-19-8-99 0 0,26 6 27 0 0,0-1 0 0 0,0-1 0 0 0,1-1 0 0 0,39 0 0 0 0,-28-2-15 0 0,141 8-37 0 0,-60-5-1678 0 0,-3 4-4424 0 0,-93-9 389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7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 24 0 0,'-247'71'17343'0'0,"204"-57"-12441"0"0,41-13-4186 0 0,-6 5 1633 0 0,21-3-1831 0 0,1-1 0 0 0,0 0 0 0 0,0-1 0 0 0,0 0 0 0 0,24-3 0 0 0,0 1-144 0 0,34 1-77 0 0,984 8 950 0 0,-853-6-2790 0 0,-184 1-398 0 0,-16-2 704 0 0,-44 38-14774 0 0,23-31 8787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8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1 392 1668 0 0,'-1'-9'1264'0'0,"1"1"-1"0"0,0-1 1 0 0,1 1-1 0 0,0-1 0 0 0,0 1 1 0 0,0-1-1 0 0,1 1 1 0 0,6-14-1 0 0,-8 20-737 0 0,1 2-409 0 0,0-1 1 0 0,-1 1 0 0 0,1-1 0 0 0,-1 1 0 0 0,1-1 0 0 0,0 1 0 0 0,-1 0 0 0 0,1-1 0 0 0,0 1-1 0 0,-1 0 1 0 0,1-1 0 0 0,0 1 0 0 0,0 0 0 0 0,-1 0 0 0 0,2 0 0 0 0,4 5 276 0 0,0 1 1 0 0,-1-1-1 0 0,0 1 1 0 0,0 1-1 0 0,-1-1 1 0 0,1 1-1 0 0,-1 0 1 0 0,5 13-1 0 0,21 67 603 0 0,-13-36-544 0 0,-2-6-78 0 0,20 51-301 0 0,-8-35 3706 0 0,-11-77-2937 0 0,-9-8-740 0 0,0 0 0 0 0,-2 0 0 0 0,0 0 0 0 0,1-34 0 0 0,1 3-66 0 0,2-19-104 0 0,-6 35 49 0 0,3 1 0 0 0,1 0 0 0 0,1 0 0 0 0,15-39 0 0 0,-19 70 12 0 0,0 0 0 0 0,0 0 0 0 0,0 0 0 0 0,1 1-1 0 0,0-1 1 0 0,1 1 0 0 0,-1 0 0 0 0,1 1 0 0 0,0-1-1 0 0,0 1 1 0 0,1 0 0 0 0,0 1 0 0 0,-1 0 0 0 0,2 0-1 0 0,-1 0 1 0 0,0 1 0 0 0,1 0 0 0 0,10-3 0 0 0,11-2-14 0 0,1 1 0 0 0,0 2 1 0 0,45-3-1 0 0,209-8 14 0 0,-62 4 13 0 0,-100 6 103 0 0,59-5-3318 0 0,-179 11 2215 0 0,9 3-989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8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 1812 0 0,'-7'0'762'0'0,"2"1"177"0"0,0-1 0 0 0,0 0 0 0 0,1 1 1 0 0,-1 0-1 0 0,1 0 0 0 0,-1 1 0 0 0,1-1 0 0 0,-8 4 0 0 0,10-3-656 0 0,1 0 0 0 0,0 0-1 0 0,0 1 1 0 0,0-1 0 0 0,0 0 0 0 0,0 1-1 0 0,0-1 1 0 0,0 0 0 0 0,1 1-1 0 0,-1-1 1 0 0,1 1 0 0 0,0-1 0 0 0,0 1-1 0 0,0-1 1 0 0,0 1 0 0 0,1 3-1 0 0,-1-1 83 0 0,-7 141 4374 0 0,2-103-4461 0 0,-2 0-1 0 0,-1 0 1 0 0,-16 43 0 0 0,8-23-907 0 0,10-23-4210 0 0,10-31 1662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2524 0 0,'41'-56'11592'0'0,"-41"56"-11487"0"0,0-1 1 0 0,0 1-1 0 0,1 0 1 0 0,-1-1-1 0 0,0 1 0 0 0,0-1 1 0 0,0 1-1 0 0,1 0 1 0 0,-1-1-1 0 0,0 1 1 0 0,0 0-1 0 0,1-1 0 0 0,-1 1 1 0 0,0 0-1 0 0,1 0 1 0 0,-1-1-1 0 0,0 1 1 0 0,1 0-1 0 0,-1 0 0 0 0,1-1 1 0 0,-1 1-1 0 0,0 0 1 0 0,1 0-1 0 0,-1 0 0 0 0,1 0 1 0 0,-1 0-1 0 0,0 0 1 0 0,1 0-1 0 0,-1 0 1 0 0,1 0-1 0 0,-1 0 0 0 0,1 0 1 0 0,-1 0-1 0 0,0 0 1 0 0,1 0-1 0 0,-1 0 1 0 0,1 0-1 0 0,-1 0 0 0 0,1 0 1 0 0,-1 1-1 0 0,0-1 1 0 0,1 0-1 0 0,-1 0 0 0 0,0 0 1 0 0,1 1-1 0 0,-1-1 1 0 0,0 0-1 0 0,1 1 1 0 0,-1-1-1 0 0,0 0 0 0 0,1 1 1 0 0,-1-1-1 0 0,0 0 1 0 0,0 1-1 0 0,0-1 1 0 0,1 0-1 0 0,-1 1 0 0 0,9 23 1398 0 0,-7-6-1127 0 0,1 0 0 0 0,1 0 0 0 0,7 20-1 0 0,-9-31-338 0 0,0-1 1 0 0,1 0-1 0 0,0 0 0 0 0,0 0 0 0 0,0 0 0 0 0,1 0 0 0 0,0-1 0 0 0,0 0 0 0 0,1 1 1 0 0,-1-2-1 0 0,1 1 0 0 0,6 4 0 0 0,-9-7-33 0 0,0-1-1 0 0,0 1 1 0 0,0-1 0 0 0,1 0-1 0 0,-1 0 1 0 0,0 0 0 0 0,1 0-1 0 0,-1-1 1 0 0,0 1 0 0 0,1-1 0 0 0,-1 1-1 0 0,1-1 1 0 0,-1 0 0 0 0,1 0-1 0 0,-1 0 1 0 0,1 0 0 0 0,-1 0-1 0 0,1-1 1 0 0,-1 1 0 0 0,1-1 0 0 0,-1 0-1 0 0,0 1 1 0 0,1-1 0 0 0,-1 0-1 0 0,0 0 1 0 0,1-1 0 0 0,1-1 0 0 0,3-2-13 0 0,-1 0 1 0 0,0 0-1 0 0,0-1 1 0 0,0 0-1 0 0,-1 0 1 0 0,0-1-1 0 0,7-10 1 0 0,22-37 2466 0 0,-33 52-2254 0 0,-1 2-184 0 0,0 0 0 0 0,0-1-1 0 0,0 1 1 0 0,0 0 0 0 0,0 0-1 0 0,0 0 1 0 0,0-1 0 0 0,1 1 0 0 0,-1 0-1 0 0,0 0 1 0 0,0 0 0 0 0,0-1-1 0 0,0 1 1 0 0,0 0 0 0 0,1 0 0 0 0,-1 0-1 0 0,0 0 1 0 0,0-1 0 0 0,0 1-1 0 0,1 0 1 0 0,-1 0 0 0 0,0 0 0 0 0,0 0-1 0 0,0 0 1 0 0,1 0 0 0 0,-1 0-1 0 0,0 0 1 0 0,0-1 0 0 0,1 1 0 0 0,-1 0-1 0 0,0 0 1 0 0,1 0 0 0 0,0 7 239 0 0,0 0 0 0 0,-1-1 1 0 0,1 1-1 0 0,-1 0 0 0 0,0 0 0 0 0,-1-1 1 0 0,-2 13-1 0 0,-13 51 1130 0 0,10-48-1158 0 0,-19 65 288 0 0,-7 28-279 0 0,18-38-4525 0 0,14-58 1484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1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34 140 332 0 0,'38'-48'5567'0'0,"-17"22"-840"0"0,18-30 0 0 0,-39 56-4653 0 0,0 0 1 0 0,0-1-1 0 0,0 1 1 0 0,0-1-1 0 0,1 1 1 0 0,-1-1 0 0 0,0 1-1 0 0,0-1 1 0 0,0 1-1 0 0,1 0 1 0 0,-1-1-1 0 0,0 1 1 0 0,1 0-1 0 0,-1-1 1 0 0,0 1-1 0 0,1 0 1 0 0,-1-1 0 0 0,0 1-1 0 0,1 0 1 0 0,-1-1-1 0 0,1 1 1 0 0,-1 0-1 0 0,0 0 1 0 0,1 0-1 0 0,-1 0 1 0 0,1-1 0 0 0,-1 1-1 0 0,1 0 1 0 0,-1 0-1 0 0,0 0 1 0 0,1 0-1 0 0,-1 0 1 0 0,1 0-1 0 0,-1 0 1 0 0,1 0-1 0 0,-1 0 1 0 0,1 0 0 0 0,-1 0-1 0 0,1 0 1 0 0,-1 1-1 0 0,1-1 1 0 0,-1 0-1 0 0,0 0 1 0 0,1 0-1 0 0,-1 1 1 0 0,1-1-1 0 0,-1 0 1 0 0,1 1 0 0 0,0 0 3 0 0,-1 0 1 0 0,1 0-1 0 0,0 0 1 0 0,-1 1 0 0 0,1-1-1 0 0,-1 0 1 0 0,0 0 0 0 0,1 1-1 0 0,-1-1 1 0 0,0 0 0 0 0,0 0-1 0 0,0 1 1 0 0,0-1 0 0 0,0 0-1 0 0,0 1 1 0 0,0-1 0 0 0,0 2-1 0 0,-7 21 162 0 0,-1 0 0 0 0,-1 0 0 0 0,-23 41 0 0 0,13-27-957 0 0,-23 41-2991 0 0,17-34-2866 0 0,13-21-1404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1 174 996 0 0,'2'-8'863'0'0,"1"0"0"0"0,0 0 0 0 0,0 0 0 0 0,1 0 0 0 0,0 0 1 0 0,0 1-1 0 0,1-1 0 0 0,0 1 0 0 0,8-8 0 0 0,-5 7-433 0 0,0 0 0 0 0,0 1 0 0 0,1-1 0 0 0,0 2 0 0 0,1-1 0 0 0,17-8 0 0 0,-15 10-320 0 0,-1 0 1 0 0,1 1-1 0 0,0 0 0 0 0,1 1 1 0 0,-1 0-1 0 0,0 1 0 0 0,1 0 0 0 0,0 1 1 0 0,-1 0-1 0 0,1 1 0 0 0,0 1 1 0 0,-1 0-1 0 0,21 4 0 0 0,-29-4-73 0 0,0 0 0 0 0,1 1-1 0 0,-1-1 1 0 0,0 1 0 0 0,0 0 0 0 0,0 0-1 0 0,0 1 1 0 0,0-1 0 0 0,0 1 0 0 0,-1 0-1 0 0,0-1 1 0 0,1 2 0 0 0,-1-1 0 0 0,0 0-1 0 0,0 1 1 0 0,0-1 0 0 0,-1 1 0 0 0,0 0-1 0 0,4 6 1 0 0,-4-5 18 0 0,0 1-1 0 0,-1 0 0 0 0,1 0 1 0 0,-1 0-1 0 0,0 0 1 0 0,-1 0-1 0 0,1 0 1 0 0,-1 0-1 0 0,0 0 1 0 0,-1 0-1 0 0,0 0 1 0 0,0 0-1 0 0,0 0 1 0 0,-2 6-1 0 0,-6 12 61 0 0,0 0-1 0 0,-1 0 1 0 0,-19 30-1 0 0,-48 62 153 0 0,-12 3 3514 0 0,91-119-3716 0 0,29-2 84 0 0,-20 3-145 0 0,0 1 0 0 0,-1 0 1 0 0,1 0-1 0 0,-1 1 1 0 0,0 0-1 0 0,0 1 1 0 0,0 0-1 0 0,0 1 1 0 0,11 7-1 0 0,-8-3-2 0 0,0 1 0 0 0,-1 1 0 0 0,0 0 0 0 0,14 17 0 0 0,-21-22 95 0 0,0 0 1 0 0,0 0 0 0 0,-1 1 0 0 0,0 0 0 0 0,0-1 0 0 0,-1 1 0 0 0,0 1 0 0 0,0-1 0 0 0,3 15-1 0 0,-5-19 50 0 0,0 0 0 0 0,-1 1-1 0 0,0-1 1 0 0,0 1 0 0 0,0-1-1 0 0,0 0 1 0 0,0 1-1 0 0,-1-1 1 0 0,1 0 0 0 0,-1 0-1 0 0,0 1 1 0 0,0-1 0 0 0,0 0-1 0 0,0 0 1 0 0,-1 0-1 0 0,1 0 1 0 0,-1 0 0 0 0,0 0-1 0 0,0 0 1 0 0,0-1 0 0 0,0 1-1 0 0,0-1 1 0 0,-1 1-1 0 0,1-1 1 0 0,-4 2 0 0 0,-4 3 176 0 0,0-1 0 0 0,0-1 0 0 0,-1 0 1 0 0,1 0-1 0 0,-1-1 0 0 0,0-1 0 0 0,-1 0 1 0 0,1 0-1 0 0,-1-1 0 0 0,1-1 0 0 0,-1 1 1 0 0,1-2-1 0 0,-1 0 0 0 0,-22-3 0 0 0,9 0-594 0 0,-48-12-1 0 0,-18-15-6850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0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12 720 0 0,'-105'36'20951'0'0,"96"-31"-19204"0"0,9-2-625 0 0,13-1-156 0 0,285-25 420 0 0,5 0-1159 0 0,71 13-1210 0 0,-125 8-4772 0 0,-200 4 1276 0 0,-48-2 4399 0 0,-1 0 0 0 0,1 0 0 0 0,-1 0-1 0 0,1 0 1 0 0,-1 0 0 0 0,0 0 0 0 0,1 0 0 0 0,-1 0-1 0 0,1 0 1 0 0,-1 0 0 0 0,0 1 0 0 0,1-1 0 0 0,-1 0-1 0 0,1 0 1 0 0,-1 0 0 0 0,0 0 0 0 0,1 1 0 0 0,-1-1-1 0 0,0 0 1 0 0,1 1 0 0 0,-1-1 0 0 0,0 0 0 0 0,0 0-1 0 0,1 1 1 0 0,-1 0 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1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68 131 2144 0 0,'-4'1'2084'0'0,"1"-1"-1818"0"0,-11 2 3000 0 0,0 0 0 0 0,-15 6 1 0 0,29-8-3176 0 0,-1 0 0 0 0,1 0 0 0 0,0 1-1 0 0,0-1 1 0 0,-1 0 0 0 0,1 1 0 0 0,0-1 0 0 0,0 0 0 0 0,-1 0 0 0 0,1 1 0 0 0,0-1 0 0 0,0 0 0 0 0,0 1 0 0 0,0-1 0 0 0,0 1 0 0 0,-1-1 0 0 0,1 0 0 0 0,0 1 0 0 0,0-1 0 0 0,0 0 0 0 0,0 1 0 0 0,0-1 0 0 0,0 1 0 0 0,0-1-1 0 0,0 0 1 0 0,0 1 0 0 0,0-1 0 0 0,0 0 0 0 0,1 1 0 0 0,-1-1 0 0 0,0 0 0 0 0,0 1 0 0 0,0-1 0 0 0,1 1 0 0 0,5 12 970 0 0,-6-13-1011 0 0,90 176 7199 0 0,48 84-4086 0 0,-97-182 502 0 0,-36-71-3562 0 0,3-3-103 0 0,-1-11 0 0 0,2-10 0 0 0,-1 0 0 0 0,-1 0 0 0 0,-1 0 0 0 0,-1-1 0 0 0,0 0 0 0 0,3-28 0 0 0,3-4 0 0 0,28-188 0 0 0,-33 192 0 0 0,5-13 0 0 0,-9 46 0 0 0,1 2 0 0 0,3 2 0 0 0,5 2 0 0 0,8 1 0 0 0,1 0 0 0 0,0 2 0 0 0,0 0 0 0 0,1 1 0 0 0,27 0 0 0 0,1-2 0 0 0,71-8 2 0 0,331-43-20 0 0,-418 53-4398 0 0,-25 3 1328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1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1792 0 0,'-4'1'838'0'0,"1"0"1"0"0,-1 1-1 0 0,1-1 0 0 0,-1 1 1 0 0,1-1-1 0 0,0 1 0 0 0,0 0 1 0 0,0 0-1 0 0,0 0 0 0 0,0 1 1 0 0,0-1-1 0 0,-3 4 0 0 0,4-2-196 0 0,0 1 0 0 0,0-1 0 0 0,0 0 0 0 0,0 1 0 0 0,0-1 0 0 0,1 1 0 0 0,0-1 0 0 0,-1 9 0 0 0,-17 145 7241 0 0,6-35-6488 0 0,13-121-1413 0 0,-11 82 310 0 0,8-29-4624 0 0,3-53 3880 0 0,0-1 1 0 0,0 1-1 0 0,1-1 1 0 0,-1 1-1 0 0,0 0 1 0 0,1-1-1 0 0,-1 1 1 0 0,1-1-1 0 0,0 1 1 0 0,0-1-1 0 0,-1 1 1 0 0,1-1-1 0 0,1 2 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2524 0 0,'9'-59'18231'0'0,"-6"73"-17291"0"0,-2 1 0 0 0,1-1 0 0 0,-2 1 1 0 0,0 0-1 0 0,-2 17 0 0 0,1 34-146 0 0,1-65-786 0 0,0 16 154 0 0,2 0 0 0 0,3 17 0 0 0,-4-29-159 0 0,1-1 1 0 0,-1 1-1 0 0,1 0 1 0 0,0 0-1 0 0,0-1 1 0 0,1 1-1 0 0,-1-1 1 0 0,1 0-1 0 0,0 0 1 0 0,7 8 0 0 0,-9-12-54 0 0,0 1 1 0 0,0 0 0 0 0,1-1-1 0 0,-1 1 1 0 0,0-1 0 0 0,1 1-1 0 0,-1-1 1 0 0,1 0 0 0 0,-1 1 0 0 0,0-1-1 0 0,1 0 1 0 0,-1 0 0 0 0,1 0-1 0 0,-1 0 1 0 0,1 0 0 0 0,-1 0-1 0 0,0-1 1 0 0,1 1 0 0 0,-1 0 0 0 0,1-1-1 0 0,-1 1 1 0 0,2-2 0 0 0,30-14-1210 0 0,-26 10 1033 0 0,0 0 0 0 0,0 0 0 0 0,0 0 0 0 0,-1-1 0 0 0,0 0 1 0 0,8-12-1 0 0,28-52-351 0 0,-30 49 480 0 0,36-61 603 0 0,-47 81-309 0 0,0 2-139 0 0,0 0 1 0 0,-1 0-1 0 0,1 0 0 0 0,0 0 0 0 0,0 1 1 0 0,0-1-1 0 0,-1 0 0 0 0,1 0 0 0 0,0 1 0 0 0,0-1 1 0 0,-1 0-1 0 0,1 1 0 0 0,0-1 0 0 0,-1 1 1 0 0,1-1-1 0 0,0 1 0 0 0,-1 0 0 0 0,1-1 0 0 0,-1 1 1 0 0,1-1-1 0 0,-1 1 0 0 0,1 0 0 0 0,-1-1 1 0 0,1 2-1 0 0,6 24 1244 0 0,-9 30 647 0 0,2-54-1879 0 0,-28 230 1001 0 0,27-183-5413 0 0,1-30-1343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2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78 1908 0 0,'-29'-78'11282'0'0,"41"92"-8923"0"0,-8-6-2065 0 0,220 404 8846 0 0,-189-336-8455 0 0,-4 1-1 0 0,-2 1 0 0 0,29 136 1 0 0,-42-118-335 0 0,-4-1 1 0 0,-5 2 0 0 0,-8 183 0 0 0,-9-165-229 0 0,-5-1 0 0 0,-58 219-1 0 0,43-238-1631 0 0,-3-2 0 0 0,-91 175-1 0 0,39-127-3587 0 0,-11-10-3662 0 0,46-72 64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54 1868 0 0,'2'-8'1661'0'0,"0"1"-1"0"0,0-1 1 0 0,1 1-1 0 0,0-1 1 0 0,6-7 2461 0 0,-9 20-2540 0 0,-3 17-257 0 0,-7 26-423 0 0,-45 162 1320 0 0,-7 27-1943 0 0,54-208-3030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4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87 1484 0 0,'39'-41'5603'0'0,"6"-4"2842"0"0,-49 46-8109 0 0,0 1 1 0 0,0 0-1 0 0,-1 0 0 0 0,1 0 0 0 0,1 0 1 0 0,-1 1-1 0 0,0-1 0 0 0,0 1 0 0 0,-4 5 1 0 0,0-1 20 0 0,-21 16 162 0 0,1 1 0 0 0,1 1 0 0 0,1 2 0 0 0,-26 33 0 0 0,51-59-504 0 0,0 0 0 0 0,1 0-1 0 0,-1 1 1 0 0,1-1 0 0 0,-1 0-1 0 0,1 0 1 0 0,-1 0 0 0 0,1 0-1 0 0,0 1 1 0 0,-1-1 0 0 0,1 0-1 0 0,0 0 1 0 0,0 0 0 0 0,0 1-1 0 0,0-1 1 0 0,0 0 0 0 0,0 0-1 0 0,0 1 1 0 0,1-1 0 0 0,-1 0-1 0 0,0 0 1 0 0,1 0 0 0 0,-1 1-1 0 0,1-1 1 0 0,-1 0 0 0 0,1 0-1 0 0,-1 0 1 0 0,1 0 0 0 0,0 0-1 0 0,0 0 1 0 0,-1 0 0 0 0,1 0-1 0 0,0 0 1 0 0,0-1-1 0 0,0 1 1 0 0,0 0 0 0 0,2 1-1 0 0,2 2 22 0 0,1 0-1 0 0,0-1 1 0 0,0 1-1 0 0,1-1 1 0 0,6 2-1 0 0,39 14 112 0 0,-38-13-142 0 0,-1 0 0 0 0,1 0 0 0 0,-1 1 1 0 0,-1 1-1 0 0,14 10 0 0 0,-23-16 282 0 0,-1 1-1 0 0,1 0 1 0 0,-1 0 0 0 0,1 0 0 0 0,-1 0-1 0 0,0 0 1 0 0,0 0 0 0 0,-1 0 0 0 0,1 1 0 0 0,-1-1-1 0 0,1 0 1 0 0,-1 1 0 0 0,0 0 0 0 0,0-1-1 0 0,-1 1 1 0 0,1 0 0 0 0,-1-1 0 0 0,0 1 0 0 0,0 0-1 0 0,0-1 1 0 0,0 1 0 0 0,-2 5 0 0 0,1-6-76 0 0,-1 0 0 0 0,0-1 0 0 0,0 1 0 0 0,-1 0 0 0 0,1-1 0 0 0,0 0 0 0 0,-1 1 0 0 0,0-1 0 0 0,1 0 0 0 0,-1 0 0 0 0,0 0 0 0 0,0-1 0 0 0,0 1 0 0 0,0-1 0 0 0,-5 2 0 0 0,-5 0-211 0 0,-11 1 0 0 0,-20-2 0 0 0,36-3 0 0 0,-3 1-618 0 0,-1-1 0 0 0,1-1-1 0 0,-1 0 1 0 0,1-1 0 0 0,0 0 0 0 0,0-1 0 0 0,0 0 0 0 0,0 0-1 0 0,0-1 1 0 0,-14-10 0 0 0,19 11 94 0 0,0-1-1 0 0,0 0 1 0 0,0 0-1 0 0,1 0 1 0 0,0 0-1 0 0,0-1 1 0 0,0 0-1 0 0,1 0 1 0 0,-1 0-1 0 0,2 0 1 0 0,-1-1-1 0 0,1 0 1 0 0,0 0-1 0 0,0 0 1 0 0,1 0-1 0 0,-3-14 1 0 0,3 5-5255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29 128 1512 0 0,'-12'-49'7226'0'0,"-3"-20"421"0"0,14 67-7374 0 0,0-5-2053 0 0,10 28-5551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5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420 219 328 0 0,'8'-17'2533'0'0,"-1"2"-886"0"0,0 0-1 0 0,-1 0 0 0 0,-1-1 1 0 0,0 1-1 0 0,3-22 0 0 0,-7 34-1503 0 0,-1 0 0 0 0,0 0 0 0 0,0 0 0 0 0,0 0 0 0 0,0 0 0 0 0,0 0 0 0 0,-1 0 0 0 0,1-1 0 0 0,-1 1 0 0 0,0 0 0 0 0,0 1 0 0 0,0-1 0 0 0,0 0 0 0 0,0 0 0 0 0,-1 0 0 0 0,1 1 0 0 0,-1-1 0 0 0,0 0 0 0 0,0 1 0 0 0,0 0 0 0 0,0-1 0 0 0,0 1-1 0 0,-1 0 1 0 0,1 0 0 0 0,0 0 0 0 0,-1 1 0 0 0,0-1 0 0 0,1 0 0 0 0,-1 1 0 0 0,0 0 0 0 0,0 0 0 0 0,0 0 0 0 0,0 0 0 0 0,-4-1 0 0 0,-3 0-61 0 0,0 1 0 0 0,0 0 0 0 0,0 0 0 0 0,0 1 0 0 0,0 0 0 0 0,0 1 0 0 0,0 0 0 0 0,0 1 0 0 0,0 0 0 0 0,0 0 0 0 0,0 1 0 0 0,1 0 0 0 0,-1 1 0 0 0,-8 5 0 0 0,-3 2-23 0 0,1 0-1 0 0,0 2 1 0 0,1 0 0 0 0,-35 32-1 0 0,40-32-40 0 0,1 1 0 0 0,0 1 0 0 0,1 0 1 0 0,0 0-1 0 0,2 2 0 0 0,-11 19 0 0 0,18-30-8 0 0,0 0 0 0 0,0 0 0 0 0,0 0 0 0 0,1 0 0 0 0,0 1 0 0 0,1-1 0 0 0,-1 1 0 0 0,1-1 0 0 0,1 1 0 0 0,-1 0 0 0 0,1-1 0 0 0,0 1 0 0 0,1 0 0 0 0,-1-1 0 0 0,1 1 0 0 0,0 0 1 0 0,1-1-1 0 0,0 0 0 0 0,0 1 0 0 0,0-1 0 0 0,5 8 0 0 0,-4-9 2 0 0,1 0 0 0 0,0-1 1 0 0,0 1-1 0 0,0-1 0 0 0,1 0 1 0 0,-1 0-1 0 0,1 0 0 0 0,0-1 0 0 0,0 0 1 0 0,1 0-1 0 0,-1 0 0 0 0,0 0 1 0 0,1-1-1 0 0,0 0 0 0 0,0 0 0 0 0,-1-1 1 0 0,1 1-1 0 0,0-1 0 0 0,0 0 1 0 0,0-1-1 0 0,8 0 0 0 0,-3 0 4 0 0,0 0-1 0 0,0-1 1 0 0,0 0 0 0 0,0-1-1 0 0,0 0 1 0 0,-1-1-1 0 0,1 0 1 0 0,-1-1 0 0 0,0 0-1 0 0,18-10 1 0 0,-17 7-8 0 0,-1-1 1 0 0,0 0 0 0 0,-1 0-1 0 0,0-1 1 0 0,0 0-1 0 0,9-13 1 0 0,40-67 25 0 0,-6 10 503 0 0,-52 78-531 0 0,0 1 1 0 0,0 0 0 0 0,0-1 0 0 0,1 1 0 0 0,-1 0-1 0 0,0-1 1 0 0,0 1 0 0 0,1 0 0 0 0,-1-1 0 0 0,0 1-1 0 0,0 0 1 0 0,1-1 0 0 0,-1 1 0 0 0,0 0 0 0 0,1 0-1 0 0,-1-1 1 0 0,0 1 0 0 0,1 0 0 0 0,-1 0 0 0 0,0 0-1 0 0,1 0 1 0 0,-1-1 0 0 0,1 1 0 0 0,-1 0 0 0 0,0 0-1 0 0,1 0 1 0 0,-1 0 0 0 0,1 0 0 0 0,-1 0 0 0 0,0 0-1 0 0,1 0 1 0 0,-1 0 0 0 0,1 0 0 0 0,4 14 203 0 0,-5 27 159 0 0,0-39-341 0 0,-2 35 183 0 0,1 0-1 0 0,2 0 1 0 0,9 60-1 0 0,-7-84-670 0 0,0 1-1 0 0,1-1 1 0 0,1 0 0 0 0,0 0-1 0 0,10 19 1 0 0,-10-25-530 0 0,-1 0 1 0 0,1 0-1 0 0,0-1 0 0 0,1 0 1 0 0,-1 0-1 0 0,1 0 0 0 0,0 0 1 0 0,1-1-1 0 0,0 0 0 0 0,8 5 1 0 0,3-1-5326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5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34 127 836 0 0,'-3'-1'2008'0'0,"1"0"-1687"0"0,0 0 1 0 0,0 0-1 0 0,0 0 1 0 0,0-1-1 0 0,0 1 1 0 0,1-1-1 0 0,-1 1 1 0 0,0-1-1 0 0,1 0 1 0 0,-1 0-1 0 0,1 0 1 0 0,0 0-1 0 0,-1 0 1 0 0,1 0-1 0 0,0 0 1 0 0,0 0-1 0 0,0 0 1 0 0,1 0-1 0 0,-1 0 0 0 0,0-1 1 0 0,1 1-1 0 0,0 0 1 0 0,-1-1-1 0 0,1 1 1 0 0,0 0-1 0 0,0-1 1 0 0,0 1-1 0 0,1-3 1 0 0,0 2-177 0 0,-1-1 0 0 0,1 1 0 0 0,0 0 0 0 0,1 0 0 0 0,-1 0 0 0 0,0 0 0 0 0,1 0 0 0 0,0 0 0 0 0,0 0 0 0 0,0 0 0 0 0,0 1 0 0 0,0-1 0 0 0,0 1 0 0 0,1-1 0 0 0,-1 1 0 0 0,1 0 0 0 0,0 0-1 0 0,0 0 1 0 0,0 0 0 0 0,4-1 0 0 0,-3 1-45 0 0,0 0-1 0 0,0 1 1 0 0,1-1-1 0 0,-1 1 1 0 0,1 0-1 0 0,-1 0 1 0 0,1 1-1 0 0,-1-1 0 0 0,1 1 1 0 0,-1 0-1 0 0,1 1 1 0 0,-1-1-1 0 0,1 1 1 0 0,6 1-1 0 0,-4 1-3 0 0,0-1-1 0 0,-1 1 1 0 0,1 0 0 0 0,-1 0-1 0 0,0 1 1 0 0,0 0-1 0 0,0 0 1 0 0,9 9 0 0 0,-6-4-9 0 0,1 1 0 0 0,-2 0-1 0 0,1 1 1 0 0,-1 0 0 0 0,-1 0 0 0 0,0 1 0 0 0,-1 0 0 0 0,0 0 0 0 0,6 18 0 0 0,-8-17 16 0 0,-1 0 0 0 0,-1 0 0 0 0,0 1 0 0 0,0-1 0 0 0,-1 0 0 0 0,-1 1 1 0 0,0-1-1 0 0,-1 0 0 0 0,-1 1 0 0 0,0-1 0 0 0,0 0 0 0 0,-2 0 0 0 0,1 0 0 0 0,-2 0 0 0 0,1-1 0 0 0,-9 14 0 0 0,13-25-70 0 0,-1 0 0 0 0,1 0 0 0 0,-1 1-1 0 0,0-1 1 0 0,0 0 0 0 0,1 0 0 0 0,-1 0-1 0 0,0 0 1 0 0,0 0 0 0 0,0 0 0 0 0,0 0 0 0 0,0-1-1 0 0,0 1 1 0 0,-1 0 0 0 0,1-1 0 0 0,0 1-1 0 0,-2 0 1 0 0,2-1-18 0 0,0 1 0 0 0,0-1 0 0 0,1 0 0 0 0,-1 0 0 0 0,0-1 0 0 0,0 1 0 0 0,0 0 0 0 0,0 0 1 0 0,0 0-1 0 0,1-1 0 0 0,-1 1 0 0 0,0 0 0 0 0,0-1 0 0 0,0 1 0 0 0,1 0 0 0 0,-1-1 0 0 0,0 1 0 0 0,0-1 0 0 0,1 1 0 0 0,-2-2 0 0 0,0 0 2 0 0,0-1 0 0 0,0 1 0 0 0,0-1-1 0 0,0 0 1 0 0,0 0 0 0 0,1 0 0 0 0,-1 0 0 0 0,1 0 0 0 0,0 0-1 0 0,0 0 1 0 0,0 0 0 0 0,-1-4 0 0 0,0-7-1 0 0,1 0 0 0 0,1 1-1 0 0,0-1 1 0 0,1 0 0 0 0,0 1 0 0 0,1-1-1 0 0,1 1 1 0 0,0 0 0 0 0,0 0 0 0 0,2 0 0 0 0,-1 0-1 0 0,2 0 1 0 0,0 1 0 0 0,0 0 0 0 0,1 0 0 0 0,14-18-1 0 0,-14 21-16 0 0,1 1-1 0 0,-1 0 0 0 0,1 0 0 0 0,1 1 0 0 0,-1 0 0 0 0,1 1 0 0 0,0 0 0 0 0,1 0 0 0 0,0 1 0 0 0,0 0 1 0 0,0 0-1 0 0,0 1 0 0 0,0 1 0 0 0,1 0 0 0 0,0 0 0 0 0,0 1 0 0 0,0 1 0 0 0,0-1 0 0 0,0 2 0 0 0,0 0 1 0 0,11 1-1 0 0,-15 0 0 0 0,0 0 1 0 0,-1 1-1 0 0,1 0 0 0 0,-1 0 1 0 0,1 0-1 0 0,-1 1 1 0 0,0 0-1 0 0,0 0 1 0 0,0 1-1 0 0,-1 0 1 0 0,1 0-1 0 0,-1 0 1 0 0,0 0-1 0 0,0 1 0 0 0,0 0 1 0 0,-1 0-1 0 0,0 0 1 0 0,0 1-1 0 0,0-1 1 0 0,-1 1-1 0 0,1 0 1 0 0,-1 0-1 0 0,-1 0 1 0 0,1 1-1 0 0,-1-1 0 0 0,0 1 1 0 0,1 7-1 0 0,0 6 32 0 0,-1 1 0 0 0,-1-1-1 0 0,-1 1 1 0 0,-3 23 0 0 0,1-17-1704 0 0,2 37 0 0 0,4-50 213 0 0,-4-12 867 0 0,1-1-1 0 0,0 1 1 0 0,0-1 0 0 0,0 1 0 0 0,0-1-1 0 0,12 10-4753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0 296 1308 0 0,'31'-129'15752'0'0,"-32"147"-14713"0"0,-1 0 1 0 0,-5 22-1 0 0,-2 27-54 0 0,8-56-887 0 0,1 0 0 0 0,0 1 0 0 0,1-1 0 0 0,0 1 0 0 0,1-1 1 0 0,0 0-1 0 0,1 0 0 0 0,0 0 0 0 0,7 15 0 0 0,-7-21-70 0 0,0 0 1 0 0,0 0-1 0 0,0 0 0 0 0,1 0 0 0 0,0-1 0 0 0,-1 0 0 0 0,2 1 0 0 0,-1-1 1 0 0,0-1-1 0 0,1 1 0 0 0,0-1 0 0 0,-1 0 0 0 0,2 0 0 0 0,-1 0 1 0 0,0 0-1 0 0,0-1 0 0 0,1 0 0 0 0,-1 0 0 0 0,1-1 0 0 0,7 2 0 0 0,-5-2 2 0 0,0 0-1 0 0,-1 0 1 0 0,1-1-1 0 0,0 0 1 0 0,0-1-1 0 0,0 0 0 0 0,-1 0 1 0 0,1 0-1 0 0,0-1 1 0 0,-1 0-1 0 0,1 0 1 0 0,12-7-1 0 0,-10 4-10 0 0,-1-1 0 0 0,1 0 1 0 0,-2-1-1 0 0,1 1 0 0 0,-1-2 0 0 0,0 1 0 0 0,0-1 1 0 0,10-14-1 0 0,-9 10-15 0 0,-1-1 0 0 0,0 0 0 0 0,-1 0-1 0 0,0-1 1 0 0,-1 0 0 0 0,-1 0 0 0 0,0 0 0 0 0,-1-1 0 0 0,-1 1 0 0 0,0-1 0 0 0,-1 0 0 0 0,0 0 0 0 0,-1-24-1 0 0,-2 29-2 0 0,0 1-1 0 0,-1-1 1 0 0,0 1-1 0 0,-1 0 0 0 0,0 0 1 0 0,0 0-1 0 0,-1 0 1 0 0,0 0-1 0 0,0 1 0 0 0,-1-1 1 0 0,0 1-1 0 0,-1 0 0 0 0,0 1 1 0 0,0 0-1 0 0,-1 0 1 0 0,1 0-1 0 0,-15-11 0 0 0,14 14-6 0 0,0-1-1 0 0,0 1 1 0 0,0 0-1 0 0,-1 0 1 0 0,0 1-1 0 0,1 0 1 0 0,-1 0-1 0 0,0 1 1 0 0,0 0-1 0 0,-1 1 1 0 0,1-1-1 0 0,0 2 1 0 0,0-1-1 0 0,-1 1 1 0 0,1 0-1 0 0,0 1 1 0 0,-1 0-1 0 0,1 0 1 0 0,0 1-1 0 0,-14 4 0 0 0,13-2-51 0 0,0-1 0 0 0,1 2 0 0 0,0-1 0 0 0,-1 1 0 0 0,1 0 0 0 0,1 0 0 0 0,-1 1 0 0 0,1 0 0 0 0,0 1 0 0 0,0 0 0 0 0,1 0 0 0 0,0 0 0 0 0,0 1 0 0 0,-6 10 0 0 0,9-12-303 0 0,0-1-1 0 0,1 1 0 0 0,0 0 0 0 0,0 0 0 0 0,0 0 0 0 0,1 0 0 0 0,-1 0 1 0 0,2 0-1 0 0,-1 0 0 0 0,1 1 0 0 0,0-1 0 0 0,0 0 0 0 0,0 0 0 0 0,1 1 0 0 0,0-1 1 0 0,0 0-1 0 0,1 0 0 0 0,0 0 0 0 0,0 0 0 0 0,0-1 0 0 0,0 1 0 0 0,7 9 1 0 0,-6-10-305 0 0,0-1 1 0 0,1 0-1 0 0,-1 0 1 0 0,1 0-1 0 0,0 0 1 0 0,0-1-1 0 0,1 1 0 0 0,-1-1 1 0 0,1 0-1 0 0,7 3 1 0 0,13 6-3633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6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1 143 704 0 0,'5'-16'1593'0'0,"0"1"1"0"0,2 0-1 0 0,0 1 1 0 0,0 0-1 0 0,14-19 1 0 0,-18 30-1431 0 0,-1 0 0 0 0,0 0 0 0 0,1 1 1 0 0,0-1-1 0 0,0 1 0 0 0,-1-1 0 0 0,1 1 1 0 0,1 0-1 0 0,-1 0 0 0 0,0 0 0 0 0,0 1 1 0 0,1-1-1 0 0,-1 1 0 0 0,1 0 0 0 0,-1 0 1 0 0,1 0-1 0 0,0 0 0 0 0,-1 1 0 0 0,1-1 1 0 0,0 1-1 0 0,-1 0 0 0 0,1 0 0 0 0,0 1 1 0 0,-1-1-1 0 0,1 1 0 0 0,0-1 0 0 0,-1 1 1 0 0,1 0-1 0 0,4 2 0 0 0,0 1 57 0 0,-1 0 0 0 0,1 0 0 0 0,-1 1 0 0 0,0 0 0 0 0,0 0 0 0 0,-1 0 0 0 0,0 1 0 0 0,1 0 1 0 0,-2 0-1 0 0,1 1 0 0 0,-1 0 0 0 0,0 0 0 0 0,0 0 0 0 0,-1 0 0 0 0,0 1 0 0 0,-1 0 0 0 0,1 0 0 0 0,-1 0 0 0 0,2 9 0 0 0,0 2 79 0 0,-1 1 1 0 0,0-1-1 0 0,-1 1 0 0 0,-1-1 0 0 0,-1 1 1 0 0,-1 0-1 0 0,-3 24 0 0 0,0-19 953 0 0,-1-1-1 0 0,-1 0 0 0 0,-11 30 0 0 0,16-54-1194 0 0,0 1 0 0 0,0-1 0 0 0,0 1 0 0 0,0-1 0 0 0,0 1 0 0 0,0-1 0 0 0,-1 0 0 0 0,1 1 0 0 0,0-1 0 0 0,0 0 0 0 0,-1 1 0 0 0,1-1-1 0 0,0 1 1 0 0,0-1 0 0 0,-1 0 0 0 0,1 0 0 0 0,0 1 0 0 0,-1-1 0 0 0,1 0 0 0 0,-1 1 0 0 0,1-1 0 0 0,0 0 0 0 0,-1 0 0 0 0,-6-5 389 0 0,1-12-232 0 0,5 7-154 0 0,0-1 0 0 0,1 0 0 0 0,0 1 0 0 0,1-1 0 0 0,0 1 0 0 0,1-1 0 0 0,5-18 0 0 0,3-3-28 0 0,15-34 0 0 0,-16 46-51 0 0,1 1-1 0 0,1 0 1 0 0,0 0 0 0 0,18-21 0 0 0,-19 28-633 0 0,1 0 0 0 0,15-12 0 0 0,-16 16-823 0 0,0 1 1 0 0,0 0-1 0 0,16-8 1 0 0,-24 13 832 0 0,1 1 1 0 0,-1 0-1 0 0,1 1 1 0 0,0-1 0 0 0,-1 0-1 0 0,1 1 1 0 0,0-1-1 0 0,4 1 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57 2328 0 0,'-22'-56'13237'0'0,"22"58"-12766"0"0,11 63 1964 0 0,-6-41-1432 0 0,4 46 1 0 0,-8-36-559 0 0,1 15 130 0 0,-1 0 1 0 0,-10 71-1 0 0,21-156-226 0 0,1 0-1 0 0,2 0 1 0 0,2 1 0 0 0,21-34 0 0 0,-34 64-363 0 0,0 0 0 0 0,0 0 1 0 0,0 0-1 0 0,1 1 0 0 0,0 0 1 0 0,0-1-1 0 0,0 2 0 0 0,0-1 0 0 0,0 0 1 0 0,1 1-1 0 0,0 0 0 0 0,-1 1 0 0 0,1-1 1 0 0,0 1-1 0 0,1 0 0 0 0,-1 0 1 0 0,0 1-1 0 0,0 0 0 0 0,1 0 0 0 0,-1 1 1 0 0,0-1-1 0 0,1 1 0 0 0,-1 1 0 0 0,1-1 1 0 0,-1 1-1 0 0,0 0 0 0 0,1 1 1 0 0,-1-1-1 0 0,0 1 0 0 0,0 0 0 0 0,0 1 1 0 0,0 0-1 0 0,-1 0 0 0 0,1 0 0 0 0,-1 0 1 0 0,1 1-1 0 0,-1 0 0 0 0,6 7 1 0 0,-4-5-4 0 0,-1 1 0 0 0,-1 0 0 0 0,0 1 0 0 0,0-1 0 0 0,0 1 0 0 0,-1 0 0 0 0,0 1 0 0 0,-1-1 0 0 0,0 0 0 0 0,0 1 0 0 0,0 0 0 0 0,-1 0 0 0 0,-1 0 0 0 0,1 11 0 0 0,-1-19 17 0 0,-1 1-1 0 0,0-1 0 0 0,0 0 1 0 0,0 1-1 0 0,0-1 0 0 0,0 0 0 0 0,0 0 1 0 0,0 1-1 0 0,-1-1 0 0 0,1 0 1 0 0,0 0-1 0 0,-1 1 0 0 0,1-1 0 0 0,-1 0 1 0 0,0 2-1 0 0,-3 7-19 0 0,3-9 85 0 0,0-3-35 0 0,0 2-32 0 0,1-1 0 0 0,0 1-1 0 0,-1-1 1 0 0,1 0-1 0 0,-1 1 1 0 0,1-1-1 0 0,0 1 1 0 0,-1-1-1 0 0,1 0 1 0 0,0 1-1 0 0,0-1 1 0 0,0 0-1 0 0,-1 1 1 0 0,1-1-1 0 0,0 0 1 0 0,0 1-1 0 0,0-3 1 0 0,7-15-46 0 0,0 0-1 0 0,1 0 1 0 0,0 1 0 0 0,2 0 0 0 0,0 0-1 0 0,1 1 1 0 0,0 0 0 0 0,1 1-1 0 0,1 0 1 0 0,1 1 0 0 0,0 1 0 0 0,1 0-1 0 0,0 1 1 0 0,1 0 0 0 0,0 2 0 0 0,1-1-1 0 0,27-11 1 0 0,-40 21 38 0 0,0-1-1 0 0,1 1 0 0 0,-1 0 1 0 0,0 0-1 0 0,1 1 1 0 0,-1-1-1 0 0,1 1 1 0 0,-1 0-1 0 0,0 0 1 0 0,1 1-1 0 0,-1-1 1 0 0,1 1-1 0 0,7 2 0 0 0,-10-2 14 0 0,1 0 0 0 0,0 1-1 0 0,-1-1 1 0 0,1 0-1 0 0,0 1 1 0 0,-1 0-1 0 0,0-1 1 0 0,1 1 0 0 0,-1 0-1 0 0,0 0 1 0 0,0 1-1 0 0,0-1 1 0 0,-1 0-1 0 0,1 1 1 0 0,0-1-1 0 0,-1 1 1 0 0,1-1 0 0 0,-1 1-1 0 0,0 0 1 0 0,0-1-1 0 0,1 5 1 0 0,-1 0 26 0 0,0 0 1 0 0,-1 0-1 0 0,0 0 1 0 0,0-1-1 0 0,0 1 0 0 0,-1 0 1 0 0,0 0-1 0 0,0 0 1 0 0,-1 0-1 0 0,1-1 1 0 0,-2 1-1 0 0,1-1 1 0 0,-7 12-1 0 0,5-9-392 0 0,0 1 1 0 0,1-1-1 0 0,0 1 0 0 0,1-1 1 0 0,-3 18-1 0 0,5-25 113 0 0,0 1-1 0 0,0 0 1 0 0,0-1-1 0 0,0 1 0 0 0,1 0 1 0 0,-1-1-1 0 0,1 1 1 0 0,0 0-1 0 0,0-1 0 0 0,0 1 1 0 0,0-1-1 0 0,0 0 1 0 0,1 1-1 0 0,-1-1 1 0 0,1 0-1 0 0,-1 0 0 0 0,1 0 1 0 0,0 0-1 0 0,0 0 1 0 0,0 0-1 0 0,0 0 1 0 0,0-1-1 0 0,0 1 0 0 0,0-1 1 0 0,5 3-1 0 0,2 0-929 0 0,0 0 0 0 0,0-1-1 0 0,1 1 1 0 0,-1-2-1 0 0,17 3 1 0 0,5-1-3718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8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229 906 196 0 0,'8'-12'1022'0'0,"0"-1"-1"0"0,0 0 1 0 0,-2 0 0 0 0,1-1-1 0 0,-2 0 1 0 0,0 0-1 0 0,0 0 1 0 0,-2 0 0 0 0,0-1-1 0 0,0 0 1 0 0,-1 1 0 0 0,-1-26-1 0 0,-1 39-972 0 0,1 0-1 0 0,-1 0 1 0 0,0 0-1 0 0,0-1 0 0 0,-1 1 1 0 0,1 0-1 0 0,0 0 1 0 0,0 0-1 0 0,0 0 1 0 0,-1 0-1 0 0,1 0 1 0 0,-1 0-1 0 0,1 0 0 0 0,-1 0 1 0 0,1 0-1 0 0,-1 0 1 0 0,1 0-1 0 0,-1 0 1 0 0,0 0-1 0 0,0 0 0 0 0,1 1 1 0 0,-1-1-1 0 0,0 0 1 0 0,0 0-1 0 0,0 1 1 0 0,0-1-1 0 0,-1 0 1 0 0,0 0-5 0 0,0 1 0 0 0,0 0 1 0 0,0-1-1 0 0,0 1 0 0 0,0 0 1 0 0,0 0-1 0 0,0 0 0 0 0,0 0 0 0 0,0 1 1 0 0,0-1-1 0 0,0 0 0 0 0,1 1 1 0 0,-5 1-1 0 0,-4 2 110 0 0,-1 1-1 0 0,1 1 1 0 0,0 0-1 0 0,1 0 1 0 0,-1 1-1 0 0,1 0 1 0 0,0 1-1 0 0,-9 10 1 0 0,-5 8 295 0 0,-28 40 1 0 0,38-47-332 0 0,0 0-1 0 0,1 1 1 0 0,-11 27-1 0 0,20-40-82 0 0,0 1-1 0 0,0-1 1 0 0,1 0 0 0 0,0 1-1 0 0,1-1 1 0 0,0 1-1 0 0,0-1 1 0 0,0 1 0 0 0,1 0-1 0 0,0-1 1 0 0,1 1-1 0 0,-1 0 1 0 0,4 12 0 0 0,-3-17-27 0 0,0 0 1 0 0,0-1-1 0 0,0 1 1 0 0,0-1-1 0 0,0 1 1 0 0,1-1-1 0 0,-1 1 1 0 0,1-1 0 0 0,-1 0-1 0 0,1 0 1 0 0,0 0-1 0 0,0 0 1 0 0,0 0-1 0 0,0 0 1 0 0,0 0-1 0 0,1-1 1 0 0,-1 1-1 0 0,0-1 1 0 0,1 0-1 0 0,-1 1 1 0 0,1-1 0 0 0,-1 0-1 0 0,1-1 1 0 0,0 1-1 0 0,-1 0 1 0 0,1-1-1 0 0,0 1 1 0 0,-1-1-1 0 0,1 0 1 0 0,0 0-1 0 0,0 0 1 0 0,0 0-1 0 0,-1-1 1 0 0,1 1 0 0 0,4-2-1 0 0,0 0-22 0 0,0 0 0 0 0,1 0 0 0 0,-1-1 0 0 0,0 0 0 0 0,-1-1 0 0 0,1 1 0 0 0,0-1 0 0 0,-1-1 0 0 0,0 1 0 0 0,0-1 0 0 0,10-11 0 0 0,-4 1-77 0 0,-1 0 0 0 0,0-1 1 0 0,-1-1-1 0 0,12-27 0 0 0,-6 5-18 0 0,11-41 0 0 0,-23 66-100 0 0,-9 30 152 0 0,-10 31 92 0 0,8-20 67 0 0,-6 48-1 0 0,12-68-74 0 0,1 0 0 0 0,-1-1 0 0 0,1 1 0 0 0,1 0 0 0 0,-1 0 0 0 0,1 0 0 0 0,0 0 0 0 0,1 0-1 0 0,-1 0 1 0 0,1-1 0 0 0,1 1 0 0 0,4 10 0 0 0,-4-14-14 0 0,0 0 0 0 0,-1 0-1 0 0,1 0 1 0 0,0-1 0 0 0,1 1-1 0 0,-1-1 1 0 0,0 0 0 0 0,1 1 0 0 0,-1-2-1 0 0,1 1 1 0 0,0 0 0 0 0,-1-1 0 0 0,1 1-1 0 0,0-1 1 0 0,0 0 0 0 0,0-1 0 0 0,0 1-1 0 0,5 0 1 0 0,1-1-7 0 0,0 1-1 0 0,0-1 1 0 0,0-1 0 0 0,0 0 0 0 0,-1 0-1 0 0,15-5 1 0 0,-9 1-121 0 0,-1-1-1 0 0,0 0 1 0 0,0-1-1 0 0,0-1 1 0 0,-1 0 0 0 0,0-1-1 0 0,-1-1 1 0 0,0 0-1 0 0,0 0 1 0 0,-1-1-1 0 0,0-1 1 0 0,14-19 0 0 0,-4 0-239 0 0,0-1 0 0 0,-2-1 0 0 0,-2 0 1 0 0,15-39-1 0 0,-11 12 345 0 0,-2-1 1 0 0,-3 0-1 0 0,-2-2 0 0 0,-3 0 1 0 0,-3 0-1 0 0,-3 0 0 0 0,-3-1 1 0 0,-8-102-1 0 0,4 136 338 0 0,2 17-163 0 0,-1 0 0 0 0,-1 0-1 0 0,-3-15 1 0 0,5 27-160 0 0,0 1 0 0 0,0 0 0 0 0,0-1 0 0 0,0 1 0 0 0,0 0 0 0 0,0 0-1 0 0,0-1 1 0 0,-1 1 0 0 0,1 0 0 0 0,0-1 0 0 0,0 1 0 0 0,0 0 0 0 0,0 0 0 0 0,-1-1 0 0 0,1 1-1 0 0,0 0 1 0 0,0 0 0 0 0,0-1 0 0 0,-1 1 0 0 0,1 0 0 0 0,0 0 0 0 0,0 0 0 0 0,-1 0 0 0 0,1-1 0 0 0,0 1-1 0 0,0 0 1 0 0,-1 0 0 0 0,1 0 0 0 0,0 0 0 0 0,-1 0 0 0 0,1 0 0 0 0,0 0 0 0 0,-1 0 0 0 0,1 0-1 0 0,0 0 1 0 0,0 0 0 0 0,-1 0 0 0 0,1 0 0 0 0,0 0 0 0 0,-1 0 0 0 0,1 0 0 0 0,0 0 0 0 0,-1 0 0 0 0,1 0-1 0 0,0 0 1 0 0,0 0 0 0 0,-1 1 0 0 0,1-1 0 0 0,0 0 0 0 0,0 0 0 0 0,-1 0 0 0 0,1 0 0 0 0,0 1-1 0 0,-1-1 1 0 0,-9 11 170 0 0,10-11-175 0 0,-5 10 199 0 0,0-1-1 0 0,0 1 1 0 0,1 0-1 0 0,1 0 1 0 0,0 0 0 0 0,0 0-1 0 0,-2 19 1 0 0,1-8 122 0 0,-19 96 1312 0 0,6 0 0 0 0,5 0 0 0 0,3 145 0 0 0,10-237-1535 0 0,0 0 0 0 0,1-1 0 0 0,2 1 0 0 0,1-1-1 0 0,0 0 1 0 0,2 0 0 0 0,11 26 0 0 0,-14-41-202 0 0,0-1 1 0 0,0 1 0 0 0,1-1 0 0 0,1 0 0 0 0,-1 0-1 0 0,1-1 1 0 0,1 1 0 0 0,-1-1 0 0 0,1-1-1 0 0,0 1 1 0 0,1-1 0 0 0,0-1 0 0 0,-1 1-1 0 0,2-1 1 0 0,-1 0 0 0 0,1-1 0 0 0,0 0-1 0 0,-1-1 1 0 0,2 0 0 0 0,-1 0 0 0 0,10 2 0 0 0,-12-4-166 0 0,-1 0 1 0 0,1-1 0 0 0,0 0-1 0 0,-1 1 1 0 0,1-2 0 0 0,0 1-1 0 0,-1-1 1 0 0,1 0-1 0 0,-1-1 1 0 0,1 0 0 0 0,-1 0-1 0 0,0 0 1 0 0,8-4 0 0 0,-5 1-16 0 0,-1 0 1 0 0,0-1-1 0 0,0 0 1 0 0,0 0-1 0 0,-1-1 1 0 0,0 1-1 0 0,0-2 1 0 0,6-8 0 0 0,3-7-2 0 0,-2 0 1 0 0,0-1 0 0 0,-2-1-1 0 0,0 0 1 0 0,11-39 0 0 0,-11 21 2641 0 0,15-87 0 0 0,-27 128-2044 0 0,-7 107 2922 0 0,0-24-1770 0 0,6-62-1263 0 0,0 9 139 0 0,2 29 0 0 0,-1-50-325 0 0,1-1 0 0 0,0 1 0 0 0,0-1 0 0 0,1 1-1 0 0,0-1 1 0 0,0 0 0 0 0,0 1 0 0 0,1-1 0 0 0,-1-1-1 0 0,5 8 1 0 0,-5-11-238 0 0,-1 0-1 0 0,1-1 1 0 0,-1 1-1 0 0,1 0 1 0 0,0-1-1 0 0,0 1 1 0 0,-1-1 0 0 0,1 1-1 0 0,0-1 1 0 0,0 0-1 0 0,1 0 1 0 0,-1 0-1 0 0,0 0 1 0 0,0 0 0 0 0,0 0-1 0 0,1-1 1 0 0,-1 1-1 0 0,0-1 1 0 0,0 0-1 0 0,1 1 1 0 0,-1-1-1 0 0,4-1 1 0 0,-2 1-800 0 0,-1-1 0 0 0,0 1 0 0 0,0-1-1 0 0,0 0 1 0 0,0 0 0 0 0,0 0 0 0 0,0-1 0 0 0,0 1 0 0 0,5-4-1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8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174 216 1676 0 0,'-16'-24'2432'0'0,"1"4"-439"0"0,-4-3-221 0 0,4 1-312 0 0,0 2-276 0 0,0-2-232 0 0,1 7-160 0 0,2 0-180 0 0,2 1-104 0 0,-2 2-144 0 0,5 4-144 0 0,-1-1-456 0 0,3 2-212 0 0,-5 2-2072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9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80 1408 0 0,'7'-6'1284'0'0,"4"-2"1645"0"0,-1-1-1 0 0,0 0 1 0 0,0-1 0 0 0,17-23 928 0 0,-29 33-3806 0 0,1-1-1 0 0,0 0 0 0 0,-1 1 0 0 0,1-1 0 0 0,-1 1 1 0 0,1 0-1 0 0,-1-1 0 0 0,1 1 0 0 0,-1 0 0 0 0,1 0 1 0 0,-1 0-1 0 0,1 0 0 0 0,-1 0 0 0 0,1 0 1 0 0,0 0-1 0 0,-1 0 0 0 0,1 1 0 0 0,-1-1 0 0 0,1 1 1 0 0,-1-1-1 0 0,-2 2 0 0 0,-34 16 83 0 0,33-15-41 0 0,-11 6-42 0 0,0 0 0 0 0,1 1 0 0 0,0 1 0 0 0,-13 12 0 0 0,23-19-42 0 0,0 1-1 0 0,1-1 0 0 0,-1 1 1 0 0,1 0-1 0 0,0 0 0 0 0,1 1 1 0 0,-1-1-1 0 0,1 1 0 0 0,0 0 1 0 0,1 0-1 0 0,-1 0 0 0 0,1 0 1 0 0,0 0-1 0 0,-2 11 0 0 0,5-14-1 0 0,-1 1-1 0 0,0-1 1 0 0,1 1-1 0 0,-1-1 0 0 0,1 0 1 0 0,0 1-1 0 0,0-1 1 0 0,0 0-1 0 0,0 0 0 0 0,1 0 1 0 0,0 0-1 0 0,-1 0 1 0 0,1 0-1 0 0,0 0 0 0 0,0-1 1 0 0,0 1-1 0 0,1-1 1 0 0,-1 1-1 0 0,1-1 0 0 0,4 4 1 0 0,7 4 6 0 0,1 0-1 0 0,29 14 1 0 0,-21-12-12 0 0,15 8 26 0 0,38 23-54 0 0,-67-37 50 0 0,0 0 0 0 0,-1 1 0 0 0,1 0 0 0 0,-2 0 0 0 0,14 16 0 0 0,-21-22 22 0 0,1 0 0 0 0,-1 0 1 0 0,1 0-1 0 0,-1 0 0 0 0,1 0 0 0 0,-1 1 0 0 0,0-1 0 0 0,0 0 1 0 0,0 0-1 0 0,0 0 0 0 0,0 0 0 0 0,0 0 0 0 0,0 0 0 0 0,0 0 0 0 0,0 1 1 0 0,0-1-1 0 0,0 0 0 0 0,-1 0 0 0 0,1 0 0 0 0,0 0 0 0 0,-1 0 0 0 0,1 0 1 0 0,-1 0-1 0 0,1 0 0 0 0,-1 0 0 0 0,0 0 0 0 0,-1 1 0 0 0,0 1 121 0 0,0 0 0 0 0,-1 0-1 0 0,0 0 1 0 0,0 0-1 0 0,0-1 1 0 0,-5 5-1 0 0,-3-2 93 0 0,1 0 0 0 0,-1 0 0 0 0,1-1 0 0 0,-1 0 0 0 0,-1-1 0 0 0,-19 3 0 0 0,-76 4 906 0 0,64-7-439 0 0,39-3-686 0 0,-34 3 331 0 0,30-5-232 0 0,28-4-158 0 0,105-22-764 0 0,60-16-810 0 0,-132 28 1070 0 0,-1-2 1 0 0,-1-3 0 0 0,48-26-1 0 0,-79 36 431 0 0,-1 0 1 0 0,-1-2-1 0 0,0 0 0 0 0,-1-1 0 0 0,0-1 1 0 0,-1 0-1 0 0,-1-1 0 0 0,0-1 0 0 0,-1 0 0 0 0,15-26 1 0 0,-26 38 80 0 0,0 1 0 0 0,-1 0 1 0 0,0-1-1 0 0,0 1 1 0 0,0-1-1 0 0,-1 0 1 0 0,1 0-1 0 0,-1 0 1 0 0,0 1-1 0 0,-1-1 0 0 0,1 0 1 0 0,-1-8-1 0 0,0 12 10 0 0,0 1-1 0 0,-1-1 1 0 0,1 0-1 0 0,-1 0 1 0 0,1 0-1 0 0,0 1 1 0 0,-1-1-1 0 0,0 0 1 0 0,1 0-1 0 0,-1 1 1 0 0,1-1 0 0 0,-1 0-1 0 0,0 1 1 0 0,1-1-1 0 0,-1 1 1 0 0,0-1-1 0 0,0 1 1 0 0,1-1-1 0 0,-1 1 1 0 0,0 0-1 0 0,0-1 1 0 0,0 1-1 0 0,0 0 1 0 0,1 0-1 0 0,-1-1 1 0 0,0 1-1 0 0,0 0 1 0 0,-2 0-1 0 0,-22 2-27 0 0,19 0 28 0 0,0 0 1 0 0,0 0-1 0 0,1 0 0 0 0,-1 1 0 0 0,1 0 0 0 0,-1 0 0 0 0,1 1 1 0 0,0-1-1 0 0,0 1 0 0 0,1 0 0 0 0,-7 7 0 0 0,-1 2 0 0 0,1 1 1 0 0,-16 24-1 0 0,19-25 9 0 0,1 0 0 0 0,0 0 1 0 0,1 0-1 0 0,1 1 0 0 0,0 0 1 0 0,-5 25-1 0 0,8-32-3 0 0,1 0-1 0 0,1 1 0 0 0,-1-1 1 0 0,1 0-1 0 0,0 0 1 0 0,0 0-1 0 0,1 0 1 0 0,0 0-1 0 0,1 0 1 0 0,-1 0-1 0 0,1 0 0 0 0,1 0 1 0 0,-1-1-1 0 0,1 1 1 0 0,0-1-1 0 0,5 7 1 0 0,0-2-273 0 0,1-1 1 0 0,0-1 0 0 0,1 1-1 0 0,0-1 1 0 0,0-1 0 0 0,1 0-1 0 0,0 0 1 0 0,1-2 0 0 0,-1 1-1 0 0,1-1 1 0 0,1-1 0 0 0,-1 0 0 0 0,16 4-1 0 0,9 1-857 0 0,-1-2-1 0 0,1-2 0 0 0,56 3 1 0 0,-75-8-185 0 0,0-1 0 0 0,0-1 0 0 0,0-1 0 0 0,29-5 1 0 0,-6-4-2514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2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313 953 424 0 0,'8'-17'1670'0'0,"-1"0"-1"0"0,-1-1 1 0 0,7-34-1 0 0,-12 46-1391 0 0,0 1-1 0 0,0-1 0 0 0,0 0 0 0 0,-1 1 1 0 0,0-1-1 0 0,0 1 0 0 0,-1-1 0 0 0,0 0 0 0 0,1 1 1 0 0,-2-1-1 0 0,1 1 0 0 0,-1 0 0 0 0,0-1 1 0 0,0 1-1 0 0,0 0 0 0 0,-1 0 0 0 0,-4-7 0 0 0,5 10-160 0 0,1 0 0 0 0,-1 0-1 0 0,0 0 1 0 0,0 1-1 0 0,0-1 1 0 0,-1 0 0 0 0,1 1-1 0 0,0-1 1 0 0,-1 1 0 0 0,1 0-1 0 0,0 0 1 0 0,-1 0-1 0 0,0 0 1 0 0,1 0 0 0 0,-1 1-1 0 0,-4-2 1 0 0,3 2 40 0 0,-1 0-1 0 0,1 0 1 0 0,0 1 0 0 0,-1-1-1 0 0,1 1 1 0 0,0 0 0 0 0,0 0-1 0 0,-1 1 1 0 0,-5 2 0 0 0,-3 3 270 0 0,0 0 1 0 0,0 1-1 0 0,1 1 1 0 0,-22 18 0 0 0,19-12-240 0 0,1 0 1 0 0,0 0 0 0 0,1 1 0 0 0,1 1 0 0 0,1 0 0 0 0,0 1-1 0 0,1 0 1 0 0,1 0 0 0 0,1 1 0 0 0,0 0 0 0 0,2 1-1 0 0,0-1 1 0 0,1 1 0 0 0,-2 24 0 0 0,6-40-167 0 0,1 1 1 0 0,0-1 0 0 0,0 1-1 0 0,0-1 1 0 0,0 0-1 0 0,1 1 1 0 0,0-1-1 0 0,0 0 1 0 0,0 1 0 0 0,0-1-1 0 0,1 0 1 0 0,0 0-1 0 0,0 0 1 0 0,0 0-1 0 0,0 0 1 0 0,0 0-1 0 0,1-1 1 0 0,0 1 0 0 0,0-1-1 0 0,0 0 1 0 0,3 4-1 0 0,-2-5-7 0 0,0 1-1 0 0,0-1 1 0 0,0 0 0 0 0,0 0-1 0 0,0 0 1 0 0,0-1-1 0 0,0 0 1 0 0,1 1-1 0 0,-1-1 1 0 0,1-1-1 0 0,-1 1 1 0 0,1-1 0 0 0,-1 0-1 0 0,1 0 1 0 0,-1 0-1 0 0,1 0 1 0 0,-1-1-1 0 0,0 0 1 0 0,1 0-1 0 0,7-2 1 0 0,1-3-3 0 0,0 1 0 0 0,-1-2 0 0 0,0 0 0 0 0,0 0 0 0 0,0-1-1 0 0,-1-1 1 0 0,0 0 0 0 0,0 0 0 0 0,-1-1 0 0 0,0 0 0 0 0,-1-1 0 0 0,-1 0 0 0 0,11-16 0 0 0,4-11-189 0 0,-1-2 0 0 0,31-79 0 0 0,-22 37-203 0 0,-4-1-1 0 0,25-132 1 0 0,-42 153 272 0 0,-2 0-1 0 0,-3 0 0 0 0,-3-1 0 0 0,-7-85 1 0 0,4 141 106 0 0,-5-31-17 0 0,6 36 19 0 0,-1 1 0 0 0,1-1 1 0 0,-1 0-1 0 0,1 1 0 0 0,-1-1 1 0 0,0 0-1 0 0,0 1 0 0 0,0-1 1 0 0,0 1-1 0 0,0-1 1 0 0,0 1-1 0 0,0 0 0 0 0,0-1 1 0 0,-1 1-1 0 0,1 0 0 0 0,0 0 1 0 0,-2-1-1 0 0,1 2 11 0 0,0 0 1 0 0,0 0-1 0 0,0 0 0 0 0,0 0 0 0 0,0 1 0 0 0,0-1 1 0 0,0 1-1 0 0,0-1 0 0 0,0 1 0 0 0,0 0 1 0 0,0 0-1 0 0,1-1 0 0 0,-1 1 0 0 0,0 1 0 0 0,1-1 1 0 0,-1 0-1 0 0,-2 3 0 0 0,-5 4 100 0 0,1 1-1 0 0,0 0 1 0 0,1 1-1 0 0,0 0 1 0 0,1 0-1 0 0,0 0 1 0 0,-7 15-1 0 0,-26 81 745 0 0,25-55-771 0 0,2 0 1 0 0,2 0-1 0 0,2 1 0 0 0,3 0 1 0 0,1 1-1 0 0,4-1 0 0 0,1 1 1 0 0,3-1-1 0 0,2 0 0 0 0,2 0 1 0 0,2 0-1 0 0,3-2 0 0 0,21 56 1 0 0,-28-92-761 0 0,0 0 0 0 0,1 0 1 0 0,1-1-1 0 0,0 0 0 0 0,11 15 0 0 0,-13-21-811 0 0,1 0-1 0 0,-1-1 1 0 0,1 1-1 0 0,0-2 0 0 0,16 11 1 0 0,1-3-5602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30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12 760 0 0,'1'-1'239'0'0,"-1"0"-1"0"0,1 0 1 0 0,-1 1-1 0 0,1-1 1 0 0,0 0-1 0 0,-1 0 1 0 0,1 1-1 0 0,0-1 1 0 0,0 0-1 0 0,0 1 1 0 0,-1-1 0 0 0,1 1-1 0 0,0-1 1 0 0,0 1-1 0 0,0 0 1 0 0,0-1-1 0 0,0 1 1 0 0,0 0-1 0 0,0 0 1 0 0,0-1-1 0 0,0 1 1 0 0,0 0 0 0 0,0 0-1 0 0,0 0 1 0 0,0 0-1 0 0,2 1 1 0 0,-1-1-37 0 0,0 1 0 0 0,0 0-1 0 0,0 0 1 0 0,0 0 0 0 0,0 1 0 0 0,0-1 0 0 0,0 0 0 0 0,0 1 0 0 0,0-1 0 0 0,-1 1 0 0 0,3 2 0 0 0,4 6 327 0 0,-1 0 0 0 0,0 1 1 0 0,7 15-1 0 0,17 39 1665 0 0,27 89 0 0 0,-32-79-1511 0 0,0-8 1030 0 0,-26-66-1669 0 0,0-1 0 0 0,1 1 0 0 0,-1 0 0 0 0,0 0 0 0 0,1-1 0 0 0,-1 1 0 0 0,1 0 1 0 0,-1-1-1 0 0,1 1 0 0 0,0 0 0 0 0,-1-1 0 0 0,1 1 0 0 0,0-1 0 0 0,-1 1 0 0 0,1-1 0 0 0,0 1 0 0 0,-1-1 0 0 0,1 0 0 0 0,0 1 0 0 0,0-1 0 0 0,0 0 0 0 0,-1 0 1 0 0,1 0-1 0 0,0 1 0 0 0,0-1 0 0 0,0 0 0 0 0,0 0 0 0 0,-1 0 0 0 0,1 0 0 0 0,0 0 0 0 0,0 0 0 0 0,0-1 0 0 0,0 1 0 0 0,-1 0 0 0 0,1 0 0 0 0,0-1 0 0 0,1 0 1 0 0,1 0-1 0 0,0 0 0 0 0,0-1 0 0 0,0 0 0 0 0,0 1 1 0 0,0-1-1 0 0,4-5 0 0 0,9-11 83 0 0,-2-1 1 0 0,-1 0-1 0 0,0-1 0 0 0,-1 0 0 0 0,-1-1 0 0 0,9-27 0 0 0,20-35-228 0 0,-24 52 87 0 0,-13 23-11 0 0,1 0 1 0 0,0 1 0 0 0,0-1-1 0 0,0 1 1 0 0,1 0-1 0 0,0 0 1 0 0,12-11 0 0 0,-15 17 33 0 0,0 0 1 0 0,1 0-1 0 0,-1 0 0 0 0,0 1 1 0 0,0-1-1 0 0,1 1 1 0 0,-1-1-1 0 0,0 1 1 0 0,1 0-1 0 0,-1 0 1 0 0,1 0-1 0 0,-1 0 1 0 0,0 1-1 0 0,1-1 1 0 0,-1 0-1 0 0,0 1 1 0 0,0 0-1 0 0,1 0 0 0 0,2 1 1 0 0,9 5 3 0 0,-1 0 1 0 0,0 1-1 0 0,-1 0 0 0 0,14 12 1 0 0,23 15 33 0 0,-41-30-45 0 0,1 0 1 0 0,0 0-1 0 0,1-1 0 0 0,-1 0 0 0 0,17 5 1 0 0,-23-9-1 0 0,0 1 1 0 0,-1-1-1 0 0,1 0 1 0 0,0 1-1 0 0,-1-1 0 0 0,1-1 1 0 0,0 1-1 0 0,-1 0 1 0 0,1-1-1 0 0,0 1 1 0 0,-1-1-1 0 0,1 0 1 0 0,-1 0-1 0 0,1 0 0 0 0,-1 0 1 0 0,1 0-1 0 0,-1 0 1 0 0,0-1-1 0 0,1 1 1 0 0,-1-1-1 0 0,0 0 1 0 0,0 1-1 0 0,0-1 0 0 0,0 0 1 0 0,2-4-1 0 0,1-2-7 0 0,0 1 0 0 0,-1-1-1 0 0,0 0 1 0 0,0 0 0 0 0,-1 0-1 0 0,0-1 1 0 0,2-11 0 0 0,-4 15-2 0 0,0 1 1 0 0,0 0-1 0 0,-1 0 1 0 0,1-1-1 0 0,-1 1 1 0 0,0 0 0 0 0,0-1-1 0 0,-1 1 1 0 0,1 0-1 0 0,-1-1 1 0 0,0 1-1 0 0,0 0 1 0 0,0 0 0 0 0,-1 0-1 0 0,1 0 1 0 0,-5-7-1 0 0,6 10 0 0 0,-1 0 0 0 0,0 0 0 0 0,0 0 1 0 0,0 0-1 0 0,0 1 0 0 0,0-1 0 0 0,1 0 0 0 0,-1 0 0 0 0,-1 1 0 0 0,1-1 0 0 0,0 1 0 0 0,0-1 0 0 0,0 1 0 0 0,0-1 0 0 0,0 1 0 0 0,0 0 0 0 0,-1-1 0 0 0,1 1 1 0 0,0 0-1 0 0,0 0 0 0 0,0 0 0 0 0,-3 0 0 0 0,1 0-2 0 0,0 1 1 0 0,0 0 0 0 0,1 0 0 0 0,-1 0-1 0 0,0 0 1 0 0,0 0 0 0 0,1 1 0 0 0,-1-1-1 0 0,-3 3 1 0 0,-3 3 6 0 0,0 0 0 0 0,1 1 0 0 0,-15 16 0 0 0,1 2-16 0 0,1 1-1 0 0,-22 37 1 0 0,38-55-7 0 0,0 0-1 0 0,0 0 1 0 0,1 1 0 0 0,0-1 0 0 0,1 1 0 0 0,0 0 0 0 0,1 0 0 0 0,0 0 0 0 0,0 0 0 0 0,1 1-1 0 0,0-1 1 0 0,1 11 0 0 0,1-16-87 0 0,0-1 1 0 0,1 1-1 0 0,-1-1 0 0 0,1 1 0 0 0,0-1 0 0 0,0 1 0 0 0,0-1 1 0 0,1 0-1 0 0,0 0 0 0 0,-1 0 0 0 0,2-1 0 0 0,-1 1 1 0 0,0 0-1 0 0,1-1 0 0 0,-1 0 0 0 0,1 0 0 0 0,0 0 0 0 0,0 0 1 0 0,0-1-1 0 0,6 3 0 0 0,6 3-1171 0 0,1 0 0 0 0,0-2 1 0 0,35 10-1 0 0,-37-13-610 0 0,0 0-1 0 0,17 1 1 0 0,-4-4-3229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31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317 145 1936 0 0,'1'-8'790'0'0,"0"-1"1"0"0,-1 1-1 0 0,0-1 0 0 0,0 1 0 0 0,-1-1 1 0 0,0 1-1 0 0,-4-16 0 0 0,4 20-569 0 0,1 1 0 0 0,-1-1 1 0 0,-1 1-1 0 0,1-1 0 0 0,-1 1 0 0 0,1 0 0 0 0,-1 0 0 0 0,0 0 1 0 0,0 0-1 0 0,0 0 0 0 0,0 0 0 0 0,-1 0 0 0 0,1 1 0 0 0,-1-1 1 0 0,0 1-1 0 0,0 0 0 0 0,0 0 0 0 0,0 0 0 0 0,0 0 0 0 0,-4-1 1 0 0,-13 1 775 0 0,16 3-796 0 0,-1 0 0 0 0,0 0 0 0 0,1 1 0 0 0,-1-1 0 0 0,-5 4 1 0 0,2-1 124 0 0,0 1 0 0 0,-1 0 0 0 0,-11 11 0 0 0,2 0 20 0 0,1 1-1 0 0,1 1 1 0 0,0 1 0 0 0,1 0 0 0 0,1 1-1 0 0,-13 25 1 0 0,20-33-314 0 0,1 1 0 0 0,1-1 0 0 0,0 1 0 0 0,0 0 0 0 0,1 0 0 0 0,1 0 0 0 0,0 0 0 0 0,1 1 1 0 0,1-1-1 0 0,0 1 0 0 0,0 0 0 0 0,3 20 0 0 0,0-26-111 0 0,0 0 0 0 0,0 0 1 0 0,1 0-1 0 0,0-1 0 0 0,0 1 0 0 0,1-1 1 0 0,0 0-1 0 0,0 0 0 0 0,1 0 0 0 0,0 0 0 0 0,0-1 1 0 0,1 0-1 0 0,-1 0 0 0 0,1 0 0 0 0,1-1 1 0 0,-1 0-1 0 0,1 0 0 0 0,8 5 0 0 0,-10-7-334 0 0,0 0 0 0 0,1-1 0 0 0,-1 0-1 0 0,0 0 1 0 0,1 0 0 0 0,0 0 0 0 0,-1-1-1 0 0,1 0 1 0 0,0 0 0 0 0,0 0 0 0 0,0-1-1 0 0,0 0 1 0 0,-1 0 0 0 0,1 0-1 0 0,0-1 1 0 0,0 0 0 0 0,0 0 0 0 0,-1-1-1 0 0,1 1 1 0 0,0-1 0 0 0,-1-1 0 0 0,0 1-1 0 0,1-1 1 0 0,-1 1 0 0 0,0-2 0 0 0,5-3-1 0 0,15-15-3775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31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198 173 1040 0 0,'15'-161'11022'0'0,"-14"161"-10991"0"0,-1 0 0 0 0,0-1 0 0 0,0 1 0 0 0,0 0 0 0 0,0 0 0 0 0,0-1 0 0 0,1 1 0 0 0,-1 0 0 0 0,0-1 0 0 0,0 1 0 0 0,0-1 0 0 0,0 1 0 0 0,0 0 0 0 0,0-1 0 0 0,0 1 0 0 0,0 0 0 0 0,0-1 0 0 0,-1 1 0 0 0,1 0 0 0 0,0-1 0 0 0,0 1 0 0 0,0 0 0 0 0,0-1 0 0 0,0 1 0 0 0,-1 0 0 0 0,1 0 0 0 0,0-1 0 0 0,0 1 0 0 0,0 0 0 0 0,-1 0 0 0 0,1-1 0 0 0,0 1 0 0 0,0 0 0 0 0,-1 0 0 0 0,1-1 0 0 0,0 1 0 0 0,-1 0 0 0 0,1 0 0 0 0,0 0 0 0 0,0 0 0 0 0,-1 0 0 0 0,1-1 0 0 0,0 1 0 0 0,-1 0 0 0 0,1 0 0 0 0,0 0 0 0 0,-1 0 0 0 0,1 0 0 0 0,-1 0 0 0 0,1 0 0 0 0,0 0 0 0 0,-1 0 0 0 0,1 0 0 0 0,0 0 0 0 0,-1 1 0 0 0,1-1 0 0 0,0 0 0 0 0,-1 0 0 0 0,1 0 0 0 0,0 0 0 0 0,0 0 0 0 0,-1 1 0 0 0,1-1 0 0 0,-21 15 944 0 0,8 2-442 0 0,0 1 0 0 0,1 1 0 0 0,1 0 1 0 0,0 0-1 0 0,2 1 0 0 0,0 1 0 0 0,-7 25 1 0 0,-30 153 2050 0 0,29-90-1867 0 0,4 0 1 0 0,5 1-1 0 0,5 0 0 0 0,12 113 0 0 0,13-70-2702 0 0,-21-150 1664 0 0,-1 0 1 0 0,1 0-1 0 0,0-1 0 0 0,1 1 1 0 0,-1 0-1 0 0,0 0 0 0 0,1-1 0 0 0,2 4 1 0 0,-3-5 73 0 0,-1 0 1 0 0,1 0 0 0 0,0 0-1 0 0,0 0 1 0 0,0 0 0 0 0,0 0-1 0 0,-1-1 1 0 0,1 1 0 0 0,0 0-1 0 0,0-1 1 0 0,0 1 0 0 0,1-1-1 0 0,-1 1 1 0 0,0-1 0 0 0,0 1-1 0 0,0-1 1 0 0,0 0 0 0 0,0 0-1 0 0,1 1 1 0 0,-1-1 0 0 0,0 0-1 0 0,0 0 1 0 0,0 0 0 0 0,0 0-1 0 0,1-1 1 0 0,1 1 0 0 0,3-2-644 0 0,-1 0-1 0 0,1 0 1 0 0,0-1 0 0 0,0 0 0 0 0,-1 0 0 0 0,0 0 0 0 0,6-5 0 0 0,8-9-3520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31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1 277 760 0 0,'21'-44'3553'0'0,"-2"-2"-1"0"0,-2 0 1 0 0,22-95 0 0 0,-57 215 2005 0 0,-13 56-2953 0 0,27-109-2485 0 0,1 0-1 0 0,1 1 1 0 0,1 0 0 0 0,2 24-1 0 0,-1-41-101 0 0,1 1-1 0 0,0 0 1 0 0,1 0-1 0 0,0-1 1 0 0,-1 1 0 0 0,2-1-1 0 0,-1 1 1 0 0,1-1-1 0 0,-1 0 1 0 0,2 0-1 0 0,-1 0 1 0 0,0-1 0 0 0,1 1-1 0 0,0-1 1 0 0,0 0-1 0 0,0 0 1 0 0,1 0-1 0 0,-1 0 1 0 0,1-1 0 0 0,0 0-1 0 0,0 0 1 0 0,0 0-1 0 0,0 0 1 0 0,1-1-1 0 0,7 3 1 0 0,-4-3 9 0 0,-1 1 1 0 0,1-1-1 0 0,0-1 1 0 0,0 0-1 0 0,-1 0 0 0 0,1-1 1 0 0,0 0-1 0 0,0 0 1 0 0,0-1-1 0 0,0 0 0 0 0,0-1 1 0 0,-1 0-1 0 0,1 0 1 0 0,-1-1-1 0 0,1 0 1 0 0,9-5-1 0 0,-8 2-12 0 0,-1 0 0 0 0,0-1 0 0 0,0 0 0 0 0,-1-1 0 0 0,1 0 0 0 0,-2 0 0 0 0,1-1 0 0 0,-1 0 0 0 0,0 0 0 0 0,-1-1 0 0 0,0 0 0 0 0,-1 0 0 0 0,8-18 0 0 0,-8 14-16 0 0,-1 0-1 0 0,0 0 1 0 0,0 0 0 0 0,-2 0 0 0 0,1 0 0 0 0,-2 0-1 0 0,0-1 1 0 0,-1 1 0 0 0,0-1 0 0 0,-4-22 0 0 0,3 31-6 0 0,-1 0 1 0 0,1 0-1 0 0,-1 0 1 0 0,0 0-1 0 0,-1 0 1 0 0,1 0-1 0 0,-1 1 1 0 0,0-1-1 0 0,-1 1 1 0 0,0-1-1 0 0,1 1 1 0 0,-1 1-1 0 0,-1-1 1 0 0,1 0 0 0 0,-1 1-1 0 0,0 0 1 0 0,0 0-1 0 0,0 1 1 0 0,0-1-1 0 0,-1 1 1 0 0,0 0-1 0 0,1 0 1 0 0,-1 1-1 0 0,0 0 1 0 0,0 0-1 0 0,0 0 1 0 0,0 1-1 0 0,-1 0 1 0 0,1 0-1 0 0,0 1 1 0 0,-1-1 0 0 0,1 1-1 0 0,-10 2 1 0 0,-1 0 8 0 0,1 2 0 0 0,0 0 0 0 0,0 0 0 0 0,0 2 1 0 0,0 0-1 0 0,1 1 0 0 0,0 0 0 0 0,-16 11 1 0 0,23-12-171 0 0,0-1 0 0 0,1 1 1 0 0,-1 0-1 0 0,1 1 1 0 0,0 0-1 0 0,1 0 0 0 0,0 0 1 0 0,0 1-1 0 0,0 0 1 0 0,1 0-1 0 0,0 0 0 0 0,1 1 1 0 0,0 0-1 0 0,0-1 1 0 0,-3 15-1 0 0,6-19-124 0 0,0 0-1 0 0,1 0 1 0 0,0 0-1 0 0,-1-1 1 0 0,1 1 0 0 0,1 0-1 0 0,-1 0 1 0 0,1 0 0 0 0,-1 0-1 0 0,1 0 1 0 0,0 0-1 0 0,1-1 1 0 0,-1 1 0 0 0,1 0-1 0 0,-1-1 1 0 0,1 1 0 0 0,0-1-1 0 0,0 0 1 0 0,5 5-1 0 0,-2-1-669 0 0,1-1-1 0 0,0-1 0 0 0,1 1 0 0 0,-1-1 0 0 0,1 0 0 0 0,0-1 0 0 0,1 0 1 0 0,8 4-1 0 0,10 4-4090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32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1316 0 0,'32'-45'5162'0'0,"-28"37"-4391"0"0,1 1 1 0 0,-1 0-1 0 0,1 0 0 0 0,1 0 1 0 0,-1 1-1 0 0,1 0 1 0 0,12-10-1 0 0,-17 16-697 0 0,1-1-1 0 0,-1 1 0 0 0,1-1 1 0 0,-1 1-1 0 0,1-1 1 0 0,-1 1-1 0 0,1 0 0 0 0,-1 0 1 0 0,1 0-1 0 0,0 0 1 0 0,-1 0-1 0 0,1 0 0 0 0,-1 0 1 0 0,1 0-1 0 0,0 1 1 0 0,-1-1-1 0 0,1 0 0 0 0,-1 1 1 0 0,1 0-1 0 0,-1-1 1 0 0,1 1-1 0 0,-1 0 0 0 0,0 0 1 0 0,3 1-1 0 0,1 2 196 0 0,0-1 1 0 0,0 2-1 0 0,0-1 0 0 0,6 7 0 0 0,-3-1 116 0 0,-1 0 0 0 0,1 1 0 0 0,-2 1 0 0 0,0-1 0 0 0,0 1 0 0 0,-1 0 0 0 0,0 0 0 0 0,-1 0 0 0 0,0 1 0 0 0,-1-1 0 0 0,-1 1 0 0 0,2 21 0 0 0,-3-15 61 0 0,0 0-1 0 0,-2 0 0 0 0,0 0 0 0 0,-2 0 1 0 0,0 0-1 0 0,0 0 0 0 0,-14 35 1 0 0,11-38 234 0 0,-1 0 1 0 0,-11 16 0 0 0,15-26-227 0 0,-1 0-1 0 0,0-1 1 0 0,0 1-1 0 0,0-1 1 0 0,-1 0-1 0 0,1 0 1 0 0,-1-1-1 0 0,-7 6 0 0 0,8-8 266 0 0,4-2-662 0 0,-1 1 0 0 0,1-1 0 0 0,-1 0 0 0 0,1 1 0 0 0,-1-1-1 0 0,1 0 1 0 0,-1 1 0 0 0,0-1 0 0 0,1 0 0 0 0,-1 0 0 0 0,1 0 0 0 0,-1 0 0 0 0,0 0-1 0 0,1 1 1 0 0,-1-1 0 0 0,0 0 0 0 0,1 0 0 0 0,-1 0 0 0 0,0-1 0 0 0,1 1 0 0 0,-1 0-1 0 0,0 0 1 0 0,-1-1-43 0 0,0 1 0 0 0,1 0-1 0 0,-1-1 1 0 0,1 1 0 0 0,-1-1-1 0 0,1 0 1 0 0,-1 0-1 0 0,1 1 1 0 0,0-1 0 0 0,-1 0-1 0 0,-1-2 1 0 0,1-5 38 0 0,2 7-49 0 0,0-3-3 0 0,-1 0 0 0 0,1 0 0 0 0,0 0 0 0 0,0 0 0 0 0,0 0 0 0 0,1 0 0 0 0,-1 0 0 0 0,1 0 0 0 0,0 0 0 0 0,0 1 0 0 0,3-8 0 0 0,22-40 0 0 0,-20 42 0 0 0,9-16-166 0 0,1 2 0 0 0,1 0-1 0 0,2 1 1 0 0,0 1 0 0 0,1 0 0 0 0,23-17-1 0 0,144-99-1625 0 0,-160 119 1630 0 0,12-6-2374 0 0,12-8-3120 0 0,-23 5-2468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32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36 80 0 0,'-202'-34'16227'0'0,"247"34"-15314"0"0,-13-1-784 0 0,260 18-1793 0 0,-97 3-5876 0 0,-133-13 1799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3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2644 0 0,'25'-7'8681'0'0,"-8"0"-4141"0"0,0 0-1515 0 0,-5-1-1121 0 0,0 1-700 0 0,-4 0-1040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46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83 1776 0 0,'61'-74'10465'0'0,"-61"73"-10367"0"0,0 1-1 0 0,1-1 1 0 0,-1 1-1 0 0,0-1 1 0 0,0 1-1 0 0,1-1 1 0 0,-1 1-1 0 0,0-1 1 0 0,1 1-1 0 0,-1 0 1 0 0,1-1-1 0 0,-1 1 1 0 0,1 0-1 0 0,-1-1 1 0 0,0 1-1 0 0,1 0 1 0 0,-1 0-1 0 0,1-1 1 0 0,-1 1-1 0 0,1 0 1 0 0,0 0 0 0 0,-1 0-1 0 0,1 0 1 0 0,-1-1-1 0 0,1 1 1 0 0,-1 0-1 0 0,1 0 1 0 0,0 0-1 0 0,0 1 11 0 0,-1-1-1 0 0,1 1 0 0 0,-1 0 1 0 0,1-1-1 0 0,-1 1 0 0 0,1-1 1 0 0,-1 1-1 0 0,0 0 0 0 0,1 0 1 0 0,-1-1-1 0 0,0 1 0 0 0,1 0 1 0 0,-1-1-1 0 0,0 1 1 0 0,0 0-1 0 0,1 1 0 0 0,1 37 1866 0 0,-2-36-1764 0 0,-3 83 3388 0 0,-19 123-1 0 0,-32 84-1365 0 0,34-194-1748 0 0,-44 160 383 0 0,49-205-698 0 0,9-33-802 0 0,5-19-214 0 0,-3 3-1029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47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42 1604 0 0,'-3'-2'1795'0'0,"-7"-3"-162"0"0,0 1 0 0 0,0 0 1 0 0,0 1-1 0 0,-1 0 0 0 0,1 1 0 0 0,-19-2 0 0 0,27 3-800 0 0,-17 0 1485 0 0,1-1 517 0 0,15 2-1764 0 0,6 1-379 0 0,18 0-111 0 0,35 1-267 0 0,99-5 31 0 0,705-6 237 0 0,-202 20-444 0 0,255 1-492 0 0,-884-11 213 0 0,-11 0-458 0 0,0-1 0 0 0,-1 0 0 0 0,1-2 0 0 0,0 0-1 0 0,-1 0 1 0 0,28-9 0 0 0,-31 1-3560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49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0 864 952 0 0,'14'-10'7619'0'0,"-13"10"-7288"0"0,0 0 0 0 0,1 0 1 0 0,-1 1-139 0 0,0-1 0 0 0,0 1 1 0 0,0 0-1 0 0,0-1 0 0 0,0 1 1 0 0,0 0-1 0 0,0-1 0 0 0,0 1 1 0 0,-1 0-1 0 0,1 0 0 0 0,0 0 1 0 0,0 0-1 0 0,-1 0 1 0 0,1 0-1 0 0,0 1 0 0 0,4 8-145 0 0,0 1-1 0 0,-1-1 1 0 0,2 13-1 0 0,-1-9 1052 0 0,17 47-27 0 0,50 153 2606 0 0,-72-213-3581 0 0,-1-1 0 0 0,1 0-1 0 0,0 1 1 0 0,0-1 0 0 0,1 1 0 0 0,-1-1 0 0 0,0 0-1 0 0,0 1 1 0 0,0-1 0 0 0,0 0 0 0 0,0 1 0 0 0,0-1-1 0 0,0 1 1 0 0,1-1 0 0 0,-1 0 0 0 0,0 1-1 0 0,0-1 1 0 0,0 0 0 0 0,1 0 0 0 0,-1 1 0 0 0,0-1-1 0 0,1 0 1 0 0,-1 0 0 0 0,0 1 0 0 0,0-1 0 0 0,1 0-1 0 0,-1 0 1 0 0,0 0 0 0 0,1 1 0 0 0,-1-1-1 0 0,1 0 1 0 0,-1 0 0 0 0,0 0 0 0 0,1 0 0 0 0,-1 0-1 0 0,0 0 1 0 0,1 0 0 0 0,0 0 0 0 0,10-13 852 0 0,4-25-761 0 0,2-32 58 0 0,13-101 1 0 0,-6-76-269 0 0,-16 153 75 0 0,2-61-151 0 0,12-105 123 0 0,-21 255-32 0 0,0 0 0 0 0,0 1 0 0 0,1-1 1 0 0,-1 0-1 0 0,1 1 0 0 0,0-1 1 0 0,0 1-1 0 0,1 0 0 0 0,-1 0 1 0 0,1 0-1 0 0,0 0 0 0 0,0 0 1 0 0,4-3-1 0 0,-1 1 0 0 0,0 1 1 0 0,1 0-1 0 0,-1 1 0 0 0,1-1 1 0 0,1 1-1 0 0,-1 1 0 0 0,9-4 1 0 0,11-2-4 0 0,0 1 0 0 0,0 2 0 0 0,43-4 0 0 0,-60 8 8 0 0,504-32-33 0 0,3 39 42 0 0,-432-3-14 0 0,-20-1 2 0 0,892 13 46 0 0,-899-15-34 0 0,-28-1-1379 0 0,48 5-1 0 0,-76-3 336 0 0,-6 10-1656 0 0,2-8 2144 0 0,0 0-1 0 0,-1 0 0 0 0,1 0 1 0 0,-1 0-1 0 0,1 0 1 0 0,-1-1-1 0 0,1 1 0 0 0,-1-1 1 0 0,-5 2-1 0 0,-4 2-2387 0 0,-13 7-3630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278 232 660 0 0,'8'-14'2552'0'0,"9"-13"1088"0"0,13-32 0 0 0,-26 50-3038 0 0,0-1-1 0 0,-1 1 1 0 0,0-1-1 0 0,-1 0 1 0 0,0 0-1 0 0,0 0 1 0 0,-1-16-1 0 0,-1 25-559 0 0,0-1 0 0 0,0 0 0 0 0,-1 1 0 0 0,1-1 0 0 0,0 0 0 0 0,-1 1 0 0 0,0-1 0 0 0,1 0 0 0 0,-1 1 0 0 0,0-1-1 0 0,0 1 1 0 0,0 0 0 0 0,0-1 0 0 0,0 1 0 0 0,0-1 0 0 0,0 1 0 0 0,0 0 0 0 0,-1 0 0 0 0,1 0 0 0 0,0 0 0 0 0,-1 0 0 0 0,1 0 0 0 0,-1 0 0 0 0,1 0 0 0 0,-1 1 0 0 0,1-1 0 0 0,-1 0 0 0 0,0 1-1 0 0,1 0 1 0 0,-1-1 0 0 0,0 1 0 0 0,1 0 0 0 0,-1 0 0 0 0,0 0 0 0 0,-2 0 0 0 0,-3-1 14 0 0,-1 1-1 0 0,1 1 1 0 0,0-1-1 0 0,0 1 1 0 0,0 1-1 0 0,-14 3 1 0 0,6 1-16 0 0,1 1 0 0 0,-1 1-1 0 0,1 0 1 0 0,1 1 0 0 0,0 1 0 0 0,0 0 0 0 0,0 0 0 0 0,2 1-1 0 0,-15 17 1 0 0,12-12-19 0 0,2 1 0 0 0,0 0 0 0 0,0 0 0 0 0,2 1-1 0 0,0 0 1 0 0,-13 37 0 0 0,22-51-9 0 0,-1 0-1 0 0,1-1 1 0 0,0 1 0 0 0,1 0-1 0 0,-1 0 1 0 0,1 0-1 0 0,-1 0 1 0 0,1 0 0 0 0,0 0-1 0 0,1 0 1 0 0,-1 0 0 0 0,1 0-1 0 0,0 0 1 0 0,-1 0 0 0 0,2 0-1 0 0,-1-1 1 0 0,0 1-1 0 0,3 4 1 0 0,-1-5 0 0 0,-1 0 1 0 0,0 0-1 0 0,1 0 0 0 0,0 0 1 0 0,0-1-1 0 0,0 0 1 0 0,0 1-1 0 0,0-1 0 0 0,0 0 1 0 0,0 0-1 0 0,1-1 0 0 0,-1 1 1 0 0,1-1-1 0 0,-1 1 0 0 0,1-1 1 0 0,0 0-1 0 0,-1-1 0 0 0,1 1 1 0 0,5 0-1 0 0,0-1-5 0 0,-1 0 0 0 0,1 0 0 0 0,-1-1 1 0 0,0 0-1 0 0,1-1 0 0 0,-1 1 0 0 0,0-1 0 0 0,0-1 0 0 0,0 0 1 0 0,0 0-1 0 0,0-1 0 0 0,-1 0 0 0 0,1 0 0 0 0,-1 0 0 0 0,0-1 1 0 0,7-7-1 0 0,10-9 351 0 0,-1-1 0 0 0,38-50 0 0 0,-38 44 656 0 0,-22 26-864 0 0,-6 40-86 0 0,0-20-43 0 0,-5 21-6 0 0,2 0-1 0 0,-4 43 1 0 0,12-77-261 0 0,-1 1 1 0 0,2 0-1 0 0,-1 0 0 0 0,1 0 0 0 0,0 0 1 0 0,0-1-1 0 0,0 1 0 0 0,1-1 1 0 0,0 1-1 0 0,0-1 0 0 0,1 1 1 0 0,-1-1-1 0 0,4 5 0 0 0,-3-5-740 0 0,1-1-1 0 0,-1 0 0 0 0,1 0 0 0 0,-1 0 1 0 0,1 0-1 0 0,1-1 0 0 0,-1 0 0 0 0,8 6 0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0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87 2224 0 0,'5'-7'2803'0'0,"-1"-1"0"0"0,-1 0 0 0 0,6-15-1 0 0,10-17 8641 0 0,-19 40-11377 0 0,0 0 0 0 0,0 0 0 0 0,1 0 0 0 0,-1 1-1 0 0,0-1 1 0 0,0 0 0 0 0,1 0 0 0 0,-1 0 0 0 0,0 1 0 0 0,0-1-1 0 0,1 0 1 0 0,-1 0 0 0 0,0 1 0 0 0,0-1 0 0 0,0 0 0 0 0,0 1-1 0 0,0-1 1 0 0,1 0 0 0 0,-1 1 0 0 0,0-1 0 0 0,0 0 0 0 0,0 1 0 0 0,0-1-1 0 0,0 0 1 0 0,0 1 0 0 0,0-1 0 0 0,0 0 0 0 0,0 1 0 0 0,0-1-1 0 0,0 0 1 0 0,0 1 0 0 0,0-1 0 0 0,-1 0 0 0 0,1 0 0 0 0,0 1-1 0 0,-4 61 1646 0 0,-2-1-1 0 0,-15 63 1 0 0,4-24-2749 0 0,12-73-1741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2 148 2228 0 0,'0'-17'2314'0'0,"-1"6"-560"0"0,1 0 0 0 0,0 0 1 0 0,1 0-1 0 0,5-22 1 0 0,-5 30-1542 0 0,0 0 1 0 0,0 1 0 0 0,0-1 0 0 0,0 0 0 0 0,1 0 0 0 0,-1 1 0 0 0,1-1 0 0 0,0 1 0 0 0,0-1 0 0 0,0 1 0 0 0,0 0 0 0 0,0-1 0 0 0,0 1-1 0 0,0 0 1 0 0,1 1 0 0 0,-1-1 0 0 0,1 0 0 0 0,0 1 0 0 0,-1-1 0 0 0,1 1 0 0 0,0 0 0 0 0,0 0 0 0 0,4-1 0 0 0,-2 1-137 0 0,1 0-1 0 0,-1 1 1 0 0,1-1 0 0 0,-1 1 0 0 0,0 1 0 0 0,1-1 0 0 0,-1 1-1 0 0,0 0 1 0 0,1 0 0 0 0,-1 0 0 0 0,0 1 0 0 0,0 0 0 0 0,0 0 0 0 0,0 0-1 0 0,0 0 1 0 0,4 4 0 0 0,-6-4-49 0 0,0 0-1 0 0,0 0 1 0 0,-1 0-1 0 0,1 0 1 0 0,-1 0 0 0 0,1 1-1 0 0,-1-1 1 0 0,0 1 0 0 0,0 0-1 0 0,0-1 1 0 0,0 1-1 0 0,0 0 1 0 0,-1 0 0 0 0,0 1-1 0 0,1-1 1 0 0,-1 0-1 0 0,0 0 1 0 0,0 0 0 0 0,-1 1-1 0 0,1-1 1 0 0,-1 1 0 0 0,0-1-1 0 0,1 0 1 0 0,-2 1-1 0 0,1-1 1 0 0,0 1 0 0 0,-1 2-1 0 0,-6 17 436 0 0,-1 0 0 0 0,-1-1-1 0 0,-1 0 1 0 0,0-1 0 0 0,-2 0-1 0 0,-16 21 1 0 0,13-18 150 0 0,14-23-537 0 0,0 0 0 0 0,1 0 0 0 0,-1 0 0 0 0,0-1 0 0 0,1 1 0 0 0,-1 0-1 0 0,1 0 1 0 0,-1 0 0 0 0,1 0 0 0 0,-1 0 0 0 0,1 1 0 0 0,0-1 0 0 0,-1 0 0 0 0,1 0 0 0 0,0 0 0 0 0,0 0 0 0 0,0 0 0 0 0,0 0 0 0 0,0 0 0 0 0,0 1 0 0 0,0-1-1 0 0,0 2 1 0 0,1-3-57 0 0,0 0 0 0 0,0 1 0 0 0,1-1-1 0 0,-1 0 1 0 0,0 0 0 0 0,0 0 0 0 0,0 1-1 0 0,0-1 1 0 0,0 0 0 0 0,0 0 0 0 0,0-1-1 0 0,0 1 1 0 0,0 0 0 0 0,1 0 0 0 0,-1 0-1 0 0,0-1 1 0 0,0 1 0 0 0,1-1 0 0 0,13-4-34 0 0,68-19-2294 0 0,-54 17-484 0 0,1 1 0 0 0,37-3 0 0 0,-33 7-2478 0 0,1 2-2833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1836 0 0,'-86'34'17900'0'0,"86"-34"-17825"0"0,-1 0 0 0 0,1 0 0 0 0,0 0-1 0 0,0 0 1 0 0,-1 0 0 0 0,1 0-1 0 0,0 0 1 0 0,0 0 0 0 0,-1 1-1 0 0,1-1 1 0 0,0 0 0 0 0,0 0-1 0 0,-1 0 1 0 0,1 0 0 0 0,0 0 0 0 0,0 0-1 0 0,0 0 1 0 0,-1 1 0 0 0,1-1-1 0 0,0 0 1 0 0,0 0 0 0 0,0 0-1 0 0,0 0 1 0 0,0 1 0 0 0,-1-1-1 0 0,1 0 1 0 0,0 0 0 0 0,0 0 0 0 0,0 1-1 0 0,0-1 1 0 0,0 0 0 0 0,0 1 1 0 0,0-1 0 0 0,0 1 0 0 0,0-1 0 0 0,0 0 0 0 0,0 1 0 0 0,1-1 1 0 0,-1 0-1 0 0,0 1 0 0 0,0-1 0 0 0,0 0 0 0 0,1 0 0 0 0,-1 1 0 0 0,0-1 1 0 0,1 0-1 0 0,-1 0 0 0 0,0 1 0 0 0,0-1 0 0 0,1 0 0 0 0,-1 0 0 0 0,0 0 1 0 0,1 1-1 0 0,-1-1 0 0 0,1 0 0 0 0,-1 0 0 0 0,0 0 0 0 0,1 0 0 0 0,-1 0 0 0 0,0 0 1 0 0,1 0-1 0 0,-1 0 0 0 0,0 0 0 0 0,1 0 0 0 0,-1 0 0 0 0,1 0 0 0 0,0 0 1 0 0,46 3 538 0 0,87-6 0 0 0,-73-4-5250 0 0,-2-4-5993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1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19 2380 0 0,'-8'-4'3449'0'0,"0"0"-1"0"0,0 0 1 0 0,-13-2-1 0 0,20 6-3283 0 0,0 0 0 0 0,1 0 0 0 0,-1 0-1 0 0,0 0 1 0 0,1 0 0 0 0,-1 0 0 0 0,0 1-1 0 0,1-1 1 0 0,-1 0 0 0 0,1 1 0 0 0,-1-1 0 0 0,0 0-1 0 0,1 1 1 0 0,-1-1 0 0 0,1 1 0 0 0,-1-1-1 0 0,1 1 1 0 0,-1-1 0 0 0,1 1 0 0 0,0-1 0 0 0,-1 1-1 0 0,1-1 1 0 0,0 1 0 0 0,-1 0 0 0 0,1-1 0 0 0,0 1-1 0 0,-1 1 1 0 0,-6 18 3084 0 0,2 0-1477 0 0,1 0 0 0 0,-1 22 1 0 0,2 87-303 0 0,3-117-1394 0 0,-1 8-595 0 0,1-4-448 0 0,0 1 1 0 0,1-1-1 0 0,3 18 0 0 0,-3-29 63 0 0,0-1 0 0 0,1 1 0 0 0,-1 0 0 0 0,1-1 0 0 0,5 9-1 0 0,-6-10 39 0 0,1 0 0 0 0,0-1 0 0 0,0 1 0 0 0,0-1 0 0 0,0 0 0 0 0,1 0 0 0 0,-1 0 0 0 0,1 0 0 0 0,-1 0 0 0 0,5 2 0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1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242 124 1580 0 0,'2'-6'1021'0'0,"0"0"1"0"0,0 0-1 0 0,0 0 0 0 0,-1 0 0 0 0,0-1 1 0 0,0 1-1 0 0,0-1 0 0 0,-1 1 1 0 0,0-1-1 0 0,0 1 0 0 0,-1-1 0 0 0,0 1 1 0 0,0-1-1 0 0,0 1 0 0 0,-1 0 0 0 0,-3-9 1 0 0,4 14-947 0 0,1 0 1 0 0,-1 1-1 0 0,0-1 1 0 0,0 0 0 0 0,1 1-1 0 0,-1-1 1 0 0,0 1-1 0 0,0-1 1 0 0,0 1-1 0 0,0 0 1 0 0,0-1-1 0 0,1 1 1 0 0,-1 0 0 0 0,0 0-1 0 0,0-1 1 0 0,0 1-1 0 0,0 0 1 0 0,0 0-1 0 0,0 0 1 0 0,0 0-1 0 0,0 0 1 0 0,0 0 0 0 0,-1 1-1 0 0,-21 4 658 0 0,13-1-566 0 0,1 1 1 0 0,0 0-1 0 0,0 0 0 0 0,0 1 1 0 0,1 0-1 0 0,0 0 0 0 0,0 1 1 0 0,1 0-1 0 0,-1 1 0 0 0,-5 8 1 0 0,-2 4 3 0 0,0 0-1 0 0,2 1 1 0 0,-12 24 0 0 0,20-34-121 0 0,0 1 1 0 0,0-1-1 0 0,1 1 0 0 0,1 0 1 0 0,0 0-1 0 0,1 1 0 0 0,-2 20 0 0 0,4-30-60 0 0,0 0-1 0 0,-1 0 0 0 0,2 0 0 0 0,-1 0 1 0 0,0 0-1 0 0,0 0 0 0 0,1 0 1 0 0,0 0-1 0 0,0 0 0 0 0,0 0 1 0 0,0 0-1 0 0,0 0 0 0 0,0 0 0 0 0,1 0 1 0 0,-1-1-1 0 0,1 1 0 0 0,0-1 1 0 0,0 1-1 0 0,0-1 0 0 0,0 0 0 0 0,0 1 1 0 0,1-1-1 0 0,-1 0 0 0 0,1-1 1 0 0,-1 1-1 0 0,1 0 0 0 0,0-1 1 0 0,-1 1-1 0 0,1-1 0 0 0,0 0 0 0 0,0 0 1 0 0,0 0-1 0 0,0 0 0 0 0,0-1 1 0 0,5 1-1 0 0,-2 0-69 0 0,1-1 1 0 0,-1-1-1 0 0,0 1 1 0 0,0-1-1 0 0,0 0 1 0 0,0 0-1 0 0,0-1 1 0 0,0 0 0 0 0,0 0-1 0 0,0 0 1 0 0,0-1-1 0 0,-1 0 1 0 0,0 0-1 0 0,1 0 1 0 0,-1-1-1 0 0,0 1 1 0 0,0-1-1 0 0,-1-1 1 0 0,6-5-1 0 0,8-10-49 0 0,-1 0 1 0 0,-1-2-1 0 0,14-25 0 0 0,-21 33 97 0 0,33-49 435 0 0,-41 61-373 0 0,-1 2-21 0 0,1 0-1 0 0,-1 0 0 0 0,0-1 0 0 0,0 1 0 0 0,1 0 0 0 0,-1 0 1 0 0,0-1-1 0 0,1 1 0 0 0,-1 0 0 0 0,0 0 0 0 0,1 0 0 0 0,-1-1 1 0 0,1 1-1 0 0,-1 0 0 0 0,0 0 0 0 0,1 0 0 0 0,-1 0 0 0 0,1 0 1 0 0,-1 0-1 0 0,0 0 0 0 0,1 0 0 0 0,-1 0 0 0 0,1 0 0 0 0,2 9 66 0 0,-1-1 0 0 0,0 1 0 0 0,0 0 0 0 0,-1 0 0 0 0,-1 0 0 0 0,1 0 0 0 0,-1 0 0 0 0,-1 0 1 0 0,-2 14-1 0 0,1 20-55 0 0,1-21-537 0 0,2 1 0 0 0,5 28 1 0 0,-4-43-344 0 0,0 1 1 0 0,1 0 0 0 0,4 10 0 0 0,-4-13-467 0 0,0 0-1 0 0,0-1 1 0 0,0 1 0 0 0,1-1 0 0 0,5 7 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2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2524 0 0,'0'-2'354'0'0,"1"-4"1105"0"0,0 0 0 0 0,1-1-1 0 0,-1 1 1 0 0,1 0 0 0 0,5-10-1 0 0,-6 14-1297 0 0,0 0 0 0 0,0 0 0 0 0,1 0 0 0 0,-1 0 0 0 0,1 1-1 0 0,0-1 1 0 0,-1 0 0 0 0,1 1 0 0 0,0-1 0 0 0,0 1 0 0 0,0 0-1 0 0,0-1 1 0 0,0 1 0 0 0,0 0 0 0 0,1 0 0 0 0,-1 0 0 0 0,0 1 0 0 0,0-1-1 0 0,1 1 1 0 0,2-1 0 0 0,-1 0 15 0 0,0 0 0 0 0,0 1 1 0 0,0 0-1 0 0,0-1 0 0 0,0 2 0 0 0,0-1 1 0 0,0 0-1 0 0,0 1 0 0 0,0 0 0 0 0,0 0 0 0 0,0 0 1 0 0,0 0-1 0 0,0 0 0 0 0,-1 1 0 0 0,1 0 1 0 0,-1 0-1 0 0,1 0 0 0 0,-1 0 0 0 0,0 0 0 0 0,1 1 1 0 0,-1 0-1 0 0,-1-1 0 0 0,1 1 0 0 0,0 0 1 0 0,-1 0-1 0 0,1 1 0 0 0,-1-1 0 0 0,0 1 0 0 0,0-1 1 0 0,0 1-1 0 0,0-1 0 0 0,-1 1 0 0 0,0 0 1 0 0,0 0-1 0 0,2 6 0 0 0,-2-1 225 0 0,-1-1 0 0 0,0 0 0 0 0,0 1 1 0 0,0-1-1 0 0,-1 1 0 0 0,-1-1 0 0 0,1 0 0 0 0,-1 0 0 0 0,-4 10 0 0 0,-5 12 779 0 0,-17 30 0 0 0,13-29-307 0 0,-13 32 2589 0 0,28-61-2986 0 0,7 0-344 0 0,-6-2-129 0 0,-1 0 1 0 0,0 0 0 0 0,1 1 0 0 0,-1-1-1 0 0,1 0 1 0 0,-1 0 0 0 0,0 0 0 0 0,1 0-1 0 0,-1 0 1 0 0,1 0 0 0 0,-1 0 0 0 0,1 0-1 0 0,-1 0 1 0 0,1 0 0 0 0,-1 0 0 0 0,0 0-1 0 0,1 0 1 0 0,-1 0 0 0 0,1 0 0 0 0,-1 0-1 0 0,1 0 1 0 0,-1 0 0 0 0,0-1 0 0 0,1 1 0 0 0,-1 0-1 0 0,1-1 1 0 0,118-62-3187 0 0,-41 12-5169 0 0,102-86 1 0 0,-124 88-2126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2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204 103 1252 0 0,'-145'-93'18135'0'0,"138"85"-16707"0"0,14 6-1024 0 0,13 5-236 0 0,-15-1-145 0 0,0-1 0 0 0,0 0 0 0 0,0 1 0 0 0,-1 0 0 0 0,1 0 0 0 0,-1 1 0 0 0,0-1 0 0 0,1 1 0 0 0,-1 0 0 0 0,0 0 0 0 0,-1 0 0 0 0,1 1-1 0 0,0-1 1 0 0,-1 1 0 0 0,0 0 0 0 0,0 0 0 0 0,0 0 0 0 0,0 0 0 0 0,-1 1 0 0 0,0-1 0 0 0,0 1 0 0 0,0 0 0 0 0,0-1 0 0 0,-1 1 0 0 0,0 0 0 0 0,0 0 0 0 0,0 0-1 0 0,0 0 1 0 0,-1 0 0 0 0,0 0 0 0 0,0 0 0 0 0,0 0 0 0 0,-1 0 0 0 0,1 0 0 0 0,-1 0 0 0 0,0 0 0 0 0,-1-1 0 0 0,1 1 0 0 0,-5 9 0 0 0,-8 13 537 0 0,-2 1 1 0 0,0-2-1 0 0,-2 0 1 0 0,-1-1 0 0 0,-25 25-1 0 0,15-15 352 0 0,29-35-903 0 0,0 0-1 0 0,0 0 1 0 0,-1 0 0 0 0,1 0 0 0 0,0 0 0 0 0,0 1 0 0 0,0-1-1 0 0,0 0 1 0 0,0 0 0 0 0,0 0 0 0 0,0 0 0 0 0,-1 1-1 0 0,1-1 1 0 0,0 0 0 0 0,0 0 0 0 0,0 0 0 0 0,0 1 0 0 0,0-1-1 0 0,0 0 1 0 0,0 0 0 0 0,0 0 0 0 0,0 1 0 0 0,0-1-1 0 0,0 0 1 0 0,0 0 0 0 0,0 0 0 0 0,0 1 0 0 0,0-1 0 0 0,0 0-1 0 0,0 0 1 0 0,1 0 0 0 0,-1 0 0 0 0,0 1 0 0 0,0-1-1 0 0,0 0 1 0 0,0 0 0 0 0,0 0 0 0 0,0 0 0 0 0,1 1-1 0 0,-1-1 1 0 0,0 0 0 0 0,0 0 0 0 0,0 0 0 0 0,0 0 0 0 0,0 0-1 0 0,1 0 1 0 0,-1 1 0 0 0,0-1 0 0 0,0 0 0 0 0,0 0-1 0 0,1 0 1 0 0,-1 0 0 0 0,0 0 0 0 0,1 0 0 0 0,19 2-129 0 0,30-6-1062 0 0,-46 4 971 0 0,149-13-6068 0 0,-50 11-2726 0 0,-53 4 1141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2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0 2664 0 0,'-17'4'1301'0'0,"-178"33"22245"0"0,195-37-23514 0 0,0 0 0 0 0,1 0 0 0 0,-1 0-1 0 0,0 0 1 0 0,0 0 0 0 0,0 0 0 0 0,1 0-1 0 0,-1 0 1 0 0,0 0 0 0 0,0 0 0 0 0,0 0 0 0 0,1 0-1 0 0,-1 0 1 0 0,0 0 0 0 0,0 0 0 0 0,0 0-1 0 0,0 0 1 0 0,1 0 0 0 0,-1 0 0 0 0,0 0 0 0 0,0 1-1 0 0,0-1 1 0 0,0 0 0 0 0,1 0 0 0 0,-1 0-1 0 0,0 0 1 0 0,0 0 0 0 0,0 1 0 0 0,0-1 0 0 0,0 0-1 0 0,0 0 1 0 0,0 0 0 0 0,1 1 0 0 0,-1-1-1 0 0,0 0 1 0 0,0 1-5 0 0,0-1 1 0 0,0 1-1 0 0,1-1 0 0 0,-1 0 0 0 0,0 1 0 0 0,0-1 0 0 0,1 0 1 0 0,-1 1-1 0 0,0-1 0 0 0,1 1 0 0 0,-1-1 0 0 0,1 0 0 0 0,-1 0 1 0 0,0 1-1 0 0,1-1 0 0 0,-1 0 0 0 0,1 0 0 0 0,-1 0 0 0 0,0 1 1 0 0,1-1-1 0 0,-1 0 0 0 0,1 0 0 0 0,-1 0 0 0 0,1 0 0 0 0,-1 0 1 0 0,1 0-1 0 0,-1 0 0 0 0,1 0 0 0 0,-1 0 0 0 0,2 0 0 0 0,237-7 1411 0 0,-77-13-9482 0 0,-133 13 3586 0 0,-10 0-2699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14 3064 0 0,'-56'-13'12277'0'0,"51"14"-10245"0"0,4-1-1892 0 0,1 0-1 0 0,-1 0 0 0 0,0 0 1 0 0,1 0-1 0 0,-1 0 1 0 0,0 0-1 0 0,1 0 0 0 0,-1 1 1 0 0,0-1-1 0 0,1 0 1 0 0,-1 0-1 0 0,1 0 0 0 0,-1 1 1 0 0,0-1-1 0 0,1 1 1 0 0,-1-1-1 0 0,0 1 0 0 0,-3 5 288 0 0,1-1-1 0 0,1 1 0 0 0,-1-1 0 0 0,1 1 0 0 0,-1 0 0 0 0,2 0 1 0 0,-1 0-1 0 0,1 0 0 0 0,-1 9 0 0 0,-3 66 5868 0 0,3-23-3965 0 0,-14 55-2868 0 0,-4 46-1134 0 0,20-156 1112 0 0,-1 1 1 0 0,1-1-1 0 0,1 0 1 0 0,-1 1-1 0 0,0-1 1 0 0,1 1-1 0 0,0-1 1 0 0,2 7-1 0 0,-3-9 17 0 0,1 1-1 0 0,0-1 0 0 0,0 0 1 0 0,17 12-7624 0 0,-16-12 7623 0 0,-1-1 1 0 0,1 0-1 0 0,1 0 1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358 121 2752 0 0,'7'-11'1614'0'0,"-2"3"-150"0"0,0 1-1 0 0,0-2 1 0 0,-1 1 0 0 0,0 0 0 0 0,2-10-1 0 0,-5 17-1290 0 0,-1-1-1 0 0,0 1 0 0 0,1-1 1 0 0,-1 1-1 0 0,0-1 1 0 0,0 1-1 0 0,0-1 1 0 0,0 1-1 0 0,0-1 0 0 0,0 1 1 0 0,0-1-1 0 0,-1 1 1 0 0,1-1-1 0 0,0 1 0 0 0,-1-1 1 0 0,0 1-1 0 0,1-1 1 0 0,-1 1-1 0 0,0 0 0 0 0,1-1 1 0 0,-1 1-1 0 0,0 0 1 0 0,0 0-1 0 0,0 0 0 0 0,0 0 1 0 0,0-1-1 0 0,0 1 1 0 0,0 1-1 0 0,-1-1 1 0 0,1 0-1 0 0,0 0 0 0 0,-1 0 1 0 0,1 1-1 0 0,0-1 1 0 0,-1 0-1 0 0,1 1 0 0 0,-3-1 1 0 0,-3-1 86 0 0,0 1-1 0 0,0 0 1 0 0,0 0 0 0 0,0 1 0 0 0,0-1 0 0 0,0 2-1 0 0,-1-1 1 0 0,1 1 0 0 0,0 0 0 0 0,0 0 0 0 0,-12 5-1 0 0,-1 1 99 0 0,0 1 0 0 0,-32 17 0 0 0,36-15-249 0 0,1 0-1 0 0,0 0 1 0 0,1 2-1 0 0,0-1 0 0 0,0 2 1 0 0,1 0-1 0 0,-12 17 1 0 0,19-23-73 0 0,0 1-1 0 0,1 0 1 0 0,0 0 0 0 0,0 1 0 0 0,1-1 0 0 0,0 1 0 0 0,0 0-1 0 0,1 0 1 0 0,0 0 0 0 0,1 0 0 0 0,0 1 0 0 0,0-1-1 0 0,1 1 1 0 0,1-1 0 0 0,0 13 0 0 0,0-18-25 0 0,1 0 0 0 0,0 0-1 0 0,0 0 1 0 0,0 0 0 0 0,0 0 0 0 0,1 0 0 0 0,-1 0 0 0 0,1-1-1 0 0,0 1 1 0 0,0-1 0 0 0,1 1 0 0 0,-1-1 0 0 0,1 0-1 0 0,0 0 1 0 0,-1 0 0 0 0,1 0 0 0 0,1 0 0 0 0,-1-1 0 0 0,0 1-1 0 0,1-1 1 0 0,-1 0 0 0 0,1 0 0 0 0,-1 0 0 0 0,1-1-1 0 0,0 1 1 0 0,0-1 0 0 0,0 0 0 0 0,0 0 0 0 0,0 0 0 0 0,7 0-1 0 0,-2 0-58 0 0,0 0 0 0 0,0-1 0 0 0,0 0 0 0 0,1-1 0 0 0,-1 0 0 0 0,0 0 0 0 0,0-1 0 0 0,0 0 0 0 0,-1-1 0 0 0,1 0 0 0 0,0 0 0 0 0,14-9 0 0 0,-11 4-4 0 0,0-1 1 0 0,0 0 0 0 0,-1-1-1 0 0,-1-1 1 0 0,1 1 0 0 0,15-23-1 0 0,-2-3 206 0 0,21-39-1 0 0,-45 74-133 0 0,0 0 1 0 0,1 0-1 0 0,-1 0 0 0 0,1 0 0 0 0,0 0 0 0 0,-1 0 1 0 0,1 0-1 0 0,0 0 0 0 0,-1 1 0 0 0,1-1 0 0 0,0 0 1 0 0,0 0-1 0 0,0 1 0 0 0,1-2 0 0 0,-1 2 19 0 0,-1 0 1 0 0,0 0-1 0 0,0 1 0 0 0,1-1 0 0 0,-1 0 0 0 0,0 0 1 0 0,0 0-1 0 0,1 1 0 0 0,-1-1 0 0 0,0 0 1 0 0,0 0-1 0 0,0 1 0 0 0,1-1 0 0 0,-1 0 0 0 0,0 1 1 0 0,0-1-1 0 0,0 0 0 0 0,0 1 0 0 0,0-1 1 0 0,1 0-1 0 0,-1 1 0 0 0,0-1 0 0 0,0 0 0 0 0,0 0 1 0 0,0 1-1 0 0,0-1 0 0 0,0 0 0 0 0,0 1 0 0 0,-1 0 1 0 0,-2 37 1827 0 0,-3-15-1394 0 0,-26 125 1388 0 0,18-48-6366 0 0,13-94 3684 0 0,1 0 0 0 0,0 0 0 0 0,1 0 1 0 0,-1-1-1 0 0,4 12 0 0 0,7 11-7780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4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325 116 2676 0 0,'-1'-4'1744'0'0,"-5"-43"11906"0"0,6 16-8139 0 0,1 29-5373 0 0,0-1 0 0 0,1 1-1 0 0,-1 0 1 0 0,0 0 0 0 0,1 0-1 0 0,0 0 1 0 0,0 0-1 0 0,-1 1 1 0 0,1-1 0 0 0,0 0-1 0 0,0 1 1 0 0,1-1-1 0 0,-1 1 1 0 0,0 0 0 0 0,0 0-1 0 0,1 0 1 0 0,-1 0-1 0 0,0 0 1 0 0,1 0 0 0 0,-1 1-1 0 0,1-1 1 0 0,3 1-1 0 0,5-1-73 0 0,0 2-1 0 0,1-1 0 0 0,-1 1 0 0 0,0 1 0 0 0,0 0 0 0 0,0 1 0 0 0,0 0 0 0 0,13 6 1 0 0,-19-7-64 0 0,0 0 0 0 0,0 0 1 0 0,0 0-1 0 0,-1 1 1 0 0,1 0-1 0 0,-1 0 1 0 0,0 0-1 0 0,0 1 1 0 0,0 0-1 0 0,0-1 0 0 0,-1 1 1 0 0,1 0-1 0 0,-1 1 1 0 0,0-1-1 0 0,0 1 1 0 0,-1-1-1 0 0,1 1 1 0 0,-1 0-1 0 0,0 0 0 0 0,2 8 1 0 0,-4-9 6 0 0,0-1-1 0 0,0 1 1 0 0,0 0 0 0 0,0 0 0 0 0,-1 0 0 0 0,1-1-1 0 0,-1 1 1 0 0,0 0 0 0 0,0-1 0 0 0,-1 1 0 0 0,1-1-1 0 0,-1 1 1 0 0,1-1 0 0 0,-1 1 0 0 0,0-1 0 0 0,-1 0-1 0 0,1 0 1 0 0,0 0 0 0 0,-1 0 0 0 0,0-1 0 0 0,-5 5-1 0 0,-3 3 29 0 0,-1-1 0 0 0,0-1 0 0 0,-1 0-1 0 0,-15 7 1 0 0,-63 23 2025 0 0,89-37-1845 0 0,-8 0 153 0 0,8-3-211 0 0,11-1-62 0 0,22 2-66 0 0,-17 2 0 0 0,0 0 0 0 0,0 1 1 0 0,0 1-1 0 0,0 1 0 0 0,0 0 1 0 0,-1 0-1 0 0,1 1 0 0 0,-1 1 1 0 0,0 0-1 0 0,-1 1 0 0 0,0 0 0 0 0,0 1 1 0 0,0 1-1 0 0,-1 0 0 0 0,0 0 1 0 0,-1 1-1 0 0,0 0 0 0 0,-1 1 1 0 0,12 16-1 0 0,-19-24-4 0 0,0 0 0 0 0,-1 1 0 0 0,1-1 0 0 0,-1 0 1 0 0,0 0-1 0 0,0 1 0 0 0,0-1 0 0 0,0 0 0 0 0,0 1 0 0 0,-1-1 0 0 0,0 1 1 0 0,1-1-1 0 0,-1 1 0 0 0,-1-1 0 0 0,1 1 0 0 0,0-1 0 0 0,-1 1 0 0 0,0-1 0 0 0,0 1 1 0 0,0-1-1 0 0,0 0 0 0 0,0 1 0 0 0,-1-1 0 0 0,1 0 0 0 0,-1 0 0 0 0,0 0 1 0 0,0 0-1 0 0,0 0 0 0 0,0-1 0 0 0,-1 1 0 0 0,1-1 0 0 0,-6 5 0 0 0,0-1 46 0 0,0 1 0 0 0,0-2 0 0 0,-1 1 0 0 0,1-1 0 0 0,-1 0 0 0 0,-1-1 0 0 0,1 0 0 0 0,0-1 0 0 0,-1 0 0 0 0,-11 2 0 0 0,-11-1-648 0 0,-1-1-1 0 0,1-2 1 0 0,-1-1-1 0 0,1-2 1 0 0,-1-1-1 0 0,1-1 1 0 0,0-2-1 0 0,0-1 1 0 0,1-2-1 0 0,0-1 1 0 0,-55-26-1 0 0,41 10-4765 0 0,18 5-2322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5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66 1020 0 0,'-9'-31'9703'0'0,"9"29"-9574"0"0,0 1 1 0 0,1-1-1 0 0,-1 1 0 0 0,0-1 1 0 0,1 1-1 0 0,-1-1 0 0 0,1 1 1 0 0,-1 0-1 0 0,1-1 1 0 0,-1 1-1 0 0,1 0 0 0 0,0-1 1 0 0,0 1-1 0 0,0 0 0 0 0,0 0 1 0 0,0 0-1 0 0,0 0 0 0 0,0 0 1 0 0,0 0-1 0 0,0 0 1 0 0,1 0-1 0 0,-1 0 0 0 0,0 0 1 0 0,0 1-1 0 0,1-1 0 0 0,-1 0 1 0 0,1 1-1 0 0,-1-1 0 0 0,1 1 1 0 0,-1 0-1 0 0,1-1 0 0 0,-1 1 1 0 0,1 0-1 0 0,-1 0 1 0 0,1 0-1 0 0,-1 0 0 0 0,3 1 1 0 0,3-1 46 0 0,-1 0 0 0 0,1 1 1 0 0,0 0-1 0 0,-1 0 0 0 0,0 1 1 0 0,1 0-1 0 0,11 5 1 0 0,-15-6-124 0 0,0 1 0 0 0,-1-1 0 0 0,1 0 0 0 0,-1 1 0 0 0,1 0 1 0 0,-1-1-1 0 0,0 1 0 0 0,0 0 0 0 0,0 0 0 0 0,0 1 1 0 0,0-1-1 0 0,0 0 0 0 0,0 0 0 0 0,-1 1 0 0 0,1-1 0 0 0,-1 1 1 0 0,0 0-1 0 0,1-1 0 0 0,-1 1 0 0 0,-1 0 0 0 0,1 0 0 0 0,0 0 1 0 0,-1 0-1 0 0,1-1 0 0 0,-1 1 0 0 0,0 0 0 0 0,0 3 1 0 0,-1 1 112 0 0,0-1 1 0 0,-1 0 0 0 0,0 0 0 0 0,0 0 0 0 0,0-1 0 0 0,0 1 0 0 0,-1 0 0 0 0,0-1-1 0 0,0 0 1 0 0,-1 0 0 0 0,0 0 0 0 0,-4 5 0 0 0,-14 14 951 0 0,-47 38 0 0 0,3-4 609 0 0,65-57-1709 0 0,1-1 0 0 0,-1 0-1 0 0,0 1 1 0 0,1-1 0 0 0,-1 1 0 0 0,1-1 0 0 0,-1 1-1 0 0,1-1 1 0 0,-1 1 0 0 0,1-1 0 0 0,0 1 0 0 0,-1-1-1 0 0,1 1 1 0 0,0 0 0 0 0,-1-1 0 0 0,1 1 0 0 0,0 0 0 0 0,0-1-1 0 0,0 1 1 0 0,-1 0 0 0 0,1-1 0 0 0,0 1 0 0 0,0 0-1 0 0,0 0 1 0 0,0-1 0 0 0,0 1 0 0 0,0 0 0 0 0,0-1-1 0 0,1 1 1 0 0,-1 0 0 0 0,0-1 0 0 0,0 1 0 0 0,0 0 0 0 0,1-1-1 0 0,-1 1 1 0 0,0 0 0 0 0,1-1 0 0 0,-1 1 0 0 0,1-1-1 0 0,-1 1 1 0 0,0-1 0 0 0,1 1 0 0 0,-1-1 0 0 0,1 1-1 0 0,-1-1 1 0 0,1 1 0 0 0,0-1 0 0 0,-1 1 0 0 0,1-1 0 0 0,-1 0-1 0 0,1 0 1 0 0,0 1 0 0 0,-1-1 0 0 0,1 0 0 0 0,0 0-1 0 0,-1 0 1 0 0,1 1 0 0 0,0-1 0 0 0,0 0 0 0 0,8 2 24 0 0,-1 0 0 0 0,1-1 1 0 0,12 1-1 0 0,-20-2-33 0 0,67 3-1023 0 0,1-4 0 0 0,130-17 0 0 0,-88-2-3813 0 0,-3-6-3710 0 0,-70 16 1429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8:55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1 295 140 0 0,'-1'8'25701'0'0,"6"-11"-25498"0"0,-1 0-1 0 0,1 1 1 0 0,-1 0-1 0 0,1 0 1 0 0,0 0-1 0 0,0 1 1 0 0,0-1-1 0 0,5 0 1 0 0,48-5-69 0 0,-26 5 27 0 0,763-52 212 0 0,-590 45-325 0 0,718-25-886 0 0,205-10-2259 0 0,-5-49-2716 0 0,-991 75 4702 0 0,-26 3-2289 0 0,-36 7-4701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49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341 436 1376 0 0,'0'-14'5337'0'0,"-2"-2"389"0"0,6 20-5061 0 0,-1-3-330 0 0,2-1-170 0 0,1-1 0 0 0,0 1 1 0 0,-1-1-1 0 0,1 0 1 0 0,0 0-1 0 0,8-4 1 0 0,-3 0-120 0 0,0-1 1 0 0,0 0-1 0 0,-1-1 1 0 0,0 0-1 0 0,0 0 1 0 0,-1-2-1 0 0,0 1 1 0 0,0-1 0 0 0,-1 0-1 0 0,0-1 1 0 0,-1 1-1 0 0,0-2 1 0 0,0 1-1 0 0,8-18 1 0 0,2-11-43 0 0,-2-2 0 0 0,19-74-1 0 0,-19 61 25 0 0,-15 54-29 0 0,0 0 0 0 0,0-1-1 0 0,1 1 1 0 0,-1 0 0 0 0,0-1 0 0 0,0 1-1 0 0,0 0 1 0 0,0-1 0 0 0,0 1 0 0 0,0 0-1 0 0,1-1 1 0 0,-1 1 0 0 0,0 0 0 0 0,0-1-1 0 0,0 1 1 0 0,0 0 0 0 0,0-1 0 0 0,0 1-1 0 0,0 0 1 0 0,-1-1 0 0 0,1 1 0 0 0,0 0 0 0 0,0-1-1 0 0,0 1 1 0 0,0 0 0 0 0,0-1 0 0 0,0 1-1 0 0,-1 0 1 0 0,1-1 0 0 0,0 1 0 0 0,0 0-1 0 0,-1-1 1 0 0,1 1 0 0 0,-11 5-12 0 0,-11 17 10 0 0,-14 29 282 0 0,2 1 0 0 0,3 1 0 0 0,-41 94 0 0 0,-47 180 1001 0 0,33-17-699 0 0,-35 100-102 0 0,113-390-424 0 0,6-11 83 0 0,-2 0 0 0 0,1 0 0 0 0,-1-1 0 0 0,0 1 1 0 0,-6 8-1 0 0,9-17-131 0 0,1 1 0 0 0,0-1 0 0 0,-1 0 0 0 0,1 1-1 0 0,0-1 1 0 0,-1 1 0 0 0,1-1 0 0 0,-1 0 0 0 0,1 1 0 0 0,-1-1 0 0 0,1 0 0 0 0,-1 1 0 0 0,1-1 0 0 0,-1 0 0 0 0,1 0 0 0 0,-1 0 0 0 0,1 1 0 0 0,-1-1 0 0 0,1 0-1 0 0,-1 0 1 0 0,0 0 0 0 0,1 0 0 0 0,-1 0 0 0 0,1 0 0 0 0,-1 0 0 0 0,1 0 0 0 0,-1 0 0 0 0,0 0 0 0 0,1 0 0 0 0,-1 0 0 0 0,1-1 0 0 0,-1 1 0 0 0,1 0 0 0 0,-1 0 0 0 0,1-1-1 0 0,-1 1 1 0 0,1 0 0 0 0,-1-1 0 0 0,1 1 0 0 0,0 0 0 0 0,-1-1 0 0 0,1 1 0 0 0,-1-1 0 0 0,1 1 0 0 0,0 0 0 0 0,-1-2 0 0 0,-1 0 5 0 0,0-1 1 0 0,0 1-1 0 0,1-1 0 0 0,-1 0 1 0 0,1 0-1 0 0,-3-5 0 0 0,1-8 2 0 0,0 1-1 0 0,0-1 1 0 0,2 0-1 0 0,0 0 1 0 0,1 0-1 0 0,0 0 1 0 0,5-26-1 0 0,2 3-7 0 0,23-72 1 0 0,-17 72-10 0 0,2 1 1 0 0,2 1 0 0 0,1 1 0 0 0,43-63 0 0 0,-43 73-6 0 0,1 1 1 0 0,2 2 0 0 0,1 0-1 0 0,0 1 1 0 0,2 1 0 0 0,48-33 0 0 0,-56 43-2 0 0,1 2 1 0 0,1 0-1 0 0,-1 1 1 0 0,1 1-1 0 0,31-8 1 0 0,-37 12-1 0 0,1 1 0 0 0,-1 0 0 0 0,1 1 0 0 0,0 0 0 0 0,0 1 1 0 0,-1 0-1 0 0,1 1 0 0 0,0 1 0 0 0,19 4 0 0 0,-30-5 4 0 0,0-1 1 0 0,1 0-1 0 0,-1 1 0 0 0,0 0 0 0 0,0-1 0 0 0,0 1 1 0 0,0 0-1 0 0,0 0 0 0 0,-1 0 0 0 0,1 0 1 0 0,0 1-1 0 0,0-1 0 0 0,-1 0 0 0 0,1 1 0 0 0,-1-1 1 0 0,1 1-1 0 0,-1 0 0 0 0,1-1 0 0 0,-1 1 1 0 0,0 0-1 0 0,0 0 0 0 0,0 0 0 0 0,0 0 0 0 0,0 0 1 0 0,0 0-1 0 0,-1 0 0 0 0,1 0 0 0 0,-1 0 1 0 0,1 0-1 0 0,-1 0 0 0 0,0 0 0 0 0,0 0 1 0 0,0 1-1 0 0,0 1 0 0 0,-1 2 0 0 0,-1-1 0 0 0,1 0 0 0 0,-1 0 0 0 0,0 0 0 0 0,0 0 0 0 0,-1 0 0 0 0,1-1 0 0 0,-1 1 0 0 0,0-1 0 0 0,-1 0 0 0 0,1 1 0 0 0,-8 6-1 0 0,-5 4 21 0 0,-1-2-1 0 0,0 0 0 0 0,-1 0 1 0 0,0-2-1 0 0,-1 0 0 0 0,0-1 1 0 0,-1-1-1 0 0,0-1 0 0 0,0-1 0 0 0,-1 0 1 0 0,0-2-1 0 0,0 0 0 0 0,0-2 1 0 0,-1 0-1 0 0,1-1 0 0 0,-1-1 1 0 0,-28-3-1 0 0,47 2 6 0 0,0-1-9 0 0,-7-1 2 0 0,7 1-6 0 0,4 3 1 0 0,1 3-3 0 0,1 0-1 0 0,0 0 0 0 0,-1-1 1 0 0,2 1-1 0 0,-1-1 1 0 0,0 1-1 0 0,1-1 0 0 0,4 4 1 0 0,6 7 23 0 0,129 143 364 0 0,-32-39-2469 0 0,-82-91-1142 0 0,-8-13-2700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4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2560 0 0,'3'-37'5436'0'0,"-3"19"-1790"0"0,2 0 0 0 0,3-17 0 0 0,-4 33-3503 0 0,0 0 0 0 0,-1 0-1 0 0,1 0 1 0 0,0 1 0 0 0,0-1-1 0 0,1 1 1 0 0,-1-1 0 0 0,0 1-1 0 0,1-1 1 0 0,-1 1 0 0 0,0-1-1 0 0,1 1 1 0 0,0 0 0 0 0,-1 0-1 0 0,1 0 1 0 0,0 0-1 0 0,-1 0 1 0 0,1 0 0 0 0,0 1-1 0 0,0-1 1 0 0,0 0 0 0 0,3 0-1 0 0,4-1 121 0 0,1 1 0 0 0,20-2-1 0 0,-25 3-218 0 0,100-3 172 0 0,-71 4-3998 0 0,0 2-5665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4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0 2536 0 0,'-16'9'2105'0'0,"5"-3"128"0"0,0 1 1 0 0,0 0-1 0 0,1 0 0 0 0,0 1 1 0 0,-15 14-1 0 0,25-21-2191 0 0,0-1 0 0 0,0 0 0 0 0,0 0 0 0 0,-1 1 0 0 0,1-1 0 0 0,0 0 0 0 0,0 1 0 0 0,0-1 0 0 0,0 0 0 0 0,0 0 0 0 0,0 1 0 0 0,0-1 0 0 0,0 0 0 0 0,0 1 0 0 0,0-1 0 0 0,0 0 0 0 0,0 0 0 0 0,0 1 0 0 0,0-1 0 0 0,1 0 0 0 0,-1 0 0 0 0,0 1 0 0 0,0-1 0 0 0,0 0 0 0 0,0 0 0 0 0,0 1 0 0 0,0-1 0 0 0,1 0 0 0 0,-1 0 0 0 0,0 1 0 0 0,0-1 0 0 0,0 0 0 0 0,1 0 0 0 0,-1 0 0 0 0,0 0 0 0 0,0 1 0 0 0,1-1 0 0 0,-1 0 0 0 0,0 0 0 0 0,0 0 0 0 0,1 0 0 0 0,-1 0 1 0 0,0 0-1 0 0,1 0 0 0 0,-1 0 0 0 0,0 0 0 0 0,0 0 0 0 0,1 0 0 0 0,-1 0 0 0 0,14 3 389 0 0,-13-3-413 0 0,36 3-7 0 0,0-2 0 0 0,0-1 1 0 0,63-10-1 0 0,-53 5-1636 0 0,98-19-9043 0 0,-106 16 4729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57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103 636 1068 0 0,'-8'-24'7474'0'0,"7"22"-6835"0"0,0-1-1 0 0,0 1 1 0 0,0 0-1 0 0,0-1 1 0 0,0 1-1 0 0,1-1 1 0 0,-2-4-1 0 0,2 6-542 0 0,0 0-1 0 0,1 0 1 0 0,-1 0-1 0 0,0 0 1 0 0,0 0-1 0 0,0 0 1 0 0,1 0-1 0 0,-1 1 1 0 0,1-1-1 0 0,-1 0 1 0 0,0 0-1 0 0,1 0 1 0 0,0 1 0 0 0,-1-1-1 0 0,1 0 1 0 0,-1 0-1 0 0,1 1 1 0 0,0-1-1 0 0,-1 0 1 0 0,1 1-1 0 0,0-1 1 0 0,0 1-1 0 0,0-1 1 0 0,1 0-1 0 0,37-20 206 0 0,72-46 114 0 0,-96 57-391 0 0,0-2-1 0 0,0 0 1 0 0,-2-1 0 0 0,25-28 0 0 0,-18 13-26 0 0,-1 0 1 0 0,-1 0-1 0 0,-2-2 1 0 0,-1 0-1 0 0,-1-1 1 0 0,-1-1-1 0 0,-2 0 0 0 0,11-56 1 0 0,-20 80-24 0 0,0 0 1 0 0,-1-1-1 0 0,-1 1 0 0 0,1 0 1 0 0,-2-14-1 0 0,1 20-9 0 0,-14 9-29 0 0,9-2 55 0 0,0 1 0 0 0,1 0 1 0 0,0 1-1 0 0,0-1 0 0 0,1 1 1 0 0,-1 0-1 0 0,1 0 1 0 0,-2 10-1 0 0,0-4 9 0 0,-153 470 312 0 0,35 12-30 0 0,95-377-227 0 0,19-78 35 0 0,1-4 314 0 0,-1 0-1 0 0,-16 37 1 0 0,25-71-347 0 0,0-1-1 0 0,-1 1 1 0 0,1-1 0 0 0,-1 0 0 0 0,0 1-1 0 0,1-1 1 0 0,-1 0 0 0 0,0 0 0 0 0,0 1-1 0 0,0-1 1 0 0,0 0 0 0 0,0 0 0 0 0,0 0-1 0 0,0 0 1 0 0,0 0 0 0 0,0 0-1 0 0,0-1 1 0 0,-1 1 0 0 0,1 0 0 0 0,0 0-1 0 0,-1-1 1 0 0,1 1 0 0 0,0-1 0 0 0,-1 1-1 0 0,1-1 1 0 0,-1 0 0 0 0,1 0-1 0 0,-2 1 1 0 0,1-2-27 0 0,0 0 0 0 0,0 1 0 0 0,0-1 0 0 0,0 0 0 0 0,0 0 0 0 0,0 0 0 0 0,1 0 0 0 0,-1-1 0 0 0,1 1 0 0 0,-1 0 0 0 0,1-1 0 0 0,-1 1 0 0 0,1-1 0 0 0,0 0 0 0 0,-1 1 1 0 0,1-1-1 0 0,0 0 0 0 0,0 0 0 0 0,0 1 0 0 0,-1-5 0 0 0,-2-5-16 0 0,0 0 0 0 0,1 0 0 0 0,0-1 0 0 0,1 1 0 0 0,0-1 0 0 0,1 1 0 0 0,0-18 0 0 0,2 1-24 0 0,9-54 0 0 0,-3 43-15 0 0,2 1 1 0 0,2 0-1 0 0,2 1 1 0 0,1 0-1 0 0,2 1 1 0 0,35-58-1 0 0,-35 68-3 0 0,0 2 0 0 0,2 0 0 0 0,1 1 0 0 0,1 1 0 0 0,1 1-1 0 0,1 1 1 0 0,1 0 0 0 0,0 2 0 0 0,40-24 0 0 0,-50 35 7 0 0,1 1 1 0 0,0 0-1 0 0,0 0 1 0 0,0 2-1 0 0,1-1 1 0 0,25-3-1 0 0,-33 7 10 0 0,-1 1 0 0 0,0-1 0 0 0,1 1 0 0 0,-1 0-1 0 0,1 1 1 0 0,-1-1 0 0 0,1 1 0 0 0,-1 1 0 0 0,0-1-1 0 0,0 1 1 0 0,1 0 0 0 0,-1 0 0 0 0,-1 1 0 0 0,1 0-1 0 0,0 0 1 0 0,-1 0 0 0 0,1 1 0 0 0,4 4 0 0 0,-7-6 6 0 0,-1 0 1 0 0,-1 0 0 0 0,1 0 0 0 0,0 0 0 0 0,0 1 0 0 0,-1-1 0 0 0,0 0 0 0 0,1 1 0 0 0,-1-1 0 0 0,0 1 0 0 0,0 0 0 0 0,0-1 0 0 0,-1 1 0 0 0,1 0 0 0 0,0 0 0 0 0,-1-1 0 0 0,0 4 0 0 0,0-1 0 0 0,0 0 0 0 0,-1 0 0 0 0,0 1 0 0 0,0-2 0 0 0,0 1-1 0 0,-1 0 1 0 0,0 0 0 0 0,-4 8 0 0 0,-2 2 7 0 0,-1-1-1 0 0,-1 0 0 0 0,-1 0 1 0 0,-18 19-1 0 0,12-17 9 0 0,0 0 0 0 0,-1-1 0 0 0,-1-1 0 0 0,-23 14-1 0 0,30-21 9 0 0,0 0 0 0 0,-1-1 0 0 0,1-1 0 0 0,-1 0 0 0 0,0-1 0 0 0,0 0-1 0 0,0-1 1 0 0,-22 2 0 0 0,30-4-16 0 0,0-1-1 0 0,0 0 1 0 0,0-1 0 0 0,0 1-1 0 0,1-1 1 0 0,-1 0 0 0 0,0 0-1 0 0,0-1 1 0 0,1 1-1 0 0,-1-1 1 0 0,1 0 0 0 0,-1 0-1 0 0,1-1 1 0 0,0 1 0 0 0,0-1-1 0 0,-4-3 1 0 0,2 0-6 0 0,0 1 0 0 0,1-1 0 0 0,0-1 0 0 0,1 1 0 0 0,-1-1 0 0 0,1 1 0 0 0,0-1 0 0 0,-5-15 0 0 0,8 21-1 0 0,1 0 1 0 0,-1 0 0 0 0,1 0 0 0 0,0 0 0 0 0,-1 0 0 0 0,1 0 0 0 0,0-1 0 0 0,0 1 0 0 0,0 0 0 0 0,0 0 0 0 0,0 0 0 0 0,0 0 0 0 0,0 0 0 0 0,0-1-1 0 0,0 1 1 0 0,0 0 0 0 0,1-2 0 0 0,0 2 0 0 0,-1 1 0 0 0,1-1 0 0 0,-1 1 0 0 0,1-1 0 0 0,-1 1-1 0 0,1-1 1 0 0,0 1 0 0 0,-1-1 0 0 0,1 1 0 0 0,-1-1 0 0 0,1 1 0 0 0,0 0 0 0 0,-1-1-1 0 0,1 1 1 0 0,0 0 0 0 0,0 0 0 0 0,-1-1 0 0 0,1 1 0 0 0,1 0 0 0 0,1 0-3 0 0,0 0 1 0 0,0 0 0 0 0,0 0-1 0 0,0 0 1 0 0,0 0 0 0 0,0 1-1 0 0,0 0 1 0 0,-1-1 0 0 0,5 3-1 0 0,1 1 5 0 0,-1 0 0 0 0,0 1 0 0 0,-1 0 0 0 0,1 0 0 0 0,-1 0 0 0 0,0 1 0 0 0,0 0 1 0 0,0 0-1 0 0,4 8 0 0 0,7 10 47 0 0,15 32 1 0 0,-23-40-30 0 0,63 141 120 0 0,-55-114-290 0 0,2-1 0 0 0,1-1 1 0 0,29 42-1 0 0,-46-78-200 0 0,1 0 0 0 0,-1-1 0 0 0,1 1 0 0 0,1-1 0 0 0,-1 0 0 0 0,0 0 0 0 0,1-1 0 0 0,0 1 0 0 0,0-1 0 0 0,0 0 0 0 0,0 0 0 0 0,11 3 0 0 0,-10-4-695 0 0,1 0 0 0 0,0-1 0 0 0,-1 0 0 0 0,1 0-1 0 0,0 0 1 0 0,13-2 0 0 0,9-1-4545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58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88 2456 0 0,'45'-80'16756'0'0,"-44"79"-16194"0"0,2-2 403 0 0,0 0-98 0 0,-3 13-173 0 0,-30 181 2674 0 0,-10 0-3934 0 0,30-129-3253 0 0,11-23-3823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58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224 137 720 0 0,'64'-127'15816'0'0,"-64"127"-15766"0"0,0 0 1 0 0,0 0-1 0 0,0 0 0 0 0,1-1 0 0 0,-1 1 1 0 0,0 0-1 0 0,0 0 0 0 0,0-1 1 0 0,0 1-1 0 0,0 0 0 0 0,0 0 0 0 0,1-1 1 0 0,-1 1-1 0 0,0 0 0 0 0,0-1 0 0 0,0 1 1 0 0,0 0-1 0 0,0-1 0 0 0,0 1 0 0 0,0 0 1 0 0,0 0-1 0 0,0-1 0 0 0,0 1 0 0 0,0 0 1 0 0,-1-1-1 0 0,1 1 0 0 0,0 0 0 0 0,0 0 1 0 0,0-1-1 0 0,0 1 0 0 0,0 0 1 0 0,0 0-1 0 0,-1-1 0 0 0,1 1 0 0 0,0 0 1 0 0,-12 0 372 0 0,-13 13-232 0 0,17-7-131 0 0,0 0 0 0 0,0 1 1 0 0,1 0-1 0 0,0 0 0 0 0,0 1 1 0 0,1 0-1 0 0,-1 0 0 0 0,-6 14 1 0 0,11-19-53 0 0,0 1 0 0 0,1-1 1 0 0,0 1-1 0 0,0 0 0 0 0,0 0 1 0 0,0 0-1 0 0,0 0 0 0 0,1 0 1 0 0,0 0-1 0 0,-1 0 0 0 0,2 0 1 0 0,-1-1-1 0 0,0 1 0 0 0,1 0 1 0 0,0 0-1 0 0,0 0 0 0 0,0 0 1 0 0,0 0-1 0 0,0-1 0 0 0,1 1 1 0 0,0 0-1 0 0,0-1 0 0 0,0 0 1 0 0,5 7-1 0 0,2 1 21 0 0,1 0 0 0 0,1-1 0 0 0,0 0 0 0 0,17 11 0 0 0,-15-12-8 0 0,-1 1-1 0 0,21 21 1 0 0,-32-30 86 0 0,0 1 0 0 0,0-1 1 0 0,0 0-1 0 0,0 1 0 0 0,0-1 0 0 0,0 0 1 0 0,0 1-1 0 0,0 0 0 0 0,-1-1 0 0 0,1 1 1 0 0,-1-1-1 0 0,1 1 0 0 0,-1 0 0 0 0,1-1 1 0 0,-1 1-1 0 0,0 0 0 0 0,0-1 0 0 0,0 1 1 0 0,0 0-1 0 0,0-1 0 0 0,0 1 1 0 0,0 0-1 0 0,-1-1 0 0 0,1 1 0 0 0,0 0 1 0 0,-1-1-1 0 0,0 1 0 0 0,1-1 0 0 0,-1 1 1 0 0,0-1-1 0 0,0 1 0 0 0,0-1 0 0 0,0 1 1 0 0,0-1-1 0 0,0 0 0 0 0,0 0 0 0 0,0 1 1 0 0,-1-1-1 0 0,1 0 0 0 0,0 0 0 0 0,-1 0 1 0 0,-1 1-1 0 0,-3 2 151 0 0,-1-1 0 0 0,1 1-1 0 0,-1-1 1 0 0,1 0 0 0 0,-1-1 0 0 0,0 0 0 0 0,0 0 0 0 0,-10 1-1 0 0,9-2-226 0 0,-1 0 0 0 0,0-1-1 0 0,0-1 1 0 0,1 0-1 0 0,-1 0 1 0 0,1 0-1 0 0,-1-1 1 0 0,1 0-1 0 0,-1-1 1 0 0,-8-4-1 0 0,8 3-546 0 0,0-1 0 0 0,0 0-1 0 0,0 0 1 0 0,-15-14-1 0 0,16 12-793 0 0,1 0 0 0 0,0-1-1 0 0,-10-13 1 0 0,11 12-953 0 0,1 1 1 0 0,0-1-1 0 0,-7-18 0 0 0,3 3-5645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58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50 744 0 0,'4'-12'1976'0'0,"-3"1"588"0"0,3-4-999 0 0,-1 3 139 0 0,6 19-2824 0 0,-6 2-1205 0 0,0-1-379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59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396 245 200 0 0,'10'-51'4398'0'0,"-5"35"-3321"0"0,-1-1 0 0 0,-2 0-1 0 0,1 1 1 0 0,-2-1-1 0 0,0 0 1 0 0,-1 0 0 0 0,-3-24-1 0 0,2 39-994 0 0,1 1-1 0 0,0-1 1 0 0,-1 0-1 0 0,0 1 0 0 0,1-1 1 0 0,-1 0-1 0 0,0 1 1 0 0,0-1-1 0 0,0 1 1 0 0,0-1-1 0 0,0 1 1 0 0,0-1-1 0 0,0 1 0 0 0,-1 0 1 0 0,1 0-1 0 0,0 0 1 0 0,-1-1-1 0 0,1 1 1 0 0,-3-1-1 0 0,1 1 4 0 0,0 0 0 0 0,0 0-1 0 0,0 0 1 0 0,0 1 0 0 0,0-1 0 0 0,0 1 0 0 0,0-1-1 0 0,0 1 1 0 0,0 0 0 0 0,-5 1 0 0 0,-2 0 73 0 0,0 1 0 0 0,0 0 0 0 0,-1 1 0 0 0,1 0 0 0 0,-15 8 1 0 0,0 1 4 0 0,0 2 1 0 0,2 1 0 0 0,-1 0 0 0 0,2 2 0 0 0,-27 25 0 0 0,37-30-115 0 0,0 0 0 0 0,0 1 0 0 0,2 0 1 0 0,-1 1-1 0 0,2 0 0 0 0,0 1 0 0 0,1-1 0 0 0,0 2 0 0 0,-11 30 0 0 0,18-43-31 0 0,0 0-1 0 0,1 0 1 0 0,-1 1-1 0 0,0-1 1 0 0,1 0-1 0 0,0 0 1 0 0,0 1-1 0 0,0-1 1 0 0,0 0-1 0 0,0 0 1 0 0,1 1-1 0 0,-1-1 1 0 0,1 0 0 0 0,0 0-1 0 0,0 0 1 0 0,0 0-1 0 0,0 0 1 0 0,1 0-1 0 0,-1 0 1 0 0,1 0-1 0 0,0 0 1 0 0,4 4-1 0 0,-3-4-3 0 0,0-1 0 0 0,0 1-1 0 0,0-1 1 0 0,1 0 0 0 0,-1 0-1 0 0,1 0 1 0 0,-1-1 0 0 0,1 1-1 0 0,0-1 1 0 0,0 0 0 0 0,-1 0-1 0 0,1 0 1 0 0,0-1 0 0 0,0 1-1 0 0,0-1 1 0 0,0 0 0 0 0,0 0-1 0 0,6-1 1 0 0,1-1-12 0 0,0 0 0 0 0,0-1-1 0 0,0 0 1 0 0,0-1 0 0 0,-1 0 0 0 0,0-1-1 0 0,1 0 1 0 0,-2 0 0 0 0,1-1 0 0 0,-1-1-1 0 0,1 1 1 0 0,-2-2 0 0 0,1 1 0 0 0,-1-1-1 0 0,0 0 1 0 0,-1-1 0 0 0,12-16 0 0 0,0-5 289 0 0,-1-1 1 0 0,-1 0-1 0 0,-2-1 0 0 0,16-48 1 0 0,-21 59 151 0 0,-8 19-127 0 0,-2 20-136 0 0,-4 8-51 0 0,1 1-1 0 0,2 51 0 0 0,2-63-116 0 0,1 0 0 0 0,0 0 0 0 0,0 0 1 0 0,2-1-1 0 0,0 1 0 0 0,10 23 0 0 0,-11-33-256 0 0,0 0 1 0 0,0 0 0 0 0,0 0-1 0 0,1-1 1 0 0,-1 1-1 0 0,1-1 1 0 0,0 0 0 0 0,1 0-1 0 0,-1 0 1 0 0,1-1-1 0 0,0 1 1 0 0,0-1 0 0 0,0 0-1 0 0,9 3 1 0 0,-8-3-870 0 0,1-1 1 0 0,0 0-1 0 0,0 0 1 0 0,0 0 0 0 0,0-1-1 0 0,0 0 1 0 0,8-1-1 0 0,10-1-5689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49:59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5 179 1936 0 0,'-1'-5'576'0'0,"0"-1"1"0"0,0 1-1 0 0,0-1 0 0 0,0 1 0 0 0,1-1 1 0 0,0 1-1 0 0,0-1 0 0 0,1 1 0 0 0,0-1 0 0 0,0 1 1 0 0,3-10-1 0 0,-2 8-221 0 0,0 1-1 0 0,1 0 1 0 0,0 0 0 0 0,1 0 0 0 0,-1 0-1 0 0,1 0 1 0 0,0 1 0 0 0,0 0 0 0 0,7-6 0 0 0,-7 7-220 0 0,0 0 1 0 0,0 0 0 0 0,1 1 0 0 0,-1 0 0 0 0,1 0 0 0 0,-1 0 0 0 0,1 1-1 0 0,0-1 1 0 0,0 1 0 0 0,1 0 0 0 0,-1 1 0 0 0,0-1 0 0 0,1 1 0 0 0,-1 0-1 0 0,1 0 1 0 0,-1 1 0 0 0,1-1 0 0 0,-1 1 0 0 0,1 1 0 0 0,-1-1 0 0 0,1 1-1 0 0,-1 0 1 0 0,0 0 0 0 0,1 0 0 0 0,8 4 0 0 0,-9-2-41 0 0,1 0-1 0 0,-1 0 1 0 0,1 0 0 0 0,-1 1 0 0 0,0 0-1 0 0,0 0 1 0 0,-1 0 0 0 0,1 0 0 0 0,-1 1 0 0 0,0 0-1 0 0,0 0 1 0 0,0 0 0 0 0,4 10 0 0 0,-4-7-20 0 0,0 1 0 0 0,-1 0 1 0 0,0 1-1 0 0,-1-1 1 0 0,0 0-1 0 0,0 1 0 0 0,-1 0 1 0 0,0 11-1 0 0,-1 3 34 0 0,-2 0 1 0 0,-1 1-1 0 0,0-1 1 0 0,-2 0-1 0 0,-1 0 0 0 0,-10 26 1 0 0,3-16 2935 0 0,11-44-2653 0 0,0-4-277 0 0,6-6-94 0 0,1 1 0 0 0,1-1-1 0 0,1 1 1 0 0,0 1 0 0 0,1-1 0 0 0,2 2-1 0 0,14-24 1 0 0,-10 21-30 0 0,1 0-1 0 0,0 1 0 0 0,2 0 1 0 0,0 1-1 0 0,32-24 1 0 0,-45 39-2 0 0,0 0 1 0 0,0 1 0 0 0,0-1 0 0 0,0 1-1 0 0,1 0 1 0 0,-1 0 0 0 0,1 1 0 0 0,-1-1-1 0 0,1 1 1 0 0,0 0 0 0 0,0 0 0 0 0,8 0-1 0 0,-11 1 10 0 0,0 0 0 0 0,1 0-1 0 0,-1 1 1 0 0,0-1-1 0 0,0 1 1 0 0,0-1-1 0 0,1 1 1 0 0,-1 0 0 0 0,0 0-1 0 0,0 0 1 0 0,0 0-1 0 0,0 0 1 0 0,0 0 0 0 0,-1 1-1 0 0,1-1 1 0 0,0 1-1 0 0,-1-1 1 0 0,1 1-1 0 0,-1 0 1 0 0,1-1 0 0 0,-1 1-1 0 0,0 0 1 0 0,1 0-1 0 0,-1 0 1 0 0,0 0-1 0 0,0 0 1 0 0,-1 0 0 0 0,1 0-1 0 0,0 0 1 0 0,0 3-1 0 0,1 10 49 0 0,0 0 0 0 0,-1 0 0 0 0,0 1 0 0 0,-1-1 0 0 0,-1 0 0 0 0,-1 0 0 0 0,-6 30-1 0 0,4-29-680 0 0,1 0-1 0 0,1 1 0 0 0,1-1 0 0 0,0 1 1 0 0,1-1-1 0 0,4 29 0 0 0,-3-41 256 0 0,0 0 1 0 0,0-1-1 0 0,0 1 1 0 0,0 0-1 0 0,1-1 1 0 0,0 1-1 0 0,-1-1 1 0 0,2 1-1 0 0,-1-1 1 0 0,0 0-1 0 0,4 4 1 0 0,-4-5-205 0 0,0-1 1 0 0,0 1 0 0 0,0 0-1 0 0,0-1 1 0 0,0 1-1 0 0,1-1 1 0 0,-1 0 0 0 0,1 0-1 0 0,-1 0 1 0 0,6 1 0 0 0,7 1-4183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0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32 235 320 0 0,'8'-17'3156'0'0,"0"-1"-1"0"0,-1 0 1 0 0,-1 0 0 0 0,6-31-1 0 0,-11 33 484 0 0,-9 29-2554 0 0,-11 29-370 0 0,8-14-325 0 0,2 1-1 0 0,-11 51 0 0 0,18-67-327 0 0,0 0 0 0 0,1 0 0 0 0,0 0 0 0 0,1 0 1 0 0,0-1-1 0 0,1 1 0 0 0,1 0 0 0 0,0 0 0 0 0,4 13 0 0 0,-5-22-42 0 0,1-1 1 0 0,-1 1-1 0 0,0-1 0 0 0,1 1 1 0 0,0-1-1 0 0,0 0 1 0 0,0 0-1 0 0,0 1 0 0 0,1-1 1 0 0,-1-1-1 0 0,1 1 0 0 0,0 0 1 0 0,-1-1-1 0 0,1 1 0 0 0,0-1 1 0 0,1 0-1 0 0,-1 0 0 0 0,0 0 1 0 0,1 0-1 0 0,-1-1 0 0 0,1 0 1 0 0,-1 1-1 0 0,1-1 0 0 0,0 0 1 0 0,-1-1-1 0 0,1 1 0 0 0,0-1 1 0 0,0 1-1 0 0,-1-1 0 0 0,1 0 1 0 0,0-1-1 0 0,6 0 0 0 0,-1-1-5 0 0,0 0-1 0 0,-1 0 1 0 0,1-1 0 0 0,-1 0-1 0 0,0 0 1 0 0,0-1-1 0 0,0 0 1 0 0,-1-1 0 0 0,0 1-1 0 0,1-2 1 0 0,-1 1-1 0 0,-1-1 1 0 0,9-8 0 0 0,-2-2-35 0 0,0 0 1 0 0,-2-2 0 0 0,0 1-1 0 0,0-1 1 0 0,-2 0 0 0 0,0-1-1 0 0,8-28 1 0 0,-12 34 31 0 0,-2 0 0 0 0,0-1 0 0 0,0 1 1 0 0,-1-1-1 0 0,-1 1 0 0 0,0-1 0 0 0,-1 0 0 0 0,-1 0 0 0 0,0 1 0 0 0,-1-1 1 0 0,0 1-1 0 0,-5-17 0 0 0,6 26-16 0 0,-1-1-1 0 0,0 1 1 0 0,0-1 0 0 0,0 1-1 0 0,0 0 1 0 0,-1 0 0 0 0,1 0-1 0 0,-1 0 1 0 0,0 0 0 0 0,-1 0-1 0 0,1 1 1 0 0,0 0 0 0 0,-1-1-1 0 0,-4-2 1 0 0,5 5-10 0 0,0-1 1 0 0,0 1-1 0 0,-1 0 1 0 0,1 0-1 0 0,0 0 1 0 0,0 0-1 0 0,-1 0 1 0 0,1 1-1 0 0,0 0 1 0 0,-1 0-1 0 0,1 0 1 0 0,0 0-1 0 0,-1 0 1 0 0,1 0-1 0 0,0 1 1 0 0,0 0-1 0 0,-1-1 1 0 0,1 1-1 0 0,0 1 1 0 0,0-1-1 0 0,-3 2 1 0 0,-6 3 2 0 0,0 1 1 0 0,0 0-1 0 0,1 1 1 0 0,0 0 0 0 0,0 0-1 0 0,1 1 1 0 0,-17 20-1 0 0,20-21-224 0 0,1 0-1 0 0,-1 1 1 0 0,1 0-1 0 0,1 1 1 0 0,0-1 0 0 0,0 1-1 0 0,1 0 1 0 0,0 0-1 0 0,1 0 1 0 0,-3 16-1 0 0,5-23 2 0 0,1 1 0 0 0,-1-1 1 0 0,1 1-1 0 0,0-1 0 0 0,1 0 0 0 0,-1 1 0 0 0,0-1 0 0 0,1 0 0 0 0,0 1 0 0 0,0-1 0 0 0,0 0 0 0 0,0 1 0 0 0,0-1 0 0 0,1 0 1 0 0,0 0-1 0 0,-1 0 0 0 0,1 0 0 0 0,0-1 0 0 0,3 4 0 0 0,-2-3-451 0 0,1 1 0 0 0,0-1-1 0 0,0 0 1 0 0,0 0 0 0 0,0-1 0 0 0,1 1 0 0 0,-1-1 0 0 0,1 0 0 0 0,-1 0-1 0 0,1-1 1 0 0,0 1 0 0 0,8 1 0 0 0,10 0-4495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2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52 502 2896 0 0,'13'-40'9702'0'0,"-13"39"-9641"0"0,0 1 0 0 0,0 0 0 0 0,0 0 0 0 0,0-1 0 0 0,0 1 1 0 0,0 0-1 0 0,0 0 0 0 0,0-1 0 0 0,0 1 0 0 0,0 0 0 0 0,0 0 0 0 0,0-1 0 0 0,0 1 1 0 0,1 0-1 0 0,-1 0 0 0 0,0-1 0 0 0,0 1 0 0 0,0 0 0 0 0,0 0 0 0 0,0 0 0 0 0,1-1 1 0 0,-1 1-1 0 0,0 0 0 0 0,0 0 0 0 0,0 0 0 0 0,0 0 0 0 0,1-1 0 0 0,-1 1 0 0 0,0 0 0 0 0,0 0 1 0 0,1 0-1 0 0,-1 0 0 0 0,0 0 0 0 0,0 0 0 0 0,1 0 0 0 0,-1 0 0 0 0,0 0 0 0 0,0-1 1 0 0,1 1-1 0 0,8 8 889 0 0,3 14-119 0 0,-4 2-302 0 0,-1 1 1 0 0,-2 0-1 0 0,0 0 1 0 0,-2 0-1 0 0,0 1 1 0 0,-2-1-1 0 0,-1 1 1 0 0,-1-1-1 0 0,-2 1 1 0 0,0-1-1 0 0,-1 0 1 0 0,-2 0-1 0 0,-9 27 1 0 0,14-49-279 0 0,0 0 0 0 0,-1-1 0 0 0,1 1 0 0 0,-1 0 0 0 0,0-1 0 0 0,0 1 1 0 0,0-1-1 0 0,0 0 0 0 0,0 0 0 0 0,-1 0 0 0 0,1 0 0 0 0,-4 2 0 0 0,4-3 175 0 0,-1-1-46 0 0,0-1-330 0 0,0 1 0 0 0,1-1-1 0 0,-1 0 1 0 0,1 0 0 0 0,-1 0-1 0 0,1 0 1 0 0,-1 0 0 0 0,1 0-1 0 0,-1-1 1 0 0,1 1 0 0 0,0-1-1 0 0,0 0 1 0 0,0 1 0 0 0,0-1-1 0 0,0 0 1 0 0,0 0 0 0 0,-2-4-1 0 0,2 2-18 0 0,0 0 0 0 0,0 0-1 0 0,0 0 1 0 0,1-1-1 0 0,-1 1 1 0 0,1 0 0 0 0,0-1-1 0 0,0 1 1 0 0,1-1-1 0 0,-1-5 1 0 0,1 2-86 0 0,1 0 1 0 0,-1 0 0 0 0,1 0-1 0 0,1 0 1 0 0,-1 0-1 0 0,1 1 1 0 0,1-1-1 0 0,-1 0 1 0 0,1 1-1 0 0,1-1 1 0 0,-1 1-1 0 0,7-9 1 0 0,2 1-866 0 0,0 0 1 0 0,2 1-1 0 0,0 1 0 0 0,0 0 0 0 0,1 0 1 0 0,1 2-1 0 0,23-14 0 0 0,-9 9-2075 0 0,0 2 0 0 0,1 1 0 0 0,47-13 0 0 0,-28 5 2298 0 0,-5-5 6643 0 0,-39 22-4262 0 0,-1 3-717 0 0,-5 1-921 0 0,0 0 0 0 0,1 0 0 0 0,-1-1 0 0 0,0 1 0 0 0,1 0 0 0 0,-1 0 0 0 0,0 0-1 0 0,1 0 1 0 0,-1 0 0 0 0,0 0 0 0 0,1 0 0 0 0,-1 0 0 0 0,1 0 0 0 0,-1 0 0 0 0,0 0 0 0 0,1 0-1 0 0,-1 0 1 0 0,0 0 0 0 0,1 0 0 0 0,-1 0 0 0 0,0 0 0 0 0,1 0 0 0 0,-1 0 0 0 0,0 1 0 0 0,1-1 0 0 0,-1 0-1 0 0,0 0 1 0 0,1 0 0 0 0,-1 1 0 0 0,0-1 0 0 0,0 0 0 0 0,1 0 0 0 0,-1 1 0 0 0,0-1 0 0 0,0 0-1 0 0,1 0 1 0 0,-1 1 0 0 0,0-1 0 0 0,0 0 0 0 0,0 1 0 0 0,0-1 0 0 0,0 0 0 0 0,1 1 0 0 0,-1-1-1 0 0,0 0 1 0 0,0 1 0 0 0,0-1 0 0 0,0 0 0 0 0,0 1 0 0 0,0-1 0 0 0,0 1 0 0 0,0-1 0 0 0,0 1-1 0 0,3 55 2574 0 0,-7 92-1 0 0,1-90-2253 0 0,-4 50 321 0 0,7-106-572 0 0,2-25-150 0 0,6-3-142 0 0,0 1-1 0 0,1-1 0 0 0,2 1 1 0 0,23-40-1 0 0,-26 51 118 0 0,1 1-1 0 0,0 0 1 0 0,1 0 0 0 0,1 1 0 0 0,0 0-1 0 0,0 1 1 0 0,1 1 0 0 0,1-1 0 0 0,18-10-1 0 0,-27 18 50 0 0,0 1 0 0 0,0 0 0 0 0,0 0 0 0 0,0 0 0 0 0,1 1 0 0 0,-1 0 0 0 0,1-1 0 0 0,0 1 0 0 0,-1 1 0 0 0,1-1 0 0 0,-1 1 0 0 0,1 0-1 0 0,0 0 1 0 0,0 0 0 0 0,-1 1 0 0 0,1-1 0 0 0,-1 1 0 0 0,1 0 0 0 0,0 0 0 0 0,-1 1 0 0 0,0 0 0 0 0,1-1 0 0 0,-1 2 0 0 0,0-1 0 0 0,0 0 0 0 0,0 1 0 0 0,6 5 0 0 0,-4-2 23 0 0,0-1 0 0 0,0 1 1 0 0,-1 1-1 0 0,0-1 0 0 0,-1 1 1 0 0,1 0-1 0 0,-1 0 0 0 0,-1 0 1 0 0,1 1-1 0 0,-1-1 0 0 0,0 1 1 0 0,-1 0-1 0 0,0 0 1 0 0,0 0-1 0 0,0 11 0 0 0,0-4 32 0 0,-2 1-1 0 0,0 0 1 0 0,0-1 0 0 0,-2 1-1 0 0,0 0 1 0 0,0-1-1 0 0,-8 22 1 0 0,10-36-41 0 0,0-1-1 0 0,-1 1 1 0 0,1-1 0 0 0,0 1 0 0 0,0-1-1 0 0,0 1 1 0 0,-1-1 0 0 0,1 0 0 0 0,0 1 0 0 0,-1-1-1 0 0,1 0 1 0 0,0 1 0 0 0,-1-1 0 0 0,1 0-1 0 0,-1 1 1 0 0,1-1 0 0 0,0 0 0 0 0,-1 0-1 0 0,1 0 1 0 0,-1 1 0 0 0,0-1 0 0 0,1 0-4 0 0,0 0 1 0 0,-1 0-1 0 0,1 0 0 0 0,0 0 1 0 0,0 0-1 0 0,-1 0 1 0 0,1-1-1 0 0,0 1 1 0 0,0 0-1 0 0,0 0 0 0 0,-1 0 1 0 0,1 0-1 0 0,0 0 1 0 0,0 0-1 0 0,0-1 1 0 0,-1 1-1 0 0,1 0 1 0 0,0 0-1 0 0,0 0 0 0 0,0-1 1 0 0,0 1-1 0 0,0 0 1 0 0,-1 0-1 0 0,1 0 1 0 0,0-1-1 0 0,0 1 0 0 0,0 0 1 0 0,0 0-1 0 0,0-1 1 0 0,0 1-1 0 0,0 0 1 0 0,0 0-1 0 0,0-1 1 0 0,0 1-1 0 0,0 0 0 0 0,0 0 1 0 0,0-1-1 0 0,0 1 1 0 0,0 0-1 0 0,0 0 1 0 0,0-1-1 0 0,0 1 1 0 0,1 0-1 0 0,1-14-72 0 0,0 1 0 0 0,2 0 0 0 0,0-1 0 0 0,0 2 0 0 0,1-1 0 0 0,1 0 0 0 0,0 1 0 0 0,0 0 0 0 0,1 1 1 0 0,1-1-1 0 0,15-16 0 0 0,-11 14 24 0 0,1 1 0 0 0,0 0 0 0 0,0 1 0 0 0,1 1 0 0 0,1 0 0 0 0,0 1 1 0 0,1 0-1 0 0,24-11 0 0 0,-35 19 37 0 0,0 0 0 0 0,1 1 0 0 0,-1-1 0 0 0,1 1 0 0 0,-1 0 1 0 0,1 0-1 0 0,-1 0 0 0 0,1 1 0 0 0,0 0 0 0 0,-1 0 0 0 0,1 1 0 0 0,0-1 1 0 0,-1 1-1 0 0,1 0 0 0 0,-1 1 0 0 0,8 2 0 0 0,-10-2 19 0 0,1 0 0 0 0,-1 0 0 0 0,1 0 0 0 0,-1 0 0 0 0,0 1 0 0 0,0-1 0 0 0,0 1 0 0 0,0 0 0 0 0,0 0 0 0 0,-1 0 0 0 0,1 0 0 0 0,-1 0 0 0 0,0 1 0 0 0,0-1 0 0 0,0 1 0 0 0,0-1 0 0 0,-1 1 0 0 0,1 0 0 0 0,-1 0 0 0 0,0-1 0 0 0,0 1 0 0 0,0 0-1 0 0,0 6 1 0 0,-1 7 73 0 0,0-1-1 0 0,0 0 1 0 0,-2 0-1 0 0,0 0 0 0 0,-7 26 1 0 0,-30 78-783 0 0,29-92-190 0 0,9-25 662 0 0,0-1 0 0 0,0 1 0 0 0,0 0 0 0 0,0-1 0 0 0,1 1 0 0 0,-1 0-1 0 0,1 0 1 0 0,0-1 0 0 0,0 1 0 0 0,0 0 0 0 0,0-1 0 0 0,0 1 0 0 0,1 0 0 0 0,-1 0 0 0 0,1-1 0 0 0,0 1 0 0 0,0 2-1 0 0,1-3 15 0 0,-1 0-1 0 0,1 0 0 0 0,-1-1 0 0 0,1 1 0 0 0,0 0 1 0 0,0-1-1 0 0,-1 0 0 0 0,1 1 0 0 0,0-1 0 0 0,0 0 0 0 0,0 0 1 0 0,1 0-1 0 0,-1 0 0 0 0,0 0 0 0 0,0-1 0 0 0,0 1 1 0 0,1 0-1 0 0,-1-1 0 0 0,0 0 0 0 0,3 0 0 0 0,9 1-466 0 0,1 0-1 0 0,-1-1 1 0 0,1-1-1 0 0,-1-1 1 0 0,1 0-1 0 0,-1-1 1 0 0,16-5 0 0 0,3-2-153 0 0,59-29 0 0 0,-79 32 1258 0 0,0 0 0 0 0,0-1 0 0 0,-1 0 0 0 0,1-1 0 0 0,-2-1 0 0 0,0 0 1 0 0,0 0-1 0 0,0-1 0 0 0,14-21 0 0 0,-18 22 330 0 0,-1-1 1 0 0,0 0 0 0 0,0 0-1 0 0,-1 0 1 0 0,-1-1 0 0 0,0 0-1 0 0,0 0 1 0 0,-1 0 0 0 0,-1 0-1 0 0,0 0 1 0 0,-1 0 0 0 0,1-13-1 0 0,-2 23-694 0 0,0 1-1 0 0,0-1 0 0 0,0 1 1 0 0,0-1-1 0 0,0 1 0 0 0,0-1 1 0 0,0 1-1 0 0,-1-1 1 0 0,1 1-1 0 0,-1-1 0 0 0,1 1 1 0 0,-1 0-1 0 0,1-1 0 0 0,-1 1 1 0 0,0 0-1 0 0,1-1 1 0 0,-1 1-1 0 0,0 0 0 0 0,0 0 1 0 0,0 0-1 0 0,0-1 0 0 0,0 1 1 0 0,-2-1-1 0 0,1 1-29 0 0,1 1 0 0 0,-1-1 0 0 0,0 1 0 0 0,0 0-1 0 0,1 0 1 0 0,-1 0 0 0 0,0 0 0 0 0,0 0 0 0 0,1 0 0 0 0,-1 0 0 0 0,0 0-1 0 0,0 1 1 0 0,1-1 0 0 0,-1 0 0 0 0,0 1 0 0 0,-2 1 0 0 0,-5 2 24 0 0,0 1 1 0 0,0 0-1 0 0,1 1 1 0 0,0-1-1 0 0,-12 12 1 0 0,0 3 22 0 0,1 0 0 0 0,1 2 0 0 0,-27 40 0 0 0,37-49-70 0 0,0 1 0 0 0,1 0 0 0 0,0 0 0 0 0,2 1 0 0 0,-1 0 0 0 0,2 0 0 0 0,0 0 0 0 0,-3 19 0 0 0,7-30-15 0 0,0 0 1 0 0,-1 0-1 0 0,1 0 0 0 0,1 0 0 0 0,-1 0 1 0 0,1 0-1 0 0,-1 0 0 0 0,1 0 0 0 0,0 0 1 0 0,3 7-1 0 0,-2-9-25 0 0,-1 1 0 0 0,0-1 1 0 0,1 0-1 0 0,-1 0 0 0 0,1 0 1 0 0,0 0-1 0 0,0 0 0 0 0,0 0 0 0 0,0 0 1 0 0,0-1-1 0 0,0 1 0 0 0,0-1 1 0 0,1 0-1 0 0,-1 1 0 0 0,0-1 0 0 0,5 1 1 0 0,-4-1-16 0 0,0-1 1 0 0,-1 0 0 0 0,1 0 0 0 0,-1 0-1 0 0,1 0 1 0 0,0 0 0 0 0,-1 0-1 0 0,1-1 1 0 0,-1 1 0 0 0,1-1 0 0 0,-1 0-1 0 0,1 0 1 0 0,-1 0 0 0 0,1 0 0 0 0,-1 0-1 0 0,0 0 1 0 0,0-1 0 0 0,4-2-1 0 0,3-2-74 0 0,-1-1 0 0 0,0 0 1 0 0,7-9-1 0 0,2-5 118 0 0,0 0 0 0 0,-1-2 0 0 0,20-39 0 0 0,29-76 73 0 0,-64 136 24 0 0,-1 4-69 0 0,-2 14 8 0 0,0-1 0 0 0,0 0 0 0 0,-2 0 1 0 0,-8 23-1 0 0,-3 17 85 0 0,14-53-111 0 0,-5 21 42 0 0,1 1-1 0 0,1 0 1 0 0,1 0 0 0 0,1 0 0 0 0,2 35-1 0 0,1-56-33 0 0,-1-1 1 0 0,0 1-1 0 0,1-1 0 0 0,0 1 0 0 0,-1-1 0 0 0,1 0 1 0 0,0 1-1 0 0,0-1 0 0 0,0 0 0 0 0,1 0 0 0 0,-1 0 1 0 0,0 0-1 0 0,1 0 0 0 0,0 0 0 0 0,-1 0 0 0 0,1 0 0 0 0,0 0 1 0 0,3 2-1 0 0,-1-2-6 0 0,0 0 0 0 0,-1-1 0 0 0,1 1 0 0 0,0-1 0 0 0,0 1 0 0 0,0-1 0 0 0,0 0 1 0 0,0-1-1 0 0,1 1 0 0 0,4 0 0 0 0,4-2-101 0 0,-1 1 1 0 0,0-1-1 0 0,1-1 1 0 0,-1 0-1 0 0,0-1 1 0 0,19-7 0 0 0,-11 2-208 0 0,-1-2 0 0 0,0-1 0 0 0,0 0 0 0 0,-1-1 0 0 0,-1-1 0 0 0,0 0 1 0 0,0-2-1 0 0,19-22 0 0 0,0-4-363 0 0,-1-2-1 0 0,31-54 1 0 0,-38 51 300 0 0,-2-1 1 0 0,-2-2-1 0 0,-2 0 0 0 0,25-87 0 0 0,-26 57 1353 0 0,-4-1 0 0 0,9-115 0 0 0,-24 154-210 0 0,-2 39-434 0 0,-2 3-336 0 0,1-1-1 0 0,-1 0 1 0 0,1 1-1 0 0,0-1 0 0 0,-1 1 1 0 0,1 0-1 0 0,0-1 1 0 0,-1 1-1 0 0,1 0 0 0 0,0 0 1 0 0,0-1-1 0 0,0 1 1 0 0,0 0-1 0 0,0 0 0 0 0,0 1 1 0 0,0-1-1 0 0,0 0 1 0 0,-1 2-1 0 0,-15 27 22 0 0,15-25-17 0 0,-17 36 336 0 0,2 1 0 0 0,-20 74 0 0 0,-9 93 1150 0 0,37-160-1265 0 0,-6 30 85 0 0,3 1 0 0 0,4 0 0 0 0,2 86 0 0 0,6-154-295 0 0,1 0 1 0 0,0 0 0 0 0,1 0-1 0 0,1-1 1 0 0,-1 1-1 0 0,2 0 1 0 0,0-1 0 0 0,8 17-1 0 0,-8-21-35 0 0,0 0 0 0 0,0-1 0 0 0,1 1 0 0 0,0-1 0 0 0,0-1 0 0 0,1 1 0 0 0,-1 0 0 0 0,1-1 0 0 0,0 0 0 0 0,1-1 0 0 0,-1 0 0 0 0,1 0 0 0 0,14 7 0 0 0,-11-7-106 0 0,0-1-1 0 0,1 0 1 0 0,-1 0-1 0 0,0-1 1 0 0,1 0-1 0 0,-1 0 1 0 0,1-2-1 0 0,0 1 1 0 0,-1-1-1 0 0,1-1 1 0 0,0 0-1 0 0,-1 0 1 0 0,13-4-1 0 0,-9 1 6 0 0,-2-1-1 0 0,1 0 0 0 0,0 0 0 0 0,-1-1 0 0 0,0-1 0 0 0,0 0 0 0 0,-1-1 0 0 0,0 0 0 0 0,19-18 0 0 0,-6 1-14 0 0,-2-1-1 0 0,0-1 1 0 0,34-57 0 0 0,38-99 4655 0 0,-86 168-4106 0 0,-8 21 181 0 0,-12 33 778 0 0,7-26-813 0 0,-2 12 154 0 0,-20 78 1047 0 0,24-90-1624 0 0,1 1-1 0 0,1 0 1 0 0,0 0-1 0 0,0 0 0 0 0,4 22 1 0 0,-3-34-175 0 0,0 1 0 0 0,0 0 0 0 0,1-1 0 0 0,0 1 0 0 0,-1-1 0 0 0,1 1 0 0 0,0-1 0 0 0,0 1 0 0 0,0-1 1 0 0,1 1-1 0 0,-1-1 0 0 0,1 0 0 0 0,-1 0 0 0 0,1 0 0 0 0,0 0 0 0 0,-1 0 0 0 0,1 0 0 0 0,0 0 0 0 0,0-1 0 0 0,1 1 0 0 0,-1-1 0 0 0,0 1 1 0 0,0-1-1 0 0,1 0 0 0 0,-1 0 0 0 0,1 0 0 0 0,-1 0 0 0 0,5 1 0 0 0,2-1-593 0 0,-1-1 1 0 0,1 1-1 0 0,-1-2 0 0 0,1 1 1 0 0,-1-1-1 0 0,1 0 1 0 0,15-5-1 0 0,-11 2-1050 0 0,0 0 0 0 0,0-1 0 0 0,-1-1 0 0 0,1 0 0 0 0,-1 0 0 0 0,16-13 0 0 0,9-9-8111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94 1888 0 0,'-60'-33'6948'0'0,"38"22"-4342"0"0,1-1 0 0 0,-27-19 0 0 0,46 30-2676 0 0,0 0 0 0 0,1 0 0 0 0,-1 0 0 0 0,0 1 0 0 0,0-1 0 0 0,0 1 0 0 0,0-1 0 0 0,0 1-1 0 0,1 0 1 0 0,-1 0 0 0 0,0 0 0 0 0,0 0 0 0 0,0 0 0 0 0,0 0 0 0 0,-3 1 0 0 0,4-1-18 0 0,0 0 7 0 0,1 0 0 0 0,0 0-1 0 0,-1 0 1 0 0,1 0 0 0 0,0 1 0 0 0,-1-1 0 0 0,1 0 0 0 0,-1 0 0 0 0,1 0 0 0 0,0 1 0 0 0,0-1 0 0 0,-1 0 0 0 0,1 0-1 0 0,0 1 1 0 0,-1-1 0 0 0,1 0 0 0 0,0 0 0 0 0,0 1 0 0 0,-1-1 0 0 0,1 0 0 0 0,0 1 0 0 0,0-1 0 0 0,0 1 0 0 0,0-1-1 0 0,0 0 1 0 0,-1 1 0 0 0,1 0 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3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108 115 512 0 0,'-22'-25'12653'0'0,"22"25"-12471"0"0,-1 0 0 0 0,1-1-1 0 0,-1 1 1 0 0,0-1 0 0 0,1 1 0 0 0,-1-1-1 0 0,1 1 1 0 0,-1-1 0 0 0,1 1 0 0 0,0-1-1 0 0,-1 1 1 0 0,1-1 0 0 0,-1 1-1 0 0,1-1 1 0 0,0 0 0 0 0,-1 1 0 0 0,1-1-1 0 0,0 0 1 0 0,0 1 0 0 0,0-1 0 0 0,-1 0-1 0 0,1 1 1 0 0,0-1 0 0 0,0 0-1 0 0,0 0 1 0 0,0 1 0 0 0,0-2 0 0 0,2 1-141 0 0,-1 1 0 0 0,1-1 0 0 0,-1 0 0 0 0,0 1 1 0 0,1-1-1 0 0,-1 1 0 0 0,1 0 0 0 0,-1-1 0 0 0,1 1 1 0 0,-1 0-1 0 0,1 0 0 0 0,2 0 0 0 0,91-3 173 0 0,0 4 0 0 0,133 20-1 0 0,-223-21-218 0 0,0 1-1 0 0,0 0 0 0 0,0 1 0 0 0,0-1 1 0 0,7 4-1 0 0,-12-4 6 0 0,0-1 0 0 0,0 0 0 0 0,0 1 0 0 0,0-1 0 0 0,1 1 0 0 0,-1-1 0 0 0,0 0 0 0 0,0 1 0 0 0,0-1 0 0 0,0 0 0 0 0,0 1 0 0 0,0-1 0 0 0,0 1 0 0 0,0-1 0 0 0,0 0 0 0 0,-1 1 0 0 0,1-1 0 0 0,0 1 0 0 0,0-1 0 0 0,0 0 0 0 0,0 1 0 0 0,-1-1 0 0 0,1 0 0 0 0,0 1 0 0 0,0-1 0 0 0,0 0 0 0 0,-1 1 0 0 0,1-1 0 0 0,-1 0 0 0 0,-7 11 10 0 0,-17 9 250 0 0,-1-1 0 0 0,0-1-1 0 0,-33 16 1 0 0,-26 17 372 0 0,68-39-526 0 0,-43 30 145 0 0,56-38-226 0 0,-1 0 0 0 0,1 0 1 0 0,-1 1-1 0 0,1-1 1 0 0,0 1-1 0 0,1 0 0 0 0,-1 0 1 0 0,-4 11-1 0 0,7-15-17 0 0,1 0 1 0 0,0 0-1 0 0,0 0 1 0 0,0 0-1 0 0,0 0 1 0 0,0 0-1 0 0,0 0 0 0 0,0 0 1 0 0,0 0-1 0 0,0 0 1 0 0,1 1-1 0 0,-1-1 1 0 0,0 0-1 0 0,1 0 1 0 0,-1 0-1 0 0,0 0 0 0 0,1 0 1 0 0,0 0-1 0 0,-1-1 1 0 0,2 3-1 0 0,14 14 63 0 0,67 35 25 0 0,-12-7-71 0 0,-56-34-42 0 0,-1 0-1 0 0,0 1 1 0 0,-1 0 0 0 0,-1 1 0 0 0,0 0 0 0 0,-1 1 0 0 0,0 1 0 0 0,-1-1 0 0 0,10 20-1 0 0,-16-25 75 0 0,1 2-1 0 0,-1-1 0 0 0,-1 0 1 0 0,0 1-1 0 0,0 0 1 0 0,-1-1-1 0 0,0 1 0 0 0,-1 0 1 0 0,0 0-1 0 0,-1 0 0 0 0,0 0 1 0 0,-1 0-1 0 0,0 0 0 0 0,-1 0 1 0 0,0 0-1 0 0,-4 11 0 0 0,0-8 207 0 0,0 0 0 0 0,-1-1 0 0 0,0 0 0 0 0,-1 0 0 0 0,0-1-1 0 0,-1 1 1 0 0,0-2 0 0 0,-1 0 0 0 0,-1 0 0 0 0,0 0 0 0 0,0-2-1 0 0,-1 1 1 0 0,0-1 0 0 0,0-1 0 0 0,-1 0 0 0 0,0-1 0 0 0,-16 6-1 0 0,16-8-72 0 0,0 1-1 0 0,0-2 0 0 0,-1 0 0 0 0,1 0 0 0 0,-1-1 1 0 0,0-1-1 0 0,0 0 0 0 0,0-1 0 0 0,0-1 0 0 0,-1 0 0 0 0,1-1 1 0 0,0 0-1 0 0,0-1 0 0 0,0-1 0 0 0,1 0 0 0 0,-1-1 0 0 0,1-1 1 0 0,-17-7-1 0 0,26 10-169 0 0,0 0 1 0 0,1 0-1 0 0,-1 0 0 0 0,0-1 0 0 0,1 1 1 0 0,0-1-1 0 0,0 0 0 0 0,0 0 1 0 0,0 0-1 0 0,0 0 0 0 0,0-1 1 0 0,1 1-1 0 0,0-1 0 0 0,0 0 1 0 0,0 0-1 0 0,-3-6 0 0 0,4 6-51 0 0,0 0-1 0 0,1-1 0 0 0,0 1 0 0 0,-1 0 1 0 0,1-1-1 0 0,1 1 0 0 0,-1 0 1 0 0,1-1-1 0 0,-1 1 0 0 0,1 0 0 0 0,0 0 1 0 0,1-1-1 0 0,-1 1 0 0 0,1 0 0 0 0,0 0 1 0 0,3-5-1 0 0,9-14-406 0 0,1 2-1 0 0,0 0 1 0 0,1 1 0 0 0,26-24-1 0 0,81-65-2290 0 0,-34 42-2157 0 0,142-81 0 0 0,-43 30 113 0 0,-165 103 4418 0 0,0-2-1 0 0,-2-1 1 0 0,0 0 0 0 0,25-29-1 0 0,-35 33 850 0 0,0 0 0 0 0,-1-1-1 0 0,-1-1 1 0 0,0 1 0 0 0,-1-1-1 0 0,-1-1 1 0 0,10-29 0 0 0,-11 28 716 0 0,-4 11-605 0 0,1-1 0 0 0,-1 1 0 0 0,0-1 0 0 0,-1 1 0 0 0,1-11 0 0 0,-14 24-315 0 0,8-2-215 0 0,0 1 0 0 0,0 1 0 0 0,0-1 0 0 0,1 0 0 0 0,0 1 0 0 0,0 0 0 0 0,0-1 0 0 0,1 1 0 0 0,-3 7 0 0 0,1-2 21 0 0,-12 30 141 0 0,2 0-1 0 0,-9 46 0 0 0,19-71-230 0 0,2-1-1 0 0,0 1 0 0 0,0 0 0 0 0,2 0 0 0 0,0 0 1 0 0,1 0-1 0 0,0 0 0 0 0,1 0 0 0 0,5 16 0 0 0,-6-27-246 0 0,1 0-1 0 0,0 0 0 0 0,0 0 1 0 0,0 0-1 0 0,1-1 1 0 0,-1 1-1 0 0,1-1 0 0 0,0 1 1 0 0,0-1-1 0 0,1 0 0 0 0,0 0 1 0 0,-1 0-1 0 0,1-1 1 0 0,0 1-1 0 0,1-1 0 0 0,8 5 1 0 0,-8-5-650 0 0,1-1 0 0 0,1 1 0 0 0,-1-1 0 0 0,0 0 0 0 0,0-1 1 0 0,1 0-1 0 0,-1 0 0 0 0,11 0 0 0 0,11-1-4973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3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92 113 896 0 0,'19'-63'10966'0'0,"-11"29"-1681"0"0,-21 66-8457 0 0,2 2 0 0 0,-12 58 0 0 0,6-23-521 0 0,4-13-157 0 0,8-31-128 0 0,-1 0-1 0 0,-12 28 1 0 0,17-51-22 0 0,-4-8-291 0 0,5 6 277 0 0,-1-1 1 0 0,1 1-1 0 0,-1 0 0 0 0,1-1 0 0 0,-1 1 0 0 0,1-1 1 0 0,0 1-1 0 0,-1-1 0 0 0,1 1 0 0 0,0-1 0 0 0,-1 1 1 0 0,1-1-1 0 0,0 1 0 0 0,0-1 0 0 0,-1 1 0 0 0,1-1 1 0 0,0 0-1 0 0,0 1 0 0 0,0-2 0 0 0,-1-12-209 0 0,2 0-1 0 0,0 1 1 0 0,1-1 0 0 0,0 0-1 0 0,1 1 1 0 0,0-1-1 0 0,10-24 1 0 0,1 7 49 0 0,0 0 0 0 0,20-30 0 0 0,-27 49 135 0 0,1 1 0 0 0,0 0 0 0 0,1 0 0 0 0,1 0 0 0 0,-1 1 0 0 0,1 1 0 0 0,1-1 0 0 0,0 2 0 0 0,17-12 0 0 0,-24 18 36 0 0,1 0 1 0 0,-1 0-1 0 0,0 0 0 0 0,1 0 0 0 0,-1 0 0 0 0,1 1 0 0 0,-1 0 0 0 0,1 0 0 0 0,0 0 0 0 0,0 1 0 0 0,-1 0 1 0 0,1 0-1 0 0,0 0 0 0 0,0 0 0 0 0,-1 1 0 0 0,1-1 0 0 0,0 1 0 0 0,-1 0 0 0 0,1 1 0 0 0,-1-1 0 0 0,1 1 1 0 0,-1 0-1 0 0,0 0 0 0 0,1 1 0 0 0,-1-1 0 0 0,0 1 0 0 0,-1 0 0 0 0,1 0 0 0 0,0 0 0 0 0,-1 0 0 0 0,4 4 1 0 0,0 2 116 0 0,0 0 1 0 0,-1 1 0 0 0,0 0-1 0 0,0-1 1 0 0,-1 2 0 0 0,0-1-1 0 0,-1 1 1 0 0,0-1 0 0 0,-1 1-1 0 0,0 0 1 0 0,0 1 0 0 0,-1-1-1 0 0,-1 0 1 0 0,0 1 0 0 0,-1-1-1 0 0,0 0 1 0 0,-3 22 0 0 0,-7 48-1740 0 0,8-63-968 0 0,2-17 2434 0 0,0-1 0 0 0,0 1-1 0 0,0-1 1 0 0,0 1 0 0 0,0 0 0 0 0,0-1-1 0 0,0 1 1 0 0,0-1 0 0 0,0 1 0 0 0,0-1 0 0 0,0 1-1 0 0,0-1 1 0 0,1 1 0 0 0,-1-1 0 0 0,0 1-1 0 0,0-1 1 0 0,1 1 0 0 0,-1-1 0 0 0,0 1 0 0 0,1-1-1 0 0,-1 1 1 0 0,0-1 0 0 0,1 0 0 0 0,-1 1-1 0 0,1-1 1 0 0,-1 0 0 0 0,1 1 0 0 0,-1-1 0 0 0,1 0-1 0 0,-1 0 1 0 0,1 1 0 0 0,-1-1 0 0 0,1 0-1 0 0,-1 0 1 0 0,1 0 0 0 0,33-6-10346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4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384 160 1220 0 0,'13'-15'2903'0'0,"0"0"0"0"0,10-18 0 0 0,-20 29-2397 0 0,0 0-1 0 0,-1 0 1 0 0,0 0 0 0 0,0 0-1 0 0,0-1 1 0 0,0 1 0 0 0,-1-1-1 0 0,0 0 1 0 0,0 1 0 0 0,0-1 0 0 0,0 0-1 0 0,-1 0 1 0 0,0 1 0 0 0,0-7-1 0 0,0 10-441 0 0,0 0 0 0 0,-1 0 0 0 0,1 0 0 0 0,0 0 1 0 0,-1 0-1 0 0,1 0 0 0 0,0 0 0 0 0,-1 0 0 0 0,1 0 0 0 0,-1 0 0 0 0,0 0 0 0 0,1 0 0 0 0,-1 0 0 0 0,0 0 0 0 0,1 1 0 0 0,-1-1 0 0 0,0 0 0 0 0,0 0 0 0 0,0 1 0 0 0,0-1 0 0 0,0 1 0 0 0,0-1 1 0 0,0 1-1 0 0,0-1 0 0 0,-2 0 0 0 0,1 1-9 0 0,-1-1 1 0 0,0 1-1 0 0,0 0 1 0 0,0 0 0 0 0,0 0-1 0 0,1 0 1 0 0,-1 0-1 0 0,0 1 1 0 0,0-1-1 0 0,-2 2 1 0 0,-6 1 7 0 0,1 1 0 0 0,0 1 0 0 0,0 0 0 0 0,-13 8 1 0 0,-1 3 16 0 0,1 1 1 0 0,1 2-1 0 0,-31 31 1 0 0,43-39-69 0 0,0 1-1 0 0,0 0 1 0 0,1 1-1 0 0,0 0 1 0 0,1 0-1 0 0,1 1 1 0 0,0 0 0 0 0,-5 18-1 0 0,11-29-8 0 0,0 0-1 0 0,0-1 1 0 0,0 1-1 0 0,1 0 0 0 0,-1 0 1 0 0,1 0-1 0 0,0 0 1 0 0,0 0-1 0 0,0 0 1 0 0,0-1-1 0 0,1 1 0 0 0,-1 0 1 0 0,1 0-1 0 0,0 0 1 0 0,-1 0-1 0 0,1-1 1 0 0,1 1-1 0 0,-1 0 0 0 0,0-1 1 0 0,2 4-1 0 0,-1-4-3 0 0,0 0-1 0 0,0 0 1 0 0,1-1-1 0 0,-1 1 1 0 0,0 0-1 0 0,1-1 1 0 0,-1 1-1 0 0,1-1 1 0 0,-1 0-1 0 0,1 0 1 0 0,-1 0-1 0 0,1 0 1 0 0,0 0-1 0 0,0-1 1 0 0,-1 1-1 0 0,1-1 1 0 0,0 0-1 0 0,0 0 1 0 0,0 0-1 0 0,4 0 1 0 0,3-1-10 0 0,1-1 0 0 0,-1 0 0 0 0,0-1-1 0 0,1 0 1 0 0,-1 0 0 0 0,-1-1 0 0 0,1-1 0 0 0,0 0 0 0 0,-1 0 0 0 0,0 0 0 0 0,0-1 0 0 0,8-8 0 0 0,12-11-38 0 0,50-56 0 0 0,-76 78 46 0 0,20-25 23 0 0,-18 21-22 0 0,0 0 1 0 0,1 0-1 0 0,0 1 1 0 0,0 0 0 0 0,1 0-1 0 0,10-8 1 0 0,-16 15 0 0 0,0-1 0 0 0,-1 1 0 0 0,1-1 0 0 0,-1 1 0 0 0,1 0 0 0 0,-1-1 0 0 0,1 1-1 0 0,-1 0 1 0 0,0 0 0 0 0,1-1 0 0 0,-1 1 0 0 0,0 0 0 0 0,1 0 0 0 0,-1 0 0 0 0,0-1 0 0 0,0 1 0 0 0,0 0 0 0 0,0 0 0 0 0,0 0 0 0 0,0 1 0 0 0,0 25 357 0 0,-1 1 0 0 0,-8 44 0 0 0,2-22 186 0 0,-96 639 3945 0 0,94-634-3633 0 0,-3-1-1 0 0,-3 0 1 0 0,-2 0-1 0 0,-23 51 1 0 0,36-97-738 0 0,0 0 1 0 0,-1 0-1 0 0,0 0 1 0 0,0-1-1 0 0,-1 1 1 0 0,1-1-1 0 0,-1-1 1 0 0,-1 1-1 0 0,0-1 1 0 0,-11 9-1 0 0,13-12-76 0 0,1-1-1 0 0,-1 0 0 0 0,1 1 0 0 0,-1-2 1 0 0,0 1-1 0 0,0-1 0 0 0,0 1 1 0 0,0-1-1 0 0,0-1 0 0 0,0 1 0 0 0,0-1 1 0 0,0 1-1 0 0,0-2 0 0 0,0 1 0 0 0,0 0 1 0 0,0-1-1 0 0,0 0 0 0 0,0 0 0 0 0,0-1 1 0 0,-7-2-1 0 0,4 1-39 0 0,1-1 0 0 0,0 1 0 0 0,0-1 0 0 0,0-1 0 0 0,1 1 0 0 0,-1-1 0 0 0,1 0 0 0 0,0-1 0 0 0,0 1 0 0 0,1-1 0 0 0,0 0 0 0 0,-6-9 0 0 0,5 5 0 0 0,0 0 0 0 0,2 0 0 0 0,-1 0 0 0 0,1-1 0 0 0,0 0 0 0 0,1 0 0 0 0,-3-22 0 0 0,3 10 0 0 0,2 0 0 0 0,1-1 0 0 0,1 1 0 0 0,1 0 0 0 0,0-1 0 0 0,2 1 0 0 0,13-43 0 0 0,0 19-1251 0 0,1 1 0 0 0,3 1 0 0 0,30-50 1 0 0,89-119-7157 0 0,-86 136 6428 0 0,-23 30-3949 0 0,-3-1-3118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221 124 2788 0 0,'-34'-18'2668'0'0,"2"1"-379"0"0,8 2-121 0 0,0 3-248 0 0,6 0-308 0 0,1 3-308 0 0,0-1-280 0 0,5 3-203 0 0,0 1-153 0 0,0-1-224 0 0,6 2-320 0 0,-6 0-696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5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312 801 600 0 0,'-47'49'10706'0'0,"46"-48"-10589"0"0,1-1-1 0 0,-1 0 0 0 0,1 0 0 0 0,0 1 1 0 0,-1-1-1 0 0,1 0 0 0 0,0 0 1 0 0,0 1-1 0 0,-1-1 0 0 0,1 0 0 0 0,0 1 1 0 0,0-1-1 0 0,-1 1 0 0 0,1-1 0 0 0,0 0 1 0 0,0 1-1 0 0,0-1 0 0 0,0 1 1 0 0,0-1-1 0 0,-1 0 0 0 0,1 1 0 0 0,0-1 1 0 0,0 1-1 0 0,0-1 0 0 0,0 1 0 0 0,0-1 1 0 0,0 0-1 0 0,1 1 0 0 0,-1-1 1 0 0,0 1-1 0 0,0-1 0 0 0,0 0 0 0 0,0 1 1 0 0,0-1-1 0 0,0 1 0 0 0,1-1 1 0 0,-1 0-1 0 0,0 1 0 0 0,0-1 0 0 0,1 0 1 0 0,-1 1-1 0 0,0-1 0 0 0,1 0 0 0 0,-1 1 1 0 0,1-1-1 0 0,0 1 33 0 0,0 0 0 0 0,1-1 0 0 0,-1 1 0 0 0,1-1 0 0 0,-1 1-1 0 0,1-1 1 0 0,-1 0 0 0 0,1 1 0 0 0,-1-1 0 0 0,1 0 0 0 0,-1 0 0 0 0,1 0 0 0 0,1 0 0 0 0,12-3 41 0 0,0 0 1 0 0,0 0 0 0 0,0-1-1 0 0,-1-1 1 0 0,0-1 0 0 0,0 0-1 0 0,0 0 1 0 0,-1-2 0 0 0,0 1-1 0 0,14-12 1 0 0,-9 4-118 0 0,-1 0 1 0 0,-1-1-1 0 0,0-1 1 0 0,-1 0-1 0 0,-1-1 1 0 0,14-24-1 0 0,-5 2-77 0 0,-3 0 0 0 0,-1-2 0 0 0,-2 0 0 0 0,-2-1 0 0 0,-1 0 0 0 0,10-63 0 0 0,-23 98-2 0 0,40-273-316 0 0,-41 280 311 0 0,0 1 1 0 0,0-1-1 0 0,1 0 0 0 0,-1 0 1 0 0,0 1-1 0 0,0-1 1 0 0,0 0-1 0 0,0 0 1 0 0,0 0-1 0 0,0 1 1 0 0,-1-1-1 0 0,1 0 1 0 0,0 0-1 0 0,0 1 0 0 0,0-1 1 0 0,-1 0-1 0 0,1 1 1 0 0,0-1-1 0 0,-1 0 1 0 0,0 0-1 0 0,-7 9-78 0 0,-10 26 38 0 0,-19 67 66 0 0,-38 160 0 0 0,54-177 0 0 0,-126 555 254 0 0,10-39 43 0 0,93-435-231 0 0,-51 227 206 0 0,92-373-268 0 0,-8 61 75 0 0,10-71-67 0 0,1-1 0 0 0,0 1 0 0 0,1 0 0 0 0,-1-1 0 0 0,2 1 1 0 0,-1-1-1 0 0,4 10 0 0 0,-5-16-18 0 0,1 0-1 0 0,0 1 1 0 0,0-1 0 0 0,1 0 0 0 0,-1 0 0 0 0,0 0 0 0 0,1 0 0 0 0,-1 0 0 0 0,1 0-1 0 0,0-1 1 0 0,-1 1 0 0 0,1 0 0 0 0,0-1 0 0 0,0 1 0 0 0,0-1 0 0 0,5 3 0 0 0,-3-3 0 0 0,0 1 0 0 0,0-1 1 0 0,0 0-1 0 0,0 0 0 0 0,1-1 1 0 0,-1 1-1 0 0,0-1 1 0 0,1 0-1 0 0,3 0 0 0 0,6-2 4 0 0,-1 0-1 0 0,1 0 1 0 0,-1-2-1 0 0,0 0 1 0 0,15-6-1 0 0,-12 4-9 0 0,-1-2 1 0 0,0 1-1 0 0,-1-2 1 0 0,0 0-1 0 0,0 0 1 0 0,-1-1-1 0 0,0-1 1 0 0,-1 0-1 0 0,0-1 1 0 0,19-25-1 0 0,-22 24 1 0 0,-1 1 0 0 0,-1-1-1 0 0,0-1 1 0 0,-1 1 0 0 0,-1-1 0 0 0,0 0-1 0 0,0-1 1 0 0,-2 1 0 0 0,0-1-1 0 0,0 1 1 0 0,-2-1 0 0 0,1-22 0 0 0,-3 8-5 0 0,-1 1 1 0 0,-2 0 0 0 0,-1-1 0 0 0,-1 2 0 0 0,-1-1-1 0 0,-1 1 1 0 0,-2 0 0 0 0,-1 1 0 0 0,-1 0-1 0 0,-1 0 1 0 0,-23-33 0 0 0,1 11 194 0 0,-1 1 0 0 0,-3 2 0 0 0,-1 2 0 0 0,-69-56-1 0 0,78 73-66 0 0,-116-110 343 0 0,146 135-548 0 0,-1 0 1 0 0,1-1 0 0 0,0 1 0 0 0,0-1-1 0 0,0 1 1 0 0,0-1 0 0 0,0 1 0 0 0,0-1 0 0 0,1 1-1 0 0,-1-1 1 0 0,0 0 0 0 0,1 1 0 0 0,-1-1 0 0 0,1 0-1 0 0,0 0 1 0 0,0 1 0 0 0,-1-1 0 0 0,1 0 0 0 0,0 0-1 0 0,1 0 1 0 0,-1 1 0 0 0,0-1 0 0 0,0 0-1 0 0,1 0 1 0 0,-1 1 0 0 0,1-1 0 0 0,-1 0 0 0 0,1 1-1 0 0,0-1 1 0 0,0 1 0 0 0,0-1 0 0 0,0 1 0 0 0,0-1-1 0 0,0 1 1 0 0,0-1 0 0 0,0 1 0 0 0,0 0 0 0 0,2-2-1 0 0,6-4-598 0 0,0 0 0 0 0,0 0 0 0 0,0 1 0 0 0,20-9 0 0 0,41-16-3506 0 0,131-40 0 0 0,-144 53 1439 0 0,2-2-1280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5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200 235 1612 0 0,'10'-7'888'0'0,"0"-1"0"0"0,0 0-1 0 0,-1-1 1 0 0,0 0 0 0 0,-1-1-1 0 0,0 1 1 0 0,0-1 0 0 0,7-14-1 0 0,-13 20-616 0 0,1 0-1 0 0,-2 0 0 0 0,1 0 0 0 0,0 0 0 0 0,-1 0 0 0 0,0-1 1 0 0,0 1-1 0 0,0 0 0 0 0,0-1 0 0 0,-1 1 0 0 0,0-1 1 0 0,0 1-1 0 0,0 0 0 0 0,0-1 0 0 0,-1 1 0 0 0,0-1 0 0 0,0 1 1 0 0,0 0-1 0 0,0-1 0 0 0,-1 1 0 0 0,1 0 0 0 0,-1 0 1 0 0,0 0-1 0 0,0 0 0 0 0,-1 1 0 0 0,-4-7 0 0 0,5 8-210 0 0,1 0 1 0 0,-1 0-1 0 0,0 1 0 0 0,1-1 0 0 0,-1 1 0 0 0,0-1 0 0 0,0 1 1 0 0,0 0-1 0 0,0-1 0 0 0,0 1 0 0 0,0 0 0 0 0,-1 1 0 0 0,1-1 1 0 0,0 0-1 0 0,0 1 0 0 0,-1-1 0 0 0,1 1 0 0 0,0-1 0 0 0,-4 1 1 0 0,1 1-19 0 0,1-1 1 0 0,-1 1 0 0 0,1 0 0 0 0,-1 0 0 0 0,1 0-1 0 0,0 1 1 0 0,-1-1 0 0 0,1 1 0 0 0,-6 4 0 0 0,-2 1-12 0 0,1 2-1 0 0,0-1 1 0 0,0 1 0 0 0,0 1 0 0 0,-14 17 0 0 0,10-8 5 0 0,0 1-1 0 0,1 0 1 0 0,-16 31-1 0 0,25-42-15 0 0,1 1 0 0 0,0-1 0 0 0,1 1 1 0 0,0 0-1 0 0,0-1 0 0 0,1 2 0 0 0,0-1 0 0 0,1 0 0 0 0,0 0 0 0 0,1 0 0 0 0,1 11 0 0 0,-1-17-17 0 0,0-1 1 0 0,1 1-1 0 0,0 0 0 0 0,0 0 1 0 0,0-1-1 0 0,0 1 1 0 0,0-1-1 0 0,1 1 0 0 0,0-1 1 0 0,-1 1-1 0 0,1-1 0 0 0,0 0 1 0 0,1 0-1 0 0,-1 0 1 0 0,1 0-1 0 0,-1 0 0 0 0,1 0 1 0 0,0-1-1 0 0,0 1 1 0 0,0-1-1 0 0,0 0 0 0 0,1 0 1 0 0,-1 0-1 0 0,0-1 1 0 0,1 1-1 0 0,-1-1 0 0 0,1 1 1 0 0,0-1-1 0 0,-1 0 1 0 0,1-1-1 0 0,0 1 0 0 0,0-1 1 0 0,0 1-1 0 0,3-1 1 0 0,2-1-29 0 0,-1 1 0 0 0,0-1 0 0 0,0 0 1 0 0,0-1-1 0 0,1 1 0 0 0,-1-2 1 0 0,-1 1-1 0 0,1-1 0 0 0,0 0 0 0 0,-1-1 1 0 0,0 0-1 0 0,1 0 0 0 0,-2-1 0 0 0,1 1 1 0 0,6-7-1 0 0,0-2-4 0 0,-1-1-1 0 0,0-1 0 0 0,-1 0 1 0 0,18-32-1 0 0,25-69 1227 0 0,-53 114-1191 0 0,0 2-19 0 0,-1 1 15 0 0,0-1 0 0 0,1 0-1 0 0,-1 0 1 0 0,1 0 0 0 0,-1 1 0 0 0,0-1 0 0 0,1 0-1 0 0,-1 1 1 0 0,0-1 0 0 0,1 0 0 0 0,-1 1-1 0 0,0-1 1 0 0,0 0 0 0 0,1 1 0 0 0,-1-1 0 0 0,0 1-1 0 0,0-1 1 0 0,0 0 0 0 0,0 1 0 0 0,1-1 0 0 0,-1 1-1 0 0,0-1 1 0 0,0 1 0 0 0,0-1 0 0 0,0 0 0 0 0,0 1-1 0 0,0-1 1 0 0,0 1 0 0 0,0-1 0 0 0,0 1 0 0 0,0-1-1 0 0,0 0 1 0 0,-1 1 0 0 0,1-1 0 0 0,0 1 0 0 0,-5 22-6 0 0,4-20 11 0 0,-1 5-66 0 0,-6 23 112 0 0,2 0 0 0 0,-4 39-1 0 0,9-62-406 0 0,1 0-1 0 0,0 0 1 0 0,0 0-1 0 0,0 0 0 0 0,1 0 1 0 0,1 0-1 0 0,-1 0 0 0 0,1-1 1 0 0,1 1-1 0 0,-1 0 0 0 0,1-1 1 0 0,0 0-1 0 0,1 1 0 0 0,6 8 1 0 0,-8-13-193 0 0,1 0 0 0 0,0 0 0 0 0,0-1 0 0 0,0 1 0 0 0,0-1 0 0 0,0 0 0 0 0,0 1 0 0 0,0-2 0 0 0,1 1 0 0 0,-1 0 1 0 0,1-1-1 0 0,6 3 0 0 0,12 3-4648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5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237 228 1432 0 0,'7'-16'1800'0'0,"-1"0"0"0"0,-1-1-1 0 0,0 1 1 0 0,3-21 0 0 0,-6 29-1246 0 0,-1 0 0 0 0,0 0 0 0 0,-1 0 0 0 0,0 0 0 0 0,0 0 0 0 0,-1 0 0 0 0,0-1 0 0 0,-1 2 0 0 0,1-1 0 0 0,-1 0 1 0 0,-4-9-1 0 0,5 16-499 0 0,1 0 1 0 0,-1-1 0 0 0,0 1 0 0 0,1 0 0 0 0,-1 0 0 0 0,0 0 0 0 0,0 0 0 0 0,0 0 0 0 0,0-1-1 0 0,0 2 1 0 0,0-1 0 0 0,0 0 0 0 0,0 0 0 0 0,0 0 0 0 0,-1 0 0 0 0,1 1 0 0 0,0-1 0 0 0,0 1 0 0 0,-1-1-1 0 0,1 1 1 0 0,-3-1 0 0 0,2 1-10 0 0,-1-1 0 0 0,0 1 0 0 0,0 1 0 0 0,1-1 0 0 0,-1 0 0 0 0,0 1 0 0 0,0-1 0 0 0,1 1 0 0 0,-1 0 0 0 0,-4 2 0 0 0,-3 2 31 0 0,0 0 0 0 0,0 1 1 0 0,0 1-1 0 0,-11 10 1 0 0,8-7-39 0 0,1 1 0 0 0,0 0 0 0 0,1 1 0 0 0,1 1 0 0 0,-1 0 0 0 0,2 0 0 0 0,0 1 0 0 0,1 0 0 0 0,0 0 0 0 0,1 1 0 0 0,1 0 0 0 0,0 0 0 0 0,1 1 0 0 0,-5 28-1 0 0,9-37-74 0 0,1-1 0 0 0,0 1 0 0 0,0 0 0 0 0,0 0 0 0 0,1 0 1 0 0,0 0-1 0 0,1-1 0 0 0,0 1 0 0 0,0 0 0 0 0,0-1 0 0 0,0 1 0 0 0,1-1 0 0 0,0 0 0 0 0,1 0 0 0 0,-1 0 0 0 0,1 0 0 0 0,0-1 0 0 0,1 0 0 0 0,-1 0 0 0 0,1 0 0 0 0,0 0 0 0 0,0 0 0 0 0,1-1 0 0 0,-1 0 0 0 0,12 6 0 0 0,-6-4-467 0 0,0-1 0 0 0,0 0 0 0 0,0-1-1 0 0,1 0 1 0 0,-1 0 0 0 0,14 1 0 0 0,-13-3-675 0 0,0 0 0 0 0,1-1 0 0 0,-1-1 0 0 0,0 0-1 0 0,22-3 1 0 0,9-6-4678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6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344 227 436 0 0,'1'-18'1386'0'0,"1"-19"2040"0"0,-1-1 0 0 0,-2 1-1 0 0,-7-54 1 0 0,8 91-3404 0 0,0 0 0 0 0,0-1 0 0 0,0 1-1 0 0,0 0 1 0 0,-1 0 0 0 0,1-1-1 0 0,0 1 1 0 0,0 0 0 0 0,0-1 0 0 0,0 1-1 0 0,0 0 1 0 0,-1 0 0 0 0,1 0-1 0 0,0-1 1 0 0,0 1 0 0 0,0 0 0 0 0,-1 0-1 0 0,1 0 1 0 0,0-1 0 0 0,0 1-1 0 0,-1 0 1 0 0,1 0 0 0 0,0 0-1 0 0,0 0 1 0 0,-1 0 0 0 0,1 0 0 0 0,0 0-1 0 0,-1 0 1 0 0,1-1 0 0 0,0 1-1 0 0,0 0 1 0 0,-1 0 0 0 0,1 0 0 0 0,0 0-1 0 0,-1 0 1 0 0,1 1 0 0 0,0-1-1 0 0,0 0 1 0 0,-1 0 0 0 0,1 0 0 0 0,0 0-1 0 0,-1 0 1 0 0,1 0 0 0 0,0 0-1 0 0,0 0 1 0 0,-1 1 0 0 0,1-1 0 0 0,0 0-1 0 0,0 0 1 0 0,0 0 0 0 0,-1 1-1 0 0,1-1 1 0 0,-11 9 228 0 0,1 5 116 0 0,0 0 1 0 0,1 1 0 0 0,1 0-1 0 0,-11 25 1 0 0,-19 68 856 0 0,29-82-1008 0 0,-57 184 847 0 0,-67 364 0 0 0,131-560-1244 0 0,-3 16-843 0 0,-1 33 0 0 0,6-55 478 0 0,0 0-1 0 0,0 0 0 0 0,1 1 1 0 0,0-1-1 0 0,1 0 0 0 0,0 0 1 0 0,0 0-1 0 0,0-1 0 0 0,4 9 1 0 0,-4-13-32 0 0,0 0 0 0 0,0 0 0 0 0,0 0 1 0 0,0 0-1 0 0,1-1 0 0 0,-1 1 0 0 0,1-1 0 0 0,-1 0 1 0 0,1 1-1 0 0,3 1 0 0 0,12 6-5263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0 219 1380 0 0,'22'-39'4748'0'0,"34"-69"8697"0"0,-56 106-12597 0 0,1 2-835 0 0,-1 0 1 0 0,1 0 0 0 0,-1 1 0 0 0,1-1 0 0 0,-1 0 0 0 0,0 1 0 0 0,1-1-1 0 0,-1 1 1 0 0,1-1 0 0 0,-1 0 0 0 0,0 1 0 0 0,0-1 0 0 0,1 1 0 0 0,-1-1 0 0 0,0 1-1 0 0,0-1 1 0 0,1 1 0 0 0,-1-1 0 0 0,0 1 0 0 0,0-1 0 0 0,0 1 0 0 0,0-1 0 0 0,0 1-1 0 0,0-1 1 0 0,0 1 0 0 0,0-1 0 0 0,0 1 0 0 0,0 0 0 0 0,0 0 0 0 0,-2 17 126 0 0,-16 68 284 0 0,10-58-358 0 0,2 1 0 0 0,1 0 0 0 0,1 0 1 0 0,1 1-1 0 0,2 47 0 0 0,2-73-50 0 0,-1-1 1 0 0,1 1-1 0 0,-1-1 0 0 0,1 1 1 0 0,0-1-1 0 0,0 0 0 0 0,1 0 1 0 0,-1 1-1 0 0,1-1 0 0 0,-1 0 1 0 0,1 0-1 0 0,0 0 0 0 0,0 0 1 0 0,0-1-1 0 0,1 1 0 0 0,-1-1 1 0 0,1 1-1 0 0,2 1 0 0 0,-1-1 3 0 0,0-1 0 0 0,1 0 0 0 0,-1 0 0 0 0,0 0 0 0 0,1-1 0 0 0,-1 1 0 0 0,1-1 0 0 0,0 0 0 0 0,-1 0 0 0 0,1-1 0 0 0,9 0 0 0 0,-1 0 6 0 0,-1-1 0 0 0,1-1 1 0 0,0-1-1 0 0,-1 1 0 0 0,0-2 1 0 0,1 0-1 0 0,-1 0 0 0 0,22-13 0 0 0,-24 11-17 0 0,1-1-1 0 0,-1 0 0 0 0,0-1 0 0 0,0 0 0 0 0,-1 0 1 0 0,0-1-1 0 0,-1-1 0 0 0,0 1 0 0 0,0-1 0 0 0,-1-1 1 0 0,10-19-1 0 0,-13 22-14 0 0,-1 1-1 0 0,0-1 1 0 0,-1 0 0 0 0,0 0 0 0 0,0 0 0 0 0,0 0 0 0 0,-1 0-1 0 0,-1-1 1 0 0,1 1 0 0 0,-1 0 0 0 0,-1 0 0 0 0,1-1-1 0 0,-1 1 1 0 0,-1 0 0 0 0,0 0 0 0 0,0 0 0 0 0,0 0 0 0 0,-7-14-1 0 0,2 9-3 0 0,-1 0-1 0 0,0 0 0 0 0,0 1 1 0 0,-1 0-1 0 0,-1 1 0 0 0,0 0 1 0 0,0 0-1 0 0,-19-13 0 0 0,24 19-51 0 0,-1 1 0 0 0,0 0 0 0 0,0 0 0 0 0,0 1 0 0 0,-1 0 0 0 0,1 0 1 0 0,-1 0-1 0 0,0 1 0 0 0,0 0 0 0 0,0 0 0 0 0,0 0 0 0 0,0 1 0 0 0,0 0 0 0 0,0 1 0 0 0,0 0 0 0 0,0 0 0 0 0,0 0 0 0 0,-1 1 0 0 0,-8 2 0 0 0,14-3-62 0 0,1 0-1 0 0,-1 0 1 0 0,0 1 0 0 0,1-1-1 0 0,-1 1 1 0 0,1 0-1 0 0,-1-1 1 0 0,1 1 0 0 0,-1 0-1 0 0,1 0 1 0 0,-1 0-1 0 0,1 0 1 0 0,0 0-1 0 0,-1 0 1 0 0,1 0 0 0 0,0 1-1 0 0,0-1 1 0 0,0 0-1 0 0,0 1 1 0 0,0-1-1 0 0,0 0 1 0 0,0 1 0 0 0,1 0-1 0 0,-1-1 1 0 0,0 1-1 0 0,0 2 1 0 0,1-2-9 0 0,0-1 0 0 0,0 0 0 0 0,1 0 1 0 0,-1 0-1 0 0,0 0 0 0 0,0 0 0 0 0,1 1 0 0 0,-1-1 0 0 0,1 0 1 0 0,-1 0-1 0 0,1 0 0 0 0,-1 0 0 0 0,1 0 0 0 0,0 0 0 0 0,-1 0 1 0 0,1-1-1 0 0,0 1 0 0 0,0 0 0 0 0,0 0 0 0 0,-1 0 0 0 0,1-1 1 0 0,0 1-1 0 0,0 0 0 0 0,0-1 0 0 0,0 1 0 0 0,3 0 0 0 0,30 11-2166 0 0,-28-10 1848 0 0,14 2-1681 0 0,0 0-1 0 0,39 1 1 0 0,-31-3-460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6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3900 0 0,'218'-27'6779'0'0,"-214"26"-6663"0"0,0 1 0 0 0,-1 0 0 0 0,1 0 0 0 0,0 0 0 0 0,0 1 0 0 0,0-1 0 0 0,0 1 0 0 0,0 0 0 0 0,0 0 0 0 0,-1 0 0 0 0,1 0 0 0 0,0 1 0 0 0,-1 0 0 0 0,1-1 1 0 0,-1 1-1 0 0,5 3 0 0 0,-4-1 37 0 0,0 0 1 0 0,0 0 0 0 0,-1 0 0 0 0,1 1 0 0 0,-1-1 0 0 0,0 1 0 0 0,0 0-1 0 0,0-1 1 0 0,-1 2 0 0 0,3 6 0 0 0,-1 0 166 0 0,0 0 0 0 0,-1 1 0 0 0,-1 0 0 0 0,0-1 0 0 0,-1 1 0 0 0,0 0 0 0 0,-1 0 0 0 0,-3 25 0 0 0,-2-13 914 0 0,-2 0 1 0 0,0-1-1 0 0,-2 0 1 0 0,-12 24-1 0 0,8-19 7145 0 0,22-46-7562 0 0,-1 4-792 0 0,2 1-1 0 0,-1-1 1 0 0,2 2 0 0 0,0-1 0 0 0,0 1 0 0 0,17-11 0 0 0,-12 7-24 0 0,55-42-1341 0 0,3 3-1 0 0,89-50 1 0 0,-156 99 592 0 0,51-32-5328 0 0,-24 6-3986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7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70 2440 0 0,'-319'-69'16943'0'0,"316"68"-16007"0"0,11 2-866 0 0,-1 0 0 0 0,0 0 0 0 0,0 0 1 0 0,7 3-1 0 0,13 2-477 0 0,94 16-2345 0 0,66 10-6011 0 0,-117-23 2419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07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38 6813 0 0,'-15'-24'15221'0'0,"12"16"-13313"0"0,13 3-4596 0 0,2 8-984 0 0,0 2 639 0 0,-1-1-1531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1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66 2152 0 0,'6'-15'3499'0'0,"-1"0"1"0"0,12-21 772 0 0,-11 74-2463 0 0,-10 43-289 0 0,-4 0 0 0 0,-23 103 1 0 0,18-116-1103 0 0,-49 182 337 0 0,36-157-588 0 0,16-53-133 0 0,-62 195 12 0 0,72-234-229 0 0,-1 0 1 0 0,1 0 0 0 0,0-1 0 0 0,0 1 0 0 0,-1 0 0 0 0,1 0-1 0 0,-1-1 1 0 0,1 1 0 0 0,0 0 0 0 0,-1-1 0 0 0,1 1-1 0 0,-1-1 1 0 0,0 1 0 0 0,1 0 0 0 0,-1-1 0 0 0,1 1 0 0 0,-1-1-1 0 0,0 1 1 0 0,1-1 0 0 0,-2 1 0 0 0,1-1 72 0 0,1 0-1 0 0,-1 0 1 0 0,1 0 0 0 0,-1-1 0 0 0,1 1-1 0 0,-1 0 1 0 0,1 0 0 0 0,0 0-1 0 0,-1-1 1 0 0,1 1 0 0 0,-1 0 0 0 0,1 0-1 0 0,-1-1 1 0 0,1 1 0 0 0,0 0 0 0 0,-1-1-1 0 0,1 1 1 0 0,0 0 0 0 0,-1-1 0 0 0,1 1-1 0 0,0-1 1 0 0,-1 0 0 0 0,-1-2-899 0 0,0-1 0 0 0,0 1-1 0 0,1-1 1 0 0,0 1 0 0 0,-1-1 0 0 0,0-5 0 0 0,0-7-4374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1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0 157 568 0 0,'1'-6'800'0'0,"1"-10"630"0"0,1 1 0 0 0,0-1 0 0 0,1 1 0 0 0,8-20 0 0 0,-11 32-1301 0 0,1 0-1 0 0,0-1 1 0 0,-1 1-1 0 0,1 0 1 0 0,0 0-1 0 0,0 0 1 0 0,1 1-1 0 0,-1-1 1 0 0,1 0-1 0 0,-1 1 1 0 0,1-1-1 0 0,0 1 1 0 0,0 0-1 0 0,0 0 1 0 0,0 0-1 0 0,0 1 1 0 0,1-1-1 0 0,-1 1 1 0 0,0-1 0 0 0,1 1-1 0 0,-1 0 1 0 0,1 1-1 0 0,-1-1 1 0 0,6 0-1 0 0,7 1 71 0 0,-1 1-1 0 0,0 0 1 0 0,0 1-1 0 0,0 1 1 0 0,0 0-1 0 0,0 1 1 0 0,-1 1-1 0 0,1 0 1 0 0,13 8-1 0 0,-2 0-31 0 0,0 2-1 0 0,-2 0 1 0 0,42 33-1 0 0,-61-44-44 0 0,-1 0-1 0 0,0 0 1 0 0,0 0 0 0 0,0 0-1 0 0,0 1 1 0 0,-1 0 0 0 0,1-1-1 0 0,-1 1 1 0 0,0 1 0 0 0,-1-1 0 0 0,1 0-1 0 0,-1 1 1 0 0,0-1 0 0 0,-1 1-1 0 0,1 0 1 0 0,-1-1 0 0 0,0 1-1 0 0,-1 0 1 0 0,1 0 0 0 0,-1 0-1 0 0,0-1 1 0 0,-1 1 0 0 0,-1 11-1 0 0,-1-6 153 0 0,0 1 0 0 0,-1-1 0 0 0,-1 0 0 0 0,0 0 0 0 0,0-1 0 0 0,-1 1 0 0 0,0-1 0 0 0,-1 0-1 0 0,0-1 1 0 0,-16 16 0 0 0,8-10-74 0 0,-1-1 1 0 0,-1-1-1 0 0,0 0 0 0 0,-1-1 1 0 0,0-1-1 0 0,-1-1 0 0 0,0-1 0 0 0,-1 0 1 0 0,-41 11-1 0 0,13-9-24 0 0,46-10-279 0 0,-2-1-200 0 0,-14-4-1553 0 0,11-1-639 0 0,28-8-6625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0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0 596 0 0,'-26'13'13359'0'0,"-4"-6"-1331"0"0,23-5-10142 0 0,22 4-1539 0 0,41-3-754 0 0,70 6-5431 0 0,-44 6-6887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29 1868 0 0,'-24'10'3470'0'0,"-72"25"11439"0"0,94-34-14480 0 0,0-1 600 0 0,12-1-724 0 0,44-4-1232 0 0,-32 1 161 0 0,123-25-3899 0 0,-50 8-1612 0 0,-34 6-694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2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96 1808 0 0,'42'-78'30118'0'0,"-41"78"-29749"0"0,6-12 103 0 0,-5 7-472 0 0,-2 22 0 0 0,-2-1 0 0 0,-5 32 0 0 0,0-7 0 0 0,-48 301 0 0 0,45-298 0 0 0,7-32 0 0 0,0 0 0 0 0,3-12-200 0 0,0 1 1 0 0,0 0-1 0 0,0 0 0 0 0,0 0 0 0 0,-1-1 1 0 0,1 1-1 0 0,0 0 0 0 0,0 0 0 0 0,-1-1 1 0 0,1 1-1 0 0,0 0 0 0 0,-1 0 0 0 0,1-1 1 0 0,0 1-1 0 0,-1 0 0 0 0,1-1 0 0 0,-1 1 1 0 0,1 0-1 0 0,-1-1 0 0 0,0 1 0 0 0,1-1 1 0 0,-1 1-1 0 0,1-1 0 0 0,-1 1 0 0 0,0-1 1 0 0,0 0-1 0 0,1 1 0 0 0,-1-1 0 0 0,0 0 1 0 0,0 1-1 0 0,1-1 0 0 0,-1 0 0 0 0,0 0 1 0 0,0 0-1 0 0,0 0 0 0 0,1 0 0 0 0,-1 0 1 0 0,0 0-1 0 0,0 0 0 0 0,0 0 0 0 0,1 0 1 0 0,-1 0-1 0 0,0 0 0 0 0,-1-1 0 0 0,-4 0-1025 0 0,4 1 86 0 0,-3-1-296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4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41 1952 0 0,'11'-27'12314'0'0,"-7"13"-7220"0"0,-2 25-2244 0 0,0 27-1146 0 0,-12 49 787 0 0,-30 133 1 0 0,25-154-2150 0 0,-9 48 36 0 0,-24 119-82 0 0,36-178-1701 0 0,0-20-5522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1074 53 1412 0 0,'-14'-8'5457'0'0,"-25"-12"3429"0"0,37 19-8109 0 0,-8-3 2483 0 0,10 4-3232 0 0,0 0-1 0 0,0 0 1 0 0,0 0-1 0 0,0 0 0 0 0,-1 0 1 0 0,1 0-1 0 0,0 0 1 0 0,0 0-1 0 0,0 0 0 0 0,0 0 1 0 0,0 0-1 0 0,-1 0 1 0 0,1 0-1 0 0,0 0 0 0 0,0 0 1 0 0,0 0-1 0 0,0 0 0 0 0,0-1 1 0 0,-1 1-1 0 0,1 0 1 0 0,0 0-1 0 0,0 0 0 0 0,0 0 1 0 0,0 0-1 0 0,0 0 1 0 0,0 0-1 0 0,0 0 0 0 0,0-1 1 0 0,0 1-1 0 0,-1 0 1 0 0,1 0-1 0 0,0 0 0 0 0,0 0 1 0 0,0 0-1 0 0,0-1 1 0 0,0 1-1 0 0,0 0 0 0 0,0 0 1 0 0,0 0-1 0 0,0 0 0 0 0,0 0 1 0 0,0-1-1 0 0,0 1 1 0 0,0 0-1 0 0,0 0 0 0 0,0 0 1 0 0,0 0-1 0 0,0 0 1 0 0,0-1-1 0 0,0 1 0 0 0,1 0 1 0 0,18-3 756 0 0,547-9 318 0 0,-564 12-1075 0 0,0 0 0 0 0,0 0 0 0 0,0 1 0 0 0,0-1 0 0 0,0 0 0 0 0,0 1 0 0 0,-1-1 0 0 0,1 1 0 0 0,0-1 0 0 0,0 1 0 0 0,0 0 0 0 0,0 0 0 0 0,-1 0 0 0 0,1 0 0 0 0,-1 0 0 0 0,1 0 0 0 0,0 0 0 0 0,-1 1 0 0 0,3 2 0 0 0,-2-2 86 0 0,-1 1 0 0 0,1 0 0 0 0,-1-1 0 0 0,0 1 0 0 0,0 0 0 0 0,0 0-1 0 0,0 0 1 0 0,0 0 0 0 0,-1 0 0 0 0,1 0 0 0 0,-1 5 0 0 0,0 6 393 0 0,-1 1-1 0 0,-1-1 1 0 0,0 1 0 0 0,-5 16-1 0 0,6-26-436 0 0,-121 661 5103 0 0,37 178-5172 0 0,64-658 0 0 0,-59 241 0 0 0,-80 175 0 0 0,158-595 0 0 0,-122 404 0 0 0,117-383 0 0 0,-2 0 0 0 0,-2 0 0 0 0,0-1 0 0 0,-2 0 0 0 0,-30 48 0 0 0,34-63 0 0 0,1-1 0 0 0,-2-1 0 0 0,1 1 0 0 0,-1-2 0 0 0,-1 1 0 0 0,0-1 0 0 0,0-1 0 0 0,-1 0 0 0 0,0 0 0 0 0,0-2 0 0 0,-1 1 0 0 0,0-2 0 0 0,0 1 0 0 0,-22 4 0 0 0,1-2 0 0 0,0-3 0 0 0,0-1 0 0 0,-38 0 0 0 0,-105-8 0 0 0,124 1 0 0 0,-15 1-3447 0 0,0-4 0 0 0,-120-26 0 0 0,166 26-4222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3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1368 0 0,'-2'0'2425'0'0,"-45"16"11109"0"0,39-12-11285 0 0,-10 5 1361 0 0,16-4-2365 0 0,13-2-835 0 0,30 2-208 0 0,0-2 0 0 0,66-4-1 0 0,-31-1-974 0 0,-51 1-561 0 0,-18 0-148 0 0,1 1-1 0 0,0 0 1 0 0,0 0 0 0 0,-1 1 0 0 0,1 0-1 0 0,13 3 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3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16 2836 0 0,'-35'23'14611'0'0,"4"3"-7959"0"0,30-26-6538 0 0,1 0-1 0 0,0 0 1 0 0,-1 0 0 0 0,1 0 0 0 0,0 1-1 0 0,-1-1 1 0 0,1 0 0 0 0,0 0 0 0 0,-1 0-1 0 0,1 1 1 0 0,0-1 0 0 0,-1 0 0 0 0,1 0-1 0 0,0 1 1 0 0,0-1 0 0 0,0 0 0 0 0,-1 1 0 0 0,1-1-1 0 0,0 0 1 0 0,0 1 0 0 0,0-1 0 0 0,0 0-1 0 0,-1 1 1 0 0,1-1 0 0 0,0 0 0 0 0,0 1-1 0 0,0-1 1 0 0,0 1 0 0 0,4 1 8 0 0,-1 0 1 0 0,1-1-1 0 0,-1 0 1 0 0,1 1-1 0 0,0-1 1 0 0,0 0 0 0 0,-1-1-1 0 0,1 1 1 0 0,0-1-1 0 0,0 0 1 0 0,5 0-1 0 0,53-4 220 0 0,-29 1-256 0 0,132-14-3872 0 0,-82 0-1532 0 0,-57 10 495 0 0,28-12 0 0 0,-20 2-3319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39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738 103 1408 0 0,'6'-7'2884'0'0,"-2"2"-1163"0"0,1-1-1 0 0,-2 1 0 0 0,1 0 0 0 0,-1-1 0 0 0,0 0 0 0 0,0 1 0 0 0,3-11 0 0 0,-6 15-1205 0 0,-6-14 531 0 0,1 11-978 0 0,-1 1 0 0 0,1 0 0 0 0,-1 1 1 0 0,1-1-1 0 0,-1 1 0 0 0,0 0 0 0 0,1 1 1 0 0,-1-1-1 0 0,0 1 0 0 0,0 0 0 0 0,-1 1 0 0 0,-5-1 1 0 0,-11 1 6 0 0,-43 4 0 0 0,50-2-66 0 0,0 1 0 0 0,0 1 0 0 0,0 0 0 0 0,0 1 0 0 0,1 1 0 0 0,-1 0 0 0 0,1 1 0 0 0,1 0 0 0 0,0 2 0 0 0,0-1 0 0 0,-20 18 0 0 0,23-17 22 0 0,1 1 0 0 0,0 0 0 0 0,1 1-1 0 0,0 0 1 0 0,1 1 0 0 0,0 0 0 0 0,1 0 0 0 0,0 0 0 0 0,1 1 0 0 0,0 0 0 0 0,1 0 0 0 0,1 1-1 0 0,-5 23 1 0 0,2 5 600 0 0,2 1-1 0 0,2 51 0 0 0,10 86 1030 0 0,0 23-546 0 0,-41 278 136 0 0,-36-2 121 0 0,-25-25 138 0 0,35-184-1162 0 0,36-129-465 0 0,23-137 150 0 0,0 0 0 0 0,0-1 0 0 0,1 1 0 0 0,0 0-1 0 0,-1 0 1 0 0,2-1 0 0 0,-1 6 0 0 0,1-7-9 0 0,-1-1-1 0 0,1 1 1 0 0,0-1 0 0 0,-1 1 0 0 0,1-1-1 0 0,0 1 1 0 0,0-1 0 0 0,0 0 0 0 0,0 1 0 0 0,0-1-1 0 0,0 0 1 0 0,0 0 0 0 0,0 0 0 0 0,1 0-1 0 0,-1 0 1 0 0,0 0 0 0 0,1 0 0 0 0,-1 0 0 0 0,1 0-1 0 0,1 0 1 0 0,15 5 43 0 0,1-1-1 0 0,-1 0 1 0 0,1-2 0 0 0,-1 0-1 0 0,30 1 1 0 0,-10-1-39 0 0,457 37 100 0 0,-317-31 83 0 0,-177-9-355 0 0,0 1 0 0 0,0-1 0 0 0,0 0 0 0 0,1 0 0 0 0,-1 0 0 0 0,0-1 0 0 0,0 1 0 0 0,0 0 1 0 0,0 0-1 0 0,1-1 0 0 0,-1 1 0 0 0,0 0 0 0 0,0-1 0 0 0,0 1 0 0 0,0-1 0 0 0,0 0 0 0 0,0 1 1 0 0,0-1-1 0 0,1-1 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4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59 364 0 0,'-7'-24'15629'0'0,"13"30"-15323"0"0,0 1 1 0 0,0-1-1 0 0,-1 1 1 0 0,0 0-1 0 0,9 14 1 0 0,19 46 763 0 0,-16-31-594 0 0,73 158 918 0 0,-33-70-1025 0 0,-49-107-507 0 0,-3-5 1579 0 0,0-1 1 0 0,1 0-1 0 0,9 13 722 0 0,-3-30-1073 0 0,-9 4-991 0 0,-1-1 0 0 0,1 0 0 0 0,-1 0 1 0 0,0 0-1 0 0,0 0 0 0 0,-1-1 0 0 0,1 1 0 0 0,0 0 0 0 0,1-7 0 0 0,3-4 25 0 0,106-268 448 0 0,-97 240-570 0 0,3-8-164 0 0,40-104-1192 0 0,-47 198-11255 0 0,-11-44 12561 0 0,2 36-7326 0 0,1-18 1056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40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3080 0 0,'8'16'21918'0'0,"-13"15"-20380"0"0,-10 35-1 0 0,-1 2-2692 0 0,13-52-494 0 0,1-1 0 0 0,-1 22 0 0 0,6-9-2180 0 0,3-10-2913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40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0 92 0 0,'0'0'17110'0'0,"-7"11"-14540"0"0,3 8-1857 0 0,-2 0-1 0 0,0-1 1 0 0,-1 1 0 0 0,-1-1 0 0 0,-19 32 0 0 0,-1 5-1073 0 0,5-4-1306 0 0,-3 6-2101 0 0,7-19-3889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41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1348 0 0,'0'-14'5667'0'0,"1"8"-4367"0"0,0 0 1 0 0,1 0 0 0 0,-1 1-1 0 0,1-1 1 0 0,3-6-1 0 0,-4 10-998 0 0,0 0 0 0 0,0 0-1 0 0,1 0 1 0 0,-1 0 0 0 0,0 0 0 0 0,1 0-1 0 0,-1 0 1 0 0,1 1 0 0 0,-1-1-1 0 0,1 1 1 0 0,0-1 0 0 0,-1 1-1 0 0,1-1 1 0 0,0 1 0 0 0,0 0-1 0 0,4-2 1 0 0,-4 3-218 0 0,0 0 1 0 0,-1 0-1 0 0,1 0 0 0 0,0 0 1 0 0,0 0-1 0 0,-1 1 0 0 0,1-1 0 0 0,0 0 1 0 0,-1 1-1 0 0,1-1 0 0 0,0 1 1 0 0,-1 0-1 0 0,1 0 0 0 0,-1-1 1 0 0,1 1-1 0 0,-1 0 0 0 0,3 2 0 0 0,24 22 718 0 0,-24-21-605 0 0,9 11 125 0 0,0 0 0 0 0,-1 1 0 0 0,-1 0 0 0 0,11 20 0 0 0,33 75 456 0 0,-42-83-637 0 0,64 157 385 0 0,-47-107 1717 0 0,-30-77-2186 0 0,0-1 1 0 0,0 1 0 0 0,1 0 0 0 0,-1-1 0 0 0,0 1 0 0 0,0-1-1 0 0,1 1 1 0 0,-1 0 0 0 0,0-1 0 0 0,1 1 0 0 0,-1-1 0 0 0,0 1 0 0 0,1-1-1 0 0,-1 1 1 0 0,1-1 0 0 0,-1 0 0 0 0,0 1 0 0 0,1-1 0 0 0,-1 1-1 0 0,1-1 1 0 0,0 0 0 0 0,-1 1 0 0 0,1-1 0 0 0,-1 0 0 0 0,1 0 0 0 0,-1 0-1 0 0,1 1 1 0 0,0-1 0 0 0,-1 0 0 0 0,1 0 0 0 0,0 0 0 0 0,-1 0 0 0 0,1 0-1 0 0,-1 0 1 0 0,1 0 0 0 0,0 0 0 0 0,-1 0 0 0 0,1 0 0 0 0,-1-1-1 0 0,1 1 1 0 0,0 0 0 0 0,-1 0 0 0 0,1-1 0 0 0,-1 1 0 0 0,1 0 0 0 0,-1 0-1 0 0,1-1 1 0 0,-1 1 0 0 0,1-1 0 0 0,-1 1 0 0 0,1 0 0 0 0,-1-1-1 0 0,1 1 1 0 0,-1-1 0 0 0,0 1 0 0 0,1-1 0 0 0,-1 0 0 0 0,1 0 0 0 0,22-35 332 0 0,-22 33-292 0 0,152-311 451 0 0,-118 238-976 0 0,-33 72 330 0 0,-2 1-533 0 0,2 0 0 0 0,-1 0 1 0 0,0 1-1 0 0,1-1 1 0 0,-1 0-1 0 0,1 1 0 0 0,0-1 1 0 0,0 1-1 0 0,0 0 1 0 0,0-1-1 0 0,0 1 0 0 0,0 0 1 0 0,5-3-1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41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30 980 0 0,'19'-15'15073'0'0,"-15"13"-14812"0"0,0-1 1 0 0,1 2 0 0 0,0-1-1 0 0,-1 0 1 0 0,1 1-1 0 0,0 0 1 0 0,0 0-1 0 0,0 0 1 0 0,0 1 0 0 0,0-1-1 0 0,0 1 1 0 0,0 0-1 0 0,0 1 1 0 0,-1-1-1 0 0,1 1 1 0 0,0 0 0 0 0,0 0-1 0 0,0 1 1 0 0,-1-1-1 0 0,1 1 1 0 0,6 3-1 0 0,-8-3-223 0 0,0-1-1 0 0,0 1 0 0 0,0 0 1 0 0,0 0-1 0 0,-1 0 0 0 0,1 0 1 0 0,0 0-1 0 0,-1 1 0 0 0,1-1 1 0 0,-1 1-1 0 0,0 0 0 0 0,0 0 1 0 0,0-1-1 0 0,0 1 0 0 0,-1 0 0 0 0,1 1 1 0 0,-1-1-1 0 0,0 0 0 0 0,1 0 1 0 0,-2 1-1 0 0,1-1 0 0 0,0 0 1 0 0,-1 1-1 0 0,1-1 0 0 0,-1 1 1 0 0,0-1-1 0 0,0 1 0 0 0,0-1 1 0 0,-1 1-1 0 0,1-1 0 0 0,-3 6 0 0 0,0 3 235 0 0,-2-1-1 0 0,0 0 0 0 0,0 0 1 0 0,-1-1-1 0 0,0 1 0 0 0,-11 12 0 0 0,-52 53 1255 0 0,34-39-1002 0 0,-6 9 363 0 0,41-46-883 0 0,0 0 1 0 0,0 0-1 0 0,0 0 1 0 0,0 0-1 0 0,0 0 1 0 0,0 1 0 0 0,0-1-1 0 0,0 0 1 0 0,0 0-1 0 0,0 0 1 0 0,0 0 0 0 0,0 0-1 0 0,0 0 1 0 0,0 1-1 0 0,0-1 1 0 0,0 0-1 0 0,0 0 1 0 0,0 0 0 0 0,0 0-1 0 0,0 0 1 0 0,0 0-1 0 0,0 1 1 0 0,0-1 0 0 0,0 0-1 0 0,0 0 1 0 0,0 0-1 0 0,0 0 1 0 0,0 0-1 0 0,0 0 1 0 0,0 0 0 0 0,0 1-1 0 0,0-1 1 0 0,0 0-1 0 0,0 0 1 0 0,0 0 0 0 0,1 0-1 0 0,-1 0 1 0 0,0 0-1 0 0,0 0 1 0 0,0 0-1 0 0,0 0 1 0 0,0 0 0 0 0,0 0-1 0 0,0 1 1 0 0,1-1-1 0 0,-1 0 1 0 0,0 0 0 0 0,0 0-1 0 0,10 2 108 0 0,7-1-56 0 0,16-2-163 0 0,0-2 0 0 0,57-11 0 0 0,64-26-2470 0 0,47-23-2570 0 0,-69 12-2843 0 0,-44 13-1800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4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887 75 2068 0 0,'-61'-50'16684'0'0,"62"50"-16614"0"0,-1-1 0 0 0,1 0 0 0 0,-1 0 0 0 0,1 0 0 0 0,-1 1-1 0 0,1-1 1 0 0,-1 0 0 0 0,1 1 0 0 0,0-1 0 0 0,-1 0 0 0 0,1 1 0 0 0,0-1-1 0 0,0 1 1 0 0,-1-1 0 0 0,1 1 0 0 0,0 0 0 0 0,0-1 0 0 0,0 1 0 0 0,0 0-1 0 0,-1-1 1 0 0,1 1 0 0 0,0 0 0 0 0,0 0 0 0 0,2 0 0 0 0,26-4 458 0 0,-28 3-482 0 0,285-6 1270 0 0,-208 8-873 0 0,-73-1-378 0 0,0-1-23 0 0,0 1 0 0 0,0 0 0 0 0,-1 0 1 0 0,1 1-1 0 0,0-1 0 0 0,0 1 0 0 0,-1 0 0 0 0,1 0 0 0 0,0 1 1 0 0,5 2-1 0 0,-9-3-22 0 0,0 0 0 0 0,1 0 0 0 0,-1 1 0 0 0,0-1 0 0 0,0 1 0 0 0,0-1 0 0 0,0 0 0 0 0,0 1 0 0 0,0 0 0 0 0,-1-1 0 0 0,1 1 0 0 0,0 0 0 0 0,-1-1 0 0 0,1 1 0 0 0,-1 0 0 0 0,0 0 0 0 0,0-1 0 0 0,1 1 0 0 0,-1 0 0 0 0,-1 2 0 0 0,-4 37 868 0 0,4-34-716 0 0,-58 234 3479 0 0,7-30-2259 0 0,-65 482 393 0 0,23-118-1919 0 0,49-313 637 0 0,43-249-477 0 0,-15 95 176 0 0,-38 122-1 0 0,53-223-193 0 0,0 0-1 0 0,-1-1 1 0 0,0 1 0 0 0,0-1 0 0 0,0 0-1 0 0,0 0 1 0 0,-1 0 0 0 0,0-1 0 0 0,-1 1-1 0 0,1-1 1 0 0,-1 0 0 0 0,0 0 0 0 0,0 0-1 0 0,-1-1 1 0 0,1 0 0 0 0,-1 0 0 0 0,0 0-1 0 0,0-1 1 0 0,0 1 0 0 0,-1-2 0 0 0,1 1-1 0 0,-1-1 1 0 0,1 0 0 0 0,-1 0 0 0 0,-10 1-1 0 0,-17 2-232 0 0,-1-1 0 0 0,1-2 0 0 0,-50-2-1 0 0,-106-18-4088 0 0,105 8 1475 0 0,-96-12-8168 0 0,91 9-196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57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 14 24 0 0,'37'-8'11259'0'0,"-23"4"-6251"0"0,-4 3-1799 0 0,-238 46-2769 0 0,207-40-450 0 0,1 1 1 0 0,-38 17-1 0 0,51-20 5 0 0,1 0 0 0 0,0 1 0 0 0,0-1 0 0 0,1 1 0 0 0,-1 1 0 0 0,1-1 0 0 0,0 1 0 0 0,0 0-1 0 0,1 0 1 0 0,-1 0 0 0 0,1 1 0 0 0,-7 12 0 0 0,3 1 2 0 0,0 0-1 0 0,1 1 1 0 0,1 1 0 0 0,1-1-1 0 0,1 1 1 0 0,-2 27-1 0 0,1 130 40 0 0,6-129-35 0 0,-5 288 1273 0 0,-60 441-1 0 0,-150 362 2119 0 0,201-1076-3185 0 0,-8 75-1 0 0,21-136-184 0 0,0-1 0 0 0,0 1-1 0 0,0-1 1 0 0,0 0-1 0 0,0 1 1 0 0,0-1 0 0 0,1 0-1 0 0,-1 1 1 0 0,1-1 0 0 0,-1 0-1 0 0,1 1 1 0 0,0-1-1 0 0,0 0 1 0 0,0 0 0 0 0,0 0-1 0 0,1 0 1 0 0,-1 0 0 0 0,0 0-1 0 0,1 0 1 0 0,-1 0-1 0 0,4 2 1 0 0,-1-1-3 0 0,-1-1 0 0 0,1 0-1 0 0,0-1 1 0 0,0 1 0 0 0,-1-1 0 0 0,1 0-1 0 0,0 1 1 0 0,0-2 0 0 0,0 1 0 0 0,0 0-1 0 0,0-1 1 0 0,5 0 0 0 0,21 0-533 0 0,0-1-1 0 0,0-2 1 0 0,0-1 0 0 0,32-8 0 0 0,27-14-3307 0 0,-3-6-4189 0 0,-30 9-2114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57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29 112 2248 0 0,'-20'-27'11951'0'0,"19"27"-11745"0"0,1-1-1 0 0,-1 1 1 0 0,1 0-1 0 0,-1-1 1 0 0,0 0 205 0 0,1 1-205 0 0,-1-1-1 0 0,1 1 1 0 0,-1-1-1 0 0,1 1 1 0 0,0-1-1 0 0,-1 0 1 0 0,1 1-1 0 0,0-1 1 0 0,0 1 0 0 0,-1-1-1 0 0,1 0 1 0 0,0 1-1 0 0,0-1 1 0 0,0 0-1 0 0,0 1 1 0 0,0-1-1 0 0,0 0 1 0 0,0 1-1 0 0,0-1 1 0 0,0 1 0 0 0,0-1-1 0 0,0 0 1 0 0,0 1-1 0 0,1-1 1 0 0,-1 0-1 0 0,0 1 1 0 0,0-1-1 0 0,1 1 1 0 0,-1-2-1 0 0,2 1-77 0 0,0 0 1 0 0,0 0-1 0 0,0-1 0 0 0,-1 1 0 0 0,1 0 0 0 0,0 1 0 0 0,0-1 0 0 0,0 0 0 0 0,1 0 0 0 0,-1 1 0 0 0,4-1 0 0 0,255-33 1236 0 0,-123 19-3752 0 0,-125 13-2489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58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43 1736 0 0,'24'-42'16837'0'0,"-18"56"-12260"0"0,-8 13-2381 0 0,1-16-753 0 0,-5 64 218 0 0,-27 125-1 0 0,-37 70 997 0 0,60-236-2724 0 0,5-14-235 0 0,-1 0 0 0 0,0 0 0 0 0,-12 22 0 0 0,16-39-630 0 0,1-1 1 0 0,0 0 0 0 0,-12 11-3724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58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1272 0 0,'29'-24'12828'0'0,"3"0"-202"0"0,-31 25-12507 0 0,0-1 0 0 0,0 0-1 0 0,0 0 1 0 0,0 1-1 0 0,-1-1 1 0 0,1 1 0 0 0,0-1-1 0 0,0 0 1 0 0,0 1-1 0 0,-1 0 1 0 0,1-1-1 0 0,0 1 1 0 0,0 0 0 0 0,1 17 684 0 0,-1-1 1 0 0,-1 0 0 0 0,-4 33 0 0 0,-15 56-69 0 0,15-83-567 0 0,-25 105-393 0 0,12-60-6028 0 0,14-50 609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59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762 31 424 0 0,'-60'-31'21781'0'0,"340"37"-17602"0"0,5 0-3704 0 0,-149-1-62 0 0,-134-5-388 0 0,1 1 0 0 0,-1 0 0 0 0,0-1 0 0 0,0 1 0 0 0,0 0 0 0 0,0 0-1 0 0,0 0 1 0 0,0 0 0 0 0,0 0 0 0 0,0 1 0 0 0,0-1 0 0 0,-1 1 0 0 0,1-1-1 0 0,-1 1 1 0 0,1-1 0 0 0,-1 1 0 0 0,1 0 0 0 0,-1 0 0 0 0,0 0-1 0 0,0 0 1 0 0,0 0 0 0 0,0 0 0 0 0,0 0 0 0 0,0 0 0 0 0,-1 0 0 0 0,1 0-1 0 0,-1 0 1 0 0,1 1 0 0 0,-1-1 0 0 0,0 3 0 0 0,2 9 375 0 0,-2-1 0 0 0,0 1 0 0 0,-3 22 0 0 0,3-29-217 0 0,-83 558 2150 0 0,41-309-1725 0 0,-117 598-608 0 0,145-782 0 0 0,-83 549 0 0 0,89-548 0 0 0,-13 79 0 0 0,20-149 0 0 0,0 0 0 0 0,-1 0 0 0 0,1 1 0 0 0,-1-1 0 0 0,0 0 0 0 0,0-1 0 0 0,0 1 0 0 0,0 0 0 0 0,0 0 0 0 0,0-1 0 0 0,-1 1 0 0 0,1-1 0 0 0,-1 0 0 0 0,0 0 0 0 0,0 0 0 0 0,0 0 0 0 0,0 0 0 0 0,0-1 0 0 0,0 1 0 0 0,-6 1 0 0 0,-9 3 0 0 0,0-1 0 0 0,-30 5 0 0 0,38-8 0 0 0,-392 48-5255 0 0,-4-39-2418 0 0,372-11 915 0 0,4 0-3919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08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618 72 1848 0 0,'1'-1'499'0'0,"0"-1"-1"0"0,0 1 1 0 0,0-1 0 0 0,0 1-1 0 0,-1-1 1 0 0,1 0 0 0 0,0 1-1 0 0,-1-1 1 0 0,1 0 0 0 0,-1 1-1 0 0,1-1 1 0 0,-1 0 0 0 0,0 0-1 0 0,0 1 1 0 0,0-1 0 0 0,0-2-1 0 0,0 3-133 0 0,-1-1-1 0 0,1 0 1 0 0,-1 0-1 0 0,1 1 1 0 0,-1-1 0 0 0,0 0-1 0 0,0 1 1 0 0,1-1-1 0 0,-1 1 1 0 0,0-1-1 0 0,0 1 1 0 0,-1 0-1 0 0,-1-3 1 0 0,0 2-150 0 0,1 0 0 0 0,0 0 0 0 0,-1 1 0 0 0,0-1 0 0 0,1 1 0 0 0,-1-1 0 0 0,0 1 0 0 0,1 0 1 0 0,-1 0-1 0 0,0 1 0 0 0,0-1 0 0 0,0 0 0 0 0,0 1 0 0 0,0 0 0 0 0,0-1 0 0 0,0 1 0 0 0,0 1 0 0 0,0-1 0 0 0,-4 1 0 0 0,-5 2-95 0 0,0 0-1 0 0,0 1 1 0 0,0 1-1 0 0,0 0 0 0 0,0 0 1 0 0,1 1-1 0 0,0 1 1 0 0,1 0-1 0 0,-1 0 0 0 0,1 1 1 0 0,0 0-1 0 0,1 1 0 0 0,0 0 1 0 0,1 1-1 0 0,0 0 1 0 0,-14 21-1 0 0,0 9 75 0 0,2 1 1 0 0,2 1-1 0 0,1 1 1 0 0,-13 54-1 0 0,-30 182 1192 0 0,-73 648 2669 0 0,124-854-3663 0 0,-33 298 1080 0 0,38-329-1315 0 0,0-19-36 0 0,2 0 1 0 0,1 1 0 0 0,0-1 0 0 0,2 0-1 0 0,4 28 1 0 0,-4-48-107 0 0,0 0 0 0 0,0-1 0 0 0,0 1 0 0 0,0-1 0 0 0,1 1 0 0 0,-1-1 1 0 0,1 0-1 0 0,0 1 0 0 0,0-1 0 0 0,0 0 0 0 0,0 0 0 0 0,0 0 0 0 0,0 0 0 0 0,0-1 0 0 0,0 1 0 0 0,1 0 0 0 0,-1-1 0 0 0,1 0 0 0 0,-1 1 0 0 0,1-1 0 0 0,0 0 0 0 0,-1-1 0 0 0,1 1 0 0 0,0 0 1 0 0,0-1-1 0 0,3 1 0 0 0,10 1-84 0 0,1-1 0 0 0,-1 0-1 0 0,22-3 1 0 0,-32 2 2 0 0,104-10-3497 0 0,186-39 0 0 0,-30-23-8347 0 0,-176 43 2367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08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144 104 140 0 0,'-6'-39'6512'0'0,"4"27"-2931"0"0,0 0 0 0 0,-3-28 3453 0 0,2 50-5441 0 0,-3 19 284 0 0,-31 185 4081 0 0,13-92-5517 0 0,-1-5-107 0 0,1-10-1712 0 0,15-35-5100 0 0,9-55 2416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09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18 2020 0 0,'10'-8'6589'0'0,"-5"5"-6120"0"0,19-4 9105 0 0,-24 8-9478 0 0,0-1-1 0 0,0 0 0 0 0,0 0 0 0 0,0 1 0 0 0,0-1 0 0 0,0 0 1 0 0,0 0-1 0 0,0 1 0 0 0,0-1 0 0 0,0 0 0 0 0,0 0 0 0 0,0 1 1 0 0,0-1-1 0 0,0 1 0 0 0,-1 1 7 0 0,0 1 1 0 0,0 0 0 0 0,0 0-1 0 0,-1 0 1 0 0,1-1-1 0 0,-1 1 1 0 0,0 0 0 0 0,1-1-1 0 0,-4 3 1 0 0,2 0-13 0 0,-21 25 259 0 0,-51 50 1 0 0,39-46-3904 0 0,0-1-5294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09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81 2008 0 0,'39'-79'30362'0'0,"-39"78"-30034"0"0,0 38-259 0 0,-65 295-6732 0 0,9-58-475 0 0,51-241 714 0 0,2-5-3714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642 115 2124 0 0,'-36'-88'19739'0'0,"35"85"-18624"0"0,0 2-826 0 0,1 0 0 0 0,0 1 0 0 0,-1-1 0 0 0,1 0 0 0 0,0 0 0 0 0,-1 0 0 0 0,1 0 0 0 0,0 0 0 0 0,0 0 0 0 0,0 0 1 0 0,-1 0-1 0 0,1 0 0 0 0,0 1 0 0 0,1-1 0 0 0,-1 0 0 0 0,0 0 0 0 0,0-2 0 0 0,6 2-121 0 0,0-1-1 0 0,0 1 1 0 0,0 1 0 0 0,0-1 0 0 0,0 1 0 0 0,0 0 0 0 0,0 0 0 0 0,0 1 0 0 0,10 2 0 0 0,7-1-3 0 0,210 20 222 0 0,-104-8-242 0 0,57 1 1186 0 0,-185-15-1329 0 0,1 0 0 0 0,0 1-1 0 0,0 0 1 0 0,0-1-1 0 0,-1 1 1 0 0,1 0 0 0 0,0 0-1 0 0,-1 0 1 0 0,1 0 0 0 0,-1 0-1 0 0,1 0 1 0 0,-1 0 0 0 0,1 1-1 0 0,-1-1 1 0 0,0 0-1 0 0,0 1 1 0 0,1-1 0 0 0,-1 1-1 0 0,0 0 1 0 0,-1-1 0 0 0,1 1-1 0 0,0 0 1 0 0,0-1 0 0 0,-1 1-1 0 0,1 0 1 0 0,-1 0-1 0 0,1 0 1 0 0,-1-1 0 0 0,0 4-1 0 0,2 7 65 0 0,-1 0 0 0 0,-1 0 0 0 0,-1 17-1 0 0,0-16 81 0 0,-29 270 219 0 0,16-178-309 0 0,-52 370-56 0 0,6-50 0 0 0,43-301 0 0 0,-47 180 0 0 0,56-278 0 0 0,-1 0 0 0 0,-1-1 0 0 0,-1 0 0 0 0,-1-1 0 0 0,-26 39 0 0 0,29-50 0 0 0,0-2 0 0 0,-1 1 0 0 0,0-1 0 0 0,-1-1 0 0 0,0 1 0 0 0,-1-2 0 0 0,0 0 0 0 0,-1 0 0 0 0,1-1 0 0 0,-2-1 0 0 0,-23 10 0 0 0,6-6-277 0 0,-1-2 1 0 0,0-2-1 0 0,-61 7 0 0 0,-101-4-2195 0 0,179-10 2249 0 0,-150-1-6544 0 0,54-3-1149 0 0,5-1-3962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6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54 684 0 0,'1'-2'2087'0'0,"26"-50"16333"0"0,-27 53-18392 0 0,0-1 0 0 0,0 0 1 0 0,0 0-1 0 0,1 0 0 0 0,-1 0 1 0 0,0 1-1 0 0,0-1 0 0 0,0 0 0 0 0,1 0 1 0 0,-1 0-1 0 0,0 1 0 0 0,0-1 1 0 0,0 0-1 0 0,0 0 0 0 0,0 1 0 0 0,1-1 1 0 0,-1 0-1 0 0,0 0 0 0 0,0 1 1 0 0,0-1-1 0 0,0 0 0 0 0,0 0 0 0 0,0 1 1 0 0,0-1-1 0 0,0 0 0 0 0,0 0 1 0 0,0 1-1 0 0,0-1 0 0 0,0 0 0 0 0,0 0 1 0 0,0 1-1 0 0,0-1 0 0 0,-1 0 1 0 0,1 0-1 0 0,0 1 0 0 0,0-1 0 0 0,-53 306 6081 0 0,-22 0-4165 0 0,39-165-1156 0 0,-1-3-90 0 0,36-130-724 0 0,-8 15 102 0 0,8-22-124 0 0,-11-5-5480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7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1 756 0 0,'-63'20'7988'0'0,"-71"34"0"0"0,55-16 1653 0 0,79-38-9532 0 0,-1 0 1 0 0,1 0-1 0 0,0 0 0 0 0,-1 0 1 0 0,1 1-1 0 0,0-1 0 0 0,-1 0 0 0 0,1 0 1 0 0,0 0-1 0 0,-1 0 0 0 0,1 0 1 0 0,0 0-1 0 0,-1 1 0 0 0,1-1 1 0 0,-1 1 327 0 0,1-1-328 0 0,0 0 0 0 0,0 1 1 0 0,-1-1-1 0 0,1 0 0 0 0,0 1 1 0 0,0-1-1 0 0,0 0 0 0 0,0 0 1 0 0,-1 1-1 0 0,1-1 0 0 0,0 0 0 0 0,0 1 1 0 0,0-1-1 0 0,0 0 0 0 0,0 1 1 0 0,0-1-1 0 0,0 1 0 0 0,13 4 893 0 0,24-3-750 0 0,179-11 520 0 0,100-2-489 0 0,923 25-242 0 0,-1075-13-41 0 0,110 4 0 0 0,-254-5 0 0 0,23-2-1809 0 0,-30-1 884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8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16 184 0 0,'-5'-10'6943'0'0,"4"10"-6796"0"0,1-1 1 0 0,-1 1 0 0 0,0-1 0 0 0,1 1 0 0 0,-1-1-1 0 0,0 1 1 0 0,1-1 0 0 0,-1 1 0 0 0,0 0-1 0 0,1-1 1 0 0,-1 1 0 0 0,0 0 0 0 0,0 0 0 0 0,1 0-1 0 0,-1 0 1 0 0,0 0 0 0 0,0-1 0 0 0,0 1-1 0 0,1 0 1 0 0,-1 1 0 0 0,0-1 0 0 0,0 0 0 0 0,1 0-1 0 0,-1 0 1 0 0,-1 1 0 0 0,0 0 133 0 0,-1 0 1 0 0,1 0-1 0 0,0 1 0 0 0,-1-1 1 0 0,1 1-1 0 0,0-1 0 0 0,-3 5 1 0 0,-4 2 512 0 0,2 2 1 0 0,-11 15-1 0 0,-17 32 1368 0 0,-37 80 0 0 0,43-72-1526 0 0,4 1 0 0 0,-29 118 0 0 0,49-164-574 0 0,2 1 0 0 0,0-1 0 0 0,1 1 0 0 0,1-1-1 0 0,1 1 1 0 0,1 0 0 0 0,6 35 0 0 0,-6-48-220 0 0,1 0 0 0 0,0-1 0 0 0,0 1 0 0 0,1-1 0 0 0,0 1 0 0 0,0-1-1 0 0,1 0 1 0 0,0 0 0 0 0,0-1 0 0 0,0 1 0 0 0,1-1 0 0 0,0 0 0 0 0,1 0 0 0 0,-1-1 0 0 0,1 1 0 0 0,0-1 0 0 0,0 0 0 0 0,1-1 0 0 0,-1 0 0 0 0,1 0 0 0 0,0 0-1 0 0,0-1 1 0 0,11 4 0 0 0,-10-5-756 0 0,1 0-1 0 0,-1 0 0 0 0,1-1 0 0 0,0 0 0 0 0,0 0 0 0 0,-1-1 1 0 0,1 0-1 0 0,0-1 0 0 0,0 0 0 0 0,13-3 0 0 0,8-5-5154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8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83 136 0 0,'-18'-47'22585'0'0,"19"38"-20986"0"0,7 12-1468 0 0,0-1 0 0 0,0 1-1 0 0,0-1 1 0 0,1-1 0 0 0,-1 1 0 0 0,0-2-1 0 0,1 1 1 0 0,-1-1 0 0 0,0 0 0 0 0,1-1-1 0 0,8-1 1 0 0,41-9-1646 0 0,-5-4-4489 0 0,-24 3-2024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8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40 1500 0 0,'1'-39'23359'0'0,"-8"64"-18482"0"0,2-4-3948 0 0,-47 163 490 0 0,12-34-736 0 0,-39 126-883 0 0,65-227-6978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9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69 109 1676 0 0,'4'-30'9264'0'0,"12"-49"1492"0"0,-13 80-10579 0 0,-1-1 1 0 0,0 1-1 0 0,0 0 1 0 0,0-1-1 0 0,0 1 0 0 0,0 0 1 0 0,0 0-1 0 0,0 0 0 0 0,0 1 1 0 0,0-1-1 0 0,0 0 1 0 0,0 1-1 0 0,-1-1 0 0 0,1 1 1 0 0,-1 0-1 0 0,1-1 0 0 0,1 4 1 0 0,25 39 1378 0 0,-22-33-1204 0 0,16 28 87 0 0,-2 0 0 0 0,-2 1 0 0 0,-1 1 0 0 0,-3 1 0 0 0,-1 0 0 0 0,-2 1 0 0 0,-2 0 0 0 0,-1 0 0 0 0,-3 1 0 0 0,0 82 0 0 0,-7-101-295 0 0,0 1 0 0 0,-2 0 0 0 0,-1-1 0 0 0,-1 0 0 0 0,-1 0 0 0 0,-20 47 0 0 0,21-59-284 0 0,0-1 1 0 0,-1 0 0 0 0,0 0-1 0 0,-1-1 1 0 0,-1 0-1 0 0,1 0 1 0 0,-2-1 0 0 0,1 0-1 0 0,-2 0 1 0 0,1-1-1 0 0,-1-1 1 0 0,0 0 0 0 0,-1 0-1 0 0,-20 9 1 0 0,28-15-478 0 0,0-1-1 0 0,-1 1 1 0 0,1-1 0 0 0,-1 0-1 0 0,0 0 1 0 0,1-1 0 0 0,-1 1 0 0 0,-7-1-1 0 0,9 0-99 0 0,1-1-1 0 0,-1 1 1 0 0,1 0-1 0 0,0-1 1 0 0,-1 1 0 0 0,1-1-1 0 0,0 0 1 0 0,-1 0-1 0 0,1 0 1 0 0,0 0-1 0 0,0 0 1 0 0,0-1-1 0 0,0 1 1 0 0,0 0 0 0 0,0-1-1 0 0,0 0 1 0 0,0 1-1 0 0,-1-3 1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9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2960 0 0,'12'-36'5017'0'0,"14"-33"5070"0"0,-26 68-10032 0 0,1 1 0 0 0,-1-1 0 0 0,1 0 0 0 0,0 0 0 0 0,-1 0 0 0 0,1 1 0 0 0,0-1 0 0 0,0 0 0 0 0,-1 1 0 0 0,1-1 0 0 0,0 1 0 0 0,0-1 0 0 0,0 1 0 0 0,0-1-1 0 0,0 1 1 0 0,0 0 0 0 0,0-1 0 0 0,0 1 0 0 0,0 0 0 0 0,0 0 0 0 0,0 0 0 0 0,0 0 0 0 0,-1 0 0 0 0,3 0 0 0 0,19 4 451 0 0,-18-2-401 0 0,0 0 0 0 0,0 0 0 0 0,0 1 0 0 0,0-1 0 0 0,0 1 0 0 0,0 0-1 0 0,-1 0 1 0 0,1 0 0 0 0,-1 0 0 0 0,0 1 0 0 0,0 0 0 0 0,0-1-1 0 0,-1 1 1 0 0,1 0 0 0 0,2 6 0 0 0,-3-4 255 0 0,1 1 1 0 0,-1 0-1 0 0,-1-1 1 0 0,1 1-1 0 0,-1 0 1 0 0,-1 0-1 0 0,1 0 1 0 0,-1 0-1 0 0,-1 9 1 0 0,-1 5 560 0 0,-2 0 0 0 0,-1 0 0 0 0,0 0 0 0 0,-2-1 0 0 0,-13 30 0 0 0,17-43-811 0 0,-6 13 746 0 0,-10 33 1 0 0,19-52-849 0 0,0-1 0 0 0,0 1 0 0 0,0-1 1 0 0,0 1-1 0 0,0 0 0 0 0,0-1 0 0 0,1 1 1 0 0,-1-1-1 0 0,0 1 0 0 0,0-1 1 0 0,0 1-1 0 0,1 0 0 0 0,-1-1 0 0 0,0 1 1 0 0,1-1-1 0 0,-1 1 0 0 0,0-1 0 0 0,1 0 1 0 0,-1 1-1 0 0,1-1 0 0 0,-1 1 0 0 0,1 0 1 0 0,7 0-191 0 0,0 1-1 0 0,0-1 1 0 0,1-1 0 0 0,-1 0 0 0 0,0 0 0 0 0,0 0 0 0 0,11-3 0 0 0,2 1-1117 0 0,107-1-7715 0 0,-42 6-1073 0 0,-49-1 1582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19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 2452 0 0,'-17'9'5720'0'0,"1"2"-1"0"0,-1 0 1 0 0,-23 22 694 0 0,40-32-6327 0 0,1 0 0 0 0,-1 0 0 0 0,0 0 0 0 0,1 0 0 0 0,-1 0 0 0 0,1 0 0 0 0,-1 0 0 0 0,1 0 0 0 0,0 0 0 0 0,-1 0 0 0 0,1 0 0 0 0,0 0 0 0 0,0 0 0 0 0,-1-1 0 0 0,1 1 0 0 0,0 0 0 0 0,0-1 0 0 0,0 1 0 0 0,0-1 0 0 0,0 1 0 0 0,0-1 0 0 0,0 1 0 0 0,0-1 0 0 0,0 1 0 0 0,0-1 0 0 0,0 0 0 0 0,0 0 0 0 0,0 0 0 0 0,2 0 0 0 0,40 5 226 0 0,-32-4-48 0 0,20 1-757 0 0,57-4-1 0 0,-28-7-4228 0 0,-50 6 1836 0 0,0 0 1 0 0,-1 0 0 0 0,15-8-1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0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 2052 0 0,'-20'-1'12116'0'0,"19"1"-11805"0"0,1 0 0 0 0,-19 8 7770 0 0,19-7-7770 0 0,-1 0 0 0 0,1 0 0 0 0,-1-1 0 0 0,1 1-1 0 0,0 0 1 0 0,0 0 0 0 0,0 0 0 0 0,-1-1 0 0 0,1 1 0 0 0,0 0-1 0 0,0 0 1 0 0,0 0 0 0 0,0 0 0 0 0,0 0 0 0 0,1 1 0 0 0,2 50 633 0 0,-2 0 0 0 0,-8 79 0 0 0,-28 105 1146 0 0,32-222-2559 0 0,-4 33-4441 0 0,7-45 4546 0 0,0 1-1 0 0,0-1 1 0 0,0 1 0 0 0,0-1-1 0 0,0 1 1 0 0,1-1-1 0 0,-1 1 1 0 0,1-1 0 0 0,-1 1-1 0 0,1-1 1 0 0,0 0 0 0 0,0 1-1 0 0,0-1 1 0 0,1 0-1 0 0,1 3 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95 3128 0 0,'70'-95'29281'0'0,"-69"96"-28964"0"0,-1 0-316 0 0,1 0 1 0 0,0-1-1 0 0,-1 1 1 0 0,1-1 0 0 0,-1 1-1 0 0,1 0 1 0 0,-1 0-1 0 0,1-1 1 0 0,-1 1-1 0 0,0 0 1 0 0,1 0-1 0 0,-1 0 1 0 0,0-1 0 0 0,0 1-1 0 0,1 0 1 0 0,-1 0-1 0 0,0 0 1 0 0,0 0-1 0 0,0 0 1 0 0,0-1 0 0 0,0 1-1 0 0,0 0 1 0 0,0 0-1 0 0,-1 0 1 0 0,1 0-1 0 0,0 0 1 0 0,-1 0 0 0 0,1 1-5 0 0,-5 31 3 0 0,-2-1 0 0 0,-10 33 0 0 0,2-12 0 0 0,-181 554 0 0 0,181-562-500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0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0 135 488 0 0,'14'-114'27571'0'0,"-14"113"-27482"0"0,0 0 0 0 0,1 1-1 0 0,-1-1 1 0 0,1 0 0 0 0,-1 0-1 0 0,1 0 1 0 0,-1 0 0 0 0,1 0-1 0 0,0 1 1 0 0,-1-1 0 0 0,1 0-1 0 0,0 1 1 0 0,0-1 0 0 0,-1 0-1 0 0,1 1 1 0 0,0-1 0 0 0,0 1-1 0 0,0-1 1 0 0,0 1 0 0 0,0-1 0 0 0,0 1-1 0 0,0 0 1 0 0,1-1 0 0 0,25-3 570 0 0,-11 4-466 0 0,1 0-1 0 0,0 1 0 0 0,0 1 0 0 0,-1 0 0 0 0,1 2 0 0 0,28 9 0 0 0,-38-11-168 0 0,0 0 0 0 0,0 1 0 0 0,0 0 0 0 0,-1 1 0 0 0,1-1 0 0 0,-1 1 0 0 0,0 1 0 0 0,0-1 0 0 0,-1 1 0 0 0,1 0-1 0 0,-1 0 1 0 0,0 1 0 0 0,0-1 0 0 0,-1 1 0 0 0,1 0 0 0 0,-1 0 0 0 0,5 13 0 0 0,-7-14-21 0 0,-1 0 0 0 0,0 0 0 0 0,-1 0 1 0 0,1 0-1 0 0,-1 0 0 0 0,0 0 0 0 0,0 0 0 0 0,0 0 0 0 0,-1 0 0 0 0,0 0 1 0 0,0 0-1 0 0,0 0 0 0 0,-1 0 0 0 0,1 0 0 0 0,-1-1 0 0 0,0 1 0 0 0,-1-1 0 0 0,1 1 1 0 0,-1-1-1 0 0,0 0 0 0 0,-4 5 0 0 0,-8 9 15 0 0,-1 0 1 0 0,0-1-1 0 0,-23 17 1 0 0,29-26-18 0 0,-67 51-1 0 0,48-39 0 0 0,-44 42 0 0 0,66-50 0 0 0,11-5 0 0 0,15-3 0 0 0,-16-3 0 0 0,37 4 0 0 0,0-2 0 0 0,62-2 0 0 0,84-15 0 0 0,-107 6 0 0 0,258-32-10484 0 0,-314 34 6363 0 0,-9 2-1621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1003 992 0 0,'2'-14'5984'0'0,"8"-26"4239"0"0,-10 39-10038 0 0,1 0-1 0 0,-1 0 1 0 0,1 0-1 0 0,-1 0 1 0 0,1 0 0 0 0,-1 0-1 0 0,1 0 1 0 0,0 0 0 0 0,-1 0-1 0 0,1 0 1 0 0,0 1 0 0 0,0-1-1 0 0,1-1 1 0 0,12 12 96 0 0,-1 1 0 0 0,0 0 0 0 0,-1 1 0 0 0,17 20 0 0 0,40 61 541 0 0,-42-55-636 0 0,164 250 1210 0 0,-157-233-487 0 0,-12-22 2827 0 0,-21-32-3673 0 0,-1-1 0 0 0,0 1 1 0 0,0-1-1 0 0,1 1 0 0 0,-1-1 0 0 0,0 1 1 0 0,1-1-1 0 0,-1 0 0 0 0,1 1 0 0 0,-1-1 1 0 0,0 0-1 0 0,1 1 0 0 0,-1-1 0 0 0,1 0 1 0 0,-1 0-1 0 0,1 1 0 0 0,-1-1 0 0 0,1 0 1 0 0,-1 0-1 0 0,1 0 0 0 0,-1 0 0 0 0,1 1 1 0 0,0-1-1 0 0,-1 0 0 0 0,1 0 0 0 0,-1 0 1 0 0,1 0-1 0 0,-1 0 0 0 0,1-1 0 0 0,-1 1 1 0 0,1 0-1 0 0,-1 0 0 0 0,1 0 0 0 0,-1 0 1 0 0,1 0-1 0 0,-1-1 0 0 0,1 1 0 0 0,-1 0 1 0 0,1-1-1 0 0,-1 1 0 0 0,1 0 1 0 0,-1-1-1 0 0,0 1 0 0 0,1 0 0 0 0,-1-1 1 0 0,1 1-1 0 0,-1-1 0 0 0,0 1 0 0 0,1-1 0 0 0,15-27 208 0 0,-14 23-26 0 0,13-29 17 0 0,-1 0 1 0 0,13-50-1 0 0,10-75-208 0 0,-37 158-53 0 0,51-283-97 0 0,29-118-456 0 0,-52 303 509 0 0,62-144 0 0 0,-86 235 44 0 0,0 0 1 0 0,0 0 0 0 0,1 0 0 0 0,0 1 0 0 0,1 0 0 0 0,-1 0 0 0 0,1 0 0 0 0,1 1-1 0 0,-1 0 1 0 0,1 0 0 0 0,0 0 0 0 0,1 1 0 0 0,-1 0 0 0 0,1 1 0 0 0,12-6 0 0 0,-2 3-14 0 0,1 1 0 0 0,0 0 1 0 0,0 2-1 0 0,1 0 1 0 0,-1 1-1 0 0,21 0 0 0 0,309-2-81 0 0,1 24 12 0 0,-304-16 109 0 0,1046 42-126 0 0,-801-44 244 0 0,270-1-466 0 0,599-24 282 0 0,-796 20 99 0 0,268-6-458 0 0,-230 5-23 0 0,-28 0 139 0 0,-112-2 229 0 0,-257 7 62 0 0,4-1-10 0 0,11 1-2 0 0,-17 0-4 0 0,0 0-77 0 0,25-2 170 0 0,-25 2-79 0 0,8-1 65 0 0,-72-6-17624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4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132 103 172 0 0,'64'-102'19493'0'0,"-63"103"-19327"0"0,0 1 0 0 0,-1-1 1 0 0,1 1-1 0 0,0-1 0 0 0,-1 1 0 0 0,0 0 0 0 0,1-1 0 0 0,-1 1 1 0 0,0 0-1 0 0,0-1 0 0 0,0 1 0 0 0,0 2 0 0 0,-4 39 2563 0 0,-10 45 0 0 0,-36 109 311 0 0,32-133-2435 0 0,-9 38 68 0 0,-44 155-226 0 0,65-235-2014 0 0,-5 16-7675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4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0 24 0 0,'-114'32'12641'0'0,"42"-7"-644"0"0,45-14-5689 0 0,30-11-5696 0 0,37 4-285 0 0,0-2-1 0 0,60-4 0 0 0,-18 0-120 0 0,1001 45-206 0 0,-475-11 0 0 0,-443-32-2614 0 0,-79-1 830 0 0,-74 4-2236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38 2576 0 0,'0'-12'8134'0'0,"0"-13"2712"0"0,0 38-9761 0 0,-4 57 2391 0 0,-21 106 0 0 0,24-169-3348 0 0,-52 353 1897 0 0,42-293-1004 0 0,8-54-1021 0 0,0-3 0 0 0,3 0 0 0 0,-2-2-137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5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1389 124 0 0,'-20'-18'7076'0'0,"-25"-28"1"0"0,43 43-6631 0 0,0 0-1 0 0,0 1 1 0 0,0-1 0 0 0,0 0 0 0 0,1 0 0 0 0,-1 0 0 0 0,1-1 0 0 0,-1 1 0 0 0,1 0-1 0 0,0-1 1 0 0,0-4 0 0 0,1 7-413 0 0,0 0 0 0 0,0 1 0 0 0,0-1 0 0 0,0 0 0 0 0,1 1 0 0 0,-1-1 0 0 0,0 0 0 0 0,0 1 0 0 0,1-1 0 0 0,-1 1 0 0 0,0-1 0 0 0,1 1 0 0 0,-1-1 0 0 0,1 1 0 0 0,-1-1 0 0 0,1 1 0 0 0,-1-1 0 0 0,1 1-1 0 0,-1 0 1 0 0,1-1 0 0 0,-1 1 0 0 0,1 0 0 0 0,0-1 0 0 0,-1 1 0 0 0,1 0 0 0 0,-1 0 0 0 0,1-1 0 0 0,0 1 0 0 0,-1 0 0 0 0,1 0 0 0 0,0 0 0 0 0,-1 0 0 0 0,1 0 0 0 0,0 0 0 0 0,-1 0 0 0 0,1 0 0 0 0,0 0 0 0 0,-1 0 0 0 0,1 1 0 0 0,0-1 0 0 0,-1 0 0 0 0,1 0 0 0 0,-1 1 0 0 0,2 0 0 0 0,7 2 152 0 0,1 2 1 0 0,-1 0 0 0 0,-1 0 0 0 0,1 0 0 0 0,-1 1-1 0 0,0 0 1 0 0,0 1 0 0 0,-1 0 0 0 0,0 0 0 0 0,0 1-1 0 0,7 9 1 0 0,10 17 647 0 0,29 52 1 0 0,-35-55-583 0 0,51 91 601 0 0,60 95 1383 0 0,-129-215-2148 0 0,1-1 1 0 0,-1 0 0 0 0,1 0 0 0 0,0 0 0 0 0,-1 0-1 0 0,1 0 1 0 0,0 0 0 0 0,0 0 0 0 0,0 0 0 0 0,0 0-1 0 0,0-1 1 0 0,0 1 0 0 0,0 0 0 0 0,0-1-1 0 0,0 1 1 0 0,0 0 0 0 0,0-1 0 0 0,0 1 0 0 0,0-1-1 0 0,1 0 1 0 0,-1 1 0 0 0,0-1 0 0 0,0 0 0 0 0,1 0-1 0 0,-1 1 1 0 0,0-1 0 0 0,0 0 0 0 0,1-1 0 0 0,-1 1-1 0 0,0 0 1 0 0,0 0 0 0 0,1 0 0 0 0,-1-1 0 0 0,0 1-1 0 0,0 0 1 0 0,2-2 0 0 0,2-1-12 0 0,-1 0 1 0 0,0-1-1 0 0,0 1 0 0 0,0-1 1 0 0,0 0-1 0 0,-1 0 0 0 0,6-9 1 0 0,18-29-52 0 0,-1-1 0 0 0,-3-1 1 0 0,-1-2-1 0 0,21-65 1 0 0,42-198-131 0 0,7-229-705 0 0,-46 235 588 0 0,-40 264 176 0 0,1 1 0 0 0,2 0 0 0 0,2 0 0 0 0,25-60 0 0 0,-32 91 35 0 0,0 1 0 0 0,1-1 1 0 0,-1 0-1 0 0,1 1 1 0 0,0 0-1 0 0,1 0 1 0 0,0 1-1 0 0,0-1 0 0 0,0 1 1 0 0,7-4-1 0 0,-2 2-2 0 0,1 0-1 0 0,0 1 1 0 0,1 1-1 0 0,-1 0 1 0 0,18-4-1 0 0,5 1-5 0 0,-1 2-1 0 0,1 1 1 0 0,57 1 0 0 0,284 18-35 0 0,1 25-547 0 0,-193-18 114 0 0,174 18-258 0 0,531 52-813 0 0,-726-80 1662 0 0,-84-7-1378 0 0,-3 2-4307 0 0,-75-6 5318 0 0,0 0-1 0 0,0 1 1 0 0,0-1-1 0 0,0 0 0 0 0,0 1 1 0 0,0-1-1 0 0,-1 1 1 0 0,1-1-1 0 0,0 1 1 0 0,0-1-1 0 0,0 1 1 0 0,0 0-1 0 0,-1-1 1 0 0,1 1-1 0 0,0 0 0 0 0,0 1 1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50 652 0 0,'-3'-1'2216'0'0,"0"1"-1600"0"0,0 0 1 0 0,0-1 0 0 0,0 1-1 0 0,1-1 1 0 0,-1 0-1 0 0,0 0 1 0 0,0 0 0 0 0,1 0-1 0 0,-1-1 1 0 0,0 1 0 0 0,1-1-1 0 0,0 1 1 0 0,-1-1 0 0 0,1 0-1 0 0,0 0 1 0 0,0 0 0 0 0,-3-5 655 0 0,15-9 930 0 0,-9 16-2173 0 0,0-1 1 0 0,0 0-1 0 0,0 0 1 0 0,1 1-1 0 0,-1-1 1 0 0,1 1-1 0 0,-1-1 1 0 0,0 1 0 0 0,1 0-1 0 0,-1 0 1 0 0,1-1-1 0 0,-1 1 1 0 0,0 0-1 0 0,1 0 1 0 0,-1 0-1 0 0,1 0 1 0 0,-1 1-1 0 0,1-1 1 0 0,-1 0-1 0 0,0 1 1 0 0,1-1-1 0 0,-1 1 1 0 0,0-1-1 0 0,1 1 1 0 0,-1-1-1 0 0,0 1 1 0 0,0 0-1 0 0,1 0 1 0 0,-1 0-1 0 0,0 0 1 0 0,0 0-1 0 0,0 0 1 0 0,0 0-1 0 0,0 0 1 0 0,0 0-1 0 0,-1 0 1 0 0,3 3-1 0 0,-2-1-17 0 0,1 1 0 0 0,0-1 0 0 0,-1 1 0 0 0,1-1 0 0 0,-1 1 0 0 0,0 0 0 0 0,0 0 0 0 0,-1-1 0 0 0,1 1-1 0 0,-1 0 1 0 0,0 0 0 0 0,0 0 0 0 0,0 6 0 0 0,-3 1 25 0 0,0-1 1 0 0,0 1-1 0 0,-1-1 0 0 0,0 0 1 0 0,-1 0-1 0 0,0 0 0 0 0,-8 10 1 0 0,-50 62 1239 0 0,23-32 912 0 0,35-45-1694 0 0,4-3-282 0 0,0-1-1 0 0,0 1 0 0 0,-1-1 1 0 0,1 1-1 0 0,0 0 1 0 0,0-1-1 0 0,0 1 0 0 0,1 0 1 0 0,-1 0-1 0 0,-1 2 1 0 0,9-1 450 0 0,11-6-447 0 0,211-39-4112 0 0,-74 28-8826 0 0,-124 13 6155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6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 1728 0 0,'-42'33'20465'0'0,"43"-32"-20301"0"0,0 0 1 0 0,1 0-1 0 0,-1-1 1 0 0,1 1-1 0 0,-1 0 1 0 0,1-1-1 0 0,-1 0 1 0 0,0 1-1 0 0,1-1 1 0 0,0 0-1 0 0,-1 0 1 0 0,2 0-1 0 0,1 1 1 0 0,47-2 570 0 0,62-9 0 0 0,-8-11-6213 0 0,-77 11 773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6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28 2428 0 0,'-2'-1'2474'0'0,"-28"-20"8023"0"0,22 18-7940 0 0,8 3-2462 0 0,-1 0 1 0 0,1 0 0 0 0,0-1 0 0 0,-1 1 0 0 0,1 0 0 0 0,-1 0 0 0 0,1 0-1 0 0,0-1 1 0 0,-1 1 0 0 0,1 0 0 0 0,-1 0 0 0 0,1 0 0 0 0,-1 0 0 0 0,1 0 0 0 0,0 0-1 0 0,-1 0 1 0 0,1 0 0 0 0,-1 0 0 0 0,1 0 0 0 0,-1 0 0 0 0,1 0 0 0 0,0 0-1 0 0,-1 0 1 0 0,1 1 0 0 0,-1-1 0 0 0,1 0 0 0 0,0 0 0 0 0,-1 0 0 0 0,1 1-1 0 0,-1-1 1 0 0,1 0 0 0 0,0 0 0 0 0,-1 1 0 0 0,1-1 0 0 0,0 0 0 0 0,0 1-1 0 0,-1-1 1 0 0,1 0 0 0 0,0 1 0 0 0,0-1 0 0 0,-1 0 0 0 0,1 1 0 0 0,0-1-1 0 0,0 1 1 0 0,0-1 0 0 0,0 0 0 0 0,-1 1 0 0 0,1 0 0 0 0,-14 49 4711 0 0,-2 34-2497 0 0,5-19-1628 0 0,-1-12-230 0 0,-12 75-901 0 0,22-111-1203 0 0,1 1 1 0 0,1 31-1 0 0,1-43 850 0 0,0 0 0 0 0,0 0-1 0 0,0 1 1 0 0,1-1 0 0 0,3 8-1 0 0,-4-12 152 0 0,0 0 0 0 0,0 1 1 0 0,0-1-1 0 0,1 0 0 0 0,-1 0 0 0 0,1 0 0 0 0,-1 0 0 0 0,1 0 0 0 0,0 0 0 0 0,0 0 1 0 0,0 0-1 0 0,0-1 0 0 0,0 1 0 0 0,0-1 0 0 0,4 2 0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21 108 1128 0 0,'75'-100'19783'0'0,"-75"100"-19673"0"0,0 0 0 0 0,1-1 0 0 0,-1 1 0 0 0,0-1 0 0 0,0 1 0 0 0,0-1 0 0 0,1 1 0 0 0,-1 0 0 0 0,0-1 0 0 0,1 1 0 0 0,-1 0 0 0 0,0-1 0 0 0,1 1 0 0 0,-1 0 0 0 0,0-1 0 0 0,1 1 0 0 0,-1 0 0 0 0,1 0 0 0 0,-1 0 0 0 0,0-1 1 0 0,1 1-1 0 0,-1 0 0 0 0,1 0 0 0 0,-1 0 0 0 0,1 0 0 0 0,-1 0 0 0 0,1 0 0 0 0,-1 0 0 0 0,1 0 0 0 0,-1 0 0 0 0,1 0 0 0 0,4 13 2088 0 0,-5 20-11 0 0,-53 193 1779 0 0,22-104-4283 0 0,6 1-4042 0 0,24-111 2710 0 0,-1 0 1 0 0,1 19-1 0 0,7-3-2822 0 0,-5-26 3652 0 0,-1 0 0 0 0,1 0 0 0 0,1 0 0 0 0,-1 0 0 0 0,0 0 0 0 0,0 0 0 0 0,6 5-1638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7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1 202 948 0 0,'4'-24'3297'0'0,"0"6"-991"0"0,0 0-1 0 0,0 0 1 0 0,2 0 0 0 0,11-26 0 0 0,-15 40-2126 0 0,1 0-1 0 0,-1 0 1 0 0,1 0-1 0 0,-1 0 1 0 0,1 1-1 0 0,0-1 1 0 0,1 1-1 0 0,-1 0 1 0 0,1-1-1 0 0,-1 2 1 0 0,1-1-1 0 0,0 0 1 0 0,0 1-1 0 0,0 0 1 0 0,0 0-1 0 0,0 0 0 0 0,1 0 1 0 0,-1 1-1 0 0,1-1 1 0 0,-1 1-1 0 0,1 0 1 0 0,-1 1-1 0 0,7-1 1 0 0,0 0-80 0 0,-1 2 0 0 0,1-1 0 0 0,0 1 0 0 0,-1 1 0 0 0,1 0 0 0 0,-1 0 0 0 0,0 1 0 0 0,13 5 0 0 0,-20-7-14 0 0,-1 0 0 0 0,1 0-1 0 0,0 1 1 0 0,-1-1 0 0 0,0 0 0 0 0,1 1 0 0 0,-1 0 0 0 0,0 0-1 0 0,0 0 1 0 0,0 0 0 0 0,0 0 0 0 0,0 0 0 0 0,0 0-1 0 0,0 0 1 0 0,-1 1 0 0 0,1-1 0 0 0,-1 1 0 0 0,0-1-1 0 0,0 1 1 0 0,0-1 0 0 0,0 1 0 0 0,0 0 0 0 0,0 0 0 0 0,-1 0-1 0 0,1-1 1 0 0,-1 1 0 0 0,0 0 0 0 0,0 0 0 0 0,0 0-1 0 0,0 0 1 0 0,-1-1 0 0 0,1 1 0 0 0,-1 0 0 0 0,-1 5 0 0 0,-2 2 232 0 0,0 0 1 0 0,-1-1 0 0 0,0 1 0 0 0,0-1 0 0 0,-1 0-1 0 0,0-1 1 0 0,-11 12 0 0 0,-58 53 722 0 0,44-45-643 0 0,-60 59 1174 0 0,90-87-1562 0 0,1 0 0 0 0,0 0 0 0 0,0 1 0 0 0,-1-1 1 0 0,1 0-1 0 0,0 0 0 0 0,0 1 0 0 0,0-1 0 0 0,-1 0 0 0 0,1 0 1 0 0,0 1-1 0 0,0-1 0 0 0,0 0 0 0 0,0 1 0 0 0,-1-1 0 0 0,1 0 1 0 0,0 1-1 0 0,0-1 0 0 0,0 0 0 0 0,0 1 0 0 0,0-1 1 0 0,0 0-1 0 0,0 1 0 0 0,0-1 0 0 0,0 0 0 0 0,0 1 0 0 0,0-1 1 0 0,0 0-1 0 0,0 1 0 0 0,0-1 0 0 0,0 0 0 0 0,1 0 0 0 0,-1 1 1 0 0,0-1-1 0 0,0 0 0 0 0,0 1 0 0 0,0-1 0 0 0,1 0 0 0 0,-1 0 1 0 0,0 1-1 0 0,0-1 0 0 0,1 0 0 0 0,-1 0 0 0 0,0 1 1 0 0,0-1-1 0 0,1 0 0 0 0,-1 0 0 0 0,0 0 0 0 0,1 0 0 0 0,-1 1 1 0 0,0-1-1 0 0,0 0 0 0 0,1 0 0 0 0,-1 0 0 0 0,1 0 0 0 0,19 4 154 0 0,39-8-163 0 0,0-2 0 0 0,114-28 1 0 0,-121 22-568 0 0,98-30-3637 0 0,-52 7-4549 0 0,-96 34 8442 0 0,15-7-5227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8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71 2428 0 0,'20'-70'19719'0'0,"-85"345"-14020"0"0,-7 33-4986 0 0,62-241-1906 0 0,0 0-2325 0 0,7-51 548 0 0,-1 0 1 0 0,-5 15-1 0 0,2-19-2035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68 1428 0 0,'-195'67'15563'0'0,"140"-43"-11433"0"0,52-23-3613 0 0,3-1-475 0 0,0 1 0 0 0,0-1 0 0 0,0 0 0 0 0,0 1 0 0 0,0-1 0 0 0,0 0 0 0 0,0 0 0 0 0,0 1 0 0 0,1-1 0 0 0,-1 0 0 0 0,0 1 0 0 0,0-1 0 0 0,0 0 0 0 0,0 1 0 0 0,0-1 0 0 0,1 0-1 0 0,-1 0 1 0 0,0 1 0 0 0,0-1 0 0 0,0 0 0 0 0,1 0 0 0 0,-1 1 0 0 0,0-1 0 0 0,0 0 0 0 0,1 0 0 0 0,-1 1 0 0 0,0-1 0 0 0,0 0 0 0 0,1 0 0 0 0,-1 0 0 0 0,0 0 0 0 0,1 0 0 0 0,-1 0 0 0 0,0 0 0 0 0,1 1 0 0 0,-1-1 0 0 0,0 0 0 0 0,1 0 0 0 0,0 0 0 0 0,42-1 674 0 0,0-2 0 0 0,0-2 0 0 0,72-17 0 0 0,-31 6-393 0 0,752-85-219 0 0,-746 92-1109 0 0,67-2-3698 0 0,-155 10 4358 0 0,0 1 1 0 0,0 0-1 0 0,0 0 1 0 0,1 0-1 0 0,-1 0 1 0 0,0 1-1 0 0,0-1 0 0 0,0 1 1 0 0,1-1-1 0 0,-1 1 1 0 0,0 0-1 0 0,0 0 1 0 0,4 2-1 0 0,-7-2-64 0 0,1 0 0 0 0,-1 0 0 0 0,1 0 0 0 0,-1 0 1 0 0,1 0-1 0 0,-1 0 0 0 0,1 0 0 0 0,-1 0 0 0 0,-9 8-3680 0 0,-5-4-1814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119 367 1476 0 0,'-31'14'8170'0'0,"-38"22"0"0"0,68-35-7889 0 0,0-1-1 0 0,-1 1 0 0 0,1-1 0 0 0,0 1 1 0 0,0 0-1 0 0,-1 0 0 0 0,1 0 0 0 0,0 0 1 0 0,0 0-1 0 0,0 0 0 0 0,0 0 0 0 0,0 0 1 0 0,0 0-1 0 0,1 0 0 0 0,-2 3 0 0 0,2-3-227 0 0,0 1-1 0 0,0-1 0 0 0,0 1 1 0 0,0-1-1 0 0,1 1 1 0 0,-1-1-1 0 0,1 0 0 0 0,-1 1 1 0 0,1-1-1 0 0,-1 0 1 0 0,1 1-1 0 0,1 1 0 0 0,2 4 179 0 0,53 93 1578 0 0,-11-21-1080 0 0,-20-33-264 0 0,108 194-51 0 0,-89-169 1292 0 0,67 83 0 0 0,-112-153-1670 0 0,1 0 0 0 0,0 0-1 0 0,0 0 1 0 0,0 0-1 0 0,-1 0 1 0 0,1 0 0 0 0,0-1-1 0 0,0 1 1 0 0,0 0 0 0 0,0-1-1 0 0,0 1 1 0 0,0-1-1 0 0,0 1 1 0 0,1-1 0 0 0,-1 1-1 0 0,0-1 1 0 0,0 0 0 0 0,0 1-1 0 0,0-1 1 0 0,1 0-1 0 0,-1 0 1 0 0,0 0 0 0 0,0 0-1 0 0,0 0 1 0 0,1 0-1 0 0,-1 0 1 0 0,0-1 0 0 0,0 1-1 0 0,0 0 1 0 0,0-1 0 0 0,0 1-1 0 0,1 0 1 0 0,-1-1-1 0 0,0 0 1 0 0,0 1 0 0 0,0-1-1 0 0,0 0 1 0 0,0 1 0 0 0,0-1-1 0 0,-1 0 1 0 0,1 0-1 0 0,0 0 1 0 0,0 0 0 0 0,0-1-1 0 0,4-4 152 0 0,0 0 0 0 0,-1 0 1 0 0,0 0-1 0 0,0-1 0 0 0,4-11 0 0 0,5-21-187 0 0,-1 0 0 0 0,-2-1 0 0 0,7-62 0 0 0,-6 31 0 0 0,31-237 0 0 0,-23 154 0 0 0,-14 98 0 0 0,-4 38 0 0 0,0 1 0 0 0,1-1 0 0 0,1 1 0 0 0,0 0 0 0 0,2 0 0 0 0,10-27 0 0 0,-11 36 1 0 0,2 1 0 0 0,-1-1 0 0 0,1 1 0 0 0,0 0 0 0 0,1 0 0 0 0,-1 1 0 0 0,1 0 0 0 0,1 0 0 0 0,-1 0 0 0 0,1 1 0 0 0,0 0 0 0 0,0 1 0 0 0,0 0 0 0 0,1 0 0 0 0,9-2 0 0 0,12-4-21 0 0,1 1-1 0 0,0 2 1 0 0,35-3-1 0 0,84-3-4375 0 0,-125 13 929 0 0,49 6-1 0 0,-67-4 2494 0 0,0-1 1 0 0,-1 1-1 0 0,1 0 0 0 0,7 3 1 0 0,9 10-6385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29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1636 0 0,'-56'47'14335'0'0,"57"-46"-14227"0"0,-1-1 0 0 0,0 1 0 0 0,0 0 0 0 0,0-1 0 0 0,0 1 0 0 0,0-1 0 0 0,1 1 0 0 0,-1 0 0 0 0,0-1 0 0 0,0 1 0 0 0,1-1 0 0 0,-1 1 0 0 0,1-1 0 0 0,-1 1 0 0 0,0-1 0 0 0,1 1 0 0 0,0 0 0 0 0,27 2 1148 0 0,-15-2-988 0 0,1 1-1 0 0,-1 0 1 0 0,0 1-1 0 0,19 6 0 0 0,-28-7-242 0 0,0-1 0 0 0,0 1-1 0 0,-1 0 1 0 0,1 1-1 0 0,0-1 1 0 0,-1 1 0 0 0,0-1-1 0 0,1 1 1 0 0,-1 0-1 0 0,0 1 1 0 0,0-1 0 0 0,-1 0-1 0 0,1 1 1 0 0,-1-1-1 0 0,0 1 1 0 0,0 0 0 0 0,0 0-1 0 0,2 7 1 0 0,-1-1 190 0 0,-1 0 1 0 0,0 1-1 0 0,-1-1 0 0 0,0 1 1 0 0,0-1-1 0 0,-2 1 0 0 0,1-1 1 0 0,-1 1-1 0 0,-1-1 0 0 0,1 1 1 0 0,-7 15-1 0 0,-4 11 1201 0 0,-30 62 0 0 0,33-80-991 0 0,-64 126 4646 0 0,73-144-5054 0 0,0-1 0 0 0,0 0 1 0 0,-1 1-1 0 0,1-1 0 0 0,0 0 0 0 0,0 0 0 0 0,0 1 0 0 0,0-1 0 0 0,0 0 0 0 0,0 1 0 0 0,0-1 1 0 0,0 0-1 0 0,0 1 0 0 0,0-1 0 0 0,0 0 0 0 0,1 1 0 0 0,-1-1 0 0 0,0 0 0 0 0,0 1 0 0 0,0-1 0 0 0,0 0 1 0 0,0 0-1 0 0,0 1 0 0 0,1-1 0 0 0,-1 0 0 0 0,0 0 0 0 0,0 1 0 0 0,1-1 0 0 0,-1 0 0 0 0,0 0 1 0 0,0 0-1 0 0,1 1 0 0 0,-1-1 0 0 0,0 0 0 0 0,0 0 0 0 0,1 0 0 0 0,-1 0 0 0 0,0 0 0 0 0,1 1 0 0 0,-1-1 1 0 0,0 0-1 0 0,1 0 0 0 0,-1 0 0 0 0,0 0 0 0 0,1 0 0 0 0,12 1 69 0 0,-13-1-88 0 0,14-1 4 0 0,0-1 0 0 0,0 0 0 0 0,0-1-1 0 0,27-10 1 0 0,-1 1-3 0 0,439-110 1 0 0,-453 114-27 0 0,18-4-3462 0 0,-33 9-1093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36 108 2820 0 0,'11'-31'8931'0'0,"24"-45"1031"0"0,-33 89-8396 0 0,1 8-563 0 0,-36 251 1461 0 0,15-90-4395 0 0,17-174 1496 0 0,-10 83-4456 0 0,-4-34-3935 0 0,6-37 567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0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23 2860 0 0,'-7'3'786'0'0,"-109"55"21860"0"0,133-57-21301 0 0,15-1-794 0 0,1-2 0 0 0,46-8 0 0 0,-33 3-359 0 0,380-37 699 0 0,-141 27-3329 0 0,-250 15 1295 0 0,-20 1-1399 0 0,0 0 0 0 0,25 2 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1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73 279 3284 0 0,'-73'29'16582'0'0,"78"-14"-14625"0"0,42 46 876 0 0,73 125 0 0 0,5 9-2001 0 0,-106-168-688 0 0,39 47 2380 0 0,-58-72-2505 0 0,1-1 1 0 0,0 0 0 0 0,0 0-1 0 0,0 0 1 0 0,0 0 0 0 0,0-1-1 0 0,0 1 1 0 0,0 0-1 0 0,1 0 1 0 0,-1-1 0 0 0,0 1-1 0 0,0-1 1 0 0,1 1-1 0 0,-1-1 1 0 0,0 1 0 0 0,1-1-1 0 0,-1 0 1 0 0,0 1 0 0 0,1-1-1 0 0,-1 0 1 0 0,0 0-1 0 0,1 0 1 0 0,2-1 0 0 0,-2 1 29 0 0,1-1 0 0 0,-1 0 0 0 0,0 0 0 0 0,1-1 0 0 0,-1 1 1 0 0,0 0-1 0 0,0-1 0 0 0,0 0 0 0 0,0 1 0 0 0,0-1 0 0 0,3-4 0 0 0,2-3 95 0 0,0 0-1 0 0,0-1 1 0 0,-1 0-1 0 0,6-15 1 0 0,5-16-144 0 0,-2-1 0 0 0,-2 0 0 0 0,-2 0 0 0 0,8-59 0 0 0,3-177 0 0 0,-21 258 0 0 0,0 0 0 0 0,1-1 0 0 0,8-30 0 0 0,-8 45 0 0 0,0 0 0 0 0,0 0 0 0 0,0 0 0 0 0,1 1 0 0 0,0-1 0 0 0,0 1 0 0 0,0 0 0 0 0,1 0 0 0 0,0 0 0 0 0,0 0 0 0 0,0 0 0 0 0,1 1 0 0 0,-1 0 0 0 0,1 0 0 0 0,0 0 0 0 0,6-3 0 0 0,4-1-798 0 0,0 1 1 0 0,0 0-1 0 0,22-7 0 0 0,-24 11-183 0 0,0 0 0 0 0,0 0 0 0 0,0 1-1 0 0,0 1 1 0 0,1 0 0 0 0,-1 1 0 0 0,1 0 0 0 0,-1 1 0 0 0,0 1 0 0 0,1 0 0 0 0,-1 0-1 0 0,0 2 1 0 0,16 5 0 0 0,-4 1-4295 0 0,-1 0-2884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1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2196 0 0,'-19'23'15400'0'0,"18"-22"-15146"0"0,1 0-1 0 0,0-1 1 0 0,0 1 0 0 0,-1-1 0 0 0,1 1-1 0 0,0 0 1 0 0,0-1 0 0 0,0 1 0 0 0,0 0-1 0 0,0-1 1 0 0,0 1 0 0 0,0 0 0 0 0,0-1-1 0 0,0 1 1 0 0,0 0 0 0 0,0-1-1 0 0,0 1 1 0 0,1 0 0 0 0,-1 0 0 0 0,2 1-42 0 0,0-1 1 0 0,0 1-1 0 0,-1-1 0 0 0,1 0 1 0 0,0 1-1 0 0,0-1 1 0 0,0 0-1 0 0,1 0 1 0 0,2 1-1 0 0,8 3 77 0 0,1 1 0 0 0,-1 0 0 0 0,-1 1 0 0 0,1 1 0 0 0,14 11-1 0 0,-24-16-211 0 0,1 1 0 0 0,0-1 0 0 0,-1 1 0 0 0,0 0-1 0 0,0 0 1 0 0,0 0 0 0 0,0 1 0 0 0,-1-1-1 0 0,1 0 1 0 0,-1 1 0 0 0,0 0 0 0 0,-1 0-1 0 0,1-1 1 0 0,-1 1 0 0 0,0 0 0 0 0,0 0 0 0 0,-1 0-1 0 0,1 0 1 0 0,-1 9 0 0 0,-1-3 80 0 0,-1-1 0 0 0,1 1 0 0 0,-2 0 0 0 0,1-1 0 0 0,-2 1 0 0 0,1-1 0 0 0,-1 0 0 0 0,-1 0 0 0 0,0 0 0 0 0,0-1 0 0 0,-1 0 0 0 0,-10 13 0 0 0,-7 4 668 0 0,-1 0 1 0 0,-41 33-1 0 0,32-30-639 0 0,25-21-186 0 0,2 1 0 0 0,6-9 0 0 0,0 1 0 0 0,0-1 0 0 0,1 0 0 0 0,-1 1 0 0 0,0-1 0 0 0,0 1 0 0 0,0-1 0 0 0,1 0 0 0 0,-1 1 0 0 0,0-1 0 0 0,0 0 0 0 0,1 1 0 0 0,-1-1 0 0 0,0 0 0 0 0,1 0 0 0 0,-1 1 0 0 0,0-1 0 0 0,1 0 0 0 0,-1 0 0 0 0,0 0 0 0 0,1 1 0 0 0,-1-1 0 0 0,1 0 0 0 0,-1 0 0 0 0,0 0 0 0 0,1 0 0 0 0,-1 0 0 0 0,1 0 0 0 0,-1 0 0 0 0,1 0 0 0 0,18 1 0 0 0,0-1 0 0 0,1-1 0 0 0,-1 0 0 0 0,0-2 0 0 0,24-6 0 0 0,-18 5 0 0 0,459-103-2990 0 0,-399 78-2751 0 0,-34 3-4239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1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808 162 1512 0 0,'1'-14'2173'0'0,"-1"7"-1116"0"0,1 0-1 0 0,-1 1 1 0 0,2-1-1 0 0,-1 1 1 0 0,1-1-1 0 0,3-9 1 0 0,3-18 10453 0 0,-8 33-11284 0 0,0 0 0 0 0,0 0 0 0 0,0-1 1 0 0,0 1-1 0 0,0 0 0 0 0,-1 0 0 0 0,1 0 1 0 0,0 0-1 0 0,-1 0 0 0 0,1 0 0 0 0,0 0 1 0 0,-1 0-1 0 0,0 0 0 0 0,1 0 0 0 0,-1 0 1 0 0,1 0-1 0 0,-1 0 0 0 0,0 1 0 0 0,0-1 0 0 0,1 0 1 0 0,-1 0-1 0 0,-1 0 0 0 0,-2-1-165 0 0,0 0-1 0 0,0 0 1 0 0,0 0-1 0 0,-1 1 1 0 0,-5-2-1 0 0,-21-4 33 0 0,0 1 1 0 0,-1 2-1 0 0,1 1 0 0 0,-1 1 0 0 0,1 1 1 0 0,-52 7-1 0 0,75-5-115 0 0,0 1 0 0 0,0 0 0 0 0,0 1 0 0 0,1 0 0 0 0,-1 0 0 0 0,1 0 0 0 0,0 1 0 0 0,0 0 1 0 0,0 0-1 0 0,1 1 0 0 0,0 0 0 0 0,-1 0 0 0 0,-5 7 0 0 0,4-2 33 0 0,1-1 1 0 0,0 1-1 0 0,0 0 1 0 0,1 0-1 0 0,1 1 1 0 0,0 0-1 0 0,-8 22 0 0 0,4 6 55 0 0,1-1-1 0 0,2 1 1 0 0,1 0-1 0 0,2 51 0 0 0,-17 546 457 0 0,15-515-215 0 0,-28 157 0 0 0,-44 115 245 0 0,43-231-408 0 0,-72 497 1677 0 0,84-501-1628 0 0,18-134-193 0 0,-14 145 0 0 0,18-152 0 0 0,2-1 0 0 0,4-2 0 0 0,-4-12 0 0 0,0-1 0 0 0,0 1 0 0 0,1 0 0 0 0,-1-1 0 0 0,0 1 0 0 0,1-1 0 0 0,0 0 0 0 0,-1 0 0 0 0,1 0 0 0 0,0 0 0 0 0,-1 0 0 0 0,1 0 0 0 0,0-1 0 0 0,0 0 0 0 0,4 1 0 0 0,48-1 0 0 0,-43-1 0 0 0,58-2-1886 0 0,-1-4 1 0 0,124-27-1 0 0,-179 30-232 0 0,0 0 0 0 0,20-10 1 0 0,2-7-8022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1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57 1680 0 0,'-9'-4'21375'0'0,"28"0"-21189"0"0,0 0 0 0 0,0 1 0 0 0,32-1 0 0 0,0 0-102 0 0,214-23 343 0 0,-217 23-73 0 0,-45 4-350 0 0,0 0-314 0 0,5-2-418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84 2188 0 0,'36'-83'26257'0'0,"-36"84"-26072"0"0,1 1-1 0 0,0-1 1 0 0,-1 1 0 0 0,1-1-1 0 0,-1 1 1 0 0,0-1-1 0 0,1 1 1 0 0,-1 0 0 0 0,0-1-1 0 0,0 1 1 0 0,0-1-1 0 0,0 1 1 0 0,-1 2 0 0 0,-71 479 1473 0 0,56-396-1579 0 0,-17 79-79 0 0,33-165-264 0 0,0 0 0 0 0,0 0 0 0 0,0 0 0 0 0,0-1 0 0 0,0 1 0 0 0,0 0 0 0 0,0 0 0 0 0,-1 0 0 0 0,1 0 0 0 0,0 0 0 0 0,0-1 0 0 0,-1 1 0 0 0,1 0 0 0 0,-1 0 0 0 0,1-1 0 0 0,-1 1 0 0 0,1 0-1 0 0,-1 0 1 0 0,1-1 0 0 0,-1 1 0 0 0,0-1 0 0 0,1 1 0 0 0,-1-1 0 0 0,0 1 0 0 0,1-1 0 0 0,-1 1 0 0 0,0-1 0 0 0,-1 1 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47 1348 0 0,'32'-46'16709'0'0,"-32"46"-16641"0"0,0 0-1 0 0,1 1 1 0 0,-1-1-1 0 0,0 0 1 0 0,1 0-1 0 0,-1 1 1 0 0,0-1-1 0 0,1 0 1 0 0,-1 1-1 0 0,0-1 1 0 0,0 1-1 0 0,0-1 1 0 0,1 0-1 0 0,-1 1 1 0 0,0-1-1 0 0,0 1 1 0 0,0-1 0 0 0,0 0-1 0 0,0 1 1 0 0,0-1-1 0 0,0 1 1 0 0,0-1-1 0 0,0 1 1 0 0,0-1-1 0 0,0 0 1 0 0,0 1-1 0 0,0-1 1 0 0,0 2-1 0 0,-2 13 777 0 0,2-14-806 0 0,-17 128 5255 0 0,-19 63-2293 0 0,19-107-1935 0 0,-4 12-298 0 0,-10 60-405 0 0,28-150 245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0:26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0 408 0 0,'0'0'4980'0'0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5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1965 200 1080 0 0,'1'-6'935'0'0,"0"-1"-1"0"0,0 1 1 0 0,-1 0-1 0 0,0-1 1 0 0,0 1 0 0 0,-1-10-1 0 0,0 11-611 0 0,-1 0 0 0 0,1 0 0 0 0,-1 0-1 0 0,0 0 1 0 0,0 0 0 0 0,0 0 0 0 0,-4-5 0 0 0,2 4-227 0 0,-1 0 0 0 0,0 1 0 0 0,0-1 0 0 0,0 1 0 0 0,-1 0 1 0 0,0 1-1 0 0,0-1 0 0 0,0 1 0 0 0,0 0 0 0 0,-1 1 0 0 0,-13-6 0 0 0,-4 0 11 0 0,0 2 0 0 0,-1 0 0 0 0,0 2 0 0 0,0 1-1 0 0,0 1 1 0 0,-1 1 0 0 0,1 1 0 0 0,-1 1 0 0 0,1 1-1 0 0,-48 9 1 0 0,33-1-28 0 0,0 1 0 0 0,1 2 0 0 0,0 1 0 0 0,1 2 0 0 0,1 2 0 0 0,-37 23 1 0 0,2 4 271 0 0,3 4 1 0 0,1 3 0 0 0,3 3 0 0 0,2 3 0 0 0,2 2 0 0 0,3 3 0 0 0,-95 133-1 0 0,80-84 30 0 0,5 3-1 0 0,4 3 0 0 0,-49 129 0 0 0,44-65 65 0 0,-66 276 0 0 0,99-304-52 0 0,-26 244-1 0 0,56-331-274 0 0,4-1-1 0 0,2 1 0 0 0,3-1 0 0 0,3 1 0 0 0,3-1 0 0 0,26 95 0 0 0,-21-118-87 0 0,2 0 0 0 0,2-1-1 0 0,2 0 1 0 0,1-2 0 0 0,2 0-1 0 0,2-2 1 0 0,2-1 0 0 0,47 52-1 0 0,6-9 50 0 0,3-3-1 0 0,112 79 0 0 0,-142-117-38 0 0,106 58 0 0 0,-123-78-37 0 0,1-2 0 0 0,0-1-1 0 0,1-2 1 0 0,46 10 0 0 0,-62-19 5 0 0,-1-1-1 0 0,1-1 1 0 0,0 0-1 0 0,-1-2 1 0 0,1-1-1 0 0,0 0 1 0 0,0-2 0 0 0,-1 0-1 0 0,26-9 1 0 0,-21 4-7 0 0,0-2 1 0 0,-1 0 0 0 0,0-2 0 0 0,-1-1-1 0 0,-1-1 1 0 0,37-27 0 0 0,-26 13-8 0 0,-2-1 0 0 0,0-2 0 0 0,42-54 0 0 0,-36 34-12 0 0,57-100 1 0 0,157-385-33 0 0,-53-23-115 0 0,-149 391 86 0 0,39-234 1 0 0,-72 279 19 0 0,-4 0 0 0 0,-7-216-1 0 0,-13 222 13 0 0,-36-191-1 0 0,30 250 33 0 0,-2 1 1 0 0,-2 0 0 0 0,-3 1 0 0 0,-3 1-1 0 0,-34-62 1 0 0,33 78-23 0 0,-1 1-1 0 0,-59-67 0 0 0,79 100-87 0 0,0-1 0 0 0,0 1 0 0 0,-1 1 0 0 0,0-1 0 0 0,0 1 0 0 0,0 0 0 0 0,0 0-1 0 0,-1 0 1 0 0,-6-2 0 0 0,8 5-275 0 0,0-1-1 0 0,0 1 1 0 0,0 0 0 0 0,0 1-1 0 0,0-1 1 0 0,0 1-1 0 0,0 0 1 0 0,0 0 0 0 0,0 0-1 0 0,0 1 1 0 0,0 0-1 0 0,0 0 1 0 0,0 0 0 0 0,-5 2-1 0 0,-31 9-5216 0 0,21-5 1197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5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2908 0 0,'12'14'3177'0'0,"-5"-2"-733"0"0,0-4-564 0 0,-2 0-392 0 0,0 1 708 0 0,2 3-780 0 0,-1 0-908 0 0,1 0-840 0 0,-3-4-516 0 0,-1 2-708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41 360 0 0,'18'-28'8779'0'0,"-9"16"-5234"0"0,-8 12-3355 0 0,-1 0 0 0 0,1 0 0 0 0,-1 0 0 0 0,1 0 0 0 0,-1 0 0 0 0,0 0 0 0 0,1 0 0 0 0,-1 0 0 0 0,1 0 0 0 0,-1 0 0 0 0,1 0 0 0 0,-1 0 0 0 0,1 0 0 0 0,-1 0 0 0 0,1 0-1 0 0,1 1 787 0 0,4 32 1596 0 0,-3 5-1672 0 0,-3-36-628 0 0,0 2 179 0 0,1-1 0 0 0,-1 0 1 0 0,0 1-1 0 0,0-1 0 0 0,0 1 0 0 0,0-1 0 0 0,-2 6 0 0 0,-28 189-401 0 0,-23 101 2580 0 0,39-219-177 0 0,7-27 1078 0 0,7-51-3931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4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0 892 0 0,'-101'35'19389'0'0,"99"-34"-18649"0"0,-19 10 3119 0 0,26-9-3756 0 0,-1-1 0 0 0,1 0 0 0 0,0 0 0 0 0,0 0 0 0 0,0-1 0 0 0,0 1 0 0 0,0-1 0 0 0,1-1 0 0 0,-1 1 0 0 0,0 0 0 0 0,5-2 0 0 0,8 0 109 0 0,432-15 689 0 0,-94 4-537 0 0,-335 12-360 0 0,44-1-683 0 0,-28 3-3482 0 0,-37-1 3962 0 0,1 1 1 0 0,0-1 0 0 0,0 0 0 0 0,-1 1-1 0 0,1-1 1 0 0,0 0 0 0 0,-1 1-1 0 0,1-1 1 0 0,0 1 0 0 0,-1 0 0 0 0,1-1-1 0 0,-1 1 1 0 0,1-1 0 0 0,0 1-1 0 0,-1 0 1 0 0,0-1 0 0 0,1 1 0 0 0,-1 0-1 0 0,1 0 1 0 0,-1-1 0 0 0,0 1-1 0 0,0 0 1 0 0,1 0 0 0 0,-1 0 0 0 0,0-1-1 0 0,0 1 1 0 0,0 0 0 0 0,0 0-1 0 0,0 1 1 0 0,-1 23-7851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5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32 441 2752 0 0,'-31'-7'17291'0'0,"31"7"-17211"0"0,3 15 1321 0 0,13 26-2118 0 0,-12-32 1253 0 0,49 135 508 0 0,11 26-515 0 0,-54-144-384 0 0,-6-15 1293 0 0,1 0 1 0 0,9 17-1 0 0,-14-28-1394 0 0,1 0-1 0 0,0 0 1 0 0,-1 0 0 0 0,1 1-1 0 0,-1-1 1 0 0,1 0 0 0 0,0 0 0 0 0,-1 0-1 0 0,1 0 1 0 0,0 0 0 0 0,-1 0-1 0 0,1 0 1 0 0,-1-1 0 0 0,1 1 0 0 0,0 0-1 0 0,-1 0 1 0 0,1 0 0 0 0,-1-1 0 0 0,1 1-1 0 0,0 0 1 0 0,-1 0 0 0 0,1-1-1 0 0,-1 1 1 0 0,1-1 0 0 0,-1 1 0 0 0,1 0-1 0 0,-1-1 1 0 0,1 1 0 0 0,-1-1-1 0 0,0 1 1 0 0,1-1 0 0 0,0-1 0 0 0,15-17 403 0 0,1-10-247 0 0,-2 0 0 0 0,-1-2 0 0 0,14-42 0 0 0,-11 26-128 0 0,58-158-151 0 0,68-163 129 0 0,-140 363-57 0 0,0 0 0 0 0,0 0 0 0 0,1 0 0 0 0,0 0-1 0 0,0 1 1 0 0,0 0 0 0 0,0 0 0 0 0,1 0 0 0 0,0 0 0 0 0,0 0 0 0 0,0 1 0 0 0,0 0 0 0 0,0 0 0 0 0,1 1 0 0 0,-1-1 0 0 0,1 1 0 0 0,0 0 0 0 0,-1 1 0 0 0,1-1 0 0 0,7 0-1 0 0,13-1-4 0 0,0 0-1 0 0,0 2 1 0 0,32 2-1 0 0,-52-1 8 0 0,47 2-1777 0 0,-1 3 0 0 0,91 19 0 0 0,-83-6-2987 0 0,-24 2-4856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5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1040 0 0,'-68'3'16287'0'0,"64"-3"-14936"0"0,-9 1 2958 0 0,29 0-3608 0 0,31 3-739 0 0,-33-2 80 0 0,-1 0 1 0 0,1 1-1 0 0,-1 1 0 0 0,1 0 1 0 0,-1 1-1 0 0,-1 0 0 0 0,14 8 0 0 0,-23-11-22 0 0,1 0-1 0 0,-1 1 0 0 0,0-1 0 0 0,0 1 1 0 0,0-1-1 0 0,-1 1 0 0 0,1 0 1 0 0,-1 0-1 0 0,1 0 0 0 0,-1 0 0 0 0,0 1 1 0 0,0-1-1 0 0,0 1 0 0 0,-1-1 0 0 0,1 1 1 0 0,-1-1-1 0 0,0 1 0 0 0,0 0 0 0 0,0 0 1 0 0,0 0-1 0 0,-1-1 0 0 0,0 1 0 0 0,0 0 1 0 0,0 0-1 0 0,0 0 0 0 0,0 0 0 0 0,-1 0 1 0 0,1 0-1 0 0,-3 6 0 0 0,0 0 169 0 0,-1 0 0 0 0,0-1 0 0 0,-1 1 0 0 0,1-1 0 0 0,-2 0 0 0 0,1-1 0 0 0,-1 1 0 0 0,-1-1-1 0 0,-7 9 1 0 0,-12 8 992 0 0,-36 29-1 0 0,29-27-18 0 0,-23 19 1416 0 0,51-38-2394 0 0,5-8-182 0 0,0 1 0 0 0,0-1 1 0 0,0 0-1 0 0,0 1 0 0 0,0-1 0 0 0,0 0 1 0 0,0 0-1 0 0,1 1 0 0 0,-1-1 0 0 0,0 0 1 0 0,0 1-1 0 0,0-1 0 0 0,1 0 0 0 0,-1 0 1 0 0,0 0-1 0 0,0 1 0 0 0,1-1 0 0 0,-1 0 0 0 0,0 0 1 0 0,1 0-1 0 0,-1 0 0 0 0,0 1 0 0 0,0-1 1 0 0,1 0-1 0 0,-1 0 0 0 0,0 0 0 0 0,1 0 1 0 0,-1 0-1 0 0,0 0 0 0 0,1 0 0 0 0,-1 0 1 0 0,0 0-1 0 0,1 0 0 0 0,18 1-1 0 0,-1-1 0 0 0,1-1 0 0 0,34-6 0 0 0,-17 2 0 0 0,399-39-1726 0 0,-397 39 192 0 0,38-5-2067 0 0,-52 6-1966 0 0,-1-2-4080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6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25 268 0 0,'66'-24'17581'0'0,"-65"24"-17449"0"0,0 0-1 0 0,0 0 1 0 0,0-1-1 0 0,0 1 1 0 0,0 0-1 0 0,0 0 1 0 0,0 0 0 0 0,0 0-1 0 0,0 0 1 0 0,0 0-1 0 0,0 0 1 0 0,0 1-1 0 0,-1-1 1 0 0,1 0-1 0 0,0 1 1 0 0,0-1 0 0 0,0 0-1 0 0,0 1 1 0 0,0-1-1 0 0,0 1 1 0 0,0-1-1 0 0,0 1 1 0 0,-1 0 0 0 0,1-1-1 0 0,0 1 1 0 0,-1 0-1 0 0,1 0 1 0 0,0-1-1 0 0,-1 1 1 0 0,1 0 0 0 0,-1 0-1 0 0,1 0 1 0 0,-1 0-1 0 0,1 0 1 0 0,-1 0-1 0 0,0-1 1 0 0,1 1 0 0 0,-1 0-1 0 0,0 0 1 0 0,0 0-1 0 0,0 0 1 0 0,0 0-1 0 0,0 0 1 0 0,0 2 0 0 0,2 22 1282 0 0,-1 1 0 0 0,-1-1 1 0 0,-1 1-1 0 0,-8 45 1 0 0,1-7-305 0 0,-46 357-295 0 0,34-287-815 0 0,18-119 0 0 0,0-2 0 0 0,0-2 0 0 0,-3 10-2402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7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38 1532 0 0,'-137'35'23072'0'0,"135"-35"-22287"0"0,-8 3 1621 0 0,160-14-1695 0 0,310-16-334 0 0,-81 7-276 0 0,-293 14-74 0 0,7 0-914 0 0,-37 1-5446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7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0 467 340 0 0,'0'-3'3080'0'0,"2"-54"11998"0"0,11 63-14354 0 0,-9-4-544 0 0,0 1 0 0 0,0 0 0 0 0,0 0 1 0 0,0 1-1 0 0,-1-1 0 0 0,0 1 0 0 0,1 0 0 0 0,2 5 0 0 0,21 35 1141 0 0,-1 10-326 0 0,-2 0 0 0 0,-3 1-1 0 0,17 72 1 0 0,-1-7 967 0 0,-37-119-1907 0 0,0-1-1 0 0,0 1 0 0 0,0 0 1 0 0,0-1-1 0 0,0 1 0 0 0,0-1 1 0 0,0 1-1 0 0,0-1 0 0 0,1 1 1 0 0,-1-1-1 0 0,0 1 1 0 0,0-1-1 0 0,1 1 0 0 0,-1-1 1 0 0,0 1-1 0 0,1-1 0 0 0,-1 1 1 0 0,0-1-1 0 0,1 0 0 0 0,-1 1 1 0 0,1-1-1 0 0,-1 1 0 0 0,1-1 1 0 0,-1 0-1 0 0,0 0 1 0 0,1 1-1 0 0,-1-1 0 0 0,1 0 1 0 0,0 0-1 0 0,-1 1 0 0 0,1-1 1 0 0,-1 0-1 0 0,1 0 0 0 0,-1 0 1 0 0,1 0-1 0 0,-1 0 0 0 0,1 0 1 0 0,0 0-1 0 0,-1 0 0 0 0,1 0 1 0 0,-1 0-1 0 0,1 0 1 0 0,-1 0-1 0 0,1-1 0 0 0,-1 1 1 0 0,1 0-1 0 0,-1 0 0 0 0,1-1 1 0 0,-1 1-1 0 0,1 0 0 0 0,-1-1 1 0 0,1 1-1 0 0,-1 0 0 0 0,1-1 1 0 0,-1 1-1 0 0,0 0 1 0 0,1-1-1 0 0,-1 1 0 0 0,1-1 1 0 0,-1 1-1 0 0,0-1 0 0 0,4-4-25 0 0,0 0-1 0 0,-1 1 1 0 0,0-1 0 0 0,4-9-1 0 0,29-79 176 0 0,-4-2 0 0 0,20-99 0 0 0,-23 82-147 0 0,43-112 0 0 0,-67 214-76 0 0,0 0 0 0 0,0 0 0 0 0,1 1 0 0 0,0 0 1 0 0,0 0-1 0 0,1 0 0 0 0,1 1 0 0 0,-1 0 0 0 0,1 0 1 0 0,1 0-1 0 0,-1 1 0 0 0,1 1 0 0 0,0 0 0 0 0,1 0 1 0 0,0 0-1 0 0,0 2 0 0 0,0-1 0 0 0,0 1 0 0 0,14-3 0 0 0,-14 4-266 0 0,0 1-1 0 0,0 1 1 0 0,0 0-1 0 0,0 0 0 0 0,0 1 1 0 0,0 0-1 0 0,0 1 0 0 0,0 0 1 0 0,0 0-1 0 0,0 1 0 0 0,0 1 1 0 0,-1-1-1 0 0,18 9 1 0 0,-9-3-647 0 0,-1 2 1 0 0,1 1 0 0 0,-1 0-1 0 0,-1 1 1 0 0,0 0 0 0 0,22 25-1 0 0,-26-25-340 0 0,-2 1 0 0 0,0 0 0 0 0,11 19 0 0 0,-15-21-438 0 0,0 0 1 0 0,-1 1-1 0 0,0-1 0 0 0,5 24 0 0 0,-5-13-3698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 2472 0 0,'-16'3'4462'0'0,"-1"-1"0"0"0,0-1-1 0 0,-21-1 1 0 0,30 0-2118 0 0,38 16-1956 0 0,-28-14-380 0 0,1 0 1 0 0,-1 0 0 0 0,0 0-1 0 0,0 1 1 0 0,0-1-1 0 0,0 1 1 0 0,0-1 0 0 0,-1 1-1 0 0,1 0 1 0 0,-1 0-1 0 0,0 0 1 0 0,1-1 0 0 0,-1 1-1 0 0,-1 0 1 0 0,1 0-1 0 0,0 0 1 0 0,-1 1 0 0 0,1-1-1 0 0,-1 0 1 0 0,0 0-1 0 0,0 0 1 0 0,-1 0 0 0 0,1 0-1 0 0,0 0 1 0 0,-1 0-1 0 0,-1 5 1 0 0,-1 4 103 0 0,-1-1 0 0 0,-1 1 0 0 0,0-1 0 0 0,-12 22 0 0 0,4-15 456 0 0,0 0 1 0 0,-1-1-1 0 0,-28 27 0 0 0,-1 0 821 0 0,35-29-805 0 0,7-14-568 0 0,1-1 0 0 0,0 0 0 0 0,0 1 0 0 0,0-1-1 0 0,1 1 1 0 0,-1-1 0 0 0,0 0 0 0 0,0 1 0 0 0,0-1 0 0 0,0 1 0 0 0,0-1-1 0 0,0 0 1 0 0,0 1 0 0 0,1-1 0 0 0,-1 0 0 0 0,0 1 0 0 0,0-1 0 0 0,1 0-1 0 0,-1 1 1 0 0,0-1 0 0 0,0 0 0 0 0,1 0 0 0 0,-1 1 0 0 0,1-1 0 0 0,1 2 11 0 0,1-1 0 0 0,0 0 0 0 0,0 0 0 0 0,0-1 0 0 0,0 1 0 0 0,0 0 0 0 0,-1-1 0 0 0,6 0 0 0 0,39 1-145 0 0,-1-2-1 0 0,66-10 1 0 0,-65 6-541 0 0,157-26-4208 0 0,-163 22-616 0 0,48-18 0 0 0,-47 11-3995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9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 52 556 0 0,'26'-33'14847'0'0,"-24"31"-13937"0"0,0 1-1 0 0,3-2 1 0 0,7-2-778 0 0,65-1 30 0 0,1 5 1 0 0,78 8 0 0 0,-128-6-146 0 0,-1 1-16 0 0,3-1 4 0 0,-1 1-1 0 0,1 2 0 0 0,49 11 0 0 0,-74-13 52 0 0,0 1 0 0 0,0-1 0 0 0,-1 0-1 0 0,1 1 1 0 0,-1 0 0 0 0,0 0 0 0 0,0 0 0 0 0,0 1-1 0 0,0-1 1 0 0,0 1 0 0 0,-1 0 0 0 0,1 0 0 0 0,-1 1 0 0 0,0-1-1 0 0,-1 0 1 0 0,1 1 0 0 0,2 7 0 0 0,3 8 656 0 0,-1 0 0 0 0,9 42 0 0 0,-11-40-366 0 0,10 61 822 0 0,-4 0 0 0 0,2 127 0 0 0,-13-198-1094 0 0,-3 483 2090 0 0,-24 0-205 0 0,25-456-1839 0 0,-60 747 1323 0 0,2-34-214 0 0,-51 617-1229 0 0,75-969 0 0 0,-19 495 0 0 0,35-517 0 0 0,-19 68 0 0 0,32-402 0 0 0,5-29 0 0 0,0-4 0 0 0,1 0 0 0 0,0 0 0 0 0,-1-1 0 0 0,-1 0 0 0 0,-3-1 0 0 0,1-4 0 0 0,1 0 0 0 0,-1 0 0 0 0,-1-1 0 0 0,1 0 0 0 0,0 0 0 0 0,-1 0 0 0 0,0 0 0 0 0,0-1 0 0 0,0 0 0 0 0,-1 0 0 0 0,-9 2 0 0 0,3 0 0 0 0,-32 10-138 0 0,0-2 0 0 0,-53 9 0 0 0,-99 6-1452 0 0,191-28 1520 0 0,-176 18-6353 0 0,58-9-2290 0 0,6-4-4440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6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1060 0 0,'67'-95'13356'0'0,"-48"66"-9115"0"0,-18 28-3958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7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61 416 0 0,'-15'2'17513'0'0,"0"2"-13696"0"0,14-4-3660 0 0,0 0 0 0 0,0 0 1 0 0,1 0-1 0 0,-1 0 0 0 0,0 1 1 0 0,1-1-1 0 0,-1 0 0 0 0,0 1 0 0 0,1-1 1 0 0,-1 0-1 0 0,1 1 0 0 0,-1-1 1 0 0,0 1-1 0 0,1-1 0 0 0,-1 1 1 0 0,1-1-1 0 0,-1 1 0 0 0,1-1 0 0 0,0 1 1 0 0,-1-1-1 0 0,0 2 0 0 0,17 0 15 0 0,-10-2-113 0 0,1 0 0 0 0,-1 0 0 0 0,0-1 0 0 0,11-2 0 0 0,4 0 38 0 0,289-44 192 0 0,-265 40-268 0 0,-31 3-75 0 0,24-9-16044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61 2788 0 0,'19'-60'22316'0'0,"-26"92"-20469"0"0,-48 191 2838 0 0,-5 21-3566 0 0,7 0-9758 0 0,40-198 2716 0 0,-1-19-2685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3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50 1728 0 0,'-14'4'4083'0'0,"-1"-2"-1858"0"0,-1-1 0 0 0,1 0 0 0 0,-1-1 0 0 0,-23-3 0 0 0,37 3-1715 0 0,-12-2 748 0 0,3 1-335 0 0,21-4-766 0 0,6 0-128 0 0,-1 2 1 0 0,1 0-1 0 0,1 1 1 0 0,26 0-1 0 0,1-1-8 0 0,505-15 137 0 0,-154 11-1826 0 0,-377 5 897 0 0,1 1-4103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0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33 312 2008 0 0,'-15'9'3228'0'0,"14"-9"-2617"0"0,-1 1 1 0 0,0 0-1 0 0,1 0 0 0 0,-8 5 3056 0 0,6-2-3056 0 0,3-4-521 0 0,0 1 0 0 0,1 0 0 0 0,-1-1-1 0 0,0 1 1 0 0,0 0 0 0 0,0 0 0 0 0,0-1-1 0 0,1 1 1 0 0,-1 0 0 0 0,0-1 0 0 0,0 1-1 0 0,1 0 1 0 0,-1-1 0 0 0,1 1-1 0 0,-1-1 1 0 0,0 1 0 0 0,1-1 0 0 0,-1 1-1 0 0,1-1 1 0 0,-1 1 0 0 0,1-1 0 0 0,0 1-1 0 0,-1-1 1 0 0,1 1 0 0 0,-1-1 0 0 0,1 0-1 0 0,0 1 1 0 0,-1-1 0 0 0,1 0 0 0 0,1 1-1 0 0,8 5 320 0 0,-1 1-1 0 0,0 1 1 0 0,-1-1-1 0 0,1 1 0 0 0,-2 1 1 0 0,1 0-1 0 0,-1 0 0 0 0,0 0 1 0 0,-1 1-1 0 0,0 0 1 0 0,8 21-1 0 0,2 9 195 0 0,20 73-1 0 0,-9-8-257 0 0,39 130 524 0 0,-66-234-831 0 0,0 0 0 0 0,0 0 0 0 0,0-1 0 0 0,1 1 1 0 0,-1 0-1 0 0,0 0 0 0 0,0-1 0 0 0,1 1 0 0 0,-1 0 1 0 0,1 0-1 0 0,-1-1 0 0 0,0 1 0 0 0,1-1 0 0 0,-1 1 1 0 0,1 0-1 0 0,-1-1 0 0 0,1 1 0 0 0,0-1 0 0 0,-1 1 0 0 0,2 0 1 0 0,-1-1-18 0 0,-1-1 1 0 0,1 1-1 0 0,-1 0 1 0 0,0-1-1 0 0,1 1 0 0 0,-1 0 1 0 0,1-1-1 0 0,-1 1 1 0 0,0-1-1 0 0,1 1 1 0 0,-1 0-1 0 0,0-1 1 0 0,1 1-1 0 0,-1-1 1 0 0,0 1-1 0 0,0-1 1 0 0,0 1-1 0 0,1-1 1 0 0,-1 1-1 0 0,0-1 1 0 0,0 0-1 0 0,7-39 249 0 0,-7 38-273 0 0,18-260 126 0 0,-2 10-151 0 0,-9 201 5 0 0,1 0 0 0 0,28-92 0 0 0,-32 132 23 0 0,0 0 1 0 0,0 1-1 0 0,1-1 0 0 0,1 1 1 0 0,0 0-1 0 0,0 0 0 0 0,1 1 1 0 0,0 0-1 0 0,1 0 0 0 0,9-9 1 0 0,-10 12-1 0 0,1 1 0 0 0,-1-1 0 0 0,1 1 0 0 0,0 1 0 0 0,0 0 0 0 0,1 0 0 0 0,-1 0 0 0 0,1 1 0 0 0,0 0 0 0 0,0 1 1 0 0,0 0-1 0 0,0 1 0 0 0,11-1 0 0 0,3 0-406 0 0,-1 2 0 0 0,1 1 0 0 0,-1 1 1 0 0,1 0-1 0 0,-1 2 0 0 0,1 1 0 0 0,-1 0 0 0 0,35 15 0 0 0,-40-11-2334 0 0,-1 0-1 0 0,20 14 0 0 0,-24-15-1136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 3096 0 0,'-11'4'4293'0'0,"9"-2"-3103"0"0,-1 0 0 0 0,0-1 1 0 0,0 1-1 0 0,0-1 0 0 0,0 0 1 0 0,-1 0-1 0 0,1 0 0 0 0,0-1 0 0 0,-7 1 1 0 0,32 12 464 0 0,-13-9-1413 0 0,5 0-34 0 0,-2 1 0 0 0,1 0 0 0 0,0 1 0 0 0,20 13 0 0 0,-31-17-183 0 0,1 0 0 0 0,-1 0 0 0 0,1 0 0 0 0,-1 0 0 0 0,0 0 0 0 0,0 0 0 0 0,0 1 0 0 0,0-1 0 0 0,0 1 0 0 0,-1-1 0 0 0,1 1 0 0 0,-1 0 0 0 0,0 0-1 0 0,0-1 1 0 0,0 1 0 0 0,0 0 0 0 0,0 0 0 0 0,0 0 0 0 0,-1 0 0 0 0,0 1 0 0 0,1-1 0 0 0,-1 0 0 0 0,0 0 0 0 0,-1 0 0 0 0,1 0 0 0 0,-1 0 0 0 0,0 4 0 0 0,-2 3 56 0 0,-1-1-1 0 0,1 0 1 0 0,-2 1 0 0 0,1-1-1 0 0,-1-1 1 0 0,-1 1-1 0 0,0-1 1 0 0,0 0 0 0 0,0 0-1 0 0,-15 13 1 0 0,-7 3 603 0 0,-52 35 1 0 0,52-40-265 0 0,-18 11 213 0 0,-26 20 353 0 0,71-50-966 0 0,0 1 0 0 0,1-1 0 0 0,-1 1-1 0 0,0-1 1 0 0,1 1 0 0 0,-1-1 0 0 0,1 1-1 0 0,-1 0 1 0 0,0-1 0 0 0,1 1 0 0 0,-1 0 0 0 0,1-1-1 0 0,0 1 1 0 0,-1 0 0 0 0,1 0 0 0 0,0 0-1 0 0,-1-1 1 0 0,1 1 0 0 0,0 0 0 0 0,0 0 0 0 0,0 0-1 0 0,-1 0 1 0 0,1-1 0 0 0,0 3 0 0 0,1-3-6 0 0,-1 1 0 0 0,1 0-1 0 0,-1 0 1 0 0,1-1 0 0 0,0 1 0 0 0,-1 0 0 0 0,1-1 0 0 0,0 1 0 0 0,-1-1 0 0 0,1 1 0 0 0,0 0 0 0 0,0-1 0 0 0,0 0 0 0 0,-1 1 0 0 0,1-1 0 0 0,0 1 0 0 0,0-1 0 0 0,1 0 0 0 0,8 3 16 0 0,0-1-1 0 0,-1-1 1 0 0,13 1 0 0 0,-17-2-33 0 0,316 4-697 0 0,0-25-3792 0 0,-158-1-16 0 0,-57-3-4241 0 0,-76 15 1503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174 116 464 0 0,'17'-20'6754'0'0,"23"-31"0"0"0,-25 31-3010 0 0,6-4 689 0 0,-21 24-4322 0 0,1 0 1 0 0,0 0-1 0 0,-1 0 0 0 0,1 0 1 0 0,-1 1-1 0 0,1-1 1 0 0,-1 0-1 0 0,1 1 1 0 0,-1-1-1 0 0,1 0 1 0 0,-1 1-1 0 0,1-1 0 0 0,-1 0 1 0 0,1 1-1 0 0,-1-1 1 0 0,1 1-1 0 0,-1-1 1 0 0,0 1-1 0 0,1-1 0 0 0,0 2 1 0 0,0 7 363 0 0,-1 1 0 0 0,0 0 1 0 0,0-1-1 0 0,0 1 0 0 0,-1 0 0 0 0,-1-1 1 0 0,-4 15-1 0 0,-25 72 729 0 0,18-60-797 0 0,-44 120 172 0 0,-72 229-1208 0 0,120-348-1098 0 0,-4 11-2679 0 0,11-39 2422 0 0,-1-1 1 0 0,0 0-1 0 0,-7 11 1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2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0 2260 0 0,'-133'18'8090'0'0,"42"-4"-1937"0"0,86-13-5642 0 0,1 0 1 0 0,0 0-1 0 0,0 0 1 0 0,0 0-1 0 0,0 1 1 0 0,-8 3 1062 0 0,21 0 165 0 0,0-3-1442 0 0,0 0 0 0 0,0 0 0 0 0,0-1 0 0 0,0-1 0 0 0,17 0 0 0 0,-5 0-36 0 0,544-4 892 0 0,-359 0-1505 0 0,-188 3 147 0 0,224-10-2932 0 0,-241 11 2966 0 0,0 0 0 0 0,1 0 1 0 0,-1 0-1 0 0,0 0 1 0 0,0 0-1 0 0,1 0 0 0 0,-1 0 1 0 0,0 0-1 0 0,0 0 0 0 0,1 1 1 0 0,-1-1-1 0 0,0 0 1 0 0,2 2-1 0 0,-2-2 41 0 0,0 2-780 0 0,0-2 780 0 0,-1 1 0 0 0,0-1 0 0 0,0 0 0 0 0,0 1 0 0 0,0-1 0 0 0,0 1 0 0 0,1-1 0 0 0,-1 0 0 0 0,0 1 0 0 0,0-1 0 0 0,0 1 0 0 0,0-1 0 0 0,0 0 0 0 0,0 1 0 0 0,0-1 0 0 0,0 0 0 0 0,0 1 0 0 0,-1-1 0 0 0,1 1 0 0 0,-1 2-776 0 0,-1 0 1 0 0,1 0-1 0 0,-1 0 0 0 0,0-1 1 0 0,0 1-1 0 0,0 0 0 0 0,0-1 0 0 0,-4 5 1 0 0,-9 7-4898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2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136 286 1348 0 0,'-99'13'15162'0'0,"96"-12"-14174"0"0,-16 1 2713 0 0,18-3-3629 0 0,1 1 0 0 0,-1 0 0 0 0,1 0 0 0 0,-1 0 0 0 0,0 0 0 0 0,1 0 0 0 0,-1 0 0 0 0,1 1 0 0 0,-1-1 0 0 0,1 0 0 0 0,-1 0 0 0 0,1 0 0 0 0,0 0 1 0 0,-1 1-1 0 0,1-1 0 0 0,-1 0 0 0 0,1 0 0 0 0,-1 1 0 0 0,1-1 0 0 0,0 0 0 0 0,-1 1 0 0 0,1-1 0 0 0,-1 0 0 0 0,1 1 0 0 0,0-1 0 0 0,0 1 0 0 0,-1-1 0 0 0,1 0 1 0 0,0 1-1 0 0,0-1 0 0 0,-1 1 0 0 0,1-1 0 0 0,0 1 0 0 0,0-1 0 0 0,0 1 0 0 0,0-1 0 0 0,0 1 0 0 0,0-1 0 0 0,0 1 0 0 0,0-1 0 0 0,0 1 0 0 0,0-1 0 0 0,0 1 1 0 0,0-1-1 0 0,0 2 0 0 0,15 25 1077 0 0,-5-12-672 0 0,15 37 151 0 0,-2 1 0 0 0,16 56 0 0 0,23 115-109 0 0,-44-153-302 0 0,-15-59-171 0 0,-1-3 263 0 0,0 0 0 0 0,1 0 1 0 0,0-1-1 0 0,6 11 0 0 0,-9-19-296 0 0,0 0-1 0 0,1 0 1 0 0,-1 0-1 0 0,0 0 1 0 0,1 0-1 0 0,-1 0 1 0 0,0 0-1 0 0,1 0 1 0 0,-1 0-1 0 0,0-1 1 0 0,0 1-1 0 0,1 0 1 0 0,-1 0-1 0 0,0 0 1 0 0,1 0-1 0 0,-1-1 1 0 0,0 1-1 0 0,0 0 1 0 0,1 0-1 0 0,-1 0 1 0 0,0-1-1 0 0,0 1 1 0 0,1 0-1 0 0,-1-1 1 0 0,0 1-1 0 0,0 0 1 0 0,0 0-1 0 0,0-1 1 0 0,1 1-1 0 0,-1 0 1 0 0,0-1-1 0 0,0 1 1 0 0,0 0-1 0 0,0-1 1 0 0,0 1-1 0 0,7-15 85 0 0,-7 15-89 0 0,33-101 136 0 0,20-118-1 0 0,-30 118-103 0 0,-4 3 24 0 0,11-43 117 0 0,-24 121-171 0 0,1 1 0 0 0,0-1 0 0 0,1 1 0 0 0,19-32 0 0 0,-20 41-186 0 0,0 1-1 0 0,0 0 1 0 0,1 0 0 0 0,0 0-1 0 0,1 1 1 0 0,0 1 0 0 0,0-1-1 0 0,1 1 1 0 0,0 1 0 0 0,0 0-1 0 0,0 0 1 0 0,1 1 0 0 0,0 0-1 0 0,18-5 1 0 0,-20 8-261 0 0,0 0-1 0 0,1 0 1 0 0,-1 1 0 0 0,0 0-1 0 0,1 0 1 0 0,-1 1 0 0 0,1 1-1 0 0,-1-1 1 0 0,0 2 0 0 0,1-1 0 0 0,-1 1-1 0 0,0 1 1 0 0,0-1 0 0 0,0 1-1 0 0,0 1 1 0 0,-1 0 0 0 0,0 0 0 0 0,16 11-1 0 0,23 24-3735 0 0,-19-10-2321 0 0,-12-10-1010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43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1 740 0 0,'-32'25'16231'0'0,"32"-25"-16148"0"0,-1 0 0 0 0,1 0 0 0 0,-1 1-1 0 0,1-1 1 0 0,-1 0 0 0 0,1 0 0 0 0,-1 0 0 0 0,1 1 0 0 0,-1-1 0 0 0,1 0 0 0 0,-1 0 0 0 0,1 1 0 0 0,-1-1-1 0 0,1 0 1 0 0,0 1 0 0 0,-1-1 0 0 0,1 0 0 0 0,0 1 0 0 0,-1-1 0 0 0,1 1 0 0 0,0-1 0 0 0,-1 1 0 0 0,1-1-1 0 0,0 1 1 0 0,0-1 0 0 0,0 1 0 0 0,-1-1 0 0 0,1 1 0 0 0,0-1 0 0 0,0 1 0 0 0,0-1 0 0 0,0 1 0 0 0,0-1-1 0 0,0 1 1 0 0,0-1 0 0 0,0 1 0 0 0,0-1 0 0 0,0 1 0 0 0,0-1 0 0 0,0 1 0 0 0,1-1 0 0 0,-1 1 0 0 0,0-1-1 0 0,0 1 1 0 0,1-1 0 0 0,-1 1 0 0 0,0-1 0 0 0,0 1 0 0 0,1-1 0 0 0,-1 0 0 0 0,0 1 0 0 0,1 0 0 0 0,3 1-64 0 0,-1 0 1 0 0,0 0 0 0 0,0 1-1 0 0,0 0 1 0 0,0-1 0 0 0,0 1 0 0 0,-1 0-1 0 0,1 0 1 0 0,-1 1 0 0 0,0-1-1 0 0,0 0 1 0 0,0 1 0 0 0,0-1-1 0 0,-1 1 1 0 0,0 0 0 0 0,1-1 0 0 0,-1 1-1 0 0,0 4 1 0 0,0-2-1 0 0,-1 0 1 0 0,0 0-1 0 0,0 0 0 0 0,-1 0 1 0 0,0 0-1 0 0,0 0 1 0 0,0 0-1 0 0,-1 0 0 0 0,0-1 1 0 0,-5 11-1 0 0,-2 2 251 0 0,-2 0 0 0 0,-1 0 1 0 0,0-1-1 0 0,-1-1 0 0 0,-26 27 1 0 0,-32 27 2662 0 0,71-70-2924 0 0,0 0 1 0 0,0 1-1 0 0,0-1 0 0 0,-1 0 0 0 0,1 0 0 0 0,0 0 1 0 0,0 0-1 0 0,0 1 0 0 0,-1-1 0 0 0,1 0 0 0 0,0 0 1 0 0,0 0-1 0 0,0 1 0 0 0,0-1 0 0 0,0 0 0 0 0,-1 0 1 0 0,1 1-1 0 0,0-1 0 0 0,0 0 0 0 0,0 0 1 0 0,0 1-1 0 0,0-1 0 0 0,0 0 0 0 0,0 0 0 0 0,0 1 1 0 0,0-1-1 0 0,0 0 0 0 0,0 0 0 0 0,0 1 0 0 0,0-1 1 0 0,0 0-1 0 0,0 0 0 0 0,0 1 0 0 0,0-1 0 0 0,1 0 1 0 0,-1 0-1 0 0,0 1 0 0 0,0-1 0 0 0,0 0 1 0 0,0 0-1 0 0,0 0 0 0 0,1 1 0 0 0,-1-1 0 0 0,0 0 1 0 0,0 0-1 0 0,0 0 0 0 0,1 0 0 0 0,-1 1 0 0 0,0-1 1 0 0,0 0-1 0 0,0 0 0 0 0,1 0 0 0 0,11 3 78 0 0,49 0-460 0 0,109-9-1 0 0,-88 1-683 0 0,195-13-4383 0 0,-94-8-4196 0 0,-115 13 1838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1:51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934 62 1584 0 0,'38'-40'23522'0'0,"-41"37"-23424"0"0,0 1 0 0 0,0 0 0 0 0,0 0-1 0 0,0 0 1 0 0,-1 0 0 0 0,1 1 0 0 0,-1-1-1 0 0,1 1 1 0 0,-1 0 0 0 0,1 0 0 0 0,-1 0 0 0 0,0 0-1 0 0,1 1 1 0 0,-1-1 0 0 0,-4 1 0 0 0,-8 0-140 0 0,0 1 0 0 0,-20 4 1 0 0,17-2 158 0 0,-1-1-141 0 0,1 1-1 0 0,-1 1 0 0 0,1 1 1 0 0,0 1-1 0 0,1 1 1 0 0,-34 16-1 0 0,41-16 4 0 0,0 0 0 0 0,1 0 1 0 0,0 1-1 0 0,0 0 0 0 0,0 1 0 0 0,1 0 0 0 0,0 1 0 0 0,1 0 0 0 0,0 0 0 0 0,1 1 0 0 0,-9 17 0 0 0,-5 16 75 0 0,2 0 0 0 0,2 2-1 0 0,2 0 1 0 0,-12 67-1 0 0,-18 194 220 0 0,43-290-280 0 0,-95 1034 1760 0 0,83-829-1822 0 0,-58 683 315 0 0,-35 222-182 0 0,34-72 82 0 0,59-754-364 0 0,8-137 217 0 0,0 17 287 0 0,6-179-255 0 0,0 23-12 0 0,-3 3-16 0 0,2 0 0 0 0,1 1-1 0 0,6 50 1 0 0,-2-32-5 0 0,7 51 42 0 0,-10-80-24 0 0,6 30-1 0 0,-4-29 7 0 0,2 30-1 0 0,-4 124-38 0 0,-4-118 27 0 0,3-53 20 0 0,0 0-58 0 0,-1 0 24 0 0,1 0 0 0 0,0 0 0 0 0,0 0 0 0 0,1 0 0 0 0,-1 0 0 0 0,0 0 0 0 0,2 3 0 0 0,1-3-9 0 0,0 0 1 0 0,0 0 0 0 0,0 0 0 0 0,0-1-1 0 0,1 1 1 0 0,-1-1 0 0 0,1 1-1 0 0,-1-1 1 0 0,1 0 0 0 0,0-1 0 0 0,-1 1-1 0 0,7 0 1 0 0,56 1-354 0 0,-33-2-50 0 0,227 4-3211 0 0,-117-3 730 0 0,153-8-6944 0 0,-126-5 435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26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40 1168 0 0,'-8'-12'4694'0'0,"7"10"-4402"0"0,0 0-1 0 0,-1 0 1 0 0,1 0 0 0 0,-1 0-1 0 0,0 1 1 0 0,0-1 0 0 0,1 0-1 0 0,-1 1 1 0 0,0-1 0 0 0,0 1 0 0 0,0 0-1 0 0,-1 0 1 0 0,1-1 0 0 0,0 1-1 0 0,0 1 1 0 0,-1-1 0 0 0,1 0-1 0 0,0 0 1 0 0,-5 0 0 0 0,4 1-210 0 0,0 1 1 0 0,-1-1-1 0 0,1 0 1 0 0,-1 1-1 0 0,1 0 1 0 0,0 0-1 0 0,0 0 0 0 0,-1 0 1 0 0,1 0-1 0 0,0 1 1 0 0,0-1-1 0 0,0 1 1 0 0,0 0-1 0 0,-3 3 1 0 0,-23 19 209 0 0,1 2 0 0 0,1 0 0 0 0,1 2 0 0 0,2 2 0 0 0,1 0 0 0 0,1 1 0 0 0,-34 65 0 0 0,49-84-267 0 0,1 1 1 0 0,1 0-1 0 0,0 1 1 0 0,0-1-1 0 0,1 1 1 0 0,1 0-1 0 0,-2 20 1 0 0,5-30-34 0 0,-1 1 1 0 0,1 0-1 0 0,1-1 0 0 0,-1 1 1 0 0,1 0-1 0 0,-1 0 1 0 0,1-1-1 0 0,1 1 0 0 0,-1-1 1 0 0,1 1-1 0 0,0-1 1 0 0,0 0-1 0 0,0 1 1 0 0,0-1-1 0 0,1 0 0 0 0,-1 0 1 0 0,1-1-1 0 0,0 1 1 0 0,1-1-1 0 0,-1 1 0 0 0,0-1 1 0 0,1 0-1 0 0,0 0 1 0 0,0 0-1 0 0,7 3 0 0 0,1 0-429 0 0,1 0-1 0 0,0-1 0 0 0,0 0 0 0 0,1-1 1 0 0,-1-1-1 0 0,1 0 0 0 0,0-1 1 0 0,18 1-1 0 0,-16-3-969 0 0,1 0 0 0 0,0-2 0 0 0,29-5 0 0 0,-9-2-1897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27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233 521 1052 0 0,'3'-7'665'0'0,"0"0"-1"0"0,0 0 1 0 0,-1-1 0 0 0,0 1-1 0 0,0-1 1 0 0,-1 1 0 0 0,0-1-1 0 0,0 0 1 0 0,-1 0 0 0 0,0 1-1 0 0,0-1 1 0 0,-1 0 0 0 0,0 0-1 0 0,0 1 1 0 0,0-1-1 0 0,-4-8 1 0 0,4 15-603 0 0,1 0-1 0 0,-1 0 1 0 0,1 1-1 0 0,-1-1 1 0 0,1 0-1 0 0,-1 1 1 0 0,1-1-1 0 0,-1 1 1 0 0,1-1-1 0 0,-1 0 1 0 0,0 1 0 0 0,1 0-1 0 0,-1-1 1 0 0,0 1-1 0 0,0-1 1 0 0,1 1-1 0 0,-1 0 1 0 0,0-1-1 0 0,0 1 1 0 0,0 0-1 0 0,1 0 1 0 0,-1 0-1 0 0,0 0 1 0 0,0 0-1 0 0,0 0 1 0 0,0 0 0 0 0,1 0-1 0 0,-1 0 1 0 0,-2 0-1 0 0,-21 7 905 0 0,15-2-771 0 0,0 0 0 0 0,1 0 0 0 0,-1 1 1 0 0,1 0-1 0 0,0 0 0 0 0,1 1 0 0 0,-1 0 0 0 0,1 0 0 0 0,1 1 1 0 0,-6 8-1 0 0,2-1-30 0 0,0-1 0 0 0,2 2 0 0 0,0-1 0 0 0,-12 32 0 0 0,17-37-131 0 0,1-1-1 0 0,-1 1 1 0 0,2 0 0 0 0,-1 0-1 0 0,1 0 1 0 0,1 0 0 0 0,0 0-1 0 0,0 0 1 0 0,1 0-1 0 0,3 15 1 0 0,-3-19-18 0 0,1-1 0 0 0,0 1 0 0 0,0-1 0 0 0,0 0 0 0 0,0 0 0 0 0,1 0 0 0 0,0 0 0 0 0,0 0 0 0 0,1 0 0 0 0,-1-1 0 0 0,1 0 0 0 0,0 1 0 0 0,0-1 0 0 0,0-1 0 0 0,0 1 0 0 0,1-1 0 0 0,0 0-1 0 0,0 0 1 0 0,10 5 0 0 0,-10-6 0 0 0,1 1-1 0 0,1-1 0 0 0,-1-1 0 0 0,0 1 1 0 0,0-1-1 0 0,0 0 0 0 0,1 0 1 0 0,-1-1-1 0 0,1 0 0 0 0,-1 0 0 0 0,0 0 1 0 0,1-1-1 0 0,-1 0 0 0 0,12-4 0 0 0,-9 2-9 0 0,-1-1-1 0 0,0 1 0 0 0,-1-2 0 0 0,1 1 0 0 0,-1-1 0 0 0,0 0 0 0 0,0-1 0 0 0,0 0 0 0 0,11-12 0 0 0,-8 5 15 0 0,0 0 1 0 0,0 0-1 0 0,-2-1 1 0 0,1-1-1 0 0,-2 1 1 0 0,0-1-1 0 0,-1 0 1 0 0,0-1-1 0 0,-2 0 1 0 0,0 0-1 0 0,3-19 1 0 0,-6 21-9 0 0,0-1 1 0 0,-1 1-1 0 0,0 0 1 0 0,-1-1-1 0 0,-1 1 1 0 0,-1 0-1 0 0,0 0 1 0 0,0 0-1 0 0,-1 0 1 0 0,-9-18 0 0 0,11 27-23 0 0,-1 0 1 0 0,1 0 0 0 0,-1 0 0 0 0,0 0 0 0 0,0 1-1 0 0,-1-1 1 0 0,1 1 0 0 0,-1 0 0 0 0,0 0 0 0 0,0 0-1 0 0,-1 1 1 0 0,1 0 0 0 0,-1-1 0 0 0,0 1 0 0 0,0 1 0 0 0,1-1-1 0 0,-2 1 1 0 0,1 0 0 0 0,0 0 0 0 0,0 0 0 0 0,-1 1-1 0 0,1 0 1 0 0,-1 0 0 0 0,1 0 0 0 0,-1 1 0 0 0,0-1-1 0 0,1 1 1 0 0,-11 2 0 0 0,3 0-23 0 0,0 2 0 0 0,1-1 0 0 0,-1 1-1 0 0,1 1 1 0 0,0 0 0 0 0,1 1 0 0 0,-1 0 0 0 0,1 1 0 0 0,0 0-1 0 0,-18 15 1 0 0,22-15 24 0 0,0-1-1 0 0,0 1 1 0 0,0 0 0 0 0,1 1-1 0 0,0 0 1 0 0,0 0 0 0 0,1 0-1 0 0,0 0 1 0 0,1 1 0 0 0,0 0-1 0 0,0 0 1 0 0,0 0 0 0 0,2 0-1 0 0,-1 1 1 0 0,-1 10 0 0 0,3-16 8 0 0,1 0 0 0 0,0 1 0 0 0,0-1 0 0 0,0 0 0 0 0,1 0 0 0 0,0 0 0 0 0,-1 0 0 0 0,1 0 0 0 0,0 0 0 0 0,1 0 0 0 0,-1-1 1 0 0,1 1-1 0 0,0 0 0 0 0,0-1 0 0 0,0 1 0 0 0,3 4 0 0 0,-1-4-18 0 0,0 0 0 0 0,0 0 0 0 0,0-1 0 0 0,1 1 0 0 0,0-1 0 0 0,-1 0 0 0 0,1 0 0 0 0,0 0 0 0 0,0-1 0 0 0,9 4 0 0 0,0-3-93 0 0,-1 1 0 0 0,1-1 0 0 0,-1-1-1 0 0,1-1 1 0 0,0 0 0 0 0,0-1 0 0 0,0 0 0 0 0,25-4 0 0 0,-16 0-39 0 0,1-2 1 0 0,-1 0 0 0 0,0-1-1 0 0,-1-2 1 0 0,0 0-1 0 0,0-1 1 0 0,-1-2-1 0 0,-1 0 1 0 0,1-1 0 0 0,-2-1-1 0 0,0-1 1 0 0,-1 0-1 0 0,0-1 1 0 0,-1-1-1 0 0,-1-1 1 0 0,-1-1-1 0 0,-1 0 1 0 0,0-1 0 0 0,-2 0-1 0 0,18-37 1 0 0,-13 16 159 0 0,-2 0 0 0 0,-2-1 0 0 0,-1 0 0 0 0,6-51 0 0 0,-11 57 330 0 0,-11 37-148 0 0,0 3-132 0 0,-1-1-1 0 0,1 0 0 0 0,0 1 0 0 0,0 0 0 0 0,0 0 0 0 0,1 0 0 0 0,-1 1 1 0 0,1-1-1 0 0,-5 10 0 0 0,-25 55 329 0 0,19-39-213 0 0,-5 13 12 0 0,1 1 1 0 0,-22 84-1 0 0,34-105-159 0 0,2 0 0 0 0,1 0-1 0 0,0 0 1 0 0,2 1 0 0 0,1-1 0 0 0,1 1-1 0 0,6 38 1 0 0,-6-55-26 0 0,0-1 1 0 0,1 0-1 0 0,0 0 0 0 0,0 0 0 0 0,1 0 0 0 0,-1 0 0 0 0,1 0 0 0 0,1-1 1 0 0,-1 1-1 0 0,1-1 0 0 0,0 0 0 0 0,0 0 0 0 0,1 0 0 0 0,7 6 0 0 0,-8-9-36 0 0,-1 1 0 0 0,1-1 0 0 0,0 0 0 0 0,1 0 0 0 0,-1 0 0 0 0,0 0 0 0 0,1-1 0 0 0,-1 0 0 0 0,1 0 0 0 0,-1 0 0 0 0,1 0 0 0 0,-1-1-1 0 0,1 0 1 0 0,-1 0 0 0 0,1 0 0 0 0,0 0 0 0 0,-1-1 0 0 0,1 0 0 0 0,-1 0 0 0 0,9-3 0 0 0,1-1-69 0 0,-2-1 1 0 0,1-1-1 0 0,-1 0 1 0 0,0 0-1 0 0,0-1 1 0 0,-1-1 0 0 0,0 0-1 0 0,0 0 1 0 0,-1-1-1 0 0,-1 0 1 0 0,0-1-1 0 0,13-19 1 0 0,-8 8 245 0 0,-1 0 0 0 0,-1 0 0 0 0,-1-1 0 0 0,-1-1 0 0 0,-1 0 0 0 0,7-27 0 0 0,-13 35 161 0 0,-5 14 147 0 0,-8 20 295 0 0,1-3-799 0 0,0 2 109 0 0,0 1 0 0 0,1 0-1 0 0,1 0 1 0 0,-5 21 0 0 0,9-27-45 0 0,0 1 1 0 0,1 0 0 0 0,0 0-1 0 0,1 0 1 0 0,0 0-1 0 0,1 0 1 0 0,2 15 0 0 0,-1-25-4 0 0,-1 1 0 0 0,1 0 0 0 0,0-1 1 0 0,0 1-1 0 0,0-1 0 0 0,0 1 1 0 0,0-1-1 0 0,1 0 0 0 0,0 1 0 0 0,0-1 1 0 0,0 0-1 0 0,0 0 0 0 0,0 0 1 0 0,0 0-1 0 0,1-1 0 0 0,0 1 0 0 0,-1-1 1 0 0,1 1-1 0 0,0-1 0 0 0,0 0 1 0 0,0 0-1 0 0,0 0 0 0 0,5 1 0 0 0,-2-1-12 0 0,1 0-1 0 0,0-1 1 0 0,-1 0-1 0 0,1 0 0 0 0,-1 0 1 0 0,1-1-1 0 0,0 0 0 0 0,0 0 1 0 0,-1-1-1 0 0,1 0 1 0 0,0 0-1 0 0,6-2 0 0 0,4-2 4 0 0,0-1-1 0 0,0-1 1 0 0,0 0-1 0 0,-1-1 1 0 0,0-1 0 0 0,0 0-1 0 0,-1-1 1 0 0,-1-1-1 0 0,1 0 1 0 0,17-19-1 0 0,-12 9 39 0 0,-2-1 0 0 0,0 0 1 0 0,-2-1-1 0 0,0-1 0 0 0,24-51 0 0 0,-11 10 914 0 0,-28 64-900 0 0,-3 2-52 0 0,1 1 13 0 0,-1 0 0 0 0,0-1 0 0 0,1 1 1 0 0,-1 0-1 0 0,1 0 0 0 0,0 0 0 0 0,0 0 0 0 0,0 0 0 0 0,-2 4 0 0 0,2-3-26 0 0,-13 22 7 0 0,2 0 0 0 0,1 1 0 0 0,-7 28-1 0 0,15-44-118 0 0,0 0 0 0 0,1 0 0 0 0,0 0 0 0 0,1 0 0 0 0,0 1 0 0 0,1-1 0 0 0,0 0 0 0 0,1 1 0 0 0,0-1 0 0 0,0 0 0 0 0,5 16 0 0 0,-5-23-84 0 0,0-1 1 0 0,1 1-1 0 0,-1 0 0 0 0,1 0 1 0 0,0-1-1 0 0,-1 1 1 0 0,1-1-1 0 0,1 1 1 0 0,-1-1-1 0 0,0 0 1 0 0,0 0-1 0 0,1 0 1 0 0,-1 0-1 0 0,1 0 1 0 0,0 0-1 0 0,2 1 0 0 0,0-1-563 0 0,0 0-1 0 0,1 0 0 0 0,-1 0 0 0 0,0-1 0 0 0,0 0 0 0 0,1 0 0 0 0,-1 0 1 0 0,9 0-1 0 0,5-3-3933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28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30 102 1896 0 0,'3'-93'13265'0'0,"-3"91"-12811"0"0,-2-5 526 0 0,-8 296 469 0 0,3-215-299 0 0,-4-90-1134 0 0,9 7 0 0 0,2-1 1 0 0,0 0-1 0 0,0 0 0 0 0,0 0 1 0 0,1 1-1 0 0,1-1 0 0 0,4-17 1 0 0,-1 12 9 0 0,0 1 1 0 0,0 0 0 0 0,1 0-1 0 0,11-18 1 0 0,-13 27-32 0 0,-1 0 0 0 0,1-1 0 0 0,0 1 0 0 0,1 0 0 0 0,-1 1 0 0 0,1-1 1 0 0,0 1-1 0 0,0 0 0 0 0,0 0 0 0 0,1 1 0 0 0,-1-1 0 0 0,9-2 0 0 0,-11 4-14 0 0,0 1-1 0 0,0 1 0 0 0,0-1 1 0 0,0 0-1 0 0,0 1 1 0 0,0 0-1 0 0,0-1 0 0 0,1 1 1 0 0,-1 0-1 0 0,0 1 1 0 0,0-1-1 0 0,0 0 1 0 0,0 1-1 0 0,0 0 0 0 0,0 0 1 0 0,0 0-1 0 0,0 0 1 0 0,0 0-1 0 0,-1 1 0 0 0,1-1 1 0 0,0 1-1 0 0,-1-1 1 0 0,1 1-1 0 0,-1 0 0 0 0,0 0 1 0 0,1 1-1 0 0,1 2 1 0 0,1 1 10 0 0,0 0 0 0 0,-1 1 0 0 0,0-1 0 0 0,0 1 0 0 0,-1 0 0 0 0,0 0 0 0 0,0 0 0 0 0,0 1 0 0 0,-1-1 1 0 0,0 1-1 0 0,-1-1 0 0 0,0 1 0 0 0,0 0 0 0 0,0-1 0 0 0,-1 10 0 0 0,-1-3 113 0 0,0 1 1 0 0,-1 0-1 0 0,0-1 1 0 0,-1 1-1 0 0,-1-1 0 0 0,-10 26 1 0 0,13-38-87 0 0,-10 0-34 0 0,10-6-2 0 0,0 0 0 0 0,1-1 0 0 0,-1 1 0 0 0,1-1 0 0 0,0 1 0 0 0,1 0 0 0 0,-1-1 0 0 0,1 1 0 0 0,-1-1 0 0 0,1 1 1 0 0,1 0-1 0 0,1-5 0 0 0,2-7 65 0 0,15-29 1 0 0,-14 33-48 0 0,1 0 0 0 0,0 0 0 0 0,1 1-1 0 0,0 0 1 0 0,1 0 0 0 0,0 1 0 0 0,1 0 0 0 0,0 0 0 0 0,1 1 0 0 0,-1 1 0 0 0,2 0 0 0 0,-1 0 0 0 0,1 1 0 0 0,0 0 0 0 0,1 1 0 0 0,-1 1 0 0 0,23-7-1 0 0,-32 12-8 0 0,-1-1 0 0 0,0 1-1 0 0,0-1 1 0 0,1 1 0 0 0,-1 0-1 0 0,0 0 1 0 0,1 0-1 0 0,-1 1 1 0 0,0-1 0 0 0,1 0-1 0 0,-1 1 1 0 0,0 0-1 0 0,0-1 1 0 0,1 1 0 0 0,-1 0-1 0 0,0 0 1 0 0,0 0 0 0 0,0 0-1 0 0,0 1 1 0 0,0-1-1 0 0,0 0 1 0 0,-1 1 0 0 0,1 0-1 0 0,0-1 1 0 0,-1 1-1 0 0,1 0 1 0 0,-1 0 0 0 0,3 4-1 0 0,-1-1-11 0 0,0 1 0 0 0,-1-1 1 0 0,1 1-1 0 0,-1 0 0 0 0,0 0 0 0 0,-1 0 0 0 0,1 1 0 0 0,-1-1 0 0 0,0 7 0 0 0,-1 3 89 0 0,-1 0 0 0 0,-1 1 1 0 0,-1-1-1 0 0,-6 22 0 0 0,-3 26-1500 0 0,10-56 597 0 0,2 0 1 0 0,0 0-1 0 0,0 0 1 0 0,0 0-1 0 0,3 15 0 0 0,7-5-4563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2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1740 0 0,'31'-117'14305'0'0,"-30"115"-14071"0"0,2-1 80 0 0,-1 0-108 0 0,2 12-7 0 0,-1 11-101 0 0,-1 1-1 0 0,-1-1 1 0 0,-1 1-1 0 0,0 0 1 0 0,-6 35-1 0 0,0 7 28 0 0,2-31-96 0 0,1-9 1411 0 0,2-8 2520 0 0,15-37-3166 0 0,-1-2-549 0 0,20-30 0 0 0,-7 14-152 0 0,-12 18-39 0 0,0 1 1 0 0,2 1-1 0 0,0 1 1 0 0,1 0-1 0 0,1 1 1 0 0,1 1-1 0 0,25-18 1 0 0,-41 33-82 0 0,0-1 1 0 0,1 1 0 0 0,0 0-1 0 0,-1 1 1 0 0,1-1 0 0 0,0 0 0 0 0,0 1-1 0 0,0 0 1 0 0,0 0 0 0 0,0 0-1 0 0,0 1 1 0 0,0-1 0 0 0,0 1 0 0 0,0 0-1 0 0,0 0 1 0 0,1 1 0 0 0,-1-1-1 0 0,0 1 1 0 0,0 0 0 0 0,0 0 0 0 0,4 2-1 0 0,-3-1 8 0 0,-1 0 1 0 0,1 1-1 0 0,-1 0 0 0 0,0 0 0 0 0,0 0 0 0 0,0 0 1 0 0,0 1-1 0 0,-1 0 0 0 0,1-1 0 0 0,-1 1 0 0 0,0 0 1 0 0,0 1-1 0 0,-1-1 0 0 0,1 0 0 0 0,-1 1 0 0 0,3 8 1 0 0,1 6-301 0 0,-1 0 1 0 0,5 34 0 0 0,-2-5-3619 0 0,-7-46 3558 0 0,0 0 0 0 0,-1 0 0 0 0,1 1 0 0 0,0-1 0 0 0,0 0-1 0 0,0 0 1 0 0,0-1 0 0 0,1 1 0 0 0,-1 0 0 0 0,2 2 0 0 0,12 7-5783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0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1280 0 0,'0'0'2422'0'0,"2"-31"10225"0"0,22 65-12159 0 0,-1 0-1 0 0,-1 2 0 0 0,20 46 0 0 0,-6-10-385 0 0,2-8 1988 0 0,-34-64-1710 0 0,-3 0-368 0 0,-1 0 1 0 0,1 0-1 0 0,0 0 1 0 0,-1 0-1 0 0,1 0 1 0 0,-1 0-1 0 0,1 0 0 0 0,0 0 1 0 0,-1 0-1 0 0,1-1 1 0 0,0 1-1 0 0,-1 0 1 0 0,1 0-1 0 0,-1-1 1 0 0,1 1-1 0 0,0 0 1 0 0,-1 0-1 0 0,1-1 1 0 0,0 0-1 0 0,27-39 155 0 0,-2-1 0 0 0,-1-1-1 0 0,28-69 1 0 0,-49 103-241 0 0,0 0 0 0 0,0 0 0 0 0,1 1 1 0 0,9-12-1 0 0,-13 18 62 0 0,0 1-1 0 0,-1-1 1 0 0,1 0 0 0 0,0 1 0 0 0,0-1 0 0 0,0 1 0 0 0,0-1 0 0 0,0 1 0 0 0,0 0-1 0 0,0-1 1 0 0,1 1 0 0 0,-1 0 0 0 0,0 0 0 0 0,0 0 0 0 0,0 0 0 0 0,0 0 0 0 0,0 0 0 0 0,0 0-1 0 0,0 0 1 0 0,0 0 0 0 0,1 0 0 0 0,-1 1 0 0 0,0-1 0 0 0,0 0 0 0 0,0 1 0 0 0,0-1 0 0 0,1 1-1 0 0,26 15-13 0 0,-25-14 25 0 0,48 31-77 0 0,39 23 55 0 0,-87-55 13 0 0,0 0-1 0 0,-1-1 1 0 0,1 1-1 0 0,-1-1 1 0 0,1 0-1 0 0,0 0 1 0 0,-1 0 0 0 0,1 0-1 0 0,-1 0 1 0 0,1 0-1 0 0,0-1 1 0 0,-1 1-1 0 0,1-1 1 0 0,-1 0-1 0 0,1 0 1 0 0,-1 0-1 0 0,1 0 1 0 0,-1 0-1 0 0,0 0 1 0 0,4-4-1 0 0,2 1-101 0 0,-1-1-1 0 0,0-1 0 0 0,-1 0 1 0 0,11-11-1 0 0,-10 9 45 0 0,0 0 0 0 0,-1 0 0 0 0,0-1 0 0 0,0 0 0 0 0,-1 0 0 0 0,0 0 0 0 0,-1-1 0 0 0,0 1 0 0 0,-1-1 0 0 0,4-13 0 0 0,-7 21 41 0 0,0 0 0 0 0,1 0 0 0 0,-1 0 0 0 0,0 0 0 0 0,0 0 1 0 0,0 0-1 0 0,0 1 0 0 0,-1-1 0 0 0,1 0 0 0 0,-1 0 0 0 0,1 0 0 0 0,-1 0 0 0 0,1 1 1 0 0,-1-1-1 0 0,0 0 0 0 0,0 1 0 0 0,-1-3 0 0 0,1 3 13 0 0,0 0 0 0 0,0 0 0 0 0,0 1 0 0 0,0-1 0 0 0,0 1 0 0 0,0-1 0 0 0,0 1 0 0 0,0-1 0 0 0,0 1 0 0 0,-1 0 0 0 0,1-1 0 0 0,0 1 0 0 0,0 0 0 0 0,0 0 0 0 0,0 0 0 0 0,-1 0 0 0 0,1 0 0 0 0,0 0 0 0 0,0 0 0 0 0,-2 0 0 0 0,-2 2-3 0 0,-1-1 0 0 0,1 1 1 0 0,-1 0-1 0 0,1 1 0 0 0,0-1 0 0 0,0 1 1 0 0,0 0-1 0 0,-8 6 0 0 0,-2 5-3 0 0,0 0 0 0 0,1 1 0 0 0,0 1 0 0 0,1 0 0 0 0,1 1 0 0 0,0 0 0 0 0,2 1 0 0 0,0 0 0 0 0,0 0 0 0 0,2 1 0 0 0,1 0 1 0 0,0 1-1 0 0,1 0 0 0 0,1 0 0 0 0,-4 39 0 0 0,9-54 3 0 0,0-1 0 0 0,0 1-1 0 0,0 0 1 0 0,0-1 0 0 0,1 1 0 0 0,0 0 0 0 0,0-1 0 0 0,0 1 0 0 0,1-1 0 0 0,-1 0 0 0 0,1 1 0 0 0,0-1 0 0 0,0 0 0 0 0,1 0 0 0 0,-1 0-1 0 0,1 0 1 0 0,0-1 0 0 0,0 1 0 0 0,0-1 0 0 0,0 1 0 0 0,1-1 0 0 0,-1 0 0 0 0,1 0 0 0 0,0-1 0 0 0,5 4 0 0 0,-1-2-548 0 0,0-1 1 0 0,-1 1-1 0 0,1-1 1 0 0,0-1-1 0 0,14 3 0 0 0,-10-3-1258 0 0,-1-1 0 0 0,1 0 0 0 0,18-1-1 0 0,-3-2-2817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0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72 2772 0 0,'5'-21'4346'0'0,"-4"18"-3359"0"0,0-1 1 0 0,0 1-1 0 0,0-1 0 0 0,0 1 1 0 0,-1-1-1 0 0,1 1 0 0 0,-1-1 1 0 0,0 0-1 0 0,0 1 1 0 0,-2-7-1 0 0,2 8-450 0 0,-1 2-463 0 0,0-1-1 0 0,0 1 1 0 0,0-1-1 0 0,0 1 0 0 0,0 0 1 0 0,0-1-1 0 0,0 1 0 0 0,0 0 1 0 0,0 0-1 0 0,0-1 1 0 0,0 1-1 0 0,0 0 0 0 0,-1 0 1 0 0,-9 5 14 0 0,-1 0 0 0 0,1 0 1 0 0,0 1-1 0 0,1 0 0 0 0,-1 1 0 0 0,1 0 1 0 0,-16 15-1 0 0,-1 5-120 0 0,-30 37 0 0 0,40-45 66 0 0,2 2 0 0 0,1 0 0 0 0,-21 40 1 0 0,31-54 0 0 0,0 1 0 0 0,1-1 0 0 0,0 1 0 0 0,1 0 0 0 0,0 0 1 0 0,0 0-1 0 0,0 0 0 0 0,1 0 0 0 0,1 0 0 0 0,-1 1 0 0 0,1-1 1 0 0,0 0-1 0 0,1 0 0 0 0,0 1 0 0 0,4 11 0 0 0,-4-15-76 0 0,1 0 0 0 0,1 0-1 0 0,-1 0 1 0 0,1 0-1 0 0,0-1 1 0 0,0 1 0 0 0,0-1-1 0 0,1 0 1 0 0,-1 0 0 0 0,1 0-1 0 0,0-1 1 0 0,0 1-1 0 0,8 4 1 0 0,-5-4-231 0 0,0 0-1 0 0,0-1 0 0 0,1 0 1 0 0,0 0-1 0 0,-1-1 1 0 0,1 0-1 0 0,0 0 1 0 0,11 1-1 0 0,-5-2-695 0 0,0 0-1 0 0,0-1 1 0 0,-1-1 0 0 0,1 0-1 0 0,0-1 1 0 0,-1-1-1 0 0,1 0 1 0 0,-1-1-1 0 0,0 0 1 0 0,18-8 0 0 0,3-7-3829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0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191 333 96 0 0,'3'-76'5201'0'0,"-11"-127"0"0"0,6 179-4322 0 0,2 22-794 0 0,0-1-1 0 0,0 1 1 0 0,-1 0 0 0 0,1-1 0 0 0,-1 1-1 0 0,1 0 1 0 0,-1-1 0 0 0,0 1 0 0 0,-2-4-1 0 0,3 6-74 0 0,0 0-1 0 0,0-1 1 0 0,-1 1-1 0 0,1 0 1 0 0,0 0 0 0 0,0 0-1 0 0,0 0 1 0 0,-1 0-1 0 0,1-1 1 0 0,0 1-1 0 0,0 0 1 0 0,0 0-1 0 0,-1 0 1 0 0,1 0-1 0 0,0 0 1 0 0,0 0-1 0 0,-1 0 1 0 0,1 0 0 0 0,0 0-1 0 0,0 0 1 0 0,0 0-1 0 0,-1 0 1 0 0,1 0-1 0 0,0 0 1 0 0,0 0-1 0 0,-1 0 1 0 0,1 0-1 0 0,0 0 1 0 0,0 0 0 0 0,-1 0-1 0 0,1 0 1 0 0,0 0-1 0 0,-1 1 1 0 0,-9 12 121 0 0,-6 18 374 0 0,1 1 0 0 0,2 0-1 0 0,-10 41 1 0 0,-20 103 976 0 0,43-175-1478 0 0,-18 92 349 0 0,4 1 0 0 0,3 0 0 0 0,6 1-1 0 0,9 156 1 0 0,-2-227-632 0 0,6 32 1 0 0,-6-49-224 0 0,-1-1 1 0 0,1 0 0 0 0,0-1-1 0 0,0 1 1 0 0,1 0 0 0 0,0 0-1 0 0,0-1 1 0 0,0 0 0 0 0,0 1-1 0 0,7 6 1 0 0,-9-11 252 0 0,0-1 1 0 0,0 0-1 0 0,0 1 1 0 0,0-1-1 0 0,0 0 0 0 0,0 1 1 0 0,0-1-1 0 0,0 0 0 0 0,0 0 1 0 0,0 0-1 0 0,0 0 0 0 0,1 0 1 0 0,-1 0-1 0 0,0 0 0 0 0,0 0 1 0 0,0 0-1 0 0,1-1 1 0 0,13-3-4711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1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45 204 2116 0 0,'9'-25'2508'0'0,"-2"8"1587"0"0,8-33-1 0 0,-9 31-1862 0 0,-2 10-1677 0 0,-8 14 677 0 0,-5 20-1081 0 0,0 0 0 0 0,1 1 0 0 0,-6 40 0 0 0,10-44-97 0 0,-2 10 70 0 0,1 0-1 0 0,-1 43 1 0 0,6-59-44 0 0,1-1 0 0 0,0 1 0 0 0,0 0 0 0 0,2-1 0 0 0,0 1 1 0 0,10 27-1 0 0,-12-41-63 0 0,-1 0 0 0 0,1 0 1 0 0,0 0-1 0 0,0 0 0 0 0,0 0 1 0 0,0 0-1 0 0,1 0 0 0 0,-1 0 1 0 0,1 0-1 0 0,-1-1 0 0 0,1 1 1 0 0,-1-1-1 0 0,1 1 0 0 0,0-1 1 0 0,0 0-1 0 0,0 1 0 0 0,0-1 1 0 0,0 0-1 0 0,0 0 0 0 0,4 1 1 0 0,-3-2-4 0 0,0 1 0 0 0,0-1 0 0 0,0 0 0 0 0,0 0 0 0 0,0 0 0 0 0,0-1 0 0 0,0 1 1 0 0,0-1-1 0 0,-1 0 0 0 0,1 0 0 0 0,0 0 0 0 0,0 0 0 0 0,4-2 0 0 0,2-2 1 0 0,0-1 0 0 0,-1 0-1 0 0,0 0 1 0 0,0-1-1 0 0,0 0 1 0 0,-1 0 0 0 0,0-1-1 0 0,6-8 1 0 0,-4 2-34 0 0,1-1-1 0 0,-2-1 1 0 0,0 1-1 0 0,-1-1 1 0 0,-1-1-1 0 0,9-33 0 0 0,-13 38 62 0 0,0-1-1 0 0,0 0 0 0 0,-1 1 0 0 0,0-1 0 0 0,-1 0 0 0 0,-1 0 1 0 0,0 0-1 0 0,-1 0 0 0 0,0 1 0 0 0,-5-16 0 0 0,6 24-39 0 0,-1 0 0 0 0,1 0 0 0 0,-1 1 0 0 0,1-1 0 0 0,-1 1 0 0 0,0-1 0 0 0,-1 1 0 0 0,1-1 0 0 0,0 1 0 0 0,-1 0 0 0 0,0 0 0 0 0,0 1 0 0 0,0-1 0 0 0,0 0-1 0 0,0 1 1 0 0,0 0 0 0 0,-1 0 0 0 0,1 0 0 0 0,-5-2 0 0 0,4 3-6 0 0,-1 0-1 0 0,0 0 0 0 0,0 0 1 0 0,0 0-1 0 0,0 1 0 0 0,0 0 1 0 0,0 0-1 0 0,0 0 0 0 0,1 0 1 0 0,-1 1-1 0 0,0 0 0 0 0,0 0 1 0 0,-8 3-1 0 0,5-1 1 0 0,0 1 0 0 0,-1 0 0 0 0,2 0 0 0 0,-1 0 0 0 0,0 1 0 0 0,1 0 0 0 0,0 1 0 0 0,0-1 0 0 0,1 1 0 0 0,-1 1 1 0 0,1-1-1 0 0,1 1 0 0 0,-1 0 0 0 0,1 1 0 0 0,0-1 0 0 0,-7 16 0 0 0,11-19-51 0 0,0 0 0 0 0,0-1 1 0 0,0 1-1 0 0,0 0 0 0 0,1-1 0 0 0,-1 1 1 0 0,1 0-1 0 0,0 0 0 0 0,0 0 0 0 0,0 0 1 0 0,1-1-1 0 0,-1 1 0 0 0,1 0 1 0 0,0 0-1 0 0,0-1 0 0 0,0 1 0 0 0,1-1 1 0 0,1 4-1 0 0,-1-4-50 0 0,0 0-1 0 0,0 0 1 0 0,0-1-1 0 0,1 1 1 0 0,-1-1 0 0 0,1 0-1 0 0,-1 0 1 0 0,1 0 0 0 0,0 0-1 0 0,0 0 1 0 0,0-1 0 0 0,0 1-1 0 0,0-1 1 0 0,0 0 0 0 0,0 0-1 0 0,0 0 1 0 0,1 0 0 0 0,-1 0-1 0 0,0-1 1 0 0,1 1-1 0 0,3-1 1 0 0,4 0-58 0 0,-1-1-1 0 0,1 0 1 0 0,-1 0 0 0 0,1-1-1 0 0,-1-1 1 0 0,0 1 0 0 0,0-2 0 0 0,0 1-1 0 0,-1-2 1 0 0,1 1 0 0 0,-1-1-1 0 0,15-11 1 0 0,9-8 57 0 0,-2-1 1 0 0,29-30-1 0 0,-14 12 126 0 0,-33 31 44 0 0,-6 5-33 0 0,0 0 1 0 0,1 0-1 0 0,-1 1 0 0 0,2 0 0 0 0,-1 1 1 0 0,1 0-1 0 0,-1 0 0 0 0,13-4 0 0 0,-18 8-17 0 0,-1 1 1 0 0,1 0-1 0 0,-1-1 0 0 0,1 1 0 0 0,-1 0 0 0 0,1 1 1 0 0,0-1-1 0 0,-1 0 0 0 0,1 1 0 0 0,-1-1 0 0 0,1 1 0 0 0,-1 0 1 0 0,1 0-1 0 0,-1 0 0 0 0,0 0 0 0 0,1 0 0 0 0,-1 1 0 0 0,0-1 1 0 0,0 1-1 0 0,0-1 0 0 0,0 1 0 0 0,0 0 0 0 0,0 0 1 0 0,-1 0-1 0 0,1 0 0 0 0,-1 0 0 0 0,3 4 0 0 0,2 3 171 0 0,0 1 1 0 0,-1 0-1 0 0,0 1 0 0 0,5 16 0 0 0,-5-10 171 0 0,-1 0 0 0 0,-1 1 1 0 0,0-1-1 0 0,-1 1 0 0 0,-1 0 0 0 0,0-1 0 0 0,-2 1 0 0 0,0 0 0 0 0,-1-1 1 0 0,-7 31-1 0 0,9-47-281 0 0,0-1 1 0 0,0 1-1 0 0,-1 0 0 0 0,1 0 1 0 0,-1-1-1 0 0,1 1 1 0 0,0 0-1 0 0,-1 0 1 0 0,1-1-1 0 0,-1 1 0 0 0,0 0 1 0 0,1-1-1 0 0,-1 1 1 0 0,0-1-1 0 0,1 1 1 0 0,-1-1-1 0 0,0 1 1 0 0,1-1-1 0 0,-1 0 0 0 0,0 1 1 0 0,0-1-1 0 0,0 0 1 0 0,1 1-1 0 0,-1-1 1 0 0,-1 0-1 0 0,1 0-50 0 0,0 0 0 0 0,1 0 0 0 0,-1 0 1 0 0,1-1-1 0 0,-1 1 0 0 0,1 0 0 0 0,-1 0 0 0 0,1 0 0 0 0,-1-1 0 0 0,1 1 0 0 0,-1 0 1 0 0,1-1-1 0 0,-1 1 0 0 0,1 0 0 0 0,0-1 0 0 0,-1 1 0 0 0,1-1 0 0 0,-1 1 1 0 0,1 0-1 0 0,0-1 0 0 0,-1 1 0 0 0,1-1 0 0 0,0 1 0 0 0,0-1 0 0 0,0 1 0 0 0,-1-1 1 0 0,1 0-1 0 0,0 1 0 0 0,0-1 0 0 0,0 1 0 0 0,0-1 0 0 0,0 1 0 0 0,0-1 1 0 0,0 1-1 0 0,0-1 0 0 0,0 0 0 0 0,0 1 0 0 0,0-1 0 0 0,0 1 0 0 0,0-1 0 0 0,1 1 1 0 0,-1-1-1 0 0,0 1 0 0 0,1-2 0 0 0,1-7-4 0 0,1-1 0 0 0,1 0-1 0 0,-1 1 1 0 0,2 0 0 0 0,-1 0-1 0 0,1 0 1 0 0,1 0 0 0 0,-1 1 0 0 0,1 0-1 0 0,1 0 1 0 0,0 0 0 0 0,0 1 0 0 0,11-9-1 0 0,14-10-72 0 0,71-42-1 0 0,-71 49-50 0 0,88-47-2448 0 0,-46 29-1196 0 0,-5-5-4182 0 0,-48 27 2240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1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67 3792 0 0,'-33'-7'3152'0'0,"-158"-41"14571"0"0,188 47-17261 0 0,7 0-133 0 0,28-3-797 0 0,0 0 1 0 0,1 3-1 0 0,-1 0 1 0 0,42 5-1 0 0,-31-1-435 0 0,56 2-1494 0 0,8 1-721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0 784 0 0,'-2'1'925'0'0,"-55"12"2852"0"0,-126 23-1346 0 0,85-16-6416 0 0,79-17 2457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4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108 107 52 0 0,'-46'-13'7636'0'0,"3"5"-4200"0"0,40 7-2988 0 0,-12-3 1402 0 0,45-1 541 0 0,29-1-2534 0 0,-58 6 151 0 0,1016-69 421 0 0,820 105-336 0 0,-5 108 38 0 0,-1541-118-149 0 0,-264-23 22 0 0,902 59-479 0 0,-901-61 401 0 0,4 1-91 0 0,1-2 1 0 0,0-1-1 0 0,-1-1 1 0 0,57-12-1 0 0,-88 14 48 0 0,0 0 0 0 0,1 0 0 0 0,-1-1 0 0 0,0 1-1 0 0,0 0 1 0 0,0-1 0 0 0,1 1 0 0 0,-1 0 0 0 0,0-1 0 0 0,0 0-1 0 0,0 1 1 0 0,0-1 0 0 0,0 0 0 0 0,0 1 0 0 0,0-1-1 0 0,0 0 1 0 0,0 0 0 0 0,0 0 0 0 0,-1 0 0 0 0,1 0 0 0 0,0 0-1 0 0,0 0 1 0 0,-1 0 0 0 0,1 0 0 0 0,-1 0 0 0 0,1-2-1 0 0,-1 1-138 0 0,-1 1-1 0 0,1-1 0 0 0,-1 1 0 0 0,0-1 0 0 0,0 1 0 0 0,0 0 0 0 0,0-1 0 0 0,0 1 0 0 0,0 0 0 0 0,0 0 1 0 0,0 0-1 0 0,0 0 0 0 0,0 0 0 0 0,-1 0 0 0 0,1 0 0 0 0,-1 0 0 0 0,1 1 0 0 0,0-1 0 0 0,-1 0 0 0 0,-2 0 1 0 0,-23-11-3727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4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504 142 1084 0 0,'-387'-49'9166'0'0,"288"39"-8016"0"0,97 10-1031 0 0,-13 3 3195 0 0,17-1-3202 0 0,0-1 1 0 0,0 0-1 0 0,0 0 0 0 0,0 0 0 0 0,1 0 0 0 0,-1 0 0 0 0,0 0 0 0 0,1-1 0 0 0,-1 1 1 0 0,1-1-1 0 0,4 1 0 0 0,34-1 586 0 0,-22-1-453 0 0,315-19 1125 0 0,-198 9-1102 0 0,2427-53 879 0 0,-1463 108-1022 0 0,-470-7 136 0 0,454 25 7 0 0,-508-50-932 0 0,-558-13 418 0 0,53-3-940 0 0,-63 3 550 0 0,-1 0 0 0 0,1-1 0 0 0,-1 1-1 0 0,0-2 1 0 0,1 1 0 0 0,12-7 0 0 0,-14 4-376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2:35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2 232 0 0,'0'0'2192'0'0,"15"-1"-1704"0"0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38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16 984 0 0,'10'-8'7689'0'0,"-9"8"-7616"0"0,0-1 0 0 0,0 1-1 0 0,0 0 1 0 0,0-1 0 0 0,0 1 0 0 0,0 0 0 0 0,-1 0 0 0 0,1 0 0 0 0,0 0-1 0 0,0 0 1 0 0,0 0 0 0 0,0 0 0 0 0,0 0 0 0 0,0 0 0 0 0,0 0 0 0 0,0 1-1 0 0,0-1 1 0 0,-1 0 0 0 0,1 1 0 0 0,0-1 0 0 0,0 0 0 0 0,0 1 0 0 0,0-1-1 0 0,0 2 1 0 0,2 0 41 0 0,0 0 0 0 0,-1 1 0 0 0,0-1 0 0 0,0 1 0 0 0,1 0 0 0 0,-1-1 0 0 0,1 4 0 0 0,4 7 410 0 0,-1-1 1 0 0,6 21-1 0 0,-2 3 161 0 0,-1 0 0 0 0,-2 1-1 0 0,-1-1 1 0 0,-2 1-1 0 0,-2 54 1 0 0,-21 185 599 0 0,16-249-1187 0 0,-6 44 93 0 0,3-37-95 0 0,2 0-1 0 0,2 0 1 0 0,1 0-1 0 0,5 57 1 0 0,-3-88-77 0 0,-1 1 0 0 0,1-1 0 0 0,0 0-1 0 0,0 0 1 0 0,0 1 0 0 0,0-1 0 0 0,1 0 0 0 0,-1 0 0 0 0,1 0-1 0 0,0-1 1 0 0,-1 1 0 0 0,5 4 0 0 0,-4-6-10 0 0,-1 1 0 0 0,1-1 0 0 0,0 0 0 0 0,-1 0 0 0 0,1 0 0 0 0,0 0 0 0 0,0-1 1 0 0,0 1-1 0 0,0 0 0 0 0,0-1 0 0 0,0 1 0 0 0,0-1 0 0 0,0 0 0 0 0,0 0 0 0 0,0 0 0 0 0,0 0 0 0 0,0 0 0 0 0,0 0 0 0 0,0 0 0 0 0,0-1 0 0 0,4 0 0 0 0,8-3 7 0 0,-1-1 0 0 0,1-1 0 0 0,-1 0 0 0 0,-1 0 0 0 0,1-1 0 0 0,-1-1 0 0 0,0 0 1 0 0,-1-1-1 0 0,0 0 0 0 0,13-14 0 0 0,4-7-67 0 0,-1-1 0 0 0,30-46 0 0 0,-32 41-3 0 0,-1-1 0 0 0,-3-2 0 0 0,-1 0 0 0 0,-1-1 1 0 0,-3-1-1 0 0,-1-1 0 0 0,-2 0 0 0 0,-2-1 0 0 0,-2 0 1 0 0,-2 0-1 0 0,-2-1 0 0 0,0-72 0 0 0,-18-66 542 0 0,13 179-477 0 0,-1 4-7 0 0,1 0-1 0 0,-1 0 1 0 0,1 0 0 0 0,-1 0 0 0 0,1 0 0 0 0,-1 0 0 0 0,1 0 0 0 0,0 0-1 0 0,-1 0 1 0 0,1 0 0 0 0,0 1 0 0 0,0-1 0 0 0,0 0 0 0 0,0 0-1 0 0,0 2 1 0 0,-1-1 7 0 0,-20 176 981 0 0,3 274 0 0 0,18-435-1051 0 0,1 36 199 0 0,9 59 0 0 0,-8-98-479 0 0,1 1 1 0 0,0-1 0 0 0,1 0 0 0 0,0 0 0 0 0,2 0 0 0 0,-1-1 0 0 0,2 0 0 0 0,-1 0 0 0 0,10 13 0 0 0,-12-22-130 0 0,-1 1 1 0 0,1-1 0 0 0,0 0 0 0 0,0 0-1 0 0,1-1 1 0 0,5 4 0 0 0,-8-5-284 0 0,1 0 0 0 0,0-1 0 0 0,0 0 1 0 0,0 0-1 0 0,0 0 0 0 0,0 0 0 0 0,4 1 0 0 0,12-1-5749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38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58 148 1416 0 0,'-2'-148'16019'0'0,"9"252"-12975"0"0,-30 294-947 0 0,22-389-2033 0 0,1-6-30 0 0,-1 0 1 0 0,1 0-1 0 0,-1 0 0 0 0,1 0 0 0 0,-1 0 1 0 0,0 1-1 0 0,0-1 0 0 0,0 0 1 0 0,-2 3-1 0 0,2-6-32 0 0,1 0 0 0 0,0 0 0 0 0,0 0 0 0 0,-1 0 0 0 0,1 0 0 0 0,0 0 0 0 0,0 0 0 0 0,-1 0 0 0 0,1 0 0 0 0,0 0 0 0 0,0 0 1 0 0,-1 0-1 0 0,1 0 0 0 0,0 0 0 0 0,0 0 0 0 0,-1 0 0 0 0,1 0 0 0 0,0-1 0 0 0,0 1 0 0 0,-1 0 0 0 0,1 0 0 0 0,0 0 0 0 0,0 0 0 0 0,0 0 0 0 0,-1-1 0 0 0,1 1 0 0 0,0 0 1 0 0,0 0-1 0 0,0 0 0 0 0,-1 0 0 0 0,1-1 0 0 0,0 1 0 0 0,0 0 0 0 0,0 0 0 0 0,0-1 0 0 0,0 1 0 0 0,0 0 0 0 0,0 0 0 0 0,-1-1 0 0 0,1 1 0 0 0,0 0 0 0 0,0 0 0 0 0,0-1 0 0 0,-7-13 26 0 0,7 14-28 0 0,-3-13 10 0 0,0 1 0 0 0,0-1 0 0 0,1 0 0 0 0,1 1-1 0 0,0-1 1 0 0,1 0 0 0 0,0 0 0 0 0,3-17-1 0 0,0 10-20 0 0,1 0-1 0 0,0 1 0 0 0,2 0 0 0 0,13-31 0 0 0,-11 33-1 0 0,0 0 0 0 0,2 1 1 0 0,0 0-1 0 0,1 1 0 0 0,17-20 0 0 0,-22 29 6 0 0,-1 0-1 0 0,2 0 1 0 0,-1 1 0 0 0,1-1-1 0 0,-1 1 1 0 0,1 1 0 0 0,1-1 0 0 0,-1 1-1 0 0,1 1 1 0 0,0-1 0 0 0,-1 2-1 0 0,1-1 1 0 0,1 1 0 0 0,10-2-1 0 0,-15 3 8 0 0,0 1 0 0 0,0 0-1 0 0,0 0 1 0 0,0 0 0 0 0,0 1-1 0 0,0 0 1 0 0,0-1 0 0 0,0 1-1 0 0,0 1 1 0 0,0-1 0 0 0,0 0-1 0 0,0 1 1 0 0,-1 0 0 0 0,8 5-1 0 0,-6-4 7 0 0,0 2 0 0 0,-1-1 0 0 0,1 1 0 0 0,-1-1 0 0 0,0 1 0 0 0,0 0 0 0 0,0 1 0 0 0,-1-1 0 0 0,3 6 0 0 0,-1 1 48 0 0,0 0 0 0 0,0 1 0 0 0,-2-1-1 0 0,1 1 1 0 0,-1 0 0 0 0,-1 0 0 0 0,-1 0 0 0 0,1 24 0 0 0,-8 32 202 0 0,-16 78 1 0 0,15-102-265 0 0,6-44-21 0 0,1 0 0 0 0,0 0 0 0 0,0 0 0 0 0,0 0 0 0 0,0 0 0 0 0,0 0 0 0 0,0 0 0 0 0,0 0 0 0 0,1 0 0 0 0,-1 1 0 0 0,0-1 0 0 0,1 0 1 0 0,-1 0-1 0 0,0 0 0 0 0,1 0 0 0 0,-1 0 0 0 0,1 0 0 0 0,0-1 0 0 0,-1 1 0 0 0,1 0 0 0 0,0 0 0 0 0,-1 0 0 0 0,1 0 0 0 0,0-1 1 0 0,0 1-1 0 0,0 0 0 0 0,-1-1 0 0 0,1 1 0 0 0,0-1 0 0 0,0 1 0 0 0,0-1 0 0 0,0 1 0 0 0,0-1 0 0 0,0 0 0 0 0,0 1 0 0 0,1-1 0 0 0,-1 0 1 0 0,0 0-1 0 0,0 0 0 0 0,0 0 0 0 0,0 0 0 0 0,0 0 0 0 0,0 0 0 0 0,1 0 0 0 0,8-2-504 0 0,0 0 0 0 0,-1 0 1 0 0,0-1-1 0 0,1 0 0 0 0,-1-1 0 0 0,14-7 0 0 0,50-35-2743 0 0,-61 38 2730 0 0,15-10-605 0 0,-2 0 0 0 0,0-2 0 0 0,-2-1 0 0 0,25-27 1 0 0,-39 38 1274 0 0,0-1 0 0 0,-1 0 0 0 0,-1 0 1 0 0,0-1-1 0 0,0 0 0 0 0,-1 0 0 0 0,0-1 1 0 0,-1 0-1 0 0,-1 0 0 0 0,0 0 0 0 0,-1 0 1 0 0,2-15-1 0 0,1-101 9680 0 0,-6 160-7036 0 0,-3 79 1283 0 0,0-71-3593 0 0,1 0 1 0 0,3-1 0 0 0,1 1-1 0 0,12 67 1 0 0,-13-101-604 0 0,0 0 1 0 0,1 0 0 0 0,0-1 0 0 0,0 1-1 0 0,0 0 1 0 0,0-1 0 0 0,1 1-1 0 0,-1-1 1 0 0,1 0 0 0 0,5 6 0 0 0,-6-9-72 0 0,0 1 1 0 0,0-1 0 0 0,0 1-1 0 0,0-1 1 0 0,0 0 0 0 0,0 0-1 0 0,0 0 1 0 0,0 0 0 0 0,1 0-1 0 0,-1 0 1 0 0,0-1 0 0 0,1 1-1 0 0,-1-1 1 0 0,0 1-1 0 0,1-1 1 0 0,-1 0 0 0 0,1 0-1 0 0,-1 0 1 0 0,0 0 0 0 0,1-1-1 0 0,-1 1 1 0 0,0-1 0 0 0,1 1-1 0 0,2-2 1 0 0,1 0-604 0 0,0 0-1 0 0,-1-1 0 0 0,1 1 1 0 0,-1-1-1 0 0,8-6 1 0 0,11-13-5420 0 0,-2-5-3141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38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177 145 2780 0 0,'-15'-20'2053'0'0,"-1"1"-1"0"0,-1 1 1 0 0,-1 0-1 0 0,0 2 0 0 0,-27-19 1 0 0,31 23-1554 0 0,13 11-449 0 0,-1 1-1 0 0,1-1 0 0 0,-1 0 1 0 0,0 0-1 0 0,1 1 1 0 0,-1-1-1 0 0,0 1 1 0 0,1 0-1 0 0,-1-1 1 0 0,0 1-1 0 0,-3 0 0 0 0,5 0-113 0 0,-1 0-1 0 0,1 0 0 0 0,0 0 0 0 0,-1 0 0 0 0,1 0 1 0 0,-1 0-1 0 0,1 0 0 0 0,0 0 0 0 0,-1 0 0 0 0,1 0 0 0 0,-1 1 1 0 0,1-1-1 0 0,0 0 0 0 0,-1 0 0 0 0,1 0 0 0 0,0 1 1 0 0,-1-1-1 0 0,1 0 0 0 0,0 0 0 0 0,-1 1 0 0 0,1-1 1 0 0,0 0-1 0 0,0 0 0 0 0,-1 1 0 0 0,1-1 0 0 0,0 0 0 0 0,0 1 1 0 0,0-1-1 0 0,-1 1 0 0 0,1-1 0 0 0,0 0 0 0 0,0 1 1 0 0,0-1-1 0 0,0 0 0 0 0,0 1 0 0 0,0-1 0 0 0,0 1 0 0 0,0-1 1 0 0,0 1-1 0 0,0-1 0 0 0,0 0 0 0 0,0 1 0 0 0,0-1 1 0 0,0 1-1 0 0,0-1 0 0 0,0 0 0 0 0,0 1 0 0 0,0-1 1 0 0,1 0-1 0 0,-1 1 0 0 0,0-1 0 0 0,0 0 0 0 0,0 1 0 0 0,1-1 1 0 0,-1 1-1 0 0,9 18-5368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39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1184 0 0,'40'-69'31113'0'0,"-37"69"-30828"0"0,-2 7-147 0 0,-1 10-91 0 0,-14 370-47 0 0,10-313 0 0 0,-1 360 0 0 0,5-425 0 0 0,1 0 1 0 0,0 0-1 0 0,0 0 1 0 0,1 0-1 0 0,0 0 0 0 0,5 10 1 0 0,-6-17-2 0 0,0 0 1 0 0,0 0-1 0 0,1 0 1 0 0,-1 0-1 0 0,1 0 1 0 0,-1 0-1 0 0,1 0 1 0 0,0 0-1 0 0,-1-1 1 0 0,1 1-1 0 0,0-1 1 0 0,0 1-1 0 0,0-1 1 0 0,1 0 0 0 0,-1 0-1 0 0,0 0 1 0 0,0 0-1 0 0,1 0 1 0 0,-1 0-1 0 0,0 0 1 0 0,1-1-1 0 0,-1 1 1 0 0,1-1-1 0 0,-1 0 1 0 0,1 0-1 0 0,-1 0 1 0 0,4 0-1 0 0,5-1-797 0 0,-1-1 0 0 0,1 0 0 0 0,0 0 0 0 0,-1-1 0 0 0,1 0 0 0 0,-1-1 0 0 0,0 0 0 0 0,14-8 0 0 0,-10 3-1976 0 0,0 0 0 0 0,0-1 0 0 0,-1 0 0 0 0,23-24 0 0 0,-7 2-6526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39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273 148 968 0 0,'-99'-19'8085'0'0,"-63"-15"5593"0"0,162 34-13623 0 0,-1 0 0 0 0,1 0 0 0 0,-1 0 0 0 0,1-1 0 0 0,-1 1-1 0 0,1 0 1 0 0,-1 0 0 0 0,1 0 0 0 0,-1 0 0 0 0,1-1 0 0 0,-1 1 0 0 0,1 0 0 0 0,-1 0 0 0 0,1-1 0 0 0,-1 1 0 0 0,1 0 0 0 0,0-1 0 0 0,-1 1 0 0 0,1-1 0 0 0,0 1 0 0 0,-1-1 0 0 0,1 1 0 0 0,0 0 0 0 0,-1-1 0 0 0,1 1 0 0 0,0-2 0 0 0,0 2-27 0 0,0-1 1 0 0,0 0 0 0 0,1 1 0 0 0,-1-1 0 0 0,0 1-1 0 0,1-1 1 0 0,-1 1 0 0 0,0-1 0 0 0,1 1-1 0 0,-1-1 1 0 0,1 1 0 0 0,-1-1 0 0 0,1 1 0 0 0,-1-1-1 0 0,1 1 1 0 0,0 0 0 0 0,0-1 0 0 0,31-12 306 0 0,31-4-727 0 0,1 4 0 0 0,103-10 0 0 0,12 13-4905 0 0,-60 10-3455 0 0,-70 0 1313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3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71 2276 0 0,'-4'0'5209'0'0,"-3"-1"-3757"0"0,0 0 0 0 0,-1 0 1 0 0,1 0-1 0 0,0-1 0 0 0,-8-3 1 0 0,-42-17 3848 0 0,6 2-2326 0 0,39 16-2596 0 0,0 0-1 0 0,0 1 1 0 0,0 1 0 0 0,-1 0 0 0 0,1 0-1 0 0,-1 1 1 0 0,-17 1 0 0 0,22 1-325 0 0,0 1-1 0 0,1-1 1 0 0,-1 1 0 0 0,0 0 0 0 0,1 1-1 0 0,0 0 1 0 0,-1 0 0 0 0,1 0 0 0 0,0 1-1 0 0,1 0 1 0 0,-1 1 0 0 0,1 0-1 0 0,-6 5 1 0 0,-5 6 3 0 0,2 0 1 0 0,0 1-1 0 0,1 1 0 0 0,1 0 0 0 0,0 1 1 0 0,-14 30-1 0 0,12-18-7 0 0,2 0 1 0 0,1 1-1 0 0,-13 56 0 0 0,22-75-32 0 0,1 0-1 0 0,0 1 1 0 0,1 0-1 0 0,1-1 0 0 0,0 1 1 0 0,0 0-1 0 0,2 0 1 0 0,0-1-1 0 0,0 1 1 0 0,1-1-1 0 0,5 14 1 0 0,-6-21-12 0 0,0-1 0 0 0,1 0 1 0 0,-1 0-1 0 0,1 0 1 0 0,0-1-1 0 0,0 1 1 0 0,1 0-1 0 0,-1-1 0 0 0,1 0 1 0 0,0 0-1 0 0,0 0 1 0 0,0 0-1 0 0,1-1 1 0 0,0 0-1 0 0,-1 0 0 0 0,1 0 1 0 0,0 0-1 0 0,0-1 1 0 0,0 0-1 0 0,1 0 1 0 0,-1 0-1 0 0,0-1 0 0 0,1 1 1 0 0,-1-1-1 0 0,1-1 1 0 0,0 1-1 0 0,-1-1 1 0 0,1 0-1 0 0,6-1 0 0 0,0 0-22 0 0,-1-1 0 0 0,0 0 0 0 0,0-1 0 0 0,-1 0 0 0 0,1-1 0 0 0,-1 0 0 0 0,1-1 0 0 0,-1 0 0 0 0,-1 0 1 0 0,1-1-1 0 0,-1-1 0 0 0,0 1 0 0 0,0-1 0 0 0,-1-1 0 0 0,13-13 0 0 0,-2-2-69 0 0,-1 0 1 0 0,-1-2 0 0 0,-1 0-1 0 0,22-45 1 0 0,-20 26 135 0 0,-2-1 0 0 0,-1-1 0 0 0,-3-1 0 0 0,-1 1 0 0 0,4-56 0 0 0,-15 99-31 0 0,2-20 158 0 0,-2 23-176 0 0,0 0-1 0 0,0 0 0 0 0,0 0 0 0 0,0 0 0 0 0,0 1 1 0 0,0-1-1 0 0,0 0 0 0 0,0 0 0 0 0,0 0 0 0 0,0 0 0 0 0,0 0 1 0 0,0 0-1 0 0,0 0 0 0 0,0 0 0 0 0,0 0 0 0 0,0 0 0 0 0,0 0 1 0 0,0 0-1 0 0,0 0 0 0 0,0 0 0 0 0,0 0 0 0 0,-1 0 1 0 0,1 0-1 0 0,0 0 0 0 0,0 0 0 0 0,0 0 0 0 0,0 0 0 0 0,0 0 1 0 0,0 0-1 0 0,0 0 0 0 0,0 0 0 0 0,0 0 0 0 0,0 0 0 0 0,0 0 1 0 0,0 0-1 0 0,0 0 0 0 0,0 0 0 0 0,0 0 0 0 0,0 0 1 0 0,-1 0-1 0 0,1 0 0 0 0,0 0 0 0 0,0 0 0 0 0,0 0 0 0 0,0 0 1 0 0,0 0-1 0 0,0 0 0 0 0,0 0 0 0 0,0-1 0 0 0,0 1 0 0 0,0 0 1 0 0,0 0-1 0 0,0 0 0 0 0,0 0 0 0 0,0 0 0 0 0,0 0 1 0 0,0 0-1 0 0,0 0 0 0 0,0 0 0 0 0,0 0 0 0 0,0 0 0 0 0,0 0 1 0 0,0 0-1 0 0,0 0 0 0 0,0-1 0 0 0,-7 15 56 0 0,-1 4-16 0 0,2 0 1 0 0,0 1 0 0 0,1 0-1 0 0,1 0 1 0 0,-3 33-1 0 0,5-23-43 0 0,1 0 0 0 0,2 0-1 0 0,5 37 1 0 0,-3-46-781 0 0,0 0-1 0 0,1-1 1 0 0,2 1 0 0 0,11 30 0 0 0,-14-44 69 0 0,0 0 1 0 0,1 0 0 0 0,0 0-1 0 0,0-1 1 0 0,0 0 0 0 0,0 1-1 0 0,8 5 1 0 0,-8-8-198 0 0,0 1 0 0 0,1-1-1 0 0,-1 0 1 0 0,1 0 0 0 0,0-1 0 0 0,0 1 0 0 0,0-1-1 0 0,0 0 1 0 0,1-1 0 0 0,6 2 0 0 0,10 1-6502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6 120 2200 0 0,'-4'-106'15686'0'0,"3"105"-15636"0"0,1 1 1 0 0,0-1 0 0 0,0 1 0 0 0,0 0-1 0 0,0-1 1 0 0,0 1 0 0 0,0-1 0 0 0,0 1-1 0 0,0 0 1 0 0,0-1 0 0 0,0 1 0 0 0,0-1 0 0 0,0 1-1 0 0,0 0 1 0 0,0-1 0 0 0,0 1 0 0 0,1-1-1 0 0,-1 1 1 0 0,0 0 0 0 0,0-1 0 0 0,0 1-1 0 0,1 0 1 0 0,-1-1 0 0 0,0 1 0 0 0,0 0-1 0 0,1-1 1 0 0,-1 1 0 0 0,0 0 0 0 0,1-1 0 0 0,-1 1-1 0 0,0 0 1 0 0,1 0 0 0 0,-1 0 0 0 0,0-1-1 0 0,1 1 1 0 0,-1 0 0 0 0,1 0 0 0 0,-1 0-1 0 0,0 0 1 0 0,1 0 0 0 0,-1 0 0 0 0,1 0-1 0 0,-1 0 1 0 0,0 0 0 0 0,1 0 0 0 0,-1 0-1 0 0,1 0 1 0 0,-1 0 0 0 0,1 0 0 0 0,-1 0 0 0 0,0 0-1 0 0,1 0 1 0 0,-1 0 0 0 0,0 1 0 0 0,1-1-1 0 0,-1 0 1 0 0,1 0 0 0 0,-1 0 0 0 0,0 1-1 0 0,1-1 1 0 0,-1 0 0 0 0,1 1 0 0 0,22 15 1306 0 0,-14-5-988 0 0,0 1 0 0 0,-1 0 1 0 0,-1 0-1 0 0,0 0 0 0 0,0 1 1 0 0,-1 0-1 0 0,-1 0 0 0 0,0 1 1 0 0,-1 0-1 0 0,0-1 0 0 0,2 25 1 0 0,-3-16-119 0 0,-1 0 1 0 0,-2 0 0 0 0,0 0-1 0 0,-1 0 1 0 0,-1 0 0 0 0,-10 41 0 0 0,9-54 69 0 0,0 1 0 0 0,0-1 0 0 0,-1-1-1 0 0,0 1 1 0 0,-1-1 0 0 0,0 1 0 0 0,0-1 0 0 0,-1 0 0 0 0,-9 10 0 0 0,14-18-307 0 0,1 1 1 0 0,-1-1-1 0 0,1 1 0 0 0,-1-1 0 0 0,0 0 0 0 0,1 1 0 0 0,-1-1 1 0 0,0 0-1 0 0,1 1 0 0 0,-1-1 0 0 0,0 0 0 0 0,1 0 0 0 0,-1 0 1 0 0,0 0-1 0 0,0 0 0 0 0,1 0 0 0 0,-1 0 0 0 0,0 0 0 0 0,1 0 1 0 0,-1 0-1 0 0,0 0 0 0 0,0 0 0 0 0,1 0 0 0 0,-1-1 0 0 0,0 1 1 0 0,1 0-1 0 0,-1 0 0 0 0,0-1 0 0 0,1 1 0 0 0,-1-1 0 0 0,1 1 0 0 0,-1 0 1 0 0,0-1-1 0 0,1 1 0 0 0,-1-1 0 0 0,1 0 0 0 0,0 1 0 0 0,-1-2 1 0 0,-16-22 355 0 0,15 16-370 0 0,-1 1 0 0 0,2-1 0 0 0,-1 0 0 0 0,1 0 0 0 0,0 0 0 0 0,1 0 0 0 0,0 0 0 0 0,0 0 0 0 0,0 0 0 0 0,1 1 0 0 0,1-1 0 0 0,-1 0 0 0 0,1 0 0 0 0,4-10 0 0 0,0 1 0 0 0,1 1 0 0 0,1 0 0 0 0,0 0 0 0 0,1 1 0 0 0,16-21 0 0 0,-12 20-1369 0 0,1 0-1 0 0,30-26 1 0 0,-26 27-967 0 0,2 1 0 0 0,0 1 0 0 0,1 0 0 0 0,0 2 0 0 0,0 0 0 0 0,1 2 1 0 0,45-13-1 0 0,-43 16-5232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0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48 16 0 0,'-3'0'8591'0'0,"-13"0"-2892"0"0,15 1-5404 0 0,-1-1 0 0 0,1 1 0 0 0,0-1 0 0 0,-1 1 1 0 0,1-1-1 0 0,0 1 0 0 0,0 0 0 0 0,0-1 0 0 0,-1 1 0 0 0,1 0 0 0 0,0 0 0 0 0,0 0 0 0 0,0 0 1 0 0,0 0-1 0 0,1 0 0 0 0,-1 0 0 0 0,0 0 0 0 0,0 0 0 0 0,1 0 0 0 0,-1 1 0 0 0,0-1 0 0 0,1 0 1 0 0,-1 0-1 0 0,1 1 0 0 0,-1 2 0 0 0,-9 39 2740 0 0,9-37-2481 0 0,-2 19 617 0 0,0 1 0 0 0,2 0 0 0 0,3 51 0 0 0,0-63-998 0 0,0 1 1 0 0,0-1-1 0 0,2 0 0 0 0,-1 0 1 0 0,2 0-1 0 0,0 0 0 0 0,1-1 0 0 0,11 21 1 0 0,-14-30-139 0 0,0 1 1 0 0,0-1 0 0 0,0 0 0 0 0,1-1 0 0 0,-1 1-1 0 0,1-1 1 0 0,0 0 0 0 0,0 1 0 0 0,0-2-1 0 0,0 1 1 0 0,0 0 0 0 0,1-1 0 0 0,-1 0 0 0 0,1 0-1 0 0,0 0 1 0 0,-1-1 0 0 0,1 1 0 0 0,0-1 0 0 0,0 0-1 0 0,7 0 1 0 0,-7-1-56 0 0,1 0 0 0 0,-1-1 0 0 0,1 0 0 0 0,0 0 0 0 0,-1 0 0 0 0,1 0 0 0 0,-1-1-1 0 0,0 0 1 0 0,0 0 0 0 0,1-1 0 0 0,-2 1 0 0 0,1-1 0 0 0,0 0 0 0 0,0 0 0 0 0,-1-1 0 0 0,0 0 0 0 0,8-7 0 0 0,2-6-259 0 0,0 0 1 0 0,-2-1 0 0 0,0 0 0 0 0,-1-1 0 0 0,-1 0 0 0 0,14-39-1 0 0,-4-1-162 0 0,13-69 0 0 0,-14 49 732 0 0,-19 76-212 0 0,1 5-9 0 0,0 0-1 0 0,0 0 1 0 0,-1 0-1 0 0,1 1 1 0 0,0-1-1 0 0,-1 0 1 0 0,0 0-1 0 0,0 0 1 0 0,1 1-1 0 0,-1-1 1 0 0,-1 3-1 0 0,-4 105 813 0 0,-20 117 0 0 0,6-79-455 0 0,-1 58-427 0 0,-23 179 0 0 0,26-278 0 0 0,-47 162 0 0 0,60-258 0 0 0,-8 29 0 0 0,-21 45 0 0 0,29-75 0 0 0,-1-1 0 0 0,0 1 0 0 0,0-1 0 0 0,-1 0 0 0 0,-1-1 0 0 0,0 1 0 0 0,0-1 0 0 0,0 0 0 0 0,-1-1 0 0 0,-9 7 0 0 0,15-12 0 0 0,0 0 0 0 0,-1-1 0 0 0,1 1 0 0 0,-1-1 0 0 0,0 1 0 0 0,1-1 0 0 0,-1 0 0 0 0,0 0 0 0 0,0 0 0 0 0,0 0 0 0 0,0-1 0 0 0,0 1 0 0 0,0-1 0 0 0,0 0 0 0 0,0 0 0 0 0,0 0 0 0 0,0 0 0 0 0,0 0 0 0 0,0-1 0 0 0,0 0 0 0 0,0 1 0 0 0,1-1 0 0 0,-1 0 0 0 0,0 0 0 0 0,0 0 0 0 0,1-1 0 0 0,-1 1 0 0 0,0-1 0 0 0,1 1 0 0 0,-1-1 0 0 0,1 0 0 0 0,0 0 0 0 0,-4-4 0 0 0,1 0 0 0 0,0-1 0 0 0,0 0 0 0 0,0 0 0 0 0,1 0 0 0 0,0 0 0 0 0,1-1 0 0 0,-1 0 0 0 0,1 0 0 0 0,1 0 0 0 0,-4-16 0 0 0,4 6 0 0 0,0-1 0 0 0,2 1 0 0 0,0-1 0 0 0,1 1 0 0 0,0-1 0 0 0,2 1 0 0 0,8-31 0 0 0,1 8 0 0 0,2 0 0 0 0,23-47 0 0 0,-12 37-693 0 0,2 2-1 0 0,2 0 1 0 0,2 2-1 0 0,2 2 1 0 0,2 1 0 0 0,2 1-1 0 0,2 2 1 0 0,2 2-1 0 0,1 2 1 0 0,2 1 0 0 0,1 3-1 0 0,85-48 1 0 0,-103 67-1235 0 0,20-10-2486 0 0,-15 8-1402 0 0,3 0-3375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8 180 1832 0 0,'-7'5'8287'0'0,"7"-4"-8115"0"0,0 0 0 0 0,1 0-112 0 0,0 0 0 0 0,1 1 0 0 0,-1-1 1 0 0,1 0-1 0 0,0 1 0 0 0,-1-1 0 0 0,1 0 0 0 0,0 0 0 0 0,-1-1 1 0 0,1 1-1 0 0,0 0 0 0 0,0 0 0 0 0,0-1 0 0 0,0 1 1 0 0,0-1-1 0 0,0 0 0 0 0,2 1 0 0 0,41 3 503 0 0,-42-4-528 0 0,462 0 390 0 0,0-22 110 0 0,-229 10-434 0 0,1261-42-190 0 0,1 24-18 0 0,-1084 23 107 0 0,2972-74 663 0 0,-1360 85-614 0 0,-1717 4-39 0 0,320 9 102 0 0,-469-21 502 0 0,-157 4-1012 0 0,1-3-548 0 0,1 1 34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1200 0 0,'16'-20'21758'0'0,"-11"14"-21975"0"0,-4 23-5691 0 0,-2-9 4352 0 0,-1 0 0 0 0,0-1 0 0 0,-1 1 0 0 0,-3 8 1 0 0,4-12 233 0 0,-4 11-4006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2340 0 0,'-1'28'7530'0'0,"-4"29"0"0"0,4-55-6980 0 0,1 15 1381 0 0,-1-7-3732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1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7 144 2076 0 0,'0'-3'2081'0'0,"-6"-44"8304"0"0,6 46-9734 0 0,-1-6 1404 0 0,5 11-1848 0 0,-1 0 1 0 0,0 1-1 0 0,0-1 0 0 0,0 1 1 0 0,-1 0-1 0 0,0 0 0 0 0,0 0 0 0 0,2 6 1 0 0,11 48 411 0 0,-11-42-438 0 0,7 42 339 0 0,5 89 0 0 0,-15-143-613 0 0,0 19 2206 0 0,-1-20-1058 0 0,-3-13-950 0 0,2 2-74 0 0,0 0 1 0 0,1 1 0 0 0,0-1 0 0 0,0 1 0 0 0,0-1 0 0 0,1 0 0 0 0,0 1 0 0 0,2-8-1 0 0,19-50-3 0 0,-19 56-32 0 0,0 0 1 0 0,1 1-1 0 0,-1 0 0 0 0,2 0 0 0 0,-1 0 0 0 0,1 0 0 0 0,0 1 1 0 0,0-1-1 0 0,1 1 0 0 0,0 1 0 0 0,0-1 0 0 0,0 1 0 0 0,1 0 1 0 0,0 0-1 0 0,0 1 0 0 0,0 0 0 0 0,0 0 0 0 0,1 1 0 0 0,-1 0 1 0 0,1 0-1 0 0,0 1 0 0 0,0 0 0 0 0,0 0 0 0 0,0 1 0 0 0,0 0 1 0 0,0 0-1 0 0,1 1 0 0 0,-1 0 0 0 0,0 0 0 0 0,0 1 1 0 0,0 0-1 0 0,0 1 0 0 0,0 0 0 0 0,13 4 0 0 0,-8-1 17 0 0,-1 1 0 0 0,0-1 1 0 0,0 2-1 0 0,0 0 0 0 0,-1 0 0 0 0,0 1 0 0 0,-1 0 0 0 0,0 1 0 0 0,11 12 0 0 0,-3 0 83 0 0,-1 0-1 0 0,-1 1 1 0 0,18 34 0 0 0,-32-54 70 0 0,1-24-167 0 0,-2 4-8 0 0,0 1-1 0 0,2 0 1 0 0,0 1-1 0 0,1-1 1 0 0,0 0 0 0 0,1 1-1 0 0,1 0 1 0 0,1 0-1 0 0,0 0 1 0 0,12-16 0 0 0,-9 15 1 0 0,2 0 0 0 0,0 1 0 0 0,0 1 1 0 0,2 0-1 0 0,0 0 0 0 0,0 2 0 0 0,2 0 0 0 0,24-17 1 0 0,-34 26 6 0 0,0 0 1 0 0,1 1 0 0 0,0-1 0 0 0,0 2 0 0 0,0-1-1 0 0,0 1 1 0 0,0 0 0 0 0,0 0 0 0 0,0 1 0 0 0,1 0-1 0 0,-1 0 1 0 0,1 1 0 0 0,-1 0 0 0 0,1 0 0 0 0,10 2-1 0 0,-11 0 9 0 0,-1-1-1 0 0,1 2 1 0 0,-1-1-1 0 0,0 1 0 0 0,1 0 1 0 0,-1 0-1 0 0,-1 0 1 0 0,1 1-1 0 0,-1 0 0 0 0,1 0 1 0 0,-1 1-1 0 0,0 0 1 0 0,0-1-1 0 0,-1 2 0 0 0,0-1 1 0 0,0 0-1 0 0,4 8 1 0 0,-1 1-173 0 0,0 0 1 0 0,-1 1 0 0 0,-1 0-1 0 0,0 0 1 0 0,-1 1 0 0 0,2 18 0 0 0,10 38-4283 0 0,-13-64 2797 0 0,0 1 0 0 0,1-1 0 0 0,-1 0 0 0 0,1 0 0 0 0,10 14 0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2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317 151 1340 0 0,'3'-9'1402'0'0,"0"-1"1"0"0,0 0-1 0 0,-1 0 0 0 0,-1 0 0 0 0,1 0 1 0 0,-1-12-1 0 0,-1 19-1138 0 0,0 0 1 0 0,0-1-1 0 0,0 1 1 0 0,-1 0-1 0 0,1 0 1 0 0,-1 0-1 0 0,0 0 1 0 0,0 0-1 0 0,0 0 0 0 0,0 0 1 0 0,0 1-1 0 0,-1-1 1 0 0,1 0-1 0 0,-1 1 1 0 0,1-1-1 0 0,-1 1 1 0 0,0-1-1 0 0,0 1 1 0 0,-1 0-1 0 0,1 0 1 0 0,0 0-1 0 0,-1 0 0 0 0,-4-3 1 0 0,5 4-207 0 0,0 1-1 0 0,0-1 1 0 0,-1 1 0 0 0,1 0 0 0 0,0-1-1 0 0,-1 1 1 0 0,1 0 0 0 0,0 1 0 0 0,0-1-1 0 0,-1 0 1 0 0,1 1 0 0 0,0-1 0 0 0,0 1 0 0 0,-1-1-1 0 0,1 1 1 0 0,-2 1 0 0 0,-32 17 360 0 0,21-9-316 0 0,0 0-1 0 0,2 2 0 0 0,-1 0 1 0 0,1 0-1 0 0,1 1 1 0 0,-21 28-1 0 0,18-19-34 0 0,1 1 0 0 0,0 0 0 0 0,-19 49 0 0 0,26-53-23 0 0,1 0 0 0 0,-6 34-1 0 0,10-45-22 0 0,1 0 0 0 0,1 0-1 0 0,-1 0 1 0 0,1 1 0 0 0,1-1 0 0 0,0 0-1 0 0,0 0 1 0 0,0 0 0 0 0,4 10-1 0 0,-5-15-16 0 0,1-1-1 0 0,0 0 1 0 0,0 0 0 0 0,0 0-1 0 0,0 0 1 0 0,0 0-1 0 0,0 0 1 0 0,1 0 0 0 0,-1 0-1 0 0,1 0 1 0 0,-1 0 0 0 0,1-1-1 0 0,0 1 1 0 0,0-1-1 0 0,-1 1 1 0 0,1-1 0 0 0,0 0-1 0 0,0 0 1 0 0,1 0-1 0 0,-1 0 1 0 0,0 0 0 0 0,0 0-1 0 0,0 0 1 0 0,1-1 0 0 0,-1 1-1 0 0,0-1 1 0 0,1 0-1 0 0,-1 1 1 0 0,0-1 0 0 0,1 0-1 0 0,-1-1 1 0 0,0 1-1 0 0,1 0 1 0 0,-1-1 0 0 0,0 1-1 0 0,4-2 1 0 0,2-1-5 0 0,1 0 0 0 0,-2 0 0 0 0,1-1 1 0 0,0 0-1 0 0,-1-1 0 0 0,0 0 0 0 0,0 0 0 0 0,11-10 0 0 0,22-28 5 0 0,-2-2-1 0 0,-3-2 0 0 0,38-62 1 0 0,-31 43 517 0 0,-28 44 75 0 0,-9 13-266 0 0,1 0 0 0 0,-1 0 0 0 0,11-10 0 0 0,-16 19-297 0 0,0 0-1 0 0,0 0 1 0 0,1 0-1 0 0,-1 0 0 0 0,0 0 1 0 0,0 0-1 0 0,1 0 1 0 0,-1 0-1 0 0,0 0 1 0 0,1 0-1 0 0,-1 0 1 0 0,0 1-1 0 0,0-1 1 0 0,1 0-1 0 0,-1 0 1 0 0,0 0-1 0 0,0 0 1 0 0,0 0-1 0 0,1 0 1 0 0,-1 1-1 0 0,0-1 1 0 0,0 0-1 0 0,1 0 1 0 0,-1 0-1 0 0,0 0 1 0 0,0 1-1 0 0,0-1 1 0 0,0 0-1 0 0,1 0 0 0 0,-1 1 1 0 0,0-1-1 0 0,0 0 1 0 0,0 0-1 0 0,0 1 1 0 0,0-1-1 0 0,0 0 1 0 0,0 0-1 0 0,0 1 1 0 0,0-1-1 0 0,0 0 1 0 0,0 0-1 0 0,0 1 1 0 0,0-1-1 0 0,0 1 1 0 0,4 12 599 0 0,-4-13-624 0 0,2 25 660 0 0,-1 0 0 0 0,-1 0 1 0 0,-1 0-1 0 0,-4 30 0 0 0,-2 26-162 0 0,6-52-332 0 0,0 52-584 0 0,1-73 23 0 0,1 0 1 0 0,0 0-1 0 0,0 0 1 0 0,1 0-1 0 0,0-1 1 0 0,1 1-1 0 0,4 11 1 0 0,-5-17 113 0 0,-1 1 0 0 0,0-1 1 0 0,1 0-1 0 0,0 0 0 0 0,0 0 0 0 0,-1 0 0 0 0,1 0 1 0 0,0 0-1 0 0,0-1 0 0 0,1 1 0 0 0,-1-1 0 0 0,0 1 1 0 0,1-1-1 0 0,-1 0 0 0 0,0 0 0 0 0,1 0 0 0 0,0 0 1 0 0,4 1-1 0 0,-2-1-692 0 0,0-1-1 0 0,0 1 1 0 0,0-1 0 0 0,0 0 0 0 0,0 0 0 0 0,0-1-1 0 0,0 0 1 0 0,-1 0 0 0 0,7-1 0 0 0,15-8-7213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2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99 268 1884 0 0,'3'-48'7288'0'0,"-6"-68"0"0"0,0 24 731 0 0,0 81-5818 0 0,-2 22-1262 0 0,-4 23-9 0 0,-42 282 2620 0 0,44-259-3443 0 0,-13 234 122 0 0,20-166-2475 0 0,0-115 1746 0 0,5 74-3880 0 0,-4-74 3061 0 0,1-1 0 0 0,0 1 1 0 0,0-1-1 0 0,1 0 0 0 0,0 1 1 0 0,7 11-1 0 0,1-5-4162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2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1320 0 0,'5'-30'4584'0'0,"-3"19"-2549"0"0,-1 0 1 0 0,2 1 0 0 0,-1-1-1 0 0,8-18 1 0 0,-9 28-1910 0 0,0 0 1 0 0,-1-1-1 0 0,1 1 1 0 0,0 0-1 0 0,-1 0 0 0 0,1 1 1 0 0,0-1-1 0 0,0 0 0 0 0,0 0 1 0 0,0 0-1 0 0,0 0 0 0 0,0 1 1 0 0,0-1-1 0 0,0 1 0 0 0,0-1 1 0 0,0 0-1 0 0,0 1 0 0 0,0 0 1 0 0,0-1-1 0 0,1 1 0 0 0,-1 0 1 0 0,2-1-1 0 0,0 1 72 0 0,1 0 0 0 0,-1 1 0 0 0,0-1 0 0 0,0 0 0 0 0,0 1 0 0 0,0 0 0 0 0,0 0 0 0 0,5 2 0 0 0,3 2 322 0 0,0 1 0 0 0,0 0 0 0 0,14 12-1 0 0,-11-7-249 0 0,0 1 0 0 0,-1 1 0 0 0,0 0 0 0 0,-1 1 0 0 0,-1 0-1 0 0,0 1 1 0 0,-1 0 0 0 0,0 1 0 0 0,7 17 0 0 0,-13-24-204 0 0,0 0-1 0 0,0 0 1 0 0,-1 1 0 0 0,0-1-1 0 0,0 1 1 0 0,-1 0 0 0 0,-1 0 0 0 0,0-1-1 0 0,0 1 1 0 0,-1 0 0 0 0,0 0 0 0 0,-1 0-1 0 0,0 0 1 0 0,0 0 0 0 0,-1 0 0 0 0,-1 0-1 0 0,-6 18 1 0 0,7-25-41 0 0,0 1 0 0 0,1-1 0 0 0,-1 0 0 0 0,-1 0 0 0 0,1 0 0 0 0,0 0 0 0 0,-1-1 0 0 0,0 1 0 0 0,1-1-1 0 0,-1 0 1 0 0,-5 4 0 0 0,8-6-22 0 0,-1 1 0 0 0,0-1-1 0 0,0 0 1 0 0,0 1 0 0 0,0-1-1 0 0,0 0 1 0 0,0 1 0 0 0,0-1-1 0 0,0 0 1 0 0,0 0 0 0 0,0 0-1 0 0,0 0 1 0 0,0 0 0 0 0,0 0-1 0 0,0 0 1 0 0,0 0 0 0 0,0 0-1 0 0,0 0 1 0 0,0-1 0 0 0,0 1-1 0 0,0 0 1 0 0,0-1 0 0 0,1 1-1 0 0,-1-1 1 0 0,0 1 0 0 0,0-1-1 0 0,0 1 1 0 0,0-1 0 0 0,1 0-1 0 0,-1 1 1 0 0,0-1 0 0 0,1 0-1 0 0,-1 0 1 0 0,0 1 0 0 0,1-1-1 0 0,-1 0 1 0 0,1 0 0 0 0,-1 0-1 0 0,1 0 1 0 0,-1 0 0 0 0,1 0 0 0 0,0 0-1 0 0,-1-1 1 0 0,0-1-4 0 0,0-1 1 0 0,1 1 0 0 0,-1-1-1 0 0,1 0 1 0 0,0 1 0 0 0,0-1-1 0 0,0 1 1 0 0,0-1 0 0 0,0 0-1 0 0,1 1 1 0 0,-1-1 0 0 0,1 1-1 0 0,0-1 1 0 0,1 1 0 0 0,-1 0-1 0 0,0-1 1 0 0,1 1 0 0 0,2-3-1 0 0,3-7-98 0 0,2 0 0 0 0,17-20-1 0 0,-25 32 81 0 0,11-13-589 0 0,2 0 1 0 0,0 1-1 0 0,1 1 1 0 0,0 0-1 0 0,0 1 1 0 0,1 1-1 0 0,28-13 1 0 0,-5 5-4182 0 0,1 2 1 0 0,53-13-1 0 0,-70 23-405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2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1212 0 0,'42'-34'28846'0'0,"-39"44"-27180"0"0,-3 145-528 0 0,-1-11-1388 0 0,4-121-1655 0 0,-1 6-8946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116 225 1360 0 0,'-17'-40'6524'0'0,"-36"-60"-1"0"0,12 25-2329 0 0,37 65-5016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3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2020 0 0,'6'10'14606'0'0,"39"57"-4701"0"0,4 0-6619 0 0,57 87-2152 0 0,-61-68-991 0 0,-16-28-2965 0 0,3-2-5375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3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91 2460 0 0,'-30'-80'19994'0'0,"30"79"-19864"0"0,-1 0-1 0 0,1 1 1 0 0,0-1 0 0 0,-1 0-1 0 0,1 1 1 0 0,0-1 0 0 0,-1 1-1 0 0,1-1 1 0 0,-1 1-1 0 0,0-1 1 0 0,1 1 0 0 0,-1-1-1 0 0,1 1 1 0 0,-1-1 0 0 0,0 1-1 0 0,1 0 1 0 0,-1-1-1 0 0,1 1 1 0 0,-1 0 0 0 0,0 0-1 0 0,0 0 1 0 0,1-1 0 0 0,-1 1-1 0 0,0 0 1 0 0,1 0 0 0 0,-1 0-1 0 0,0 0 1 0 0,0 0-1 0 0,1 0 1 0 0,-1 0 0 0 0,0 0-1 0 0,1 1 1 0 0,-1-1 0 0 0,0 0-1 0 0,0 0 1 0 0,1 1 0 0 0,-2 0-1 0 0,-27 13 819 0 0,27-12-646 0 0,-27 17 106 0 0,2 0-1 0 0,1 3 1 0 0,0 0-1 0 0,2 1 1 0 0,-33 39 0 0 0,-20 39-1646 0 0,5 4-3646 0 0,37-54 714 0 0,12-20-2870 0 0,-1-2-4300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44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3912 0 0,'17'-12'11685'0'0,"-10"2"-8984"0"0,-4 1-1929 0 0,1 2-1632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1788 0 0,'9'-5'17842'0'0,"449"-70"-16295"0"0,6 30-8685 0 0,-316 32 2143 0 0,-33 4-1645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1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1 780 16 0 0,'1'3'1906'0'0,"31"63"18509"0"0,-28-68-20180 0 0,-1 0 0 0 0,1 0 0 0 0,-1-1 1 0 0,0 1-1 0 0,0-1 0 0 0,0 0 0 0 0,0 0 1 0 0,3-6-1 0 0,23-32 142 0 0,-23 31-234 0 0,242-379 271 0 0,-242 378-413 0 0,221-335-73 0 0,-226 344 59 0 0,0 0-1 0 0,0 1 1 0 0,1-1-1 0 0,-1 1 1 0 0,0-1-1 0 0,1 1 1 0 0,-1 0-1 0 0,1-1 1 0 0,-1 1-1 0 0,1 0 1 0 0,0 0-1 0 0,-1 0 1 0 0,1 0-1 0 0,0 1 1 0 0,0-1-1 0 0,0 0 1 0 0,-1 1-1 0 0,1-1 1 0 0,0 1 0 0 0,0 0-1 0 0,0-1 1 0 0,0 1-1 0 0,0 0 1 0 0,2 0-1 0 0,-1 1 8 0 0,-1 0-1 0 0,1 0 1 0 0,-1 0-1 0 0,0 0 1 0 0,1 0 0 0 0,-1 1-1 0 0,0-1 1 0 0,0 1-1 0 0,0-1 1 0 0,0 1-1 0 0,0 0 1 0 0,0 0-1 0 0,0-1 1 0 0,-1 1 0 0 0,1 1-1 0 0,-1-1 1 0 0,3 4-1 0 0,3 8 10 0 0,0 1 1 0 0,-1-1-1 0 0,-1 1 0 0 0,0 0 0 0 0,-1 1 0 0 0,3 24 1 0 0,4 98 75 0 0,-10-122-63 0 0,5 466 246 0 0,-6-369-955 0 0,0-110-351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2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81 180 508 0 0,'-66'-10'15831'0'0,"63"10"-14886"0"0,-7-1 394 0 0,8-3-75 0 0,3 3-1222 0 0,0 0 0 0 0,-1 1 0 0 0,1-1 0 0 0,0 0 0 0 0,0 0-1 0 0,0 0 1 0 0,0 1 0 0 0,-1-1 0 0 0,1 0 0 0 0,0 1 0 0 0,0-1 0 0 0,0 1-1 0 0,0-1 1 0 0,2 0 0 0 0,100-37-399 0 0,12-5-3053 0 0,-2-6-4510 0 0,-66 25 1496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33 238 240 0 0,'-32'-38'25209'0'0,"39"37"-25102"0"0,1 0 0 0 0,-1 0 0 0 0,1 1 0 0 0,-1 0 1 0 0,1 0-1 0 0,10 3 0 0 0,8-1 8 0 0,71-3-103 0 0,-94 1-226 0 0,0 0 1 0 0,1-1 0 0 0,-1 1-1 0 0,0 0 1 0 0,1-1-1 0 0,-1 0 1 0 0,0 0 0 0 0,0 0-1 0 0,0 0 1 0 0,0 0-1 0 0,0 0 1 0 0,0-1 0 0 0,0 0-1 0 0,0 1 1 0 0,0-1-1 0 0,-1 0 1 0 0,1-1 0 0 0,-1 1-1 0 0,1 0 1 0 0,-1-1-1 0 0,0 1 1 0 0,0-1 0 0 0,0 0-1 0 0,0 1 1 0 0,-1-1 0 0 0,1 0-1 0 0,-1 0 1 0 0,1 0-1 0 0,-1-1 1 0 0,1-3 0 0 0,0-2-7 0 0,0-1 0 0 0,-1 0 1 0 0,0 1-1 0 0,-1-1 0 0 0,0 0 1 0 0,0 0-1 0 0,-1 1 0 0 0,-3-16 1 0 0,4 24 351 0 0,-1-9 535 0 0,2 18-521 0 0,1-1 0 0 0,0 1 0 0 0,0-1 0 0 0,0 0 0 0 0,1 0 0 0 0,1 0 0 0 0,-1 0 0 0 0,1-1-1 0 0,0 1 1 0 0,8 8 0 0 0,-5-7-60 0 0,0 1 0 0 0,1-2 0 0 0,0 1-1 0 0,0-1 1 0 0,1 0 0 0 0,17 10 0 0 0,-24-16-89 0 0,0 0 0 0 0,1 0 0 0 0,-1 0 0 0 0,0 0 0 0 0,1 0 0 0 0,-1 0 1 0 0,1-1-1 0 0,-1 1 0 0 0,1-1 0 0 0,-1 0 0 0 0,1 0 0 0 0,-1 0 0 0 0,1 0 0 0 0,-1 0 1 0 0,1 0-1 0 0,-1-1 0 0 0,1 1 0 0 0,-1-1 0 0 0,3-1 0 0 0,-1 1-43 0 0,0-1 1 0 0,-1-1-1 0 0,1 1 0 0 0,-1 0 0 0 0,1-1 0 0 0,-1 0 0 0 0,0 0 0 0 0,0 0 0 0 0,0 0 1 0 0,3-5-1 0 0,2-4-64 0 0,-1 0 1 0 0,0 0-1 0 0,-1-1 1 0 0,-1 0-1 0 0,8-25 1 0 0,-12 33 219 0 0,1-1 0 0 0,-1 1 0 0 0,0-1 0 0 0,0 0 0 0 0,-1 1 0 0 0,0-10 1 0 0,-15 22-40 0 0,4 0-49 0 0,1 0 1 0 0,0 0 0 0 0,1 1-1 0 0,0 0 1 0 0,0 1-1 0 0,1 0 1 0 0,-12 16 0 0 0,13-16-20 0 0,-11 13-48 0 0,0 2 1 0 0,2 0-1 0 0,-13 27 0 0 0,28-49-80 0 0,0 0-1 0 0,0 0 0 0 0,0 0 1 0 0,0 0-1 0 0,1 0 1 0 0,-1 0-1 0 0,0 0 0 0 0,1 0 1 0 0,0 1-1 0 0,0-1 1 0 0,-1 0-1 0 0,1 0 1 0 0,0 0-1 0 0,1 0 0 0 0,-1 0 1 0 0,0 0-1 0 0,1 1 1 0 0,0 2-1 0 0,0-5 47 0 0,-1 1 1 0 0,1-1-1 0 0,-1 1 0 0 0,1-1 0 0 0,-1 0 1 0 0,1 1-1 0 0,-1-1 0 0 0,1 0 1 0 0,0 0-1 0 0,-1 0 0 0 0,1 1 1 0 0,0-1-1 0 0,-1 0 0 0 0,1 0 0 0 0,-1 0 1 0 0,1 0-1 0 0,0 0 0 0 0,-1 0 1 0 0,1 0-1 0 0,0 0 0 0 0,-1 0 1 0 0,1 0-1 0 0,0 0 0 0 0,-1-1 0 0 0,1 1 1 0 0,-1 0-1 0 0,1 0 0 0 0,0-1 1 0 0,-1 1-1 0 0,1-1 0 0 0,18-9-1083 0 0,-9 3 1017 0 0,-1-1 0 0 0,0 0 0 0 0,0 0 0 0 0,-1-1 0 0 0,0 0 0 0 0,-1 0 0 0 0,0-1 0 0 0,0 0 1 0 0,-1-1-1 0 0,-1 1 0 0 0,8-19 0 0 0,-13 29 159 0 0,0 0 0 0 0,0-1 0 0 0,1 1 1 0 0,-1-1-1 0 0,0 1 0 0 0,0 0 0 0 0,0-1 0 0 0,0 1 0 0 0,0-1 1 0 0,0 1-1 0 0,1-1 0 0 0,-1 1 0 0 0,0 0 0 0 0,0-1 1 0 0,0 1-1 0 0,-1-1 0 0 0,1 1 0 0 0,0-1 0 0 0,0 1 0 0 0,0 0 1 0 0,0-1-1 0 0,0 1 0 0 0,0-1 0 0 0,-1 1 0 0 0,1 0 1 0 0,0-1-1 0 0,0 1 0 0 0,-1-1 0 0 0,1 1 0 0 0,0 0 1 0 0,0-1-1 0 0,-1 1 0 0 0,1 0 0 0 0,0 0 0 0 0,-1-1 0 0 0,1 1 1 0 0,-1 0-1 0 0,1 0 0 0 0,0-1 0 0 0,-1 1 0 0 0,1 0 1 0 0,-1 0-1 0 0,1 0 0 0 0,0 0 0 0 0,-1 0 0 0 0,1 0 0 0 0,-1-1 1 0 0,1 1-1 0 0,-1 0 0 0 0,1 0 0 0 0,0 0 0 0 0,-1 1 1 0 0,1-1-1 0 0,-1 0 0 0 0,1 0 0 0 0,-1 0 0 0 0,1 0 0 0 0,0 0 1 0 0,-1 0-1 0 0,0 1 0 0 0,-24 8 111 0 0,-9 10 83 0 0,2 2-1 0 0,0 1 1 0 0,2 1 0 0 0,-53 52 0 0 0,-7 24-1632 0 0,7 5-5445 0 0,64-79 2897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3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472 233 1748 0 0,'-14'-55'10543'0'0,"1"5"-2860"0"0,1 58-7155 0 0,8-3-353 0 0,0 0 0 0 0,1 0 0 0 0,-1 0 0 0 0,1 0 0 0 0,0 1 0 0 0,1-1 0 0 0,-3 7 0 0 0,-6 12 343 0 0,-112 214 2710 0 0,-21 37-1124 0 0,27-68 1286 0 0,117-207-3378 0 0,0 1-1 0 0,0-1 1 0 0,0 0-1 0 0,0 0 1 0 0,0 1-1 0 0,0-1 0 0 0,0 0 1 0 0,0 0-1 0 0,0 1 1 0 0,0-1-1 0 0,-1 0 1 0 0,1 0-1 0 0,0 0 1 0 0,0 1-1 0 0,0-1 1 0 0,0 0-1 0 0,-1 0 1 0 0,1 0-1 0 0,0 1 1 0 0,0-1-1 0 0,-1 0 0 0 0,1 0 1 0 0,0 0-1 0 0,0 0 1 0 0,0 0-1 0 0,-1 0 1 0 0,1 0-1 0 0,0 0 1 0 0,0 1-1 0 0,-1-1 1 0 0,1 0-1 0 0,0 0 1 0 0,-1 0-1 0 0,1 0 1 0 0,0 0-1 0 0,-1 0 1 0 0,-1-11 527 0 0,3-16 122 0 0,10-32-661 0 0,31-88 0 0 0,32-54 0 0 0,-58 161 0 0 0,13-34 0 0 0,3 2 0 0 0,4 2 0 0 0,81-121 0 0 0,-115 187 0 0 0,0 1 0 0 0,1-1 0 0 0,0 1 0 0 0,0 0 0 0 0,0 0 0 0 0,0 0 0 0 0,0 0 0 0 0,1 1 0 0 0,-1 0 0 0 0,1-1 0 0 0,0 1 0 0 0,6-3 0 0 0,6 3 0 0 0,-13 2 0 0 0,1 1 0 0 0,0-1 0 0 0,-1 1 0 0 0,1 0 0 0 0,-1 0 0 0 0,1 0 0 0 0,-1 1 0 0 0,1-1 0 0 0,-1 1 0 0 0,0 0 0 0 0,0 0 0 0 0,0 0 0 0 0,5 4 0 0 0,-3-1 0 0 0,0 0 0 0 0,0 0 0 0 0,0 1 0 0 0,-1 0 0 0 0,0 0 0 0 0,5 10 0 0 0,1 8 0 0 0,0 0 0 0 0,-2 0 0 0 0,5 26 0 0 0,-10-38 0 0 0,8 35 0 0 0,-2 1 0 0 0,4 86 0 0 0,-13 100 0 0 0,-2-103 0 0 0,1-86 0 0 0,1 34 0 0 0,1-69 0 0 0,-1-10-1 0 0,0 0 0 0 0,0 1 0 0 0,1-1 1 0 0,-1 0-1 0 0,0 1 0 0 0,0-1 0 0 0,0 0 0 0 0,0 1 0 0 0,0-1 0 0 0,1 0 1 0 0,-1 0-1 0 0,0 1 0 0 0,0-1 0 0 0,0 0 0 0 0,1 0 0 0 0,-1 1 0 0 0,0-1 0 0 0,0 0 1 0 0,1 0-1 0 0,-1 0 0 0 0,0 1 0 0 0,1-1 0 0 0,-1 0 0 0 0,0 0 0 0 0,0 0 1 0 0,1 0-1 0 0,2 0-251 0 0,0 0 0 0 0,0 0 0 0 0,-1-1 0 0 0,1 1 1 0 0,0-1-1 0 0,-1 0 0 0 0,1 0 0 0 0,0 0 0 0 0,-1 0 0 0 0,1 0 1 0 0,-1-1-1 0 0,1 1 0 0 0,-1-1 0 0 0,0 1 0 0 0,0-1 0 0 0,0 0 1 0 0,0 0-1 0 0,0 0 0 0 0,0 0 0 0 0,0 0 0 0 0,1-3 1 0 0,3-3-1406 0 0,0 0 0 0 0,-1 0 1 0 0,0 0-1 0 0,0-1 0 0 0,4-9 1 0 0,-5 1-4172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3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53 772 0 0,'-194'20'18272'0'0,"160"-18"-16677"0"0,32-2-888 0 0,4 1-560 0 0,14 1-75 0 0,0-1 0 0 0,0-1 0 0 0,0-1 0 0 0,0 0-1 0 0,-1 0 1 0 0,19-6 0 0 0,1 2-64 0 0,86-10-1250 0 0,41-6-2665 0 0,-53 4-3094 0 0,-48 7-449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2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497 268 1784 0 0,'0'0'1944'0'0,"12"-24"7842"0"0,-11 25-9714 0 0,-1-1 1 0 0,0 1-1 0 0,0 0 1 0 0,0 0-1 0 0,0 0 1 0 0,0-1-1 0 0,0 1 1 0 0,0 0-1 0 0,0 0 1 0 0,0 0-1 0 0,0-1 1 0 0,0 1-1 0 0,0 0 1 0 0,-1 0-1 0 0,1-1 1 0 0,0 1-1 0 0,-1 0 1 0 0,1-1-1 0 0,0 1 1 0 0,-1 0-1 0 0,1-1 1 0 0,-1 1-1 0 0,1 0 1 0 0,-1-1-1 0 0,1 1 1 0 0,-1-1-1 0 0,1 1 1 0 0,-1-1-1 0 0,0 1 1 0 0,1-1-1 0 0,-1 1 1 0 0,0-1-1 0 0,0 0 1 0 0,1 1-1 0 0,-1-1 1 0 0,0 0-1 0 0,0 0 1 0 0,1 0-1 0 0,-1 1 1 0 0,0-1-1 0 0,0 0 1 0 0,1 0-1 0 0,-2 0 1 0 0,0 0 132 0 0,-1 0-155 0 0,1-1 0 0 0,0 1 1 0 0,-1 0-1 0 0,1-1 0 0 0,0 0 0 0 0,0 0 1 0 0,-1 1-1 0 0,1-1 0 0 0,0-1 0 0 0,0 1 1 0 0,0 0-1 0 0,0 0 0 0 0,0-1 0 0 0,1 1 1 0 0,-1-1-1 0 0,0 0 0 0 0,1 1 0 0 0,-4-5 1 0 0,0-2-17 0 0,-1 0 0 0 0,1 0 0 0 0,-3-10 0 0 0,5 13 9 0 0,1 1-45 0 0,0 1-1 0 0,0-1 1 0 0,1 1 0 0 0,-1-1-1 0 0,1 0 1 0 0,0 0 0 0 0,0 0 0 0 0,0 1-1 0 0,1-1 1 0 0,-1-7 0 0 0,1 9-3 0 0,1 1 1 0 0,-1-1-1 0 0,1 1 1 0 0,0-1-1 0 0,-1 1 1 0 0,1 0-1 0 0,0-1 1 0 0,0 1-1 0 0,0 0 0 0 0,0 0 1 0 0,0-1-1 0 0,0 1 1 0 0,0 0-1 0 0,0 0 1 0 0,1 0-1 0 0,-1 0 1 0 0,0 1-1 0 0,1-1 1 0 0,-1 0-1 0 0,0 0 1 0 0,1 1-1 0 0,-1-1 1 0 0,1 1-1 0 0,-1-1 1 0 0,1 1-1 0 0,3-1 1 0 0,13-2-8 0 0,1 0 0 0 0,0 2-1 0 0,0 0 1 0 0,30 2 0 0 0,10 0-25 0 0,6-1-39 0 0,-41 1 23 0 0,1-1 1 0 0,0-1-1 0 0,0-1 0 0 0,-1-1 0 0 0,34-9 0 0 0,-52 10 86 0 0,0-1 1 0 0,-1-1 0 0 0,1 1-1 0 0,-1-1 1 0 0,0 0-1 0 0,0 0 1 0 0,0 0-1 0 0,0-1 1 0 0,-1 1-1 0 0,0-1 1 0 0,0 0-1 0 0,0-1 1 0 0,0 1 0 0 0,-1-1-1 0 0,0 1 1 0 0,0-1-1 0 0,-1 0 1 0 0,4-9-1 0 0,-6 13-13 0 0,-1 7-43 0 0,0-1 20 0 0,0 1 1 0 0,-1-1-1 0 0,1 1 1 0 0,-1-1-1 0 0,0 1 1 0 0,-4 5-1 0 0,-4 10 14 0 0,-194 530 422 0 0,198-531-454 0 0,-49 132 609 0 0,44-127 47 0 0,0 0 0 0 0,-2-1 0 0 0,0-1 0 0 0,-18 23 0 0 0,27-40-402 0 0,-1 0-1 0 0,1 0 0 0 0,-1 0 0 0 0,0 0 1 0 0,-1-1-1 0 0,1 0 0 0 0,-1 0 0 0 0,0 0 1 0 0,0-1-1 0 0,0 0 0 0 0,0 0 0 0 0,0 0 1 0 0,-10 2-1 0 0,7-3-68 0 0,0-1 1 0 0,0 0-1 0 0,-1 0 1 0 0,1-1-1 0 0,0 0 0 0 0,0-1 1 0 0,0 0-1 0 0,-18-4 1 0 0,-4-5-40 0 0,0-1 0 0 0,0-2 0 0 0,1-1 0 0 0,-39-24 1 0 0,58 32-84 0 0,-134-82-157 0 0,136 82-622 0 0,7 5 541 0 0,1 0-1 0 0,0 0 1 0 0,0 0 0 0 0,-1 1-1 0 0,1-1 1 0 0,0 0 0 0 0,-1 1-1 0 0,1-1 1 0 0,0 1-1 0 0,-1-1 1 0 0,1 1 0 0 0,-1 0-1 0 0,1-1 1 0 0,-1 1 0 0 0,1 0-1 0 0,-1 0 1 0 0,1 0 0 0 0,-1 0-1 0 0,1 0 1 0 0,-1 1-1 0 0,1-1 1 0 0,-1 0 0 0 0,1 1-1 0 0,-3 0 1 0 0,2 9-4116 0 0,2-9 4217 0 0,0-1-1 0 0,1 0 1 0 0,-1 1 0 0 0,0-1-1 0 0,0 0 1 0 0,0 1 0 0 0,1-1 0 0 0,-1 1-1 0 0,3 0-817 0 0,1 0 0 0 0,-1 0-1 0 0,0 0 1 0 0,0 0-1 0 0,1-1 1 0 0,-1 0 0 0 0,0 1-1 0 0,5-2 1 0 0,12 0-5139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2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68 616 0 0,'50'-65'9512'0'0,"-49"63"-8998"0"0,3 3 303 0 0,-4-1-784 0 0,0 0-1 0 0,0 0 1 0 0,1 0-1 0 0,-1 0 0 0 0,0 0 1 0 0,0 0-1 0 0,1 0 1 0 0,-1 0-1 0 0,0 0 1 0 0,1 0-1 0 0,-1 0 0 0 0,0 0 1 0 0,0 0-1 0 0,1 0 1 0 0,-1 1-1 0 0,0-1 1 0 0,0 0-1 0 0,1 0 0 0 0,-1 0 1 0 0,0 0-1 0 0,0 1 1 0 0,0-1-1 0 0,1 0 1 0 0,-1 0-1 0 0,0 0 0 0 0,0 1 1 0 0,0-1-1 0 0,0 0 1 0 0,0 0-1 0 0,1 0 1 0 0,-1 1-1 0 0,0-1 0 0 0,0 1 1 0 0,2 9 615 0 0,-1 0 0 0 0,0 1-1 0 0,-1-1 1 0 0,0 1 0 0 0,-1 0 0 0 0,-2 10 0 0 0,-15 68 1457 0 0,10-56-1535 0 0,-138 575 2623 0 0,123-515-906 0 0,22-91-2017 0 0,11-30 447 0 0,16-38-648 0 0,4 1-1 0 0,2 2 1 0 0,79-114 0 0 0,-104 168-113 0 0,0 0 1 0 0,1 1 0 0 0,0 0-1 0 0,0 1 1 0 0,10-8 0 0 0,-17 14 34 0 0,0 1 1 0 0,0-1 0 0 0,1 0-1 0 0,-1 1 1 0 0,0-1 0 0 0,1 1-1 0 0,-1 0 1 0 0,0-1 0 0 0,1 1-1 0 0,-1 0 1 0 0,0 0 0 0 0,1-1-1 0 0,-1 1 1 0 0,0 0 0 0 0,1 1-1 0 0,-1-1 1 0 0,0 0-1 0 0,1 0 1 0 0,-1 1 0 0 0,0-1-1 0 0,1 0 1 0 0,-1 1 0 0 0,0-1-1 0 0,1 1 1 0 0,-1 0 0 0 0,0-1-1 0 0,0 1 1 0 0,0 0 0 0 0,0 0-1 0 0,0 0 1 0 0,0 0 0 0 0,0 0-1 0 0,0 0 1 0 0,1 1 0 0 0,2 3 16 0 0,-1-1 0 0 0,0 1 1 0 0,0 0-1 0 0,0 0 1 0 0,0 0-1 0 0,2 8 0 0 0,-1 0 13 0 0,-1-1 1 0 0,0 1-1 0 0,-1 0 0 0 0,0 0 0 0 0,-1 21 0 0 0,-7 67 146 0 0,0-9-2613 0 0,6-80 1190 0 0,1 12-1698 0 0,5-10-2765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2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109 177 1608 0 0,'12'-18'11550'0'0,"-12"28"-10302"0"0,-1-4-910 0 0,0 0-1 0 0,1 0 1 0 0,0 0-1 0 0,0 0 1 0 0,0 0 0 0 0,1 0-1 0 0,0 0 1 0 0,3 10-1 0 0,-4-14-293 0 0,1 0-1 0 0,0 0 1 0 0,0 0-1 0 0,0 0 1 0 0,0 0 0 0 0,1 0-1 0 0,-1 0 1 0 0,0 0-1 0 0,1-1 1 0 0,-1 1-1 0 0,1 0 1 0 0,0-1-1 0 0,0 1 1 0 0,-1-1-1 0 0,1 0 1 0 0,0 1 0 0 0,0-1-1 0 0,0 0 1 0 0,0 0-1 0 0,0 0 1 0 0,1-1-1 0 0,-1 1 1 0 0,0 0-1 0 0,0-1 1 0 0,5 1-1 0 0,-4-1-19 0 0,1 0 0 0 0,-1-1 0 0 0,1 1 0 0 0,-1 0 0 0 0,0-1 0 0 0,1 0 0 0 0,-1 0 0 0 0,0 0 0 0 0,0 0 0 0 0,1-1 0 0 0,-1 1-1 0 0,0-1 1 0 0,-1 0 0 0 0,1 0 0 0 0,0 0 0 0 0,2-3 0 0 0,1 0 5 0 0,0-1 0 0 0,0 0 0 0 0,-1 0 0 0 0,0 0 0 0 0,5-10 0 0 0,-5 7-11 0 0,0 0 1 0 0,-1-1-1 0 0,0 0 1 0 0,0 1-1 0 0,-1-2 0 0 0,-1 1 1 0 0,3-20-1 0 0,-4 24-15 0 0,0 0-1 0 0,-1 0 1 0 0,0 0-1 0 0,-1 0 1 0 0,1 0-1 0 0,-1 0 1 0 0,0 0-1 0 0,-1 1 1 0 0,1-1-1 0 0,-1 0 1 0 0,0 0-1 0 0,-1 1 1 0 0,1-1-1 0 0,-7-8 1 0 0,8 13-4 0 0,1 0 0 0 0,-1 0 0 0 0,0 1 0 0 0,0-1 0 0 0,0 0 0 0 0,0 1 0 0 0,0-1 0 0 0,0 1 0 0 0,0 0 0 0 0,0-1 1 0 0,0 1-1 0 0,0 0 0 0 0,0-1 0 0 0,0 1 0 0 0,0 0 0 0 0,0 0 0 0 0,0 0 0 0 0,0 0 0 0 0,0 0 0 0 0,0 0 0 0 0,0 0 0 0 0,0 0 0 0 0,-2 1 0 0 0,-22 8-5 0 0,13 0 50 0 0,0 1 1 0 0,0-1-1 0 0,1 2 0 0 0,0 0 1 0 0,1 0-1 0 0,0 1 0 0 0,-7 13 1 0 0,-6 9 402 0 0,-23 51-1 0 0,44-81-422 0 0,-12 22 117 0 0,2 1 0 0 0,-12 38 0 0 0,22-58-117 0 0,0 0 1 0 0,0 0-1 0 0,1 0 0 0 0,0 0 1 0 0,0 1-1 0 0,0-1 0 0 0,1 0 1 0 0,1 0-1 0 0,-1 1 0 0 0,1-1 1 0 0,0 0-1 0 0,1 0 0 0 0,-1 0 1 0 0,1 0-1 0 0,5 9 0 0 0,-6-12-55 0 0,1-1 0 0 0,1 0 0 0 0,-1 0 0 0 0,0 0 0 0 0,1 0 0 0 0,-1-1 0 0 0,1 1 0 0 0,0-1 0 0 0,0 1 0 0 0,0-1 0 0 0,0 0 0 0 0,0 0 0 0 0,0 0 0 0 0,7 2 0 0 0,-3-2-225 0 0,0 0 1 0 0,0 0-1 0 0,0-1 0 0 0,0 0 0 0 0,1 0 0 0 0,-1-1 1 0 0,9 0-1 0 0,5-2-761 0 0,0-1 0 0 0,0 0-1 0 0,0-2 1 0 0,23-8 0 0 0,-18 3-2138 0 0,51-24 0 0 0,-28 5-1931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4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171 112 1904 0 0,'2'-65'10320'0'0,"-2"65"-10264"0"0,0-1 1 0 0,0 1-1 0 0,0-1 1 0 0,0 1-1 0 0,1-1 1 0 0,-1 1-1 0 0,0 0 1 0 0,0-1-1 0 0,0 1 1 0 0,0-1-1 0 0,-1 1 1 0 0,1-1-1 0 0,0 1 1 0 0,0 0-1 0 0,0-1 1 0 0,0 1-1 0 0,0-1 1 0 0,0 1-1 0 0,-1 0 1 0 0,1-1-1 0 0,0 1 1 0 0,0 0-1 0 0,-1-1 1 0 0,1 1-1 0 0,0 0 1 0 0,-1-1-1 0 0,1 1 0 0 0,0 0 1 0 0,-1-1-1 0 0,1 1 1 0 0,0 0-1 0 0,-1 0 1 0 0,1 0-1 0 0,0-1 1 0 0,-1 1-1 0 0,1 0 1 0 0,-1 0-1 0 0,1 0 1 0 0,-1 0-1 0 0,1 0 1 0 0,0 0-1 0 0,-1 0 1 0 0,1 0-1 0 0,-1 0 1 0 0,1 0-1 0 0,-1 0 1 0 0,1 0-1 0 0,0 0 1 0 0,-1 0-1 0 0,1 0 1 0 0,-1 0-1 0 0,1 0 1 0 0,0 0-1 0 0,-1 1 1 0 0,1-1-1 0 0,-1 0 1 0 0,1 0-1 0 0,0 1 1 0 0,-1-1-1 0 0,1 0 1 0 0,0 0-1 0 0,-1 1 1 0 0,-20 17 851 0 0,9-1-587 0 0,1 0-1 0 0,0 1 1 0 0,1 1 0 0 0,1-1-1 0 0,0 2 1 0 0,2-1 0 0 0,0 1-1 0 0,1 0 1 0 0,1 0 0 0 0,1 1 0 0 0,1 0-1 0 0,1-1 1 0 0,1 39 0 0 0,2-51-280 0 0,0-1 0 0 0,0 1 0 0 0,1-1 0 0 0,0 1 0 0 0,0-1 0 0 0,0 0 0 0 0,1 1 1 0 0,1-1-1 0 0,-1-1 0 0 0,1 1 0 0 0,0 0 0 0 0,1-1 0 0 0,6 8 0 0 0,-8-11-24 0 0,0 0-1 0 0,0-1 0 0 0,0 1 1 0 0,0-1-1 0 0,0 0 1 0 0,0 0-1 0 0,1 0 0 0 0,-1 0 1 0 0,1-1-1 0 0,0 1 1 0 0,-1-1-1 0 0,1 0 0 0 0,0 0 1 0 0,0 0-1 0 0,0-1 1 0 0,0 1-1 0 0,-1-1 0 0 0,1 0 1 0 0,0 0-1 0 0,0 0 1 0 0,0-1-1 0 0,0 1 0 0 0,0-1 1 0 0,0 0-1 0 0,-1 0 1 0 0,1 0-1 0 0,6-3 0 0 0,-1-1-6 0 0,-1 0-1 0 0,1-1 0 0 0,-1 0 0 0 0,0 0 0 0 0,0 0 0 0 0,0-1 0 0 0,-1 0 1 0 0,0-1-1 0 0,-1 0 0 0 0,0 0 0 0 0,0 0 0 0 0,0-1 0 0 0,-1 0 0 0 0,5-11 0 0 0,-2 1 0 0 0,0 0 0 0 0,-2-1 0 0 0,0 0 0 0 0,-1 0 0 0 0,5-41-1 0 0,-9 46 30 0 0,-1 1-1 0 0,0-1 0 0 0,0 1 1 0 0,-2 0-1 0 0,-4-21 0 0 0,5 29 1 0 0,-1-1-1 0 0,0 0 1 0 0,-1 1 0 0 0,1-1-1 0 0,-1 1 1 0 0,0 0 0 0 0,-1 0-1 0 0,0 0 1 0 0,0 0 0 0 0,0 0-1 0 0,0 1 1 0 0,-1 0-1 0 0,-6-6 1 0 0,8 9-26 0 0,0 0 1 0 0,0 0-1 0 0,0 1 0 0 0,0-1 0 0 0,-1 1 0 0 0,1-1 1 0 0,0 1-1 0 0,-1 0 0 0 0,1 0 0 0 0,-1 1 0 0 0,1-1 1 0 0,-1 1-1 0 0,-5-1 0 0 0,2 2 4 0 0,0-1 0 0 0,0 1 0 0 0,0 0 0 0 0,1 1-1 0 0,-1 0 1 0 0,-10 4 0 0 0,4 0-4 0 0,0 0 0 0 0,0 1 0 0 0,1 1 0 0 0,0 0 0 0 0,0 1 0 0 0,-11 11-1 0 0,15-12-10 0 0,0 0-1 0 0,1 1 1 0 0,0 0-1 0 0,0 0 1 0 0,1 1-1 0 0,1 0 1 0 0,0 0-1 0 0,0 0 1 0 0,1 1-1 0 0,-6 18 1 0 0,9-25-32 0 0,0 0 1 0 0,0 0 0 0 0,1 0 0 0 0,-1 0 0 0 0,1 0 0 0 0,0 0-1 0 0,0 0 1 0 0,0 0 0 0 0,1 0 0 0 0,-1 0 0 0 0,1 0 0 0 0,0 0-1 0 0,0 0 1 0 0,0 0 0 0 0,1-1 0 0 0,-1 1 0 0 0,1 0-1 0 0,0-1 1 0 0,0 1 0 0 0,0-1 0 0 0,1 0 0 0 0,-1 0 0 0 0,1 0-1 0 0,0 0 1 0 0,0 0 0 0 0,0 0 0 0 0,0-1 0 0 0,0 1 0 0 0,0-1-1 0 0,1 0 1 0 0,-1 0 0 0 0,1 0 0 0 0,3 1 0 0 0,0-1-101 0 0,-1 0 0 0 0,1-1 1 0 0,-1 0-1 0 0,1 0 0 0 0,0 0 1 0 0,-1-1-1 0 0,1 0 0 0 0,0 0 1 0 0,-1-1-1 0 0,1 0 0 0 0,-1 0 1 0 0,1 0-1 0 0,-1-1 0 0 0,1 0 1 0 0,9-4-1 0 0,9-5-211 0 0,-1-2 1 0 0,32-20-1 0 0,-54 32 330 0 0,108-82-539 0 0,-29 20 394 0 0,-61 49 153 0 0,-13 8-3 0 0,1 0-1 0 0,-1 1 0 0 0,1 0 0 0 0,9-3 0 0 0,-15 7 17 0 0,0 1 0 0 0,-1 0 0 0 0,1-1 0 0 0,0 1 0 0 0,-1 0 0 0 0,1 0-1 0 0,0 0 1 0 0,-1 1 0 0 0,1-1 0 0 0,0 0 0 0 0,-1 1 0 0 0,1-1 0 0 0,0 1 0 0 0,-1-1-1 0 0,1 1 1 0 0,-1 0 0 0 0,1-1 0 0 0,-1 1 0 0 0,3 2 0 0 0,0 0 26 0 0,0 0 0 0 0,0 0 0 0 0,0 1 1 0 0,-1-1-1 0 0,4 5 0 0 0,2 5 144 0 0,0 1 0 0 0,-1 0 0 0 0,0 0-1 0 0,-1 0 1 0 0,-1 1 0 0 0,-1 0 0 0 0,8 29 0 0 0,-9-21 367 0 0,0 1 1 0 0,-1 0-1 0 0,-1-1 1 0 0,-2 41-1 0 0,0-60-122 0 0,0 1 1 0 0,-1 0-1 0 0,1-1 0 0 0,-1 1 0 0 0,0 0 0 0 0,0-1 1 0 0,-1 1-1 0 0,1-1 0 0 0,-1 1 0 0 0,-4 7 747 0 0,5-12-1150 0 0,0 0 0 0 0,0 0 0 0 0,1 1 0 0 0,-1-1 0 0 0,0 0 0 0 0,0 0 0 0 0,0 0 0 0 0,1-1 0 0 0,-1 1 0 0 0,0 0 0 0 0,0 0 0 0 0,1 0 0 0 0,-1 0 0 0 0,0-1 0 0 0,0 1 0 0 0,1 0 0 0 0,-1-1 1 0 0,0 1-1 0 0,1-1 0 0 0,-1 1 0 0 0,0-1 0 0 0,1 1 0 0 0,-1-1 0 0 0,1 1 0 0 0,-1-1 0 0 0,1 1 0 0 0,-1-1 0 0 0,1 0 0 0 0,-1 1 0 0 0,1-1 0 0 0,0 0 0 0 0,-1 1 0 0 0,1-1 0 0 0,0 0 0 0 0,0 0 0 0 0,-1-1 0 0 0,-9-29 288 0 0,10 30-301 0 0,-1-5-108 0 0,1 0-1 0 0,-1 1 1 0 0,1-1 0 0 0,0 0-1 0 0,0 0 1 0 0,1 0 0 0 0,0 1-1 0 0,0-1 1 0 0,0 0 0 0 0,1 1-1 0 0,0-1 1 0 0,0 1 0 0 0,0 0-1 0 0,1-1 1 0 0,-1 1-1 0 0,1 0 1 0 0,1 1 0 0 0,-1-1-1 0 0,1 0 1 0 0,-1 1 0 0 0,1 0-1 0 0,6-5 1 0 0,2-1-492 0 0,-1 0 0 0 0,2 1 0 0 0,-1 1-1 0 0,1 0 1 0 0,0 1 0 0 0,1 0 0 0 0,21-7 0 0 0,2 3-6 0 0,1 2 1 0 0,0 1 0 0 0,1 2-1 0 0,0 2 1 0 0,57 2-1 0 0,-89 2 576 0 0,-1 0 0 0 0,1 1 0 0 0,-1 0 0 0 0,1 0 0 0 0,-1 1 0 0 0,1 0 0 0 0,-1 0 0 0 0,10 5 0 0 0,-14-7 22 0 0,58 22 287 0 0,-57-21-153 0 0,-1-2-88 0 0,0 1 1 0 0,-1 0-1 0 0,1-1 1 0 0,0 1-1 0 0,0-1 0 0 0,0 0 1 0 0,0 0-1 0 0,0 0 1 0 0,-1 1-1 0 0,1-2 0 0 0,0 1 1 0 0,-1 0-1 0 0,1 0 1 0 0,-1 0-1 0 0,1-1 0 0 0,-1 1 1 0 0,0-1-1 0 0,2-1 1 0 0,-1-1-23 0 0,0 1 0 0 0,-1 0 0 0 0,1-1 0 0 0,-1 1 0 0 0,0-1 0 0 0,0 0 0 0 0,0 1 0 0 0,0-1 0 0 0,-1-4 0 0 0,1-5 122 0 0,-1 1-1 0 0,-1-1 1 0 0,0 0 0 0 0,-4-17-1 0 0,5 28-127 0 0,0 0 0 0 0,-1 1 0 0 0,1-1 1 0 0,0 1-1 0 0,-1-1 0 0 0,1 1 0 0 0,-1 0 0 0 0,1-1 0 0 0,-1 1 0 0 0,0-1 0 0 0,1 1 0 0 0,-1 0 0 0 0,0 0 0 0 0,0-1 0 0 0,0 1 0 0 0,0 0 1 0 0,0 0-1 0 0,0 0 0 0 0,-1 0 0 0 0,1 0 0 0 0,0 0 0 0 0,0 0 0 0 0,-1 1 0 0 0,1-1 0 0 0,0 0 0 0 0,-1 1 0 0 0,1-1 0 0 0,-1 1 0 0 0,1-1 0 0 0,-1 1 1 0 0,1 0-1 0 0,-1 0 0 0 0,1-1 0 0 0,-1 1 0 0 0,1 0 0 0 0,-1 1 0 0 0,0-1 0 0 0,1 0 0 0 0,-1 0 0 0 0,1 1 0 0 0,-1-1 0 0 0,1 0 0 0 0,0 1 1 0 0,-1 0-1 0 0,1-1 0 0 0,-2 2 0 0 0,-4 1-6 0 0,0 1 1 0 0,0 0 0 0 0,0 0 0 0 0,0 1-1 0 0,1 0 1 0 0,0 0 0 0 0,-9 9 0 0 0,6-2 4 0 0,-1 0 0 0 0,2 0 1 0 0,0 0-1 0 0,1 1 0 0 0,0 0 1 0 0,-7 18-1 0 0,11-23-19 0 0,1 0 0 0 0,-1 1 1 0 0,1-1-1 0 0,0 1 0 0 0,1-1 0 0 0,0 1 0 0 0,1 0 1 0 0,0-1-1 0 0,0 1 0 0 0,0 0 0 0 0,1-1 0 0 0,3 11 1 0 0,-3-15-121 0 0,1 0 1 0 0,0 0 0 0 0,0-1-1 0 0,1 1 1 0 0,-1 0 0 0 0,1-1 0 0 0,0 1-1 0 0,0-1 1 0 0,0 0 0 0 0,0 0-1 0 0,0 0 1 0 0,1 0 0 0 0,-1-1-1 0 0,1 1 1 0 0,0-1 0 0 0,0 0-1 0 0,0 0 1 0 0,0-1 0 0 0,0 1-1 0 0,0-1 1 0 0,5 1 0 0 0,7 3-803 0 0,0-2-1 0 0,0 0 1 0 0,1-1 0 0 0,20 0 0 0 0,-20-2-1289 0 0,1-1 0 0 0,30-5 0 0 0,-2-3-3629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73 1628 0 0,'17'-73'16050'0'0,"-49"210"-11372"0"0,-28 102-1413 0 0,42-157-1952 0 0,18-81-1153 0 0,0-3-29 0 0,51-146-140 0 0,-41 124-42 0 0,0 1 0 0 0,2 1 0 0 0,1 0 0 0 0,19-25-1 0 0,-28 43 30 0 0,-1 0 0 0 0,0 0 0 0 0,1 0 0 0 0,0 1-1 0 0,0-1 1 0 0,0 1 0 0 0,1 0 0 0 0,-1 0 0 0 0,1 1-1 0 0,-1-1 1 0 0,9-2 0 0 0,-10 4 12 0 0,-1 0 0 0 0,1 1 0 0 0,0-1 0 0 0,0 1 1 0 0,0 0-1 0 0,-1 0 0 0 0,1 0 0 0 0,0 0 0 0 0,0 0 0 0 0,0 1 0 0 0,-1-1 1 0 0,1 1-1 0 0,0 0 0 0 0,-1 0 0 0 0,1 0 0 0 0,0 0 0 0 0,-1 0 0 0 0,0 1 0 0 0,1-1 1 0 0,-1 1-1 0 0,0-1 0 0 0,1 1 0 0 0,1 2 0 0 0,2 2 22 0 0,0 0 0 0 0,-1 1-1 0 0,0 0 1 0 0,0-1 0 0 0,0 2 0 0 0,-1-1-1 0 0,0 0 1 0 0,0 1 0 0 0,-1 0 0 0 0,4 13-1 0 0,-1 5 65 0 0,-1 0-1 0 0,1 27 0 0 0,0-10 150 0 0,-6-41-101 0 0,-1-3-150 0 0,1-1 3 0 0,-1 0 0 0 0,1 0 0 0 0,-1 0 0 0 0,1 1 0 0 0,0-1 0 0 0,0 0 0 0 0,0 0 0 0 0,0 0 0 0 0,0-2 0 0 0,5-19-55 0 0,0 0-1 0 0,2 0 1 0 0,1 1-1 0 0,0 0 1 0 0,2 0 0 0 0,0 1-1 0 0,1 0 1 0 0,2 1-1 0 0,0 0 1 0 0,25-29-1 0 0,-31 42 60 0 0,-1 0 1 0 0,1 0-1 0 0,1 1 0 0 0,-1 0 0 0 0,1 0 0 0 0,0 0 0 0 0,0 1 0 0 0,1 0 0 0 0,0 1 0 0 0,-1 0 0 0 0,1 0 1 0 0,16-3-1 0 0,-20 6 12 0 0,1 0 0 0 0,-1 0 0 0 0,1 1 1 0 0,0 0-1 0 0,0 0 0 0 0,-1 0 0 0 0,1 0 1 0 0,0 1-1 0 0,-1 0 0 0 0,1 1 0 0 0,-1-1 0 0 0,1 1 1 0 0,-1 0-1 0 0,0 0 0 0 0,0 1 0 0 0,0-1 1 0 0,0 1-1 0 0,0 0 0 0 0,0 1 0 0 0,-1-1 1 0 0,1 1-1 0 0,5 7 0 0 0,-2-3 88 0 0,-1 1 1 0 0,-1 0-1 0 0,0 0 0 0 0,0 0 1 0 0,-1 1-1 0 0,0 0 0 0 0,0 0 1 0 0,-1 1-1 0 0,0-1 0 0 0,-1 1 1 0 0,2 14-1 0 0,0 9-849 0 0,-2-1 1 0 0,-2 46-1 0 0,-1-74 496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4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2536 0 0,'29'-21'7056'0'0,"19"-14"6400"0"0,-21 11-8937 0 0,-19 21-3630 0 0,2 1-3649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4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4240 0 0,'-9'20'5443'0'0,"5"-10"-1618"0"0,0-1 0 0 0,0 1 0 0 0,1 0 0 0 0,1 0 0 0 0,-3 14 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624 133 348 0 0,'12'-5'7225'0'0,"-11"5"-7060"0"0,-1 0 0 0 0,1-1 0 0 0,-1 1 0 0 0,1 0 0 0 0,-1 0-1 0 0,1 0 1 0 0,-1 0 0 0 0,1 0 0 0 0,0 0 0 0 0,-1 0 0 0 0,1 0-1 0 0,-1 0 1 0 0,1 0 0 0 0,-1 0 0 0 0,1 1 0 0 0,-1-1 0 0 0,1 0-1 0 0,0 0 1 0 0,-1 1 0 0 0,1-1 0 0 0,-1 0 0 0 0,0 0 0 0 0,1 1-1 0 0,-1-1 1 0 0,1 0 0 0 0,-1 1 0 0 0,1-1 0 0 0,-1 1 0 0 0,0-1-1 0 0,1 1 1 0 0,-1-1 0 0 0,0 1 0 0 0,1-1 0 0 0,-1 1 0 0 0,0 1 66 0 0,0 0 0 0 0,0-1 1 0 0,0 1-1 0 0,0 0 0 0 0,0 0 1 0 0,0-1-1 0 0,0 1 0 0 0,-1 0 1 0 0,1-1-1 0 0,-1 1 0 0 0,0 2 1 0 0,-4 7 589 0 0,0-1 1 0 0,-11 16 0 0 0,-25 31 699 0 0,36-51-1238 0 0,0-1-1 0 0,0 0 1 0 0,-1 0-1 0 0,0 0 1 0 0,1 0-1 0 0,-2-1 1 0 0,-6 4-1 0 0,12-7-246 0 0,0-1 0 0 0,0 1 0 0 0,0-1-1 0 0,0 1 1 0 0,-1-1 0 0 0,1 1 0 0 0,0-1-1 0 0,0 0 1 0 0,-1 0 0 0 0,1 1 0 0 0,0-1-1 0 0,-1 0 1 0 0,1 0 0 0 0,0 0 0 0 0,0-1-1 0 0,-1 1 1 0 0,1 0 0 0 0,0 0 0 0 0,0-1-1 0 0,-1 1 1 0 0,1-1 0 0 0,0 1 0 0 0,-2-2-1 0 0,1 1-5 0 0,0-1-1 0 0,0 0 1 0 0,1 0-1 0 0,-1 0 1 0 0,1 1-1 0 0,-1-2 1 0 0,1 1-1 0 0,0 0 1 0 0,-1 0-1 0 0,1 0 1 0 0,-1-4-1 0 0,-1-4 13 0 0,0-1-1 0 0,0 0 0 0 0,1 0 1 0 0,0-11-1 0 0,1 6-42 0 0,1 0 0 0 0,1 0 0 0 0,0 0 0 0 0,4-20 0 0 0,-3 26-26 0 0,1-1-1 0 0,-1 1 0 0 0,2 0 1 0 0,0 0-1 0 0,0 0 1 0 0,0 1-1 0 0,9-14 1 0 0,-12 22 18 0 0,0-1 1 0 0,-1 1-1 0 0,1 0 1 0 0,0 0-1 0 0,0 0 1 0 0,0 0-1 0 0,0-1 0 0 0,0 1 1 0 0,0 0-1 0 0,0 0 1 0 0,0 1-1 0 0,0-1 1 0 0,1 0-1 0 0,-1 0 1 0 0,0 1-1 0 0,0-1 0 0 0,1 0 1 0 0,-1 1-1 0 0,0-1 1 0 0,1 1-1 0 0,-1 0 1 0 0,1-1-1 0 0,-1 1 1 0 0,1 0-1 0 0,-1 0 0 0 0,1 0 1 0 0,-1 0-1 0 0,0 0 1 0 0,1 0-1 0 0,-1 1 1 0 0,1-1-1 0 0,-1 0 1 0 0,1 1-1 0 0,-1-1 0 0 0,0 1 1 0 0,3 1-1 0 0,-1 0-1 0 0,0 1 0 0 0,0 0 1 0 0,0 0-1 0 0,0 0 0 0 0,0 0 0 0 0,-1 1 0 0 0,1-1 0 0 0,-1 1 0 0 0,0-1 0 0 0,0 1 0 0 0,2 7 0 0 0,2 8 5 0 0,0 0 0 0 0,-2 0 0 0 0,-1 0 0 0 0,0 1-1 0 0,-1-1 1 0 0,-1 1 0 0 0,-1-1 0 0 0,-1 1 0 0 0,-4 27 0 0 0,-7 21 103 0 0,-25 83 0 0 0,36-148-93 0 0,-10 36 53 0 0,-2-1-1 0 0,-22 46 1 0 0,29-71 15 0 0,-1 1 1 0 0,0-2-1 0 0,-1 1 1 0 0,-1-1-1 0 0,0-1 1 0 0,0 0-1 0 0,-1 0 1 0 0,-1 0-1 0 0,-18 13 1 0 0,24-21-20 0 0,0 0 0 0 0,-1 0-1 0 0,0 0 1 0 0,0-1 0 0 0,0 0 0 0 0,0 0 0 0 0,0-1 0 0 0,0 0-1 0 0,0 0 1 0 0,-1 0 0 0 0,1-1 0 0 0,0 1 0 0 0,-1-2 0 0 0,1 1-1 0 0,0-1 1 0 0,0 0 0 0 0,-10-2 0 0 0,-9-5 31 0 0,0 0-1 0 0,1-2 1 0 0,-23-12 0 0 0,-1-1-28 0 0,-49-23-1259 0 0,95 45 587 0 0,-7 4-2753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8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58 2796 0 0,'39'-58'12961'0'0,"-32"66"-11714"0"0,-6-3-979 0 0,0 0 1 0 0,-1 0 0 0 0,0 1-1 0 0,0-1 1 0 0,0 0 0 0 0,0 0-1 0 0,-1 0 1 0 0,-1 8 0 0 0,-1 6 352 0 0,-44 413 5274 0 0,-110 806-1599 0 0,136-1041-4132 0 0,21-194-163 0 0,0 0-1 0 0,0 1 1 0 0,-1-1-1 0 0,2 1 1 0 0,-1-1 0 0 0,0 1-1 0 0,1-1 1 0 0,0 0-1 0 0,0 1 1 0 0,0-1 0 0 0,0 0-1 0 0,0 0 1 0 0,0 0-1 0 0,1 0 1 0 0,0 0 0 0 0,0 0-1 0 0,0 0 1 0 0,2 2-1 0 0,2-3-18 0 0,1-3-6 0 0,1 0 0 0 0,0-1-1 0 0,-1 1 1 0 0,1-1 0 0 0,-1-1-1 0 0,1 0 1 0 0,-1 0-1 0 0,0 0 1 0 0,0-1 0 0 0,0 0-1 0 0,-1 0 1 0 0,0 0-1 0 0,1-1 1 0 0,5-6 0 0 0,7-7-48 0 0,-1 0 0 0 0,-1-2 0 0 0,16-23 1 0 0,-23 29 58 0 0,0-1 1 0 0,-2 0 0 0 0,0-1-1 0 0,0 0 1 0 0,-2 0-1 0 0,0 0 1 0 0,-1-1 0 0 0,0 0-1 0 0,-2 0 1 0 0,0 0 0 0 0,0-1-1 0 0,-2 1 1 0 0,0-1-1 0 0,-1 1 1 0 0,-5-35 0 0 0,1 31-12 0 0,-1 0 1 0 0,0 0-1 0 0,-2 0 1 0 0,0 1 0 0 0,-1 0-1 0 0,-2 1 1 0 0,0 0-1 0 0,0 0 1 0 0,-2 1-1 0 0,0 0 1 0 0,-2 1-1 0 0,-23-24 1 0 0,15 21 14 0 0,0 0-1 0 0,-2 2 1 0 0,0 1-1 0 0,-50-27 1 0 0,16 16-698 0 0,-75-25 0 0 0,132 53 536 0 0,-1 0 0 0 0,1-1 0 0 0,0 1-1 0 0,-1-1 1 0 0,1 1 0 0 0,0-1 0 0 0,0 0-1 0 0,-1 1 1 0 0,1-1 0 0 0,0 0 0 0 0,0 0-1 0 0,0 0 1 0 0,0 0 0 0 0,0 0 0 0 0,0 0 0 0 0,0 0-1 0 0,0 0 1 0 0,1 0 0 0 0,-1 0 0 0 0,-1-3-1 0 0,2 3-58 0 0,0 0-1 0 0,1 0 0 0 0,-1 0 0 0 0,0-1 0 0 0,1 1 0 0 0,-1 0 1 0 0,1 0-1 0 0,0 0 0 0 0,-1 0 0 0 0,1 0 0 0 0,0 0 1 0 0,-1 0-1 0 0,1 0 0 0 0,0 0 0 0 0,0 0 0 0 0,0 0 1 0 0,0 1-1 0 0,0-1 0 0 0,0 0 0 0 0,0 1 0 0 0,0-1 0 0 0,0 1 1 0 0,0-1-1 0 0,2 0 0 0 0,38-17-7730 0 0,-15 7-83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8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109 644 2380 0 0,'-6'5'785'0'0,"-9"7"1417"0"0,0 1 1 0 0,-25 26-1 0 0,37-35-1758 0 0,-1 1 1 0 0,1 0-1 0 0,0 0 1 0 0,0 0 0 0 0,0 0-1 0 0,1 0 1 0 0,0 0 0 0 0,0 1-1 0 0,0-1 1 0 0,0 1-1 0 0,1-1 1 0 0,0 1 0 0 0,0 0-1 0 0,1 6 1 0 0,0-11-371 0 0,-1-1 1 0 0,1 0-1 0 0,0 1 0 0 0,0-1 1 0 0,0 0-1 0 0,0 1 1 0 0,1-1-1 0 0,-1 0 1 0 0,0 1-1 0 0,0-1 0 0 0,0 0 1 0 0,0 1-1 0 0,0-1 1 0 0,0 0-1 0 0,0 1 0 0 0,1-1 1 0 0,-1 0-1 0 0,0 0 1 0 0,0 1-1 0 0,0-1 0 0 0,1 0 1 0 0,-1 0-1 0 0,0 1 1 0 0,0-1-1 0 0,1 0 1 0 0,-1 0-1 0 0,0 1 0 0 0,1-1 1 0 0,-1 0-1 0 0,0 0 1 0 0,1 0-1 0 0,-1 0 0 0 0,14-2 615 0 0,11-14-277 0 0,-6-4-239 0 0,0 0 0 0 0,-1-2 0 0 0,-2 0 0 0 0,0-1 0 0 0,15-29 0 0 0,55-130 4 0 0,-83 176-164 0 0,175-400 23 0 0,-178 406-36 0 0,14-25-97 0 0,-14 24 94 0 0,0 1-1 0 0,1-1 0 0 0,-1 0 1 0 0,1 1-1 0 0,-1-1 0 0 0,1 0 0 0 0,-1 1 1 0 0,1-1-1 0 0,0 1 0 0 0,-1-1 0 0 0,1 1 1 0 0,0-1-1 0 0,-1 1 0 0 0,1-1 1 0 0,0 1-1 0 0,0 0 0 0 0,-1-1 0 0 0,1 1 1 0 0,0 0-1 0 0,0 0 0 0 0,0-1 1 0 0,0 1-1 0 0,-1 0 0 0 0,1 0 0 0 0,0 0 1 0 0,0 0-1 0 0,0 0 0 0 0,-1 0 1 0 0,1 0-1 0 0,0 1 0 0 0,0-1 0 0 0,0 0 1 0 0,1 1-1 0 0,2 2 5 0 0,0 0 0 0 0,0 1 0 0 0,-1 0 0 0 0,1 0 0 0 0,-1 0 1 0 0,0 0-1 0 0,0 0 0 0 0,0 0 0 0 0,-1 1 0 0 0,1 0 0 0 0,-1-1 0 0 0,0 1 0 0 0,0 0 0 0 0,-1 0 1 0 0,1 0-1 0 0,0 6 0 0 0,2 16 334 0 0,3 50 1 0 0,-5-55-51 0 0,0 76 1224 0 0,-11 117-1 0 0,-1 5-465 0 0,10-215-579 0 0,0 16-2396 0 0,5-35-2909 0 0,-5 10 3626 0 0,1 0-1 0 0,0 0 1 0 0,-1-1 0 0 0,0 1 0 0 0,0 0 0 0 0,0 0 0 0 0,-1-1 0 0 0,-1-5-1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26 1368 0 0,'-77'-10'14172'0'0,"75"9"-13367"0"0,-12-1 1775 0 0,41-3-2588 0 0,0 1 0 0 0,0 2 0 0 0,36 1-1 0 0,-28 0-677 0 0,141 3-7622 0 0,-154-2 6149 0 0,18 2-3176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9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0 836 0 0,'16'17'9476'0'0,"-10"1"-4527"0"0,-6-12-4165 0 0,0 0 1 0 0,0 0 0 0 0,-1 1 0 0 0,0-1-1 0 0,-1 6 1 0 0,1-8-407 0 0,-48 179 6473 0 0,0 1-10131 0 0,49-182 2618 0 0,-1 0-1 0 0,1 1 1 0 0,0-1-1 0 0,0 0 0 0 0,0 1 1 0 0,0-1-1 0 0,0 0 1 0 0,1 0-1 0 0,-1 1 1 0 0,1-1-1 0 0,1 4 0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19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60 2212 0 0,'31'-60'14964'0'0,"-29"70"-12945"0"0,-1-9-1942 0 0,-1 0 0 0 0,0 0 0 0 0,1 0 0 0 0,-1-1-1 0 0,0 1 1 0 0,0 0 0 0 0,0 0 0 0 0,0 0 0 0 0,0 0 0 0 0,0-1 0 0 0,0 1 0 0 0,0 0 0 0 0,0 0 0 0 0,0 0 0 0 0,0 0-1 0 0,0 0 1 0 0,-1 0 0 0 0,-63 226 7240 0 0,15-53-5940 0 0,11-34-853 0 0,18-67-2695 0 0,-1 0-5380 0 0,20-70 6765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0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85 162 2120 0 0,'0'-2'356'0'0,"1"-12"1985"0"0,1-1 1 0 0,0 1 0 0 0,0-1 0 0 0,8-22-1 0 0,-8 33-2176 0 0,-1 0 0 0 0,1 1 0 0 0,0-1 0 0 0,0 1 1 0 0,1-1-1 0 0,-1 1 0 0 0,1 0 0 0 0,-1 0 0 0 0,1 0 0 0 0,0 0 0 0 0,0 0 0 0 0,0 1 0 0 0,0-1 0 0 0,1 1 0 0 0,-1 0 0 0 0,1 0 0 0 0,0 0 0 0 0,-1 0 0 0 0,1 1 1 0 0,0 0-1 0 0,5-2 0 0 0,1 1-100 0 0,0 1 0 0 0,0 0 0 0 0,-1 1 0 0 0,1-1 0 0 0,0 2 0 0 0,0 0 0 0 0,0 0 0 0 0,0 0 1 0 0,-1 1-1 0 0,1 1 0 0 0,-1 0 0 0 0,18 7 0 0 0,-24-8-52 0 0,1 0 0 0 0,0 0 1 0 0,-1 0-1 0 0,1 0 0 0 0,-1 0 0 0 0,0 1 0 0 0,1-1 0 0 0,-1 1 1 0 0,-1 0-1 0 0,1 0 0 0 0,0 0 0 0 0,-1 0 0 0 0,1 1 1 0 0,-1-1-1 0 0,0 1 0 0 0,0-1 0 0 0,0 1 0 0 0,-1 0 1 0 0,1 0-1 0 0,-1 0 0 0 0,0 0 0 0 0,0 0 0 0 0,-1 0 1 0 0,1 0-1 0 0,-1 0 0 0 0,1 0 0 0 0,-1 0 0 0 0,-1 0 0 0 0,1 0 1 0 0,-1 0-1 0 0,1 0 0 0 0,-1 0 0 0 0,-2 4 0 0 0,-1 4 16 0 0,0-1-1 0 0,-1-1 1 0 0,0 1-1 0 0,-1-1 1 0 0,0 0-1 0 0,-13 16 1 0 0,-53 51 71 0 0,60-65-84 0 0,-21 21 501 0 0,32-31-391 0 0,3 4-69 0 0,-2-5-55 0 0,0-1 1 0 0,1 1 0 0 0,-1-1 0 0 0,0 1-1 0 0,0-1 1 0 0,0 0 0 0 0,1 1 0 0 0,-1-1-1 0 0,0 1 1 0 0,1-1 0 0 0,-1 1 0 0 0,0-1-1 0 0,1 0 1 0 0,-1 1 0 0 0,1-1-1 0 0,-1 0 1 0 0,0 1 0 0 0,1-1 0 0 0,-1 0-1 0 0,1 0 1 0 0,-1 1 0 0 0,1-1 0 0 0,-1 0-1 0 0,1 0 1 0 0,-1 0 0 0 0,1 0 0 0 0,-1 1-1 0 0,1-1 1 0 0,0 0 0 0 0,17 6 72 0 0,-1 1 0 0 0,-1 1 0 0 0,1 0 0 0 0,-1 2 0 0 0,25 18 0 0 0,-35-23 220 0 0,0 1 0 0 0,-1-1 0 0 0,1 1 0 0 0,-1 0 1 0 0,0 0-1 0 0,-1 1 0 0 0,1-1 0 0 0,-1 1 0 0 0,-1 0 0 0 0,1 0 1 0 0,-1 1-1 0 0,-1-1 0 0 0,1 1 0 0 0,-1-1 0 0 0,0 1 1 0 0,0 9-1 0 0,-1-10-34 0 0,-1 0 1 0 0,-1 0 0 0 0,1 1 0 0 0,-1-1-1 0 0,0 0 1 0 0,-1 0 0 0 0,0-1 0 0 0,0 1 0 0 0,-1 0-1 0 0,1 0 1 0 0,-1-1 0 0 0,-1 0 0 0 0,1 1-1 0 0,-1-1 1 0 0,0-1 0 0 0,0 1 0 0 0,-10 8-1 0 0,8-7-143 0 0,-2 0-1 0 0,1 0 1 0 0,-1-1-1 0 0,0-1 1 0 0,0 1-1 0 0,0-1 1 0 0,-1 0-1 0 0,0-1 1 0 0,0 0-1 0 0,0-1 1 0 0,0 0-1 0 0,-12 3 1 0 0,10-5-214 0 0,1 0-1 0 0,-1-1 1 0 0,1 0 0 0 0,-1 0-1 0 0,1-1 1 0 0,-1 0 0 0 0,1-1-1 0 0,-1-1 1 0 0,1 1 0 0 0,-14-7 0 0 0,16 6-554 0 0,1 0 0 0 0,-1-1 0 0 0,1 0 0 0 0,0 0 1 0 0,0-1-1 0 0,1 0 0 0 0,-1 0 0 0 0,1-1 1 0 0,0 1-1 0 0,0-1 0 0 0,1-1 0 0 0,0 1 0 0 0,-8-13 1 0 0,11 14-266 0 0,0 1 0 0 0,0-1 0 0 0,1 1 0 0 0,-1-1 0 0 0,0-6 0 0 0,1-12-5787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37 104 0 0,'4'-36'11672'0'0,"-8"49"-8512"0"0,1 25-1130 0 0,-1 0 0 0 0,-3-1 0 0 0,-20 67-1 0 0,7-27-1110 0 0,-55 202 775 0 0,45-175-1480 0 0,24-80-520 0 0,3-11-563 0 0,0 0-1 0 0,-8 17 0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0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71 996 0 0,'2'-7'2292'0'0,"-1"2"-503"0"0,0 0-1 0 0,1 0 1 0 0,-1 0-1 0 0,1 0 1 0 0,3-6-1 0 0,-3 9-1590 0 0,-1 1 0 0 0,0-1-1 0 0,0 1 1 0 0,1-1 0 0 0,-1 1 0 0 0,1-1-1 0 0,0 1 1 0 0,-1 0 0 0 0,1 0 0 0 0,0 0 0 0 0,0 0-1 0 0,-1 0 1 0 0,1 0 0 0 0,0 0 0 0 0,0 1-1 0 0,0-1 1 0 0,2 0 0 0 0,12-1 41 0 0,-1 0-1 0 0,0 0 1 0 0,0 2 0 0 0,0 0 0 0 0,1 0 0 0 0,-1 1-1 0 0,0 1 1 0 0,0 1 0 0 0,0 0 0 0 0,15 6-1 0 0,-19-5-43 0 0,0 0 0 0 0,0 0 0 0 0,0 1 0 0 0,-1 1-1 0 0,0 0 1 0 0,0 0 0 0 0,-1 1 0 0 0,1 0 0 0 0,-1 1 0 0 0,-1-1-1 0 0,0 2 1 0 0,0-1 0 0 0,11 16 0 0 0,-16-19 23 0 0,0 0 0 0 0,-1 1 1 0 0,1-1-1 0 0,-1 1 0 0 0,0 0 0 0 0,0-1 1 0 0,-1 1-1 0 0,0 0 0 0 0,0 0 1 0 0,0 0-1 0 0,0 0 0 0 0,-1 0 0 0 0,0 0 1 0 0,-1 7-1 0 0,-1-4 65 0 0,0-1 0 0 0,0 1 0 0 0,-1-1 0 0 0,0 1 0 0 0,0-1 0 0 0,-1 0 0 0 0,0 0 0 0 0,-10 14 0 0 0,5-10-30 0 0,0 0 0 0 0,-1-1 1 0 0,-1 0-1 0 0,0 0 0 0 0,0-2 1 0 0,-1 1-1 0 0,-1-1 0 0 0,1-1 1 0 0,-1 0-1 0 0,-27 12 0 0 0,26-17-244 0 0,1 0 0 0 0,-1-1-1 0 0,1 0 1 0 0,-1-1 0 0 0,0 0-1 0 0,1-1 1 0 0,-1-1 0 0 0,0 0-1 0 0,-20-5 1 0 0,32 6-129 0 0,0 0 1 0 0,0-1-1 0 0,1 1 0 0 0,-1-1 0 0 0,0 1 1 0 0,0-1-1 0 0,1 0 0 0 0,-1 0 1 0 0,0 0-1 0 0,1 0 0 0 0,-1 0 1 0 0,1 0-1 0 0,-3-2 0 0 0,3 2-40 0 0,1 0 0 0 0,-1 0 0 0 0,1 1 0 0 0,-1-1 0 0 0,1 0 0 0 0,-1 0 0 0 0,1 0 0 0 0,0 0 0 0 0,0 0 0 0 0,-1 0 0 0 0,1 0 0 0 0,0 0 0 0 0,0 0 0 0 0,0 0 0 0 0,0 0-1 0 0,0 0 1 0 0,0 0 0 0 0,0 1 0 0 0,1-3 0 0 0,0 0-347 0 0,0 0-1 0 0,0 0 1 0 0,1 0 0 0 0,-1 0-1 0 0,1 1 1 0 0,0-1-1 0 0,-1 0 1 0 0,1 1 0 0 0,1-1-1 0 0,-1 1 1 0 0,0 0-1 0 0,5-4 1 0 0,12-7-3368 0 0,-1 2 1 0 0,32-15 0 0 0,-22 13-2253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1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39 106 760 0 0,'3'-1'2644'0'0,"41"-3"6170"0"0,-42 4-7865 0 0,20 11 3483 0 0,-9 4-2505 0 0,-10-12-1796 0 0,-1 0 0 0 0,0 0 0 0 0,1-1 0 0 0,0 1 0 0 0,-1 0 0 0 0,1-1 0 0 0,0 0 0 0 0,0 0 0 0 0,1 0 0 0 0,-1 0 0 0 0,0 0 0 0 0,1-1 0 0 0,-1 1 0 0 0,1-1 0 0 0,-1 0 0 0 0,1 0 0 0 0,-1 0 0 0 0,8 0 0 0 0,-6-1-109 0 0,1 0 1 0 0,0-1 0 0 0,-1 0 0 0 0,1 0 0 0 0,0 0-1 0 0,-1 0 1 0 0,1-1 0 0 0,-1 0 0 0 0,0 0 0 0 0,0-1-1 0 0,1 1 1 0 0,-2-1 0 0 0,1 0 0 0 0,0-1-1 0 0,-1 1 1 0 0,1-1 0 0 0,-1 0 0 0 0,0 0 0 0 0,0 0-1 0 0,0 0 1 0 0,-1-1 0 0 0,0 0 0 0 0,0 1-1 0 0,0-1 1 0 0,0 0 0 0 0,-1-1 0 0 0,0 1 0 0 0,0 0-1 0 0,0-1 1 0 0,0 1 0 0 0,-1-1 0 0 0,0 1 0 0 0,0-1-1 0 0,-1-10 1 0 0,0 15-26 0 0,0 0 0 0 0,0 0 0 0 0,0-1 0 0 0,0 1 0 0 0,0 0 0 0 0,0 0-1 0 0,-1 0 1 0 0,1-1 0 0 0,0 1 0 0 0,-1 0 0 0 0,1 0 0 0 0,-1 0 0 0 0,1 0 0 0 0,-1 0 0 0 0,0 0 0 0 0,0 0 0 0 0,1 0 0 0 0,-1 0-1 0 0,0 0 1 0 0,0 0 0 0 0,0 0 0 0 0,0 1 0 0 0,0-1 0 0 0,0 0 0 0 0,0 0 0 0 0,0 1 0 0 0,0-1 0 0 0,0 1 0 0 0,0-1-1 0 0,0 1 1 0 0,-1 0 0 0 0,1-1 0 0 0,0 1 0 0 0,0 0 0 0 0,-1 0 0 0 0,1 0 0 0 0,0 0 0 0 0,0 0 0 0 0,0 0 0 0 0,-1 0-1 0 0,1 0 1 0 0,0 0 0 0 0,0 1 0 0 0,-2 0 0 0 0,-5 0 2 0 0,0 1 0 0 0,0 0 0 0 0,1 1 0 0 0,-1 0 0 0 0,-8 5 0 0 0,1 1 52 0 0,1 0 0 0 0,0 1 0 0 0,0 1 0 0 0,1 0 0 0 0,1 0-1 0 0,-22 27 1 0 0,18-18 137 0 0,1 1-1 0 0,1 1 1 0 0,-23 46 0 0 0,32-57-112 0 0,0 1 0 0 0,0 0 0 0 0,1 0 0 0 0,1 0 1 0 0,0 0-1 0 0,-2 26 0 0 0,5-34-68 0 0,0 0 0 0 0,0 0 1 0 0,0-1-1 0 0,1 1 0 0 0,0 0 0 0 0,0 0 0 0 0,0 0 0 0 0,0 0 1 0 0,0-1-1 0 0,1 1 0 0 0,-1-1 0 0 0,1 1 0 0 0,0-1 0 0 0,0 1 1 0 0,1-1-1 0 0,-1 0 0 0 0,1 0 0 0 0,-1 0 0 0 0,1-1 0 0 0,0 1 1 0 0,0 0-1 0 0,0-1 0 0 0,0 0 0 0 0,1 0 0 0 0,-1 0 0 0 0,7 3 1 0 0,1-1-453 0 0,0 0 0 0 0,0-1 1 0 0,0 0-1 0 0,1-1 0 0 0,-1 0 1 0 0,1-1-1 0 0,17 0 0 0 0,-3-1-2842 0 0,-1-2-1 0 0,38-7 0 0 0,-5-3-5427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2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61 979 2248 0 0,'-4'2'683'0'0,"-3"2"572"0"0,-1 1 0 0 0,1-1 0 0 0,0 1 0 0 0,-7 7 0 0 0,13-11-1030 0 0,0 0 0 0 0,0 0 1 0 0,0 1-1 0 0,0-1 0 0 0,0 0 0 0 0,0 0 1 0 0,0 1-1 0 0,0-1 0 0 0,0 0 1 0 0,1 1-1 0 0,-1-1 0 0 0,1 1 0 0 0,-1-1 1 0 0,1 1-1 0 0,-1-1 0 0 0,1 1 0 0 0,0-1 1 0 0,0 1-1 0 0,0 0 0 0 0,0-1 1 0 0,0 1-1 0 0,0-1 0 0 0,0 1 0 0 0,0-1 1 0 0,1 1-1 0 0,-1 0 0 0 0,1-1 1 0 0,0 3-1 0 0,0-3-88 0 0,0 0 0 0 0,0 0 0 0 0,0 0 0 0 0,0 0 0 0 0,0 0 0 0 0,0 0 0 0 0,0-1 1 0 0,0 1-1 0 0,0 0 0 0 0,0-1 0 0 0,0 1 0 0 0,0-1 0 0 0,0 1 0 0 0,0-1 0 0 0,1 1 0 0 0,-1-1 0 0 0,0 0 0 0 0,0 0 1 0 0,1 0-1 0 0,-1 0 0 0 0,0 0 0 0 0,0 0 0 0 0,2 0 0 0 0,7-1-23 0 0,0 0 1 0 0,0-1-1 0 0,0 0 0 0 0,0-1 1 0 0,0 0-1 0 0,-1-1 1 0 0,0 0-1 0 0,1 0 0 0 0,-2-1 1 0 0,1 0-1 0 0,0-1 0 0 0,-1 0 1 0 0,0 0-1 0 0,0 0 0 0 0,9-11 1 0 0,4-5-70 0 0,-1-1 0 0 0,-1-1 0 0 0,31-51 0 0 0,0-16-262 0 0,-3-3 0 0 0,-5-1 0 0 0,-4-2 0 0 0,-4-2 0 0 0,24-120 0 0 0,-42 155 123 0 0,5-23-383 0 0,-20 86 423 0 0,-32 67 127 0 0,-32 102-1 0 0,-5 74 994 0 0,60-212-922 0 0,-32 140 512 0 0,34-139-527 0 0,2 1 0 0 0,1-1 0 0 0,2 48 0 0 0,2-70-100 0 0,0 0 0 0 0,0-1 0 0 0,1 1 0 0 0,0-1 0 0 0,0 1 0 0 0,1-1 0 0 0,0 0 0 0 0,0 0 0 0 0,1 0 0 0 0,0 0 0 0 0,1-1 1 0 0,8 12-1 0 0,-10-15-101 0 0,1 0 0 0 0,0-1 0 0 0,0 1 0 0 0,0-1 0 0 0,0 0 0 0 0,0 0 0 0 0,1 0 0 0 0,0-1 0 0 0,-1 1 0 0 0,1-1 0 0 0,0 0 0 0 0,0-1 0 0 0,0 1 0 0 0,0-1 0 0 0,0 0 0 0 0,1 0 0 0 0,-1-1 0 0 0,0 1 0 0 0,0-1 0 0 0,1-1 0 0 0,-1 1 0 0 0,7-2 0 0 0,-2 0-207 0 0,0-1-1 0 0,0 0 1 0 0,0-1-1 0 0,-1 0 1 0 0,0 0 0 0 0,0-1-1 0 0,0-1 1 0 0,0 1-1 0 0,-1-1 1 0 0,0-1-1 0 0,0 1 1 0 0,-1-2-1 0 0,0 1 1 0 0,11-15 0 0 0,3-5-181 0 0,-2-1 0 0 0,-1-1 1 0 0,15-34-1 0 0,-28 53 330 0 0,78-173 2432 0 0,-76 168-1896 0 0,-6 22 200 0 0,-7 26 525 0 0,6-31-1077 0 0,-29 161 2546 0 0,28-147-2502 0 0,0 0 1 0 0,0 0 0 0 0,2 1 0 0 0,0-1 0 0 0,1 0-1 0 0,0-1 1 0 0,1 1 0 0 0,7 20 0 0 0,-8-31-79 0 0,1-1 0 0 0,-1 1 1 0 0,1 0-1 0 0,0 0 0 0 0,0-1 0 0 0,0 0 1 0 0,0 0-1 0 0,1 1 0 0 0,0-2 0 0 0,0 1 1 0 0,0 0-1 0 0,0-1 0 0 0,1 0 0 0 0,-1 0 1 0 0,1 0-1 0 0,6 2 0 0 0,-7-3-22 0 0,-1-1 0 0 0,1 0 0 0 0,-1 0 0 0 0,1 0 0 0 0,0 0 0 0 0,-1-1 0 0 0,1 0 0 0 0,0 0 0 0 0,0 0 0 0 0,-1 0 0 0 0,1 0 0 0 0,0-1 0 0 0,-1 1 0 0 0,1-1 0 0 0,0 0 0 0 0,-1 0 0 0 0,1 0 0 0 0,-1-1 0 0 0,1 0 0 0 0,-1 1 0 0 0,0-1 0 0 0,0 0 0 0 0,0 0 0 0 0,4-4 0 0 0,3-4-29 0 0,-1 0 0 0 0,0 0 0 0 0,0-1 0 0 0,-1 0 1 0 0,-1 0-1 0 0,11-22 0 0 0,28-81-74 0 0,-25 59 6 0 0,-21 54 64 0 0,10 24-28 0 0,-2 23 66 0 0,-5-23 23 0 0,1 1 0 0 0,1-1 1 0 0,1 0-1 0 0,10 27 0 0 0,-13-45-12 0 0,-1 0 0 0 0,0 0 0 0 0,1 0 0 0 0,0 0 0 0 0,0 0 0 0 0,1-1 0 0 0,-1 1 0 0 0,1-1 0 0 0,0 0 0 0 0,0 0 0 0 0,0-1-1 0 0,1 1 1 0 0,-1-1 0 0 0,1 0 0 0 0,0 0 0 0 0,0-1 0 0 0,0 1 0 0 0,0-1 0 0 0,1 0 0 0 0,-1 0 0 0 0,0-1 0 0 0,1 0 0 0 0,5 1 0 0 0,-7-1-5 0 0,0-1 1 0 0,0 0-1 0 0,0 0 0 0 0,0 0 0 0 0,0-1 1 0 0,0 1-1 0 0,0-1 0 0 0,0 0 0 0 0,-1 0 1 0 0,1 0-1 0 0,0-1 0 0 0,-1 1 0 0 0,1-1 1 0 0,0 0-1 0 0,5-4 0 0 0,-4 2-4 0 0,0-1 1 0 0,0 0-1 0 0,0 0 0 0 0,-1 0 0 0 0,1-1 1 0 0,-1 1-1 0 0,-1-1 0 0 0,5-9 0 0 0,1-6-2 0 0,0-1 0 0 0,-2 1 1 0 0,-1-2-1 0 0,5-29 0 0 0,4-79 1 0 0,-15 126-14 0 0,1 1 0 0 0,-1-1 0 0 0,1 1 0 0 0,0 0 0 0 0,1-1 0 0 0,-1 1 1 0 0,1 0-1 0 0,3-7 0 0 0,-3 9-2 0 0,-1 1 0 0 0,1-1 0 0 0,0 0 0 0 0,0 1 0 0 0,0 0 1 0 0,0-1-1 0 0,0 1 0 0 0,0 0 0 0 0,0 0 0 0 0,1 0 0 0 0,-1 0 0 0 0,0 0 0 0 0,1 1 1 0 0,-1-1-1 0 0,0 1 0 0 0,1 0 0 0 0,3-1 0 0 0,40-2-723 0 0,76 5 0 0 0,-44 1 428 0 0,-45-1 429 0 0,-30-2-76 0 0,1 4 22 0 0,-3-4-66 0 0,-1 0 0 0 0,0 0 0 0 0,0 1 0 0 0,1-1 0 0 0,-1 0 0 0 0,0 0 0 0 0,1 0 0 0 0,-1 0 0 0 0,0 1 0 0 0,0-1 0 0 0,0 0 0 0 0,1 0 0 0 0,-1 1 0 0 0,0-1 0 0 0,0 0 0 0 0,0 0 0 0 0,0 1 0 0 0,1-1 0 0 0,-1 0 0 0 0,0 0 0 0 0,0 1 0 0 0,0-1 0 0 0,0 0 0 0 0,0 1 0 0 0,0-1 0 0 0,0 0 0 0 0,0 0 0 0 0,0 1 0 0 0,0-1 0 0 0,0 0 0 0 0,0 1 0 0 0,0-1 0 0 0,0 0 0 0 0,0 1 0 0 0,0-1 0 0 0,0 0 0 0 0,0 0 0 0 0,0 1 0 0 0,0-1 0 0 0,-1 0 0 0 0,1 1 0 0 0,0-1 0 0 0,0 0 0 0 0,0 0 0 0 0,0 1 0 0 0,-1-1 0 0 0,1 0 0 0 0,0 0 0 0 0,-1 1 0 0 0,-29 52 519 0 0,19-34-189 0 0,0 0 0 0 0,1 0 0 0 0,-9 27-1 0 0,16-35-185 0 0,-1 0 0 0 0,2 1 0 0 0,-1-1 0 0 0,1 1 0 0 0,1 0 0 0 0,0-1 0 0 0,2 23 0 0 0,0-30-112 0 0,-1 0-1 0 0,1 0 1 0 0,0 0-1 0 0,0 0 1 0 0,1 0-1 0 0,-1 0 1 0 0,1 0 0 0 0,0-1-1 0 0,0 1 1 0 0,0 0-1 0 0,1-1 1 0 0,-1 0-1 0 0,1 1 1 0 0,0-1-1 0 0,0 0 1 0 0,0-1-1 0 0,0 1 1 0 0,0 0-1 0 0,1-1 1 0 0,-1 0-1 0 0,1 1 1 0 0,-1-1-1 0 0,1-1 1 0 0,0 1-1 0 0,6 1 1 0 0,-4-1-8 0 0,1 0 1 0 0,-1 0-1 0 0,1-1 0 0 0,-1 0 0 0 0,1 0 1 0 0,0-1-1 0 0,-1 0 0 0 0,1 0 1 0 0,0-1-1 0 0,0 1 0 0 0,-1-1 1 0 0,1-1-1 0 0,-1 1 0 0 0,8-4 1 0 0,-6 2-9 0 0,0-1 1 0 0,0-1-1 0 0,0 1 0 0 0,-1-1 1 0 0,0-1-1 0 0,0 1 1 0 0,0-1-1 0 0,0 0 1 0 0,8-12-1 0 0,-5 5-6 0 0,0-1 0 0 0,-1 0 0 0 0,-1 0 0 0 0,-1-1 0 0 0,0 0 0 0 0,0 0 0 0 0,-2 0-1 0 0,0-1 1 0 0,-1 0 0 0 0,0 0 0 0 0,1-19 0 0 0,-4 29-13 0 0,-1 0-1 0 0,0-1 1 0 0,0 1 0 0 0,-1-1 0 0 0,0 1-1 0 0,0-1 1 0 0,0 1 0 0 0,-1 0 0 0 0,0 0-1 0 0,0 0 1 0 0,-1 0 0 0 0,1 0 0 0 0,-6-7-1 0 0,3 6-190 0 0,0-1 0 0 0,-1 2 0 0 0,0-1 0 0 0,-1 1 1 0 0,1 0-1 0 0,-1 0 0 0 0,0 1 0 0 0,-13-8 0 0 0,-7-1-1552 0 0,0 2 0 0 0,-1 1 1 0 0,0 1-1 0 0,-48-10 0 0 0,34 10-3263 0 0,-3-1-2633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2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85 1228 0 0,'-223'-15'18606'0'0,"223"15"-18554"0"0,-1 0 0 0 0,1 1 0 0 0,0-1 0 0 0,0 0 0 0 0,-1 0 0 0 0,1 0 1 0 0,-1 0-1 0 0,1 0 0 0 0,0 0 0 0 0,-1 0 0 0 0,1 0 0 0 0,0 0 0 0 0,-1 0 0 0 0,1 0 0 0 0,0 0 1 0 0,-1-1-1 0 0,1 1 0 0 0,0 0 0 0 0,0 0 0 0 0,-1 0 0 0 0,1 0 0 0 0,0 0 0 0 0,-1-1 0 0 0,1 1 0 0 0,0 0 1 0 0,0 0-1 0 0,-1-1 0 0 0,1 1 0 0 0,0 0 0 0 0,0 0 0 0 0,0-1 0 0 0,-1 1 0 0 0,1 0 0 0 0,0-1 1 0 0,0 1-1 0 0,11-7 546 0 0,26-3-345 0 0,87-6-1355 0 0,138 1 0 0 0,-46 4-8615 0 0,-140 4 1481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80 2548 0 0,'0'-2'308'0'0,"-1"-3"377"0"0,1 1 0 0 0,0-1 0 0 0,0 0 0 0 0,0 1 0 0 0,0-1 0 0 0,1 0 0 0 0,0 1 0 0 0,0-1 0 0 0,0 1 0 0 0,1-1 0 0 0,0 1 0 0 0,0 0 0 0 0,0-1 0 0 0,0 1 0 0 0,5-6 612 0 0,8 13-626 0 0,-14-2-591 0 0,0-1-1 0 0,0 1 1 0 0,0 0 0 0 0,0 0 0 0 0,0 0 0 0 0,0 0 0 0 0,0 0 0 0 0,0 1-1 0 0,-1-1 1 0 0,1 0 0 0 0,-1 0 0 0 0,1 0 0 0 0,-1 1 0 0 0,1-1 0 0 0,-1 0 0 0 0,0 1-1 0 0,1-1 1 0 0,-1 0 0 0 0,0 2 0 0 0,0-1 108 0 0,3 21 525 0 0,-1 0-1 0 0,-1 1 1 0 0,-1-1-1 0 0,-1 1 1 0 0,-8 44-1 0 0,4-31-316 0 0,-1 41 0 0 0,6-70-346 0 0,0 0 0 0 0,1 0 0 0 0,-1-1 0 0 0,2 1 0 0 0,-1 0 0 0 0,1 0 0 0 0,4 12 0 0 0,-4-16-35 0 0,0-1 0 0 0,0 0 1 0 0,0 0-1 0 0,0 0 0 0 0,0 0 0 0 0,1-1 0 0 0,-1 1 0 0 0,1 0 0 0 0,-1-1 0 0 0,1 0 0 0 0,0 0 0 0 0,0 0 0 0 0,0 0 0 0 0,0 0 0 0 0,1-1 0 0 0,-1 1 1 0 0,0-1-1 0 0,1 0 0 0 0,3 1 0 0 0,0 0-8 0 0,0 0 0 0 0,-1-1 0 0 0,1 0 1 0 0,0-1-1 0 0,-1 1 0 0 0,1-1 0 0 0,0-1 1 0 0,0 1-1 0 0,-1-1 0 0 0,1 0 0 0 0,0-1 0 0 0,-1 1 1 0 0,1-1-1 0 0,6-4 0 0 0,-4 2-6 0 0,0-1 0 0 0,0 0 0 0 0,-1-1 0 0 0,0 0 0 0 0,0 0 0 0 0,-1-1-1 0 0,0 0 1 0 0,11-13 0 0 0,1-7-22 0 0,-2-1-1 0 0,0 0 1 0 0,-2-1 0 0 0,20-53-1 0 0,17-65-69 0 0,-49 136 93 0 0,-8 24-23 0 0,-8 24 13 0 0,7-12 83 0 0,0 1 1 0 0,2-1-1 0 0,1 1 1 0 0,1 0-1 0 0,2 43 0 0 0,1-60-156 0 0,0 0-1 0 0,1 0 0 0 0,0-1 1 0 0,1 1-1 0 0,-1 0 1 0 0,2-1-1 0 0,-1 1 0 0 0,8 12 1 0 0,-7-16-214 0 0,0 0 0 0 0,0 0 1 0 0,0 0-1 0 0,1 0 0 0 0,0-1 0 0 0,0 1 1 0 0,0-1-1 0 0,0 0 0 0 0,0-1 1 0 0,1 1-1 0 0,0-1 0 0 0,0 0 0 0 0,8 2 1 0 0,-9-3-241 0 0,-1-1 1 0 0,1 0-1 0 0,0 0 1 0 0,0 0-1 0 0,0 0 1 0 0,0-1-1 0 0,5 0 1 0 0,20-6-5123 0 0,-13-3-142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4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2 120 556 0 0,'15'-112'13070'0'0,"-15"110"-12155"0"0,2 4-645 0 0,0 0-146 0 0,0 1 0 0 0,0-1 0 0 0,0 1 0 0 0,0 0 0 0 0,0-1 0 0 0,-1 1 0 0 0,0 0 0 0 0,1 0 0 0 0,-1 0-1 0 0,0 0 1 0 0,0 1 0 0 0,-1-1 0 0 0,1 5 0 0 0,3 51 1575 0 0,-3-33-1163 0 0,2 18 253 0 0,-2 1 0 0 0,-2-1 0 0 0,-8 52 0 0 0,9-95-753 0 0,0 0-1 0 0,0 0 1 0 0,-1 0-1 0 0,1 0 1 0 0,0 0 0 0 0,0 0-1 0 0,-1-1 1 0 0,1 1-1 0 0,0 0 1 0 0,-1 0-1 0 0,1 0 1 0 0,-1 0-1 0 0,1-1 1 0 0,-1 1-1 0 0,0 0 1 0 0,-1 1-1 0 0,2-2-23 0 0,0 0-1 0 0,-1 0 1 0 0,1 0-1 0 0,-1 0 1 0 0,1 1-1 0 0,0-1 0 0 0,-1 0 1 0 0,1 0-1 0 0,-1 0 1 0 0,1 0-1 0 0,0 0 1 0 0,-1 0-1 0 0,1 0 1 0 0,-1-1-1 0 0,1 1 0 0 0,-1 0 1 0 0,1 0-1 0 0,0 0 1 0 0,-1 0-1 0 0,1 0 1 0 0,0-1-1 0 0,-1 1 0 0 0,1 0 1 0 0,0 0-1 0 0,-1-1 1 0 0,-1 0 0 0 0,1-1 0 0 0,-1 1 0 0 0,1-1 0 0 0,0 1 0 0 0,-1-1 0 0 0,1 0 0 0 0,0 1 0 0 0,0-1 0 0 0,0 0 0 0 0,0 0 0 0 0,0 0 0 0 0,0-2 0 0 0,-1-7-30 0 0,1 0 0 0 0,1 0-1 0 0,0 0 1 0 0,0 0-1 0 0,1 0 1 0 0,0 0-1 0 0,1 0 1 0 0,0 0 0 0 0,1 1-1 0 0,0-1 1 0 0,1 1-1 0 0,0 0 1 0 0,0 0-1 0 0,1 0 1 0 0,1 0 0 0 0,-1 1-1 0 0,13-15 1 0 0,-12 16-14 0 0,1 0 1 0 0,0 1-1 0 0,0-1 1 0 0,1 1-1 0 0,0 1 1 0 0,0-1-1 0 0,1 2 1 0 0,0-1-1 0 0,0 1 1 0 0,0 0-1 0 0,1 1 1 0 0,-1 0-1 0 0,1 0 1 0 0,0 1-1 0 0,0 1 1 0 0,0 0-1 0 0,0 0 1 0 0,15 0-1 0 0,-22 2 32 0 0,0 0 0 0 0,0 0 0 0 0,0 0 0 0 0,0 1 0 0 0,-1 0-1 0 0,1-1 1 0 0,0 1 0 0 0,0 0 0 0 0,-1 0 0 0 0,1 1 0 0 0,0-1-1 0 0,-1 1 1 0 0,1-1 0 0 0,-1 1 0 0 0,0 0 0 0 0,0-1 0 0 0,1 1 0 0 0,-1 1-1 0 0,0-1 1 0 0,-1 0 0 0 0,1 0 0 0 0,0 1 0 0 0,-1-1 0 0 0,1 1-1 0 0,-1-1 1 0 0,0 1 0 0 0,0 0 0 0 0,2 3 0 0 0,-1 3 75 0 0,0-1 1 0 0,0 0-1 0 0,-1 1 0 0 0,0-1 0 0 0,-1 0 1 0 0,0 1-1 0 0,0-1 0 0 0,-2 12 1 0 0,-2 11 53 0 0,0 1 1 0 0,2-1 0 0 0,3 50-1 0 0,-1-78-188 0 0,1 0 0 0 0,-1 0 0 0 0,1-1-1 0 0,-1 1 1 0 0,1 0 0 0 0,0 0-1 0 0,0-1 1 0 0,0 1 0 0 0,1-1-1 0 0,-1 1 1 0 0,0-1 0 0 0,1 1-1 0 0,0-1 1 0 0,-1 0 0 0 0,1 0-1 0 0,0 0 1 0 0,0 0 0 0 0,0 0-1 0 0,1 0 1 0 0,-1-1 0 0 0,0 1-1 0 0,1-1 1 0 0,-1 1 0 0 0,1-1-1 0 0,-1 0 1 0 0,1 0 0 0 0,0 0-1 0 0,-1 0 1 0 0,1 0 0 0 0,0-1 0 0 0,0 1-1 0 0,0-1 1 0 0,-1 0 0 0 0,6 0-1 0 0,0 0-352 0 0,0-1 0 0 0,0 0 0 0 0,0 0 0 0 0,1-1 0 0 0,-1 0 0 0 0,-1-1 0 0 0,1 1 0 0 0,0-1 0 0 0,-1-1 0 0 0,14-7 0 0 0,-10 2 29 0 0,0 0 1 0 0,0 0-1 0 0,-1-1 0 0 0,0-1 1 0 0,-1 0-1 0 0,0 0 0 0 0,0-1 1 0 0,-2 0-1 0 0,1 0 1 0 0,7-19-1 0 0,3-10 1263 0 0,-3-1 0 0 0,12-44 1 0 0,-2-8 3386 0 0,-25 93-3948 0 0,-7 21 727 0 0,-24 105 2999 0 0,26-97-3678 0 0,1 1 0 0 0,1 0-1 0 0,2 1 1 0 0,3 46 0 0 0,-2-73-377 0 0,0 0 0 0 0,0-1 1 0 0,1 1-1 0 0,-1 0 1 0 0,1 0-1 0 0,-1-1 0 0 0,1 1 1 0 0,0 0-1 0 0,0-1 0 0 0,0 1 1 0 0,1-1-1 0 0,-1 1 0 0 0,1-1 1 0 0,-1 0-1 0 0,1 0 1 0 0,0 1-1 0 0,0-1 0 0 0,-1 0 1 0 0,2 0-1 0 0,-1-1 0 0 0,0 1 1 0 0,0 0-1 0 0,0-1 0 0 0,1 1 1 0 0,2 0-1 0 0,-3-2-136 0 0,0 0 0 0 0,1 0 0 0 0,-1 0 0 0 0,0 0 0 0 0,0 0 0 0 0,0 0 0 0 0,0-1 0 0 0,1 1 0 0 0,-1-1 0 0 0,0 0 0 0 0,0 0 0 0 0,0 1 0 0 0,0-1 0 0 0,0-1 0 0 0,0 1 0 0 0,3-2 1 0 0,2-3-608 0 0,0 1 1 0 0,-1-1-1 0 0,0 0 1 0 0,1 0-1 0 0,-2 0 1 0 0,1-1-1 0 0,6-11 1 0 0,-1 1-2066 0 0,-2-1 0 0 0,9-21 0 0 0,-2 2-4164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4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64 2140 0 0,'-10'-8'1722'0'0,"0"0"0"0"0,0 0 0 0 0,-1 1 0 0 0,-15-8 0 0 0,4 3-211 0 0,19 11-1426 0 0,0 0 0 0 0,0 0 0 0 0,0 0 0 0 0,0 0 0 0 0,0 1 0 0 0,0 0 0 0 0,-1-1 0 0 0,1 1 0 0 0,0 0 0 0 0,0 0 0 0 0,0 1 0 0 0,-1-1 0 0 0,1 1 1 0 0,0 0-1 0 0,0-1 0 0 0,-4 3 0 0 0,7-3-138 0 0,-1 0 1 0 0,1 0 0 0 0,0 0-1 0 0,-1 1 1 0 0,1-1 0 0 0,0 0-1 0 0,-1 0 1 0 0,1 0-1 0 0,0 1 1 0 0,0-1 0 0 0,-1 0-1 0 0,1 0 1 0 0,0 1 0 0 0,0-1-1 0 0,-1 0 1 0 0,1 0 0 0 0,0 1-1 0 0,0-1 1 0 0,0 0 0 0 0,0 1-1 0 0,-1-1 1 0 0,1 0 0 0 0,0 1-1 0 0,0-1 1 0 0,0 0 0 0 0,0 1-1 0 0,0-1 1 0 0,0 0-1 0 0,0 1 1 0 0,0-1 0 0 0,0 0-1 0 0,0 1 1 0 0,0-1 0 0 0,0 0-1 0 0,0 1 1 0 0,0-1 0 0 0,0 0-1 0 0,1 1 1 0 0,-1-1 0 0 0,0 0-1 0 0,0 1 1 0 0,0-1 0 0 0,0 0-1 0 0,1 1 1 0 0,-1-1 0 0 0,0 0-1 0 0,1 1 1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4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56 2596 0 0,'12'-30'8628'0'0,"-2"5"257"0"0,-10 29-8184 0 0,-13 155 5154 0 0,-1 79-3477 0 0,11-171-2122 0 0,3 313-795 0 0,1-371 67 0 0,0 1 0 0 0,1 0-1 0 0,0-1 1 0 0,0 1 0 0 0,1-1 0 0 0,1 0-1 0 0,-1 0 1 0 0,1 0 0 0 0,1 0 0 0 0,0-1 0 0 0,6 10-1 0 0,-7-13-171 0 0,1-1-1 0 0,-1 1 1 0 0,1-1-1 0 0,-1 1 0 0 0,1-1 1 0 0,0-1-1 0 0,10 6 0 0 0,-10-6-304 0 0,1-1 0 0 0,0 1 0 0 0,0-1-1 0 0,0-1 1 0 0,0 1 0 0 0,0-1 0 0 0,0 0 0 0 0,10 0 0 0 0,9-1-6041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221 460 2276 0 0,'14'-25'3094'0'0,"-2"-1"0"0"0,19-51 0 0 0,-28 67-2406 0 0,0-1 1 0 0,0 1 0 0 0,-1-1 0 0 0,-1 1 0 0 0,0-1 0 0 0,0 0 0 0 0,-1 0-1 0 0,-1 1 1 0 0,1-1 0 0 0,-2 0 0 0 0,-2-10 0 0 0,4 19-619 0 0,-1 0-1 0 0,0 0 1 0 0,1 0 0 0 0,-1 0 0 0 0,0 0-1 0 0,0 0 1 0 0,0 0 0 0 0,0 1 0 0 0,0-1-1 0 0,-1 0 1 0 0,1 1 0 0 0,-1-1 0 0 0,1 1 0 0 0,-1-1-1 0 0,1 1 1 0 0,-1 0 0 0 0,0-1 0 0 0,1 1-1 0 0,-4-1 1 0 0,3 1-45 0 0,-1 1 1 0 0,1-1-1 0 0,-1 1 0 0 0,1-1 0 0 0,-1 1 1 0 0,0 0-1 0 0,1 0 0 0 0,-1 0 1 0 0,1 0-1 0 0,-1 1 0 0 0,1-1 0 0 0,-1 1 1 0 0,1 0-1 0 0,-1-1 0 0 0,1 1 0 0 0,-4 2 1 0 0,-5 3 31 0 0,0 0 1 0 0,0 1-1 0 0,0 0 1 0 0,1 1-1 0 0,0 0 1 0 0,0 1-1 0 0,1 0 1 0 0,-13 17-1 0 0,7-6 20 0 0,1 1 0 0 0,0 0-1 0 0,-15 34 1 0 0,23-40-23 0 0,0 0 0 0 0,0 1 0 0 0,2-1 0 0 0,0 1-1 0 0,1 0 1 0 0,0 1 0 0 0,0 30 0 0 0,3-41-41 0 0,1 0 0 0 0,-1 0 0 0 0,1 0 0 0 0,0-1 0 0 0,1 1 1 0 0,-1 0-1 0 0,1-1 0 0 0,0 1 0 0 0,1-1 0 0 0,-1 0 0 0 0,5 7 0 0 0,-5-9-26 0 0,1 0 0 0 0,-1 0 0 0 0,1 0 0 0 0,0-1 0 0 0,0 1 0 0 0,1-1 1 0 0,-1 1-1 0 0,0-1 0 0 0,1 0 0 0 0,-1 0 0 0 0,1-1 0 0 0,0 1 0 0 0,-1-1 0 0 0,1 0 1 0 0,0 0-1 0 0,0 0 0 0 0,0 0 0 0 0,4 0 0 0 0,-1-1-56 0 0,-1 0 1 0 0,0-1-1 0 0,0 1 1 0 0,0-1-1 0 0,0 0 0 0 0,-1-1 1 0 0,1 1-1 0 0,0-1 1 0 0,0-1-1 0 0,-1 1 0 0 0,1-1 1 0 0,-1 1-1 0 0,0-2 1 0 0,0 1-1 0 0,0 0 0 0 0,0-1 1 0 0,0 0-1 0 0,-1 0 1 0 0,0-1-1 0 0,0 1 0 0 0,5-8 1 0 0,7-10-86 0 0,-1-1-1 0 0,-1 0 1 0 0,15-35 0 0 0,-28 56 150 0 0,36-96 859 0 0,-21 53-147 0 0,-15 43-506 0 0,-6 78 94 0 0,2-48-186 0 0,1 46-1 0 0,2-66-79 0 0,1 0 0 0 0,0 1 0 0 0,0-1 0 0 0,1 0 0 0 0,0 0-1 0 0,1 0 1 0 0,0 0 0 0 0,0-1 0 0 0,8 15 0 0 0,-9-19-31 0 0,0 0-1 0 0,0 0 1 0 0,1 0 0 0 0,-1-1-1 0 0,0 1 1 0 0,1-1 0 0 0,0 1 0 0 0,0-1-1 0 0,-1 0 1 0 0,1 0 0 0 0,0 0-1 0 0,1-1 1 0 0,-1 1 0 0 0,0-1 0 0 0,0 1-1 0 0,1-1 1 0 0,-1 0 0 0 0,1-1-1 0 0,-1 1 1 0 0,1 0 0 0 0,-1-1 0 0 0,1 0-1 0 0,-1 0 1 0 0,1 0 0 0 0,0 0-1 0 0,-1 0 1 0 0,1-1 0 0 0,-1 0 0 0 0,6-1-1 0 0,-1-1-94 0 0,0 0 0 0 0,-1 0 0 0 0,0-1-1 0 0,0 0 1 0 0,0 0 0 0 0,0-1 0 0 0,0 0-1 0 0,-1 0 1 0 0,0 0 0 0 0,0-1 0 0 0,10-12-1 0 0,-6 3-34 0 0,0 0-1 0 0,-1-1 0 0 0,0 0 0 0 0,-2-1 0 0 0,0 1 0 0 0,-1-2 0 0 0,6-21 1 0 0,-3-3-14 0 0,6-82 1 0 0,-14 99 498 0 0,-4-34 0 0 0,2 44-200 0 0,1 12-134 0 0,0 0 1 0 0,0 0-1 0 0,0 0 0 0 0,-1 0 1 0 0,0 0-1 0 0,1 0 1 0 0,-1 1-1 0 0,0-1 0 0 0,0 0 1 0 0,-1 0-1 0 0,1 1 0 0 0,0-1 1 0 0,-1 1-1 0 0,0-1 1 0 0,-2-2-1 0 0,3 4-7 0 0,-14 5 7 0 0,14-2-17 0 0,0-1-1 0 0,0 1 1 0 0,0-1 0 0 0,0 1-1 0 0,0 0 1 0 0,0-1-1 0 0,0 1 1 0 0,1 0-1 0 0,-1 0 1 0 0,1 0-1 0 0,-1-1 1 0 0,1 1 0 0 0,0 0-1 0 0,-1 0 1 0 0,1 0-1 0 0,0 0 1 0 0,0 0-1 0 0,0 0 1 0 0,1-1-1 0 0,-1 3 1 0 0,1-1-38 0 0,1 0 0 0 0,-1 0 1 0 0,0 0-1 0 0,1 0 0 0 0,0 0 0 0 0,-1 0 1 0 0,1 0-1 0 0,0-1 0 0 0,1 1 0 0 0,3 3 1 0 0,0-1-113 0 0,0 0 1 0 0,0 0 0 0 0,1-1 0 0 0,-1 0 0 0 0,1-1-1 0 0,0 1 1 0 0,0-1 0 0 0,0-1 0 0 0,14 4 0 0 0,-11-4-4 0 0,1 0 0 0 0,-1-2 0 0 0,1 1 0 0 0,-1-1 0 0 0,1 0 0 0 0,-1-1 0 0 0,1-1 1 0 0,-1 0-1 0 0,0 0 0 0 0,0 0 0 0 0,0-2 0 0 0,0 1 0 0 0,0-1 0 0 0,-1-1 0 0 0,1 1 1 0 0,-1-2-1 0 0,-1 1 0 0 0,1-1 0 0 0,-1-1 0 0 0,0 1 0 0 0,0-1 0 0 0,0-1 0 0 0,11-15 1 0 0,-10 12 341 0 0,0-1 0 0 0,-1 0 0 0 0,-1 0 0 0 0,0-1 0 0 0,0 0 0 0 0,5-17 0 0 0,-11 28 11 0 0,-4 3-150 0 0,-2 2 37 0 0,-1 0 1 0 0,1 1-1 0 0,0-1 0 0 0,0 1 0 0 0,0 1 0 0 0,1-1 0 0 0,0 1 0 0 0,0-1 1 0 0,0 1-1 0 0,0 0 0 0 0,1 1 0 0 0,-4 5 0 0 0,-8 18 406 0 0,-12 29-1 0 0,22-47-439 0 0,-9 21 288 0 0,-17 61 0 0 0,28-81-292 0 0,1-1 1 0 0,0 1 0 0 0,0 0 0 0 0,1 0-1 0 0,1 0 1 0 0,0 0 0 0 0,0 0 0 0 0,1 0-1 0 0,3 13 1 0 0,-3-22-42 0 0,0 0 0 0 0,-1-1 0 0 0,1 1 0 0 0,0-1 0 0 0,0 1 0 0 0,1-1 0 0 0,-1 0 0 0 0,0 1 0 0 0,1-1 0 0 0,-1 0 0 0 0,1 0 0 0 0,0 0 0 0 0,0 0 0 0 0,0 0 0 0 0,0 0 0 0 0,0-1 0 0 0,0 1 0 0 0,0-1 0 0 0,5 3 0 0 0,-3-2-79 0 0,0-1 1 0 0,0 0 0 0 0,0 0-1 0 0,1-1 1 0 0,-1 1 0 0 0,0-1-1 0 0,0 0 1 0 0,0 0-1 0 0,1 0 1 0 0,-1-1 0 0 0,7-1-1 0 0,1-1-280 0 0,-1 0 1 0 0,1-1-1 0 0,-1-1 0 0 0,0 0 0 0 0,0 0 1 0 0,0-1-1 0 0,19-14 0 0 0,-11 3 21 0 0,0 0-1 0 0,-1-2 1 0 0,-1 0 0 0 0,-1 0-1 0 0,-1-2 1 0 0,22-37 0 0 0,-19 23 2173 0 0,25-65 0 0 0,-39 83-1181 0 0,-5 17-649 0 0,1 0-1 0 0,0 0 1 0 0,-1 0-1 0 0,1 0 1 0 0,0 0-1 0 0,-1 0 1 0 0,1 0 0 0 0,0 0-1 0 0,-1 0 1 0 0,1 0-1 0 0,0 0 1 0 0,-1 0-1 0 0,1 0 1 0 0,0 1-1 0 0,-1-1 1 0 0,1 0 0 0 0,0 0-1 0 0,-1 0 1 0 0,1 0-1 0 0,0 1 1 0 0,0-1-1 0 0,-1 0 1 0 0,1 0 0 0 0,0 1-1 0 0,0-1 1 0 0,0 0-1 0 0,-1 1 1 0 0,-22 28 479 0 0,16-18-365 0 0,1 0 1 0 0,1 1-1 0 0,0 0 1 0 0,0 0-1 0 0,1 0 0 0 0,1 1 1 0 0,-4 18-1 0 0,6-21-84 0 0,0 0 1 0 0,0 0-1 0 0,1-1 0 0 0,0 1 0 0 0,1 0 1 0 0,0 0-1 0 0,1-1 0 0 0,-1 1 1 0 0,2-1-1 0 0,4 15 0 0 0,-5-21-35 0 0,-1 1 0 0 0,1-1 0 0 0,0 0 0 0 0,0 0 1 0 0,0 0-1 0 0,0 0 0 0 0,1 0 0 0 0,-1 0 0 0 0,1 0 0 0 0,0-1 0 0 0,-1 1 0 0 0,1-1 0 0 0,1 0 1 0 0,-1 0-1 0 0,0 0 0 0 0,0 0 0 0 0,4 1 0 0 0,-2-1-39 0 0,1-1-1 0 0,-1 0 1 0 0,0 0 0 0 0,0-1 0 0 0,0 1-1 0 0,0-1 1 0 0,0 0 0 0 0,1-1 0 0 0,-1 1-1 0 0,0-1 1 0 0,6-1 0 0 0,2-2-86 0 0,1-1 1 0 0,-1 0 0 0 0,0-1-1 0 0,-1 0 1 0 0,1-1-1 0 0,-1 0 1 0 0,0-1-1 0 0,13-11 1 0 0,-10 5 16 0 0,0-1 0 0 0,-1 0 0 0 0,-1-1 0 0 0,0-1 0 0 0,11-19-1 0 0,44-93 543 0 0,-48 89 364 0 0,-18 38-597 0 0,-3 8 34 0 0,-5 21 317 0 0,-10 36 605 0 0,-10 29 185 0 0,-151 612 3567 0 0,154-564-4534 0 0,-45 213 946 0 0,59-318-1287 0 0,0 0 1 0 0,-3-1-1 0 0,0-1 0 0 0,-20 36 0 0 0,26-58-36 0 0,-1-1-1 0 0,0 1 0 0 0,0-2 0 0 0,-1 1 0 0 0,0-1 0 0 0,-17 14 0 0 0,19-18-6 0 0,-1 0-1 0 0,0-1 1 0 0,0 0-1 0 0,0 0 1 0 0,0-1 0 0 0,-1 0-1 0 0,0 0 1 0 0,1 0-1 0 0,-1-1 1 0 0,0 0-1 0 0,-11 0 1 0 0,13-1-2 0 0,-1-1 0 0 0,1 0 0 0 0,0-1 0 0 0,-1 0 0 0 0,1 0 0 0 0,0 0 0 0 0,0-1 0 0 0,0 1 0 0 0,0-2 0 0 0,0 1 0 0 0,0-1 0 0 0,0 1 0 0 0,1-2 0 0 0,-1 1 0 0 0,1 0 0 0 0,0-1 0 0 0,0 0 0 0 0,0-1 0 0 0,1 1 0 0 0,-1-1 0 0 0,1 1 0 0 0,0-2 0 0 0,-5-6 0 0 0,5 4 0 0 0,-1 0 0 0 0,1 0 0 0 0,0 0 0 0 0,1 0 0 0 0,0 0 0 0 0,0-1 0 0 0,1 0 0 0 0,0 1 0 0 0,0-1 0 0 0,1 0 0 0 0,0 0 0 0 0,1 0 0 0 0,0 0 0 0 0,0 0 0 0 0,1 1 0 0 0,2-13 0 0 0,5-6-37 0 0,1 1 0 0 0,1 1-1 0 0,1 0 1 0 0,2 0 0 0 0,0 1 0 0 0,2 1 0 0 0,0 0 0 0 0,1 1-1 0 0,29-29 1 0 0,6 0-281 0 0,2 2 0 0 0,82-59 1 0 0,22 6-4495 0 0,-63 43-309 0 0,-5-5-5608 0 0,-66 43 2353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137 129 372 0 0,'-85'-1'15987'0'0,"82"1"-14928"0"0,0 0-168 0 0,-8 0-132 0 0,8 0 406 0 0,1 0-728 0 0,-10 0-72 0 0,9 0 369 0 0,1-1-576 0 0,-8 0-28 0 0,7 1 286 0 0,11-7-611 0 0,9-2-963 0 0,1 0 0 0 0,33-11 1 0 0,-2 1-1033 0 0,43-21-4932 0 0,-42 18 33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7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87 148 0 0,'3'-14'2844'0'0,"-2"10"-2367"0"0,0-1-1 0 0,0 1 0 0 0,0 0 0 0 0,1-1 0 0 0,-1 1 0 0 0,1 0 0 0 0,0 0 0 0 0,0 0 0 0 0,0 0 0 0 0,1 0 0 0 0,-1 1 0 0 0,1-1 0 0 0,0 1 0 0 0,0 0 0 0 0,0-1 0 0 0,5-2 0 0 0,-6 5-435 0 0,0 0 0 0 0,0 1 0 0 0,0-1 0 0 0,-1 1 0 0 0,1 0 0 0 0,0 0 1 0 0,0 0-1 0 0,0 0 0 0 0,0 0 0 0 0,0 0 0 0 0,0 0 0 0 0,0 0 0 0 0,-1 1 0 0 0,1-1 0 0 0,0 1 0 0 0,0-1 0 0 0,0 1 0 0 0,-1 0 0 0 0,1 0 0 0 0,0 0 0 0 0,-1 0 1 0 0,1 0-1 0 0,0 0 0 0 0,1 2 0 0 0,2 3 68 0 0,0 0-1 0 0,0 0 1 0 0,-1 0 0 0 0,0 1 0 0 0,0-1-1 0 0,-1 1 1 0 0,1 0 0 0 0,-2 0 0 0 0,1 1-1 0 0,-1-1 1 0 0,0 0 0 0 0,0 1 0 0 0,-1 0-1 0 0,0-1 1 0 0,0 1 0 0 0,-1 10 0 0 0,0 4 200 0 0,-2 1 1 0 0,0 0-1 0 0,-1-1 1 0 0,-8 29-1 0 0,4-23 221 0 0,-1 0 0 0 0,-2-1 0 0 0,-23 48 0 0 0,32-73-179 0 0,-2-3-217 0 0,3 0-122 0 0,-1 1 1 0 0,0-1-1 0 0,0 1 1 0 0,1-1-1 0 0,-1 0 1 0 0,0 0-1 0 0,1 1 1 0 0,-1-1-1 0 0,0 0 1 0 0,1 0-1 0 0,-1 0 1 0 0,1 0-1 0 0,0 0 1 0 0,-1 1-1 0 0,1-1 1 0 0,0 0-1 0 0,-1 0 1 0 0,1 0-1 0 0,0-2 0 0 0,0-26 96 0 0,14-30-24 0 0,-6 34-75 0 0,1 0 1 0 0,1 1-1 0 0,23-38 0 0 0,-26 51-26 0 0,0 0 0 0 0,1 0 1 0 0,0 1-1 0 0,1 0 0 0 0,0 1 0 0 0,0 0 1 0 0,1 0-1 0 0,0 1 0 0 0,16-10 1 0 0,-23 16 14 0 0,0 1-1 0 0,0-1 1 0 0,0 1 0 0 0,0 0 0 0 0,0 0 0 0 0,0 0-1 0 0,0 0 1 0 0,1 0 0 0 0,-1 1 0 0 0,0-1 0 0 0,0 1 0 0 0,1 0-1 0 0,-1 0 1 0 0,0 0 0 0 0,1 1 0 0 0,-1-1 0 0 0,0 1 0 0 0,0-1-1 0 0,0 1 1 0 0,1 0 0 0 0,-1 0 0 0 0,0 1 0 0 0,0-1 0 0 0,0 1-1 0 0,-1-1 1 0 0,1 1 0 0 0,0 0 0 0 0,-1 0 0 0 0,1 0 0 0 0,-1 1-1 0 0,1-1 1 0 0,-1 1 0 0 0,0-1 0 0 0,2 4 0 0 0,2 2 8 0 0,-1 1 1 0 0,0-1-1 0 0,-1 1 0 0 0,0-1 1 0 0,0 1-1 0 0,-1 0 1 0 0,-1 1-1 0 0,1-1 0 0 0,-1 0 1 0 0,1 19-1 0 0,-2-13 70 0 0,-1 0 0 0 0,0 0 0 0 0,-1 0 0 0 0,-1 0 0 0 0,0 0 0 0 0,-1 0 0 0 0,-5 14 0 0 0,8-29-62 0 0,0 1 0 0 0,0-1 0 0 0,0 1 1 0 0,0-1-1 0 0,0 0 0 0 0,0 1 0 0 0,0-1 0 0 0,0 0 1 0 0,0 1-1 0 0,0-1 0 0 0,0 1 0 0 0,-1-1 0 0 0,1 0 1 0 0,0 1-1 0 0,0-1 0 0 0,0 0 0 0 0,-1 1 0 0 0,1-1 1 0 0,0 0-1 0 0,-1 0 0 0 0,1 1 0 0 0,0-1 1 0 0,0 0-1 0 0,-1 0 0 0 0,1 0 0 0 0,0 1 0 0 0,-1-1 1 0 0,1 0-1 0 0,0 0 0 0 0,-1 0 0 0 0,1 0 0 0 0,-1 0 1 0 0,1 1-1 0 0,0-1 0 0 0,-1 0 0 0 0,1 0 0 0 0,0 0 1 0 0,-1 0-1 0 0,1 0 0 0 0,-1 0 0 0 0,1 0 1 0 0,0 0-1 0 0,-1-1 0 0 0,1 1 0 0 0,-1 0 0 0 0,1 0 1 0 0,0 0-1 0 0,-1 0 0 0 0,1 0 0 0 0,-1-1 0 0 0,0 0-60 0 0,0 0 52 0 0,1 0-1 0 0,-1 0 0 0 0,1 0 0 0 0,0 0 1 0 0,0 0-1 0 0,-1 0 0 0 0,1 0 0 0 0,0 0 0 0 0,0-1 1 0 0,0 1-1 0 0,0 0 0 0 0,0 0 0 0 0,0 0 0 0 0,0 0 1 0 0,1 0-1 0 0,-1-2 0 0 0,0 3-3 0 0,3-18 10 0 0,0 0 0 0 0,1 0 0 0 0,0 0 0 0 0,2 0 0 0 0,0 1 0 0 0,1 0 0 0 0,11-20 0 0 0,-12 26-25 0 0,1 0-1 0 0,0 0 1 0 0,1 1-1 0 0,0 0 0 0 0,1 0 1 0 0,0 1-1 0 0,0 0 1 0 0,1 0-1 0 0,0 1 0 0 0,22-13 1 0 0,-29 19 9 0 0,1 1 0 0 0,-1-1 0 0 0,0 1 1 0 0,1 0-1 0 0,-1 0 0 0 0,1 0 0 0 0,-1 0 0 0 0,1 1 0 0 0,-1-1 1 0 0,1 1-1 0 0,-1 0 0 0 0,1 0 0 0 0,0 0 0 0 0,-1 1 0 0 0,1-1 1 0 0,-1 1-1 0 0,4 1 0 0 0,-4-1 8 0 0,-1 0 0 0 0,0 0 0 0 0,0 0 0 0 0,0 0 1 0 0,0 1-1 0 0,0-1 0 0 0,-1 1 0 0 0,1-1 0 0 0,0 1 0 0 0,-1 0 0 0 0,1 0 0 0 0,-1-1 1 0 0,0 1-1 0 0,1 0 0 0 0,-1 0 0 0 0,0 0 0 0 0,0 1 0 0 0,0-1 0 0 0,-1 0 0 0 0,1 0 1 0 0,0 0-1 0 0,-1 1 0 0 0,1-1 0 0 0,-1 0 0 0 0,0 1 0 0 0,0-1 0 0 0,0 3 0 0 0,-6 54-21 0 0,4-42-776 0 0,0-1 0 0 0,0 24 0 0 0,2-35 65 0 0,1-1 0 0 0,-1 1-1 0 0,1 0 1 0 0,0 0-1 0 0,0 0 1 0 0,1-1 0 0 0,-1 1-1 0 0,1 0 1 0 0,0-1 0 0 0,1 1-1 0 0,-1-1 1 0 0,5 6-1 0 0,6 4-4790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8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336 814 1748 0 0,'0'-10'1341'0'0,"1"1"0"0"0,-2 0-1 0 0,0-1 1 0 0,0 1 0 0 0,0 0 0 0 0,-1-1-1 0 0,0 1 1 0 0,-1 0 0 0 0,0 0-1 0 0,-9-16 1 0 0,11 24-1290 0 0,0 0-1 0 0,0 0 0 0 0,0 0 1 0 0,0 0-1 0 0,0 0 0 0 0,0 0 1 0 0,0 0-1 0 0,-1 1 1 0 0,1-1-1 0 0,0 0 0 0 0,-1 1 1 0 0,1-1-1 0 0,0 1 1 0 0,-1-1-1 0 0,1 1 0 0 0,-1 0 1 0 0,1-1-1 0 0,-1 1 0 0 0,1 0 1 0 0,-1 0-1 0 0,1 0 1 0 0,-1 0-1 0 0,1 0 0 0 0,-1 1 1 0 0,1-1-1 0 0,-1 0 0 0 0,1 1 1 0 0,0-1-1 0 0,-1 1 1 0 0,1-1-1 0 0,-3 2 0 0 0,-5 2 17 0 0,0 1 0 0 0,0 0 0 0 0,-10 7 0 0 0,17-11-36 0 0,-19 15 5 0 0,1 1 1 0 0,0 1-1 0 0,1 0 0 0 0,1 2 1 0 0,0 0-1 0 0,2 1 0 0 0,0 0 0 0 0,2 2 1 0 0,0 0-1 0 0,-11 28 0 0 0,22-45-20 0 0,0 1-1 0 0,1 0 1 0 0,-1 0-1 0 0,2 0 1 0 0,-1 0-1 0 0,1 0 0 0 0,0 0 1 0 0,0 9-1 0 0,1-13-12 0 0,0-1-1 0 0,1 1 0 0 0,-1 0 1 0 0,1 0-1 0 0,-1 0 1 0 0,1-1-1 0 0,0 1 0 0 0,0-1 1 0 0,0 1-1 0 0,0 0 1 0 0,0-1-1 0 0,1 0 0 0 0,-1 1 1 0 0,1-1-1 0 0,-1 0 1 0 0,1 0-1 0 0,0 1 0 0 0,0-2 1 0 0,0 1-1 0 0,0 0 1 0 0,0 0-1 0 0,4 2 0 0 0,-4-3-29 0 0,1-1-1 0 0,-1 1 1 0 0,0 0-1 0 0,1-1 1 0 0,-1 1-1 0 0,1-1 0 0 0,-1 0 1 0 0,0 0-1 0 0,1 0 1 0 0,-1 0-1 0 0,1 0 1 0 0,-1 0-1 0 0,0-1 0 0 0,5-1 1 0 0,-2 1-26 0 0,0 0 1 0 0,-1-1 0 0 0,1 0-1 0 0,0 0 1 0 0,-1-1 0 0 0,5-2-1 0 0,2-4-7 0 0,-1 1-1 0 0,-1-1 0 0 0,0-1 1 0 0,0 0-1 0 0,-1 0 0 0 0,13-21 1 0 0,34-74-67 0 0,-47 89 102 0 0,6-21 19 0 0,-10 25 45 0 0,0 1-1 0 0,1 0 0 0 0,0 0 0 0 0,12-17 1 0 0,-16 26-21 0 0,-1 6 6 0 0,1-1 0 0 0,-1 1 0 0 0,0-1 0 0 0,1 1 0 0 0,-2-1 0 0 0,1 1 0 0 0,0-1 0 0 0,-1 1 0 0 0,0-1 0 0 0,1 1 0 0 0,-3 5 0 0 0,-1 7 100 0 0,-3 21 137 0 0,3 1 0 0 0,-1 40-1 0 0,5-66-214 0 0,0 0-1 0 0,1 0 0 0 0,0 0 0 0 0,1 0 0 0 0,1 0 0 0 0,0 0 0 0 0,0 0 0 0 0,1-1 0 0 0,1 0 0 0 0,9 18 0 0 0,-12-25-31 0 0,1 0-1 0 0,-1-1 0 0 0,1 0 0 0 0,0 1 0 0 0,0-1 0 0 0,0 0 0 0 0,0 0 0 0 0,1-1 1 0 0,-1 1-1 0 0,1-1 0 0 0,-1 1 0 0 0,1-1 0 0 0,0 0 0 0 0,0-1 0 0 0,0 1 0 0 0,0-1 0 0 0,0 1 1 0 0,0-1-1 0 0,8 1 0 0 0,-8-2-20 0 0,1 0 0 0 0,0-1 0 0 0,0 1 0 0 0,0-1 0 0 0,0 0-1 0 0,0 0 1 0 0,0 0 0 0 0,-1-1 0 0 0,1 0 0 0 0,-1 0 0 0 0,1 0 0 0 0,-1 0 0 0 0,1-1 0 0 0,-1 1 0 0 0,0-1 0 0 0,0 0 0 0 0,3-4 0 0 0,8-9-117 0 0,0 0-1 0 0,-1-1 1 0 0,-1 0 0 0 0,-1-1 0 0 0,0-1-1 0 0,17-37 1 0 0,-5-2-327 0 0,19-67-1 0 0,34-201-621 0 0,-27-5 1340 0 0,-33 207 908 0 0,-16 123-1168 0 0,-1 1 0 0 0,0-1 0 0 0,0 1 0 0 0,0-1-1 0 0,0 1 1 0 0,1-1 0 0 0,-1 1 0 0 0,0-1 0 0 0,0 1 0 0 0,0-1-1 0 0,0 1 1 0 0,0-1 0 0 0,0 1 0 0 0,0-1 0 0 0,-1 1-1 0 0,1-1 1 0 0,0 1 0 0 0,0-1 0 0 0,0 1 0 0 0,0-1 0 0 0,-1 1-1 0 0,1-1 1 0 0,0 1 0 0 0,0 0 0 0 0,-1-1 0 0 0,-8 8 61 0 0,-8 20-16 0 0,-6 31 111 0 0,2 0-1 0 0,3 1 1 0 0,3 0 0 0 0,2 2 0 0 0,2 0 0 0 0,4 0 0 0 0,2 1 0 0 0,2-1 0 0 0,4 1 0 0 0,2 0-1 0 0,3-1 1 0 0,14 66 0 0 0,-16-108-128 0 0,1-1 0 0 0,1 0 1 0 0,0-1-1 0 0,2 1 0 0 0,0-1 0 0 0,0-1 0 0 0,13 19 0 0 0,-17-30-22 0 0,0 0-1 0 0,1 0 1 0 0,-1 0 0 0 0,1-1-1 0 0,0 1 1 0 0,0-1-1 0 0,0 0 1 0 0,1-1 0 0 0,0 1-1 0 0,7 2 1 0 0,-8-4-7 0 0,0 0 0 0 0,0-1 0 0 0,0 0 0 0 0,0 0 0 0 0,0 0 0 0 0,0-1 0 0 0,0 1 0 0 0,0-1 0 0 0,0-1 0 0 0,0 1 0 0 0,0-1 0 0 0,0 1 0 0 0,0-2 0 0 0,9-2 0 0 0,-4 0-22 0 0,-1 0 0 0 0,0-1 0 0 0,0-1 0 0 0,0 1 0 0 0,-1-1-1 0 0,1-1 1 0 0,-2 0 0 0 0,1 0 0 0 0,-1 0 0 0 0,0-1 0 0 0,0 0 0 0 0,-1 0 0 0 0,0-1-1 0 0,0 0 1 0 0,5-13 0 0 0,-1 2-22 0 0,-1 0 0 0 0,-1-1 0 0 0,-1 0-1 0 0,-1 0 1 0 0,-1-1 0 0 0,3-27 0 0 0,-6 34 25 0 0,-2-1 0 0 0,0 0 0 0 0,-2-20 0 0 0,1 29 5 0 0,0 0 0 0 0,0 1 0 0 0,-1-1-1 0 0,0 0 1 0 0,0 0 0 0 0,0 1 0 0 0,-1-1-1 0 0,0 1 1 0 0,-6-9 0 0 0,9 14 5 0 0,-1 0 0 0 0,1 1 0 0 0,-1-1 0 0 0,1 0 1 0 0,-1 1-1 0 0,0-1 0 0 0,1 1 0 0 0,-1-1 0 0 0,0 0 0 0 0,1 1 1 0 0,-1 0-1 0 0,0-1 0 0 0,0 1 0 0 0,1-1 0 0 0,-1 1 0 0 0,0 0 0 0 0,0-1 1 0 0,0 1-1 0 0,0 0 0 0 0,1 0 0 0 0,-1 0 0 0 0,0 0 0 0 0,0 0 0 0 0,0 0 1 0 0,0 0-1 0 0,0 0 0 0 0,0 0 0 0 0,1 0 0 0 0,-1 0 0 0 0,0 0 1 0 0,0 1-1 0 0,0-1 0 0 0,0 0 0 0 0,1 1 0 0 0,-1-1 0 0 0,0 1 0 0 0,0-1 1 0 0,1 1-1 0 0,-1-1 0 0 0,0 1 0 0 0,1-1 0 0 0,-1 1 0 0 0,0 0 0 0 0,1-1 1 0 0,-1 1-1 0 0,1 0 0 0 0,-1-1 0 0 0,1 2 0 0 0,-2 0 4 0 0,0 1 1 0 0,0 0-1 0 0,1-1 0 0 0,-1 1 0 0 0,1 0 0 0 0,0 0 1 0 0,-1 0-1 0 0,2 0 0 0 0,-1 0 0 0 0,0 0 0 0 0,0 0 1 0 0,1 5-1 0 0,0-2-13 0 0,1 0-1 0 0,0-1 1 0 0,0 1-1 0 0,0-1 1 0 0,1 0 0 0 0,0 1-1 0 0,0-1 1 0 0,1 0 0 0 0,-1 0-1 0 0,1 0 1 0 0,0 0 0 0 0,0-1-1 0 0,1 1 1 0 0,3 4-1 0 0,0-3-101 0 0,-1 0 0 0 0,1-1-1 0 0,0 0 1 0 0,0 0-1 0 0,1 0 1 0 0,0-1 0 0 0,-1 0-1 0 0,13 4 1 0 0,-4-3-191 0 0,0 0 1 0 0,0-2 0 0 0,1 0 0 0 0,-1 0-1 0 0,1-2 1 0 0,0 0 0 0 0,-1-1 0 0 0,1 0-1 0 0,19-4 1 0 0,-22 1 297 0 0,0 0 1 0 0,-1-1-1 0 0,1-1 0 0 0,-1 0 1 0 0,0-1-1 0 0,-1 0 0 0 0,1-1 1 0 0,-1 0-1 0 0,-1-1 0 0 0,1-1 0 0 0,-1 1 1 0 0,-1-2-1 0 0,0 0 0 0 0,0 0 1 0 0,-1-1-1 0 0,0 0 0 0 0,0 0 1 0 0,8-17-1 0 0,11-15 1550 0 0,-28 42-1371 0 0,-1 2-157 0 0,0 0-1 0 0,-1 0 1 0 0,1 1-1 0 0,0-1 1 0 0,0 0-1 0 0,-1 1 1 0 0,1 0-1 0 0,0-1 1 0 0,0 1-1 0 0,1-1 1 0 0,-2 3-1 0 0,-1 2 41 0 0,-12 17 131 0 0,1 2 0 0 0,1-1 0 0 0,1 2 0 0 0,1 0 0 0 0,2 0 0 0 0,0 1 0 0 0,2 0 0 0 0,-7 49 0 0 0,13-68-162 0 0,0 0 1 0 0,1 0-1 0 0,0 0 0 0 0,0 0 0 0 0,1 1 1 0 0,0-1-1 0 0,0 0 0 0 0,1 0 1 0 0,0 0-1 0 0,5 11 0 0 0,-5-16-109 0 0,0 1 0 0 0,0-1-1 0 0,0 0 1 0 0,0 0 0 0 0,0 0 0 0 0,1 0 0 0 0,0 0-1 0 0,-1 0 1 0 0,1-1 0 0 0,0 0 0 0 0,0 1-1 0 0,0-1 1 0 0,1 0 0 0 0,-1 0 0 0 0,1-1 0 0 0,-1 1-1 0 0,1-1 1 0 0,-1 0 0 0 0,1 0 0 0 0,0 0-1 0 0,-1 0 1 0 0,1 0 0 0 0,0-1 0 0 0,5 0 0 0 0,-1 0-380 0 0,1 0 1 0 0,0 0-1 0 0,-1-1 1 0 0,1-1-1 0 0,-1 1 1 0 0,0-1-1 0 0,1-1 1 0 0,-1 0-1 0 0,14-6 1 0 0,-10 2 37 0 0,1-1 1 0 0,-1 0 0 0 0,0 0-1 0 0,-1-1 1 0 0,13-13-1 0 0,1-6 1117 0 0,0-2 1 0 0,-2 0-1 0 0,29-49 0 0 0,3-21 9331 0 0,-60 114-8911 0 0,-11 25 792 0 0,-16 59 1 0 0,23-61-1526 0 0,2-1 0 0 0,1 1 1 0 0,-2 69-1 0 0,12-80-655 0 0,-4-26 221 0 0,1 1-1 0 0,-1-1 1 0 0,0 1-1 0 0,0 0 1 0 0,1-1-1 0 0,-1 1 1 0 0,0-1-1 0 0,0 1 1 0 0,1-1-1 0 0,-1 1 1 0 0,1-1-1 0 0,-1 1 1 0 0,0-1-1 0 0,1 0 1 0 0,-1 1-1 0 0,1-1 1 0 0,-1 1-1 0 0,1-1 1 0 0,-1 0-1 0 0,1 0 1 0 0,-1 1-1 0 0,1-1 1 0 0,0 0-1 0 0,-1 0 0 0 0,1 0 1 0 0,-1 1-1 0 0,1-1 1 0 0,-1 0-1 0 0,1 0 1 0 0,0 0-1 0 0,-1 0 1 0 0,1 0-1 0 0,-1 0 1 0 0,1 0-1 0 0,0 0 1 0 0,-1-1-1 0 0,1 1 1 0 0,-1 0-1 0 0,1 0 1 0 0,0 0-1 0 0,-1-1 1 0 0,1 1-1 0 0,0-1 1 0 0,7-3-787 0 0,0-1 1 0 0,0-1-1 0 0,-1 0 1 0 0,0 0-1 0 0,0 0 1 0 0,0-1-1 0 0,-1 0 1 0 0,10-14-1 0 0,0-2-4250 0 0,22-45-1 0 0,-20 31-1696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9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62 100 1580 0 0,'-11'-43'11092'0'0,"2"5"-4806"0"0,8 36-6039 0 0,-1-3-234 0 0,2 5-220 0 0,0-1-1 0 0,0 1 0 0 0,0-1 1 0 0,0 1-1 0 0,0-1 0 0 0,0 1 1 0 0,0-1-1 0 0,0 1 0 0 0,0-1 0 0 0,-13-6-5134 0 0,-12 7-4053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9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0 2380 0 0,'-162'29'15200'0'0,"149"-26"-14005"0"0,15 2-286 0 0,20 1-334 0 0,129-6-281 0 0,-67-2-1013 0 0,148-1-4508 0 0,-145 1 371 0 0,9 0-2491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29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78 2072 0 0,'2'-1'1745'0'0,"11"-10"1523"0"0,0 0-1 0 0,-1-1 1 0 0,0 0-1 0 0,12-19 1669 0 0,-28 32-4888 0 0,-1-1 0 0 0,1 1 0 0 0,0 0 0 0 0,-1 1 0 0 0,1-1 0 0 0,0 1 0 0 0,0 0 0 0 0,0-1 0 0 0,0 2 0 0 0,0-1 0 0 0,0 0 0 0 0,-4 5 0 0 0,-43 40 93 0 0,42-37-92 0 0,-8 6-24 0 0,2 1 0 0 0,1 1 0 0 0,-19 30 0 0 0,26-38-11 0 0,1 2 1 0 0,0-1 0 0 0,1 1-1 0 0,1-1 1 0 0,0 1-1 0 0,0 1 1 0 0,-3 23-1 0 0,7-32-56 0 0,-1 0-1 0 0,1-1 0 0 0,0 1 1 0 0,0 0-1 0 0,0-1 0 0 0,1 1 1 0 0,0-1-1 0 0,-1 1 0 0 0,1 0 1 0 0,0-1-1 0 0,1 0 0 0 0,-1 1 1 0 0,0-1-1 0 0,1 0 0 0 0,0 1 1 0 0,0-1-1 0 0,3 3 1 0 0,-2-2-192 0 0,1-1 1 0 0,0 1-1 0 0,0-1 1 0 0,0-1-1 0 0,0 1 1 0 0,0 0-1 0 0,0-1 1 0 0,1 0 0 0 0,-1 0-1 0 0,1 0 1 0 0,7 1-1 0 0,1 0-780 0 0,1-1 0 0 0,1 0-1 0 0,-1-1 1 0 0,0 0 0 0 0,0-2-1 0 0,0 1 1 0 0,28-6 0 0 0,-8-2-2609 0 0,0-5-1520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0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1 229 1920 0 0,'39'-42'8577'0'0,"-12"12"-3962"0"0,-25 29-4287 0 0,0 0-212 0 0,-1 1 1 0 0,1-1-1 0 0,0 1 0 0 0,0 0 1 0 0,0-1-1 0 0,0 1 1 0 0,0 0-1 0 0,0 0 0 0 0,0 0 1 0 0,0 0-1 0 0,2 1 0 0 0,0 1-56 0 0,0 0-1 0 0,0 0 0 0 0,0-1 1 0 0,1 1-1 0 0,-1-1 0 0 0,1 0 1 0 0,-1 0-1 0 0,1 0 1 0 0,-1-1-1 0 0,1 1 0 0 0,-1-1 1 0 0,1 0-1 0 0,0-1 0 0 0,-1 1 1 0 0,1-1-1 0 0,-1 0 0 0 0,1 0 1 0 0,-1 0-1 0 0,0-1 1 0 0,1 1-1 0 0,-1-1 0 0 0,6-3 1 0 0,-2 0-71 0 0,0 0 1 0 0,0-1 0 0 0,0 0 0 0 0,-1 0-1 0 0,0 0 1 0 0,0-1 0 0 0,0 0-1 0 0,-1 0 1 0 0,0-1 0 0 0,-1 0 0 0 0,1 0-1 0 0,-1 0 1 0 0,-1 0 0 0 0,0-1 0 0 0,0 0-1 0 0,4-15 1 0 0,-8 24 3 0 0,0-1 0 0 0,-1 0 0 0 0,1 0 0 0 0,0 1 0 0 0,0-1-1 0 0,0 0 1 0 0,-1 1 0 0 0,1-1 0 0 0,0 0 0 0 0,-1 1 0 0 0,1-1 0 0 0,-1 0 0 0 0,1 1 0 0 0,0-1 0 0 0,-1 1-1 0 0,1-1 1 0 0,-1 1 0 0 0,0-1 0 0 0,1 1 0 0 0,-1-1 0 0 0,1 1 0 0 0,-1 0 0 0 0,0-1 0 0 0,1 1 0 0 0,-1 0 0 0 0,0 0-1 0 0,1-1 1 0 0,-1 1 0 0 0,0 0 0 0 0,0 0 0 0 0,1 0 0 0 0,-1 0 0 0 0,0 0 0 0 0,0 0 0 0 0,1 0 0 0 0,-1 0-1 0 0,0 0 1 0 0,-1 0 0 0 0,-13 7 89 0 0,-1 0 0 0 0,1 1 0 0 0,0 0 0 0 0,1 1 0 0 0,0 1 0 0 0,0 0 0 0 0,1 1-1 0 0,1 0 1 0 0,-20 23 0 0 0,16-15 147 0 0,1 0-1 0 0,1 2 0 0 0,0-1 1 0 0,2 2-1 0 0,0 0 0 0 0,-11 29 1 0 0,22-47-202 0 0,-1 0 0 0 0,1 0 0 0 0,0 1 0 0 0,0-1 0 0 0,1 0 0 0 0,-1 1 0 0 0,1-1 0 0 0,0 0 0 0 0,0 1 0 0 0,0-1 0 0 0,0 1 0 0 0,2 3 0 0 0,-1-5-115 0 0,-1-1-1 0 0,1 0 1 0 0,0 0 0 0 0,0 0 0 0 0,0-1-1 0 0,0 1 1 0 0,1 0 0 0 0,-1 0 0 0 0,0-1 0 0 0,1 1-1 0 0,-1 0 1 0 0,1-1 0 0 0,0 1 0 0 0,-1-1-1 0 0,1 0 1 0 0,0 0 0 0 0,0 0 0 0 0,0 0 0 0 0,0 0-1 0 0,0 0 1 0 0,0 0 0 0 0,0 0 0 0 0,0-1-1 0 0,0 1 1 0 0,4-1 0 0 0,5 2-1131 0 0,0-2 0 0 0,0 1 0 0 0,-1-2 0 0 0,1 1 0 0 0,0-1 0 0 0,0-1 0 0 0,14-4 0 0 0,13-5-4850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0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28 272 0 0,'18'-27'8223'0'0,"-26"27"-7567"0"0,0 1 1 0 0,0 1-1 0 0,0-1 0 0 0,0 1 0 0 0,0 1 0 0 0,0 0 0 0 0,1 0 0 0 0,-1 0 0 0 0,-10 7 0 0 0,2 0-44 0 0,0 1 0 0 0,-28 24 0 0 0,42-33-576 0 0,0 0 1 0 0,0 0 0 0 0,0 0-1 0 0,1 0 1 0 0,-1 1 0 0 0,1-1-1 0 0,-1 0 1 0 0,1 1 0 0 0,0-1 0 0 0,0 1-1 0 0,0-1 1 0 0,0 1 0 0 0,1 0-1 0 0,-1-1 1 0 0,0 1 0 0 0,1 0 0 0 0,0-1-1 0 0,0 1 1 0 0,0 0 0 0 0,0 0-1 0 0,0-1 1 0 0,1 1 0 0 0,-1 0 0 0 0,1-1-1 0 0,-1 1 1 0 0,1 0 0 0 0,0-1-1 0 0,0 1 1 0 0,0-1 0 0 0,1 1-1 0 0,-1-1 1 0 0,3 3 0 0 0,5 9 226 0 0,0-1 0 0 0,2-1 0 0 0,-1 0 1 0 0,17 14-1 0 0,-14-13 94 0 0,10 10 165 0 0,53 56 757 0 0,-65-66-989 0 0,-2-1-1 0 0,0 1 1 0 0,0 1 0 0 0,12 25 0 0 0,-20-37-186 0 0,0 0-1 0 0,0 0 0 0 0,0 1 1 0 0,-1-1-1 0 0,1 0 1 0 0,-1 0-1 0 0,1 1 0 0 0,-1-1 1 0 0,0 0-1 0 0,0 1 0 0 0,0-1 1 0 0,0 0-1 0 0,0 0 1 0 0,0 1-1 0 0,-1-1 0 0 0,1 0 1 0 0,-1 0-1 0 0,0 1 1 0 0,0-1-1 0 0,-1 2 0 0 0,0-1-26 0 0,0 0 0 0 0,0-1 0 0 0,0 1 0 0 0,0-1 0 0 0,-1 0-1 0 0,1 1 1 0 0,-1-1 0 0 0,0 0 0 0 0,0-1 0 0 0,0 1-1 0 0,1 0 1 0 0,-6 1 0 0 0,-5 1 2 0 0,1 0 0 0 0,-1-1 1 0 0,0 0-1 0 0,0-1 0 0 0,-24 1 0 0 0,22-3-808 0 0,0 0 0 0 0,0-1 1 0 0,1-1-1 0 0,-1 0 0 0 0,-23-7 0 0 0,23 4-3148 0 0,0-1 0 0 0,-24-13 0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0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1 952 0 0,'4'0'1145'0'0,"1"1"-1"0"0,0 0 1 0 0,0 0-1 0 0,-1 0 1 0 0,1 0-1 0 0,-1 1 1 0 0,1 0-1 0 0,7 5 0 0 0,-10-6-995 0 0,-1 0 0 0 0,1 0 0 0 0,-1 0 0 0 0,0 1 0 0 0,1-1 0 0 0,-1 1 0 0 0,0-1 0 0 0,0 1 0 0 0,0-1 0 0 0,0 1 0 0 0,-1 0 0 0 0,1-1 0 0 0,0 1 0 0 0,-1 0 0 0 0,1 0 0 0 0,-1 0 0 0 0,1-1 0 0 0,-1 1-1 0 0,0 0 1 0 0,0 0 0 0 0,0 0 0 0 0,0 0 0 0 0,0-1 0 0 0,0 1 0 0 0,-1 0 0 0 0,0 3 0 0 0,-3 11 157 0 0,-1 0 0 0 0,-1-1-1 0 0,0 0 1 0 0,-1 0 0 0 0,-1 0 0 0 0,-15 22 0 0 0,-67 78-916 0 0,75-97 116 0 0,-1 2-318 0 0,-44 48-6095 0 0,35-42 719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1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28 589 452 0 0,'-4'10'6923'0'0,"0"-4"-5570"0"0,1 1 1 0 0,0 0 0 0 0,-5 14 0 0 0,7-14-1041 0 0,-1 0 0 0 0,1-1 0 0 0,0 1 0 0 0,1 0 0 0 0,-1 8 0 0 0,1-13-285 0 0,0 1-1 0 0,1 0 1 0 0,-1-1 0 0 0,0 1-1 0 0,1-1 1 0 0,-1 1 0 0 0,1-1-1 0 0,0 1 1 0 0,0-1 0 0 0,0 1-1 0 0,0-1 1 0 0,0 0 0 0 0,0 1-1 0 0,1-1 1 0 0,-1 0 0 0 0,1 0-1 0 0,-1 0 1 0 0,1 0 0 0 0,0 0-1 0 0,0-1 1 0 0,0 1 0 0 0,0 0-1 0 0,0-1 1 0 0,0 0 0 0 0,1 1-1 0 0,-1-1 1 0 0,0 0 0 0 0,1 0-1 0 0,-1 0 1 0 0,1 0 0 0 0,-1-1-1 0 0,1 1 1 0 0,4 0 0 0 0,4 0 13 0 0,0-1 1 0 0,0 1-1 0 0,0-2 1 0 0,0 0-1 0 0,0 0 1 0 0,0-1-1 0 0,0 0 1 0 0,0-1-1 0 0,-1 0 0 0 0,1-1 1 0 0,13-6-1 0 0,-9 2-21 0 0,-1-1 0 0 0,0 0 0 0 0,0-1 0 0 0,-1-1 1 0 0,-1 0-1 0 0,22-23 0 0 0,-6-3-48 0 0,-1 0 0 0 0,-2-2 0 0 0,-2 0 0 0 0,29-68 0 0 0,85-254-380 0 0,-134 347 147 0 0,-8 20 160 0 0,-14 33 103 0 0,14-28-26 0 0,-25 46 41 0 0,-53 119 89 0 0,74-153-66 0 0,1 0 0 0 0,1 1 0 0 0,2 0 0 0 0,0 0 0 0 0,-3 43-1 0 0,7-60-108 0 0,1 0 0 0 0,1-1-1 0 0,-1 1 1 0 0,1-1 0 0 0,0 1 0 0 0,0-1-1 0 0,1 0 1 0 0,0 1 0 0 0,0-1-1 0 0,1 0 1 0 0,-1 0 0 0 0,1 0-1 0 0,1 0 1 0 0,-1-1 0 0 0,9 11-1 0 0,-7-11-231 0 0,1 0-1 0 0,-1-1 0 0 0,1 1 1 0 0,0-1-1 0 0,0 0 1 0 0,0-1-1 0 0,1 1 0 0 0,-1-1 1 0 0,1-1-1 0 0,0 1 1 0 0,-1-1-1 0 0,1 0 0 0 0,0-1 1 0 0,11 2-1 0 0,38 0-4135 0 0,-25-6 1234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1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205 165 2000 0 0,'24'-60'3472'0'0,"-14"39"-1707"0"0,-1-2 0 0 0,9-38 697 0 0,-36 80-1923 0 0,-2 15 502 0 0,1 1-1 0 0,-27 70 1 0 0,19-38-284 0 0,-9 26 201 0 0,-42 172-1 0 0,64-216-329 0 0,8-30 600 0 0,4-15-424 0 0,2-7 112 0 0,3-7-866 0 0,1 0-1 0 0,0 1 1 0 0,0-1-1 0 0,1 1 1 0 0,0 0-1 0 0,1 0 1 0 0,-1 0-1 0 0,9-8 1 0 0,-2 0 5 0 0,4-4-33 0 0,0 0 1 0 0,2 1-1 0 0,26-24 1 0 0,-37 37-52 0 0,1 1 0 0 0,1 0 0 0 0,-1 0 0 0 0,1 0 0 0 0,0 1 0 0 0,0 0 0 0 0,0 1 0 0 0,1 0 0 0 0,0 0 0 0 0,0 1 0 0 0,13-2 0 0 0,-19 4 13 0 0,0 1 1 0 0,0-1-1 0 0,0 1 0 0 0,0 0 1 0 0,0 0-1 0 0,0 1 0 0 0,0-1 1 0 0,0 1-1 0 0,-1 0 0 0 0,1 0 1 0 0,0 0-1 0 0,0 1 0 0 0,-1-1 1 0 0,1 1-1 0 0,-1 0 0 0 0,1 0 1 0 0,3 3-1 0 0,-2 0 15 0 0,-1 0 1 0 0,-1 1-1 0 0,1-1 1 0 0,-1 1-1 0 0,0 0 1 0 0,0 0-1 0 0,-1 0 1 0 0,1 0-1 0 0,-1 1 0 0 0,-1-1 1 0 0,1 1-1 0 0,0 12 1 0 0,-1 4 11 0 0,-1 0 0 0 0,-4 33 0 0 0,-1 11-2623 0 0,5-66 2330 0 0,0 0 0 0 0,0 0-1 0 0,1 1 1 0 0,-1-1 0 0 0,0 0 0 0 0,0 0 0 0 0,1 0 0 0 0,-1 0 0 0 0,1 0 0 0 0,-1 0 0 0 0,1 0 0 0 0,0 0 0 0 0,-1 0-1 0 0,1 0 1 0 0,0 0 0 0 0,-1 0 0 0 0,1-1 0 0 0,2 2 0 0 0,23 2-10702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2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180 132 1856 0 0,'8'-14'8467'0'0,"-7"16"-8228"0"0,-1 0-1 0 0,1 0 1 0 0,-1 0 0 0 0,0 0 0 0 0,0 0-1 0 0,1 0 1 0 0,-1 0 0 0 0,-1 0 0 0 0,1 0-1 0 0,-1 4 1 0 0,1 25 1078 0 0,2-26-1191 0 0,-1 0-1 0 0,1 0 1 0 0,0-1-1 0 0,0 1 1 0 0,4 5 0 0 0,-5-9-103 0 0,0 1 1 0 0,0-1 0 0 0,0 0-1 0 0,0 0 1 0 0,0 1 0 0 0,0-1 0 0 0,0 0-1 0 0,1 0 1 0 0,-1 0 0 0 0,0 0 0 0 0,1-1-1 0 0,-1 1 1 0 0,1 0 0 0 0,-1 0-1 0 0,1-1 1 0 0,-1 1 0 0 0,1-1 0 0 0,-1 0-1 0 0,1 1 1 0 0,0-1 0 0 0,-1 0 0 0 0,1 0-1 0 0,0 0 1 0 0,2 0 0 0 0,-2-1-15 0 0,1 1 0 0 0,0-1 0 0 0,0 0 0 0 0,0 1 0 0 0,-1-1 0 0 0,1-1 0 0 0,0 1 0 0 0,-1 0 0 0 0,0-1 0 0 0,1 1 0 0 0,-1-1 0 0 0,0 0 0 0 0,1 0 0 0 0,-1 0 0 0 0,3-3 0 0 0,-1 0 13 0 0,-1-1-1 0 0,1 1 0 0 0,-1 0 1 0 0,0-1-1 0 0,-1 0 0 0 0,1 0 0 0 0,1-6 1 0 0,-1 1 88 0 0,0 0 1 0 0,-1-1-1 0 0,0 1 0 0 0,-1-1 1 0 0,0 1-1 0 0,-1-1 0 0 0,-3-21 1 0 0,3 31-109 0 0,0 1-1 0 0,0-1 1 0 0,0 0 0 0 0,-1 0-1 0 0,1 1 1 0 0,-1-1 0 0 0,1 0-1 0 0,-1 1 1 0 0,0-1 0 0 0,1 1-1 0 0,-1-1 1 0 0,0 1 0 0 0,0-1 0 0 0,0 1-1 0 0,0 0 1 0 0,-1-1 0 0 0,1 1-1 0 0,0 0 1 0 0,0 0 0 0 0,-1 0-1 0 0,1 0 1 0 0,-1 0 0 0 0,1 0-1 0 0,-1 0 1 0 0,1 0 0 0 0,-1 1 0 0 0,0-1-1 0 0,1 1 1 0 0,-1-1 0 0 0,0 1-1 0 0,1 0 1 0 0,-1-1 0 0 0,0 1-1 0 0,0 0 1 0 0,1 0 0 0 0,-1 0-1 0 0,0 0 1 0 0,1 1 0 0 0,-1-1 0 0 0,0 0-1 0 0,0 1 1 0 0,-2 0 0 0 0,-5 2-16 0 0,0 1 0 0 0,0 0 0 0 0,0 0 0 0 0,1 0 1 0 0,-1 1-1 0 0,-10 9 0 0 0,-1 1 36 0 0,1 1 0 0 0,1 2 1 0 0,-24 27-1 0 0,9-1 48 0 0,14-12-22 0 0,13-21-16 0 0,0 1 1 0 0,1 1-1 0 0,0-1 1 0 0,0 1 0 0 0,2 0-1 0 0,-1 0 1 0 0,-2 26 0 0 0,6-34-18 0 0,0-1 0 0 0,0 1 1 0 0,0 0-1 0 0,0 0 0 0 0,1 0 1 0 0,0 0-1 0 0,0-1 0 0 0,0 1 1 0 0,0 0-1 0 0,1-1 0 0 0,0 1 1 0 0,0-1-1 0 0,0 0 0 0 0,0 1 1 0 0,1-1-1 0 0,0 0 0 0 0,-1 0 1 0 0,1-1-1 0 0,1 1 1 0 0,-1-1-1 0 0,1 1 0 0 0,-1-1 1 0 0,1 0-1 0 0,0 0 0 0 0,7 3 1 0 0,-2-1-117 0 0,0-1 0 0 0,1 0 0 0 0,-1 0 0 0 0,1-1 1 0 0,0 0-1 0 0,1-1 0 0 0,-1 0 0 0 0,0-1 0 0 0,0 0 1 0 0,1-1-1 0 0,15 0 0 0 0,-11-2-167 0 0,-1-1 1 0 0,0 0-1 0 0,0 0 1 0 0,0-2-1 0 0,0 0 1 0 0,0 0-1 0 0,18-11 1 0 0,-4-2-145 0 0,0 0 0 0 0,-1-2 0 0 0,-2-1 0 0 0,0-2 0 0 0,-1 0 0 0 0,30-38 0 0 0,43-77 842 0 0,-26 35 1903 0 0,-69 101-2103 0 0,-1 7-24 0 0,-5 15 173 0 0,-10 25 470 0 0,-119 289 2448 0 0,112-282-1144 0 0,20-50-1661 0 0,9-19-81 0 0,23-34-308 0 0,2 1 0 0 0,2 2-1 0 0,2 2 1 0 0,52-51 0 0 0,-27 43 31 0 0,-55 49-145 0 0,0 0 1 0 0,1 0-1 0 0,0 0 0 0 0,0 1 1 0 0,0 0-1 0 0,15-4 0 0 0,-21 7-17 0 0,0 0-1 0 0,0 1 0 0 0,1-1 0 0 0,-1 1 0 0 0,0 0 0 0 0,0 0 1 0 0,1-1-1 0 0,-1 2 0 0 0,0-1 0 0 0,1 0 0 0 0,-1 0 0 0 0,0 1 1 0 0,1-1-1 0 0,-1 1 0 0 0,0 0 0 0 0,0-1 0 0 0,0 1 0 0 0,0 0 1 0 0,0 0-1 0 0,4 3 0 0 0,-4-2 17 0 0,0 0 0 0 0,0 1 0 0 0,-1-1 0 0 0,1 1-1 0 0,-1-1 1 0 0,1 1 0 0 0,-1-1 0 0 0,0 1 0 0 0,0 0 0 0 0,0 0 0 0 0,0 0 0 0 0,0 0 0 0 0,0 5 0 0 0,0 8 139 0 0,0 0 1 0 0,-1 1 0 0 0,-1-1 0 0 0,-5 25-1 0 0,5-36-42 0 0,-8 44 253 0 0,5-33-163 0 0,0 0-1 0 0,2 1 0 0 0,0-1 0 0 0,1 1 0 0 0,0 0 0 0 0,3 25 1 0 0,-1-40-153 0 0,-1-1 0 0 0,0 1 0 0 0,1-1 0 0 0,-1 0-1 0 0,1 1 1 0 0,0-1 0 0 0,-1 0 0 0 0,1 1 0 0 0,0-1 0 0 0,0 0 0 0 0,0 0 0 0 0,0 0 0 0 0,0 0 0 0 0,0 0 0 0 0,0 0 0 0 0,0 0 0 0 0,0 0 0 0 0,0 0 0 0 0,0 0 0 0 0,1-1 0 0 0,-1 1 0 0 0,0 0 0 0 0,1-1 0 0 0,-1 1 0 0 0,1-1 0 0 0,-1 0 0 0 0,0 1 0 0 0,1-1 0 0 0,-1 0 0 0 0,1 0 0 0 0,-1 0 0 0 0,1 0 0 0 0,-1 0 0 0 0,1 0 0 0 0,-1 0 0 0 0,0-1 0 0 0,1 1 0 0 0,-1 0 0 0 0,3-2 0 0 0,3 0-226 0 0,0 0 0 0 0,0 0 0 0 0,0-1 0 0 0,0-1 0 0 0,-1 1 0 0 0,9-6 0 0 0,3-4-2210 0 0,24-23 1 0 0,-8-2-5641 0 0,-18 17-392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2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 5785 0 0,'-82'1'6453'0'0,"-76"6"3116"0"0,145-4-8714 0 0,17 0-498 0 0,23 1-639 0 0,174-1-4620 0 0,-68-6-2065 0 0,-35-2-1497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4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29 676 1748 0 0,'-3'5'731'0'0,"0"0"0"0"0,0 0-1 0 0,0 1 1 0 0,0-1 0 0 0,1 1-1 0 0,0-1 1 0 0,0 1 0 0 0,1 0 0 0 0,-1 0-1 0 0,0 11 1 0 0,0 0 369 0 0,2 0-1 0 0,1 27 1 0 0,-1-36-828 0 0,1 0 0 0 0,1-1 0 0 0,-1 1 1 0 0,1 0-1 0 0,0-1 0 0 0,4 8 1 0 0,-5-14-233 0 0,-1 0 0 0 0,1 0 1 0 0,0 0-1 0 0,0 0 1 0 0,-1 0-1 0 0,1 0 0 0 0,0-1 1 0 0,0 1-1 0 0,0 0 0 0 0,0 0 1 0 0,0-1-1 0 0,0 1 0 0 0,0-1 1 0 0,0 1-1 0 0,0-1 1 0 0,0 0-1 0 0,0 1 0 0 0,0-1 1 0 0,0 0-1 0 0,1 0 0 0 0,-1 1 1 0 0,0-1-1 0 0,0 0 0 0 0,2 0 1 0 0,24-4 303 0 0,-19 1-304 0 0,1-1-1 0 0,-1 0 1 0 0,0 0-1 0 0,0 0 1 0 0,0-1 0 0 0,0 0-1 0 0,-1-1 1 0 0,0 0-1 0 0,10-10 1 0 0,0-2-4 0 0,-2-1 0 0 0,19-28 0 0 0,26-53-12 0 0,91-211-1 0 0,-5 4-167 0 0,-123 277-9 0 0,-23 30 150 0 0,1-1 1 0 0,-1 1 0 0 0,0-1-1 0 0,0 1 1 0 0,1-1 0 0 0,-1 1-1 0 0,0 0 1 0 0,1-1 0 0 0,-1 1-1 0 0,1-1 1 0 0,-1 1 0 0 0,1 0-1 0 0,-1 0 1 0 0,0-1 0 0 0,1 1-1 0 0,-1 0 1 0 0,1 0 0 0 0,-1-1-1 0 0,1 1 1 0 0,-1 0 0 0 0,1 0-1 0 0,0 0 1 0 0,-1 0 0 0 0,1 0-1 0 0,-1 0 1 0 0,1 0 0 0 0,-1 0-1 0 0,1 0 1 0 0,-1 0 0 0 0,1 0-1 0 0,-1 0 1 0 0,1 0 0 0 0,-1 0-1 0 0,1 0 1 0 0,-1 1-1 0 0,1-1 1 0 0,-1 0 0 0 0,1 0-1 0 0,-1 1 1 0 0,1-1 0 0 0,-1 0-1 0 0,1 1 1 0 0,-1-1 0 0 0,0 0-1 0 0,1 1 1 0 0,-1-1 0 0 0,1 1-1 0 0,-1-1 1 0 0,0 1 0 0 0,0-1-1 0 0,1 1 1 0 0,1 2-1 0 0,0 0 1 0 0,0-1-1 0 0,0 1 0 0 0,-1 0 0 0 0,1 0 1 0 0,-1 0-1 0 0,1 4 0 0 0,5 26 144 0 0,-2 0 1 0 0,-2 1-1 0 0,0 42 0 0 0,-12 105 309 0 0,3-83-377 0 0,-3 194 139 0 0,8-284-1091 0 0,-3-8 193 0 0,-7-13-242 0 0,-8-23-118 0 0,-5-19 154 0 0,-35-56 1 0 0,47 91 861 0 0,0 2-1 0 0,-2-1 1 0 0,0 2-1 0 0,-1 0 1 0 0,0 0-1 0 0,-22-16 0 0 0,33 30 81 0 0,0 0-1 0 0,-1 0 0 0 0,1 1 0 0 0,-1-1 0 0 0,0 1 1 0 0,1 0-1 0 0,-1 0 0 0 0,0 0 0 0 0,0 1 0 0 0,-1 0 1 0 0,1 0-1 0 0,0 0 0 0 0,0 1 0 0 0,-9 0 0 0 0,7 0 7 0 0,-1 1 1 0 0,1 1-1 0 0,0-1 0 0 0,-1 1 0 0 0,1 0 0 0 0,0 1 0 0 0,0 0 0 0 0,0 0 0 0 0,-10 6 0 0 0,9-4-21 0 0,0 1 0 0 0,0 0 0 0 0,1 0 0 0 0,-1 0-1 0 0,1 1 1 0 0,1 0 0 0 0,-1 1 0 0 0,1-1 0 0 0,1 1 0 0 0,-1 0 0 0 0,1 1 0 0 0,1-1-1 0 0,0 1 1 0 0,0 0 0 0 0,0 0 0 0 0,-2 11 0 0 0,6-17-30 0 0,-1 0 0 0 0,0 0 0 0 0,1-1 0 0 0,0 1 1 0 0,0 0-1 0 0,0 0 0 0 0,0 0 0 0 0,0 0 0 0 0,1-1 0 0 0,-1 1 0 0 0,1 0 0 0 0,-1 0 0 0 0,1-1 1 0 0,0 1-1 0 0,0-1 0 0 0,1 1 0 0 0,-1-1 0 0 0,0 1 0 0 0,1-1 0 0 0,-1 1 0 0 0,1-1 0 0 0,0 0 1 0 0,0 0-1 0 0,0 0 0 0 0,0 0 0 0 0,0 0 0 0 0,0-1 0 0 0,1 1 0 0 0,-1-1 0 0 0,0 1 0 0 0,1-1 1 0 0,-1 0-1 0 0,1 0 0 0 0,0 0 0 0 0,4 1 0 0 0,6 1-15 0 0,1 0 0 0 0,-1-1 1 0 0,1-1-1 0 0,0 0 0 0 0,25-2 0 0 0,12-3-552 0 0,-1-2 0 0 0,-1-2-1 0 0,1-2 1 0 0,-2-3 0 0 0,0-1-1 0 0,0-3 1 0 0,-1-2 0 0 0,-1-1-1 0 0,-2-3 1 0 0,0-2 0 0 0,-1-1-1 0 0,-1-3 1 0 0,-2-1 0 0 0,39-38 0 0 0,-60 49 951 0 0,-1-1 1 0 0,-1 0-1 0 0,25-40 1 0 0,-34 46 338 0 0,0-1-1 0 0,-1 0 1 0 0,0 0 0 0 0,-1-1 0 0 0,-1 0-1 0 0,7-32 1 0 0,-12 47-661 0 0,0 0 0 0 0,0 0 0 0 0,1 0 0 0 0,-1 0 0 0 0,0 0-1 0 0,0 0 1 0 0,0 0 0 0 0,0 0 0 0 0,0 0 0 0 0,0 0 0 0 0,0 0 0 0 0,0 0 0 0 0,-1 0 0 0 0,1 0-1 0 0,0 0 1 0 0,0 0 0 0 0,-1 0 0 0 0,0-1 0 0 0,1 2-33 0 0,-1 0 0 0 0,1 0 0 0 0,-1 0 0 0 0,1 0 0 0 0,-1 0 0 0 0,1 0 1 0 0,-1 0-1 0 0,1 0 0 0 0,-1 1 0 0 0,1-1 0 0 0,-1 0 0 0 0,1 0 0 0 0,-1 0 0 0 0,1 1 0 0 0,0-1 0 0 0,-1 0 0 0 0,1 1 1 0 0,-1-1-1 0 0,1 0 0 0 0,0 1 0 0 0,-1-1 0 0 0,1 0 0 0 0,0 1 0 0 0,-1 0 0 0 0,-23 33 587 0 0,7 2-415 0 0,3 1 1 0 0,0 0 0 0 0,3 1-1 0 0,-7 40 1 0 0,14-61-162 0 0,-17 77 131 0 0,5 1-1 0 0,4 1 0 0 0,-1 122 0 0 0,13-196-637 0 0,0 23-4252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5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91 107 1088 0 0,'3'-7'570'0'0,"-1"0"-1"0"0,1 0 1 0 0,0 1 0 0 0,1-1-1 0 0,-1 1 1 0 0,1-1 0 0 0,1 1-1 0 0,-1 0 1 0 0,1 1-1 0 0,0-1 1 0 0,0 1 0 0 0,11-8-1 0 0,-12 10-479 0 0,0 1 1 0 0,0 0-1 0 0,0 0 0 0 0,1 0 0 0 0,-1 0 0 0 0,1 1 0 0 0,-1-1 0 0 0,1 1 1 0 0,0 1-1 0 0,-1-1 0 0 0,1 1 0 0 0,0-1 0 0 0,0 1 0 0 0,-1 1 0 0 0,1-1 1 0 0,0 1-1 0 0,0-1 0 0 0,-1 1 0 0 0,1 1 0 0 0,8 2 0 0 0,-5 0-24 0 0,-1 0-1 0 0,0 0 0 0 0,0 0 0 0 0,0 1 1 0 0,0 0-1 0 0,-1 0 0 0 0,1 1 1 0 0,-1-1-1 0 0,-1 2 0 0 0,1-1 1 0 0,-1 0-1 0 0,0 1 0 0 0,-1 0 0 0 0,1 0 1 0 0,-2 1-1 0 0,1-1 0 0 0,-1 1 1 0 0,0 0-1 0 0,0 0 0 0 0,-1 0 1 0 0,0 0-1 0 0,0 0 0 0 0,-1 0 0 0 0,0 1 1 0 0,-1-1-1 0 0,0 0 0 0 0,0 1 1 0 0,-1-1-1 0 0,0 0 0 0 0,0 0 1 0 0,-1 1-1 0 0,-4 10 0 0 0,0-2 334 0 0,-2 0 1 0 0,0-1-1 0 0,-1 0 0 0 0,0 0 0 0 0,-1-1 1 0 0,-1 0-1 0 0,-1 0 0 0 0,0-2 0 0 0,-21 19 1 0 0,26-26-168 0 0,4-3 28 0 0,5-5 247 0 0,-1 2-509 0 0,0-1 0 0 0,0 1 0 0 0,0 0-1 0 0,0-1 1 0 0,1 1 0 0 0,-1 0 0 0 0,0 0 0 0 0,0 0 0 0 0,1 0 0 0 0,-1 0-1 0 0,0 0 1 0 0,0 0 0 0 0,0 1 0 0 0,1-1 0 0 0,-1 0 0 0 0,0 1 0 0 0,0-1-1 0 0,2 2 1 0 0,8 3-27 0 0,0 1 1 0 0,0 1-1 0 0,-1 0 0 0 0,0 0 0 0 0,0 1 0 0 0,-1 0 0 0 0,0 1 0 0 0,-1 0 0 0 0,1 0 1 0 0,-2 1-1 0 0,11 15 0 0 0,-11-14 115 0 0,-1 0 1 0 0,0 0 0 0 0,-1 0-1 0 0,0 0 1 0 0,0 1-1 0 0,-1 0 1 0 0,-1 0 0 0 0,0 0-1 0 0,-1 0 1 0 0,0 0-1 0 0,0 22 1 0 0,-2-27 171 0 0,-1-1 0 0 0,1 1 0 0 0,-2-1 0 0 0,1 0 0 0 0,-1 0 0 0 0,0 1 0 0 0,0-1 0 0 0,-1 0 0 0 0,1-1 0 0 0,-1 1 0 0 0,-1 0 0 0 0,1-1 0 0 0,-9 9 0 0 0,6-7 40 0 0,0-1 1 0 0,-1-1 0 0 0,0 1 0 0 0,0-1-1 0 0,0 0 1 0 0,-1-1 0 0 0,1 0 0 0 0,-1 0-1 0 0,-12 4 1 0 0,6-3-31 0 0,-1-1 0 0 0,0-1 0 0 0,-1 0 0 0 0,1-1 0 0 0,-1-1 0 0 0,1 0 0 0 0,-1-1 0 0 0,1-1 0 0 0,0 0 0 0 0,-1-1 0 0 0,-18-5 0 0 0,25 4-427 0 0,0 0-1 0 0,0 0 1 0 0,1-1 0 0 0,-1 0-1 0 0,1 0 1 0 0,0-1 0 0 0,0 0-1 0 0,-12-11 1 0 0,18 14-165 0 0,-1 0 1 0 0,2 0-1 0 0,-1 0 1 0 0,0-1-1 0 0,0 1 1 0 0,1-1-1 0 0,-1 1 1 0 0,1-1 0 0 0,0 0-1 0 0,0 1 1 0 0,0-1-1 0 0,0 0 1 0 0,-1-4-1 0 0,2 4-167 0 0,0 0 0 0 0,0 1 0 0 0,0-1 1 0 0,1 0-1 0 0,-1 0 0 0 0,1 0 0 0 0,-1 1 0 0 0,1-1 0 0 0,0 0 0 0 0,0 1 0 0 0,0-1 0 0 0,0 1 0 0 0,1-1 1 0 0,-1 1-1 0 0,1-1 0 0 0,2-2 0 0 0,8-7-4031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375 232 2212 0 0,'5'-44'3702'0'0,"-3"26"-2426"0"0,0 0 1 0 0,0 0-1 0 0,-2-1 0 0 0,-1 1 0 0 0,0 0 1 0 0,-6-30-1 0 0,7 46-1207 0 0,-1 1 1 0 0,1-1-1 0 0,-1 1 0 0 0,1-1 1 0 0,-1 1-1 0 0,0-1 0 0 0,1 1 1 0 0,-1-1-1 0 0,0 1 0 0 0,0 0 1 0 0,0-1-1 0 0,0 1 0 0 0,0 0 1 0 0,0 0-1 0 0,-1 0 1 0 0,1 0-1 0 0,0 0 0 0 0,-1 0 1 0 0,1 0-1 0 0,-1 0 0 0 0,-1 0 1 0 0,1 0-21 0 0,-1 1-1 0 0,1-1 1 0 0,0 1 0 0 0,0 0 0 0 0,-1 0 0 0 0,1 0 0 0 0,0 0 0 0 0,-1 1 0 0 0,1-1 0 0 0,0 0 0 0 0,0 1 0 0 0,-1 0-1 0 0,-2 1 1 0 0,-5 3 25 0 0,0 0-1 0 0,0 1 1 0 0,0 0-1 0 0,-16 14 1 0 0,-1 6-23 0 0,0 1 0 0 0,2 0 0 0 0,1 2 1 0 0,2 1-1 0 0,0 1 0 0 0,2 1 0 0 0,-25 55 1 0 0,37-70-35 0 0,1 0 0 0 0,1 0 1 0 0,0 0-1 0 0,1 1 0 0 0,-2 18 0 0 0,6-29-10 0 0,1-1 1 0 0,0 1-1 0 0,0 0 0 0 0,0-1 0 0 0,1 1 0 0 0,0-1 0 0 0,2 11 0 0 0,-1-13-5 0 0,-1-1 0 0 0,0 1-1 0 0,1-1 1 0 0,0 1 0 0 0,0-1 0 0 0,0 0 0 0 0,0 0-1 0 0,1 0 1 0 0,-1 0 0 0 0,1 0 0 0 0,-1-1 0 0 0,1 1-1 0 0,0-1 1 0 0,4 3 0 0 0,-2-2-40 0 0,-1-1 0 0 0,1 0-1 0 0,-1-1 1 0 0,1 1 0 0 0,0-1 0 0 0,0 0 0 0 0,0 0 0 0 0,-1 0-1 0 0,1 0 1 0 0,0-1 0 0 0,0 0 0 0 0,0 0 0 0 0,0-1 0 0 0,0 1-1 0 0,0-1 1 0 0,0 0 0 0 0,0 0 0 0 0,0-1 0 0 0,-1 0-1 0 0,1 1 1 0 0,-1-2 0 0 0,6-2 0 0 0,0 0-45 0 0,0-1 0 0 0,-1 0 0 0 0,1-1 0 0 0,-1 0 0 0 0,-1 0 0 0 0,0-1 0 0 0,0 0 0 0 0,11-15 0 0 0,-1-4-11 0 0,-2 0 0 0 0,-1 0 0 0 0,20-55 0 0 0,20-92 820 0 0,-50 164-659 0 0,-4 14-23 0 0,-1 18-20 0 0,0-21-26 0 0,-2 25-218 0 0,0 6 397 0 0,1 1-1 0 0,4 38 1 0 0,-2-63-494 0 0,0 0 1 0 0,0 0 0 0 0,1-1 0 0 0,0 1 0 0 0,1 0 0 0 0,-1-1-1 0 0,1 0 1 0 0,1 1 0 0 0,-1-1 0 0 0,1 0 0 0 0,1-1-1 0 0,-1 1 1 0 0,1-1 0 0 0,8 8 0 0 0,-10-10-476 0 0,6 3-413 0 0,1-4-3145 0 0,7 0 653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6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1 192 1028 0 0,'17'-58'4384'0'0,"2"-8"-1148"0"0,-16 60-3003 0 0,-1 0 0 0 0,1 1 0 0 0,0-1 1 0 0,1 1-1 0 0,-1-1 0 0 0,1 1 0 0 0,0 0 1 0 0,7-6-1 0 0,-9 10-198 0 0,-1-1-1 0 0,1 1 1 0 0,-1 0-1 0 0,1 0 1 0 0,0 0-1 0 0,-1 0 1 0 0,1 0-1 0 0,0 0 1 0 0,0 1 0 0 0,0-1-1 0 0,0 0 1 0 0,0 1-1 0 0,0 0 1 0 0,0-1-1 0 0,0 1 1 0 0,0 0-1 0 0,0 0 1 0 0,0 0 0 0 0,0 0-1 0 0,2 1 1 0 0,0 0-7 0 0,0 0 1 0 0,0 1-1 0 0,0-1 1 0 0,0 1-1 0 0,-1 0 0 0 0,1 0 1 0 0,-1 0-1 0 0,1 1 1 0 0,3 3-1 0 0,3 3 21 0 0,0 1 0 0 0,-1-1 0 0 0,-1 2 0 0 0,0 0 0 0 0,8 12 0 0 0,-10-12 164 0 0,0 0-1 0 0,-1 0 1 0 0,0 0-1 0 0,-1 1 0 0 0,0 0 1 0 0,-1 0-1 0 0,-1 0 1 0 0,0 0-1 0 0,1 13 1 0 0,-2-12 815 0 0,-2 0 1 0 0,1 0-1 0 0,-1-1 0 0 0,-6 26 1 0 0,1-28 850 0 0,1-14-1420 0 0,0-16-387 0 0,6 9-36 0 0,1-1-1 0 0,1 1 1 0 0,-1-1 0 0 0,2 1-1 0 0,0 0 1 0 0,0 0 0 0 0,1 0-1 0 0,10-17 1 0 0,-3 8-39 0 0,2 1 1 0 0,0 0-1 0 0,21-21 0 0 0,-27 32-4 0 0,0 0 0 0 0,1 1 0 0 0,0 0 0 0 0,0 0 0 0 0,1 1 0 0 0,0 0 0 0 0,0 1 1 0 0,0 0-1 0 0,1 0 0 0 0,0 1 0 0 0,13-3 0 0 0,-19 6 1 0 0,0 0 0 0 0,0 0 0 0 0,0 1-1 0 0,0-1 1 0 0,1 1 0 0 0,-1 1 0 0 0,0-1 0 0 0,0 0 0 0 0,0 1 0 0 0,0 0 0 0 0,0 1 0 0 0,0-1 0 0 0,-1 1-1 0 0,1-1 1 0 0,0 2 0 0 0,-1-1 0 0 0,1 0 0 0 0,-1 1 0 0 0,0 0 0 0 0,1 0 0 0 0,-1 0 0 0 0,-1 0 0 0 0,1 1-1 0 0,-1 0 1 0 0,1 0 0 0 0,-1 0 0 0 0,4 6 0 0 0,-2 0-145 0 0,0 0-1 0 0,-1-1 1 0 0,0 1-1 0 0,-1 1 1 0 0,0-1-1 0 0,-1 0 1 0 0,0 1-1 0 0,1 18 1 0 0,-3-18-808 0 0,2 1 1 0 0,0 0-1 0 0,0-1 0 0 0,1 1 1 0 0,0-1-1 0 0,9 19 1 0 0,-11-28 384 0 0,0 0 1 0 0,0 0 0 0 0,1 0 0 0 0,-1 0-1 0 0,1 0 1 0 0,0 0 0 0 0,-1 0 0 0 0,1 0-1 0 0,4 2 1 0 0,7 4-5001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6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249 720 488 0 0,'9'-19'2508'0'0,"-1"-1"0"0"0,8-27 0 0 0,-15 41-2109 0 0,1 0 0 0 0,-1-1 0 0 0,0 1 0 0 0,-1 0 1 0 0,0-1-1 0 0,0 1 0 0 0,0-1 0 0 0,-1 1 0 0 0,1-1 1 0 0,-2 1-1 0 0,1 0 0 0 0,-3-8 0 0 0,3 13-355 0 0,1-1 0 0 0,-1 1 0 0 0,0 0 0 0 0,1-1 0 0 0,-1 1 0 0 0,0 0 0 0 0,0 0 0 0 0,0 0 0 0 0,0 0 0 0 0,0 0 0 0 0,0 0 0 0 0,-1 0 0 0 0,1 0-1 0 0,0 0 1 0 0,0 0 0 0 0,-1 0 0 0 0,1 1 0 0 0,0-1 0 0 0,-1 1 0 0 0,1-1 0 0 0,-1 1 0 0 0,1-1 0 0 0,-1 1 0 0 0,1 0 0 0 0,0 0 0 0 0,-1 0 0 0 0,0 0 0 0 0,1 0 0 0 0,-1 0 0 0 0,1 0 0 0 0,0 0 0 0 0,-1 0-1 0 0,1 1 1 0 0,-1-1 0 0 0,1 1 0 0 0,-2 0 0 0 0,-5 2 38 0 0,0 0-1 0 0,0 1 1 0 0,0-1 0 0 0,1 2-1 0 0,-8 5 1 0 0,-2 3-33 0 0,1 1 0 0 0,0 1 0 0 0,1 0 0 0 0,1 1 0 0 0,0 1 0 0 0,1 0 0 0 0,1 0 0 0 0,1 2 0 0 0,0-1 0 0 0,1 2 0 0 0,-10 30 0 0 0,18-45-32 0 0,0 1 0 0 0,1-1-1 0 0,0 0 1 0 0,0 1 0 0 0,0-1 0 0 0,1 1 0 0 0,-1-1 0 0 0,1 1 0 0 0,1-1 0 0 0,-1 1 0 0 0,1-1 0 0 0,0 0-1 0 0,3 9 1 0 0,-3-11-6 0 0,0 0-1 0 0,1 0 0 0 0,-1-1 1 0 0,1 1-1 0 0,-1-1 0 0 0,1 1 1 0 0,0-1-1 0 0,0 0 1 0 0,0 0-1 0 0,0 1 0 0 0,1-2 1 0 0,-1 1-1 0 0,0 0 0 0 0,1 0 1 0 0,0-1-1 0 0,-1 1 0 0 0,1-1 1 0 0,0 0-1 0 0,-1 0 0 0 0,1 0 1 0 0,0 0-1 0 0,0 0 0 0 0,0-1 1 0 0,0 1-1 0 0,0-1 0 0 0,4 0 1 0 0,6 0-1 0 0,-1-1 0 0 0,1 0 0 0 0,0-1 0 0 0,0-1 1 0 0,-1 0-1 0 0,1-1 0 0 0,-1 0 0 0 0,0 0 0 0 0,0-2 0 0 0,-1 1 1 0 0,1-2-1 0 0,-1 1 0 0 0,-1-1 0 0 0,1-1 0 0 0,9-9 0 0 0,5-6-6 0 0,-1-1-1 0 0,-1 0 1 0 0,-1-2-1 0 0,29-45 1 0 0,-13 8 11 0 0,-3-1 1 0 0,-3-1-1 0 0,-3-2 1 0 0,-2-1-1 0 0,-4-2 0 0 0,-3 0 1 0 0,13-81-1 0 0,-29 119 60 0 0,-6 18-49 0 0,-4 11-17 0 0,-5 8-9 0 0,11-5 1 0 0,-6 5 9 0 0,1 0 0 0 0,-1 1 0 0 0,1-1 0 0 0,1 1 0 0 0,-1 0 0 0 0,1 0 0 0 0,0 0 0 0 0,0 1 0 0 0,1-1 0 0 0,-5 14 0 0 0,3-8 4 0 0,-15 33-3 0 0,3 2 1 0 0,1-1-1 0 0,3 2 1 0 0,2 0-1 0 0,2 0 0 0 0,2 1 1 0 0,2 0-1 0 0,2 66 1 0 0,3-97-246 0 0,1-1 0 0 0,1 1 0 0 0,1 0 0 0 0,9 30 1 0 0,-10-41-314 0 0,1 0-1 0 0,0 0 1 0 0,0 0 0 0 0,0-1 0 0 0,1 1 0 0 0,0-1 0 0 0,1 0-1 0 0,-1 0 1 0 0,1 0 0 0 0,0-1 0 0 0,0 0 0 0 0,1 0 0 0 0,0 0 0 0 0,7 4-1 0 0,9 5-4733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53 314 1628 0 0,'2'-18'2035'0'0,"0"-1"1"0"0,1 1-1 0 0,1 0 0 0 0,12-35 1 0 0,-1 2 1294 0 0,-11 44-1386 0 0,-2 13-1325 0 0,-1 15 43 0 0,-49 232 2006 0 0,34-188-2453 0 0,9-42-372 0 0,-8 40-335 0 0,7-22-4242 0 0,6-84 1959 0 0,32-189 513 0 0,-21 182 2788 0 0,2 0 0 0 0,29-75 1 0 0,-37 114-395 0 0,-1 1-1 0 0,2 0 1 0 0,0-1 0 0 0,11-15 0 0 0,-14 23-115 0 0,-1 1 0 0 0,0-1 0 0 0,1 1 0 0 0,-1-1 0 0 0,1 1 0 0 0,0 0 0 0 0,-1 0 0 0 0,1 0 0 0 0,0 0 0 0 0,1 0 0 0 0,-1 1 0 0 0,0-1 0 0 0,0 1 0 0 0,1 0 0 0 0,-1 0 0 0 0,0 0 0 0 0,1 1 0 0 0,-1-1 0 0 0,1 1 0 0 0,-1 0 0 0 0,6 0 0 0 0,-1 1 53 0 0,0 1 1 0 0,0 0-1 0 0,0 1 1 0 0,0 0-1 0 0,-1 0 1 0 0,1 0 0 0 0,-1 1-1 0 0,0 0 1 0 0,0 1-1 0 0,-1 0 1 0 0,1 0-1 0 0,-1 0 1 0 0,0 0 0 0 0,0 1-1 0 0,-1 0 1 0 0,0 1-1 0 0,0-1 1 0 0,0 1-1 0 0,-1 0 1 0 0,4 7 0 0 0,-3-5 151 0 0,-1 0 1 0 0,0 0 0 0 0,-1 0 0 0 0,0 0-1 0 0,0 0 1 0 0,-1 1 0 0 0,0-1-1 0 0,-1 1 1 0 0,0-1 0 0 0,0 1 0 0 0,-1 0-1 0 0,-1-1 1 0 0,1 1 0 0 0,-1 0 0 0 0,-1-1-1 0 0,0 1 1 0 0,-4 11 0 0 0,-2-4 129 0 0,0 0 0 0 0,-22 30 0 0 0,6-9 952 0 0,12-24-603 0 0,9-14-345 0 0,6-6-298 0 0,-1 5-62 0 0,1 0 1 0 0,0 0 0 0 0,-1 0-1 0 0,1 0 1 0 0,0 1-1 0 0,-1-1 1 0 0,1 1 0 0 0,0 0-1 0 0,0-1 1 0 0,0 1-1 0 0,3 1 1 0 0,2-1-12 0 0,0 0 1 0 0,-1 0-1 0 0,1 1 1 0 0,-1 0-1 0 0,1 1 0 0 0,-1 0 1 0 0,1 0-1 0 0,-1 0 0 0 0,0 1 1 0 0,12 6-1 0 0,-5-1 2 0 0,-1 0 0 0 0,0 1 0 0 0,-1 1 0 0 0,12 11-1 0 0,-19-16 20 0 0,0-1 0 0 0,0 2 0 0 0,0-1 0 0 0,-1 0 0 0 0,0 1 0 0 0,0 0 0 0 0,-1 0 0 0 0,0 0 0 0 0,0 1 0 0 0,0-1 0 0 0,3 13 0 0 0,-5-14 66 0 0,0 0 0 0 0,-1-1 0 0 0,0 1 1 0 0,0 0-1 0 0,0-1 0 0 0,0 1 0 0 0,-1 0 0 0 0,0-1 0 0 0,0 1 0 0 0,0-1 0 0 0,0 1 0 0 0,-1-1 0 0 0,0 0 0 0 0,0 1 0 0 0,0-1 1 0 0,0 0-1 0 0,-1 0 0 0 0,-5 6 0 0 0,-1 1 203 0 0,-1-1 0 0 0,-1 0 1 0 0,0 0-1 0 0,0-1 0 0 0,-1-1 0 0 0,0 0 1 0 0,-1 0-1 0 0,1-1 0 0 0,-1-1 0 0 0,-1 0 0 0 0,-13 4 1 0 0,-9 0 236 0 0,-1 0 0 0 0,0-3 0 0 0,-39 4 0 0 0,56-9-216 0 0,1-1 0 0 0,-40-2-1 0 0,54 1-532 0 0,0 0 0 0 0,0-1 0 0 0,0 0 0 0 0,0 0 0 0 0,0-1-1 0 0,0 1 1 0 0,0-1 0 0 0,0 0 0 0 0,1 0 0 0 0,-1-1 0 0 0,1 1-1 0 0,-1-1 1 0 0,1 0 0 0 0,0 0 0 0 0,0-1 0 0 0,-6-6 0 0 0,10 9-58 0 0,-1 1 0 0 0,0-1 0 0 0,1 0 1 0 0,-1 0-1 0 0,1 0 0 0 0,0 0 0 0 0,-1 0 1 0 0,1 0-1 0 0,0 0 0 0 0,-1 0 0 0 0,1 0 0 0 0,0-1 1 0 0,0 1-1 0 0,0 0 0 0 0,0 0 0 0 0,0 0 1 0 0,0 0-1 0 0,0 0 0 0 0,0 0 0 0 0,0 0 1 0 0,1 0-1 0 0,-1 0 0 0 0,1-2 0 0 0,16-20-9143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8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257 777 2736 0 0,'-8'5'960'0'0,"-9"6"600"0"0,1 0 0 0 0,0 1 0 0 0,1 1 0 0 0,-15 16 0 0 0,20-17-1074 0 0,-17 17 4784 0 0,30-43-5031 0 0,2 0 1 0 0,-1 0-1 0 0,2 1 1 0 0,8-17-1 0 0,6-14-142 0 0,49-135 20 0 0,157-352-148 0 0,-225 526 18 0 0,1 1-1 0 0,0 0 0 0 0,1 0 0 0 0,-1 0 0 0 0,1 0 0 0 0,0 0 0 0 0,-1 0 0 0 0,2 1 1 0 0,-1 0-1 0 0,0-1 0 0 0,1 1 0 0 0,-1 0 0 0 0,1 1 0 0 0,8-5 0 0 0,-11 6 13 0 0,1 1-1 0 0,-1 0 0 0 0,1 0 0 0 0,-1 0 1 0 0,1 0-1 0 0,0 0 0 0 0,-1 0 1 0 0,1 0-1 0 0,-1 0 0 0 0,1 1 0 0 0,-1-1 1 0 0,1 0-1 0 0,-1 1 0 0 0,0-1 1 0 0,1 1-1 0 0,-1 0 0 0 0,1 0 0 0 0,-1-1 1 0 0,0 1-1 0 0,0 0 0 0 0,1 0 0 0 0,-1 0 1 0 0,0 0-1 0 0,0 0 0 0 0,0 1 1 0 0,0-1-1 0 0,0 0 0 0 0,-1 0 0 0 0,2 3 1 0 0,3 4 1 0 0,-1 0-1 0 0,0 0 1 0 0,4 14 0 0 0,-7-19-2 0 0,7 23 14 0 0,-1 0-1 0 0,-1 1 1 0 0,4 47-1 0 0,-4 87 125 0 0,-5-102-93 0 0,-2 65 27 0 0,2 54 227 0 0,4-156-80 0 0,-4-23-196 0 0,-1-10-89 0 0,-2-15-27 0 0,-2 0 0 0 0,-1 1-1 0 0,-1 0 1 0 0,-1 0 0 0 0,-1 0-1 0 0,-2 1 1 0 0,0 0 0 0 0,-1 1-1 0 0,-2 0 1 0 0,0 1 0 0 0,-1 0-1 0 0,-19-20 1 0 0,22 28 33 0 0,-1 1 0 0 0,-1 0 0 0 0,0 1 1 0 0,-1 0-1 0 0,0 1 0 0 0,0 0 0 0 0,-1 2 0 0 0,-1-1 0 0 0,0 2 0 0 0,0 0 0 0 0,-1 1 1 0 0,1 1-1 0 0,-1 0 0 0 0,-1 1 0 0 0,1 1 0 0 0,-1 1 0 0 0,0 0 0 0 0,-22 0 1 0 0,32 4 61 0 0,-1 0 1 0 0,0 0 0 0 0,0 0 0 0 0,0 1-1 0 0,0 1 1 0 0,1-1 0 0 0,-1 1 0 0 0,1 1-1 0 0,0 0 1 0 0,0 0 0 0 0,0 0 0 0 0,-7 7-1 0 0,11-8 2 0 0,-1 0-1 0 0,2 0 0 0 0,-1 0 1 0 0,0 1-1 0 0,1 0 0 0 0,-1 0 1 0 0,1 0-1 0 0,0 0 0 0 0,0 0 1 0 0,1 1-1 0 0,-1-1 0 0 0,1 1 1 0 0,0 0-1 0 0,0-1 0 0 0,1 1 1 0 0,-1 0-1 0 0,1 0 0 0 0,0 0 1 0 0,1 0-1 0 0,-1 0 1 0 0,1 0-1 0 0,0 8 0 0 0,1-10 6 0 0,0 1-1 0 0,0-1 1 0 0,0 0-1 0 0,1 1 1 0 0,-1-1-1 0 0,1 0 1 0 0,0 0-1 0 0,0 0 1 0 0,0 0-1 0 0,0-1 0 0 0,0 1 1 0 0,0 0-1 0 0,1-1 1 0 0,0 0-1 0 0,-1 1 1 0 0,1-1-1 0 0,0 0 1 0 0,0 0-1 0 0,0-1 1 0 0,0 1-1 0 0,1-1 1 0 0,2 2-1 0 0,11 3 20 0 0,0 0 1 0 0,33 6-1 0 0,-49-11-25 0 0,40 6-206 0 0,1-1-1 0 0,-1-2 1 0 0,0-2 0 0 0,1-2 0 0 0,48-6-1 0 0,-43 0-2405 0 0,0-2-1 0 0,53-17 0 0 0,-47 10-2904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39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405 116 1764 0 0,'-9'-26'4050'0'0,"-1"-1"0"0"0,-17-30 1 0 0,26 57-4023 0 0,1-1 1 0 0,-1 1-1 0 0,1-1 1 0 0,-1 1-1 0 0,0 0 1 0 0,1-1-1 0 0,-1 1 1 0 0,0 0-1 0 0,1-1 1 0 0,-1 1-1 0 0,0 0 1 0 0,1 0-1 0 0,-1-1 1 0 0,0 1-1 0 0,1 0 1 0 0,-1 0-1 0 0,0 0 1 0 0,0 0-1 0 0,1 0 1 0 0,-1 0-1 0 0,0 0 1 0 0,0 0-1 0 0,1 0 1 0 0,-1 1-1 0 0,0-1 1 0 0,1 0-1 0 0,-1 0 1 0 0,0 1-1 0 0,0-1 1 0 0,0 1-1 0 0,-21 10 241 0 0,8-1-150 0 0,1 0 0 0 0,0 0 0 0 0,1 1 0 0 0,-20 23 0 0 0,-38 57 121 0 0,49-62-176 0 0,-60 93 91 0 0,71-104-134 0 0,0 0-1 0 0,1 1 1 0 0,2 1 0 0 0,-1-1-1 0 0,-3 22 1 0 0,10-38-16 0 0,1-1 0 0 0,-1 1 0 0 0,1 0 0 0 0,-1-1-1 0 0,1 1 1 0 0,0 0 0 0 0,0 0 0 0 0,0-1 0 0 0,1 1 0 0 0,-1 0 0 0 0,0-1 0 0 0,1 1 0 0 0,0 0 0 0 0,0-1 0 0 0,0 1 0 0 0,0-1 0 0 0,0 1-1 0 0,0-1 1 0 0,3 3 0 0 0,-3-3-1 0 0,1 0 0 0 0,0-1 0 0 0,1 1 0 0 0,-1-1 0 0 0,0 0 0 0 0,0 0 0 0 0,0 0 0 0 0,1 0 0 0 0,-1 0 0 0 0,1 0 0 0 0,-1 0 0 0 0,1-1 0 0 0,-1 1 0 0 0,1-1 0 0 0,-1 0 0 0 0,1 0 0 0 0,-1 0 0 0 0,1 0 0 0 0,0 0 0 0 0,4-2 0 0 0,6 0-6 0 0,1-1-1 0 0,-1-1 1 0 0,0 0 0 0 0,0-1-1 0 0,0 0 1 0 0,-1-1 0 0 0,0 0-1 0 0,0-1 1 0 0,0-1 0 0 0,-1 0 0 0 0,0 0-1 0 0,-1-1 1 0 0,0 0 0 0 0,0-1-1 0 0,-1 0 1 0 0,15-22 0 0 0,-3 1 5 0 0,-2-1 0 0 0,-1-1 0 0 0,-2-1 1 0 0,-1 0-1 0 0,11-38 0 0 0,-17 47 226 0 0,6-23 99 0 0,-13 45-307 0 0,1-3-5 0 0,-9 21-3 0 0,0-1-1 0 0,1 1 1 0 0,1 1 0 0 0,0-1-1 0 0,-3 31 1 0 0,4-27-2 0 0,0-3 5 0 0,1 1-1 0 0,1-1 1 0 0,0 1 0 0 0,1 0-1 0 0,1-1 1 0 0,0 1-1 0 0,6 23 1 0 0,-6-34-1 0 0,1 0 1 0 0,0 1-1 0 0,1-1 0 0 0,0 0 1 0 0,0 0-1 0 0,0 0 0 0 0,1-1 1 0 0,-1 1-1 0 0,1-1 0 0 0,1 0 1 0 0,-1 0-1 0 0,1 0 0 0 0,0-1 1 0 0,0 1-1 0 0,0-1 0 0 0,0 0 1 0 0,1-1-1 0 0,0 1 0 0 0,0-1 1 0 0,0 0-1 0 0,8 2 0 0 0,-6-2-9 0 0,0 0-1 0 0,0-1 1 0 0,0-1-1 0 0,0 1 1 0 0,0-1-1 0 0,0 0 1 0 0,0-1-1 0 0,0 0 0 0 0,0 0 1 0 0,0-1-1 0 0,0 0 1 0 0,0-1-1 0 0,0 1 1 0 0,0-2-1 0 0,0 1 1 0 0,0-1-1 0 0,-1 0 1 0 0,1 0-1 0 0,-1-1 1 0 0,0 0-1 0 0,0-1 1 0 0,-1 1-1 0 0,1-1 0 0 0,-1-1 1 0 0,9-8-1 0 0,-6 3-7 0 0,0 1 0 0 0,-1-2 0 0 0,0 1 0 0 0,0-1 0 0 0,-2 0 0 0 0,1 0 0 0 0,-2-1 0 0 0,0 0 0 0 0,0 0-1 0 0,-1 0 1 0 0,-1 0 0 0 0,0-1 0 0 0,-1 0 0 0 0,1-18 0 0 0,-2 17 18 0 0,-1 0 0 0 0,-1 0 0 0 0,-1 0 0 0 0,0 0 0 0 0,-1 0 0 0 0,0 0-1 0 0,-1 1 1 0 0,-11-28 0 0 0,14 41-19 0 0,1 1 0 0 0,-1-1 0 0 0,1 0 0 0 0,0 0-1 0 0,-1 0 1 0 0,0 0 0 0 0,1 1 0 0 0,-1-1 0 0 0,1 0-1 0 0,-1 1 1 0 0,0-1 0 0 0,0 0 0 0 0,1 1 0 0 0,-1-1-1 0 0,0 1 1 0 0,0-1 0 0 0,0 1 0 0 0,1-1 0 0 0,-3 0-1 0 0,3 1 3 0 0,-1 0-1 0 0,0 0 0 0 0,1 0 1 0 0,-1 1-1 0 0,0-1 0 0 0,1 0 0 0 0,-1 0 1 0 0,0 0-1 0 0,1 0 0 0 0,-1 1 0 0 0,1-1 1 0 0,-1 0-1 0 0,0 1 0 0 0,1-1 1 0 0,-1 0-1 0 0,1 1 0 0 0,-1-1 0 0 0,1 1 1 0 0,-1-1-1 0 0,1 1 0 0 0,-1 0 0 0 0,0 0 0 0 0,-1 1-1 0 0,1 0 0 0 0,0 0 0 0 0,0-1 0 0 0,0 1 0 0 0,0 0 0 0 0,0 0 0 0 0,1 0 0 0 0,-1 0 0 0 0,1 0 0 0 0,-1 1 0 0 0,1-1 0 0 0,0 0 0 0 0,-1 0 1 0 0,2 4-1 0 0,0 0 5 0 0,0 1 0 0 0,1-1 0 0 0,0 0 0 0 0,0 0 0 0 0,1 0 1 0 0,0-1-1 0 0,0 1 0 0 0,0 0 0 0 0,1-1 0 0 0,-1 0 0 0 0,9 9 1 0 0,-4-7 4 0 0,-1 0 0 0 0,1-1 0 0 0,1 1 0 0 0,-1-2 0 0 0,1 1 1 0 0,17 7-1 0 0,-8-6-2 0 0,1 0 0 0 0,0-1 0 0 0,0-1 0 0 0,0-1 1 0 0,0-1-1 0 0,1-1 0 0 0,25 1 0 0 0,-33-4-7 0 0,0 1 0 0 0,0-1-1 0 0,-1-1 1 0 0,1 0 0 0 0,0-1 0 0 0,-1 0 0 0 0,1-1-1 0 0,20-10 1 0 0,-26 11 1 0 0,0 0 0 0 0,0-1 0 0 0,-1 0 0 0 0,1 0 0 0 0,-1 0 1 0 0,0-1-1 0 0,0 0 0 0 0,-1 0 0 0 0,1 0 0 0 0,-1 0 0 0 0,0-1 0 0 0,0 0 0 0 0,-1 1 0 0 0,0-2 0 0 0,0 1 0 0 0,0 0 0 0 0,1-8 0 0 0,-3 13 1 0 0,0-1 0 0 0,-1 0-1 0 0,0 0 1 0 0,1 0 0 0 0,-1 0-1 0 0,0 1 1 0 0,0-1 0 0 0,0 0-1 0 0,0 0 1 0 0,0 0 0 0 0,-1 0-1 0 0,1-2 1 0 0,-1 4 0 0 0,1-1-1 0 0,0 1 1 0 0,0-1-1 0 0,-1 1 1 0 0,1-1 0 0 0,0 1-1 0 0,-1-1 1 0 0,1 1-1 0 0,-1-1 1 0 0,1 1 0 0 0,-1-1-1 0 0,1 1 1 0 0,-1 0 0 0 0,1-1-1 0 0,-1 1 1 0 0,1 0-1 0 0,-1 0 1 0 0,1-1 0 0 0,-1 1-1 0 0,1 0 1 0 0,-1 0-1 0 0,1 0 1 0 0,-2-1 0 0 0,-1 1-2 0 0,1 0 1 0 0,-1 1 0 0 0,0-1 0 0 0,1 0 0 0 0,-1 1 0 0 0,1 0-1 0 0,-1-1 1 0 0,0 1 0 0 0,-3 2 0 0 0,-7 3 13 0 0,0 2-1 0 0,1-1 1 0 0,0 2 0 0 0,0-1 0 0 0,-21 22-1 0 0,-45 56 235 0 0,64-69-199 0 0,0 0 0 0 0,2 2 0 0 0,-11 19 0 0 0,19-30-24 0 0,0-1-1 0 0,1 1 1 0 0,0 0-1 0 0,0 0 0 0 0,1 0 1 0 0,0 0-1 0 0,0 1 1 0 0,1-1-1 0 0,0 0 1 0 0,1 1-1 0 0,0 9 0 0 0,1-14-6 0 0,0 0-1 0 0,0 0 1 0 0,0 1-1 0 0,1-1 0 0 0,0 0 1 0 0,0 0-1 0 0,0 0 1 0 0,0-1-1 0 0,0 1 0 0 0,1 0 1 0 0,0-1-1 0 0,-1 1 1 0 0,1-1-1 0 0,1 0 0 0 0,-1 0 1 0 0,0 0-1 0 0,1-1 1 0 0,-1 1-1 0 0,9 3 1 0 0,-1 0 14 0 0,1-1 0 0 0,0 0 0 0 0,0 0 0 0 0,0-1 1 0 0,20 3-1 0 0,-15-4-24 0 0,1-2 0 0 0,0 0 0 0 0,0-1 0 0 0,-1 0 0 0 0,1-1 0 0 0,0-2 0 0 0,-1 0 0 0 0,1 0 0 0 0,18-8 0 0 0,-15 4-12 0 0,-1 0 1 0 0,0-2 0 0 0,0-1 0 0 0,-1 0 0 0 0,0-2 0 0 0,-1 0 0 0 0,17-15-1 0 0,-19 13 2 0 0,-1-1-1 0 0,-1 0 0 0 0,-1-1 0 0 0,0 0 1 0 0,-1-1-1 0 0,11-20 0 0 0,-16 24 11 0 0,0-1-1 0 0,-1 1 1 0 0,-1-1-1 0 0,0 0 1 0 0,-1 0-1 0 0,-1-1 1 0 0,0 1-1 0 0,-1-1 1 0 0,1-20-1 0 0,-3 33-3 0 0,0 0-1 0 0,1 0 1 0 0,-1 0-1 0 0,-1 0 0 0 0,1 0 1 0 0,0 0-1 0 0,0 0 0 0 0,-1 0 1 0 0,0 0-1 0 0,1 0 0 0 0,-1 0 1 0 0,0 0-1 0 0,0 0 1 0 0,0 0-1 0 0,0 1 0 0 0,0-1 1 0 0,0 0-1 0 0,0 1 0 0 0,-1-1 1 0 0,1 1-1 0 0,0-1 1 0 0,-1 1-1 0 0,-3-3 0 0 0,3 3 3 0 0,-1 0 0 0 0,0 1 0 0 0,0-1 0 0 0,1 1 0 0 0,-1-1 0 0 0,0 1 0 0 0,0 0 0 0 0,0 0 0 0 0,0 0-1 0 0,1 1 1 0 0,-1-1 0 0 0,0 1 0 0 0,0-1 0 0 0,1 1 0 0 0,-1 0 0 0 0,0 0 0 0 0,-3 2 0 0 0,-4 2 28 0 0,0 1 0 0 0,0 0 0 0 0,0 1 0 0 0,1 0 0 0 0,0 1 0 0 0,1-1 0 0 0,0 2 0 0 0,0-1 0 0 0,1 1 0 0 0,0 0-1 0 0,0 1 1 0 0,1 0 0 0 0,0 0 0 0 0,1 0 0 0 0,0 0 0 0 0,1 1 0 0 0,0 0 0 0 0,0 0 0 0 0,1 0 0 0 0,1 0 0 0 0,0 1 0 0 0,0-1 0 0 0,1 15 0 0 0,1-19-10 0 0,1 0 1 0 0,0 0-1 0 0,0 0 0 0 0,1 0 0 0 0,0 0 1 0 0,0 0-1 0 0,0-1 0 0 0,1 1 0 0 0,0-1 0 0 0,1 0 1 0 0,-1 0-1 0 0,6 7 0 0 0,-3-5-19 0 0,1-1-1 0 0,0 0 1 0 0,0 0 0 0 0,1 0-1 0 0,-1-1 1 0 0,2 0 0 0 0,15 8-1 0 0,-4-5-565 0 0,1 0-1 0 0,0-1 1 0 0,0-1-1 0 0,1-1 1 0 0,0-1-1 0 0,43 4 1 0 0,-34-8-2882 0 0,36-2 0 0 0,-16-2-3512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0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368 806 1232 0 0,'-5'-17'1931'0'0,"0"1"0"0"0,2-1 1 0 0,0 0-1 0 0,-1-33 0 0 0,0-6 349 0 0,4 53-2136 0 0,-1-1-1 0 0,0 0 1 0 0,1 0 0 0 0,-1 0-1 0 0,0 0 1 0 0,-1 0 0 0 0,1 1-1 0 0,-1-1 1 0 0,0 1 0 0 0,1-1-1 0 0,-2 1 1 0 0,-3-6 0 0 0,4 7-121 0 0,0 1 1 0 0,0 0-1 0 0,0-1 1 0 0,0 1-1 0 0,0 0 0 0 0,0 0 1 0 0,0 0-1 0 0,0 1 1 0 0,0-1-1 0 0,0 0 1 0 0,-1 1-1 0 0,1-1 1 0 0,0 1-1 0 0,-1 0 1 0 0,1 0-1 0 0,0 0 1 0 0,-1 0-1 0 0,1 0 0 0 0,0 0 1 0 0,0 1-1 0 0,-1-1 1 0 0,1 1-1 0 0,-3 1 1 0 0,-10 3-4 0 0,-1 1 1 0 0,1 0 0 0 0,1 1-1 0 0,0 1 1 0 0,0 1-1 0 0,0 0 1 0 0,1 0 0 0 0,0 1-1 0 0,1 1 1 0 0,-12 12 0 0 0,12-10-14 0 0,1 0 1 0 0,0 0 0 0 0,1 1 0 0 0,1 1 0 0 0,0 0 0 0 0,0 0 0 0 0,2 0-1 0 0,0 1 1 0 0,-7 24 0 0 0,13-35-13 0 0,0 0 0 0 0,0 1-1 0 0,0-1 1 0 0,1 1 0 0 0,-1-1-1 0 0,2 0 1 0 0,-1 1 0 0 0,0-1 0 0 0,1 1-1 0 0,0-1 1 0 0,0 0 0 0 0,1 0-1 0 0,0 1 1 0 0,-1-1 0 0 0,2 0 0 0 0,-1 0-1 0 0,0-1 1 0 0,1 1 0 0 0,0 0-1 0 0,0-1 1 0 0,1 0 0 0 0,-1 0 0 0 0,1 0-1 0 0,0 0 1 0 0,0 0 0 0 0,0-1-1 0 0,0 0 1 0 0,1 0 0 0 0,0 0 0 0 0,7 4-1 0 0,-6-4-58 0 0,0 0 0 0 0,1-1 0 0 0,-1 0 0 0 0,0 0 0 0 0,1 0 0 0 0,0-1 0 0 0,-1 0 0 0 0,1 0 0 0 0,0 0 0 0 0,0-1 0 0 0,0 0 0 0 0,-1-1 0 0 0,1 0 0 0 0,0 0 0 0 0,-1 0 0 0 0,1 0 0 0 0,0-1 0 0 0,-1 0 0 0 0,0-1-1 0 0,1 0 1 0 0,-1 0 0 0 0,0 0 0 0 0,-1 0 0 0 0,8-6 0 0 0,-4 1 10 0 0,0-1-1 0 0,-1 0 0 0 0,0-1 1 0 0,0 1-1 0 0,-1-2 1 0 0,-1 1-1 0 0,1-1 0 0 0,-2 0 1 0 0,1 0-1 0 0,-2 0 1 0 0,5-16-1 0 0,2-14 192 0 0,11-81 1 0 0,-16 77 221 0 0,-5 29-250 0 0,-7 24-48 0 0,-5 29-28 0 0,4-1-21 0 0,3-1 0 0 0,-1 54 0 0 0,5-71 4 0 0,1 0 1 0 0,1-1 0 0 0,0 1 0 0 0,1-1-1 0 0,1 0 1 0 0,1 0 0 0 0,7 19 0 0 0,-9-30-6 0 0,0 0 0 0 0,0 0 1 0 0,1 0-1 0 0,-1-1 1 0 0,1 1-1 0 0,1-1 0 0 0,-1 0 1 0 0,1 0-1 0 0,-1-1 1 0 0,2 1-1 0 0,-1-1 1 0 0,0 0-1 0 0,1 0 0 0 0,-1-1 1 0 0,1 0-1 0 0,0 0 1 0 0,0 0-1 0 0,1-1 0 0 0,-1 1 1 0 0,0-2-1 0 0,1 1 1 0 0,0-1-1 0 0,-1 0 0 0 0,1 0 1 0 0,-1 0-1 0 0,13-2 1 0 0,-6 0-78 0 0,0 0 0 0 0,0-1 0 0 0,0-1 0 0 0,0 0 1 0 0,0-1-1 0 0,-1 0 0 0 0,1-1 0 0 0,-1-1 0 0 0,-1 0 1 0 0,1 0-1 0 0,-1-1 0 0 0,18-14 0 0 0,-6 0-150 0 0,-2 0 0 0 0,-1-1 0 0 0,0-2 0 0 0,-2 0 0 0 0,0 0-1 0 0,-2-2 1 0 0,23-47 0 0 0,-8 0-128 0 0,39-132 0 0 0,-35 61 1423 0 0,21-186-1 0 0,-55 323-964 0 0,-2-1 20 0 0,-4 10-91 0 0,-3 7-6 0 0,-3 12 15 0 0,1 0 1 0 0,1 1-1 0 0,1 0 1 0 0,-9 44-1 0 0,7-26 22 0 0,-31 131 1470 0 0,-23 211 0 0 0,62-365-1484 0 0,-13 153 432 0 0,14-152-431 0 0,2-1 0 0 0,0 1 0 0 0,1-1 0 0 0,1 1 0 0 0,0-1 0 0 0,1 0-1 0 0,10 25 1 0 0,-12-38-70 0 0,0 0-1 0 0,0 0 1 0 0,0 0-1 0 0,0 0 1 0 0,1-1-1 0 0,0 1 1 0 0,-1-1-1 0 0,1 0 1 0 0,0 0-1 0 0,1 0 0 0 0,-1 0 1 0 0,0 0-1 0 0,1-1 1 0 0,0 0-1 0 0,7 4 1 0 0,-5-4-141 0 0,0 0 0 0 0,-1 0 0 0 0,1-1 0 0 0,0 0 0 0 0,0 0 0 0 0,0-1 1 0 0,0 0-1 0 0,0 0 0 0 0,0 0 0 0 0,9-2 0 0 0,-2 0-215 0 0,1-2 0 0 0,-1 0 1 0 0,0 0-1 0 0,0-1 0 0 0,-1-1 0 0 0,0 0 1 0 0,0 0-1 0 0,0-2 0 0 0,15-11 0 0 0,-3-2-83 0 0,0-2 0 0 0,-2-1-1 0 0,0 0 1 0 0,35-55 0 0 0,-20 18 677 0 0,35-78 0 0 0,-62 119 286 0 0,0-1 1 0 0,-2 0 0 0 0,0-1 0 0 0,-2 0-1 0 0,0 0 1 0 0,-2 0 0 0 0,4-35-1 0 0,-8 55-485 0 0,0 1 0 0 0,0 0 0 0 0,0-1 0 0 0,0 1 0 0 0,0-1 0 0 0,0 1-1 0 0,0-1 1 0 0,-1 1 0 0 0,1 0 0 0 0,0-1 0 0 0,-1 1 0 0 0,1 0-1 0 0,-1-1 1 0 0,1 1 0 0 0,-1 0 0 0 0,0 0 0 0 0,0 0 0 0 0,0-1 0 0 0,1 1-1 0 0,-1 0 1 0 0,0 0 0 0 0,0 0 0 0 0,0 0 0 0 0,-2-1 0 0 0,1 2-17 0 0,0-1 0 0 0,1 1 0 0 0,-1 0-1 0 0,0-1 1 0 0,0 1 0 0 0,0 0 0 0 0,0 0 0 0 0,1 0 0 0 0,-1 0 0 0 0,0 1 0 0 0,0-1 0 0 0,0 0 0 0 0,1 1 0 0 0,-1-1 0 0 0,0 1 0 0 0,-1 0 0 0 0,-5 3-13 0 0,0 0 1 0 0,1 0-1 0 0,0 0 0 0 0,0 1 1 0 0,0 0-1 0 0,-10 11 0 0 0,13-12 3 0 0,0 1 1 0 0,1-1-1 0 0,-1 1 0 0 0,1 0 1 0 0,0 0-1 0 0,1 0 0 0 0,-1 1 0 0 0,1-1 1 0 0,0 1-1 0 0,1-1 0 0 0,-1 1 0 0 0,1-1 1 0 0,-1 10-1 0 0,2-6 6 0 0,0 0-1 0 0,0 0 1 0 0,1 0 0 0 0,1 0 0 0 0,-1 0-1 0 0,1 0 1 0 0,7 17 0 0 0,0-5 4 0 0,1-1 0 0 0,1 0 0 0 0,1-1 0 0 0,1 0 0 0 0,0-1 0 0 0,17 18 0 0 0,-23-28 53 0 0,47 56-249 0 0,-49-57 339 0 0,0 0 1 0 0,-1 0 0 0 0,0 0 0 0 0,0 1 0 0 0,0 0 0 0 0,-1 0-1 0 0,3 11 1 0 0,-6-16-36 0 0,0-1-1 0 0,0 0 0 0 0,0 0 1 0 0,0 1-1 0 0,0-1 1 0 0,-1 0-1 0 0,1 0 0 0 0,-1 0 1 0 0,1 0-1 0 0,-1 0 1 0 0,0 0-1 0 0,0 0 0 0 0,0 0 1 0 0,0 0-1 0 0,0 0 1 0 0,0 0-1 0 0,-1 0 0 0 0,1 0 1 0 0,-1-1-1 0 0,1 1 0 0 0,-1-1 1 0 0,1 1-1 0 0,-1-1 1 0 0,0 0-1 0 0,0 0 0 0 0,0 1 1 0 0,0-1-1 0 0,-3 1 1 0 0,-2 2 64 0 0,-2-1 0 0 0,1 0-1 0 0,0 0 1 0 0,-1 0 0 0 0,-13 2 0 0 0,1-3 35 0 0,1 0 0 0 0,-1-1 0 0 0,-25-2 0 0 0,39 1-349 0 0,0-1 0 0 0,-1 0 0 0 0,1 0 0 0 0,0-1 0 0 0,0 0 0 0 0,0 0 0 0 0,0-1 0 0 0,0 1 0 0 0,1-2 0 0 0,-1 1 0 0 0,1-1 0 0 0,-9-6 0 0 0,14 9-90 0 0,0 0 0 0 0,0 0-1 0 0,0 1 1 0 0,0-1 0 0 0,0 0 0 0 0,1 0-1 0 0,-1 0 1 0 0,0-1 0 0 0,1 1 0 0 0,-1 0 0 0 0,0 0-1 0 0,1 0 1 0 0,0 0 0 0 0,-1-1 0 0 0,1 1-1 0 0,0 0 1 0 0,-1 0 0 0 0,1-1 0 0 0,0 1 0 0 0,0-2-1 0 0,1 0-767 0 0,-1 0-1 0 0,1 1 0 0 0,0-1 1 0 0,0 0-1 0 0,0 1 0 0 0,0-1 1 0 0,3-4-1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1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120 147 2292 0 0,'16'-1'9048'0'0,"-13"2"-8402"0"0,-4 2-396 0 0,1-1 0 0 0,-1 1-1 0 0,1 0 1 0 0,-1-1 0 0 0,0 1 0 0 0,0-1 0 0 0,-1 1 0 0 0,1-1 0 0 0,0 1 0 0 0,-1-1 0 0 0,1 0 0 0 0,-4 4-1 0 0,-2 4 482 0 0,-63 125 2849 0 0,63-120-3448 0 0,1 1 0 0 0,1 0 0 0 0,1 0 0 0 0,0 1 1 0 0,1-1-1 0 0,0 1 0 0 0,1 17 0 0 0,2-31-110 0 0,0 0 0 0 0,0-1 0 0 0,0 1 0 0 0,0 0 0 0 0,1 0-1 0 0,-1-1 1 0 0,1 1 0 0 0,0 0 0 0 0,-1-1 0 0 0,1 1 0 0 0,1-1 0 0 0,-1 1 0 0 0,0-1 0 0 0,1 1 0 0 0,-1-1 0 0 0,1 0 0 0 0,-1 0 0 0 0,1 0 0 0 0,0 0 0 0 0,0 0-1 0 0,5 3 1 0 0,-4-3-5 0 0,0 0-1 0 0,1-1 1 0 0,-1 0-1 0 0,1 0 0 0 0,0 0 1 0 0,-1 0-1 0 0,1 0 0 0 0,0-1 1 0 0,0 1-1 0 0,-1-1 1 0 0,1 0-1 0 0,0 0 0 0 0,0-1 1 0 0,0 1-1 0 0,6-2 1 0 0,5-3-3 0 0,0 0 0 0 0,0-1 1 0 0,0 0-1 0 0,-1-1 0 0 0,1-1 0 0 0,-2 0 1 0 0,1-1-1 0 0,-1 0 0 0 0,-1-2 1 0 0,0 1-1 0 0,14-16 0 0 0,-5 3 122 0 0,-1 0-1 0 0,-1-2 1 0 0,-1 0-1 0 0,27-53 0 0 0,-39 65 46 0 0,0 1 0 0 0,-1-1 1 0 0,-1 1-1 0 0,0-1 0 0 0,0-1 0 0 0,-1 1 0 0 0,-1 0 0 0 0,1-25 0 0 0,-3 34-151 0 0,0-1-1 0 0,0 0 1 0 0,-1 1 0 0 0,0-1-1 0 0,0 1 1 0 0,0-1 0 0 0,0 1-1 0 0,-1-1 1 0 0,0 1-1 0 0,0 0 1 0 0,0 0 0 0 0,0 0-1 0 0,-1 0 1 0 0,1 0 0 0 0,-1 0-1 0 0,0 1 1 0 0,0-1 0 0 0,-1 1-1 0 0,1 0 1 0 0,-1 0 0 0 0,1 0-1 0 0,-1 0 1 0 0,0 1 0 0 0,0 0-1 0 0,0 0 1 0 0,0 0 0 0 0,-1 0-1 0 0,-7-2 1 0 0,0 1-4 0 0,0 1 0 0 0,1 0 0 0 0,-1 0 0 0 0,0 2 0 0 0,0-1 0 0 0,0 2 0 0 0,0-1 0 0 0,0 2 0 0 0,0-1 0 0 0,0 2 0 0 0,0 0 0 0 0,1 0 0 0 0,-23 10 0 0 0,22-8-163 0 0,0 1 0 0 0,0 1 0 0 0,0-1 1 0 0,1 2-1 0 0,-1 0 0 0 0,2 0 0 0 0,-1 1 1 0 0,2 0-1 0 0,-1 1 0 0 0,1 0 0 0 0,0 1 1 0 0,-8 13-1 0 0,13-17-282 0 0,0 0 0 0 0,1 1 1 0 0,0 0-1 0 0,0 0 0 0 0,0 0 1 0 0,1 0-1 0 0,0 0 0 0 0,1 0 1 0 0,0 1-1 0 0,0 14 0 0 0,1-15-709 0 0,1-1 0 0 0,0 1 0 0 0,0-1-1 0 0,1 0 1 0 0,0 0 0 0 0,0 0 0 0 0,6 12 0 0 0,6 7-6108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7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1028 0 0,'0'0'4160'0'0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1272 0 0,'0'0'2300'0'0,"8"-5"-488"0"0,2 1-1219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3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13 122 476 0 0,'-1'-10'1163'0'0,"0"1"-1"0"0,1-1 1 0 0,0 1-1 0 0,1-1 1 0 0,-1 1-1 0 0,2 0 1 0 0,0-1 0 0 0,0 1-1 0 0,5-13 1 0 0,-7 21-1107 0 0,0 0-1 0 0,0 0 1 0 0,1 1 0 0 0,-1-1 0 0 0,1 0 0 0 0,-1 0 0 0 0,1 1-1 0 0,-1-1 1 0 0,1 0 0 0 0,-1 1 0 0 0,1-1 0 0 0,0 0 0 0 0,-1 1-1 0 0,1-1 1 0 0,0 1 0 0 0,-1-1 0 0 0,1 1 0 0 0,0 0 0 0 0,0-1-1 0 0,-1 1 1 0 0,1 0 0 0 0,0-1 0 0 0,0 1 0 0 0,0 0-1 0 0,0 0 1 0 0,-1 0 0 0 0,1 0 0 0 0,0 0 0 0 0,0 0 0 0 0,0 0-1 0 0,0 0 1 0 0,0 0 0 0 0,-1 0 0 0 0,1 0 0 0 0,0 1 0 0 0,0-1-1 0 0,0 0 1 0 0,-1 0 0 0 0,2 1 0 0 0,1 1 140 0 0,0-1 0 0 0,0 1 0 0 0,-1-1 0 0 0,1 1-1 0 0,-1 0 1 0 0,1 0 0 0 0,-1 0 0 0 0,4 4 0 0 0,-1 3 81 0 0,0 0 0 0 0,0 0-1 0 0,-1 0 1 0 0,0 0 0 0 0,-1 0 0 0 0,0 1 0 0 0,0 0-1 0 0,-1 0 1 0 0,-1-1 0 0 0,1 1 0 0 0,-1 0-1 0 0,-1 1 1 0 0,-1 17 0 0 0,-3 12 34 0 0,-2-1-1 0 0,-11 42 1 0 0,15-72-263 0 0,-35 126 348 0 0,-12 57-184 0 0,48-189-205 0 0,1 0 1 0 0,0 0 0 0 0,0 0 0 0 0,0 0-1 0 0,0 1 1 0 0,0-1 0 0 0,1 0 0 0 0,1 5-1 0 0,-2-6-5 0 0,1-1 0 0 0,-1 0 0 0 0,1 0 0 0 0,-1 0 0 0 0,1 0 1 0 0,0 0-1 0 0,-1 0 0 0 0,1 0 0 0 0,0 0 0 0 0,0 0 0 0 0,0 0 0 0 0,0 0 0 0 0,0 0 0 0 0,0 0 0 0 0,0-1 0 0 0,0 1 0 0 0,0 0 0 0 0,0-1 0 0 0,0 1 0 0 0,0-1 0 0 0,1 1 0 0 0,-1-1 0 0 0,0 1 0 0 0,0-1 0 0 0,1 0 0 0 0,-1 0 0 0 0,0 0 0 0 0,3 0 0 0 0,3 0-4 0 0,1 0-1 0 0,-1-1 1 0 0,0-1 0 0 0,1 1-1 0 0,-1-1 1 0 0,0 0-1 0 0,0 0 1 0 0,0-1-1 0 0,0 0 1 0 0,-1-1-1 0 0,1 1 1 0 0,7-7-1 0 0,-3 2-6 0 0,-1-1 0 0 0,0 0 0 0 0,0 0 0 0 0,-1-1 0 0 0,-1-1 0 0 0,11-14 0 0 0,-2-4-9 0 0,-1 0 0 0 0,-1-1 0 0 0,-2-1-1 0 0,17-56 1 0 0,-20 42-12 0 0,-2-1 0 0 0,-2 0 0 0 0,-2 0 0 0 0,-3-70 0 0 0,-1 116 23 0 0,1-1 0 0 0,-1 0-1 0 0,0 1 1 0 0,0-1 0 0 0,0 1-1 0 0,0-1 1 0 0,0 0 0 0 0,0 1 0 0 0,0-1-1 0 0,0 0 1 0 0,0 1 0 0 0,-1-1-1 0 0,1 1 1 0 0,0-1 0 0 0,0 0-1 0 0,0 1 1 0 0,-1-1 0 0 0,1 1-1 0 0,0-1 1 0 0,-1 1 0 0 0,1-1 0 0 0,0 1-1 0 0,-2-1 1 0 0,-6 9-30 0 0,-7 24 30 0 0,6 12 64 0 0,2 0 1 0 0,2 1 0 0 0,1 49-1 0 0,5-63-649 0 0,0 0 1 0 0,3-1-1 0 0,0 1 0 0 0,2-1 0 0 0,14 43 1 0 0,-17-65-47 0 0,0 0 0 0 0,0-1 0 0 0,1 1 1 0 0,9 12-1 0 0,-10-17-311 0 0,0 1 1 0 0,-1-1-1 0 0,2 0 1 0 0,-1 0-1 0 0,0 0 1 0 0,6 4-1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4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1 254 848 0 0,'73'-218'13736'0'0,"-73"218"-13686"0"0,1-1 0 0 0,-1 0 0 0 0,0 0 1 0 0,0 0-1 0 0,1 0 0 0 0,-1 0 0 0 0,1 0 0 0 0,-1 0 0 0 0,0 1 0 0 0,1-1 0 0 0,0 0 1 0 0,-1 0-1 0 0,1 1 0 0 0,0-1 0 0 0,-1 0 0 0 0,1 1 0 0 0,0-1 0 0 0,-1 0 1 0 0,1 1-1 0 0,0-1 0 0 0,0 1 0 0 0,0 0 0 0 0,0-1 0 0 0,1 0 0 0 0,-1 2-27 0 0,0-1 0 0 0,0 0 0 0 0,0 0 0 0 0,0 1 0 0 0,0-1 0 0 0,-1 1 0 0 0,1-1-1 0 0,0 1 1 0 0,0-1 0 0 0,0 1 0 0 0,-1-1 0 0 0,1 1 0 0 0,0 0 0 0 0,-1 0-1 0 0,1-1 1 0 0,0 1 0 0 0,-1 0 0 0 0,2 1 0 0 0,2 5 63 0 0,-1 0 0 0 0,1 0-1 0 0,-1 0 1 0 0,3 12 0 0 0,-1 5 194 0 0,0 1-1 0 0,-2 0 1 0 0,-1 1-1 0 0,-1-1 1 0 0,-2 27 0 0 0,-4 2 653 0 0,-14 68 0 0 0,11-87 3516 0 0,6-37-4179 0 0,0 0-233 0 0,0 0-1 0 0,1 0 1 0 0,-1-1-1 0 0,0 1 0 0 0,1 0 1 0 0,0-1-1 0 0,-1 1 1 0 0,1-1-1 0 0,0 0 0 0 0,0 1 1 0 0,0-1-1 0 0,1 0 1 0 0,-1 1-1 0 0,1-1 1 0 0,-1 0-1 0 0,1 0 0 0 0,0 0 1 0 0,1-3-1 0 0,2-58 132 0 0,-3 64-168 0 0,2-22-33 0 0,2-1 0 0 0,1 1 0 0 0,1 0 0 0 0,0 0 0 0 0,2 1 0 0 0,0 0 0 0 0,20-34 0 0 0,-23 45 7 0 0,2-1 0 0 0,0 2-1 0 0,0-1 1 0 0,0 1 0 0 0,2 0 0 0 0,-1 0-1 0 0,1 1 1 0 0,0 0 0 0 0,0 1-1 0 0,1 0 1 0 0,0 1 0 0 0,0 0-1 0 0,1 0 1 0 0,0 1 0 0 0,0 0-1 0 0,15-4 1 0 0,-22 8 13 0 0,0 0 1 0 0,0 0-1 0 0,0 1 1 0 0,1-1-1 0 0,-1 1 0 0 0,0 0 1 0 0,0 0-1 0 0,1 0 0 0 0,-1 1 1 0 0,0 0-1 0 0,0-1 1 0 0,0 1-1 0 0,1 1 0 0 0,-1-1 1 0 0,0 1-1 0 0,-1-1 1 0 0,1 1-1 0 0,0 0 0 0 0,0 0 1 0 0,-1 1-1 0 0,5 3 1 0 0,-4-1 5 0 0,0-1 0 0 0,0 1 1 0 0,0 0-1 0 0,-1 0 1 0 0,0 0-1 0 0,0 0 1 0 0,0 1-1 0 0,0-1 1 0 0,-1 1-1 0 0,0 0 1 0 0,-1-1-1 0 0,1 1 1 0 0,-1 0-1 0 0,1 9 1 0 0,-1 11 12 0 0,-1-1 0 0 0,-2 1 1 0 0,0 0-1 0 0,-2-1 1 0 0,-1 0-1 0 0,-9 31 1 0 0,3-15-535 0 0,-4 46 0 0 0,14-84 424 0 0,1 0 1 0 0,0 0 0 0 0,0 0-1 0 0,0 0 1 0 0,0 0 0 0 0,0 0-1 0 0,1 0 1 0 0,-1 0-1 0 0,1 0 1 0 0,0 0 0 0 0,0 0-1 0 0,0 0 1 0 0,0 0 0 0 0,0 0-1 0 0,1-1 1 0 0,-1 1 0 0 0,1 0-1 0 0,0-1 1 0 0,0 1-1 0 0,0-1 1 0 0,4 4 0 0 0,-2-4-85 0 0,-1 1 0 0 0,1-1 0 0 0,-1-1 0 0 0,1 1 0 0 0,0 0 0 0 0,0-1 1 0 0,0 0-1 0 0,0 0 0 0 0,0 0 0 0 0,0 0 0 0 0,0-1 0 0 0,0 1 0 0 0,0-1 1 0 0,0 0-1 0 0,0-1 0 0 0,6 0 0 0 0,-1 0-225 0 0,0-1 0 0 0,0 0 1 0 0,0-1-1 0 0,0 0 0 0 0,0-1 0 0 0,0 1 1 0 0,-1-2-1 0 0,0 1 0 0 0,13-10 0 0 0,-9 5 28 0 0,0-2 0 0 0,0 1 1 0 0,-1-2-1 0 0,-1 1 0 0 0,12-17 0 0 0,-3-1 271 0 0,-2-1 0 0 0,0 0 1 0 0,-2-1-1 0 0,17-51 0 0 0,14-91 5218 0 0,-38 142-3439 0 0,-8 29-1180 0 0,0 3-62 0 0,-5 17 57 0 0,-14 56 293 0 0,2 1 0 0 0,-7 103 0 0 0,23-167-750 0 0,-2 47 137 0 0,2-54-162 0 0,2 1 0 0 0,-1 0 0 0 0,1-1 0 0 0,-1 1 0 0 0,1-1 0 0 0,0 1 0 0 0,1-1 0 0 0,-1 1 1 0 0,4 4-1 0 0,-5-8-77 0 0,1 0 0 0 0,0-1 1 0 0,-1 1-1 0 0,1 0 0 0 0,0 0 1 0 0,0-1-1 0 0,0 1 0 0 0,0-1 1 0 0,0 1-1 0 0,-1-1 0 0 0,1 1 1 0 0,0-1-1 0 0,0 0 1 0 0,0 0-1 0 0,0 1 0 0 0,0-1 1 0 0,0 0-1 0 0,0 0 0 0 0,0 0 1 0 0,0 0-1 0 0,2 0 0 0 0,21-5-2094 0 0,-17 1 946 0 0,0 0 0 0 0,-1-1 0 0 0,1 0 0 0 0,-1 0 1 0 0,0 0-1 0 0,7-9 0 0 0,6-7-5770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4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119 170 2928 0 0,'-57'-83'7949'0'0,"-1"4"-4542"0"0,54 71-6464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5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50 3132 0 0,'36'-36'12436'0'0,"-23"22"-8533"0"0,-12 15-3865 0 0,-1-1 0 0 0,1 0 1 0 0,-1 1-1 0 0,1-1 0 0 0,-1 0 0 0 0,1 1 0 0 0,-1-1 0 0 0,0 0 0 0 0,1 1 0 0 0,-1-1 1 0 0,0 1-1 0 0,1-1 0 0 0,-1 1 0 0 0,0-1 0 0 0,0 1 0 0 0,1-1 0 0 0,-1 1 1 0 0,0-1-1 0 0,0 1 0 0 0,0-1 0 0 0,0 1 0 0 0,0-1 0 0 0,0 1 0 0 0,0-1 1 0 0,0 1-1 0 0,0-1 0 0 0,0 2 0 0 0,0 17 657 0 0,0-17-582 0 0,-23 253 8671 0 0,9-119-6235 0 0,-18 119-2441 0 0,3-41-129 0 0,26-189 21 0 0,1 0 0 0 0,1 0 0 0 0,2 0 0 0 0,3 26 0 0 0,-4-49-86 0 0,0 0 1 0 0,1 0-1 0 0,-1 0 1 0 0,1 0-1 0 0,-1 0 1 0 0,1 0-1 0 0,0 0 1 0 0,0 0-1 0 0,-1 0 1 0 0,1 0-1 0 0,1-1 1 0 0,-1 1-1 0 0,0 0 0 0 0,0-1 1 0 0,1 1-1 0 0,-1-1 1 0 0,1 1-1 0 0,-1-1 1 0 0,1 0-1 0 0,0 1 1 0 0,1 0-1 0 0,0-1-219 0 0,0 0 0 0 0,-1-1 0 0 0,1 1 0 0 0,0-1 0 0 0,0 1 1 0 0,0-1-1 0 0,-1 0 0 0 0,1 0 0 0 0,0 0 0 0 0,0 0 0 0 0,0-1 0 0 0,-1 1 0 0 0,5-2 0 0 0,5-2-935 0 0,0 0 0 0 0,-1-1 0 0 0,1-1-1 0 0,-1 0 1 0 0,18-13 0 0 0,-18 11-1602 0 0,1-2-1 0 0,15-17 1 0 0,-3 2-5402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5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61 1812 0 0,'-22'-3'2089'0'0,"-140"-21"12584"0"0,160 24-14315 0 0,-5-6 338 0 0,31 0-608 0 0,-1 1 0 0 0,1 1 0 0 0,0 0-1 0 0,29 1 1 0 0,-27 2-164 0 0,133-4-3046 0 0,-53 8-4864 0 0,-72-1 1507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374 192 1008 0 0,'0'0'5413'0'0,"3"-16"118"0"0,3-38 1193 0 0,-5 44-6040 0 0,-1 1 1 0 0,0-1 0 0 0,-3-17 0 0 0,2 24-651 0 0,1-1 0 0 0,-1 1-1 0 0,0 0 1 0 0,0 0 0 0 0,0 0 0 0 0,0 0 0 0 0,-1 0 0 0 0,1 0 0 0 0,-1 1-1 0 0,0-1 1 0 0,1 0 0 0 0,-1 1 0 0 0,-1-1 0 0 0,1 1 0 0 0,0 0 0 0 0,0-1-1 0 0,-1 1 1 0 0,1 0 0 0 0,-1 1 0 0 0,0-1 0 0 0,0 0 0 0 0,0 1-1 0 0,1 0 1 0 0,-1-1 0 0 0,0 1 0 0 0,-1 0 0 0 0,1 1 0 0 0,0-1 0 0 0,0 0-1 0 0,0 1 1 0 0,-6 0 0 0 0,-1 0-32 0 0,0 0 1 0 0,0 1-1 0 0,0 1 1 0 0,1 0-1 0 0,-1 0 0 0 0,1 1 1 0 0,-1 0-1 0 0,1 0 1 0 0,0 1-1 0 0,0 1 0 0 0,1-1 1 0 0,-1 1-1 0 0,-10 9 1 0 0,0 0-17 0 0,1 2 1 0 0,0 0 0 0 0,1 1 0 0 0,-19 26 0 0 0,28-33 8 0 0,0 1 1 0 0,1 0-1 0 0,1 1 0 0 0,-9 20 1 0 0,13-26 6 0 0,-1 0 0 0 0,1 0 1 0 0,1 0-1 0 0,-1 0 0 0 0,1 1 1 0 0,0-1-1 0 0,1 0 0 0 0,-1 1 1 0 0,1-1-1 0 0,1 1 0 0 0,1 10 1 0 0,-2-15 2 0 0,1 1 1 0 0,0 0-1 0 0,0-1 1 0 0,0 1-1 0 0,0-1 1 0 0,1 0-1 0 0,-1 1 0 0 0,0-1 1 0 0,1 0-1 0 0,0 0 1 0 0,-1 1-1 0 0,1-2 1 0 0,0 1-1 0 0,0 0 1 0 0,0 0-1 0 0,0 0 1 0 0,4 1-1 0 0,-2-1 0 0 0,0 0 0 0 0,0-1 0 0 0,0 0 0 0 0,0 1 0 0 0,0-2 0 0 0,0 1 0 0 0,0 0-1 0 0,0-1 1 0 0,1 0 0 0 0,5 0 0 0 0,0-1 1 0 0,0 0 1 0 0,1-1-1 0 0,-1 0 0 0 0,0-1 0 0 0,0 0 1 0 0,0-1-1 0 0,-1 0 0 0 0,13-7 0 0 0,12-12 39 0 0,-1-2-1 0 0,-1-1 0 0 0,-1-1 0 0 0,38-44 0 0 0,-17 18 748 0 0,-37 40-754 0 0,-8 15-58 0 0,-4 0 35 0 0,-2 1-8 0 0,-1 0 0 0 0,1 0 1 0 0,-1 0-1 0 0,1 1 0 0 0,-1-1 1 0 0,0 0-1 0 0,0 0 0 0 0,-2 7 0 0 0,2-10-5 0 0,-3 84 72 0 0,0-57-681 0 0,2 1 0 0 0,1-1 0 0 0,5 44 1 0 0,-4-67 123 0 0,0 1 0 0 0,0-1 0 0 0,1 1 0 0 0,-1-1 1 0 0,1 1-1 0 0,0-1 0 0 0,0 0 0 0 0,5 8 0 0 0,-5-10-207 0 0,-1 0-1 0 0,1-1 0 0 0,0 1 1 0 0,-1-1-1 0 0,1 1 0 0 0,0-1 1 0 0,0 1-1 0 0,0-1 0 0 0,0 0 1 0 0,0 0-1 0 0,4 1 0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6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0 144 852 0 0,'12'-30'4144'0'0,"1"-4"1161"0"0,22-41-1 0 0,-34 75-5284 0 0,-1-1 1 0 0,0 1-1 0 0,1 0 0 0 0,-1-1 1 0 0,1 1-1 0 0,-1 0 1 0 0,1-1-1 0 0,-1 1 1 0 0,1 0-1 0 0,-1 0 1 0 0,1 0-1 0 0,-1-1 0 0 0,1 1 1 0 0,-1 0-1 0 0,1 0 1 0 0,-1 0-1 0 0,1 0 1 0 0,-1 0-1 0 0,1 0 0 0 0,-1 0 1 0 0,1 0-1 0 0,-1 0 1 0 0,1 0-1 0 0,0 0 1 0 0,-1 0-1 0 0,1 0 0 0 0,-1 1 1 0 0,1-1-1 0 0,-1 0 1 0 0,1 0-1 0 0,-1 0 1 0 0,0 1-1 0 0,1-1 0 0 0,-1 0 1 0 0,1 1-1 0 0,-1-1 1 0 0,1 1-1 0 0,16 13 185 0 0,-10-5-141 0 0,-1-1 0 0 0,0 1 0 0 0,0 1 0 0 0,-1-1 0 0 0,0 1 1 0 0,-1 0-1 0 0,0 0 0 0 0,4 13 0 0 0,-1 6 115 0 0,7 52 1 0 0,-11-57-17 0 0,-1 1 0 0 0,-3 42 0 0 0,0-55 285 0 0,-1 0 0 0 0,1 0 0 0 0,-2 0 0 0 0,0 0 0 0 0,0 0 0 0 0,-2-1 0 0 0,-6 16 0 0 0,-9-2 2762 0 0,16-26-2920 0 0,3 1-264 0 0,0-1 0 0 0,0 1 0 0 0,0 0 0 0 0,0-1 0 0 0,0 1 0 0 0,0-1 1 0 0,0 0-1 0 0,-1 1 0 0 0,2-1 0 0 0,-1 0 0 0 0,0 1 0 0 0,0-1 0 0 0,0 0 0 0 0,0 0 0 0 0,0 0 0 0 0,1 0 0 0 0,-1 0 1 0 0,0 0-1 0 0,0-2 0 0 0,0 0 19 0 0,0-1 0 0 0,0 1 0 0 0,0 0 0 0 0,1-1-1 0 0,-1 1 1 0 0,1-1 0 0 0,0-3 0 0 0,1-6-33 0 0,1 0-1 0 0,0 1 0 0 0,0-1 1 0 0,1 0-1 0 0,1 1 1 0 0,0 0-1 0 0,1 0 0 0 0,0 0 1 0 0,1 0-1 0 0,0 1 0 0 0,9-12 1 0 0,6-6-832 0 0,1 0 1 0 0,44-43-1 0 0,-44 52-1610 0 0,34-26-1 0 0,0 7-7159 0 0,-40 29 2791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49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18 1656 0 0,'-3'-17'12707'0'0,"0"25"-12338"0"0,-1 1 0 0 0,1 0-1 0 0,0 0 1 0 0,1 0 0 0 0,0 1-1 0 0,1-1 1 0 0,-1 16-1 0 0,0-6-83 0 0,2-16-249 0 0,-6 35 275 0 0,3 1 1 0 0,2 56-1 0 0,1-85-282 0 0,1 0-1 0 0,0 0 0 0 0,1 1 1 0 0,0-1-1 0 0,1 0 0 0 0,0-1 1 0 0,0 1-1 0 0,1 0 1 0 0,0-1-1 0 0,1 0 0 0 0,0 0 1 0 0,0 0-1 0 0,1-1 1 0 0,11 13-1 0 0,-11-16-12 0 0,0 0-1 0 0,0 0 1 0 0,1-1-1 0 0,0 0 0 0 0,0 0 1 0 0,0 0-1 0 0,0-1 1 0 0,1 0-1 0 0,-1-1 1 0 0,1 0-1 0 0,0 0 1 0 0,-1 0-1 0 0,1-1 1 0 0,0 0-1 0 0,0-1 1 0 0,0 0-1 0 0,9 0 1 0 0,-8-1-6 0 0,1 0 0 0 0,-1 0 1 0 0,1-1-1 0 0,-1 0 1 0 0,0-1-1 0 0,0 0 0 0 0,0 0 1 0 0,0-1-1 0 0,0 0 1 0 0,-1-1-1 0 0,1 0 0 0 0,-1 0 1 0 0,13-12-1 0 0,-11 7-9 0 0,0-1 0 0 0,-1 0 0 0 0,0-1 0 0 0,-1 0 0 0 0,12-23 0 0 0,23-69 109 0 0,-18 41 463 0 0,-20 54-362 0 0,-11 28-147 0 0,-11 33-30 0 0,-119 345 128 0 0,41-95-58 0 0,50-147-10 0 0,-84 191 1 0 0,110-306 393 0 0,-39 61-1 0 0,48-86-161 0 0,-1 0-1 0 0,0-1 0 0 0,-1-1 1 0 0,0 0-1 0 0,-1 0 1 0 0,-29 20-1 0 0,37-29-154 0 0,-1-1 1 0 0,1 0-1 0 0,-1 0 1 0 0,0 0-1 0 0,0-1 1 0 0,0 1-1 0 0,0-1 1 0 0,0-1-1 0 0,-1 0 1 0 0,1 1-1 0 0,-13-1 1 0 0,16-1-121 0 0,0-1 0 0 0,0 1 1 0 0,0-1-1 0 0,0 0 0 0 0,0 1 1 0 0,0-1-1 0 0,0-1 0 0 0,0 1 1 0 0,0 0-1 0 0,1-1 0 0 0,-1 0 1 0 0,0 1-1 0 0,1-1 0 0 0,-1 0 1 0 0,1 0-1 0 0,0-1 0 0 0,0 1 1 0 0,0 0-1 0 0,0-1 0 0 0,0 1 1 0 0,0-1-1 0 0,1 0 0 0 0,-1 1 1 0 0,1-1-1 0 0,0 0 0 0 0,-2-4 1 0 0,0-3-17 0 0,0-1 0 0 0,1 0 0 0 0,0 0 0 0 0,1 0 0 0 0,0 0 0 0 0,1 0 0 0 0,0 0 0 0 0,0 0 0 0 0,1 0 0 0 0,1 0 0 0 0,3-13 0 0 0,3-5-34 0 0,1 0-1 0 0,23-53 1 0 0,-9 37-56 0 0,2 1 0 0 0,2 1 0 0 0,2 1 0 0 0,2 1 0 0 0,1 2 0 0 0,2 1 0 0 0,2 2 0 0 0,75-59 0 0 0,-49 49-1522 0 0,109-62 0 0 0,77-9-6235 0 0,-170 89 638 0 0,-38 15 224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98 1480 0 0,'-2'-15'1765'0'0,"-4"-27"2768"0"0,6 40-4317 0 0,0-1 1 0 0,0 1 0 0 0,0 0-1 0 0,0-1 1 0 0,1 1 0 0 0,-1 0-1 0 0,1 0 1 0 0,0-1 0 0 0,0 1-1 0 0,0 0 1 0 0,0 0 0 0 0,0 0-1 0 0,0 0 1 0 0,3-3 0 0 0,-4 4-181 0 0,1 1-1 0 0,0-1 1 0 0,-1 1 0 0 0,1 0 0 0 0,0-1 0 0 0,0 1 0 0 0,-1 0 0 0 0,1-1 0 0 0,0 1 0 0 0,0 0 0 0 0,-1 0 0 0 0,1 0-1 0 0,0 0 1 0 0,0 0 0 0 0,-1 0 0 0 0,1 0 0 0 0,0 0 0 0 0,0 0 0 0 0,0 0 0 0 0,-1 0 0 0 0,1 1 0 0 0,0-1-1 0 0,-1 0 1 0 0,1 0 0 0 0,0 1 0 0 0,0-1 0 0 0,0 1 0 0 0,17 10 495 0 0,-10-3-309 0 0,0 1 0 0 0,0 0 0 0 0,0 0 0 0 0,-1 1-1 0 0,-1-1 1 0 0,0 2 0 0 0,0-1 0 0 0,-1 1-1 0 0,0-1 1 0 0,5 21 0 0 0,-4-12 11 0 0,-2 0 1 0 0,0 1-1 0 0,-1 0 0 0 0,-1 0 1 0 0,-1 31-1 0 0,-2-36-83 0 0,-1 1-1 0 0,0-1 1 0 0,-1 0 0 0 0,0 0-1 0 0,-7 17 1 0 0,7-24-9 0 0,-1 1 0 0 0,1-1 0 0 0,-1-1 0 0 0,-1 1 1 0 0,1 0-1 0 0,-1-1 0 0 0,-1 0 0 0 0,1 0 0 0 0,-1-1 0 0 0,-9 8 0 0 0,15-13-130 0 0,-1-1 0 0 0,1 1-1 0 0,-1-1 1 0 0,0 1-1 0 0,1-1 1 0 0,-1 1 0 0 0,0-1-1 0 0,0 1 1 0 0,1-1-1 0 0,-1 0 1 0 0,0 1-1 0 0,0-1 1 0 0,0 0 0 0 0,0 0-1 0 0,1 0 1 0 0,-1 0-1 0 0,0 0 1 0 0,0 0 0 0 0,0 0-1 0 0,0 0 1 0 0,1 0-1 0 0,-1 0 1 0 0,0 0 0 0 0,0 0-1 0 0,0 0 1 0 0,0-1-1 0 0,1 1 1 0 0,-1 0-1 0 0,0-1 1 0 0,0 1 0 0 0,1-1-1 0 0,-1 1 1 0 0,0-1-1 0 0,1 1 1 0 0,-1-1 0 0 0,0 1-1 0 0,1-1 1 0 0,-1 1-1 0 0,1-1 1 0 0,-1 0 0 0 0,0 0-1 0 0,-1-2 3 0 0,1 0-1 0 0,-1 0 0 0 0,1 0 1 0 0,-1 0-1 0 0,1 0 1 0 0,0-1-1 0 0,-1-4 0 0 0,1-4-7 0 0,0 0 0 0 0,1 0-1 0 0,0 0 1 0 0,1 0-1 0 0,1 0 1 0 0,0 0 0 0 0,0 0-1 0 0,1 0 1 0 0,1 1-1 0 0,5-13 1 0 0,1 1 0 0 0,0 1 1 0 0,2 1-1 0 0,0 0 1 0 0,16-19-1 0 0,-20 29-10 0 0,0 1 0 0 0,1 1 0 0 0,0-1 0 0 0,0 2 0 0 0,1-1 0 0 0,0 1 0 0 0,1 1 0 0 0,0 0 0 0 0,0 0 0 0 0,0 1 0 0 0,18-7 0 0 0,-22 11 2 0 0,-1 0 0 0 0,1 0 0 0 0,0 1 0 0 0,0 0 0 0 0,0 0 0 0 0,0 1 0 0 0,0-1 0 0 0,0 2 0 0 0,0-1 0 0 0,1 1 0 0 0,-1 0 0 0 0,-1 0 0 0 0,1 1 0 0 0,0 0 0 0 0,0 0 0 0 0,-1 1 0 0 0,1 0 1 0 0,-1 0-1 0 0,0 0 0 0 0,0 1 0 0 0,0 0 0 0 0,8 6 0 0 0,-5-2 3 0 0,-1 1 1 0 0,0 0 0 0 0,0 0-1 0 0,-1 0 1 0 0,0 1-1 0 0,-1 0 1 0 0,0 1 0 0 0,-1-1-1 0 0,0 1 1 0 0,0 0-1 0 0,-1 0 1 0 0,-1 1 0 0 0,0-1-1 0 0,0 1 1 0 0,-1-1-1 0 0,-1 1 1 0 0,0 0 0 0 0,0 0-1 0 0,-1 0 1 0 0,-1 0-1 0 0,0 0 1 0 0,-1-1 0 0 0,0 1-1 0 0,0 0 1 0 0,-2-1-1 0 0,1 1 1 0 0,-1-1 0 0 0,-8 15-1 0 0,11-25 10 0 0,0 1-1 0 0,0-1 1 0 0,0 1 0 0 0,0-1-1 0 0,0 0 1 0 0,0 1-1 0 0,0-1 1 0 0,-1 0 0 0 0,1 0-1 0 0,0 0 1 0 0,-3 1-1 0 0,-5-10-4 0 0,9 5-6 0 0,-1 0 0 0 0,0 0 0 0 0,1 0 0 0 0,-1 0 1 0 0,1 0-1 0 0,0 0 0 0 0,0 0 0 0 0,0 0 0 0 0,1 0 0 0 0,-1 0 0 0 0,1 0 0 0 0,-1 0 0 0 0,1 0 0 0 0,2-3 0 0 0,17-45-11 0 0,-16 42 12 0 0,13-25-1 0 0,1-1 1 0 0,1 2-1 0 0,36-47 1 0 0,-43 65-4 0 0,0 0 1 0 0,2 1 0 0 0,-1 1 0 0 0,2 0 0 0 0,-1 1 0 0 0,2 0 0 0 0,0 2 0 0 0,0 0 0 0 0,20-10 0 0 0,-30 18 1 0 0,0-1-1 0 0,0 1 1 0 0,-1 1 0 0 0,2-1 0 0 0,-1 1-1 0 0,0 0 1 0 0,0 0 0 0 0,0 0 0 0 0,0 1 0 0 0,1 0-1 0 0,-1 1 1 0 0,0-1 0 0 0,10 3 0 0 0,-12-2 6 0 0,-1 1 1 0 0,0-1 0 0 0,0 1-1 0 0,0-1 1 0 0,1 1 0 0 0,-2 0 0 0 0,1 0-1 0 0,0 0 1 0 0,0 0 0 0 0,-1 1-1 0 0,1-1 1 0 0,-1 1 0 0 0,0 0 0 0 0,0 0-1 0 0,0 0 1 0 0,0 0 0 0 0,0 0-1 0 0,0 0 1 0 0,-1 0 0 0 0,0 0 0 0 0,1 1-1 0 0,-1-1 1 0 0,-1 0 0 0 0,1 1-1 0 0,0 4 1 0 0,0 9 29 0 0,-1 0 0 0 0,0 0 1 0 0,-2 0-1 0 0,0 0 0 0 0,-1-1 0 0 0,0 1 0 0 0,-11 29 0 0 0,0 5 8 0 0,10-35 159 0 0,1-7-527 0 0,1 1 0 0 0,0 0-1 0 0,0 1 1 0 0,1-1 0 0 0,0 18-1 0 0,1-26 187 0 0,0 0-1 0 0,1 0 0 0 0,-1 1 1 0 0,1-1-1 0 0,-1 0 0 0 0,1 0 1 0 0,0 0-1 0 0,0 0 0 0 0,0-1 0 0 0,0 1 1 0 0,0 0-1 0 0,0 0 0 0 0,0 0 1 0 0,1-1-1 0 0,-1 1 0 0 0,0-1 1 0 0,1 1-1 0 0,0-1 0 0 0,-1 1 1 0 0,1-1-1 0 0,0 0 0 0 0,0 0 0 0 0,0 0 1 0 0,0 0-1 0 0,-1 0 0 0 0,1-1 1 0 0,1 1-1 0 0,-1 0 0 0 0,0-1 1 0 0,0 1-1 0 0,0-1 0 0 0,0 0 1 0 0,4 0-1 0 0,3 0-360 0 0,1 0 1 0 0,0-1-1 0 0,0-1 0 0 0,0 0 1 0 0,-1 0-1 0 0,1-1 1 0 0,-1 0-1 0 0,0 0 0 0 0,0-1 1 0 0,0 0-1 0 0,9-6 1 0 0,11-8-1673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1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1063 4172 0 0,'27'-27'1020'0'0,"0"-1"0"0"0,41-58 0 0 0,-55 69-99 0 0,-2-2 0 0 0,-1 0-1 0 0,0 0 1 0 0,-1-1 0 0 0,-1 0 0 0 0,9-33-1 0 0,-17 52-851 0 0,0 0-1 0 0,1 0 1 0 0,-1 0-1 0 0,0 0 1 0 0,0 0-1 0 0,0 0 1 0 0,0 0-1 0 0,0 0 1 0 0,0 0-1 0 0,0 0 1 0 0,0 0-1 0 0,0 0 1 0 0,0 0-1 0 0,-1 0 1 0 0,1 0-1 0 0,0 0 1 0 0,-1 0-1 0 0,1 0 1 0 0,0 0-1 0 0,-1 1 1 0 0,1-1-1 0 0,-2-2 1 0 0,1 3-34 0 0,0-1 0 0 0,1 1 0 0 0,-1 0 0 0 0,0-1 0 0 0,0 1 0 0 0,1 0 1 0 0,-1 0-1 0 0,0-1 0 0 0,0 1 0 0 0,0 0 0 0 0,0 0 0 0 0,1 0 0 0 0,-1 0 0 0 0,0 0 0 0 0,0 0 1 0 0,0 0-1 0 0,0 0 0 0 0,1 1 0 0 0,-1-1 0 0 0,0 0 0 0 0,0 0 0 0 0,0 1 0 0 0,0 0 0 0 0,-7 3 39 0 0,1 1-1 0 0,0 0 1 0 0,1 0-1 0 0,-1 1 1 0 0,1-1-1 0 0,0 2 0 0 0,0-1 1 0 0,1 1-1 0 0,-9 12 1 0 0,4-5-13 0 0,-9 12-10 0 0,1 1-1 0 0,1 1 1 0 0,1 1 0 0 0,2 1 0 0 0,1 0-1 0 0,-18 59 1 0 0,30-83-33 0 0,0 0-1 0 0,0 0 0 0 0,0 1 1 0 0,1 8-1 0 0,0-14-11 0 0,0 1 0 0 0,-1-1 0 0 0,2 0 0 0 0,-1 1 0 0 0,0-1 0 0 0,0 0 0 0 0,0 1 0 0 0,1-1 0 0 0,-1 0 0 0 0,0 1 0 0 0,1-1 0 0 0,-1 0 0 0 0,1 0 0 0 0,0 0 0 0 0,-1 1 0 0 0,1-1 0 0 0,0 0 0 0 0,0 0 0 0 0,0 0 0 0 0,0 0 0 0 0,0 0 0 0 0,0 0 0 0 0,0-1 0 0 0,0 1 0 0 0,0 0 0 0 0,0 0 0 0 0,0-1 0 0 0,0 1 0 0 0,2 0 0 0 0,1-1-3 0 0,0 1-1 0 0,0-1 1 0 0,0-1 0 0 0,0 1 0 0 0,0-1-1 0 0,0 1 1 0 0,0-1 0 0 0,0 0-1 0 0,0-1 1 0 0,0 1 0 0 0,-1-1 0 0 0,1 1-1 0 0,-1-1 1 0 0,1 0 0 0 0,-1 0 0 0 0,1-1-1 0 0,-1 1 1 0 0,0-1 0 0 0,0 0-1 0 0,-1 0 1 0 0,1 0 0 0 0,3-4 0 0 0,8-10-1 0 0,-2-1 0 0 0,20-36 0 0 0,-27 46 3 0 0,30-65 44 0 0,4-7 53 0 0,-38 79-121 0 0,4 11-27 0 0,-3 22 68 0 0,-6 53-1 0 0,2-58 10 0 0,1 0 0 0 0,0 0 0 0 0,8 49 0 0 0,-7-72-20 0 0,1 0 0 0 0,0 1 0 0 0,0-1 0 0 0,0 0 0 0 0,1 0-1 0 0,-1-1 1 0 0,1 1 0 0 0,0 0 0 0 0,0-1 0 0 0,0 1 0 0 0,1-1 0 0 0,-1 1 0 0 0,1-1 0 0 0,0 0 0 0 0,0 0 0 0 0,0 0 0 0 0,0 0 0 0 0,0-1 0 0 0,1 0 0 0 0,-1 1 0 0 0,1-1 0 0 0,0 0 0 0 0,-1-1 0 0 0,1 1 0 0 0,0-1 0 0 0,0 1 0 0 0,0-1 0 0 0,0 0 0 0 0,0-1 0 0 0,1 1 0 0 0,-1-1 0 0 0,0 1 0 0 0,0-1 0 0 0,0-1 0 0 0,1 1 0 0 0,6-2 0 0 0,2-1-22 0 0,1 0 0 0 0,-1-1 0 0 0,0 0 0 0 0,-1-1 0 0 0,1 0 0 0 0,-1-1 0 0 0,0-1 0 0 0,0 0 0 0 0,21-17 0 0 0,-5 0-338 0 0,0-1 1 0 0,34-41 0 0 0,-17 11-484 0 0,-2-2 0 0 0,-3-2 0 0 0,62-122 1 0 0,-61 92 498 0 0,-4-1 1 0 0,33-126 0 0 0,-48 132 1929 0 0,13-107 0 0 0,-34 190-1582 0 0,-1 0-1 0 0,0 1 0 0 0,0-1 0 0 0,0 1 0 0 0,1-1 0 0 0,-1 0 1 0 0,0 1-1 0 0,0-1 0 0 0,0 0 0 0 0,0 1 0 0 0,0-1 0 0 0,0 0 0 0 0,0 1 1 0 0,-1-1-1 0 0,1 0 0 0 0,0 1 0 0 0,0-1 0 0 0,0 0 0 0 0,-1 1 1 0 0,1-1-1 0 0,0 0 0 0 0,0 1 0 0 0,-1-1 0 0 0,0 0 0 0 0,0 1-6 0 0,1 0 0 0 0,-1 1-1 0 0,0-1 1 0 0,0 0 0 0 0,1 1 0 0 0,-1-1-1 0 0,0 0 1 0 0,1 1 0 0 0,-1-1-1 0 0,1 1 1 0 0,-1-1 0 0 0,1 1 0 0 0,-1 0-1 0 0,1-1 1 0 0,-1 1 0 0 0,0 1-1 0 0,-21 33 52 0 0,-8 41 71 0 0,4 1 1 0 0,-30 140 0 0 0,38-107 72 0 0,-9 166 1 0 0,27-142-102 0 0,1-114-29 0 0,1 1 0 0 0,1-1-1 0 0,1 0 1 0 0,10 29 0 0 0,-13-45-53 0 0,0-1 0 0 0,1 0 1 0 0,-1 1-1 0 0,1-1 0 0 0,0 0 0 0 0,0 0 0 0 0,0 0 0 0 0,0 0 0 0 0,0 0 0 0 0,1-1 0 0 0,-1 1 0 0 0,1-1 0 0 0,0 0 0 0 0,0 1 0 0 0,0-1 0 0 0,0 0 0 0 0,0-1 1 0 0,0 1-1 0 0,0 0 0 0 0,4 0 0 0 0,-3-1-7 0 0,0 0 0 0 0,1-1 0 0 0,-1 1 0 0 0,0-1 0 0 0,0 0 1 0 0,0 0-1 0 0,1-1 0 0 0,-1 1 0 0 0,0-1 0 0 0,0 0 0 0 0,0 0 0 0 0,0 0 1 0 0,0-1-1 0 0,0 1 0 0 0,0-1 0 0 0,-1 0 0 0 0,5-3 0 0 0,4-3-5 0 0,0-1 0 0 0,0-1 0 0 0,-1 0 0 0 0,0 0 0 0 0,-1-1 0 0 0,-1 0 0 0 0,1-1-1 0 0,-2 0 1 0 0,0-1 0 0 0,0 0 0 0 0,7-17 0 0 0,-4 5 71 0 0,-1-1 0 0 0,-1 0 1 0 0,-2 0-1 0 0,0-1 0 0 0,3-32 0 0 0,-5-2 106 0 0,-5 59-184 0 0,13 25-60 0 0,-8-18 55 0 0,0 0 1 0 0,1 0-1 0 0,-1 0 0 0 0,1-1 0 0 0,0 0 0 0 0,0 0 1 0 0,0-1-1 0 0,1 0 0 0 0,-1 0 0 0 0,1 0 0 0 0,10 2 1 0 0,10 3-13 0 0,41 4 0 0 0,-43-7-75 0 0,1-2 0 0 0,1-1 0 0 0,-1-1 0 0 0,0-1 0 0 0,46-6 1 0 0,-64 5 67 0 0,0-1 1 0 0,0 0 0 0 0,-1 0 0 0 0,1 0-1 0 0,-1-1 1 0 0,1-1 0 0 0,-1 1-1 0 0,0-1 1 0 0,0 0 0 0 0,-1 0 0 0 0,1-1-1 0 0,-1 0 1 0 0,0 0 0 0 0,0-1 0 0 0,-1 0-1 0 0,1 0 1 0 0,-1 0 0 0 0,-1 0 0 0 0,1-1-1 0 0,-1 0 1 0 0,0 0 0 0 0,-1 0 0 0 0,3-8-1 0 0,-5 13 20 0 0,0 0 0 0 0,-1 0 0 0 0,1-1-1 0 0,-1 1 1 0 0,0 0 0 0 0,0 0-1 0 0,0 0 1 0 0,0-1 0 0 0,0-1 0 0 0,0 3 2 0 0,-1 1 1 0 0,1-1-1 0 0,0 1 1 0 0,0-1-1 0 0,0 1 0 0 0,0 0 1 0 0,0-1-1 0 0,-1 1 1 0 0,1-1-1 0 0,0 1 1 0 0,0 0-1 0 0,-1-1 1 0 0,1 1-1 0 0,0 0 1 0 0,-1-1-1 0 0,1 1 1 0 0,0 0-1 0 0,-1-1 1 0 0,1 1-1 0 0,0 0 0 0 0,-1 0 1 0 0,1 0-1 0 0,-1-1 1 0 0,1 1-1 0 0,-1 0 1 0 0,1 0-1 0 0,0 0 1 0 0,-1 0-1 0 0,1 0 1 0 0,-1 0-1 0 0,1 0 1 0 0,-1 0-1 0 0,1 0 1 0 0,-1 0-1 0 0,1 0 1 0 0,0 0-1 0 0,-1 0 0 0 0,1 0 1 0 0,-1 0-1 0 0,1 0 1 0 0,-1 0-1 0 0,1 1 1 0 0,0-1-1 0 0,-1 0 1 0 0,1 0-1 0 0,-1 0 1 0 0,1 1-1 0 0,0-1 1 0 0,-1 0-1 0 0,1 1 1 0 0,0-1-1 0 0,-1 0 0 0 0,1 1 1 0 0,-10 7 11 0 0,0 0 1 0 0,0 0-1 0 0,1 1 0 0 0,1 1 1 0 0,0-1-1 0 0,0 1 0 0 0,0 1 1 0 0,-10 20-1 0 0,2-1 53 0 0,2 0 0 0 0,-13 42 0 0 0,22-58-26 0 0,1 0 0 0 0,1 0 0 0 0,0 0 0 0 0,0 0 0 0 0,2 1 0 0 0,0 26 0 0 0,1-36-38 0 0,0-1 1 0 0,1 1-1 0 0,0 0 0 0 0,0 0 1 0 0,0 0-1 0 0,0-1 0 0 0,1 1 0 0 0,0-1 1 0 0,0 1-1 0 0,0-1 0 0 0,1 0 0 0 0,-1 0 1 0 0,1 0-1 0 0,0 0 0 0 0,0 0 1 0 0,1 0-1 0 0,-1-1 0 0 0,1 0 0 0 0,-1 1 1 0 0,1-1-1 0 0,0-1 0 0 0,0 1 0 0 0,7 3 1 0 0,0-1-295 0 0,0-1 1 0 0,0 0 0 0 0,1-1 0 0 0,-1 0-1 0 0,1-1 1 0 0,0 0 0 0 0,-1 0 0 0 0,1-1-1 0 0,19-2 1 0 0,-13 0-537 0 0,-1-2 1 0 0,1 0-1 0 0,-1-1 0 0 0,0 0 1 0 0,32-14-1 0 0,-24 6-4 0 0,1-1 1 0 0,-2-1-1 0 0,0-2 1 0 0,24-19-1 0 0,-24 15 1272 0 0,31-33 0 0 0,-37 32 1101 0 0,-1-1 0 0 0,26-41 1 0 0,18-52 6887 0 0,-60 114-7854 0 0,-3 22 136 0 0,-1 0-1 0 0,0 0 0 0 0,-2-1 0 0 0,-10 32 1 0 0,-3 15 74 0 0,12-42-599 0 0,0-4-79 0 0,2 0 1 0 0,0 0-1 0 0,1 0 1 0 0,1 0-1 0 0,1 36 0 0 0,1-55-220 0 0,0 0 0 0 0,0 0 0 0 0,1 0 0 0 0,-1 0 0 0 0,0 0 0 0 0,1-1 0 0 0,-1 1 0 0 0,1 0 0 0 0,0 0-1 0 0,-1-1 1 0 0,1 1 0 0 0,0 0 0 0 0,0-1 0 0 0,0 1 0 0 0,0-1 0 0 0,0 1 0 0 0,1-1 0 0 0,-1 1 0 0 0,0-1-1 0 0,1 0 1 0 0,-1 0 0 0 0,1 0 0 0 0,-1 0 0 0 0,1 0 0 0 0,-1 0 0 0 0,1 0 0 0 0,0 0 0 0 0,0 0 0 0 0,-1-1 0 0 0,1 1-1 0 0,0-1 1 0 0,0 0 0 0 0,0 1 0 0 0,0-1 0 0 0,-1 0 0 0 0,1 0 0 0 0,0 0 0 0 0,0 0 0 0 0,0 0 0 0 0,0-1 0 0 0,3 0-1 0 0,2-1-1091 0 0,0 0 0 0 0,0-1 0 0 0,0 1 0 0 0,-1-2 0 0 0,1 1-1 0 0,-1-1 1 0 0,0 0 0 0 0,0 0 0 0 0,10-10 0 0 0,8-10-5514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2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187 155 2556 0 0,'-76'-74'12048'0'0,"38"38"-8998"0"0,2 0-4971 0 0,28 33-109 0 0,-21-2-9269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2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 2960 0 0,'-86'20'4945'0'0,"47"-12"-1491"0"0,-45 15 1 0 0,83-23-3394 0 0,0 0 1 0 0,1 1-1 0 0,-1-1 1 0 0,0 0-1 0 0,1 0 0 0 0,-1 1 1 0 0,0-1-1 0 0,1 0 1 0 0,-1 1-1 0 0,1-1 0 0 0,-1 0 1 0 0,0 1-1 0 0,1-1 0 0 0,-1 1 1 0 0,1-1-1 0 0,0 1 1 0 0,-2 1-1 0 0,8 4 457 0 0,21 2-162 0 0,65 2-234 0 0,113-3 0 0 0,-135-6-685 0 0,282 0-6025 0 0,-316-1 4955 0 0,70-1-4216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2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69 2652 0 0,'2'0'5996'0'0,"0"-1"-5526"0"0,0 0-1 0 0,0 0 1 0 0,0 0-1 0 0,0 0 1 0 0,0 0-1 0 0,0 0 1 0 0,0 0-1 0 0,-1 0 1 0 0,1-1-1 0 0,0 1 1 0 0,-1-1-1 0 0,1 1 1 0 0,-1-1-1 0 0,0 0 0 0 0,1 1 1 0 0,-1-1-1 0 0,0 0 1 0 0,0 0-1 0 0,0 0 1 0 0,0 0-1 0 0,0 0 1 0 0,-1 0-1 0 0,1 0 1 0 0,-1 0-1 0 0,1 0 1 0 0,-1 0-1 0 0,0 0 1 0 0,0-1-1 0 0,0 1 1 0 0,0 0-1 0 0,0 0 1 0 0,0 0-1 0 0,-1 0 1 0 0,0-4-1 0 0,0 5-424 0 0,1 1 0 0 0,-1-1 0 0 0,0 1 0 0 0,0-1 0 0 0,1 1 0 0 0,-1-1 0 0 0,0 1 0 0 0,0-1 0 0 0,0 1 0 0 0,0 0 0 0 0,1 0 0 0 0,-1-1 1 0 0,0 1-1 0 0,0 0 0 0 0,0 0 0 0 0,0 0 0 0 0,0 0 0 0 0,0 0 0 0 0,0 0 0 0 0,1 0 0 0 0,-3 1 0 0 0,-19 3 206 0 0,5 2-179 0 0,0 1-1 0 0,1 0 0 0 0,-1 1 1 0 0,1 1-1 0 0,1 1 0 0 0,0 0 0 0 0,0 1 1 0 0,-16 17-1 0 0,15-13-35 0 0,1 0 0 0 0,1 1 0 0 0,0 1 0 0 0,1 0 0 0 0,1 1 0 0 0,-16 33 0 0 0,23-41-33 0 0,1 0 0 0 0,0-1 0 0 0,1 1 0 0 0,0 0 0 0 0,1 1 0 0 0,0-1 0 0 0,0 0 0 0 0,1 21 0 0 0,1-26-92 0 0,0 0-1 0 0,1 0 0 0 0,0 0 1 0 0,0 0-1 0 0,1 0 1 0 0,-1 0-1 0 0,1 0 1 0 0,0 0-1 0 0,0-1 1 0 0,1 1-1 0 0,-1-1 1 0 0,1 0-1 0 0,0 0 1 0 0,0 0-1 0 0,1 0 1 0 0,-1 0-1 0 0,1 0 1 0 0,0-1-1 0 0,0 0 1 0 0,6 4-1 0 0,3 1-722 0 0,1 0 0 0 0,0-2 0 0 0,1 1-1 0 0,-1-2 1 0 0,1 0 0 0 0,0-1 0 0 0,31 5 0 0 0,-22-6-1293 0 0,0-1-1 0 0,-1-2 1 0 0,1 0 0 0 0,38-5-1 0 0,-19-3-3829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3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158 258 872 0 0,'14'-88'19318'0'0,"-14"88"-19309"0"0,-1 0-1 0 0,1 0 1 0 0,0 0 0 0 0,0 0 0 0 0,-1 0 0 0 0,1 0-1 0 0,0 0 1 0 0,-1 0 0 0 0,1 0 0 0 0,0 0 0 0 0,0 0-1 0 0,-1 0 1 0 0,1 1 0 0 0,0-1 0 0 0,0 0 0 0 0,-1 0-1 0 0,1 0 1 0 0,0 0 0 0 0,0 1 0 0 0,0-1 0 0 0,-1 0-1 0 0,1 0 1 0 0,0 1 0 0 0,0-1 0 0 0,0 0 0 0 0,0 0-1 0 0,-1 1 1 0 0,1-1 0 0 0,0 0 0 0 0,0 0 0 0 0,0 1-1 0 0,0-1 1 0 0,0 0 0 0 0,0 0 0 0 0,0 1 0 0 0,0-1-1 0 0,0 0 1 0 0,0 1 0 0 0,0-1 0 0 0,0 0 0 0 0,0 0-1 0 0,0 1 1 0 0,0-1 0 0 0,0 0 0 0 0,0 1 0 0 0,0-1-1 0 0,0 0 1 0 0,0 0 0 0 0,1 1 0 0 0,-1-1 0 0 0,0 0-1 0 0,0 0 1 0 0,0 1 0 0 0,11 15 323 0 0,-7-12-291 0 0,0 0 0 0 0,1-1 0 0 0,0 1 0 0 0,-1-1 1 0 0,1 0-1 0 0,0-1 0 0 0,0 1 0 0 0,0-1 0 0 0,1 0 1 0 0,-1 0-1 0 0,10 2 0 0 0,-13-4-38 0 0,1 1-1 0 0,0-1 1 0 0,-1 0-1 0 0,1 0 1 0 0,-1 0 0 0 0,1 0-1 0 0,0 0 1 0 0,-1-1-1 0 0,1 1 1 0 0,-1-1 0 0 0,1 0-1 0 0,-1 0 1 0 0,1 0-1 0 0,-1 0 1 0 0,1 0 0 0 0,-1 0-1 0 0,0 0 1 0 0,0-1-1 0 0,1 0 1 0 0,-1 1 0 0 0,0-1-1 0 0,0 0 1 0 0,-1 0 0 0 0,1 0-1 0 0,0 0 1 0 0,-1 0-1 0 0,3-4 1 0 0,0-1-49 0 0,-1-1-1 0 0,0 0 1 0 0,0 1-1 0 0,0-1 1 0 0,-1 0-1 0 0,0 0 1 0 0,-1-1-1 0 0,0 1 1 0 0,0 0-1 0 0,-1 0 1 0 0,0-1-1 0 0,-1 1 1 0 0,-1-15-1 0 0,1 20 35 0 0,0-1-1 0 0,0 0 1 0 0,0 1-1 0 0,0-1 1 0 0,0 0-1 0 0,-1 1 0 0 0,0 0 1 0 0,1-1-1 0 0,-1 1 1 0 0,-1 0-1 0 0,1 0 1 0 0,0 0-1 0 0,-1 0 0 0 0,1 0 1 0 0,-1 1-1 0 0,0-1 1 0 0,0 1-1 0 0,0 0 1 0 0,0 0-1 0 0,0 0 0 0 0,-1 0 1 0 0,1 0-1 0 0,0 1 1 0 0,-1-1-1 0 0,0 1 1 0 0,1 0-1 0 0,-1 0 0 0 0,0 1 1 0 0,1-1-1 0 0,-1 1 1 0 0,-7-1-1 0 0,2 2 11 0 0,0 0 1 0 0,0 1-1 0 0,-1 0 0 0 0,1 0 1 0 0,0 1-1 0 0,1 0 0 0 0,-1 1 0 0 0,1 0 1 0 0,-1 0-1 0 0,1 1 0 0 0,0 0 0 0 0,1 0 1 0 0,-1 1-1 0 0,1 0 0 0 0,0 0 0 0 0,1 0 1 0 0,-1 1-1 0 0,-6 9 0 0 0,3-3 20 0 0,1 0-1 0 0,0 1 1 0 0,1 0-1 0 0,0 0 1 0 0,1 1 0 0 0,1 0-1 0 0,0 0 1 0 0,1 0-1 0 0,-5 29 1 0 0,9-40-6 0 0,0 1-1 0 0,1 0 1 0 0,0 0 0 0 0,0 0-1 0 0,0 0 1 0 0,1 0 0 0 0,-1-1 0 0 0,1 1-1 0 0,0 0 1 0 0,1 0 0 0 0,-1-1-1 0 0,1 1 1 0 0,0-1 0 0 0,0 1-1 0 0,0-1 1 0 0,4 5 0 0 0,-1-3-108 0 0,-1-1 1 0 0,1 0-1 0 0,0 0 1 0 0,0-1-1 0 0,1 1 0 0 0,0-1 1 0 0,-1 0-1 0 0,1-1 1 0 0,1 1-1 0 0,7 2 1 0 0,3 0-406 0 0,-1 0 1 0 0,1-2-1 0 0,0 0 1 0 0,1-1 0 0 0,-1 0-1 0 0,0-2 1 0 0,1 0-1 0 0,23-2 1 0 0,-2-4-619 0 0,0-1 0 0 0,-1-2-1 0 0,1-2 1 0 0,-2-2 0 0 0,0-1 0 0 0,0-2 0 0 0,-1-1-1 0 0,39-25 1 0 0,-23 10-1702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3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330 219 4788 0 0,'14'-13'995'0'0,"0"-2"0"0"0,-1 0 0 0 0,0-1 0 0 0,-1 0 0 0 0,-1-1 0 0 0,-1 0 0 0 0,0 0 0 0 0,12-35 0 0 0,-21 50-851 0 0,-1 0 0 0 0,1 0 0 0 0,-1 0 0 0 0,0 0-1 0 0,0 0 1 0 0,0 0 0 0 0,0 0 0 0 0,0 0 0 0 0,0 0 0 0 0,-1-1-1 0 0,1 1 1 0 0,-1 0 0 0 0,1 0 0 0 0,-1 0 0 0 0,0 0 0 0 0,0 0-1 0 0,-1-2 1 0 0,1 3 224 0 0,-12 8-49 0 0,12-1-286 0 0,-1-1 1 0 0,1 1-1 0 0,-1 0 1 0 0,2 0-1 0 0,-1 0 1 0 0,1 0-1 0 0,0 0 1 0 0,0 0 0 0 0,0 0-1 0 0,1 0 1 0 0,1 7-1 0 0,5 15 33 0 0,10 29-1 0 0,-3-12 4 0 0,-6-14 104 0 0,-3-17 310 0 0,-1 0-1 0 0,0 1 0 0 0,-1-1 1 0 0,-1 1-1 0 0,0 0 0 0 0,-1-1 0 0 0,-2 27 1 0 0,1-39-347 0 0,-1 1 1 0 0,1-1 0 0 0,-1 0-1 0 0,0 1 1 0 0,1-1-1 0 0,-1 0 1 0 0,0 0 0 0 0,-1 0-1 0 0,1 0 1 0 0,0 0 0 0 0,-1 0-1 0 0,1 0 1 0 0,-1 0 0 0 0,1-1-1 0 0,-1 1 1 0 0,0 0-1 0 0,-4 2 1 0 0,3-2-20 0 0,-1 0 0 0 0,-1 0-1 0 0,1-1 1 0 0,0 1 0 0 0,0-1 0 0 0,-1 0 0 0 0,1 0-1 0 0,-9 0 1 0 0,-4 0 27 0 0,-1-2 1 0 0,1 0-1 0 0,-31-6 0 0 0,21 1-309 0 0,2-1-1 0 0,-1 0 1 0 0,1-2-1 0 0,-39-20 0 0 0,45 19-1259 0 0,1-1 0 0 0,-20-16-1 0 0,25 17-1286 0 0,1-1 0 0 0,0 0-1 0 0,-13-17 1 0 0,9 6-4671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3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83 6825 0 0,'-15'-31'16214'0'0,"8"12"-11645"0"0,5 0-3125 0 0,2 16-1289 0 0,-2-8-4513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7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287 299 1556 0 0,'4'-14'2264'0'0,"0"1"-1"0"0,-1-1 0 0 0,0 1 1 0 0,0-17-1 0 0,-3 29-1729 0 0,-1-9 1590 0 0,-15 32-1502 0 0,2 0 0 0 0,1 1 1 0 0,-17 41-1 0 0,11-25-262 0 0,-169 417 1092 0 0,166-404-554 0 0,22-50-541 0 0,0-4-339 0 0,0 0 0 0 0,0 0 0 0 0,1 0 0 0 0,-1 1 0 0 0,1-1 0 0 0,0 0 0 0 0,-1 0 0 0 0,1 1 0 0 0,0-1 0 0 0,2-2 0 0 0,0-2 23 0 0,100-259-2 0 0,-38 91-85 0 0,-24 70-25 0 0,79-145 0 0 0,-117 243 61 0 0,0 0 0 0 0,1 0 0 0 0,-1 1 0 0 0,1-1 0 0 0,1 1 0 0 0,-1 0 0 0 0,1 0 0 0 0,0 0 0 0 0,10-7 0 0 0,-14 11 9 0 0,1 1 0 0 0,-1-1 1 0 0,1 1-1 0 0,-1 0 1 0 0,0 0-1 0 0,1-1 1 0 0,-1 1-1 0 0,1 0 0 0 0,-1 0 1 0 0,1 0-1 0 0,-1 0 1 0 0,1 1-1 0 0,-1-1 1 0 0,0 0-1 0 0,1 1 0 0 0,-1-1 1 0 0,1 1-1 0 0,-1-1 1 0 0,0 1-1 0 0,1-1 1 0 0,-1 1-1 0 0,0 0 0 0 0,0 0 1 0 0,0 0-1 0 0,0 0 1 0 0,0 0-1 0 0,0 0 1 0 0,0 0-1 0 0,0 0 0 0 0,0 0 1 0 0,0 0-1 0 0,0 0 1 0 0,0 1-1 0 0,0 0 0 0 0,3 6 8 0 0,1 0 0 0 0,-1 0-1 0 0,5 16 1 0 0,-9-23-7 0 0,10 36 113 0 0,-2 1-1 0 0,-2 0 1 0 0,-1 0 0 0 0,0 64-1 0 0,-3-48-5 0 0,6 288 604 0 0,-8-278-5043 0 0,0-9-4738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7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70 788 0 0,'-91'4'14129'0'0,"105"-2"-13475"0"0,-8-1-577 0 0,0-1-1 0 0,1 0 1 0 0,-1 0-1 0 0,0-1 0 0 0,0 1 1 0 0,1-1-1 0 0,8-3 1 0 0,3 0 43 0 0,146-23-15 0 0,-68 13-2298 0 0,0-3-4398 0 0,-62 9 1371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83 130 2104 0 0,'6'-17'4252'0'0,"-1"-1"0"0"0,-1 1 0 0 0,4-26 1 0 0,-6 28-2399 0 0,-2 13-1316 0 0,4-15 2747 0 0,-1 29-3002 0 0,-1 1 0 0 0,0 0 1 0 0,-1 0-1 0 0,0 0 1 0 0,-2-1-1 0 0,-1 20 1 0 0,1-9-137 0 0,-8 79 206 0 0,-4 0 1 0 0,-41 161-1 0 0,50-248-721 0 0,0 0 0 0 0,-1 0 0 0 0,-12 25 0 0 0,7-34-3010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8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127 188 432 0 0,'-5'-14'5173'0'0,"-17"-57"5770"0"0,22 69-10436 0 0,-1-10 922 0 0,2 8-1374 0 0,1 1 0 0 0,0-1 0 0 0,0 1 0 0 0,0-1 0 0 0,0 1 0 0 0,1 0 0 0 0,-1 0 0 0 0,1 0 0 0 0,0 0 0 0 0,-1 0 0 0 0,1 1 0 0 0,1-1 0 0 0,-1 1 0 0 0,0 0 0 0 0,1 0 0 0 0,-1 0 0 0 0,1 0 0 0 0,-1 1 0 0 0,7-3 0 0 0,11-3-35 0 0,0 1 1 0 0,29-4 0 0 0,-41 8 23 0 0,10-1-32 0 0,-1 1-1 0 0,0 0 1 0 0,1 2-1 0 0,20 1 1 0 0,-31-1 0 0 0,0 1 0 0 0,0 1 0 0 0,0-1 0 0 0,0 1-1 0 0,0 0 1 0 0,0 1 0 0 0,-1 0 0 0 0,1 0 0 0 0,-1 0 0 0 0,0 1 0 0 0,12 8 0 0 0,-16-9 6 0 0,-1-1 1 0 0,0 0-1 0 0,1 1 0 0 0,-1 0 1 0 0,0-1-1 0 0,0 1 0 0 0,0 0 0 0 0,0 0 1 0 0,-1 0-1 0 0,1 0 0 0 0,-1 0 1 0 0,0 1-1 0 0,0-1 0 0 0,0 0 0 0 0,0 5 1 0 0,0-2 4 0 0,-1-1 0 0 0,0 1 0 0 0,0-1 0 0 0,-1 1 0 0 0,0-1 0 0 0,0 0 0 0 0,0 1 0 0 0,-3 8 0 0 0,-5 5 23 0 0,0 0 0 0 0,-1-1 0 0 0,0 0 1 0 0,-14 15-1 0 0,21-28-38 0 0,-10 14 95 0 0,-1-1 1 0 0,-1-1-1 0 0,-1 0 0 0 0,-32 26 1 0 0,40-38 203 0 0,1 0 1 0 0,-1 0 0 0 0,-10 4 0 0 0,16-8-59 0 0,-2-2-145 0 0,4 1-99 0 0,-1 0 0 0 0,1 0-1 0 0,-1 0 1 0 0,1 0 0 0 0,0 0 0 0 0,-1 0 0 0 0,1 0 0 0 0,0 0-1 0 0,-1 0 1 0 0,1 0 0 0 0,0 0 0 0 0,-1-1 0 0 0,1 1 0 0 0,0 0-1 0 0,-1 0 1 0 0,1 0 0 0 0,0 0 0 0 0,-1-1 0 0 0,1 1 0 0 0,0 0-1 0 0,0 0 1 0 0,-1-1 0 0 0,1 1 0 0 0,0 0 0 0 0,0-1 0 0 0,-1 1-1 0 0,2-2-3 0 0,0 1 0 0 0,-1-1 0 0 0,1 1 0 0 0,0-1 0 0 0,0 1 1 0 0,0 0-1 0 0,1 0 0 0 0,-1-1 0 0 0,0 1 0 0 0,0 0 0 0 0,1 0 0 0 0,-1 0 0 0 0,0 0 0 0 0,1 0 0 0 0,-1 1 0 0 0,1-1 0 0 0,2-1 0 0 0,0 1 4 0 0,0 0 0 0 0,0 1 1 0 0,0-1-1 0 0,0 1 0 0 0,0-1 1 0 0,0 1-1 0 0,5 1 1 0 0,1 0-5 0 0,0 1 1 0 0,0 0-1 0 0,0 1 1 0 0,-1 0 0 0 0,16 6-1 0 0,-10-1 12 0 0,0 0 0 0 0,-1 0 0 0 0,-1 1 1 0 0,1 1-1 0 0,-1 0 0 0 0,-1 1 0 0 0,0 0 0 0 0,0 1 0 0 0,15 22 0 0 0,-22-28 14 0 0,-1 1 0 0 0,0 0-1 0 0,0 0 1 0 0,-1 0-1 0 0,0 0 1 0 0,0 0 0 0 0,0 1-1 0 0,-1-1 1 0 0,0 1 0 0 0,-1 0-1 0 0,0-1 1 0 0,0 1 0 0 0,0 0-1 0 0,-1 0 1 0 0,0 0 0 0 0,-1 0-1 0 0,0 0 1 0 0,0-1 0 0 0,-1 1-1 0 0,0 0 1 0 0,0-1 0 0 0,-4 9-1 0 0,0-4 4 0 0,0 0-1 0 0,-1-1 1 0 0,-1 0-1 0 0,0 0 0 0 0,0-1 1 0 0,-1 0-1 0 0,0-1 1 0 0,-1 0-1 0 0,0 0 1 0 0,0-1-1 0 0,-1 0 1 0 0,0-1-1 0 0,0 0 1 0 0,-1-1-1 0 0,0 0 0 0 0,0-1 1 0 0,0 0-1 0 0,-1-1 1 0 0,-16 4-1 0 0,9-4-50 0 0,0 0 1 0 0,0-2-1 0 0,0 0 0 0 0,0-1 0 0 0,0-1 0 0 0,0-1 0 0 0,0 0 0 0 0,0-2 1 0 0,0 0-1 0 0,0-2 0 0 0,0 0 0 0 0,-18-8 0 0 0,31 11-316 0 0,1-1-1 0 0,0 0 1 0 0,-1-1-1 0 0,1 0 1 0 0,0 1-1 0 0,1-2 1 0 0,-1 1-1 0 0,-9-10 1 0 0,13 11-153 0 0,0 0-1 0 0,0 0 1 0 0,0 0 0 0 0,0 0 0 0 0,0-1 0 0 0,1 1-1 0 0,-3-7 1 0 0,4 7-343 0 0,-1-1 1 0 0,0 0-1 0 0,1 0 0 0 0,-1 0 1 0 0,1 0-1 0 0,0 0 0 0 0,1 0 1 0 0,0-4-1 0 0,2-15-6304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8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85 376 0 0,'-1'-16'2583'0'0,"1"9"-1166"0"0,0 0-1 0 0,0 0 1 0 0,0 0-1 0 0,1 0 1 0 0,0 0-1 0 0,4-14 1 0 0,-5 21-1347 0 0,0-1 0 0 0,1 1 0 0 0,-1-1 1 0 0,0 1-1 0 0,1 0 0 0 0,-1-1 1 0 0,1 1-1 0 0,-1 0 0 0 0,1-1 1 0 0,-1 1-1 0 0,1 0 0 0 0,-1 0 1 0 0,1-1-1 0 0,-1 1 0 0 0,1 0 0 0 0,-1 0 1 0 0,1 0-1 0 0,-1 0 0 0 0,1 0 1 0 0,-1 0-1 0 0,1 0 0 0 0,0 0 1 0 0,-1 0-1 0 0,1 0 0 0 0,-1 0 1 0 0,1 0-1 0 0,-1 0 0 0 0,1 0 0 0 0,-1 0 1 0 0,1 0-1 0 0,-1 1 0 0 0,1-1 1 0 0,-1 0-1 0 0,1 0 0 0 0,0 1 1 0 0,18 9 900 0 0,-19-9-904 0 0,25 17 674 0 0,-1 2 1 0 0,0 0-1 0 0,-1 2 0 0 0,32 40 1 0 0,-18-15 134 0 0,44 77 0 0 0,-63-92-662 0 0,-1 2-1 0 0,-2 0 1 0 0,-1 1-1 0 0,-2 0 0 0 0,-1 1 1 0 0,-1 0-1 0 0,-3 1 1 0 0,5 54-1 0 0,-10-47-115 0 0,-1-1 0 0 0,-3 0 0 0 0,-2 0 1 0 0,-1 0-1 0 0,-2 0 0 0 0,-26 81 0 0 0,10-59-51 0 0,-2-1 0 0 0,-4-1-1 0 0,-2-1 1 0 0,-3-2 0 0 0,-71 96 0 0 0,63-104-702 0 0,-1-2 0 0 0,-53 46 1 0 0,52-58-1244 0 0,-2-1 0 0 0,-76 47 0 0 0,94-68-714 0 0,-1-1 0 0 0,-34 12 0 0 0,5-6-4282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4:59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22 2344 0 0,'-1'-2'459'0'0,"0"1"1"0"0,0-1-1 0 0,1 1 0 0 0,-1-1 0 0 0,0 1 0 0 0,-1 0 1 0 0,1-1-1 0 0,0 1 0 0 0,0 0 0 0 0,0 0 0 0 0,-1 0 1 0 0,1 0-1 0 0,-2-1 0 0 0,1 2-294 0 0,1-1 0 0 0,-1 1 0 0 0,0-1-1 0 0,1 1 1 0 0,-1 0 0 0 0,1-1 0 0 0,-1 1 0 0 0,0 0-1 0 0,1 0 1 0 0,-1 0 0 0 0,0 1 0 0 0,1-1 0 0 0,-1 0-1 0 0,0 1 1 0 0,1-1 0 0 0,-1 1 0 0 0,1-1 0 0 0,-1 1-1 0 0,-2 1 1 0 0,-3 2 106 0 0,0 1-1 0 0,1 1 1 0 0,-1-1-1 0 0,1 1 1 0 0,0 0 0 0 0,0 0-1 0 0,1 1 1 0 0,-7 9-1 0 0,0 0 138 0 0,-57 80 1144 0 0,3 3-1 0 0,-57 120 1 0 0,83-143-926 0 0,4 1 0 0 0,-45 140 0 0 0,70-181-548 0 0,3-1 0 0 0,0 1 0 0 0,3 0-1 0 0,1 1 1 0 0,1-1 0 0 0,2 1 0 0 0,2-1 0 0 0,10 71-1 0 0,-5-83-73 0 0,0-1-1 0 0,2 1 1 0 0,0-2-1 0 0,2 1 0 0 0,0-2 1 0 0,2 1-1 0 0,0-1 0 0 0,1-1 1 0 0,1 0-1 0 0,1-1 1 0 0,1-1-1 0 0,1 0 0 0 0,0-1 1 0 0,1-1-1 0 0,34 24 0 0 0,-26-23-662 0 0,1 0 0 0 0,2-2 0 0 0,-1-1 0 0 0,53 18 0 0 0,-48-22-1255 0 0,1-1 1 0 0,0-2 0 0 0,0-1 0 0 0,43 1 0 0 0,-3-5-5021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0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16 213 1920 0 0,'0'-14'8039'0'0,"-15"-20"727"0"0,15 32-8347 0 0,63 1-153 0 0,-45 1-397 0 0,1-1 1 0 0,0-1-1 0 0,0-1 1 0 0,-1-1-1 0 0,36-11 0 0 0,-53 15 95 0 0,1-1 1 0 0,0 0-1 0 0,-1 0 0 0 0,1 1 0 0 0,-1-1 0 0 0,1 0 0 0 0,-1 0 0 0 0,1 0 0 0 0,-1-1 0 0 0,0 1 0 0 0,1 0 0 0 0,-1-1 0 0 0,0 1 1 0 0,0 0-1 0 0,0-1 0 0 0,0 1 0 0 0,0-1 0 0 0,0 0 0 0 0,-1 1 0 0 0,1-1 0 0 0,-1 0 0 0 0,1 1 0 0 0,-1-1 0 0 0,1 0 1 0 0,-1 1-1 0 0,0-1 0 0 0,0 0 0 0 0,0 0 0 0 0,0 0 0 0 0,0 1 0 0 0,0-1 0 0 0,0 0 0 0 0,-1 0 0 0 0,1 1 0 0 0,0-1 0 0 0,-1 0 1 0 0,-1-2-1 0 0,1 2 27 0 0,0-1 1 0 0,-1 1-1 0 0,1 0 1 0 0,0 0 0 0 0,-1 0-1 0 0,0 0 1 0 0,1 0-1 0 0,-1 0 1 0 0,0 0 0 0 0,0 1-1 0 0,0-1 1 0 0,0 1-1 0 0,-1-1 1 0 0,1 1 0 0 0,0 0-1 0 0,0 0 1 0 0,-1 0-1 0 0,1 0 1 0 0,-1 0 0 0 0,1 0-1 0 0,-1 1 1 0 0,1-1-1 0 0,-1 1 1 0 0,1 0 0 0 0,-1 0-1 0 0,-3 0 1 0 0,3 1 9 0 0,0-1-1 0 0,-1 1 1 0 0,1 0 0 0 0,0 0 0 0 0,0 0 0 0 0,0 0 0 0 0,0 1-1 0 0,0-1 1 0 0,0 1 0 0 0,1 0 0 0 0,-1 0 0 0 0,0 0-1 0 0,1 0 1 0 0,-1 0 0 0 0,1 0 0 0 0,0 1 0 0 0,0-1-1 0 0,0 1 1 0 0,-3 4 0 0 0,4-2-5 0 0,0-2 7 0 0,1 0-1 0 0,-1 0 1 0 0,1 0 0 0 0,0-1 0 0 0,0 1-1 0 0,1 0 1 0 0,-1 0 0 0 0,1 0-1 0 0,-1 0 1 0 0,1 0 0 0 0,0-1 0 0 0,0 1-1 0 0,0 0 1 0 0,0-1 0 0 0,1 1 0 0 0,-1-1-1 0 0,1 1 1 0 0,-1-1 0 0 0,1 1 0 0 0,0-1-1 0 0,0 0 1 0 0,0 0 0 0 0,0 0-1 0 0,0 0 1 0 0,1-1 0 0 0,-1 1 0 0 0,1 0-1 0 0,-1-1 1 0 0,3 2 0 0 0,5 0 12 0 0,0 1 0 0 0,-1-2 0 0 0,1 1 0 0 0,0-1-1 0 0,0-1 1 0 0,11 1 0 0 0,-10-1-10 0 0,-3 0-61 0 0,-1 0 0 0 0,1-1-1 0 0,-1 0 1 0 0,1 0 0 0 0,-1-1 0 0 0,1 0-1 0 0,-1-1 1 0 0,0 1 0 0 0,0-1 0 0 0,1 0-1 0 0,-1-1 1 0 0,-1 0 0 0 0,1 0 0 0 0,0-1-1 0 0,-1 1 1 0 0,1-1 0 0 0,10-10 0 0 0,-9 6 42 0 0,-1 0 1 0 0,0-1 0 0 0,0 1-1 0 0,-1-2 1 0 0,0 1 0 0 0,0 0-1 0 0,-1-1 1 0 0,-1 0 0 0 0,0 0-1 0 0,0-1 1 0 0,3-16-1 0 0,-6 27 17 0 0,-1 0-1 0 0,0-1 0 0 0,0 1 0 0 0,0 0 0 0 0,0-1 0 0 0,0 1 0 0 0,0 0 1 0 0,1-1-1 0 0,-1 1 0 0 0,0 0 0 0 0,0-1 0 0 0,0 1 0 0 0,0 0 0 0 0,0-1 1 0 0,0 1-1 0 0,0 0 0 0 0,-1-1 0 0 0,1 1 0 0 0,0 0 0 0 0,0-1 1 0 0,0 1-1 0 0,0 0 0 0 0,0-1 0 0 0,0 1 0 0 0,-1 0 0 0 0,1-1 0 0 0,0 1 1 0 0,-8 3 141 0 0,5 0-129 0 0,1-1 0 0 0,0 0 1 0 0,0 1-1 0 0,0-1 1 0 0,0 1-1 0 0,0 0 0 0 0,-2 4 1 0 0,3-3-8 0 0,-1 0-1 0 0,1 0 1 0 0,-1 0 0 0 0,1 1 0 0 0,0-1 0 0 0,1 0 0 0 0,-1 1-1 0 0,1-1 1 0 0,0 1 0 0 0,0-1 0 0 0,0 0 0 0 0,1 1 0 0 0,-1-1-1 0 0,1 0 1 0 0,0 1 0 0 0,1-1 0 0 0,-1 0 0 0 0,1 0 0 0 0,-1 0-1 0 0,1 0 1 0 0,0 0 0 0 0,1 0 0 0 0,-1-1 0 0 0,1 1 0 0 0,0-1-1 0 0,-1 1 1 0 0,2-1 0 0 0,-1 0 0 0 0,0 0 0 0 0,0 0 0 0 0,1-1-1 0 0,0 1 1 0 0,-1-1 0 0 0,1 0 0 0 0,0 0 0 0 0,0 0 0 0 0,0-1-1 0 0,8 3 1 0 0,-8-3-3 0 0,0 0 0 0 0,0-1-1 0 0,1 1 1 0 0,-1-1 0 0 0,0 1-1 0 0,0-1 1 0 0,0-1 0 0 0,1 1 0 0 0,-1-1-1 0 0,0 1 1 0 0,0-1 0 0 0,0 0-1 0 0,0-1 1 0 0,0 1 0 0 0,0-1 0 0 0,0 1-1 0 0,0-1 1 0 0,-1 0 0 0 0,1-1-1 0 0,5-3 1 0 0,-3 1 0 0 0,-1-1-1 0 0,1 0 1 0 0,-1 0-1 0 0,0-1 1 0 0,0 1-1 0 0,-1-1 1 0 0,0 0-1 0 0,0 0 1 0 0,4-12-1 0 0,-8 19-3 0 0,1-1-1 0 0,-1 1 1 0 0,1-1-1 0 0,-1 1 1 0 0,0-1-1 0 0,0 0 1 0 0,1 1-1 0 0,-1-1 1 0 0,0 1-1 0 0,0-1 1 0 0,0 1-1 0 0,0-1 1 0 0,0 0-1 0 0,0 1 1 0 0,0-1-1 0 0,0 1 1 0 0,0-1-1 0 0,0 0 1 0 0,0 1 0 0 0,0-1-1 0 0,0 1 1 0 0,0-1-1 0 0,0 0 1 0 0,0 1-1 0 0,-1-1 1 0 0,1 1-1 0 0,0-1 1 0 0,-1 1-1 0 0,1-1 1 0 0,0 1-1 0 0,-1-1 1 0 0,1 1-1 0 0,0-1 1 0 0,-1 1-1 0 0,1-1 1 0 0,-1 1-1 0 0,1 0 1 0 0,-1-1-1 0 0,1 1 1 0 0,-1 0-1 0 0,1-1 1 0 0,-1 1-1 0 0,1 0 1 0 0,-1 0-1 0 0,0 0 1 0 0,1-1-1 0 0,-1 1 1 0 0,1 0-1 0 0,-1 0 1 0 0,0 0 0 0 0,1 0-1 0 0,-1 0 1 0 0,1 0-1 0 0,-1 0 1 0 0,0 0-1 0 0,1 0 1 0 0,-1 0-1 0 0,1 1 1 0 0,-1-1-1 0 0,0 0 1 0 0,-5 1 2 0 0,1 0 0 0 0,0 1 1 0 0,0-1-1 0 0,-10 5 0 0 0,-14 10 35 0 0,1 1 0 0 0,1 1 0 0 0,1 1 1 0 0,0 2-1 0 0,-32 33 0 0 0,28-21-1271 0 0,0 1-1 0 0,2 1 1 0 0,-32 55 0 0 0,40-57-2722 0 0,2 0-1872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1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 2392 0 0,'-7'-4'13250'0'0,"10"5"-13164"0"0,1 1-1 0 0,-1-1 1 0 0,1 0-1 0 0,-1 0 1 0 0,1 0-1 0 0,0 0 1 0 0,-1-1-1 0 0,1 0 1 0 0,4 1-1 0 0,41-4 44 0 0,-26 1-71 0 0,90-1-1830 0 0,-41 6-5827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1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41 2268 0 0,'-89'29'10610'0'0,"36"-13"-5240"0"0,51-15-4334 0 0,26 6-468 0 0,193-30-252 0 0,-121 10-878 0 0,-78 11 283 0 0,194-24-3331 0 0,-73 5-3742 0 0,-91 13 1391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1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50 1316 0 0,'1'-3'2590'0'0,"3"-42"9387"0"0,-4 44-11296 0 0,-1 3-352 0 0,1 0 0 0 0,-1 1-1 0 0,0 0 1 0 0,0-1 0 0 0,1 1-1 0 0,0-1 1 0 0,-1 5 0 0 0,1-6-274 0 0,-43 221 4965 0 0,-46 105-2735 0 0,58-219-1846 0 0,1-4-868 0 0,7-38-5105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2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2236 0 0,'0'-5'642'0'0,"0"-6"991"0"0,0 0-1 0 0,1 0 0 0 0,0 1 1 0 0,4-17-1 0 0,-5 24-1449 0 0,1 1 0 0 0,0-1 0 0 0,0 1 0 0 0,0-1 0 0 0,1 1 1 0 0,-1-1-1 0 0,0 1 0 0 0,1 0 0 0 0,0-1 0 0 0,-1 1 0 0 0,1 0 0 0 0,0 0 0 0 0,0 0 0 0 0,0 0 0 0 0,0 1 0 0 0,1-1 0 0 0,-1 1 0 0 0,0-1 0 0 0,1 1 0 0 0,-1 0 0 0 0,1 0 0 0 0,-1 0 0 0 0,4-1 0 0 0,7 0 38 0 0,-1 0 0 0 0,1 0-1 0 0,0 1 1 0 0,-1 1-1 0 0,1 0 1 0 0,0 1-1 0 0,-1 1 1 0 0,1 0-1 0 0,0 0 1 0 0,13 5-1 0 0,0 2-15 0 0,0 0-1 0 0,-1 2 0 0 0,39 22 0 0 0,-54-27-135 0 0,-1-1 0 0 0,0 2 1 0 0,0-1-1 0 0,0 1 0 0 0,-1 1 0 0 0,-1-1 0 0 0,1 1 0 0 0,-1 1 0 0 0,11 16 0 0 0,-15-19-37 0 0,0-1 0 0 0,0 1 0 0 0,-1 0 0 0 0,0 0 0 0 0,0 0 1 0 0,0 1-1 0 0,-1-1 0 0 0,0 0 0 0 0,0 1 0 0 0,-1-1 0 0 0,0 1 0 0 0,0-1 0 0 0,0 0 1 0 0,-1 1-1 0 0,0-1 0 0 0,0 0 0 0 0,0 1 0 0 0,-3 5 0 0 0,-2 2-4 0 0,0 0-1 0 0,-1-1 1 0 0,0 0 0 0 0,-1 0-1 0 0,0-1 1 0 0,-1 0-1 0 0,0 0 1 0 0,-1-1 0 0 0,-11 10-1 0 0,2-5 18 0 0,0 0 0 0 0,0-1-1 0 0,-1-1 1 0 0,-38 19 0 0 0,32-24 66 0 0,1-8-174 0 0,17-6 16 0 0,6 3 26 0 0,2 1 16 0 0,-1 1 0 0 0,1-1 0 0 0,0 0 1 0 0,0 1-1 0 0,-1-1 0 0 0,1 1 1 0 0,0-1-1 0 0,0 0 0 0 0,0 1 1 0 0,0-1-1 0 0,0 0 0 0 0,0 1 1 0 0,0-1-1 0 0,0 0 0 0 0,0 1 1 0 0,0-1-1 0 0,0 0 0 0 0,0 1 1 0 0,0-1-1 0 0,1 0 0 0 0,-1 1 0 0 0,0-1 1 0 0,0 1-1 0 0,1-1 0 0 0,-1 0 1 0 0,0 1-1 0 0,1-1 0 0 0,-1 1 1 0 0,1-1-1 0 0,-1 1 0 0 0,1-1 1 0 0,-1 1-1 0 0,1-1 0 0 0,-1 1 1 0 0,1-1-1 0 0,2-1 9 0 0,1-1 0 0 0,-1 0 0 0 0,0 1 0 0 0,1 0 0 0 0,-1 0 1 0 0,1 0-1 0 0,0 0 0 0 0,-1 0 0 0 0,1 1 0 0 0,0 0 0 0 0,0 0 0 0 0,0 0 0 0 0,7-1 1 0 0,-2 1 24 0 0,0 1 0 0 0,-1 0 1 0 0,1 1-1 0 0,-1 0 1 0 0,1 0-1 0 0,10 4 0 0 0,0 0 57 0 0,-1 2 0 0 0,1 0 0 0 0,-1 1 0 0 0,-1 1 0 0 0,21 14 0 0 0,-30-18 19 0 0,-1 0-1 0 0,0 1 1 0 0,0 0-1 0 0,0 1 1 0 0,-1-1-1 0 0,0 1 1 0 0,0 1-1 0 0,0-1 1 0 0,-1 1-1 0 0,-1 0 1 0 0,1 0 0 0 0,4 12-1 0 0,-7-14 17 0 0,0 0 0 0 0,-1 0 0 0 0,1 0-1 0 0,-1 1 1 0 0,0-1 0 0 0,-1 0 0 0 0,0 1 0 0 0,0-1 0 0 0,0 1 0 0 0,-1-1-1 0 0,0 0 1 0 0,0 1 0 0 0,-1-1 0 0 0,1 0 0 0 0,-1 0 0 0 0,-1 0 0 0 0,1 0-1 0 0,-6 9 1 0 0,-1-1 179 0 0,-1 0-1 0 0,0-1 1 0 0,-1 0 0 0 0,0-1-1 0 0,-1 0 1 0 0,0-1-1 0 0,-1 0 1 0 0,-1-1 0 0 0,1 0-1 0 0,-1-1 1 0 0,-1-1-1 0 0,-19 8 1 0 0,21-10-199 0 0,-1-1-1 0 0,1 0 1 0 0,-1-1 0 0 0,0-1 0 0 0,0 0-1 0 0,0-1 1 0 0,-1 0 0 0 0,1-2 0 0 0,0 1-1 0 0,-1-2 1 0 0,1 0 0 0 0,0 0 0 0 0,0-2-1 0 0,-23-6 1 0 0,32 8-169 0 0,1-1-1 0 0,-1 1 0 0 0,1-1 1 0 0,0-1-1 0 0,0 1 1 0 0,0-1-1 0 0,0 1 1 0 0,0-1-1 0 0,0 0 1 0 0,1-1-1 0 0,-1 1 0 0 0,1-1 1 0 0,0 1-1 0 0,0-1 1 0 0,-4-8-1 0 0,5 9-249 0 0,1-1 0 0 0,-1 0 0 0 0,1 1-1 0 0,0-1 1 0 0,0 0 0 0 0,1 0 0 0 0,-1 1 0 0 0,1-1-1 0 0,0 0 1 0 0,0 0 0 0 0,0 0 0 0 0,0 0 0 0 0,1 0 0 0 0,0 1-1 0 0,0-1 1 0 0,0 0 0 0 0,0 0 0 0 0,0 1 0 0 0,4-7-1 0 0,3-6-2208 0 0,2 1-1 0 0,20-27 1 0 0,-5 13-3227 0 0,-5 7-1173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3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77 107 2872 0 0,'-12'-19'5819'0'0,"-2"1"-1"0"0,-31-31 1683 0 0,45 49-7473 0 0,0 0-1 0 0,-1 0 0 0 0,1 0 1 0 0,0 0-1 0 0,0 0 1 0 0,-1 0-1 0 0,1 0 1 0 0,0 0-1 0 0,0 1 1 0 0,-1-1-1 0 0,1 0 1 0 0,0 0-1 0 0,0 0 1 0 0,0 1-1 0 0,-1-1 1 0 0,1 0-1 0 0,0 0 1 0 0,0 0-1 0 0,0 1 1 0 0,-1-1-1 0 0,1 0 1 0 0,0 0-1 0 0,0 1 1 0 0,0-1-1 0 0,0 0 1 0 0,0 0-1 0 0,0 1 1 0 0,0-1-1 0 0,0 0 1 0 0,0 1-1 0 0,0-1 1 0 0,0 0-1 0 0,0 0 1 0 0,0 1-1 0 0,0-1 0 0 0,0 0 1 0 0,0 1-1 0 0,0-1 1 0 0,0 0-1 0 0,0 0 1 0 0,0 1-1 0 0,0-1 1 0 0,1 1-1 0 0,7 15 601 0 0,1-9-622 0 0,-1 1 0 0 0,1-1-1 0 0,1-1 1 0 0,-1 1 0 0 0,1-2 0 0 0,0 1 0 0 0,1-1 0 0 0,-1-1 0 0 0,12 4-1 0 0,-10-5-750 0 0,0 0-1 0 0,0-1 0 0 0,1 0 1 0 0,21 0-1 0 0,-31-2 620 0 0,0 0 0 0 0,1 0 0 0 0,-1-1 0 0 0,0 1-1 0 0,0-1 1 0 0,1 0 0 0 0,-1 0 0 0 0,0 0 0 0 0,0-1 0 0 0,0 1 0 0 0,0-1-1 0 0,0 1 1 0 0,-1-1 0 0 0,1 0 0 0 0,0 0 0 0 0,-1 0 0 0 0,1-1-1 0 0,-1 1 1 0 0,0-1 0 0 0,0 1 0 0 0,0-1 0 0 0,0 0 0 0 0,3-5 0 0 0,-3 3 112 0 0,0 0 0 0 0,0 0 1 0 0,0 0-1 0 0,0 0 0 0 0,-1-1 1 0 0,0 1-1 0 0,0-1 0 0 0,0 1 1 0 0,-1-1-1 0 0,0 1 1 0 0,0-1-1 0 0,-1-7 0 0 0,1 11 497 0 0,-3 3-156 0 0,-1 0-218 0 0,1 1 0 0 0,-1 0-1 0 0,1-1 1 0 0,-1 2 0 0 0,1-1 0 0 0,0 0-1 0 0,0 1 1 0 0,0-1 0 0 0,0 1 0 0 0,1 0-1 0 0,-1 0 1 0 0,1 0 0 0 0,-1 0-1 0 0,1 0 1 0 0,0 0 0 0 0,0 1 0 0 0,1-1-1 0 0,-1 1 1 0 0,-1 4 0 0 0,-1 1-8 0 0,1 1 0 0 0,0 0 1 0 0,0 0-1 0 0,1 0 0 0 0,1 0 1 0 0,-2 16-1 0 0,3-21-75 0 0,1 0 0 0 0,-1 0 0 0 0,1 0 1 0 0,0 0-1 0 0,0 0 0 0 0,1 0 0 0 0,-1 0 0 0 0,1-1 1 0 0,0 1-1 0 0,0-1 0 0 0,4 6 0 0 0,-5-8-27 0 0,0 0-1 0 0,1-1 1 0 0,-1 1 0 0 0,1 0-1 0 0,0 0 1 0 0,0-1-1 0 0,-1 1 1 0 0,1-1 0 0 0,0 1-1 0 0,0-1 1 0 0,1 0-1 0 0,-1 0 1 0 0,0 0 0 0 0,0 0-1 0 0,0 0 1 0 0,1-1 0 0 0,-1 1-1 0 0,0-1 1 0 0,1 1-1 0 0,-1-1 1 0 0,1 0 0 0 0,-1 0-1 0 0,0 0 1 0 0,1 0-1 0 0,-1 0 1 0 0,1-1 0 0 0,2 0-1 0 0,2-1-17 0 0,0 0-1 0 0,0-1 0 0 0,-1 0 0 0 0,1 0 1 0 0,-1 0-1 0 0,0-1 0 0 0,0 0 1 0 0,0 0-1 0 0,-1-1 0 0 0,1 1 0 0 0,-1-1 1 0 0,0 0-1 0 0,0-1 0 0 0,3-5 0 0 0,3-5 99 0 0,0-1 0 0 0,-2 1 0 0 0,0-1 0 0 0,8-22-1 0 0,-17 39-68 0 0,0-1 1 0 0,0 1-1 0 0,0 0 0 0 0,0 0 0 0 0,1-1 1 0 0,-1 1-1 0 0,0 0 0 0 0,0-1 0 0 0,0 1 1 0 0,0 0-1 0 0,0 0 0 0 0,0-1 0 0 0,0 1 0 0 0,0 0 1 0 0,0-1-1 0 0,0 1 0 0 0,0 0 0 0 0,0-1 1 0 0,0 1-1 0 0,0 0 0 0 0,0-1 0 0 0,0 1 1 0 0,0 0-1 0 0,0 0 0 0 0,0-1 0 0 0,-1 1 0 0 0,1 0 1 0 0,0-1-1 0 0,0 1 0 0 0,0 0 0 0 0,-1 0 1 0 0,1-1-1 0 0,0 1 0 0 0,-12 0 126 0 0,-13 11 16 0 0,0 7-71 0 0,0 1 1 0 0,2 2 0 0 0,0 0 0 0 0,-23 28-1 0 0,31-30-742 0 0,1 0 0 0 0,-12 22 0 0 0,16-24-1654 0 0,2 0-1 0 0,-13 36 1 0 0,16-35-2034 0 0,3-2-2052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3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235 253 1812 0 0,'0'-24'15243'0'0,"-7"60"-13632"0"0,3-16-288 0 0,-13 42 320 0 0,-3-1 0 0 0,-48 103 0 0 0,9-30-1078 0 0,9-17 94 0 0,44-110-447 0 0,3-15-151 0 0,3-20-13 0 0,15-25-157 0 0,33-86-1 0 0,-27 84 38 0 0,84-195-253 0 0,-80 198 183 0 0,4 1 0 0 0,57-78 1 0 0,-82 123 114 0 0,1 0 0 0 0,0 1 0 0 0,0-1 1 0 0,0 1-1 0 0,1 0 0 0 0,-1 0 0 0 0,1 1 0 0 0,1-1 1 0 0,-1 2-1 0 0,0-1 0 0 0,1 1 0 0 0,10-4 1 0 0,-15 6 27 0 0,0 1 0 0 0,0 0 1 0 0,0 0-1 0 0,0 1 1 0 0,0-1-1 0 0,0 0 1 0 0,0 1-1 0 0,0-1 0 0 0,0 1 1 0 0,0 0-1 0 0,0-1 1 0 0,0 1-1 0 0,0 0 1 0 0,0 0-1 0 0,-1 0 0 0 0,1 1 1 0 0,0-1-1 0 0,-1 0 1 0 0,1 1-1 0 0,-1-1 1 0 0,1 0-1 0 0,1 3 0 0 0,2 3 43 0 0,1 0 0 0 0,-1 0 0 0 0,7 13 0 0 0,-3 0 86 0 0,-1-1 0 0 0,-1 1 0 0 0,-1 1 1 0 0,6 28-1 0 0,5 86 158 0 0,-12-69 183 0 0,-8 107 0 0 0,-1-134-1119 0 0,-9 41-1 0 0,6-52-1801 0 0,-1 0 1 0 0,-13 29-1 0 0,20-54 1633 0 0,-3 5-728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146 223 2416 0 0,'-32'-15'5478'0'0,"0"-1"-1"0"0,-46-31 0 0 0,76 45-5089 0 0,2-2 65 0 0,0 4-445 0 0,0 0-1 0 0,0 0 1 0 0,-1 0 0 0 0,1-1 0 0 0,0 1-1 0 0,0 0 1 0 0,0 0 0 0 0,0-1-1 0 0,0 1 1 0 0,0 0 0 0 0,0 0-1 0 0,0 0 1 0 0,0-1 0 0 0,0 1-1 0 0,0 0 1 0 0,0 0 0 0 0,0-1 0 0 0,0 1-1 0 0,0 0 1 0 0,0 0 0 0 0,0-1-1 0 0,0 1 1 0 0,0 0 0 0 0,1 0-1 0 0,-1 0 1 0 0,0-1 0 0 0,0 1-1 0 0,0 0 1 0 0,0 0 0 0 0,0 0 0 0 0,0 0-1 0 0,1-1 1 0 0,-1 1 0 0 0,0 0-1 0 0,0 0 1 0 0,0 0 0 0 0,1 0-1 0 0,-1 0 1 0 0,0-1 0 0 0,0 1-1 0 0,0 0 1 0 0,1 0 0 0 0,18-8 126 0 0,-1 0 1 0 0,2 2-1 0 0,29-7 1 0 0,69-8-709 0 0,-42 9-499 0 0,54-14-2025 0 0,-43 6-3153 0 0,-33 4-907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4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38 219 1588 0 0,'-21'-47'13038'0'0,"18"46"-11807"0"0,2 1-1159 0 0,1 0 0 0 0,0 0 1 0 0,-1 0-1 0 0,1 0 0 0 0,-1 0 0 0 0,1 0 1 0 0,0 0-1 0 0,-1 0 0 0 0,1 0 0 0 0,-1 0 1 0 0,1 0-1 0 0,0 0 0 0 0,-1 0 1 0 0,1 0-1 0 0,-1 0 0 0 0,1 0 0 0 0,0 0 1 0 0,-1 0-1 0 0,1 0 0 0 0,0 1 0 0 0,-1-1 1 0 0,1 0-1 0 0,0 0 0 0 0,-1 0 0 0 0,1 1 1 0 0,0-1-1 0 0,-1 0 0 0 0,1 1 1 0 0,0-1-1 0 0,0 0 0 0 0,-1 1 0 0 0,1-1 1 0 0,0 0-1 0 0,0 1 0 0 0,0-1 0 0 0,-1 0 1 0 0,1 1-1 0 0,0-1 0 0 0,0 0 0 0 0,0 1 1 0 0,0-1-1 0 0,0 1 0 0 0,0-1 1 0 0,0 0-1 0 0,0 1 0 0 0,0-1 0 0 0,0 1 1 0 0,0-1-1 0 0,0 0 0 0 0,0 1 0 0 0,0-1 1 0 0,0 1-1 0 0,0-1 0 0 0,0 0 0 0 0,1 1 1 0 0,-1-1-1 0 0,0 0 0 0 0,0 1 1 0 0,2 4 14 0 0,-1-1 0 0 0,1 0 0 0 0,-1 1 1 0 0,1-1-1 0 0,1 0 0 0 0,-1 0 1 0 0,0 0-1 0 0,1 0 0 0 0,0-1 1 0 0,0 1-1 0 0,0-1 0 0 0,0 1 1 0 0,1-1-1 0 0,-1 0 0 0 0,1 0 1 0 0,0-1-1 0 0,0 1 0 0 0,0-1 0 0 0,0 0 1 0 0,5 2-1 0 0,5 2-328 0 0,-1-1-1 0 0,1 0 1 0 0,0-1 0 0 0,1-1-1 0 0,15 2 1 0 0,-26-5 77 0 0,-1 0 1 0 0,1 0-1 0 0,0-1 0 0 0,-1 1 1 0 0,1-1-1 0 0,0 0 0 0 0,-1 0 1 0 0,1 0-1 0 0,-1 0 0 0 0,1-1 1 0 0,-1 1-1 0 0,1-1 0 0 0,-1 0 1 0 0,0 0-1 0 0,0 0 0 0 0,0 0 1 0 0,0-1-1 0 0,0 1 0 0 0,4-6 1 0 0,-1 1-94 0 0,0-1 0 0 0,-1 1 0 0 0,1-1 1 0 0,-2 0-1 0 0,1-1 0 0 0,4-12 0 0 0,-2 0 469 0 0,-1 0 0 0 0,0-1-1 0 0,-2 1 1 0 0,-1-1 0 0 0,-1 0-1 0 0,0-34 1 0 0,-2 54-69 0 0,0 14 320 0 0,0 0-338 0 0,1 0 0 0 0,1-1 0 0 0,0 1 0 0 0,0 0 0 0 0,1 0-1 0 0,1-1 1 0 0,0 0 0 0 0,0 0 0 0 0,1 0 0 0 0,1 0 0 0 0,7 11 0 0 0,-9-16-109 0 0,1 1 1 0 0,0-1-1 0 0,0 0 1 0 0,0 0 0 0 0,1 0-1 0 0,0-1 1 0 0,0 0-1 0 0,0 0 1 0 0,1-1-1 0 0,-1 1 1 0 0,1-1-1 0 0,0-1 1 0 0,0 1-1 0 0,1-1 1 0 0,-1-1-1 0 0,1 1 1 0 0,13 1-1 0 0,-15-3-13 0 0,0-1 0 0 0,0 0-1 0 0,1-1 1 0 0,-1 1 0 0 0,0-1 0 0 0,0-1 0 0 0,0 1-1 0 0,-1-1 1 0 0,1 0 0 0 0,0 0 0 0 0,0 0 0 0 0,-1-1-1 0 0,0 0 1 0 0,1 0 0 0 0,-1-1 0 0 0,0 1 0 0 0,-1-1-1 0 0,1 0 1 0 0,4-5 0 0 0,4-5 288 0 0,-1 0 1 0 0,-1-1-1 0 0,0 0 0 0 0,16-30 0 0 0,-21 27 354 0 0,-6 18-637 0 0,0-1 1 0 0,0 1-1 0 0,0 0 0 0 0,0 0 1 0 0,0 0-1 0 0,0-1 0 0 0,0 1 1 0 0,0 0-1 0 0,0 0 0 0 0,0 0 0 0 0,0-1 1 0 0,0 1-1 0 0,0 0 0 0 0,0 0 1 0 0,0 0-1 0 0,-1-1 0 0 0,1 1 1 0 0,0 0-1 0 0,0 0 0 0 0,0 0 0 0 0,0 0 1 0 0,0 0-1 0 0,-1-1 0 0 0,1 1 1 0 0,0 0-1 0 0,0 0 0 0 0,0 0 1 0 0,-1 0-1 0 0,1 0 0 0 0,0 0 0 0 0,0 0 1 0 0,0 0-1 0 0,-1 0 0 0 0,1 0 1 0 0,0 0-1 0 0,0 0 0 0 0,0 0 1 0 0,-1 0-1 0 0,1 0 0 0 0,-3 0 11 0 0,0 1-1 0 0,-1 0 1 0 0,1 0 0 0 0,0 0-1 0 0,0 1 1 0 0,1-1 0 0 0,-1 1-1 0 0,-3 2 1 0 0,-26 17 65 0 0,2 2 1 0 0,-46 44-1 0 0,-48 64-1873 0 0,49-51-2400 0 0,35-37-1249 0 0,-1-4-2971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7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128 376 688 0 0,'-2'-22'7974'0'0,"2"18"-7554"0"0,-4-16 2347 0 0,2 16-1341 0 0,2 15-592 0 0,-2 32-331 0 0,-1 1 0 0 0,-13 56 0 0 0,-28 89-94 0 0,32-143-271 0 0,-8 29 2914 0 0,20-73-2659 0 0,0-2-349 0 0,0 0 1 0 0,0 1 0 0 0,-1-1-1 0 0,1 1 1 0 0,0-1 0 0 0,-1 0-1 0 0,1 1 1 0 0,0-1 0 0 0,0 1-1 0 0,-1-1 1 0 0,1 0-1 0 0,-1 1 1 0 0,1-1 0 0 0,0 0-1 0 0,-1 0 1 0 0,1 1 0 0 0,-1-1-1 0 0,1 0 1 0 0,0 0 0 0 0,-2 1-1 0 0,0-5-7 0 0,0 1 0 0 0,0-1-1 0 0,1 1 1 0 0,-1-1 0 0 0,1 0-1 0 0,0 1 1 0 0,0-1 0 0 0,0 0-1 0 0,0 0 1 0 0,1 0 0 0 0,0 0-1 0 0,0-6 1 0 0,5-54 47 0 0,-3 49-56 0 0,9-52-42 0 0,3 0 0 0 0,3 1 0 0 0,3 1-1 0 0,40-89 1 0 0,-35 97-60 0 0,2 2 1 0 0,68-103-1 0 0,-94 157 65 0 0,0 0 0 0 0,0-1 0 0 0,0 1 1 0 0,0 0-1 0 0,0 0 0 0 0,0-1 0 0 0,0 1 0 0 0,0 0 1 0 0,1 0-1 0 0,-1 0 0 0 0,0 0 0 0 0,1 0 0 0 0,-1 1 0 0 0,0-1 1 0 0,1 0-1 0 0,-1 1 0 0 0,1-1 0 0 0,-1 1 0 0 0,1-1 1 0 0,0 1-1 0 0,-1 0 0 0 0,1 0 0 0 0,-1 0 0 0 0,1-1 1 0 0,0 2-1 0 0,-1-1 0 0 0,1 0 0 0 0,2 1 0 0 0,0 0 1 0 0,-1 1-1 0 0,1 0 1 0 0,-1 0 0 0 0,0 0-1 0 0,0 0 1 0 0,0 1-1 0 0,0-1 1 0 0,0 1-1 0 0,0-1 1 0 0,-1 1 0 0 0,4 5-1 0 0,8 13 2 0 0,0 0 0 0 0,-2 1-1 0 0,0 1 1 0 0,-2 0 0 0 0,0 0 0 0 0,-2 1-1 0 0,0 1 1 0 0,-2-1 0 0 0,5 34 0 0 0,-2 19 95 0 0,-1 134 0 0 0,-7-153 173 0 0,0-3-3441 0 0,-2-54 2622 0 0,1 1 0 0 0,0-1 0 0 0,0 0 0 0 0,0 1-1 0 0,-1-1 1 0 0,1 0 0 0 0,-7 11-3907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130 157 476 0 0,'-71'-26'14432'0'0,"25"10"-9289"0"0,44 16-4877 0 0,2 0-254 0 0,-1 0 1 0 0,1 0-1 0 0,0 0 0 0 0,-1 0 0 0 0,1 0 1 0 0,0 0-1 0 0,-1 0 0 0 0,1 0 1 0 0,0 0-1 0 0,-1 0 0 0 0,1 0 0 0 0,0 0 1 0 0,-1 0-1 0 0,1 0 0 0 0,0-1 0 0 0,-1 1 1 0 0,1 0-1 0 0,0 0 0 0 0,-1 0 0 0 0,1 0 1 0 0,0-1-1 0 0,-1 1 0 0 0,1 0 0 0 0,0 0 1 0 0,0 0-1 0 0,-1-1 0 0 0,1 1 0 0 0,0 0 1 0 0,0-1-1 0 0,0 1 0 0 0,-1 0 0 0 0,1 0 1 0 0,0-1-1 0 0,0 1 0 0 0,0 0 0 0 0,0-1 1 0 0,0 1-1 0 0,-1 0 0 0 0,1-1 0 0 0,0 1 1 0 0,0 0-1 0 0,0-1 0 0 0,0 1 1 0 0,0-1-1 0 0,0 0 0 0 0,1 1-3 0 0,-1-1 0 0 0,0 0 0 0 0,1 0 0 0 0,-1 1 0 0 0,0-1 0 0 0,1 0 0 0 0,-1 0 0 0 0,1 1 0 0 0,-1-1 0 0 0,1 0 0 0 0,0 1 0 0 0,-1-1 0 0 0,1 1 0 0 0,-1-1 0 0 0,1 1 0 0 0,0-1 0 0 0,1 0 0 0 0,37-12-79 0 0,0 1 1 0 0,1 2 0 0 0,63-8 0 0 0,-65 11-430 0 0,88-9-3171 0 0,-26 3-5463 0 0,-76 10 4073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8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44 1396 0 0,'0'-24'11263'0'0,"-3"4"-5234"0"0,2 22-5660 0 0,-4 14 134 0 0,0 0-1 0 0,1 1 1 0 0,1-1-1 0 0,-1 27 1 0 0,-3 14 0 0 0,1-24-556 0 0,-44 222 958 0 0,6-88-3758 0 0,30-129-647 0 0,3-16-4104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0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6 155 1584 0 0,'-1'-8'1548'0'0,"-1"-3"105"0"0,0-1 1 0 0,2 1-1 0 0,-1 0 1 0 0,1-1-1 0 0,3-16 1 0 0,-3 25-1570 0 0,1 0 1 0 0,0 0-1 0 0,0 1 0 0 0,0-1 1 0 0,0 0-1 0 0,1 1 1 0 0,-1-1-1 0 0,1 0 1 0 0,-1 1-1 0 0,1 0 0 0 0,0-1 1 0 0,0 1-1 0 0,0 0 1 0 0,0 0-1 0 0,1 0 1 0 0,-1 0-1 0 0,0 0 1 0 0,1 1-1 0 0,-1-1 0 0 0,1 1 1 0 0,0-1-1 0 0,-1 1 1 0 0,1 0-1 0 0,0 0 1 0 0,5-1-1 0 0,5 0-52 0 0,0 0 0 0 0,-1 1 1 0 0,1 0-1 0 0,0 1 0 0 0,0 0 0 0 0,-1 1 1 0 0,1 0-1 0 0,0 1 0 0 0,17 6 0 0 0,-19-5-15 0 0,0 0 0 0 0,-1 1 1 0 0,0 0-1 0 0,0 1 0 0 0,0 0 0 0 0,0 1 0 0 0,-1 0 0 0 0,0 0 0 0 0,0 1 0 0 0,-1 0 0 0 0,9 9 0 0 0,-14-12 5 0 0,-1 0 1 0 0,1-1-1 0 0,-1 1 0 0 0,0 0 0 0 0,0 0 0 0 0,-1 1 0 0 0,1-1 0 0 0,-1 0 0 0 0,0 0 0 0 0,0 1 0 0 0,0-1 0 0 0,-1 1 0 0 0,0-1 0 0 0,1 0 0 0 0,-1 1 0 0 0,-1-1 0 0 0,1 1 0 0 0,-1-1 0 0 0,0 1 0 0 0,0-1 0 0 0,0 0 0 0 0,0 0 0 0 0,-4 7 0 0 0,-4 8 41 0 0,0 1 0 0 0,-2-1-1 0 0,-19 27 1 0 0,19-31-47 0 0,-2 4 191 0 0,-1-1-1 0 0,-1 0 1 0 0,-1-1 0 0 0,-26 21 0 0 0,41-37-95 0 0,-4 0 9 0 0,5-1-117 0 0,0 0 0 0 0,0 0-1 0 0,-1 1 1 0 0,1-1-1 0 0,0 0 1 0 0,0 0 0 0 0,-1 0-1 0 0,1 0 1 0 0,0 0-1 0 0,-1 0 1 0 0,1 1 0 0 0,0-1-1 0 0,-1 0 1 0 0,1 0-1 0 0,0 0 1 0 0,-1 0 0 0 0,1 0-1 0 0,0 0 1 0 0,0 0-1 0 0,-1 0 1 0 0,1 0 0 0 0,0 0-1 0 0,-1-1 1 0 0,1 1-1 0 0,0 0 1 0 0,-1 0 0 0 0,1 0-5 0 0,0 0 0 0 0,0-1 0 0 0,0 1 0 0 0,-1 0 0 0 0,1 0 0 0 0,0 0 0 0 0,0 0 0 0 0,0-1 0 0 0,0 1 0 0 0,0 0 0 0 0,0 0 0 0 0,0 0 0 0 0,0-1 0 0 0,0 1 0 0 0,0 0 0 0 0,0 0 0 0 0,0 0 0 0 0,0 0 0 0 0,0-1 0 0 0,0 1 0 0 0,0 0 0 0 0,0 0 0 0 0,0 0 0 0 0,0-1 0 0 0,0 1 0 0 0,0 0 0 0 0,0 0 0 0 0,0 0 0 0 0,0-1 1 0 0,0 1-1 0 0,0 0 0 0 0,1 0 0 0 0,-1 0 0 0 0,0 0 0 0 0,0-1 0 0 0,0 1 0 0 0,0 0 0 0 0,0 0 0 0 0,1 0 0 0 0,-1 0 0 0 0,0 0 0 0 0,0 0 0 0 0,0 0 0 0 0,0-1 0 0 0,1 1 0 0 0,-1 0 0 0 0,0 0 0 0 0,0 0 0 0 0,1 0 0 0 0,16-3-57 0 0,23 7-33 0 0,-31-1 112 0 0,0 1 1 0 0,0 0-1 0 0,0 0 1 0 0,-1 1-1 0 0,1 0 1 0 0,-1 0-1 0 0,0 1 1 0 0,-1 0-1 0 0,0 0 1 0 0,0 1-1 0 0,0 0 1 0 0,0 0-1 0 0,-1 0 1 0 0,-1 1-1 0 0,1 0 1 0 0,-1 1-1 0 0,-1-1 1 0 0,1 1-1 0 0,-1-1 1 0 0,3 14-1 0 0,-4-15 219 0 0,-1 0 0 0 0,-1 1 0 0 0,1-1 0 0 0,-1 0-1 0 0,0 1 1 0 0,-1-1 0 0 0,0 1 0 0 0,0-1 0 0 0,-1 1 0 0 0,0-1 0 0 0,0 1 0 0 0,0-1-1 0 0,-1 0 1 0 0,0 1 0 0 0,-1-1 0 0 0,0 0 0 0 0,0-1 0 0 0,0 1 0 0 0,-1 0 0 0 0,0-1-1 0 0,0 0 1 0 0,-1 0 0 0 0,1 0 0 0 0,-1 0 0 0 0,-1-1 0 0 0,-8 8 0 0 0,6-8-58 0 0,0 0 1 0 0,0 0-1 0 0,0 0 1 0 0,-1-1-1 0 0,1 0 1 0 0,-1-1-1 0 0,0 0 1 0 0,0 0-1 0 0,0-1 1 0 0,-1 0 0 0 0,1-1-1 0 0,-1 0 1 0 0,-14 0-1 0 0,13-1-444 0 0,0-1-1 0 0,0-1 1 0 0,0 1 0 0 0,0-2-1 0 0,1 1 1 0 0,-1-2 0 0 0,-11-5-1 0 0,19 8-355 0 0,1 0 0 0 0,0 0 0 0 0,-1-1 0 0 0,1 1 0 0 0,0-1-1 0 0,0 0 1 0 0,0 0 0 0 0,-3-3 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53 1612 0 0,'0'0'1786'0'0,"-23"-26"7444"0"0,16 18-7626 0 0,-8-7 3069 0 0,10 11-6897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0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35 2020 0 0,'-20'-20'9789'0'0,"3"6"-6125"0"0,13 15-2707 0 0,8 10-818 0 0,57 90 1261 0 0,-20-37-997 0 0,-3 3-1 0 0,30 74 1 0 0,-47-87-278 0 0,-3 1-1 0 0,-3 1 1 0 0,16 99 0 0 0,-26-108-89 0 0,-2 0-1 0 0,-2 0 1 0 0,-2 1 0 0 0,-2-1-1 0 0,-9 47 1 0 0,1-43-173 0 0,-2 0 1 0 0,-3-1 0 0 0,-1-1-1 0 0,-3-1 1 0 0,-1 0-1 0 0,-3-2 1 0 0,-2 0 0 0 0,-2-2-1 0 0,-61 75 1 0 0,51-75-633 0 0,-2-2 1 0 0,-2-2-1 0 0,-64 48 0 0 0,62-57-1090 0 0,-2-1 0 0 0,-1-2 0 0 0,-84 35 0 0 0,43-29-3752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1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64 1792 0 0,'0'-5'779'0'0,"1"-1"0"0"0,-1 0 0 0 0,0 0 0 0 0,0 1 0 0 0,-1-1 0 0 0,1 0 0 0 0,-1 1 0 0 0,-3-9 0 0 0,4 13-731 0 0,0 1 0 0 0,-1 0 0 0 0,1 0 0 0 0,0-1 1 0 0,0 1-1 0 0,0 0 0 0 0,-1-1 0 0 0,1 1 0 0 0,0 0 0 0 0,-1 0 1 0 0,1 0-1 0 0,0-1 0 0 0,0 1 0 0 0,-1 0 0 0 0,1 0 0 0 0,0 0 1 0 0,-1 0-1 0 0,1 0 0 0 0,-1 0 0 0 0,1-1 0 0 0,0 1 0 0 0,-1 0 0 0 0,1 0 1 0 0,0 0-1 0 0,-1 0 0 0 0,1 0 0 0 0,0 0 0 0 0,-1 0 0 0 0,1 1 1 0 0,0-1-1 0 0,-1 0 0 0 0,1 0 0 0 0,0 0 0 0 0,-1 0 0 0 0,1 0 1 0 0,-12 7 644 0 0,0 4-229 0 0,0 2 0 0 0,1-1 1 0 0,1 1-1 0 0,1 1 1 0 0,-15 24-1 0 0,14-21-176 0 0,-233 455 4348 0 0,205-387-3995 0 0,-50 160 1 0 0,76-198-563 0 0,1 0 0 0 0,3 1 1 0 0,2 0-1 0 0,1 0 0 0 0,4 62 1 0 0,3-85-95 0 0,0 0 1 0 0,2 0 0 0 0,1 0-1 0 0,1-1 1 0 0,2 1 0 0 0,0-2-1 0 0,1 1 1 0 0,1-1 0 0 0,2-1 0 0 0,0 0-1 0 0,1 0 1 0 0,19 23 0 0 0,-11-20-312 0 0,1-1 0 0 0,1-1 0 0 0,1-1 0 0 0,1-1 0 0 0,0-2 1 0 0,2 0-1 0 0,0-2 0 0 0,1 0 0 0 0,32 12 0 0 0,-10-9-1729 0 0,1-2 0 0 0,0-3 0 0 0,100 17 0 0 0,-33-13-4575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2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106 236 1396 0 0,'-13'-17'5368'0'0,"-25"-26"0"0"0,5 6 308 0 0,18 24-4313 0 0,8 9-1058 0 0,7 10-212 0 0,3-3-79 0 0,0-1 0 0 0,1 1-1 0 0,-1 0 1 0 0,1-1 0 0 0,-1 0-1 0 0,1 0 1 0 0,0 0 0 0 0,6 2-1 0 0,2 0-351 0 0,1 0 0 0 0,-1-1 0 0 0,1 0 0 0 0,0-1-1 0 0,0-1 1 0 0,16 1 0 0 0,-27-2 261 0 0,1 0-1 0 0,-1 0 1 0 0,0-1 0 0 0,0 1 0 0 0,0 0-1 0 0,1-1 1 0 0,-1 0 0 0 0,0 1 0 0 0,0-1-1 0 0,0 0 1 0 0,0 0 0 0 0,0 0 0 0 0,0 0-1 0 0,0-1 1 0 0,0 1 0 0 0,-1 0 0 0 0,1-1-1 0 0,0 0 1 0 0,-1 1 0 0 0,1-1 0 0 0,-1 0-1 0 0,0 1 1 0 0,1-1 0 0 0,-1 0 0 0 0,0 0-1 0 0,0 0 1 0 0,0 0 0 0 0,-1 0-1 0 0,1-1 1 0 0,0 1 0 0 0,-1 0 0 0 0,1 0-1 0 0,-1 0 1 0 0,0-1 0 0 0,0 1 0 0 0,0-4-1 0 0,0-3 71 0 0,0 0 0 0 0,0 0 0 0 0,-1 0 0 0 0,-1 0 0 0 0,0 0 0 0 0,0 1 0 0 0,-4-13 0 0 0,5 20 50 0 0,0-2 11 0 0,0 0-1 0 0,0 0 1 0 0,0 1 0 0 0,-1-1-1 0 0,1 0 1 0 0,-1 1 0 0 0,0-1-1 0 0,-2-2 1 0 0,4 5-47 0 0,-1 0 0 0 0,1-1 0 0 0,0 1 1 0 0,-1 0-1 0 0,1 0 0 0 0,-1 0 0 0 0,1-1 0 0 0,0 1 0 0 0,-1 0 0 0 0,1 0 0 0 0,-1 0 0 0 0,1 0 0 0 0,-1 0 0 0 0,1 0 1 0 0,-1 0-1 0 0,1 0 0 0 0,-1 0 0 0 0,1 0 0 0 0,0 0 0 0 0,-1 0 0 0 0,1 0 0 0 0,-1 0 0 0 0,-14 12 196 0 0,11-6-180 0 0,0-1 0 0 0,0 1 0 0 0,0-1 0 0 0,1 1 0 0 0,0 0-1 0 0,0 0 1 0 0,1 1 0 0 0,-1-1 0 0 0,2 0 0 0 0,-1 1 0 0 0,1 0 0 0 0,-1-1 0 0 0,2 1 0 0 0,-1 0 0 0 0,1-1-1 0 0,0 1 1 0 0,0 0 0 0 0,1-1 0 0 0,1 8 0 0 0,0-9-12 0 0,-1-1 1 0 0,1 1-1 0 0,-1-1 0 0 0,1 1 1 0 0,1-1-1 0 0,-1 1 1 0 0,0-1-1 0 0,1 0 0 0 0,0 0 1 0 0,0-1-1 0 0,0 1 0 0 0,1 0 1 0 0,-1-1-1 0 0,1 0 0 0 0,0 0 1 0 0,0 0-1 0 0,0 0 1 0 0,0-1-1 0 0,0 1 0 0 0,1-1 1 0 0,-1 0-1 0 0,1-1 0 0 0,-1 1 1 0 0,1-1-1 0 0,0 0 0 0 0,7 1 1 0 0,-4-1 10 0 0,1-1 0 0 0,-1 0 0 0 0,1 0 0 0 0,-1-1-1 0 0,1 0 1 0 0,-1 0 0 0 0,1-1 0 0 0,-1 0 0 0 0,0-1 0 0 0,0 0 0 0 0,0 0 0 0 0,0-1 0 0 0,-1 0 0 0 0,1 0 0 0 0,-1-1 0 0 0,0 0 0 0 0,0 0 0 0 0,-1 0 0 0 0,12-13 0 0 0,19-21 1557 0 0,-35 37-1346 0 0,-3 2-231 0 0,0-1 0 0 0,0 1 1 0 0,0 0-1 0 0,0 0 0 0 0,0 0 0 0 0,0 0 1 0 0,0 0-1 0 0,0 0 0 0 0,0 1 0 0 0,0-1 1 0 0,0 0-1 0 0,0 0 0 0 0,0 1 1 0 0,0-1-1 0 0,0 0 0 0 0,1 1 0 0 0,-1-1 1 0 0,0 1-1 0 0,-1 0 0 0 0,-19 14 2 0 0,15-10 1 0 0,-23 18-175 0 0,1 1 0 0 0,2 1-1 0 0,0 1 1 0 0,1 1 0 0 0,-26 39 0 0 0,4 11-3012 0 0,34-52-92 0 0,-10 29 0 0 0,14-27-1943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145 174 1644 0 0,'-2'-8'2835'0'0,"1"3"-1715"0"0,0 0 1 0 0,0 0-1 0 0,0 0 0 0 0,-1 1 1 0 0,-3-8-1 0 0,4 10-554 0 0,-3-4 962 0 0,-1 24-725 0 0,1 1 0 0 0,1 0 1 0 0,-1 20-1 0 0,-3 26 51 0 0,-9 25-66 0 0,-42 194 226 0 0,40-209 517 0 0,17-72-770 0 0,0-4-749 0 0,0 1-1 0 0,1 0 1 0 0,-1 0 0 0 0,1-1 0 0 0,-1 1-1 0 0,1 0 1 0 0,-1-1 0 0 0,1 1 0 0 0,-1-1-1 0 0,1 1 1 0 0,-1-1 0 0 0,1 1-1 0 0,-1-1 1 0 0,1 1 0 0 0,0-1 0 0 0,-1 1-1 0 0,1-1 1 0 0,0 1 0 0 0,-1-1-1 0 0,1 0 1 0 0,0 1 0 0 0,0-1 0 0 0,-1 1-1 0 0,1-1 1 0 0,0 0 0 0 0,0 1 0 0 0,0-1-1 0 0,0 0 1 0 0,0 1 0 0 0,0-1-1 0 0,0 0 1 0 0,0 0 0 0 0,2-27 80 0 0,-2 23-62 0 0,6-55-37 0 0,2 1 0 0 0,3 0 0 0 0,2 0 0 0 0,3 1 1 0 0,3 1-1 0 0,2 1 0 0 0,2 0 0 0 0,44-73 0 0 0,-64 122-21 0 0,1 1-1 0 0,1-1 1 0 0,-1 1 0 0 0,1-1 0 0 0,0 2 0 0 0,1-1 0 0 0,-1 0 0 0 0,1 1 0 0 0,0 0-1 0 0,1 0 1 0 0,-1 1 0 0 0,1 0 0 0 0,0 0 0 0 0,0 1 0 0 0,12-5 0 0 0,-16 7 21 0 0,0 1 1 0 0,0 0 0 0 0,0 0 0 0 0,0 0 0 0 0,-1 0-1 0 0,1 1 1 0 0,0-1 0 0 0,0 1 0 0 0,0-1 0 0 0,-1 1-1 0 0,1 0 1 0 0,0 0 0 0 0,-1 1 0 0 0,1-1 0 0 0,0 0-1 0 0,-1 1 1 0 0,0-1 0 0 0,1 1 0 0 0,2 3 0 0 0,2 1 0 0 0,-1 0 0 0 0,0 0 1 0 0,0 1-1 0 0,8 12 1 0 0,2 7 43 0 0,-1 2 0 0 0,0 0 0 0 0,-3 1-1 0 0,0 0 1 0 0,11 45 0 0 0,0 43-1013 0 0,-16-1-3425 0 0,-11-67-2591 0 0,0-28 233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62 141 2872 0 0,'-22'-11'5598'0'0,"-13"-9"1635"0"0,34 20-7199 0 0,1 0 1 0 0,0-1-1 0 0,-1 1 1 0 0,1 0 0 0 0,0 0-1 0 0,0-1 1 0 0,-1 1-1 0 0,1 0 1 0 0,0-1 0 0 0,0 1-1 0 0,0 0 1 0 0,0-1-1 0 0,-1 1 1 0 0,1 0-1 0 0,0-1 1 0 0,0 1 0 0 0,0 0-1 0 0,0-1 1 0 0,0 1-1 0 0,0-1 1 0 0,0 1-1 0 0,0 0 1 0 0,0-1 0 0 0,0 1-1 0 0,0 0 1 0 0,0-1-1 0 0,0 1 1 0 0,0 0 0 0 0,0-1-1 0 0,1 1 1 0 0,-1 0-1 0 0,0-1 1 0 0,0 1-1 0 0,0 0 1 0 0,0-1 0 0 0,1 1-1 0 0,-1 0 1 0 0,0-1-1 0 0,0 1 1 0 0,1 0-1 0 0,-1 0 1 0 0,0-1 0 0 0,1 1-1 0 0,-1 0 1 0 0,0 0-1 0 0,0 0 1 0 0,1-1-1 0 0,-1 1 1 0 0,0 0 0 0 0,1 0-1 0 0,-1 0 1 0 0,1 0-1 0 0,0 0 1 0 0,22-9 100 0 0,-20 8-4 0 0,74-19-1426 0 0,147-19 0 0 0,-110 22-5185 0 0,-64 8 118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3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50 2408 0 0,'0'-3'2652'0'0,"-1"-43"11092"0"0,-10 65-11951 0 0,-55 249 1517 0 0,22 6-4235 0 0,38-211-1346 0 0,3-27-1137 0 0,-1-1-4784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1 162 2424 0 0,'0'-17'2132'0'0,"-1"4"-535"0"0,1 0-1 0 0,1 0 1 0 0,0 0 0 0 0,5-20-1 0 0,-5 30-1471 0 0,-1 0-1 0 0,2 0 0 0 0,-1 0 1 0 0,0 0-1 0 0,0 0 0 0 0,1 0 0 0 0,0 0 1 0 0,0 1-1 0 0,-1-1 0 0 0,1 1 1 0 0,1-1-1 0 0,-1 1 0 0 0,0 0 0 0 0,1 0 1 0 0,-1 0-1 0 0,1 0 0 0 0,-1 0 0 0 0,1 1 1 0 0,0-1-1 0 0,0 1 0 0 0,0-1 1 0 0,0 1-1 0 0,6-1 0 0 0,0 0-18 0 0,1 1-1 0 0,0 0 1 0 0,-1 0 0 0 0,1 1-1 0 0,-1 1 1 0 0,1 0-1 0 0,0 0 1 0 0,-1 1 0 0 0,1 0-1 0 0,10 4 1 0 0,-13-4-52 0 0,0 0 0 0 0,-1 1 0 0 0,0 0 0 0 0,0 0 1 0 0,0 0-1 0 0,0 1 0 0 0,0 0 0 0 0,-1 0 0 0 0,1 0 0 0 0,-1 1 0 0 0,0 0 1 0 0,-1 0-1 0 0,1 0 0 0 0,-1 1 0 0 0,4 5 0 0 0,-6-7-2 0 0,-1 0 0 0 0,1 0 0 0 0,-1 0 0 0 0,0 0 0 0 0,0 0-1 0 0,0 1 1 0 0,0-1 0 0 0,-1 0 0 0 0,0 0 0 0 0,1 1 0 0 0,-2-1 0 0 0,1 0-1 0 0,0 1 1 0 0,-1-1 0 0 0,0 0 0 0 0,0 0 0 0 0,0 0 0 0 0,-1 0-1 0 0,1 0 1 0 0,-1 0 0 0 0,0 0 0 0 0,0 0 0 0 0,-3 3 0 0 0,-7 10 43 0 0,0-1 0 0 0,-1-1 0 0 0,-27 25 1 0 0,7-7 120 0 0,11-11-20 0 0,12-15-110 0 0,9-7-78 0 0,2-4-37 0 0,0 3 22 0 0,1 0 0 0 0,-1 0-1 0 0,1 0 1 0 0,-1 0 0 0 0,1 0-1 0 0,-1 1 1 0 0,1-1 0 0 0,-1 1-1 0 0,1-1 1 0 0,0 1 0 0 0,-1-1-1 0 0,1 1 1 0 0,0 0 0 0 0,0 0-1 0 0,-1 0 1 0 0,1 0 0 0 0,0 0 0 0 0,2 0-1 0 0,0 0-7 0 0,8 1 28 0 0,1 0-1 0 0,0 1 1 0 0,0 1-1 0 0,-1 0 1 0 0,1 0 0 0 0,-1 1-1 0 0,0 1 1 0 0,0 0-1 0 0,0 0 1 0 0,-1 1 0 0 0,14 10-1 0 0,-17-11 157 0 0,-1 1-1 0 0,1 0 0 0 0,-1 0 1 0 0,0 0-1 0 0,-1 1 1 0 0,1 0-1 0 0,-1 1 1 0 0,-1-1-1 0 0,1 1 0 0 0,-1 0 1 0 0,-1 0-1 0 0,0 1 1 0 0,0-1-1 0 0,0 1 1 0 0,-1 0-1 0 0,3 14 0 0 0,-6-17-33 0 0,0 0-1 0 0,0 0 0 0 0,0 0 1 0 0,-1-1-1 0 0,0 1 0 0 0,0 0 0 0 0,0 0 1 0 0,-1-1-1 0 0,0 1 0 0 0,0-1 1 0 0,-1 1-1 0 0,1-1 0 0 0,-1 0 0 0 0,0 0 1 0 0,-1 0-1 0 0,1 0 0 0 0,-1-1 1 0 0,0 1-1 0 0,0-1 0 0 0,-7 6 0 0 0,-2 1-12 0 0,-1 0-1 0 0,-1 0 1 0 0,1-1-1 0 0,-2-1 1 0 0,-25 11-1 0 0,36-18-178 0 0,-14 7 3 0 0,-1-2-1 0 0,-33 10 1 0 0,46-16-431 0 0,1 0-1 0 0,-1 0 1 0 0,0-1-1 0 0,1 0 1 0 0,-10 0 0 0 0,13-1-159 0 0,-1 1 1 0 0,1-1-1 0 0,-1 0 0 0 0,1 0 1 0 0,0 0-1 0 0,0 0 1 0 0,0-1-1 0 0,0 1 0 0 0,0-1 1 0 0,0 0-1 0 0,-4-3 1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3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665 94 1952 0 0,'11'-18'2821'0'0,"-2"5"-633"0"0,0-1 1 0 0,1 1 0 0 0,16-15 0 0 0,-25 27-2037 0 0,1 0 1 0 0,-1 0-1 0 0,0 0 1 0 0,1 1-1 0 0,-1-1 0 0 0,1 1 1 0 0,-1-1-1 0 0,1 1 1 0 0,-1-1-1 0 0,1 1 0 0 0,-1 0 1 0 0,1 0-1 0 0,0 0 1 0 0,-1 0-1 0 0,1 0 0 0 0,-1 0 1 0 0,1 0-1 0 0,-1 0 0 0 0,1 1 1 0 0,-1-1-1 0 0,1 1 1 0 0,-1-1-1 0 0,1 1 0 0 0,-1-1 1 0 0,1 1-1 0 0,-1 0 1 0 0,0 0-1 0 0,1 0 0 0 0,-1 0 1 0 0,0 0-1 0 0,0 0 1 0 0,2 1-1 0 0,5 5 338 0 0,-1 1 0 0 0,0-1 0 0 0,9 13 0 0 0,1 3 1 0 0,-2 0 0 0 0,-1 1 1 0 0,-1 1-1 0 0,-1 0 1 0 0,-1 0-1 0 0,-1 1 1 0 0,8 34-1 0 0,-10-24-213 0 0,-2 1 1 0 0,-1-1-1 0 0,-2 1 1 0 0,-1 0-1 0 0,-4 37 1 0 0,-3-22-169 0 0,-2 0 0 0 0,-2 0 1 0 0,-3-1-1 0 0,-2 0 0 0 0,-2-1 1 0 0,-2-1-1 0 0,-45 87 0 0 0,33-84-259 0 0,-2-1 0 0 0,-2-2 0 0 0,-2-1 0 0 0,-2-2 0 0 0,-2-1 0 0 0,-54 46 0 0 0,59-62-895 0 0,-1-2 1 0 0,-1-1-1 0 0,-56 29 1 0 0,59-38-1122 0 0,0-2 1 0 0,-1-2-1 0 0,-1-1 0 0 0,-55 12 0 0 0,21-12-6391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28 2884 0 0,'30'-27'13452'0'0,"-26"35"-11869"0"0,-4-4-1357 0 0,-1 0-1 0 0,0 0 1 0 0,0 1-1 0 0,-1-1 1 0 0,1 0-1 0 0,-1 0 1 0 0,0 0-1 0 0,0 0 1 0 0,-4 6-1 0 0,-1 2 194 0 0,-38 75 1075 0 0,-168 369 2014 0 0,193-402-3400 0 0,2 0-1 0 0,3 1 1 0 0,2 1 0 0 0,3 0 0 0 0,2 1 0 0 0,-1 103 0 0 0,10-129-176 0 0,2-1 1 0 0,1 1-1 0 0,1-1 1 0 0,1 1-1 0 0,2-2 1 0 0,1 1 0 0 0,17 36-1 0 0,-16-45-306 0 0,1 0-1 0 0,1-1 1 0 0,1-1 0 0 0,0 0 0 0 0,1-1-1 0 0,2 0 1 0 0,-1-1 0 0 0,2-1-1 0 0,0 0 1 0 0,26 16 0 0 0,-19-15-781 0 0,1-2 1 0 0,38 17 0 0 0,-37-21-2210 0 0,33 9 0 0 0,18 0-5734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4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46 2332 0 0,'-19'-29'17516'0'0,"18"26"-17215"0"0,1 3-291 0 0,0 0 0 0 0,0 0 0 0 0,0 0-1 0 0,0 0 1 0 0,-1 0 0 0 0,1 0 0 0 0,0-1 0 0 0,0 1-1 0 0,0 0 1 0 0,0 0 0 0 0,0 0 0 0 0,0 0 0 0 0,0 0-1 0 0,0-1 1 0 0,0 1 0 0 0,0 0 0 0 0,0 0 0 0 0,0 0 0 0 0,0 0-1 0 0,0-1 1 0 0,0 1 0 0 0,0 0 0 0 0,0 0 0 0 0,0 0-1 0 0,0 0 1 0 0,0-1 0 0 0,0 1 0 0 0,0 0 0 0 0,0 0-1 0 0,0 0 1 0 0,0 0 0 0 0,0-1 0 0 0,0 1 0 0 0,0 0 0 0 0,0 0-1 0 0,0 0 1 0 0,0 0 0 0 0,0 0 0 0 0,1-1 0 0 0,-1 1-1 0 0,0 0 1 0 0,0 0 0 0 0,0 0 0 0 0,0 0 0 0 0,1 0 0 0 0,19-4-376 0 0,1 2 1 0 0,0 0-1 0 0,23 2 1 0 0,-28 1-2920 0 0,0 0-1 0 0,24 6 1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4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0 2024 0 0,'-21'15'5403'0'0,"7"-6"-1295"0"0,1 1 0 0 0,-16 14 1 0 0,29-24-4092 0 0,0 0 0 0 0,0 0 0 0 0,0 1 0 0 0,0-1 0 0 0,-1 0 0 0 0,1 0 0 0 0,0 0 0 0 0,0 0 0 0 0,0 1 1 0 0,0-1-1 0 0,0 0 0 0 0,-1 0 0 0 0,1 0 0 0 0,0 1 0 0 0,0-1 0 0 0,0 0 0 0 0,0 0 0 0 0,0 0 0 0 0,0 1 0 0 0,0-1 0 0 0,0 0 0 0 0,0 0 1 0 0,0 1-1 0 0,0-1 0 0 0,0 0 0 0 0,0 0 0 0 0,0 0 0 0 0,0 1 0 0 0,0-1 0 0 0,0 0 0 0 0,0 0 0 0 0,0 0 0 0 0,0 1 0 0 0,0-1 0 0 0,1 0 0 0 0,-1 0 1 0 0,0 0-1 0 0,0 1 0 0 0,0-1 0 0 0,0 0 0 0 0,1 0 0 0 0,11 5 215 0 0,17-1-244 0 0,30-5-2709 0 0,103-14 1 0 0,-98 6-2308 0 0,2 0-2788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5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26 2472 0 0,'-10'-5'3425'0'0,"-1"0"0"0"0,1 1-1 0 0,-23-6 1 0 0,31 9-2817 0 0,-1 1-123 0 0,2 1-390 0 0,-1-1 1 0 0,1 1 0 0 0,-1-1 0 0 0,0 1-1 0 0,1 0 1 0 0,-1-1 0 0 0,1 1 0 0 0,0 0-1 0 0,-1 0 1 0 0,1 0 0 0 0,0 0 0 0 0,-1 1-1 0 0,1-1 1 0 0,0 0 0 0 0,0 0 0 0 0,0 1 0 0 0,0-1-1 0 0,0 0 1 0 0,0 1 0 0 0,0-1 0 0 0,1 1-1 0 0,-1 0 1 0 0,1-1 0 0 0,-1 1 0 0 0,0 2-1 0 0,-2 8 381 0 0,1 0 0 0 0,-2 21 0 0 0,1-6 22 0 0,-20 138 1184 0 0,-4 24-1137 0 0,11-100-777 0 0,-8 43-2698 0 0,3-46-4311 0 0,16-70 2757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5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0 183 2212 0 0,'3'-12'740'0'0,"0"1"1"0"0,0-1-1 0 0,1 0 0 0 0,0 1 0 0 0,1 0 0 0 0,0 0 1 0 0,1 0-1 0 0,0 1 0 0 0,11-13 0 0 0,-13 18-580 0 0,1-1 1 0 0,0 2-1 0 0,0-1 0 0 0,0 1 0 0 0,1-1 0 0 0,0 2 0 0 0,-1-1 1 0 0,1 0-1 0 0,1 1 0 0 0,-1 0 0 0 0,0 1 0 0 0,1 0 0 0 0,-1 0 1 0 0,1 0-1 0 0,0 0 0 0 0,0 1 0 0 0,12 0 0 0 0,-4 1-2 0 0,0 1-1 0 0,0 0 1 0 0,0 2 0 0 0,-1-1-1 0 0,1 2 1 0 0,-1 0 0 0 0,1 1-1 0 0,-1 0 1 0 0,15 9-1 0 0,-20-10-61 0 0,0 1-1 0 0,0 1 0 0 0,0-1 1 0 0,0 1-1 0 0,-1 1 0 0 0,0 0 1 0 0,0 0-1 0 0,-1 1 0 0 0,0 0 1 0 0,0 0-1 0 0,-1 0 0 0 0,0 1 1 0 0,8 16-1 0 0,-12-21-29 0 0,-1 1-1 0 0,1 0 1 0 0,-1 0-1 0 0,-1 0 1 0 0,1 0-1 0 0,-1-1 1 0 0,1 1-1 0 0,-2 0 1 0 0,1 0-1 0 0,0 0 1 0 0,-1 0 0 0 0,0 0-1 0 0,0 0 1 0 0,-1 0-1 0 0,1-1 1 0 0,-1 1-1 0 0,0 0 1 0 0,0-1-1 0 0,0 0 1 0 0,-1 1-1 0 0,-3 4 1 0 0,-8 9 84 0 0,-1 0 1 0 0,0-1-1 0 0,-24 21 1 0 0,14-14 257 0 0,16-15 81 0 0,-1-1-1 0 0,0 1 0 0 0,-11 6 0 0 0,20-14-418 0 0,3-2-51 0 0,1 0-26 0 0,-1 0 0 0 0,1 0-1 0 0,0 0 1 0 0,-1 0 0 0 0,1 0-1 0 0,0 0 1 0 0,0 1 0 0 0,0-1-1 0 0,-1 1 1 0 0,1 0-1 0 0,0 0 1 0 0,0 0 0 0 0,0 0-1 0 0,4 2 1 0 0,0-1-14 0 0,7 3 36 0 0,0 0 0 0 0,1 0 0 0 0,-2 2 0 0 0,1 0 0 0 0,-1 0 0 0 0,0 1 0 0 0,0 1-1 0 0,0 0 1 0 0,-1 1 0 0 0,-1 0 0 0 0,0 1 0 0 0,0 0 0 0 0,-1 1 0 0 0,0 0 0 0 0,0 0 0 0 0,-1 1 0 0 0,-1 1 0 0 0,12 22 0 0 0,-18-28 146 0 0,0-1 0 0 0,0 0 0 0 0,-1 1 0 0 0,0-1 0 0 0,0 1 1 0 0,-1 0-1 0 0,1-1 0 0 0,-1 1 0 0 0,-1 0 0 0 0,1-1 0 0 0,-1 1 1 0 0,0-1-1 0 0,-1 1 0 0 0,0-1 0 0 0,0 1 0 0 0,0-1 0 0 0,-1 0 1 0 0,0 0-1 0 0,-4 7 0 0 0,1-3 133 0 0,0 0 0 0 0,-1-1-1 0 0,0 0 1 0 0,0 0 0 0 0,-1-1 0 0 0,-1 0 0 0 0,1 0-1 0 0,-1-1 1 0 0,0 0 0 0 0,-15 8 0 0 0,12-9-257 0 0,0-1 0 0 0,-1 0 0 0 0,1 0 0 0 0,-1-1 0 0 0,0-1 0 0 0,-1 0 0 0 0,1-1 0 0 0,-1 0 1 0 0,1-1-1 0 0,-1 0 0 0 0,1-2 0 0 0,-1 1 0 0 0,1-2 0 0 0,-1 1 0 0 0,1-2 0 0 0,0 0 0 0 0,0-1 0 0 0,-24-9 0 0 0,34 11-299 0 0,1 1 0 0 0,-1 0 0 0 0,1 0-1 0 0,0-1 1 0 0,0 1 0 0 0,0-1 0 0 0,0 0-1 0 0,0 0 1 0 0,0 0 0 0 0,0 0-1 0 0,0 0 1 0 0,1 0 0 0 0,-1 0 0 0 0,1 0-1 0 0,0-1 1 0 0,0 1 0 0 0,-1 0 0 0 0,1-1-1 0 0,1 1 1 0 0,-1-1 0 0 0,0 1-1 0 0,1-1 1 0 0,-1 0 0 0 0,1 1 0 0 0,0-1-1 0 0,0 0 1 0 0,0 1 0 0 0,0-5 0 0 0,2-3-1237 0 0,0 1 0 0 0,0 0 1 0 0,1 0-1 0 0,0 1 0 0 0,1-1 1 0 0,8-16-1 0 0,6-5-5215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11 122 436 0 0,'-8'-72'14701'0'0,"6"41"-11289"0"0,2 13-2343 0 0,3 18-1038 0 0,0-1 1 0 0,0 1-1 0 0,0 0 1 0 0,0 0 0 0 0,0 0-1 0 0,1 1 1 0 0,3 0-1 0 0,-5-1-12 0 0,27 5-132 0 0,46 2-1 0 0,-12-6-3411 0 0,-60-1 2914 0 0,0 0 0 0 0,0 0 0 0 0,0 0 0 0 0,0 0-1 0 0,0-1 1 0 0,0 1 0 0 0,1-1 0 0 0,-1 0 0 0 0,0 0-1 0 0,-1 0 1 0 0,1 0 0 0 0,0 0 0 0 0,0-1 0 0 0,3-2-1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6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48 1560 0 0,'-4'-9'2656'0'0,"1"1"0"0"0,-2 0 0 0 0,-8-14 939 0 0,10 23-3152 0 0,0 1-315 0 0,1 0 1 0 0,-1 0-1 0 0,0 1 0 0 0,1-1 1 0 0,0 1-1 0 0,-1 0 0 0 0,1-1 1 0 0,0 1-1 0 0,0 0 0 0 0,1 1 1 0 0,-1-1-1 0 0,1 0 0 0 0,-1 0 1 0 0,-1 7-1 0 0,-2 5 243 0 0,1 0-1 0 0,-3 18 1 0 0,3-10-22 0 0,1 0 0 0 0,2 1 0 0 0,1 42 0 0 0,1-58-316 0 0,0 1-1 0 0,0-1 1 0 0,1 0-1 0 0,0 1 0 0 0,0-1 1 0 0,1 0-1 0 0,0 0 1 0 0,0 0-1 0 0,1-1 0 0 0,0 1 1 0 0,0-1-1 0 0,1 0 1 0 0,10 12-1 0 0,-14-18-35 0 0,-1 0-1 0 0,1 0 1 0 0,0-1-1 0 0,0 1 1 0 0,0 0-1 0 0,0 0 1 0 0,1 0-1 0 0,-1-1 1 0 0,0 1-1 0 0,0 0 1 0 0,0-1-1 0 0,1 1 1 0 0,-1-1-1 0 0,0 0 1 0 0,0 1-1 0 0,1-1 1 0 0,-1 0-1 0 0,0 0 1 0 0,1 1-1 0 0,-1-1 1 0 0,0 0-1 0 0,1-1 1 0 0,-1 1-1 0 0,0 0 1 0 0,1 0-1 0 0,-1-1 1 0 0,0 1-1 0 0,0 0 1 0 0,1-1-1 0 0,-1 1 1 0 0,0-1-1 0 0,0 0 1 0 0,0 1-1 0 0,1-1 1 0 0,-1 0-1 0 0,0 0 1 0 0,0 0-1 0 0,0 1 1 0 0,0-1-1 0 0,-1 0 1 0 0,1 0 0 0 0,0-1-1 0 0,0 1 1 0 0,0 0-1 0 0,0-1 1 0 0,4-7-3 0 0,0 1 0 0 0,0-1 0 0 0,-1 0 0 0 0,5-14 0 0 0,-8 20 7 0 0,12-36 414 0 0,-2-1 0 0 0,-1 0 0 0 0,5-52 0 0 0,-15 90-427 0 0,-16 19 8 0 0,-17 26-169 0 0,-50 70 630 0 0,69-90-1113 0 0,0 0 1 0 0,1 1 0 0 0,-10 29-1 0 0,22-52 504 0 0,1 0 0 0 0,-1 1 0 0 0,0-1 0 0 0,1 1 1 0 0,0-1-1 0 0,-1 1 0 0 0,1-1 0 0 0,0 1 0 0 0,0-1 0 0 0,0 1 0 0 0,0-1 0 0 0,0 1 0 0 0,0-1 0 0 0,0 1 0 0 0,0-1 0 0 0,1 1 0 0 0,-1-1 0 0 0,1 1 0 0 0,-1-1 0 0 0,1 1 0 0 0,-1-1 0 0 0,1 0 0 0 0,0 1 0 0 0,0-1 0 0 0,0 0 1 0 0,-1 1-1 0 0,1-1 0 0 0,1 0 0 0 0,-1 0 0 0 0,0 0 0 0 0,2 1 0 0 0,-1 0-267 0 0,1-1 0 0 0,0 0 0 0 0,-1 0 0 0 0,1 0 0 0 0,0 0 0 0 0,0 0 0 0 0,-1-1 1 0 0,1 1-1 0 0,0-1 0 0 0,0 0 0 0 0,0 0 0 0 0,0 0 0 0 0,0 0 0 0 0,-1-1 0 0 0,6 0 0 0 0,11-5-3182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6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26 512 0 0,'7'-9'3400'0'0,"-3"-3"-571"0"0,-20 7-2205 0 0,6 9-172 0 0,-8 2-56 0 0,-6 5-84 0 0,-5 4-60 0 0,-5 5-60 0 0,-8 7-240 0 0,-1 2-204 0 0,-2 3-1040 0 0,-1-1-1013 0 0,-2 3-363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7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141 283 2388 0 0,'19'-54'13304'0'0,"-20"66"-12291"0"0,-4 28-175 0 0,-2 0 0 0 0,-2-1 0 0 0,-15 40 0 0 0,10-32-592 0 0,-69 221 1162 0 0,76-255-414 0 0,7-13-979 0 0,0 0 0 0 0,0 0 0 0 0,0 0 0 0 0,0 0 0 0 0,0 0-1 0 0,0 0 1 0 0,0 0 0 0 0,-1 0 0 0 0,1 0 0 0 0,0 0 0 0 0,0 0 0 0 0,0 1-1 0 0,0-1 1 0 0,0 0 0 0 0,0 0 0 0 0,-1 0 0 0 0,1 0 0 0 0,0 0 0 0 0,0 0 0 0 0,0 0-1 0 0,0 0 1 0 0,0 0 0 0 0,-1 0 0 0 0,1-1 0 0 0,0 1 0 0 0,0 0 0 0 0,0 0 0 0 0,0 0-1 0 0,0 0 1 0 0,0 0 0 0 0,0 0 0 0 0,-1 0 0 0 0,1 0 0 0 0,0 0 0 0 0,0 0-1 0 0,0 0 1 0 0,0 0 0 0 0,0-1 0 0 0,0 1 0 0 0,0 0 0 0 0,0 0 0 0 0,-1 0 0 0 0,1-2 15 0 0,-1 0 0 0 0,0 1 0 0 0,1-1 0 0 0,-1 0 0 0 0,1 0 0 0 0,-1 0 0 0 0,1 0 0 0 0,0 1 0 0 0,0-4 0 0 0,2-28 16 0 0,2 1 1 0 0,1-1-1 0 0,2 1 0 0 0,13-39 1 0 0,-11 40-28 0 0,23-82-228 0 0,91-216-1 0 0,-121 324 186 0 0,1 0 1 0 0,-1 0 0 0 0,1 0-1 0 0,0 0 1 0 0,0 0-1 0 0,0 0 1 0 0,0 1-1 0 0,1 0 1 0 0,0-1 0 0 0,0 1-1 0 0,0 1 1 0 0,1-1-1 0 0,8-6 1 0 0,-11 10 14 0 0,1-1 1 0 0,-1 1-1 0 0,0 0 0 0 0,0 0 1 0 0,0-1-1 0 0,0 1 0 0 0,1 1 1 0 0,-1-1-1 0 0,0 0 1 0 0,0 0-1 0 0,0 1 0 0 0,0 0 1 0 0,0-1-1 0 0,0 1 1 0 0,0 0-1 0 0,0 0 0 0 0,0 0 1 0 0,0 0-1 0 0,0 0 0 0 0,3 3 1 0 0,0 0-6 0 0,1 0 1 0 0,-1 1 0 0 0,0 0-1 0 0,9 10 1 0 0,-6-2 29 0 0,0-1 0 0 0,-1 1 0 0 0,-1 1 0 0 0,0-1 0 0 0,0 1 0 0 0,3 17 0 0 0,16 89-20 0 0,-19-63-44 0 0,-1 0 0 0 0,-4 0-1 0 0,-1 0 1 0 0,-4 0-1 0 0,-13 76 1 0 0,16-123-477 0 0,-1 0 0 0 0,-1 0 0 0 0,0 0 0 0 0,-5 13-1 0 0,6-20 38 0 0,1 0 0 0 0,-1 0-1 0 0,0-1 1 0 0,0 1-1 0 0,0-1 1 0 0,0 1-1 0 0,-4 2 1 0 0,4-3-293 0 0,-1 0-1 0 0,1-1 1 0 0,0 0-1 0 0,-1 1 1 0 0,1-1 0 0 0,-1 0-1 0 0,0 0 1 0 0,1 0-1 0 0,-6 1 1 0 0,-7 0-5187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7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91 265 136 0 0,'-50'-63'11970'0'0,"37"44"-8822"0"0,-14-29 0 0 0,27 47-3124 0 0,0 0 0 0 0,-1 0 0 0 0,1 0 1 0 0,0 0-1 0 0,0 0 0 0 0,1 0 0 0 0,-1 0 1 0 0,0 0-1 0 0,0 0 0 0 0,0 0 0 0 0,1 0 1 0 0,-1 0-1 0 0,0 0 0 0 0,1 0 0 0 0,-1 0 1 0 0,1 0-1 0 0,-1 0 0 0 0,1 0 0 0 0,0 1 1 0 0,-1-1-1 0 0,1 0 0 0 0,0 0 0 0 0,-1 0 1 0 0,1 1-1 0 0,0-1 0 0 0,0 1 0 0 0,0-1 1 0 0,1 0-1 0 0,25-15 163 0 0,18-1-1532 0 0,0 2 1 0 0,0 2 0 0 0,68-10-1 0 0,-39 9-4056 0 0,-30 4-708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36 248 184 0 0,'-29'-73'14363'0'0,"27"71"-13354"0"0,-2 1-123 0 0,10 10-679 0 0,1-3-166 0 0,-1 0 0 0 0,1-1 0 0 0,0 0 0 0 0,0 0 0 0 0,1 0 0 0 0,-1-1 1 0 0,1 0-1 0 0,0 0 0 0 0,0-1 0 0 0,10 3 0 0 0,11 2 53 0 0,50 7-1 0 0,-73-14-138 0 0,0 0 1 0 0,0-1-1 0 0,0 1 0 0 0,0-1 0 0 0,0-1 1 0 0,0 1-1 0 0,0-1 0 0 0,0 0 0 0 0,0 0 1 0 0,10-5-1 0 0,-11 4-29 0 0,-1 0-1 0 0,0-1 1 0 0,0 1 0 0 0,0-1-1 0 0,0 0 1 0 0,-1 0 0 0 0,1-1-1 0 0,-1 1 1 0 0,0-1 0 0 0,0 0 0 0 0,0 1-1 0 0,0-1 1 0 0,-1-1 0 0 0,3-5-1 0 0,2-4-8 0 0,-1 0 0 0 0,0 0 0 0 0,6-28 1 0 0,3-65 1583 0 0,-15 104-1486 0 0,0 28 101 0 0,1 0 3 0 0,1 0 0 0 0,9 43 1 0 0,-9-60-101 0 0,0 0 0 0 0,0 0 0 0 0,1-1 0 0 0,0 1 0 0 0,1-1 0 0 0,0 0 1 0 0,0 0-1 0 0,0 0 0 0 0,1-1 0 0 0,0 1 0 0 0,0-1 0 0 0,1 0 0 0 0,-1 0 0 0 0,1-1 0 0 0,11 8 1 0 0,-15-12-29 0 0,0 0 1 0 0,0 0 0 0 0,0 0 0 0 0,-1 0 0 0 0,1-1-1 0 0,0 1 1 0 0,0 0 0 0 0,0-1 0 0 0,0 0 0 0 0,0 1 0 0 0,0-1-1 0 0,1 0 1 0 0,-1 0 0 0 0,0 0 0 0 0,0 0 0 0 0,0-1-1 0 0,0 1 1 0 0,0 0 0 0 0,0-1 0 0 0,0 1 0 0 0,0-1-1 0 0,0 0 1 0 0,-1 0 0 0 0,1 0 0 0 0,0 0 0 0 0,0 0-1 0 0,-1 0 1 0 0,1 0 0 0 0,0-1 0 0 0,-1 1 0 0 0,1-1-1 0 0,-1 1 1 0 0,0-1 0 0 0,2-2 0 0 0,2-1-2 0 0,-2 0 0 0 0,1-1 1 0 0,-1 1-1 0 0,0-1 0 0 0,0 0 0 0 0,0 0 0 0 0,-1 0 1 0 0,0 0-1 0 0,0-1 0 0 0,1-6 0 0 0,-1 3 12 0 0,-1-1 0 0 0,0 1-1 0 0,0 0 1 0 0,-1-1 0 0 0,-2-16 0 0 0,2 25-9 0 0,0 1-1 0 0,-1 0 1 0 0,1-1 0 0 0,0 1 0 0 0,0-1 0 0 0,-1 1 0 0 0,1 0 0 0 0,-1-1 0 0 0,1 1 0 0 0,-1 0 0 0 0,0 0 0 0 0,0 0 0 0 0,1-1 0 0 0,-1 1-1 0 0,0 0 1 0 0,0 0 0 0 0,0 0 0 0 0,0 0 0 0 0,0 0 0 0 0,0 0 0 0 0,0 1 0 0 0,-3-2 0 0 0,2 1 0 0 0,0 0 0 0 0,0 1 0 0 0,0 0 0 0 0,0 0 0 0 0,0-1 0 0 0,0 1 0 0 0,0 1 1 0 0,0-1-1 0 0,0 0 0 0 0,1 0 0 0 0,-1 1 0 0 0,0-1 0 0 0,0 1 0 0 0,-2 0 0 0 0,-6 3-5 0 0,1 1 1 0 0,0 0-1 0 0,0 0 0 0 0,0 1 1 0 0,-8 7-1 0 0,-1 1-1 0 0,1 2 1 0 0,1 0 0 0 0,0 1-1 0 0,-25 37 1 0 0,34-43-551 0 0,0 0 1 0 0,1 0-1 0 0,0 1 1 0 0,1-1 0 0 0,0 1-1 0 0,0 1 1 0 0,2-1-1 0 0,0 1 1 0 0,0-1 0 0 0,-1 18-1 0 0,4-11-2902 0 0,3-2-1342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8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77 2868 0 0,'6'-14'1777'0'0,"-3"8"-1088"0"0,0 0 0 0 0,0 0 0 0 0,1 0-1 0 0,-1 1 1 0 0,1-1 0 0 0,1 1-1 0 0,-1 0 1 0 0,1 0 0 0 0,6-5-1 0 0,-10 9-584 0 0,0 1-1 0 0,1-1 1 0 0,-1 1 0 0 0,0 0-1 0 0,1 0 1 0 0,-1 0-1 0 0,0-1 1 0 0,1 1-1 0 0,-1 1 1 0 0,0-1-1 0 0,1 0 1 0 0,-1 0-1 0 0,1 0 1 0 0,-1 1-1 0 0,0-1 1 0 0,0 0-1 0 0,1 1 1 0 0,-1 0 0 0 0,0-1-1 0 0,0 1 1 0 0,1 0-1 0 0,-1-1 1 0 0,0 1-1 0 0,0 0 1 0 0,0 0-1 0 0,0 0 1 0 0,1 1-1 0 0,24 29 1213 0 0,-7-1-670 0 0,-2 2 1 0 0,-1 0 0 0 0,-1 0 0 0 0,-2 2-1 0 0,-2 0 1 0 0,14 66 0 0 0,-15-42-260 0 0,-3 0 0 0 0,-2 0 0 0 0,-4 87 1 0 0,-6-80-286 0 0,-3 0 0 0 0,-2-1-1 0 0,-4 0 1 0 0,-2-1 0 0 0,-3-1 0 0 0,-2 0 0 0 0,-3-2 0 0 0,-44 80 0 0 0,36-84-592 0 0,-3-2 0 0 0,-2-1 0 0 0,-2-2 0 0 0,-90 91 0 0 0,99-114-417 0 0,-1-2 0 0 0,-2-1-1 0 0,0-2 1 0 0,-39 21 0 0 0,35-25-1384 0 0,0-2-1 0 0,-41 13 0 0 0,-7-3-4183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8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575 207 60 0 0,'5'-18'1512'0'0,"-1"0"0"0"0,0-1 1 0 0,-1 0-1 0 0,-2 1 0 0 0,0-1 0 0 0,0 0 0 0 0,-2 0 1 0 0,-1 0-1 0 0,-3-19 0 0 0,4 38-1478 0 0,0 0 0 0 0,0 0 0 0 0,1 0 0 0 0,-1 0-1 0 0,0 0 1 0 0,0 0 0 0 0,1 0 0 0 0,-1 0 0 0 0,0 0 0 0 0,0 1 0 0 0,0-1-1 0 0,1 0 1 0 0,-1 0 0 0 0,0 1 0 0 0,1-1 0 0 0,-1 1 0 0 0,0-1 0 0 0,0 1-1 0 0,-9 8 190 0 0,0 0-1 0 0,1 1 0 0 0,0 0 0 0 0,1 0 0 0 0,0 1 0 0 0,1 0 0 0 0,-8 15 0 0 0,-1 0 74 0 0,-228 410 3091 0 0,192-324-2910 0 0,4 2 1 0 0,-33 128-1 0 0,66-186-393 0 0,2 0-1 0 0,2 1 0 0 0,4 0 0 0 0,1 0 0 0 0,4 98 0 0 0,4-124-104 0 0,2 0 0 0 0,0-1 0 0 0,2 0 0 0 0,1 0 1 0 0,2-1-1 0 0,1 0 0 0 0,1 0 0 0 0,1-1 0 0 0,2-1 0 0 0,1 0 0 0 0,1-1 0 0 0,26 33 0 0 0,-14-27-363 0 0,2-1 0 0 0,1-1-1 0 0,2-2 1 0 0,1-2 0 0 0,0-1-1 0 0,2-1 1 0 0,1-2 0 0 0,1-2 0 0 0,1-1-1 0 0,54 18 1 0 0,-7-9-2075 0 0,0-4 1 0 0,2-5-1 0 0,174 18 1 0 0,-90-23-4021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265 171 2356 0 0,'-3'-27'7247'0'0,"3"3"-3636"0"0,0 22-3000 0 0,-4-2 566 0 0,2 1-534 0 0,-2 9-453 0 0,-1 6 292 0 0,0 0 1 0 0,-4 22-1 0 0,-2 1 104 0 0,-186 571 1260 0 0,188-577-1734 0 0,-5 15 263 0 0,13-42-333 0 0,2-3-35 0 0,1-1-1 0 0,0 0 1 0 0,-1 1 0 0 0,0-1-1 0 0,1 0 1 0 0,-1 0 0 0 0,0 1-1 0 0,0-1 1 0 0,0 0 0 0 0,0 0-1 0 0,0 0 1 0 0,0-1-1 0 0,0-1 1 0 0,1-1-5 0 0,93-248 99 0 0,-14 32-71 0 0,-45 142-107 0 0,3 1-1 0 0,78-115 1 0 0,-115 189 58 0 0,0 1 0 0 0,0 1 1 0 0,1-1-1 0 0,-1 0 1 0 0,1 0-1 0 0,0 1 1 0 0,0 0-1 0 0,0-1 1 0 0,5-2-1 0 0,-6 4 14 0 0,-1 1-1 0 0,1-1 1 0 0,-1 1-1 0 0,0-1 0 0 0,1 1 1 0 0,-1 0-1 0 0,1 0 0 0 0,-1 0 1 0 0,1 0-1 0 0,-1 0 1 0 0,1 0-1 0 0,-1 0 0 0 0,1 0 1 0 0,-1 0-1 0 0,1 1 1 0 0,-1-1-1 0 0,0 0 0 0 0,1 1 1 0 0,-1-1-1 0 0,1 1 0 0 0,-1 0 1 0 0,0 0-1 0 0,0-1 1 0 0,1 1-1 0 0,-1 0 0 0 0,0 0 1 0 0,0 0-1 0 0,1 2 0 0 0,5 5 1 0 0,0 0-1 0 0,-1 1 0 0 0,0 0 0 0 0,-1 0 0 0 0,0 1 0 0 0,0-1 0 0 0,-1 1 0 0 0,0 0 0 0 0,3 19 0 0 0,2 10 15 0 0,4 49 1 0 0,8 163 34 0 0,-13-83-3743 0 0,-8-154 1681 0 0,0-1 1 0 0,-1 0-1 0 0,-3 20 1 0 0,-1-15-3702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1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91 175 1192 0 0,'-25'-30'8309'0'0,"-38"-60"-1"0"0,62 89-8283 0 0,1 1 0 0 0,0-1-1 0 0,-1 1 1 0 0,1-1 0 0 0,0 1 0 0 0,0-1 0 0 0,0 1 0 0 0,0-1-1 0 0,0 0 1 0 0,-1 1 0 0 0,1-1 0 0 0,0 1 0 0 0,0-1-1 0 0,0 0 1 0 0,0 1 0 0 0,1-1 0 0 0,-1 1 0 0 0,0-1 0 0 0,0 1-1 0 0,0-1 1 0 0,0 0 0 0 0,1 1 0 0 0,-1-1 0 0 0,0 1-1 0 0,0-1 1 0 0,1 1 0 0 0,-1-1 0 0 0,1 1 0 0 0,-1-1-1 0 0,0 1 1 0 0,1 0 0 0 0,-1-1 0 0 0,1 1 0 0 0,-1-1 0 0 0,1 1-1 0 0,-1 0 1 0 0,2-1 0 0 0,20-8 211 0 0,23 2-614 0 0,0 1 1 0 0,73 1-1 0 0,-61 4-863 0 0,-2-1-311 0 0,41-1-4719 0 0,-45 1-116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0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65 3184 0 0,'13'-62'10524'0'0,"-13"60"-9922"0"0,-11 45 3872 0 0,-3 14-3882 0 0,-27 105 118 0 0,-7 33-981 0 0,28-65-5939 0 0,18-113 1771 0 0,-1-1-2323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156 223 644 0 0,'-1'-11'1505'0'0,"-1"-8"392"0"0,1-1-1 0 0,1 1 0 0 0,0 0 0 0 0,7-38 1 0 0,-6 53-1790 0 0,-1 0 0 0 0,1 0 1 0 0,1 1-1 0 0,-1-1 1 0 0,1 0-1 0 0,-1 1 0 0 0,1-1 1 0 0,0 1-1 0 0,0-1 1 0 0,1 1-1 0 0,-1 0 0 0 0,1 0 1 0 0,-1 0-1 0 0,1 0 1 0 0,0 0-1 0 0,0 1 0 0 0,0-1 1 0 0,1 1-1 0 0,-1 0 1 0 0,0 0-1 0 0,1 0 0 0 0,-1 0 1 0 0,1 1-1 0 0,0 0 1 0 0,0-1-1 0 0,0 1 0 0 0,-1 1 1 0 0,1-1-1 0 0,0 0 1 0 0,7 1-1 0 0,1 0 16 0 0,0 1 0 0 0,0 0 0 0 0,0 1 0 0 0,1 1 0 0 0,-2-1 0 0 0,1 2 0 0 0,0 0 0 0 0,-1 0 1 0 0,1 1-1 0 0,-1 1 0 0 0,-1 0 0 0 0,17 11 0 0 0,-17-10-75 0 0,-1 0 1 0 0,0 1-1 0 0,0 0 1 0 0,0 0-1 0 0,-1 1 1 0 0,0 0-1 0 0,-1 0 1 0 0,0 1-1 0 0,-1 0 1 0 0,0 0-1 0 0,0 1 1 0 0,-1 0-1 0 0,4 11 1 0 0,-7-16-1 0 0,-1 0-1 0 0,0 0 1 0 0,0 1 0 0 0,-1-1 0 0 0,1 0 0 0 0,-1 0-1 0 0,-1 0 1 0 0,1 0 0 0 0,-1 0 0 0 0,0 0-1 0 0,-3 10 1 0 0,1-7-4 0 0,-1 0 0 0 0,0 1 1 0 0,-1-2-1 0 0,0 1 0 0 0,0 0 0 0 0,-10 11 0 0 0,-2-1 212 0 0,-1 0-1 0 0,-1-2 1 0 0,0 0-1 0 0,-36 24 0 0 0,46-36 18 0 0,1 0-1 0 0,-2 0 0 0 0,1-1 0 0 0,0 0 1 0 0,-1 0-1 0 0,-15 3 0 0 0,23-7-83 0 0,-16 0 284 0 0,18 0-473 0 0,-1 0 0 0 0,1 0 0 0 0,0 0 0 0 0,0 0 0 0 0,0 0 0 0 0,-1 0 1 0 0,1-1-1 0 0,0 1 0 0 0,0 0 0 0 0,0 0 0 0 0,0 0 0 0 0,0 0 0 0 0,0-1 0 0 0,-1 1 0 0 0,1 0 0 0 0,0 0 0 0 0,0 0 0 0 0,0-1 0 0 0,0 1 1 0 0,0 0-1 0 0,0 0 0 0 0,0-1 0 0 0,0 1 0 0 0,0 0 0 0 0,0 0 0 0 0,0 0 0 0 0,0-1 0 0 0,0 1 0 0 0,0 0 0 0 0,0 0 0 0 0,0 0 0 0 0,0-1 1 0 0,0 1-1 0 0,0 0 0 0 0,1 0 0 0 0,-1 0 0 0 0,0-1 0 0 0,0 1 0 0 0,0 0 0 0 0,0 0 0 0 0,0 0 0 0 0,0-1 0 0 0,1 1 0 0 0,-1 0 0 0 0,0 0 1 0 0,0 0-1 0 0,0 0 0 0 0,1 0 0 0 0,-1 0 0 0 0,0-1 0 0 0,1 1 0 0 0,18-4-43 0 0,27 6-42 0 0,-27 3 118 0 0,0 1 0 0 0,-1 1 0 0 0,1 0 0 0 0,-2 2 1 0 0,1 0-1 0 0,-1 1 0 0 0,0 0 0 0 0,-1 2 0 0 0,0 0 0 0 0,-1 1 0 0 0,0 0 0 0 0,-1 1 0 0 0,-1 1 1 0 0,0 0-1 0 0,-1 1 0 0 0,-1 0 0 0 0,14 27 0 0 0,-22-39 145 0 0,-1 1-1 0 0,0-1 1 0 0,-1 1 0 0 0,1 0-1 0 0,-1 0 1 0 0,0 0 0 0 0,0 0-1 0 0,-1 0 1 0 0,1 0 0 0 0,-1 0-1 0 0,0 0 1 0 0,0 1 0 0 0,-1-1-1 0 0,0 0 1 0 0,0 0 0 0 0,0 0-1 0 0,0 0 1 0 0,-1-1-1 0 0,1 1 1 0 0,-4 5 0 0 0,1-4 10 0 0,0 0-1 0 0,0 0 1 0 0,-1 0 0 0 0,0-1 0 0 0,0 0 0 0 0,0 0-1 0 0,0 0 1 0 0,-1 0 0 0 0,0-1 0 0 0,0 0 0 0 0,0 0-1 0 0,-1-1 1 0 0,-11 5 0 0 0,-2 0-51 0 0,-1-2 1 0 0,0 0-1 0 0,0-1 0 0 0,-1-1 0 0 0,0-1 1 0 0,1-1-1 0 0,-1-1 0 0 0,0-1 1 0 0,0-1-1 0 0,-30-5 0 0 0,28 1-954 0 0,0 0 0 0 0,0-1 0 0 0,-36-16 0 0 0,40 13-1475 0 0,1 0 0 0 0,0-2-1 0 0,1 0 1 0 0,-21-17 0 0 0,22 13-2996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6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25 1492 0 0,'-28'-13'17392'0'0,"49"9"-17304"0"0,0 1 1 0 0,0 1-1 0 0,1 0 1 0 0,21 3-1 0 0,1-2-254 0 0,91 1-4113 0 0,-72 0-3513 0 0,-46 0 3107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6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1 224 0 0,'-92'22'14617'0'0,"86"-21"-14070"0"0,6-1-532 0 0,0 0 1 0 0,0 0-1 0 0,0 0 1 0 0,1 1-1 0 0,-1-1 1 0 0,0 0-1 0 0,0 0 1 0 0,0 0-1 0 0,0 0 0 0 0,0 0 1 0 0,0 0-1 0 0,0 0 1 0 0,0 0-1 0 0,0 0 1 0 0,0 0-1 0 0,0 0 0 0 0,0 0 1 0 0,0 0-1 0 0,0 0 1 0 0,0 1-1 0 0,0-1 1 0 0,0 0-1 0 0,0 0 0 0 0,0 0 1 0 0,0 0-1 0 0,0 0 1 0 0,0 0-1 0 0,0 0 1 0 0,0 0-1 0 0,0 0 1 0 0,0 0-1 0 0,0 0 0 0 0,0 0 1 0 0,-1 0-1 0 0,1 0 1 0 0,0 0-1 0 0,0 1 1 0 0,0-1-1 0 0,0 0 0 0 0,54 4-69 0 0,-1-2-1 0 0,61-6 1 0 0,-54 1-886 0 0,159-6-6407 0 0,-153 5 2196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16 2300 0 0,'-9'-16'14367'0'0,"26"136"-8300"0"0,-9 63-2993 0 0,-44 321-2631 0 0,26-450-4635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60 0 0,'2'-12'1361'0'0,"0"1"0"0"0,1 0-1 0 0,0 0 1 0 0,1 0 0 0 0,0 0 0 0 0,7-14-1 0 0,-8 21-1075 0 0,0-1 0 0 0,1 0 0 0 0,-1 1 0 0 0,1 0-1 0 0,0 0 1 0 0,0 0 0 0 0,0 0 0 0 0,1 1 0 0 0,-1-1-1 0 0,1 1 1 0 0,0 0 0 0 0,0 1 0 0 0,0-1-1 0 0,10-2 1 0 0,3-1 78 0 0,1 2-1 0 0,-1 0 0 0 0,1 1 0 0 0,0 1 1 0 0,0 1-1 0 0,0 0 0 0 0,35 4 0 0 0,-37-1-266 0 0,0 1 0 0 0,0 0 0 0 0,-1 1 0 0 0,0 1 0 0 0,1 1 0 0 0,-2 0 0 0 0,1 1-1 0 0,27 16 1 0 0,-38-19-79 0 0,-1-1-1 0 0,1 1 0 0 0,-1-1 0 0 0,0 1 1 0 0,0 0-1 0 0,0 1 0 0 0,0-1 1 0 0,-1 1-1 0 0,1-1 0 0 0,-1 1 0 0 0,-1 0 1 0 0,1 0-1 0 0,-1 1 0 0 0,0-1 1 0 0,0 0-1 0 0,0 1 0 0 0,-1-1 0 0 0,2 8 1 0 0,-3-6-8 0 0,0 0-1 0 0,0-1 1 0 0,-1 1 0 0 0,0 0 0 0 0,0-1 0 0 0,0 1 0 0 0,-1-1 0 0 0,0 1 0 0 0,0-1-1 0 0,0 0 1 0 0,-1 1 0 0 0,0-1 0 0 0,0-1 0 0 0,-1 1 0 0 0,-5 7 0 0 0,-3 1-3 0 0,0 0 0 0 0,-1 0 0 0 0,-1-1 0 0 0,0-1 0 0 0,-1 0 0 0 0,-27 17 1 0 0,18-16 205 0 0,-1 0 1 0 0,0-1 0 0 0,-48 14 0 0 0,71-25-156 0 0,1-1 0 0 0,-1 0 1 0 0,1 1-1 0 0,-1-1 0 0 0,1 0 1 0 0,-1 0-1 0 0,1 0 1 0 0,-1 0-1 0 0,1 0 0 0 0,-1 0 1 0 0,-2-1-1 0 0,-7-1 219 0 0,17-1-214 0 0,-6 3-60 0 0,1-1 0 0 0,-1 1 0 0 0,0-1-1 0 0,1 1 1 0 0,-1 0 0 0 0,1-1 0 0 0,-1 1-1 0 0,1 0 1 0 0,-1-1 0 0 0,0 1-1 0 0,1 0 1 0 0,-1 0 0 0 0,1-1 0 0 0,-1 1-1 0 0,1 0 1 0 0,0 0 0 0 0,-1 0 0 0 0,1 0-1 0 0,-1-1 1 0 0,1 1 0 0 0,0 0 0 0 0,15-1 27 0 0,-1 0 0 0 0,1 1 0 0 0,0 0 0 0 0,-1 1 0 0 0,1 1 0 0 0,0 1 0 0 0,-1 0 1 0 0,0 1-1 0 0,0 0 0 0 0,0 1 0 0 0,0 1 0 0 0,16 9 0 0 0,-15-7 47 0 0,-1 1-1 0 0,0 1 1 0 0,-1 0-1 0 0,0 0 1 0 0,0 1 0 0 0,-1 1-1 0 0,-1 1 1 0 0,0-1-1 0 0,0 2 1 0 0,17 28 0 0 0,-26-37 49 0 0,0-1 0 0 0,0 1 0 0 0,-1 0 0 0 0,0 0 1 0 0,0 0-1 0 0,-1 0 0 0 0,1 0 0 0 0,-1 0 1 0 0,0 0-1 0 0,0 1 0 0 0,-1-1 0 0 0,1 0 0 0 0,-1 1 1 0 0,0-1-1 0 0,-1 0 0 0 0,0 1 0 0 0,1-1 1 0 0,-2 0-1 0 0,1 0 0 0 0,0 0 0 0 0,-1 0 0 0 0,0 0 1 0 0,0 0-1 0 0,-1 0 0 0 0,1 0 0 0 0,-1-1 1 0 0,0 0-1 0 0,-1 1 0 0 0,1-1 0 0 0,0 0 0 0 0,-1 0 1 0 0,0-1-1 0 0,0 1 0 0 0,0-1 0 0 0,-1 0 0 0 0,-5 3 1 0 0,3-1-142 0 0,-1-1-1 0 0,0 0 1 0 0,0 0 0 0 0,0-1 0 0 0,-1 0 0 0 0,1 0 0 0 0,-1-1 0 0 0,0 0 0 0 0,1-1-1 0 0,-1 0 1 0 0,0 0 0 0 0,0-1 0 0 0,0 0 0 0 0,0-1 0 0 0,0 0 0 0 0,0 0 0 0 0,1-1-1 0 0,-1 0 1 0 0,0 0 0 0 0,1-1 0 0 0,0 0 0 0 0,-14-7 0 0 0,15 5-504 0 0,0 1 0 0 0,0-1 0 0 0,1 0 0 0 0,0-1 1 0 0,0 1-1 0 0,0-1 0 0 0,0 0 0 0 0,1-1 0 0 0,0 1 1 0 0,0-1-1 0 0,1 0 0 0 0,0 0 0 0 0,0-1 0 0 0,1 1 0 0 0,-5-15 1 0 0,0-19-5239 0 0,3-2-3264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8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75 608 0 0,'-4'-15'13737'0'0,"8"22"-13502"0"0,1 0 0 0 0,0-1 1 0 0,0 0-1 0 0,1 0 0 0 0,-1 0 1 0 0,1-1-1 0 0,1 0 0 0 0,-1 0 1 0 0,1 0-1 0 0,0-1 1 0 0,0 0-1 0 0,0 0 0 0 0,0-1 1 0 0,1 0-1 0 0,14 4 0 0 0,8 1-196 0 0,-1-1 0 0 0,57 5 0 0 0,-83-11-89 0 0,1-1 0 0 0,0 0-1 0 0,-1 0 1 0 0,1 0 0 0 0,0 0 0 0 0,-1-1-1 0 0,1 1 1 0 0,-1-1 0 0 0,1 0 0 0 0,-1 0-1 0 0,1 0 1 0 0,-1-1 0 0 0,1 1 0 0 0,-1-1-1 0 0,0 0 1 0 0,0 0 0 0 0,0 0 0 0 0,0 0-1 0 0,0 0 1 0 0,-1-1 0 0 0,1 1 0 0 0,-1-1-1 0 0,5-5 1 0 0,-4 3-30 0 0,-1 0 1 0 0,0 1-1 0 0,1-1 0 0 0,-2 0 0 0 0,1 0 0 0 0,-1-1 0 0 0,1 1 1 0 0,-1 0-1 0 0,-1 0 0 0 0,1-1 0 0 0,-1 1 0 0 0,0 0 1 0 0,0-1-1 0 0,0 1 0 0 0,-2-8 0 0 0,-2-12 35 0 0,0 7 7 0 0,3 17 32 0 0,0 1 12 0 0,1 0 1 0 0,-1 0-1 0 0,0 0 0 0 0,0 1 1 0 0,1-1-1 0 0,-1 0 1 0 0,0 1-1 0 0,0-1 0 0 0,1 0 1 0 0,-1 1-1 0 0,0-1 1 0 0,1 1-1 0 0,-1-1 0 0 0,1 1 1 0 0,-1-1-1 0 0,1 1 1 0 0,-1 0-1 0 0,1-1 1 0 0,-1 1-1 0 0,1 0 0 0 0,-1-1 1 0 0,1 1-1 0 0,-1 1 1 0 0,-8 19 184 0 0,8-19-156 0 0,-1 4-15 0 0,0-1 1 0 0,0 0-1 0 0,1 1 1 0 0,0-1-1 0 0,0 1 1 0 0,0 0-1 0 0,1-1 1 0 0,0 1-1 0 0,0 0 1 0 0,0-1-1 0 0,1 1 1 0 0,-1 0-1 0 0,1-1 1 0 0,1 1-1 0 0,-1-1 1 0 0,1 0-1 0 0,0 1 1 0 0,0-1-1 0 0,1 0 1 0 0,-1 0-1 0 0,1 0 1 0 0,1 0-1 0 0,-1-1 1 0 0,0 1-1 0 0,1-1 1 0 0,0 0-1 0 0,0 0 1 0 0,0 0-1 0 0,1-1 1 0 0,-1 1-1 0 0,1-1 1 0 0,0 0-1 0 0,0-1 1 0 0,0 1 0 0 0,0-1-1 0 0,0 0 1 0 0,0 0-1 0 0,1 0 1 0 0,-1-1-1 0 0,11 2 1 0 0,-11-3-18 0 0,0 0 0 0 0,0 0 0 0 0,0 0 0 0 0,0-1 0 0 0,0 0 0 0 0,0 0 0 0 0,0 0 1 0 0,0 0-1 0 0,-1-1 0 0 0,1 0 0 0 0,-1 0 0 0 0,1 0 0 0 0,-1 0 0 0 0,1-1 0 0 0,-1 0 1 0 0,0 0-1 0 0,6-6 0 0 0,5-5 32 0 0,-2 0 1 0 0,24-32-1 0 0,-36 45-27 0 0,25-41 482 0 0,-24 40-427 0 0,-4-1-1 0 0,2 3-61 0 0,0-1 0 0 0,0 1 0 0 0,0 0 0 0 0,0 0 0 0 0,0 0 0 0 0,0 0 0 0 0,0-1 0 0 0,0 1 0 0 0,0 0 0 0 0,0 0 0 0 0,0 0 0 0 0,0-1 0 0 0,0 1 0 0 0,0 0 0 0 0,0 0 0 0 0,0 0 0 0 0,0 0 0 0 0,0 0 0 0 0,0-1 0 0 0,0 1 0 0 0,-1 0 0 0 0,1 0 0 0 0,0 0 1 0 0,0 0-1 0 0,0 0 0 0 0,0 0 0 0 0,0-1 0 0 0,0 1 0 0 0,-1 0 0 0 0,1 0 0 0 0,0 0 0 0 0,0 0 0 0 0,0 0 0 0 0,0 0 0 0 0,-1 0 0 0 0,1 0 0 0 0,0 0 0 0 0,0 0 0 0 0,0 0 0 0 0,0 0 0 0 0,-1 0 0 0 0,1 0 0 0 0,0 0 0 0 0,0 0 0 0 0,-1 0 0 0 0,-29 11-69 0 0,1 2-1 0 0,-1 1 1 0 0,2 1-1 0 0,0 1 1 0 0,1 2-1 0 0,1 0 1 0 0,1 2 0 0 0,0 1-1 0 0,-30 34 1 0 0,41-39-1383 0 0,-18 26 1 0 0,7-1-4485 0 0,14-22 151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9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85 147 388 0 0,'0'-3'2228'0'0,"-20"-53"10793"0"0,20 56-12967 0 0,-1 0 1 0 0,1 1-1 0 0,-1-1 0 0 0,1 1 1 0 0,0-1-1 0 0,-1 1 0 0 0,1-1 1 0 0,0 1-1 0 0,-1-1 1 0 0,1 1-1 0 0,0-1 0 0 0,0 1 1 0 0,0-1-1 0 0,-1 1 0 0 0,1 0 1 0 0,0-1-1 0 0,0 1 1 0 0,0-1-1 0 0,0 1 0 0 0,0-1 1 0 0,0 1-1 0 0,0 1 0 0 0,0 17 453 0 0,0-17-367 0 0,-5 140 2428 0 0,-28 172-1 0 0,15-189-1362 0 0,14-115 1032 0 0,5-30-1630 0 0,5-38-619 0 0,2 0 0 0 0,3 1 0 0 0,2 0 1 0 0,3 1-1 0 0,3 0 0 0 0,38-81 0 0 0,-5 37-209 0 0,-43 84 162 0 0,1 2 0 0 0,0 0 0 0 0,1 0-1 0 0,17-16 1 0 0,-26 27 53 0 0,1 1-1 0 0,-1 0 0 0 0,0 0 0 0 0,1 0 0 0 0,0 0 1 0 0,-1 0-1 0 0,1 1 0 0 0,0-1 0 0 0,0 1 0 0 0,0 0 1 0 0,0 0-1 0 0,0 0 0 0 0,0 0 0 0 0,0 0 0 0 0,0 1 1 0 0,0-1-1 0 0,0 1 0 0 0,1 0 0 0 0,-1 0 0 0 0,0 0 1 0 0,0 0-1 0 0,0 1 0 0 0,0-1 0 0 0,1 1 0 0 0,-1 0 1 0 0,0 0-1 0 0,0 0 0 0 0,0 0 0 0 0,-1 0 0 0 0,1 1 0 0 0,0-1 1 0 0,0 1-1 0 0,-1 0 0 0 0,1 0 0 0 0,-1 0 0 0 0,1 0 1 0 0,3 4-1 0 0,3 5 3 0 0,0 0 1 0 0,0 0-1 0 0,-1 1 1 0 0,-1 0-1 0 0,1 0 1 0 0,-2 1-1 0 0,6 15 1 0 0,1 7 86 0 0,-2 1-1 0 0,-2 0 1 0 0,-1 1 0 0 0,5 60 0 0 0,-6 151-2214 0 0,-7-217 1267 0 0,0-30 729 0 0,-2 21-2203 0 0,-2-13-1481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29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67 126 2172 0 0,'-59'-44'12312'0'0,"58"44"-12231"0"0,1-1-1 0 0,-1 1 1 0 0,1 0 0 0 0,0 0 0 0 0,-1-1-1 0 0,1 1 1 0 0,-1 0 0 0 0,1-1 0 0 0,0 1-1 0 0,-1 0 1 0 0,1-1 0 0 0,0 1 0 0 0,0 0-1 0 0,-1-1 1 0 0,1 1 0 0 0,0-1-1 0 0,0 1 1 0 0,-1-1 0 0 0,1 1 0 0 0,0 0-1 0 0,0-1 1 0 0,0 1 0 0 0,0-1 0 0 0,0 1-1 0 0,0-1 1 0 0,0 1 0 0 0,0-1 0 0 0,0 0-1 0 0,11-7 523 0 0,21 1-525 0 0,-31 7-79 0 0,174-24-970 0 0,-59 2-7011 0 0,-77 14 1834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12 184 320 0 0,'-2'-7'2742'0'0,"-1"-1"-1"0"0,1 1 0 0 0,1-1 1 0 0,-1 0-1 0 0,0-15 1 0 0,37 33-1427 0 0,8 1-899 0 0,79 11-1 0 0,-100-19-521 0 0,-20-3-10 0 0,0 1 0 0 0,0-1 0 0 0,0 0 0 0 0,0 0 0 0 0,0 1 0 0 0,0-1 0 0 0,0 0 0 0 0,0-1 0 0 0,0 1 0 0 0,0 0 0 0 0,0 0 0 0 0,0-1 0 0 0,0 0 0 0 0,-1 1 0 0 0,1-1 0 0 0,0 0 0 0 0,0 0 0 0 0,0 0 0 0 0,-1 0 0 0 0,1 0 0 0 0,0 0 0 0 0,-1 0 0 0 0,1-1 0 0 0,-1 1 0 0 0,1 0 0 0 0,-1-1 0 0 0,0 1 0 0 0,0-1 0 0 0,0 0 0 0 0,0 1 0 0 0,2-4 0 0 0,-2 1-28 0 0,0-1-1 0 0,0 0 1 0 0,0 0 0 0 0,-1 0 0 0 0,1 0 0 0 0,-1 1 0 0 0,0-1 0 0 0,-1 0 0 0 0,1 0-1 0 0,-1 0 1 0 0,-2-8 0 0 0,-11-27 739 0 0,13 38-289 0 0,1 5-230 0 0,-1 0 0 0 0,1-1 0 0 0,-1 1 0 0 0,1 0 0 0 0,0 0 0 0 0,0-1 0 0 0,0 1 0 0 0,0 0 1 0 0,1 0-1 0 0,-1-1 0 0 0,2 5 0 0 0,1 0-32 0 0,0-1 1 0 0,1 1 0 0 0,0-1 0 0 0,0 0 0 0 0,0 0-1 0 0,1 0 1 0 0,0 0 0 0 0,0-1 0 0 0,0 0-1 0 0,1 0 1 0 0,0 0 0 0 0,0-1 0 0 0,12 8-1 0 0,-15-11-37 0 0,1 1-1 0 0,-1-1 0 0 0,0 1 0 0 0,0-1 0 0 0,1 0 1 0 0,-1 0-1 0 0,1 0 0 0 0,-1-1 0 0 0,1 1 0 0 0,-1-1 1 0 0,1 0-1 0 0,-1 0 0 0 0,1 0 0 0 0,-1-1 1 0 0,1 1-1 0 0,-1-1 0 0 0,1 0 0 0 0,-1 0 0 0 0,0 0 1 0 0,1 0-1 0 0,-1 0 0 0 0,0-1 0 0 0,0 1 0 0 0,0-1 1 0 0,0 0-1 0 0,0 0 0 0 0,0 0 0 0 0,0-1 0 0 0,4-4 1 0 0,6-7 86 0 0,0-1 0 0 0,-1-1 0 0 0,0 0 0 0 0,11-21 0 0 0,-5 9 598 0 0,-10 14-411 0 0,-13 15-121 0 0,-19 23-66 0 0,18-18-93 0 0,-26 27 65 0 0,2 1 1 0 0,1 1-1 0 0,-34 57 0 0 0,44-60-801 0 0,-19 46 1 0 0,27-49-1877 0 0,-16 59 1 0 0,23-65-1054 0 0,3-3-1515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0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60 2412 0 0,'7'-7'2355'0'0,"-5"4"-1594"0"0,0 1 1 0 0,1-1 0 0 0,-1 1 0 0 0,1 0 0 0 0,-1 0 0 0 0,1 0 0 0 0,0 0 0 0 0,7-3 1246 0 0,-9 6-1772 0 0,0 0-1 0 0,0-1 1 0 0,-1 1 0 0 0,1 0 0 0 0,0 0 0 0 0,0 0-1 0 0,-1 0 1 0 0,1 0 0 0 0,-1 0 0 0 0,1 0 0 0 0,-1 0-1 0 0,1 0 1 0 0,-1 0 0 0 0,1 3 0 0 0,0 10 663 0 0,-1-1 0 0 0,-1 1 0 0 0,0 0 0 0 0,0-1 1 0 0,-2 1-1 0 0,-6 25 0 0 0,2-10 0 0 0,-95 362 2299 0 0,95-363-3086 0 0,5-20-13 0 0,0 0 0 0 0,0-1 0 0 0,-5 13 1 0 0,6-18-45 0 0,-8-37-87 0 0,8 1-171 0 0,2 0 0 0 0,2 0 0 0 0,8-45 0 0 0,30-99-187 0 0,-38 165 374 0 0,6-21-92 0 0,2 0 1 0 0,2 1 0 0 0,0 0-1 0 0,35-56 1 0 0,-47 86 100 0 0,0 1 0 0 0,0 0 1 0 0,1 0-1 0 0,-1 0 0 0 0,1 1 0 0 0,-1-1 1 0 0,1 0-1 0 0,0 1 0 0 0,-1-1 0 0 0,1 1 0 0 0,0-1 1 0 0,0 1-1 0 0,0 0 0 0 0,1 0 0 0 0,-1 0 0 0 0,0 0 1 0 0,0 0-1 0 0,0 0 0 0 0,1 1 0 0 0,-1-1 0 0 0,0 1 1 0 0,1-1-1 0 0,-1 1 0 0 0,1 0 0 0 0,3 0 1 0 0,-2 1 32 0 0,1 1 0 0 0,-1-1 1 0 0,0 1-1 0 0,0-1 1 0 0,0 1-1 0 0,-1 0 0 0 0,1 1 1 0 0,0-1-1 0 0,-1 1 1 0 0,1-1-1 0 0,-1 1 1 0 0,0 0-1 0 0,5 6 0 0 0,0 1 116 0 0,0 1-1 0 0,-1-1 0 0 0,0 1 0 0 0,-1 1 0 0 0,0 0 0 0 0,-1-1 1 0 0,7 25-1 0 0,-3-3 194 0 0,8 61 1 0 0,-13-54-133 0 0,-2 0 0 0 0,-4 53 0 0 0,-15 80-2647 0 0,13-140 850 0 0,3-28 805 0 0,1 1 0 0 0,-1-1 0 0 0,-1 0 0 0 0,-3 10 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55 190 112 0 0,'-37'-56'10865'0'0,"34"51"-10231"0"0,1 1 0 0 0,-1-1 0 0 0,1 0 0 0 0,1 0 0 0 0,-1 0 0 0 0,1-1 0 0 0,-1 1 0 0 0,1 0-1 0 0,1 0 1 0 0,-1-8 0 0 0,1 12-579 0 0,1-1 0 0 0,0 0 0 0 0,-1 0-1 0 0,1 0 1 0 0,0 1 0 0 0,0-1 0 0 0,0 0-1 0 0,0 1 1 0 0,0-1 0 0 0,0 1 0 0 0,0-1-1 0 0,1 1 1 0 0,-1 0 0 0 0,1-1 0 0 0,-1 1 0 0 0,1 0-1 0 0,-1 0 1 0 0,1 0 0 0 0,-1 0 0 0 0,1 0-1 0 0,0 0 1 0 0,0 1 0 0 0,0-1 0 0 0,2 0-1 0 0,6-2-81 0 0,1 0-1 0 0,18-3 0 0 0,-27 6-1 0 0,36-5-1203 0 0,11-3-1936 0 0,-16 2-2143 0 0,-6 0-1781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1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57 908 0 0,'1'-10'1882'0'0,"-2"7"-1194"0"0,1 1 0 0 0,0-1 0 0 0,1 0 0 0 0,-1 1-1 0 0,0-1 1 0 0,1 0 0 0 0,0 1 0 0 0,-1-1 0 0 0,1 1 0 0 0,0-1 0 0 0,0 1 0 0 0,0-1 0 0 0,1 1 0 0 0,-1-1 0 0 0,1 1 0 0 0,3-4 0 0 0,-1 7 869 0 0,6 5-565 0 0,-1 1 0 0 0,0 0 1 0 0,0 0-1 0 0,-1 1 0 0 0,0 0 0 0 0,14 19 0 0 0,37 61 2642 0 0,-35-45-2954 0 0,-1 2 0 0 0,-2 0 0 0 0,-2 1 0 0 0,-2 1 0 0 0,-2 0 0 0 0,-3 1 0 0 0,-1 1-1 0 0,6 71 1 0 0,-14-80-711 0 0,-1 1 0 0 0,-3 0 0 0 0,-1 0 0 0 0,-2 0 0 0 0,-2-1-1 0 0,-1 0 1 0 0,-2 0 0 0 0,-2-1 0 0 0,-2 0 0 0 0,-29 63 0 0 0,27-74-599 0 0,-2 0 0 0 0,-1-1 0 0 0,-1-1 1 0 0,-1-1-1 0 0,-2 0 0 0 0,0-2 0 0 0,-37 30 1 0 0,35-34-625 0 0,-1-1 0 0 0,0-1 0 0 0,-30 13 0 0 0,32-19-1310 0 0,0-1 0 0 0,-1-1 1 0 0,-48 11-1 0 0,9-10-7121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1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29 2360 0 0,'0'-15'4750'0'0,"1"15"-4660"0"0,-1-1 1 0 0,0 1-1 0 0,0 0 0 0 0,0-1 1 0 0,1 1-1 0 0,-1 0 0 0 0,0-1 0 0 0,0 1 1 0 0,0 0-1 0 0,0-1 0 0 0,0 1 1 0 0,0-1-1 0 0,0 1 0 0 0,0 0 1 0 0,0-1-1 0 0,0 1 0 0 0,0 0 1 0 0,0-1-1 0 0,0 1 0 0 0,0-1 0 0 0,0 1 1 0 0,0 0-1 0 0,0-1 0 0 0,-1 1 1 0 0,1 0-1 0 0,0-1 0 0 0,0 1 1 0 0,0 0-1 0 0,-1-1 0 0 0,1 1 0 0 0,0 0 1 0 0,0 0-1 0 0,-1-1 0 0 0,1 1 1 0 0,0 0-1 0 0,-1 0 0 0 0,1-1 1 0 0,0 1-1 0 0,0 0 0 0 0,-1 0 1 0 0,1 0-1 0 0,-1 0 0 0 0,1-1 0 0 0,0 1 1 0 0,-1 0-1 0 0,1 0 0 0 0,0 0 1 0 0,-1 0-1 0 0,1 0 0 0 0,0 0 1 0 0,-1 0-1 0 0,1 0 0 0 0,-1 0 1 0 0,1 0-1 0 0,0 0 0 0 0,-1 0 0 0 0,1 1 1 0 0,0-1-1 0 0,-1 0 0 0 0,1 0 1 0 0,0 0-1 0 0,-1 0 0 0 0,1 0 1 0 0,-1 1-1 0 0,-25 17 1792 0 0,-18 23-559 0 0,2 1-1 0 0,2 2 1 0 0,2 1-1 0 0,-35 57 1 0 0,19-18-378 0 0,-69 149-1 0 0,98-178-821 0 0,1 2 0 0 0,4 0 0 0 0,2 1 0 0 0,2 1 0 0 0,-7 61 0 0 0,19-91-157 0 0,1 1 0 0 0,2-1 1 0 0,1 1-1 0 0,2-1 0 0 0,0 0 1 0 0,2 1-1 0 0,2-1 0 0 0,0 0 1 0 0,2-1-1 0 0,1 0 0 0 0,1 0 1 0 0,19 36-1 0 0,-15-40-318 0 0,1 0 0 0 0,1-1 1 0 0,1-1-1 0 0,1-1 0 0 0,1 0 0 0 0,1-2 0 0 0,0 0 0 0 0,2-1 0 0 0,43 28 1 0 0,-23-22-1698 0 0,1-1 1 0 0,1-2 0 0 0,1-3 0 0 0,87 25 0 0 0,-20-15-5453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2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36 113 1740 0 0,'0'-29'7994'0'0,"-8"-45"0"0"0,8 72-7606 0 0,-2-5 1435 0 0,-1 19-1351 0 0,0 0 0 0 0,1 1-1 0 0,1-1 1 0 0,0 0 0 0 0,0 14-1 0 0,0 6-32 0 0,-6 264 2220 0 0,6-155-5002 0 0,-1-70-2646 0 0,-1-1-3638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2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3 201 1516 0 0,'0'-15'2135'0'0,"0"1"-1"0"0,1-1 1 0 0,1 0-1 0 0,6-28 1 0 0,-6 38-1939 0 0,-1 0 1 0 0,1 1-1 0 0,1-1 0 0 0,-1 1 0 0 0,1-1 1 0 0,-1 1-1 0 0,1 0 0 0 0,1 0 0 0 0,-1 0 1 0 0,0 0-1 0 0,1 1 0 0 0,0-1 1 0 0,0 1-1 0 0,0 0 0 0 0,0 0 0 0 0,0 0 1 0 0,1 1-1 0 0,4-3 0 0 0,4 0-70 0 0,0 1 0 0 0,0 0-1 0 0,1 1 1 0 0,-1 0 0 0 0,1 1 0 0 0,0 0-1 0 0,0 1 1 0 0,-1 1 0 0 0,1 0 0 0 0,23 4-1 0 0,-20-2-68 0 0,0 1-1 0 0,0 1 1 0 0,0 1-1 0 0,-1 1 1 0 0,0 0-1 0 0,0 1 1 0 0,0 0-1 0 0,15 10 1 0 0,-26-13-27 0 0,0-1 0 0 0,0 1 0 0 0,0 0 0 0 0,-1 0 0 0 0,1 1 0 0 0,-1-1 1 0 0,0 1-1 0 0,0 0 0 0 0,-1 0 0 0 0,1 0 0 0 0,-1 1 0 0 0,0-1 0 0 0,2 7 1 0 0,-4-8-4 0 0,0 0 0 0 0,0 0 1 0 0,0 0-1 0 0,-1 0 0 0 0,1 0 1 0 0,-1 0-1 0 0,0 0 1 0 0,0 0-1 0 0,-1 0 0 0 0,1 0 1 0 0,-1 0-1 0 0,0 0 0 0 0,0 0 1 0 0,0 0-1 0 0,-1 0 1 0 0,1 0-1 0 0,-1-1 0 0 0,0 1 1 0 0,0-1-1 0 0,-4 6 0 0 0,-7 7 58 0 0,0 0 0 0 0,-2 0 0 0 0,0-2 0 0 0,-30 23-1 0 0,-23 21 3192 0 0,86-56-3177 0 0,-7 0-105 0 0,0 0 0 0 0,-1 0 0 0 0,1 1 1 0 0,-1 0-1 0 0,1 1 0 0 0,-1 0 0 0 0,0 1 1 0 0,0 0-1 0 0,-1 1 0 0 0,15 11 0 0 0,-10-6 20 0 0,0 2-1 0 0,-1-1 1 0 0,-1 2-1 0 0,20 28 1 0 0,-17-21 277 0 0,-1 1-1 0 0,21 44 1 0 0,-31-59 41 0 0,-1 2 0 0 0,0-1-1 0 0,-1 0 1 0 0,0 0 0 0 0,0 1-1 0 0,-1 0 1 0 0,0-1 0 0 0,0 1-1 0 0,-1 0 1 0 0,0-1 0 0 0,0 1 0 0 0,-3 12-1 0 0,2-17-167 0 0,-1 1 0 0 0,1-1 0 0 0,-1 0 0 0 0,1 0-1 0 0,-1 0 1 0 0,0-1 0 0 0,-1 1 0 0 0,1 0 0 0 0,-1-1 0 0 0,0 0 0 0 0,1 1-1 0 0,-1-1 1 0 0,-5 4 0 0 0,2-3-27 0 0,0 0-1 0 0,0 0 1 0 0,-1-1-1 0 0,1 1 1 0 0,-1-2 0 0 0,0 1-1 0 0,-10 2 1 0 0,-2-1-157 0 0,-1-1-1 0 0,1 0 1 0 0,-1-2 0 0 0,0 0 0 0 0,-20-3 0 0 0,-14-3-3655 0 0,-103-26-1 0 0,43 6-8331 0 0,74 19 2710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19 680 0 0,'-17'-10'18925'0'0,"11"4"-16487"0"0,18 4-2186 0 0,-1 2-1 0 0,1-1 1 0 0,0 1-1 0 0,15 3 0 0 0,19-1-152 0 0,82-2-2581 0 0,-86 0-1583 0 0,-2 0-3566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3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22 2320 0 0,'-142'22'16188'0'0,"140"-22"-15842"0"0,-4 2 76 0 0,6-2-410 0 0,0 0-1 0 0,0 0 0 0 0,0 0 0 0 0,0 0 1 0 0,0 0-1 0 0,0 0 0 0 0,0 0 1 0 0,0 1-1 0 0,0-1 0 0 0,0 0 1 0 0,0 0-1 0 0,0 0 0 0 0,0 0 1 0 0,0 0-1 0 0,0 0 0 0 0,0 0 0 0 0,0 0 1 0 0,0 0-1 0 0,0 0 0 0 0,0 0 1 0 0,0 0-1 0 0,0 0 0 0 0,0 0 1 0 0,0 1-1 0 0,0-1 0 0 0,0 0 1 0 0,0 0-1 0 0,0 0 0 0 0,0 0 1 0 0,0 0-1 0 0,0 0 0 0 0,0 0 0 0 0,0 0 1 0 0,-1 0-1 0 0,1 0 0 0 0,0 0 1 0 0,0 0-1 0 0,0 0 0 0 0,0 0 1 0 0,0 0-1 0 0,0 0 0 0 0,0 0 1 0 0,0 0-1 0 0,0 0 0 0 0,26 2 98 0 0,0-1-1 0 0,0-2 0 0 0,0 0 1 0 0,32-7-1 0 0,-11 2-61 0 0,106-9-1041 0 0,-51 6-2690 0 0,-30 2-2351 0 0,-27 3-1222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1408 0 0,'-3'0'3264'0'0,"-14"0"4180"0"0,10 0-6691 0 0,-20 0 9225 0 0,24 0-8939 0 0,1 0-1372 0 0,-5 0 2470 0 0,9 7-15 0 0,-1-7-2108 0 0,0 1 0 0 0,-1-1 0 0 0,1 1 0 0 0,0-1-1 0 0,0 0 1 0 0,0 1 0 0 0,0-1 0 0 0,0 0 0 0 0,-1 0 0 0 0,1 0 0 0 0,0 0 0 0 0,0 0 0 0 0,0 0 0 0 0,0 0 0 0 0,0 0 0 0 0,0 0-1 0 0,1 0 1 0 0,0 0 25 0 0,55 3-1006 0 0,89-7 0 0 0,-27 0-8513 0 0,-99 3 3874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4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 1368 0 0,'-75'33'7700'0'0,"-55"28"5682"0"0,130-61-13358 0 0,-1 0 0 0 0,1 0-1 0 0,0 0 1 0 0,-1 0 0 0 0,1 0 0 0 0,0 0-1 0 0,0 1 1 0 0,-1-1 0 0 0,1 0 0 0 0,0 0 0 0 0,0 0-1 0 0,-1 1 1 0 0,1-1 0 0 0,0 0 0 0 0,0 0-1 0 0,-1 1 1 0 0,1-1 0 0 0,0 0 0 0 0,0 1 0 0 0,0-1-1 0 0,0 0 1 0 0,-1 0 0 0 0,1 1 0 0 0,0-1-1 0 0,0 0 1 0 0,0 1 0 0 0,0-1 0 0 0,0 0-1 0 0,0 1 1 0 0,0-1 0 0 0,0 0 0 0 0,0 1 0 0 0,0-1-1 0 0,0 0 1 0 0,0 1 0 0 0,0-1 0 0 0,0 0-1 0 0,1 1 1 0 0,-1-1 0 0 0,0 0 0 0 0,0 1 0 0 0,0-1-1 0 0,0 0 1 0 0,0 1 0 0 0,1-1 0 0 0,-1 0-1 0 0,0 0 1 0 0,0 1 0 0 0,1-1 0 0 0,-1 0-1 0 0,0 0 1 0 0,0 0 0 0 0,1 1 0 0 0,-1-1 0 0 0,0 0-1 0 0,1 0 1 0 0,-1 0 0 0 0,0 0 0 0 0,1 1-1 0 0,-1-1 1 0 0,1 0 0 0 0,16 7 291 0 0,9-5-475 0 0,1 0 0 0 0,-1-1 0 0 0,0-2 1 0 0,1-1-1 0 0,39-7 0 0 0,-28 3-853 0 0,92-15-4040 0 0,-45 2-1889 0 0,-29 5-926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4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96 300 0 0,'-61'-34'20003'0'0,"42"20"-12587"0"0,23 12-7342 0 0,-1 1-1 0 0,1-1 1 0 0,0 1-1 0 0,-1-1 0 0 0,1 1 1 0 0,0 0-1 0 0,0 0 1 0 0,7 0-1 0 0,40-2 124 0 0,-25 3-87 0 0,115-7 80 0 0,43-3-52 0 0,-64 2-3615 0 0,-100 4 558 0 0,-3 1-3416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5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 1500 0 0,'-3'0'4707'0'0,"-4"1"-3743"0"0,-20 2 8495 0 0,16-2-8459 0 0,8-1-385 0 0,-12 23 3588 0 0,7-1-2437 0 0,1 0 1 0 0,0 0-1 0 0,2 1 1 0 0,-4 34-1 0 0,2-15-798 0 0,-31 214-534 0 0,8-49-349 0 0,22-157-85 0 0,1-2 0 0 0,-18 64 0 0 0,22-98 0 0 0,-1 1-1712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3:55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 2176 0 0,'-148'39'17285'0'0,"119"-32"-13362"0"0,-42 13 5460 0 0,61-15-9383 0 0,10-5 0 0 0,0 1 0 0 0,0-1 0 0 0,0 0 0 0 0,0 0 0 0 0,0 1 0 0 0,0-1 0 0 0,0 0 0 0 0,0 0 0 0 0,0 0 0 0 0,0 1 0 0 0,1-1 0 0 0,-1 0 0 0 0,0 0 0 0 0,0 1 0 0 0,0-1 0 0 0,0 0 0 0 0,0 0 0 0 0,1 0 0 0 0,-1 0 0 0 0,0 1 0 0 0,0-1 0 0 0,0 0 0 0 0,1 0 0 0 0,-1 0 0 0 0,0 0 0 0 0,0 0 0 0 0,1 0 0 0 0,-1 1 0 0 0,0-1 0 0 0,0 0 0 0 0,1 0 0 0 0,-1 0 0 0 0,0 0 0 0 0,0 0 0 0 0,1 0 0 0 0,-1 0 0 0 0,0 0 0 0 0,1 0 0 0 0,19 3 0 0 0,1 0 0 0 0,37-1 0 0 0,-11-1 0 0 0,779 41 0 0 0,-549-31 0 0 0,-62-5 0 0 0,-191-6 0 0 0,-2 0 0 0 0,-3 0 0 0 0,1 0 0 0 0,-4 0 0 0 0,-5-4-142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6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 80 0 0,'0'0'684'0'0,"-3"-12"848"0"0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50 288 0 0,'0'0'680'0'0,"5"-12"244"0"0,-1 0-352 0 0,-1 4-264 0 0,1-2-208 0 0,1 3-524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7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77 1836 0 0,'-19'-50'10822'0'0,"13"35"-7821"0"0,6 15-2914 0 0,0-1 1 0 0,0 0-1 0 0,0 1 0 0 0,0-1 0 0 0,0 1 0 0 0,-1-1 1 0 0,1 0-1 0 0,0 1 0 0 0,0-1 0 0 0,-1 1 0 0 0,1-1 1 0 0,0 1-1 0 0,-1-1 0 0 0,1 1 0 0 0,-1 0 0 0 0,1-1 1 0 0,-1 1-1 0 0,1-1 0 0 0,0 1 0 0 0,-1 0 0 0 0,1-1 0 0 0,-1 1 1 0 0,0 0-1 0 0,1-1 0 0 0,-1 1 0 0 0,-1 2-18 0 0,0 0-1 0 0,0 1 1 0 0,1-1-1 0 0,-1 0 1 0 0,1 1 0 0 0,0-1-1 0 0,-1 1 1 0 0,1-1-1 0 0,0 1 1 0 0,1 0-1 0 0,-2 3 1 0 0,-6 42 275 0 0,2-10-177 0 0,-47 147 562 0 0,9-33-5717 0 0,37-132-2169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8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1 230 1172 0 0,'0'-13'1414'0'0,"-1"-5"514"0"0,1-1 0 0 0,2 0-1 0 0,6-35 1 0 0,-7 49-1773 0 0,0 0 0 0 0,1 0 1 0 0,0 1-1 0 0,0-1 0 0 0,0 0 0 0 0,0 1 1 0 0,1-1-1 0 0,0 1 0 0 0,0 0 0 0 0,0 0 1 0 0,0 0-1 0 0,1 0 0 0 0,-1 1 0 0 0,1 0 1 0 0,0-1-1 0 0,0 1 0 0 0,0 0 0 0 0,1 1 1 0 0,6-4-1 0 0,2 1-50 0 0,1 0-1 0 0,-1 1 1 0 0,1 1 0 0 0,-1 0-1 0 0,1 1 1 0 0,0 1 0 0 0,0 0-1 0 0,0 0 1 0 0,0 2 0 0 0,20 2-1 0 0,-24-2-80 0 0,0 1-1 0 0,0 0 1 0 0,-1 0-1 0 0,1 1 0 0 0,-1 1 1 0 0,1-1-1 0 0,-1 2 0 0 0,0-1 1 0 0,0 1-1 0 0,-1 0 1 0 0,0 1-1 0 0,0 0 0 0 0,0 1 1 0 0,-1-1-1 0 0,10 12 0 0 0,-14-14-4 0 0,0-1 0 0 0,-1 1 0 0 0,0 0 0 0 0,1 0 0 0 0,-2 0 0 0 0,1 0 0 0 0,0 1 0 0 0,-1-1 0 0 0,0 0 0 0 0,0 1 0 0 0,0-1 0 0 0,-1 0 0 0 0,1 1 0 0 0,-1-1 0 0 0,0 6 1 0 0,-1-2 2 0 0,0-1 1 0 0,-1 1-1 0 0,0-1 1 0 0,0 1-1 0 0,-1-1 1 0 0,1 0 0 0 0,-2 0-1 0 0,-4 8 1 0 0,-3 2 131 0 0,-1 0-1 0 0,0-1 1 0 0,-1-1 0 0 0,-1 0 0 0 0,-29 24-1 0 0,29-26 350 0 0,8-8-17 0 0,0 0-1 0 0,1 0 1 0 0,-2-1-1 0 0,-12 8 1 0 0,18-11-254 0 0,3-2-222 0 0,2 0-14 0 0,-1 0 0 0 0,1 0 0 0 0,-1 1 0 0 0,1-1 0 0 0,-1 1 0 0 0,1 0 0 0 0,-1 0 0 0 0,1 0 0 0 0,0 0 0 0 0,-1 1 0 0 0,1 0 0 0 0,5 1 0 0 0,0 0-7 0 0,5 2-17 0 0,0 1 1 0 0,-1 0-1 0 0,0 1 0 0 0,1 0 0 0 0,-2 1 1 0 0,1 1-1 0 0,-1 0 0 0 0,0 0 0 0 0,19 19 0 0 0,-25-21 93 0 0,0 0 0 0 0,0 0-1 0 0,0 1 1 0 0,-1 0-1 0 0,0 0 1 0 0,0 0-1 0 0,-1 1 1 0 0,0-1-1 0 0,0 1 1 0 0,-1 0-1 0 0,0 0 1 0 0,0 0 0 0 0,-1 1-1 0 0,0-1 1 0 0,0 1-1 0 0,-1-1 1 0 0,0 15-1 0 0,-1-18 147 0 0,0-1 0 0 0,-1 1 0 0 0,1-1 0 0 0,-1 1 0 0 0,-1-1 0 0 0,1 1 0 0 0,0-1 0 0 0,-1 0 0 0 0,0 0 0 0 0,0 0 0 0 0,0 0 0 0 0,-1 0 0 0 0,1 0 0 0 0,-1 0 0 0 0,0-1 0 0 0,-5 6 0 0 0,3-6-9 0 0,0 1-1 0 0,0-1 1 0 0,0 0-1 0 0,-1 0 1 0 0,1 0-1 0 0,-1-1 1 0 0,1 0-1 0 0,-1 0 1 0 0,0 0-1 0 0,-12 1 1 0 0,-4-1 46 0 0,-1-1 1 0 0,1-2 0 0 0,-1 0 0 0 0,1-1 0 0 0,-33-7 0 0 0,40 6-288 0 0,1-1 0 0 0,0 0 0 0 0,0 0 0 0 0,0-2 0 0 0,1 1 0 0 0,0-2 0 0 0,-17-11 1 0 0,26 16-242 0 0,0-1-1 0 0,1 0 1 0 0,-1 0 0 0 0,1-1 0 0 0,0 1 0 0 0,0-1 0 0 0,0 1 0 0 0,0-1 0 0 0,1 0 0 0 0,-1 0 0 0 0,-2-8 0 0 0,4 9-175 0 0,0-1 0 0 0,0 0 0 0 0,1 1-1 0 0,-1-1 1 0 0,1 0 0 0 0,0 1 0 0 0,0-1 0 0 0,0 0 0 0 0,0 0 0 0 0,1 1 0 0 0,0-1-1 0 0,0 0 1 0 0,0 1 0 0 0,0-1 0 0 0,0 1 0 0 0,3-6 0 0 0,18-27-6684 0 0,-7 16 443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8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95 1864 0 0,'-6'-23'3889'0'0,"3"11"-1261"0"0,0 1-1 0 0,1-1 0 0 0,-1-21 1127 0 0,17 40-3431 0 0,8 9-223 0 0,0 0 1 0 0,2-1-1 0 0,40 18 0 0 0,-14-7-1478 0 0,-49-25 1198 0 0,1 0 1 0 0,-1 0-1 0 0,1 0 1 0 0,0 0-1 0 0,-1-1 0 0 0,1 1 1 0 0,-1-1-1 0 0,1 1 1 0 0,0-1-1 0 0,-1 1 1 0 0,1-1-1 0 0,0 0 0 0 0,0 0 1 0 0,-1 0-1 0 0,1 0 1 0 0,0 0-1 0 0,0 0 1 0 0,-1-1-1 0 0,1 1 0 0 0,0-1 1 0 0,1 0-1 0 0,-1 0 71 0 0,-1 0-1 0 0,1 0 1 0 0,-1 0-1 0 0,1-1 1 0 0,-1 1 0 0 0,0-1-1 0 0,0 1 1 0 0,0-1-1 0 0,0 1 1 0 0,0-1-1 0 0,0 1 1 0 0,0-1-1 0 0,0 0 1 0 0,-1 0 0 0 0,1 1-1 0 0,0-3 1 0 0,1-5 375 0 0,-1-1 0 0 0,0 1 0 0 0,0 0 1 0 0,-1-1-1 0 0,0 1 0 0 0,-2-10 0 0 0,-1 0 1295 0 0,4 30-555 0 0,2 29-565 0 0,0-24-387 0 0,-1-1 0 0 0,2 0 0 0 0,0 0 0 0 0,1 0 0 0 0,8 15-1 0 0,-10-22-29 0 0,1-1-1 0 0,0 0 1 0 0,0 0-1 0 0,1 0 1 0 0,0-1-1 0 0,0 1 0 0 0,0-1 1 0 0,1-1-1 0 0,0 1 1 0 0,0-1-1 0 0,9 6 1 0 0,-11-9-20 0 0,-3-2-3 0 0,1 1 0 0 0,-1-1 0 0 0,1 0 0 0 0,-1 1 0 0 0,1-1 0 0 0,-1 0 1 0 0,1 0-1 0 0,0 0 0 0 0,-1 0 0 0 0,1-1 0 0 0,-1 1 0 0 0,1 0 0 0 0,-1-1 1 0 0,1 1-1 0 0,-1-1 0 0 0,1 1 0 0 0,-1-1 0 0 0,1 0 0 0 0,-1 1 0 0 0,0-1 1 0 0,0 0-1 0 0,1 0 0 0 0,-1 0 0 0 0,0 0 0 0 0,0 0 0 0 0,0 0 0 0 0,0-1 1 0 0,0 1-1 0 0,0 0 0 0 0,0-1 0 0 0,0 1 0 0 0,-1 0 0 0 0,1-1 0 0 0,0 1 1 0 0,-1-1-1 0 0,1 1 0 0 0,0-3 0 0 0,0 0 4 0 0,5-10 54 0 0,-2 0 1 0 0,1-1 0 0 0,-2 0 0 0 0,3-16 0 0 0,-6 30-44 0 0,0-1 1 0 0,1 1-1 0 0,-1 0 0 0 0,0 0 1 0 0,0 0-1 0 0,0 0 0 0 0,0 0 1 0 0,0-1-1 0 0,0 1 1 0 0,0 0-1 0 0,0 0 0 0 0,0 0 1 0 0,-1 0-1 0 0,1 0 0 0 0,0 0 1 0 0,-1 0-1 0 0,1-1 0 0 0,-1 1 1 0 0,1 0-1 0 0,-1 0 1 0 0,0 0-1 0 0,-1-1 0 0 0,1 2-9 0 0,0-1 0 0 0,0 1 0 0 0,0-1 0 0 0,0 1-1 0 0,0 0 1 0 0,0-1 0 0 0,0 1 0 0 0,0 0 0 0 0,0 0-1 0 0,0 0 1 0 0,0 0 0 0 0,-1 0 0 0 0,1 0 0 0 0,0 0-1 0 0,0 0 1 0 0,0 0 0 0 0,0 1 0 0 0,-2-1 0 0 0,-4 3-4 0 0,1 0 1 0 0,-1-1 0 0 0,1 2-1 0 0,0-1 1 0 0,-11 8 0 0 0,-8 10-114 0 0,1 1-1 0 0,0 1 1 0 0,2 1 0 0 0,1 1 0 0 0,-20 31 0 0 0,-21 44-2630 0 0,10 2-3757 0 0,34-62 1520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9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82 492 0 0,'-24'-37'13743'0'0,"6"9"-7190"0"0,17 26-6225 0 0,1 2-311 0 0,0 0-1 0 0,-1 0 1 0 0,1 0 0 0 0,0 0 0 0 0,0 0-1 0 0,-1-1 1 0 0,1 1 0 0 0,0 0 0 0 0,-1 0-1 0 0,1 0 1 0 0,0-1 0 0 0,0 1-1 0 0,0 0 1 0 0,-1-1 0 0 0,1 1 0 0 0,0 0-1 0 0,0 0 1 0 0,0-1 0 0 0,0 1 0 0 0,0 0-1 0 0,-1-1 1 0 0,1 1 0 0 0,0 0-1 0 0,0-1 1 0 0,0 1 0 0 0,0 0 0 0 0,0-1-1 0 0,0 1 1 0 0,0 0 0 0 0,0-1 0 0 0,0 1-1 0 0,0 0 1 0 0,0-1 0 0 0,0 1-1 0 0,1 0 1 0 0,-1-1 0 0 0,0 1 0 0 0,0 0-1 0 0,0-1 1 0 0,0 1 0 0 0,0 0 0 0 0,1 0-1 0 0,-1-1 1 0 0,0 1 0 0 0,0 0 0 0 0,0 0-1 0 0,1-1 1 0 0,-1 1 0 0 0,0 0-1 0 0,1 0 1 0 0,-1 0 0 0 0,0-1 0 0 0,0 1-1 0 0,1 0 1 0 0,-1 0 0 0 0,0 0 0 0 0,1 0-1 0 0,-1 0 1 0 0,0 0 0 0 0,1 0-1 0 0,-1 0 1 0 0,0-1 0 0 0,1 1 0 0 0,-1 1-1 0 0,188 1 315 0 0,-34-2-5120 0 0,-125 2 1843 0 0,-3 0-3680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9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 3640 0 0,'-2'0'4644'0'0,"-1"0"-3699"0"0,0 1 0 0 0,-1-1 0 0 0,1 1 0 0 0,0 0-1 0 0,0 0 1 0 0,0 0 0 0 0,-3 2 0 0 0,3-1-604 0 0,1-1 0 0 0,0 1 0 0 0,0 0-1 0 0,0-1 1 0 0,0 1 0 0 0,0 0 0 0 0,-3 4 0 0 0,1 1-48 0 0,-1 1 0 0 0,1 1-1 0 0,0-1 1 0 0,-4 14 0 0 0,8-22-233 0 0,-21 65 900 0 0,3-1 0 0 0,-16 115 0 0 0,14 31-7212 0 0,17-182 3195 0 0,-1-10-1975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9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45 2240 0 0,'-38'2'5805'0'0,"-72"9"7587"0"0,367-43-13548 0 0,-83 22-4763 0 0,-119 7 2084 0 0,6-4-3339 0 0,-31 2 1225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39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4 102 3540 0 0,'25'-102'19827'0'0,"-23"104"-19317"0"0,0 1-326 0 0,0 0-1 0 0,0 0 1 0 0,0 0 0 0 0,0 0 0 0 0,-1 0 0 0 0,1 1 0 0 0,-1-1-1 0 0,0 0 1 0 0,0 1 0 0 0,0-1 0 0 0,0 4 0 0 0,5 48 773 0 0,-5-31-564 0 0,5 49 339 0 0,-8 133-1 0 0,-17-21-4065 0 0,16-170 1649 0 0,0 0-1 0 0,-9 27 1 0 0,-10 2-8623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0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2180 0 0,'4'-29'3603'0'0,"-2"13"-1862"0"0,0 1-1 0 0,1 0 1 0 0,9-26 0 0 0,-10 36-1564 0 0,0 0 0 0 0,1 0 0 0 0,0 0 0 0 0,-1 0 0 0 0,2 1 0 0 0,-1 0 0 0 0,1-1 0 0 0,-1 1-1 0 0,1 0 1 0 0,0 0 0 0 0,0 1 0 0 0,1 0 0 0 0,-1-1 0 0 0,8-3 0 0 0,-1 2-72 0 0,1 0 0 0 0,0 0-1 0 0,-1 2 1 0 0,1-1 0 0 0,0 1 0 0 0,1 1-1 0 0,-1 0 1 0 0,0 1 0 0 0,1 0 0 0 0,21 2-1 0 0,-26-1-92 0 0,0 1 0 0 0,0 0-1 0 0,0 1 1 0 0,-1-1 0 0 0,1 1-1 0 0,0 1 1 0 0,-1 0 0 0 0,1 0-1 0 0,-1 0 1 0 0,0 1 0 0 0,0 0-1 0 0,-1 0 1 0 0,1 1 0 0 0,-1 0-1 0 0,0 0 1 0 0,0 0 0 0 0,8 11-1 0 0,-11-12 0 0 0,0 0 1 0 0,-1 0-1 0 0,0 0 0 0 0,0 0 0 0 0,0 1 1 0 0,0-1-1 0 0,-1 1 0 0 0,0-1 0 0 0,0 1 1 0 0,0-1-1 0 0,0 1 0 0 0,-1 0 0 0 0,1 0 1 0 0,-1-1-1 0 0,-1 1 0 0 0,1 0 0 0 0,-1 0 1 0 0,0-1-1 0 0,-2 9 0 0 0,0-4 58 0 0,-1 1 0 0 0,0-1 0 0 0,0 0 0 0 0,-1 0 1 0 0,-1-1-1 0 0,1 1 0 0 0,-1-1 0 0 0,-9 9 0 0 0,-43 45 2688 0 0,57-61-2553 0 0,-1 1 2 0 0,-6 6 216 0 0,8-8-415 0 0,0 0 1 0 0,0 1-1 0 0,0-1 1 0 0,0 0-1 0 0,0 1 1 0 0,0-1 0 0 0,1 0-1 0 0,-1 0 1 0 0,0 1-1 0 0,0-1 1 0 0,0 0-1 0 0,0 0 1 0 0,0 1-1 0 0,0-1 1 0 0,0 0-1 0 0,1 0 1 0 0,-1 1 0 0 0,0-1-1 0 0,0 0 1 0 0,0 0-1 0 0,0 0 1 0 0,1 1-1 0 0,-1-1 1 0 0,0 0-1 0 0,0 0 1 0 0,1 0-1 0 0,-1 0 1 0 0,0 0 0 0 0,0 1-1 0 0,1-1 1 0 0,-1 0-1 0 0,0 0 1 0 0,0 0-1 0 0,1 0 1 0 0,-1 0-1 0 0,0 0 1 0 0,1 0 0 0 0,-1 0-1 0 0,0 0 1 0 0,0 0-1 0 0,1 0 1 0 0,-1 0-1 0 0,0 0 1 0 0,1 0-1 0 0,20 5-25 0 0,-1 0-1 0 0,1 2 0 0 0,-1 0 1 0 0,-1 2-1 0 0,1 0 0 0 0,-1 1 1 0 0,31 22-1 0 0,-22-11 0 0 0,0 2 0 0 0,-1 0 1 0 0,44 52-1 0 0,-62-65 190 0 0,-1 0 1 0 0,0 1-1 0 0,-1 0 1 0 0,-1 1-1 0 0,1 0 1 0 0,-2 0-1 0 0,6 15 1 0 0,-10-24 43 0 0,0 1-1 0 0,0-1 1 0 0,0 0 0 0 0,-1 1 0 0 0,1-1 0 0 0,-1 0 0 0 0,0 1 0 0 0,0-1 0 0 0,0 1 0 0 0,0-1 0 0 0,0 1 0 0 0,-1-1 0 0 0,1 0 0 0 0,-1 1 0 0 0,0-1 0 0 0,0 0 0 0 0,-1 0 0 0 0,1 1 0 0 0,-1-1 0 0 0,1 0 0 0 0,-1 0 0 0 0,0-1 0 0 0,0 1-1 0 0,0 0 1 0 0,0 0 0 0 0,-1-1 0 0 0,1 0 0 0 0,-1 1 0 0 0,0-1 0 0 0,1 0 0 0 0,-1 0 0 0 0,-5 2 0 0 0,-4 1-60 0 0,0 0-1 0 0,0-1 1 0 0,-1 0 0 0 0,1-1-1 0 0,-1-1 1 0 0,0 0-1 0 0,0 0 1 0 0,0-2 0 0 0,0 1-1 0 0,-21-3 1 0 0,-5-3 274 0 0,1-1 1 0 0,-48-14-1 0 0,63 13-1289 0 0,1-1 1 0 0,-33-15-1 0 0,45 19 425 0 0,1-1-1 0 0,0-1 1 0 0,0 0-1 0 0,0 0 1 0 0,0-1-1 0 0,1 0 1 0 0,-13-15-1 0 0,19 19-155 0 0,0 0 0 0 0,0 0-1 0 0,0 1 1 0 0,1-1-1 0 0,-1 0 1 0 0,1 0-1 0 0,0-1 1 0 0,0 1-1 0 0,-1-3 1 0 0,2-19-8993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57 1188 0 0,'-22'-34'9362'0'0,"20"32"-8603"0"0,-6-10 1660 0 0,8 11-2405 0 0,0 1 0 0 0,0 0 0 0 0,0 0-1 0 0,0-1 1 0 0,0 1 0 0 0,0 0 0 0 0,0 0-1 0 0,0-1 1 0 0,0 1 0 0 0,0 0 0 0 0,0 0-1 0 0,0-1 1 0 0,0 1 0 0 0,0 0 0 0 0,0 0-1 0 0,0-1 1 0 0,0 1 0 0 0,0 0 0 0 0,0 0-1 0 0,0-1 1 0 0,0 1 0 0 0,0 0 0 0 0,0 0-1 0 0,1 0 1 0 0,-1-1 0 0 0,0 1 0 0 0,0 0-1 0 0,0 0 1 0 0,0 0 0 0 0,1-1 0 0 0,-1 1-1 0 0,0 0 1 0 0,0 0 0 0 0,0 0 0 0 0,1 0-1 0 0,-1 0 1 0 0,0 0 0 0 0,0 0 0 0 0,1-1-1 0 0,-1 1 1 0 0,0 0 0 0 0,0 0 0 0 0,1 0-1 0 0,-1 0 1 0 0,0 0 0 0 0,0 0 0 0 0,1 0-1 0 0,-1 0 1 0 0,0 0 0 0 0,0 0 0 0 0,1 0-1 0 0,-1 0 1 0 0,0 0 0 0 0,1 1 0 0 0,64-2-64 0 0,125 4 104 0 0,-95 9-2401 0 0,-70-7-508 0 0,40 13-1 0 0,-44-11-1171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24 452 0 0,'-99'-6'12434'0'0,"361"0"-12925"0"0,-84-1-3503 0 0,-118 5 1514 0 0,2 0-1037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50 1848 0 0,'-18'-42'8664'0'0,"18"41"-8595"0"0,0 1 0 0 0,0 0 0 0 0,0-1 0 0 0,0 1 0 0 0,-1 0 0 0 0,1-1 0 0 0,0 1 0 0 0,0 0 0 0 0,0 0 0 0 0,0-1 0 0 0,-1 1 0 0 0,1 0 0 0 0,0-1 0 0 0,0 1 1 0 0,-1 0-1 0 0,1 0 0 0 0,0 0 0 0 0,0-1 0 0 0,-1 1 0 0 0,1 0 0 0 0,0 0 0 0 0,-1 0 0 0 0,1 0 0 0 0,0-1 0 0 0,-1 1 0 0 0,1 0 0 0 0,0 0 0 0 0,-1 0 0 0 0,1 0 0 0 0,0 0 0 0 0,-1 0 1 0 0,1 0-1 0 0,0 0 0 0 0,-1 0 0 0 0,1 0 0 0 0,0 0 0 0 0,-1 0 0 0 0,1 0 0 0 0,0 0 0 0 0,-1 0 0 0 0,1 1 0 0 0,0-1 0 0 0,0 0 0 0 0,-1 0 0 0 0,1 0 0 0 0,0 0 0 0 0,-1 1 0 0 0,1-1 1 0 0,0 0-1 0 0,0 0 0 0 0,-1 1 0 0 0,1-1 0 0 0,0 0 0 0 0,0 0 0 0 0,0 1 0 0 0,-1-1 0 0 0,1 0 0 0 0,0 1 0 0 0,0-1 0 0 0,0 0 0 0 0,0 1 0 0 0,0-1 0 0 0,0 0 0 0 0,-1 1 0 0 0,-9 22 722 0 0,-5 34-68 0 0,3 2 0 0 0,-7 100 0 0 0,9-65-521 0 0,4-2-271 0 0,1-12-3188 0 0,-3-29-4280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1 159 156 0 0,'1'-11'1067'0'0,"0"0"0"0"0,0 0 0 0 0,2 0 0 0 0,-1 0-1 0 0,1 1 1 0 0,6-14 0 0 0,-7 20-843 0 0,0-1-1 0 0,1 1 1 0 0,-1 0-1 0 0,1 0 1 0 0,0 0-1 0 0,0 1 1 0 0,1-1 0 0 0,-1 1-1 0 0,1-1 1 0 0,0 1-1 0 0,0 0 1 0 0,0 1-1 0 0,0-1 1 0 0,0 1-1 0 0,0 0 1 0 0,10-4-1 0 0,-4 3-89 0 0,1 1 0 0 0,-1 0 0 0 0,1 1 0 0 0,0 0 0 0 0,-1 0 0 0 0,1 1 0 0 0,0 1 0 0 0,0 0 0 0 0,-1 0-1 0 0,1 1 1 0 0,0 0 0 0 0,-1 1 0 0 0,14 5 0 0 0,-17-5-107 0 0,0 0-1 0 0,0 1 1 0 0,0-1-1 0 0,-1 1 1 0 0,0 1 0 0 0,1-1-1 0 0,-1 1 1 0 0,9 10-1 0 0,-12-12-12 0 0,0 1-1 0 0,0 1 0 0 0,0-1 0 0 0,-1 0 0 0 0,1 1 0 0 0,-1-1 0 0 0,0 1 0 0 0,0 0 0 0 0,0 0 0 0 0,-1 0 1 0 0,0 0-1 0 0,0 0 0 0 0,1 9 0 0 0,-3-4-2 0 0,1-1 0 0 0,-2 0 1 0 0,1 0-1 0 0,-1 0 0 0 0,0 0 0 0 0,-1 0 1 0 0,0 0-1 0 0,-1 0 0 0 0,1-1 0 0 0,-2 0 1 0 0,1 0-1 0 0,-1 0 0 0 0,-7 9 0 0 0,-2 1 18 0 0,-1-1 0 0 0,-1 0 0 0 0,0-1 0 0 0,-23 17 0 0 0,37-31-24 0 0,-8 6 49 0 0,0-1 1 0 0,-18 11 0 0 0,25-17-20 0 0,7-3-40 0 0,-1-1 1 0 0,1 1-1 0 0,-1 0 1 0 0,1 0-1 0 0,0 0 1 0 0,0 0-1 0 0,6-1 1 0 0,4-1-15 0 0,0 0-1 0 0,1 2 1 0 0,-1 0-1 0 0,1 1 1 0 0,-1 0 0 0 0,1 1-1 0 0,23 3 1 0 0,-29-2 40 0 0,-1 0 1 0 0,0 1 0 0 0,0 1-1 0 0,0-1 1 0 0,0 1 0 0 0,0 1 0 0 0,-1-1-1 0 0,1 1 1 0 0,-1 0 0 0 0,0 1-1 0 0,0 0 1 0 0,-1 0 0 0 0,1 1-1 0 0,9 10 1 0 0,-13-12 73 0 0,-1 0 0 0 0,1 0-1 0 0,-1 0 1 0 0,0 0 0 0 0,0 0 0 0 0,-1 1 0 0 0,1-1-1 0 0,-1 0 1 0 0,0 1 0 0 0,0 0 0 0 0,0-1 0 0 0,-1 1 0 0 0,1-1-1 0 0,-1 1 1 0 0,0 0 0 0 0,-1-1 0 0 0,1 1 0 0 0,-1 0-1 0 0,0-1 1 0 0,0 1 0 0 0,0-1 0 0 0,-1 1 0 0 0,1-1-1 0 0,-4 6 1 0 0,-2 4 181 0 0,0-1 1 0 0,-1 0-1 0 0,0-1 0 0 0,0 0 0 0 0,-2 0 1 0 0,-14 14-1 0 0,14-17-163 0 0,-1 0 1 0 0,0 0 0 0 0,0-1-1 0 0,-1-1 1 0 0,0 0-1 0 0,0 0 1 0 0,0-1 0 0 0,-1-1-1 0 0,0 0 1 0 0,0-1-1 0 0,-1-1 1 0 0,-26 5-1 0 0,32-8-89 0 0,0 1-1 0 0,0-1 0 0 0,1 0 0 0 0,-1-1 0 0 0,0 0 1 0 0,0 0-1 0 0,0-1 0 0 0,1 0 0 0 0,-1 0 0 0 0,-10-5 0 0 0,12 4-65 0 0,1-1 1 0 0,-1 1-1 0 0,1-1 0 0 0,0 0 0 0 0,0 0 0 0 0,0 0 0 0 0,1 0 0 0 0,0-1 0 0 0,0 0 0 0 0,0 0 0 0 0,0 0 0 0 0,1-1 0 0 0,0 1 0 0 0,-4-9 0 0 0,5 9-315 0 0,0 0-1 0 0,1-1 1 0 0,-1 1-1 0 0,1 0 1 0 0,1-1-1 0 0,-1 1 1 0 0,1 0-1 0 0,0-1 1 0 0,0 1-1 0 0,0-1 1 0 0,1 1-1 0 0,2-11 1 0 0,0 3-1799 0 0,2 0-1 0 0,0-1 1 0 0,12-22 0 0 0,-4 13-1936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6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83 2068 0 0,'-31'-71'13227'0'0,"55"77"-12704"0"0,20 14-253 0 0,1-1 0 0 0,63 17 0 0 0,-51-17-372 0 0,-21-10-508 0 0,-33-8 474 0 0,-1-1-1 0 0,0 1 0 0 0,0-1 0 0 0,1 0 0 0 0,-1 0 0 0 0,0 0 1 0 0,0-1-1 0 0,0 1 0 0 0,1 0 0 0 0,-1-1 0 0 0,0 1 0 0 0,0-1 0 0 0,3-1 1 0 0,-4 1 66 0 0,-1 1 1 0 0,1-1 0 0 0,0 0-1 0 0,0 0 1 0 0,-1 0-1 0 0,1 0 1 0 0,0 0 0 0 0,-1 0-1 0 0,1 0 1 0 0,-1-1 0 0 0,1 1-1 0 0,-1 0 1 0 0,0 0 0 0 0,1 0-1 0 0,-1 0 1 0 0,0-1-1 0 0,0 1 1 0 0,0 0 0 0 0,0 0-1 0 0,0 0 1 0 0,0-1 0 0 0,0 1-1 0 0,0 0 1 0 0,-1 0 0 0 0,1-2-1 0 0,-10-28-335 0 0,3 14 372 0 0,6 13 163 0 0,0-1-1 0 0,-1 1 1 0 0,0 0 0 0 0,0 0 0 0 0,0 0 0 0 0,-1 0 0 0 0,-4-6 0 0 0,5 9 199 0 0,-9 8 272 0 0,9 0-549 0 0,0 1 0 0 0,0-1 0 0 0,1 0-1 0 0,0 1 1 0 0,0-1 0 0 0,1 1 0 0 0,0-1 0 0 0,0 1 0 0 0,0 0 0 0 0,1-1 0 0 0,1 1 0 0 0,2 9-1 0 0,-2-8-27 0 0,1 0-1 0 0,0 0 0 0 0,1 0 0 0 0,-1 0 1 0 0,2-1-1 0 0,-1 0 0 0 0,1 0 0 0 0,1 0 0 0 0,10 12 1 0 0,-14-17-24 0 0,1-1 0 0 0,-1 0 1 0 0,0 1-1 0 0,1-1 0 0 0,0 0 1 0 0,-1-1-1 0 0,1 1 0 0 0,0 0 1 0 0,0-1-1 0 0,0 0 0 0 0,0 1 1 0 0,0-1-1 0 0,0 0 0 0 0,0-1 0 0 0,0 1 1 0 0,1 0-1 0 0,-1-1 0 0 0,0 0 1 0 0,0 0-1 0 0,1 0 0 0 0,-1 0 1 0 0,6-1-1 0 0,-7 0-8 0 0,0 0 1 0 0,0 0-1 0 0,0-1 0 0 0,-1 1 1 0 0,1 0-1 0 0,0 0 0 0 0,-1-1 1 0 0,1 1-1 0 0,-1-1 0 0 0,0 0 1 0 0,1 1-1 0 0,-1-1 0 0 0,0 0 1 0 0,0 0-1 0 0,0 0 0 0 0,0 0 1 0 0,1-3-1 0 0,9-36-38 0 0,-11 40 42 0 0,2-6-18 0 0,-2 1 1 0 0,1-1-1 0 0,-1 0 0 0 0,0 0 0 0 0,-1-10 1 0 0,1 14 9 0 0,-1-1 0 0 0,0 1 1 0 0,1 0-1 0 0,-1-1 1 0 0,0 1-1 0 0,-1 0 1 0 0,1 0-1 0 0,-1 0 1 0 0,1 0-1 0 0,-1 0 0 0 0,0 0 1 0 0,-3-3-1 0 0,4 5 9 0 0,0 1-1 0 0,0-1 0 0 0,0 0 1 0 0,-1 1-1 0 0,1-1 0 0 0,0 1 1 0 0,0 0-1 0 0,-1-1 0 0 0,1 1 1 0 0,0 0-1 0 0,-1 0 0 0 0,1 0 0 0 0,0 0 1 0 0,-1 0-1 0 0,1 0 0 0 0,0 0 1 0 0,-1 0-1 0 0,1 1 0 0 0,-2 0 1 0 0,-24 8 22 0 0,17-3-20 0 0,0 0-1 0 0,0 1 1 0 0,0 0 0 0 0,1 1-1 0 0,0 0 1 0 0,1 1-1 0 0,0 0 1 0 0,0 0-1 0 0,0 0 1 0 0,1 1-1 0 0,-8 17 1 0 0,5-8-856 0 0,-15 37-1 0 0,3 21-4679 0 0,17-53 1091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7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98 2012 0 0,'-8'-71'10312'0'0,"4"44"-7433"0"0,6 28-2803 0 0,-1 0 0 0 0,1-1 0 0 0,-1 1-1 0 0,0 0 1 0 0,1 0 0 0 0,-1 1 0 0 0,0-1-1 0 0,0 0 1 0 0,0 0 0 0 0,0 1-1 0 0,0-1 1 0 0,0 0 0 0 0,0 1 0 0 0,0-1-1 0 0,0 1 1 0 0,-1-1 0 0 0,1 1 0 0 0,-1-1-1 0 0,1 1 1 0 0,-1 0 0 0 0,1 2 0 0 0,5 30 321 0 0,-1 0-1 0 0,-2 0 1 0 0,-2 40 0 0 0,-13 104-2138 0 0,10-155 87 0 0,1 3-1076 0 0,-3-9-2239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47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2 180 1884 0 0,'-1'-11'891'0'0,"0"0"0"0"0,1 0-1 0 0,1 0 1 0 0,0 0 0 0 0,0 0 0 0 0,1 0-1 0 0,5-18 1 0 0,-5 25-771 0 0,-1 0-1 0 0,1 0 1 0 0,0-1 0 0 0,1 2-1 0 0,-1-1 1 0 0,1 0-1 0 0,-1 0 1 0 0,1 1 0 0 0,0-1-1 0 0,1 1 1 0 0,-1 0 0 0 0,0 0-1 0 0,1 0 1 0 0,0 1-1 0 0,0-1 1 0 0,-1 1 0 0 0,1 0-1 0 0,1 0 1 0 0,-1 0-1 0 0,0 1 1 0 0,6-2 0 0 0,-2 1-63 0 0,1 1 1 0 0,-1 0 0 0 0,0 0-1 0 0,1 1 1 0 0,-1 0-1 0 0,1 1 1 0 0,-1 0 0 0 0,0 0-1 0 0,1 0 1 0 0,-1 1-1 0 0,0 1 1 0 0,0-1 0 0 0,0 1-1 0 0,0 1 1 0 0,-1-1-1 0 0,1 2 1 0 0,-1-1 0 0 0,10 8-1 0 0,-12-8-37 0 0,0 0-1 0 0,-1 0 0 0 0,0 0 1 0 0,1 0-1 0 0,-1 1 1 0 0,-1 0-1 0 0,1 0 0 0 0,-1 0 1 0 0,0 0-1 0 0,0 0 0 0 0,0 1 1 0 0,-1-1-1 0 0,1 1 0 0 0,-1 0 1 0 0,-1 0-1 0 0,1-1 1 0 0,-1 1-1 0 0,0 0 0 0 0,-1 0 1 0 0,1 1-1 0 0,-1-1 0 0 0,0 0 1 0 0,-1 0-1 0 0,0 0 0 0 0,0 0 1 0 0,-2 7-1 0 0,-1 1 39 0 0,-1-1 0 0 0,-1 0-1 0 0,0 0 1 0 0,-1-1 0 0 0,0 1-1 0 0,-1-2 1 0 0,0 1 0 0 0,-1-1-1 0 0,0 0 1 0 0,-1-1 0 0 0,0 0 0 0 0,0 0-1 0 0,-1-1 1 0 0,-24 14 0 0 0,34-22-42 0 0,0 0 0 0 0,-1 0 0 0 0,1 0 1 0 0,-1-1-1 0 0,1 1 0 0 0,0 0 0 0 0,-1-1 1 0 0,1 1-1 0 0,-1-1 0 0 0,1 0 0 0 0,-1 0 1 0 0,0 1-1 0 0,1-1 0 0 0,-1 0 0 0 0,1 0 1 0 0,-1 0-1 0 0,1-1 0 0 0,-1 1 0 0 0,1 0 1 0 0,-1 0-1 0 0,0-1 0 0 0,1 1 0 0 0,-3-2 1 0 0,3 1 4 0 0,1-1-7 0 0,1 0-14 0 0,-1 0 1 0 0,0 0-1 0 0,1 0 0 0 0,-1 0 0 0 0,1 0 1 0 0,-1 0-1 0 0,1 0 0 0 0,0 0 1 0 0,0 0-1 0 0,0 1 0 0 0,0-1 1 0 0,0 0-1 0 0,0 1 0 0 0,0-1 0 0 0,1 0 1 0 0,-1 1-1 0 0,0 0 0 0 0,1-1 1 0 0,0 1-1 0 0,2-2 0 0 0,3-2 0 0 0,-2 2-2 0 0,0 0-1 0 0,0 0 1 0 0,0 1-1 0 0,1-1 1 0 0,-1 1-1 0 0,0 1 1 0 0,1-1-1 0 0,-1 1 1 0 0,1 0 0 0 0,0 0-1 0 0,-1 0 1 0 0,1 1-1 0 0,0 0 1 0 0,0 0-1 0 0,9 2 1 0 0,-3 0-3 0 0,0 0 1 0 0,0 1-1 0 0,0 0 0 0 0,0 1 1 0 0,0 0-1 0 0,12 7 1 0 0,-13-5 103 0 0,-1 0 0 0 0,1 1 0 0 0,-2 0 0 0 0,1 1 0 0 0,-1 0 0 0 0,0 1 0 0 0,-1-1 0 0 0,0 1 0 0 0,0 1 0 0 0,6 10 0 0 0,-12-16 19 0 0,0-1 0 0 0,0 0 1 0 0,0 1-1 0 0,-1 0 0 0 0,1-1 0 0 0,-1 1 0 0 0,0 0 1 0 0,0-1-1 0 0,0 1 0 0 0,0 0 0 0 0,-1 0 0 0 0,0 0 1 0 0,0 0-1 0 0,0 0 0 0 0,0 0 0 0 0,0 0 0 0 0,-1 0 1 0 0,0-1-1 0 0,1 1 0 0 0,-2 0 0 0 0,1 0 0 0 0,0-1 1 0 0,-1 1-1 0 0,1 0 0 0 0,-1-1 0 0 0,0 0 1 0 0,0 1-1 0 0,-1-1 0 0 0,1 0 0 0 0,-1 0 0 0 0,1 0 1 0 0,-1-1-1 0 0,0 1 0 0 0,-5 3 0 0 0,0 0-3 0 0,0 0 0 0 0,-1-1 0 0 0,0 0 0 0 0,1-1 0 0 0,-2 0-1 0 0,1 0 1 0 0,0-1 0 0 0,-1 0 0 0 0,1 0 0 0 0,-1-1 0 0 0,0-1 0 0 0,0 1 0 0 0,-12-1 0 0 0,16-1-327 0 0,0-1 1 0 0,0 0-1 0 0,0 0 1 0 0,1 0-1 0 0,-1 0 1 0 0,0-1 0 0 0,0 0-1 0 0,1 0 1 0 0,-1 0-1 0 0,-5-4 1 0 0,7 3-439 0 0,0-1 0 0 0,-1 1 0 0 0,1 0 0 0 0,0-1 0 0 0,1 0-1 0 0,-1 0 1 0 0,1 0 0 0 0,-1-1 0 0 0,1 1 0 0 0,1-1 0 0 0,-1 1 0 0 0,-2-8 0 0 0,-3-6-2812 0 0,4 3-1215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50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18 1812 0 0,'-4'-9'3745'0'0,"-1"1"-2521"0"0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5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88 1072 0 0,'-4'-23'8051'0'0,"3"18"-7014"0"0,-1 1 203 0 0,1 0-1 0 0,-1 0 1 0 0,1 0-1 0 0,0 0 0 0 0,0-7 1 0 0,2 10-1213 0 0,-1 1 1 0 0,1-1-1 0 0,0 0 1 0 0,0 0-1 0 0,-1 1 1 0 0,1-1-1 0 0,0 1 1 0 0,0-1-1 0 0,0 1 1 0 0,0-1-1 0 0,0 1 1 0 0,0-1-1 0 0,0 1 1 0 0,0 0-1 0 0,0 0 1 0 0,0 0-1 0 0,2-1 1 0 0,22-4 101 0 0,-23 5-117 0 0,48-7 149 0 0,88-1-1 0 0,-109 9-1306 0 0,1 1-1 0 0,35 7 1 0 0,-64-9 1043 0 0,3 1-256 0 0,0 0-1 0 0,0 0 0 0 0,-1 0 0 0 0,1 0 0 0 0,0 1 1 0 0,0-1-1 0 0,3 3 0 0 0,9 20-9370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51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0 1232 0 0,'-128'30'13686'0'0,"126"-29"-13388"0"0,0 1 39 0 0,1-2-325 0 0,1 0 1 0 0,0 0 0 0 0,0 0 0 0 0,0 0 0 0 0,-1 0-1 0 0,1 0 1 0 0,0 0 0 0 0,0 0 0 0 0,0 0 0 0 0,0 1-1 0 0,-1-1 1 0 0,1 0 0 0 0,0 0 0 0 0,0 0 0 0 0,0 0-1 0 0,0 0 1 0 0,-1 1 0 0 0,1-1 0 0 0,0 0 0 0 0,0 0-1 0 0,0 0 1 0 0,0 0 0 0 0,0 1 0 0 0,0-1 0 0 0,0 0-1 0 0,0 0 1 0 0,0 0 0 0 0,0 1 0 0 0,0-1 0 0 0,0 0-1 0 0,0 0 1 0 0,0 0 0 0 0,0 1 0 0 0,0-1 0 0 0,0 0-1 0 0,0 1 1 0 0,5 1 36 0 0,0-1-1 0 0,0 1 1 0 0,0-1-1 0 0,0 0 0 0 0,0 0 1 0 0,0-1-1 0 0,1 1 1 0 0,8-1-1 0 0,50-7 74 0 0,-26 3-50 0 0,119-7-252 0 0,-35 3-2108 0 0,0-1-4620 0 0,-89 7 2032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51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83 105 420 0 0,'-27'-38'9124'0'0,"18"25"-6326"0"0,0 0 0 0 0,-14-14 402 0 0,9 13 397 0 0,184 26-1793 0 0,89-11-1555 0 0,-132-2-172 0 0,-71-1-12 0 0,-52 2-105 0 0,-1 0-350 0 0,11-1 13 0 0,-11 1-124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5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1504 0 0,'-15'4'9182'0'0,"13"-4"-8962"0"0,1 0-1 0 0,-1 0 1 0 0,1 1 0 0 0,0-1-1 0 0,-1 0 1 0 0,1 1-1 0 0,0-1 1 0 0,-1 1-1 0 0,1-1 1 0 0,0 1 0 0 0,0 0-1 0 0,-1 0 1 0 0,1-1-1 0 0,0 1 1 0 0,0 0 0 0 0,0 0-1 0 0,0 0 1 0 0,0 0-1 0 0,0 0 1 0 0,0 0-1 0 0,1 0 1 0 0,-1 1 0 0 0,0-1-1 0 0,0 0 1 0 0,1 0-1 0 0,-1 1 1 0 0,1-1-1 0 0,-1 0 1 0 0,1 2 0 0 0,-3 20 944 0 0,1-1 1 0 0,1 1-1 0 0,2 35 0 0 0,1-4-372 0 0,-19 294 1221 0 0,10-272-1650 0 0,7-74-330 0 0,0-1 7 0 0,-1 0 0 0 0,1 0 0 0 0,0 0 0 0 0,-1 0 1 0 0,1 0-1 0 0,0 0 0 0 0,0 0 0 0 0,0 0 0 0 0,0 0 1 0 0,-1 0-1 0 0,2 0 0 0 0,-1 0 0 0 0,0 0 0 0 0,0 0 1 0 0,0 0-1 0 0,0 0 0 0 0,1 1 0 0 0,0 9-717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5:52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25 24 0 0,'-14'8'5627'0'0,"-24"11"6933"0"0,5 3 162 0 0,65-19-11397 0 0,10-2-972 0 0,106-14-305 0 0,473-32 60 0 0,-330 34-108 0 0,-270 10 0 0 0,-3 0 0 0 0,-3-1 0 0 0,2 2 0 0 0,-4 0-67 0 0,-10 0-287 0 0,11-4-4000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1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25 380 0 0,'-9'-24'18339'0'0,"8"24"-18017"0"0,-3 12 2544 0 0,1 36-2290 0 0,3-41 349 0 0,-6 298 1645 0 0,5-101-4382 0 0,5-103-3846 0 0,-4-83 3600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1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9 283 784 0 0,'4'-22'2329'0'0,"0"-4"-394"0"0,1 0 1 0 0,1 1 0 0 0,1-1-1 0 0,12-28 1 0 0,-16 47-1781 0 0,1 1 1 0 0,-1-1 0 0 0,1 1-1 0 0,1 0 1 0 0,-1 0-1 0 0,1 0 1 0 0,0 1-1 0 0,0 0 1 0 0,0 0-1 0 0,1 0 1 0 0,0 0-1 0 0,0 1 1 0 0,0 0-1 0 0,0 0 1 0 0,1 1-1 0 0,-1-1 1 0 0,1 2-1 0 0,0-1 1 0 0,13-3-1 0 0,-12 5-105 0 0,1-1 0 0 0,-1 1-1 0 0,1 1 1 0 0,-1 0-1 0 0,1 0 1 0 0,-1 1-1 0 0,1 0 1 0 0,-1 0-1 0 0,0 1 1 0 0,1 0-1 0 0,-1 0 1 0 0,0 1-1 0 0,0 0 1 0 0,0 0-1 0 0,11 8 1 0 0,-15-9-30 0 0,0 1 0 0 0,0 0 1 0 0,1 0-1 0 0,-2 1 1 0 0,1-1-1 0 0,0 1 0 0 0,-1 0 1 0 0,0 0-1 0 0,0 0 0 0 0,0 0 1 0 0,0 1-1 0 0,-1-1 0 0 0,1 1 1 0 0,-1 0-1 0 0,0-1 0 0 0,-1 1 1 0 0,1 0-1 0 0,-1 0 0 0 0,0 0 1 0 0,0 0-1 0 0,-1 1 0 0 0,1-1 1 0 0,-1 0-1 0 0,0 0 0 0 0,0 0 1 0 0,-2 9-1 0 0,-2-1 3 0 0,1 0 0 0 0,-2-1 0 0 0,1 1 0 0 0,-2-1-1 0 0,0 0 1 0 0,0 0 0 0 0,-1-1 0 0 0,-1 0 0 0 0,-15 18 0 0 0,-8 6 130 0 0,-52 42 0 0 0,68-64-73 0 0,5-1-1 0 0,10-11-76 0 0,0-1-1 0 0,0 0 1 0 0,0 0 0 0 0,0 0-1 0 0,0 0 1 0 0,-1 1-1 0 0,1-1 1 0 0,0 0-1 0 0,0 0 1 0 0,0 0-1 0 0,0 1 1 0 0,0-1 0 0 0,0 0-1 0 0,0 0 1 0 0,1 0-1 0 0,-1 1 1 0 0,0-1-1 0 0,0 0 1 0 0,0 0 0 0 0,0 0-1 0 0,0 0 1 0 0,0 1-1 0 0,0-1 1 0 0,0 0-1 0 0,0 0 1 0 0,0 0-1 0 0,1 0 1 0 0,-1 1 0 0 0,0-1-1 0 0,0 0 1 0 0,0 0-1 0 0,0 0 1 0 0,0 0-1 0 0,1 0 1 0 0,-1 0 0 0 0,0 1-1 0 0,31 1 248 0 0,-14-1-102 0 0,1 0-1 0 0,0 1 1 0 0,-1 1 0 0 0,1 0-1 0 0,-1 2 1 0 0,0 0-1 0 0,27 12 1 0 0,-37-14 41 0 0,0 0-1 0 0,0 1 1 0 0,0-1 0 0 0,-1 2 0 0 0,0-1-1 0 0,1 1 1 0 0,-2 0 0 0 0,1 0-1 0 0,0 0 1 0 0,-1 1 0 0 0,0 0 0 0 0,-1 0-1 0 0,1 0 1 0 0,-1 1 0 0 0,0-1 0 0 0,-1 1-1 0 0,1 0 1 0 0,-2 0 0 0 0,1 0-1 0 0,3 14 1 0 0,-6-16-34 0 0,1 1-1 0 0,-1-1 1 0 0,0 1-1 0 0,0-1 1 0 0,0 0-1 0 0,-1 1 1 0 0,0-1-1 0 0,0 0 1 0 0,-1 1-1 0 0,1-1 1 0 0,-1 0-1 0 0,0 0 1 0 0,-4 7-1 0 0,1-5-24 0 0,0 1 0 0 0,0-1 1 0 0,-1 0-1 0 0,1-1 0 0 0,-2 1 0 0 0,1-1 0 0 0,-13 9 0 0 0,7-7-96 0 0,0 0 1 0 0,0-1 0 0 0,0-1-1 0 0,-1 0 1 0 0,0-1-1 0 0,0 0 1 0 0,-1-1 0 0 0,1 0-1 0 0,-1-1 1 0 0,-17 1-1 0 0,21-3-482 0 0,-1-1-1 0 0,1-1 1 0 0,0 1-1 0 0,0-2 1 0 0,-1 0-1 0 0,1 0 1 0 0,0 0-1 0 0,1-1 1 0 0,-1-1-1 0 0,0 0 1 0 0,1 0-1 0 0,0-1 1 0 0,0 0-1 0 0,-12-9 0 0 0,14 8-552 0 0,0 0-1 0 0,0-1 1 0 0,1 1-1 0 0,0-1 0 0 0,0-1 1 0 0,1 1-1 0 0,-1-1 1 0 0,2 0-1 0 0,-1 0 0 0 0,-4-11 1 0 0,-3-19-5860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74 1244 0 0,'16'-17'2417'0'0,"-11"11"-1556"0"0,1-1 1 0 0,-1 1 0 0 0,2 0-1 0 0,-1 1 1 0 0,1 0 0 0 0,-1 0-1 0 0,1 0 1 0 0,12-5 0 0 0,-16 9-668 0 0,-1 1 1 0 0,1 0-1 0 0,-1 0 1 0 0,0 0 0 0 0,1 0-1 0 0,-1 0 1 0 0,1 0-1 0 0,-1 1 1 0 0,1-1 0 0 0,-1 1-1 0 0,0 0 1 0 0,1 0-1 0 0,-1 0 1 0 0,0 0 0 0 0,0 0-1 0 0,1 0 1 0 0,-1 0-1 0 0,2 3 1 0 0,4 2 322 0 0,0 0 1 0 0,-1 1-1 0 0,7 8 0 0 0,6 9 266 0 0,-2 1 0 0 0,0 0 0 0 0,-1 2 0 0 0,-2 0 0 0 0,15 35 0 0 0,-4 3 453 0 0,22 84 0 0 0,-25-61-573 0 0,-5 0 0 0 0,-3 2 0 0 0,6 165 0 0 0,-20-180-502 0 0,-4 0 1 0 0,-4 0-1 0 0,-2 0 1 0 0,-4-1-1 0 0,-23 75 1 0 0,19-93-439 0 0,-3-1-1 0 0,-2-1 1 0 0,-2 0 0 0 0,-3-2 0 0 0,-50 73 0 0 0,58-98-687 0 0,-2-1-1 0 0,-1-1 0 0 0,-2-1 1 0 0,-40 33-1 0 0,45-43-388 0 0,-1-1-1 0 0,0 0 1 0 0,-1-1-1 0 0,0-1 1 0 0,-1-2-1 0 0,0 0 1 0 0,-26 7-1 0 0,-20 0-6901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0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 2460 0 0,'0'0'5996'0'0,"10"8"-2312"0"0,-12 17-2565 0 0,0-1 0 0 0,-8 31 0 0 0,2-10-418 0 0,-70 386 1375 0 0,48-304-1691 0 0,-60 167 1 0 0,80-268-366 0 0,3-5 697 0 0,-1-1 0 0 0,-14 26-1 0 0,22-45-697 0 0,0-1 0 0 0,-1 0 0 0 0,1 1 0 0 0,0-1 0 0 0,0 1-1 0 0,-1-1 1 0 0,1 0 0 0 0,0 1 0 0 0,-1-1 0 0 0,1 0 0 0 0,0 1 0 0 0,-1-1 0 0 0,1 0-1 0 0,-1 0 1 0 0,1 1 0 0 0,0-1 0 0 0,-1 0 0 0 0,1 0 0 0 0,-1 0 0 0 0,1 1-1 0 0,-1-1 1 0 0,1 0 0 0 0,0 0 0 0 0,-1 0 0 0 0,1 0 0 0 0,-1 0 0 0 0,1 0-1 0 0,-1 0 1 0 0,1 0 0 0 0,-1 0 0 0 0,1 0 0 0 0,-1 0 0 0 0,1 0 0 0 0,-1-1 0 0 0,1 1-1 0 0,0 0 1 0 0,-1 0 0 0 0,1 0 0 0 0,-1-1 0 0 0,1 1 0 0 0,0 0 0 0 0,-1-1-1 0 0,0 0 2 0 0,-1 0-1 0 0,1 0 1 0 0,0 0-1 0 0,0 0 0 0 0,0-1 1 0 0,0 1-1 0 0,0 0 0 0 0,0-1 1 0 0,1 1-1 0 0,-1 0 0 0 0,0-3 1 0 0,-3-9 20 0 0,2 0 1 0 0,0 0-1 0 0,0-1 1 0 0,2 1-1 0 0,0-21 1 0 0,10-66 20 0 0,4 2-83 0 0,50-182 0 0 0,-47 227 7 0 0,2 2 0 0 0,2 0 1 0 0,2 1-1 0 0,3 1 1 0 0,32-46-1 0 0,-54 88-3 0 0,0 1-1 0 0,1 1 0 0 0,0-1 0 0 0,0 1 0 0 0,1 0 0 0 0,-1 0 1 0 0,1 0-1 0 0,0 1 0 0 0,1-1 0 0 0,9-4 0 0 0,-12 8 6 0 0,0-1-1 0 0,0 1 0 0 0,0 0 1 0 0,0 0-1 0 0,0 0 0 0 0,0 1 1 0 0,1-1-1 0 0,-1 1 0 0 0,0 0 1 0 0,0 0-1 0 0,1 0 0 0 0,-1 1 1 0 0,0 0-1 0 0,0 0 1 0 0,0 0-1 0 0,0 0 0 0 0,0 0 1 0 0,0 1-1 0 0,6 3 0 0 0,1 2 29 0 0,-1 0 0 0 0,-1 1 0 0 0,1 0 0 0 0,-1 0 0 0 0,-1 1 0 0 0,1 0 0 0 0,-2 1-1 0 0,1-1 1 0 0,-1 2 0 0 0,-1-1 0 0 0,0 1 0 0 0,6 13 0 0 0,1 8 64 0 0,0 0-1 0 0,-3 1 1 0 0,8 37 0 0 0,-6-3-231 0 0,-3-1 0 0 0,-3 1 0 0 0,-2 0 0 0 0,-4 0 1 0 0,-14 111-1 0 0,7-153-1947 0 0,7-24 1855 0 0,-1 0-1 0 0,1 0 1 0 0,0 0-1 0 0,-1 0 1 0 0,1-1-1 0 0,-1 1 1 0 0,1 0 0 0 0,-1 0-1 0 0,1-1 1 0 0,-1 1-1 0 0,0 0 1 0 0,1-1-1 0 0,-1 1 1 0 0,0-1-1 0 0,0 1 1 0 0,1-1-1 0 0,-1 1 1 0 0,0-1-1 0 0,0 1 1 0 0,0-1-1 0 0,0 0 1 0 0,1 1-1 0 0,-1-1 1 0 0,0 0-1 0 0,0 0 1 0 0,0 0-1 0 0,0 1 1 0 0,-1-1-1 0 0,-13-4-3794 0 0,-1-2-1878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0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89 163 488 0 0,'-12'-9'2138'0'0,"-5"-4"1790"0"0,0 1 0 0 0,-25-13 849 0 0,42 24-4759 0 0,0 1 0 0 0,0 0-1 0 0,0-1 1 0 0,0 1-1 0 0,1-1 1 0 0,-1 1 0 0 0,0 0-1 0 0,0-1 1 0 0,1 1-1 0 0,-1 0 1 0 0,0-1 0 0 0,0 1-1 0 0,1 0 1 0 0,-1-1-1 0 0,0 1 1 0 0,1 0 0 0 0,-1 0-1 0 0,1 0 1 0 0,-1-1 0 0 0,0 1-1 0 0,1 0 1 0 0,-1 0-1 0 0,1 0 1 0 0,-1 0 0 0 0,0 0-1 0 0,2-1 1 0 0,225-39-1219 0 0,-75 1-5977 0 0,-96 22 2226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655 174 1728 0 0,'-6'-19'1597'0'0,"0"0"0"0"0,-1 0 1 0 0,-1 0-1 0 0,-15-26 0 0 0,20 40-1263 0 0,0 1-1 0 0,-1 0 1 0 0,1 0 0 0 0,-1 0-1 0 0,0 0 1 0 0,0 0 0 0 0,0 1-1 0 0,0-1 1 0 0,-9-4 0 0 0,10 7-212 0 0,0 0 0 0 0,0-1 1 0 0,-1 1-1 0 0,1 0 0 0 0,-1 1 1 0 0,1-1-1 0 0,-1 0 0 0 0,1 1 1 0 0,-1 0-1 0 0,1 0 0 0 0,-1 0 0 0 0,1 0 1 0 0,-1 1-1 0 0,1 0 0 0 0,-1-1 1 0 0,-4 3-1 0 0,-6 2 123 0 0,1 1 0 0 0,0 0 0 0 0,1 1 0 0 0,-1 0 0 0 0,1 1 0 0 0,-20 17 0 0 0,1 4 153 0 0,-28 32 1 0 0,28-25-243 0 0,2 1 0 0 0,1 2 0 0 0,2 0 1 0 0,2 2-1 0 0,2 1 0 0 0,-19 46 0 0 0,21-34-54 0 0,2 1 1 0 0,3 0-1 0 0,2 1 0 0 0,-10 96 0 0 0,18-86-44 0 0,4 0 0 0 0,2 0 0 0 0,3 0 0 0 0,3 0 0 0 0,2 0 0 0 0,4-1 0 0 0,2-1 0 0 0,4 0 0 0 0,40 96 0 0 0,-39-118-253 0 0,1 0 0 0 0,3-2 1 0 0,0-1-1 0 0,3-1 0 0 0,51 57 1 0 0,-52-69-764 0 0,1 0 0 0 0,53 38 0 0 0,-53-46-700 0 0,1-1 0 0 0,1-1-1 0 0,44 17 1 0 0,14-3-5089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2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14 107 1992 0 0,'-1'-9'1749'0'0,"0"0"-1"0"0,-1-1 0 0 0,-2-10 1 0 0,-2-8 3666 0 0,6 30-5100 0 0,2 6-208 0 0,0 0-1 0 0,0-1 1 0 0,1 0 0 0 0,-1 1 0 0 0,2-1-1 0 0,-1 0 1 0 0,1-1 0 0 0,0 1 0 0 0,0-1-1 0 0,1 1 1 0 0,0-1 0 0 0,0-1-1 0 0,1 1 1 0 0,5 4 0 0 0,10 8 55 0 0,0-1-1 0 0,41 24 1 0 0,-60-40-244 0 0,0 0 0 0 0,0 0 0 0 0,0 0 0 0 0,0 0 0 0 0,0 0 0 0 0,0 0 1 0 0,0 0-1 0 0,0 0 0 0 0,0-1 0 0 0,0 1 0 0 0,0-1 0 0 0,0 0 0 0 0,0 0 0 0 0,0 1 0 0 0,1-2 0 0 0,-1 1 0 0 0,0 0 0 0 0,0 0 0 0 0,0 0 0 0 0,0-1 0 0 0,0 0 0 0 0,0 1 0 0 0,1-1 0 0 0,-1 0 0 0 0,-1 0 0 0 0,1 0 0 0 0,0 0 1 0 0,0 0-1 0 0,2-2 0 0 0,-1 0-44 0 0,-1 0 1 0 0,0 0-1 0 0,1 0 1 0 0,-1 0-1 0 0,-1 0 1 0 0,1-1-1 0 0,0 1 1 0 0,-1 0-1 0 0,0-1 1 0 0,0 1-1 0 0,0-1 1 0 0,0 0-1 0 0,0 1 1 0 0,-1-1-1 0 0,1 0 1 0 0,-1-5-1 0 0,-1-10 575 0 0,-1 0 0 0 0,0 1 0 0 0,-1-1 0 0 0,-1 1-1 0 0,-1-1 1 0 0,-7-17 0 0 0,12 34-417 0 0,3 5-33 0 0,1-1 0 0 0,-1 1 0 0 0,0-1 0 0 0,0 1-1 0 0,0 0 1 0 0,0 0 0 0 0,4 6 0 0 0,11 13 60 0 0,-8-15-32 0 0,0 0 0 0 0,0-1 0 0 0,1 0 0 0 0,0-1 0 0 0,0 0 0 0 0,0 0 0 0 0,0-1 0 0 0,1 0 0 0 0,0-1 0 0 0,-1-1 0 0 0,1 0 0 0 0,13 1 0 0 0,-17-3 25 0 0,-1 1-1 0 0,0-1 1 0 0,1-1 0 0 0,-1 1 0 0 0,0-1 0 0 0,1 0 0 0 0,-1-1 0 0 0,0 0 0 0 0,0 0 0 0 0,0 0 0 0 0,0-1 0 0 0,-1 0 0 0 0,1-1-1 0 0,-1 1 1 0 0,0-1 0 0 0,1 0 0 0 0,-2-1 0 0 0,1 1 0 0 0,0-1 0 0 0,7-10 0 0 0,-12 14-22 0 0,0 1 1 0 0,-1-1-1 0 0,1 0 1 0 0,-1 0-1 0 0,1 1 1 0 0,-1-1-1 0 0,1 0 1 0 0,-1 0-1 0 0,0 0 1 0 0,1 1-1 0 0,-1-1 1 0 0,0 0-1 0 0,0 0 1 0 0,0 0-1 0 0,0 0 1 0 0,1 0-1 0 0,-1 0 1 0 0,0 0-1 0 0,-1-1 1 0 0,1 2-21 0 0,0 0-1 0 0,0-1 1 0 0,-1 1 0 0 0,1-1-1 0 0,0 1 1 0 0,-1-1 0 0 0,1 1-1 0 0,0 0 1 0 0,-1-1 0 0 0,1 1-1 0 0,-1-1 1 0 0,1 1 0 0 0,-1 0-1 0 0,1 0 1 0 0,-1-1 0 0 0,1 1-1 0 0,-1 0 1 0 0,1 0 0 0 0,-1 0-1 0 0,1-1 1 0 0,-1 1 0 0 0,0 0-1 0 0,-2 0-2 0 0,1 0-1 0 0,-1-1 1 0 0,0 1 0 0 0,0 0-1 0 0,0 1 1 0 0,1-1 0 0 0,-1 0-1 0 0,-5 2 1 0 0,-11 7 16 0 0,0 1 0 0 0,0 0 0 0 0,1 1 1 0 0,-31 25-1 0 0,14-5-67 0 0,-35 38 0 0 0,29-23-1318 0 0,-55 79 1 0 0,20 0-5603 0 0,50-75 1260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3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165 192 1580 0 0,'-41'-54'10295'0'0,"38"77"-8095"0"0,4 13-846 0 0,-1 0 1 0 0,-1 0-1 0 0,-11 55 1 0 0,-32 107-421 0 0,13-66-334 0 0,30-124-501 0 0,-1-1-1 0 0,0 0 0 0 0,0 1 1 0 0,-1-1-1 0 0,-6 13 0 0 0,8-19-44 0 0,-5-14 30 0 0,5 11-81 0 0,0 0 1 0 0,0 0-1 0 0,1-1 0 0 0,-1 1 1 0 0,0 0-1 0 0,1 0 1 0 0,-1 0-1 0 0,1-4 0 0 0,-2-41-21 0 0,3 0-1 0 0,1 0 1 0 0,3 1-1 0 0,2-1 0 0 0,2 1 1 0 0,1 1-1 0 0,3 0 1 0 0,2 0-1 0 0,39-81 0 0 0,-42 104-20 0 0,0 1 0 0 0,2 1 0 0 0,18-22-1 0 0,-27 36 19 0 0,0 0 0 0 0,1 1 0 0 0,-1 0 0 0 0,1 0 0 0 0,0 0-1 0 0,0 0 1 0 0,0 1 0 0 0,1 0 0 0 0,0 0 0 0 0,0 1-1 0 0,0 0 1 0 0,0 0 0 0 0,0 1 0 0 0,10-3 0 0 0,-13 5 22 0 0,1 0 0 0 0,-1 0 0 0 0,0 0 1 0 0,0 0-1 0 0,0 0 0 0 0,0 1 1 0 0,0 0-1 0 0,0 0 0 0 0,0 0 1 0 0,0 1-1 0 0,0-1 0 0 0,-1 1 0 0 0,1 0 1 0 0,7 4-1 0 0,-6-1 31 0 0,1-1 0 0 0,0 2-1 0 0,-1-1 1 0 0,0 0 0 0 0,0 1 0 0 0,0 0-1 0 0,6 11 1 0 0,-1 2 94 0 0,-1 0 0 0 0,-1 1 0 0 0,0 0 0 0 0,8 38 0 0 0,-4 4 190 0 0,-2 0 0 0 0,2 98 1 0 0,-16 126-3856 0 0,4-282 3240 0 0,-2 32-2510 0 0,-2-13-3278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3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76 167 3412 0 0,'-21'-28'4579'0'0,"10"13"-1799"0"0,0 1 1 0 0,1-1 0 0 0,-11-25-1 0 0,20 39-2744 0 0,1 0-1 0 0,0 0 0 0 0,0 0 1 0 0,0 1-1 0 0,0-1 1 0 0,0 0-1 0 0,0 0 1 0 0,0 0-1 0 0,0 0 1 0 0,0 0-1 0 0,0 1 1 0 0,1-1-1 0 0,-1 0 0 0 0,0 0 1 0 0,0 0-1 0 0,1 0 1 0 0,-1 1-1 0 0,1-1 1 0 0,-1 0-1 0 0,1 0 1 0 0,-1 1-1 0 0,1-1 1 0 0,-1 0-1 0 0,1 1 0 0 0,-1-1 1 0 0,1 1-1 0 0,0-1 1 0 0,0 1-1 0 0,-1-1 1 0 0,1 1-1 0 0,0-1 1 0 0,0 1-1 0 0,-1 0 1 0 0,1-1-1 0 0,0 1 0 0 0,1-1 1 0 0,32-8-93 0 0,-33 9 66 0 0,49-7-3210 0 0,79-1 1 0 0,-88 7-1100 0 0,7-2-2972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3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35 432 0 0,'2'-34'15801'0'0,"3"53"-13866"0"0,3 32 1 0 0,-1 62-258 0 0,-5-70-1224 0 0,0 6-325 0 0,5 152 303 0 0,-11-68-5505 0 0,-1-104 1581 0 0,0-12-2069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4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2276 0 0,'4'-15'1102'0'0,"0"1"0"0"0,1 0-1 0 0,0 0 1 0 0,1 1 0 0 0,1-1-1 0 0,0 1 1 0 0,15-19 0 0 0,-18 27-932 0 0,1-1 0 0 0,0 1 0 0 0,0 0 0 0 0,1 1 0 0 0,0-1 0 0 0,0 1 0 0 0,0 0 0 0 0,0 0 1 0 0,0 1-1 0 0,1 0 0 0 0,-1 0 0 0 0,1 1 0 0 0,0 0 0 0 0,0 0 0 0 0,0 0 0 0 0,0 1 0 0 0,12-1 0 0 0,-5 2-99 0 0,-1 1-1 0 0,0 0 0 0 0,0 1 1 0 0,0 0-1 0 0,-1 1 1 0 0,1 1-1 0 0,-1 0 0 0 0,1 1 1 0 0,-1 0-1 0 0,-1 0 1 0 0,1 2-1 0 0,-1-1 0 0 0,0 1 1 0 0,0 1-1 0 0,18 17 1 0 0,-23-19-28 0 0,-1-1 0 0 0,1 1 0 0 0,-2 0 0 0 0,1 1 0 0 0,-1-1 1 0 0,0 1-1 0 0,0 0 0 0 0,0 0 0 0 0,-1 0 0 0 0,0 1 0 0 0,-1-1 1 0 0,2 10-1 0 0,-3-11 15 0 0,0 0 0 0 0,-1 0 1 0 0,0 1-1 0 0,0-1 0 0 0,-1 0 0 0 0,0 1 1 0 0,0-1-1 0 0,0 0 0 0 0,-1 0 1 0 0,1 0-1 0 0,-2 0 0 0 0,1 0 0 0 0,-1 0 1 0 0,0-1-1 0 0,0 1 0 0 0,-7 8 1 0 0,-7 7 137 0 0,0-1 1 0 0,-2-2-1 0 0,0 1 1 0 0,-36 24-1 0 0,10-7 808 0 0,43-35-858 0 0,18 4-88 0 0,6-5-76 0 0,-1 1-1 0 0,1 1 0 0 0,-1 1 0 0 0,0 0 0 0 0,41 13 1 0 0,-48-10 20 0 0,1 0 1 0 0,-2 1 0 0 0,1 0-1 0 0,-1 1 1 0 0,0 1 0 0 0,-1 0-1 0 0,19 18 1 0 0,-27-24 60 0 0,0 1 0 0 0,0 0-1 0 0,-1 0 1 0 0,1 0 0 0 0,-1 0 0 0 0,0 1-1 0 0,0 0 1 0 0,-1-1 0 0 0,1 1 0 0 0,-1 0 0 0 0,0 0-1 0 0,0 0 1 0 0,-1 1 0 0 0,1-1 0 0 0,-1 0-1 0 0,0 6 1 0 0,-1-6 0 0 0,0 1 0 0 0,-1-1 0 0 0,0 0-1 0 0,0 0 1 0 0,0 0 0 0 0,0-1 0 0 0,-1 1-1 0 0,0 0 1 0 0,0 0 0 0 0,0-1 0 0 0,-1 1-1 0 0,0-1 1 0 0,1 0 0 0 0,-1 0 0 0 0,-1 0-1 0 0,1 0 1 0 0,-5 4 0 0 0,-5 4-105 0 0,0-1 1 0 0,-1 0-1 0 0,0-1 1 0 0,-1-1-1 0 0,0 0 1 0 0,0-1-1 0 0,-1 0 0 0 0,0-2 1 0 0,0 0-1 0 0,0 0 1 0 0,-1-2-1 0 0,0 0 1 0 0,0-1-1 0 0,-21 1 1 0 0,33-4-343 0 0,1 0 0 0 0,-1 0 0 0 0,0-1 0 0 0,0 1 0 0 0,-5-3 0 0 0,9 3-68 0 0,-1-1 0 0 0,1 1 0 0 0,-1-1 0 0 0,1 0 1 0 0,-1 0-1 0 0,1 1 0 0 0,-1-1 0 0 0,1 0 0 0 0,0 0 0 0 0,0 0 0 0 0,0-1 1 0 0,-1 1-1 0 0,1 0 0 0 0,0 0 0 0 0,0-1 0 0 0,1 1 0 0 0,-1 0 0 0 0,-1-3 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4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28 140 0 0,'-4'0'3494'0'0,"-70"-4"13324"0"0,92-2-16145 0 0,8 1-422 0 0,1 1 0 0 0,46-1 1 0 0,-37 4-182 0 0,148-1-1926 0 0,-63 12-8229 0 0,-96-7 2481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4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61 1920 0 0,'-207'83'17932'0'0,"187"-74"-16181"0"0,18-7-1345 0 0,6-2-66 0 0,52 0-154 0 0,-1-3 1 0 0,90-15-1 0 0,-82 9-590 0 0,268-45-4613 0 0,-111 8-3131 0 0,-114 21 1213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4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84 1352 0 0,'-37'-33'11361'0'0,"30"27"-8325"0"0,-1-1 1 0 0,1 1-1 0 0,-12-14 675 0 0,23 18-3581 0 0,-1 0 0 0 0,0 1-1 0 0,0 0 1 0 0,0-1 0 0 0,1 1 0 0 0,-1 1 0 0 0,0-1-1 0 0,1 0 1 0 0,-1 1 0 0 0,1 0 0 0 0,-1 0 0 0 0,1 0-1 0 0,5 1 1 0 0,4-1 79 0 0,136 2-4 0 0,166 23 0 0 0,-190-12-2530 0 0,-79-8 571 0 0,54 4-7037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5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0 408 0 0,'-25'0'3191'0'0,"14"1"-653"0"0,0-1 1 0 0,0 2-1 0 0,0-1 0 0 0,-12 4 1 0 0,21-4-2211 0 0,0 0 1 0 0,0 0 0 0 0,1 1-1 0 0,-1-1 1 0 0,1 0-1 0 0,-1 0 1 0 0,1 1-1 0 0,-1-1 1 0 0,1 1 0 0 0,0-1-1 0 0,0 1 1 0 0,0 0-1 0 0,0-1 1 0 0,0 1-1 0 0,-2 4 1 0 0,-8 29 3297 0 0,10-28-2838 0 0,-9 41 698 0 0,3 1 1 0 0,2-1-1 0 0,2 64 1 0 0,0-30-628 0 0,2-45-865 0 0,-11 360-1061 0 0,14-360-3608 0 0,-1-24-758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5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1 888 0 0,'-365'22'24228'0'0,"363"-22"-24065"0"0,0 0 1 0 0,0 0-1 0 0,0 0 0 0 0,1 0 1 0 0,-1 1-1 0 0,0-1 1 0 0,0 1-1 0 0,0-1 1 0 0,0 1-1 0 0,1 0 1 0 0,-1 0-1 0 0,0 0 0 0 0,-2 2 1 0 0,6-1 268 0 0,27 7-187 0 0,-1-3 0 0 0,1 0 0 0 0,1-2 0 0 0,37 2 0 0 0,-44-5-156 0 0,540 28 86 0 0,-187-29-5725 0 0,-269-9 889 0 0,-68 4 383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6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1820 0 0,'31'-54'19327'0'0,"-27"68"-18890"0"0,0 0 1 0 0,-1 0 0 0 0,-1 0 0 0 0,0 0-1 0 0,-1 1 1 0 0,-1 14 0 0 0,2 23 405 0 0,8 110 1095 0 0,-22 320 1 0 0,-1-385-4804 0 0,13-96 2732 0 0,0-1 1 0 0,0 0-1 0 0,0 1 1 0 0,0-1-1 0 0,0 0 1 0 0,0 1 0 0 0,0-1-1 0 0,0 0 1 0 0,0 1-1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3 193 2472 0 0,'-1'-31'2921'0'0,"0"18"-1972"0"0,0 1 0 0 0,1 0 0 0 0,1 0 0 0 0,-1 0 0 0 0,2 0 0 0 0,0 0 0 0 0,1 0 1 0 0,5-18-1 0 0,-6 28-873 0 0,-1 0 0 0 0,0-1 0 0 0,1 1 0 0 0,-1 0 0 0 0,1 0 0 0 0,-1 0 0 0 0,1 0 0 0 0,0 1 0 0 0,0-1 0 0 0,0 0 0 0 0,0 1 0 0 0,0-1 0 0 0,0 1 0 0 0,1 0 0 0 0,-1 0 0 0 0,5-2 0 0 0,-3 2 32 0 0,1 0-1 0 0,-1 0 1 0 0,0 1-1 0 0,1-1 1 0 0,-1 1-1 0 0,1 0 1 0 0,-1 0-1 0 0,10 2 1 0 0,0 2 109 0 0,1 0-1 0 0,-1 0 1 0 0,0 2 0 0 0,22 11 0 0 0,-13-5 103 0 0,-1 1-1 0 0,-1 1 1 0 0,34 30 0 0 0,-45-35-85 0 0,0 0 1 0 0,-1 1 0 0 0,0 0-1 0 0,-1 1 1 0 0,0 0-1 0 0,0 0 1 0 0,-2 1-1 0 0,11 22 1 0 0,-15-30-93 0 0,-1 0 1 0 0,0 0 0 0 0,0 0-1 0 0,0 0 1 0 0,0 0-1 0 0,-1 0 1 0 0,0 1-1 0 0,0-1 1 0 0,0 0-1 0 0,0 0 1 0 0,0 0-1 0 0,-1 1 1 0 0,0-1-1 0 0,0 0 1 0 0,0 0-1 0 0,-2 4 1 0 0,0-2-26 0 0,0-1 1 0 0,0 0-1 0 0,-1 0 0 0 0,1 0 1 0 0,-1 0-1 0 0,0-1 0 0 0,-1 1 1 0 0,1-1-1 0 0,-1 0 0 0 0,-5 4 1 0 0,-5 1 5 0 0,0 0 1 0 0,0-1 0 0 0,-1 0-1 0 0,-1-1 1 0 0,1-1 0 0 0,-31 7-1 0 0,-32 1-438 0 0,30-13-2805 0 0,47-1 2827 0 0,0 0 0 0 0,1 0 1 0 0,-1 0-1 0 0,0-1 0 0 0,1 1 1 0 0,-1-1-1 0 0,1 1 0 0 0,-1-1 1 0 0,1 0-1 0 0,-1 1 0 0 0,1-1 1 0 0,-1 0-1 0 0,1 0 0 0 0,-1 0 1 0 0,1 0-1 0 0,0 0 1 0 0,0-1-1 0 0,-2 0 0 0 0,-3-17-7241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7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2660 0 0,'1'-17'5741'0'0,"-2"-12"1165"0"0,1 29-6827 0 0,0-1 0 0 0,0 1 0 0 0,0 0 0 0 0,0-1-1 0 0,0 1 1 0 0,0 0 0 0 0,0-1 0 0 0,0 1 0 0 0,0 0 0 0 0,0-1 0 0 0,0 1 0 0 0,0 0 0 0 0,0-1 0 0 0,0 1 0 0 0,0 0 0 0 0,0-1 0 0 0,1 1 0 0 0,-1 0 0 0 0,0 0 0 0 0,0-1 0 0 0,0 1 0 0 0,1 0 0 0 0,-1-1 0 0 0,0 1-1 0 0,0 0 1 0 0,1 0 0 0 0,-1 0 0 0 0,1-1 0 0 0,53 35 1040 0 0,-35-21-1036 0 0,1-1-1 0 0,0-1 1 0 0,1 0 0 0 0,0-2-1 0 0,39 13 1 0 0,-56-21-158 0 0,0-1 0 0 0,-1 1 0 0 0,1-1 0 0 0,0 0-1 0 0,-1 0 1 0 0,1 0 0 0 0,0 0 0 0 0,-1-1 0 0 0,1 1 0 0 0,-1-1 0 0 0,1 0 0 0 0,0 0-1 0 0,-1 0 1 0 0,0-1 0 0 0,1 1 0 0 0,-1-1 0 0 0,0 0 0 0 0,0 0 0 0 0,0 0-1 0 0,0 0 1 0 0,0-1 0 0 0,0 1 0 0 0,-1-1 0 0 0,1 1 0 0 0,-1-1 0 0 0,0 0 0 0 0,4-6-1 0 0,2-5 136 0 0,0-1 0 0 0,-1 0-1 0 0,-1 0 1 0 0,7-28 0 0 0,-6 22 777 0 0,-7 21-839 0 0,0 0 0 0 0,0 0 1 0 0,1-1-1 0 0,-1 1 0 0 0,0 0 0 0 0,0 0 1 0 0,0 0-1 0 0,0 0 0 0 0,0 0 0 0 0,0 0 1 0 0,1 0-1 0 0,-1-1 0 0 0,0 1 0 0 0,0 0 0 0 0,0 0 1 0 0,0 0-1 0 0,1 0 0 0 0,-1 0 0 0 0,0 0 1 0 0,0 0-1 0 0,0 0 0 0 0,1 0 0 0 0,-1 0 1 0 0,0 0-1 0 0,0 0 0 0 0,0 0 0 0 0,0 0 0 0 0,1 0 1 0 0,-1 0-1 0 0,0 0 0 0 0,0 0 0 0 0,0 0 1 0 0,1 0-1 0 0,-1 0 0 0 0,0 0 0 0 0,0 1 1 0 0,0-1-1 0 0,0 0 0 0 0,0 0 0 0 0,1 0 0 0 0,-1 0 1 0 0,0 0-1 0 0,0 0 0 0 0,0 1 0 0 0,0-1 1 0 0,0 0-1 0 0,0 0 0 0 0,1 0 0 0 0,-1 0 1 0 0,0 0-1 0 0,0 1 0 0 0,0-1 0 0 0,0 0 0 0 0,0 0 1 0 0,0 0-1 0 0,0 1 0 0 0,0-1 0 0 0,0 0 1 0 0,13 19 30 0 0,6 8 50 0 0,-14-24-94 0 0,0 1 0 0 0,0 0-1 0 0,1-1 1 0 0,-1 0 0 0 0,1 0 0 0 0,-1-1 0 0 0,1 1-1 0 0,0-1 1 0 0,0-1 0 0 0,0 1 0 0 0,0-1-1 0 0,1 0 1 0 0,-1 0 0 0 0,0-1 0 0 0,8 0 0 0 0,-10 0 7 0 0,0 0 0 0 0,-1 0 1 0 0,1-1-1 0 0,-1 0 1 0 0,1 1-1 0 0,-1-1 1 0 0,1 0-1 0 0,-1-1 1 0 0,1 1-1 0 0,-1 0 1 0 0,0-1-1 0 0,0 0 0 0 0,0 0 1 0 0,0 0-1 0 0,0 0 1 0 0,0-1-1 0 0,0 1 1 0 0,-1-1-1 0 0,1 1 1 0 0,-1-1-1 0 0,0 0 1 0 0,0 0-1 0 0,0 0 1 0 0,0 0-1 0 0,0 0 0 0 0,-1-1 1 0 0,2-3-1 0 0,0-2 51 0 0,0 1 118 0 0,-1-1 1 0 0,1 1-1 0 0,-2-1 0 0 0,2-16 1 0 0,-6 26-159 0 0,-2 0-4 0 0,0 1 0 0 0,0 0 0 0 0,0 1-1 0 0,0-1 1 0 0,0 1 0 0 0,1 0 0 0 0,-1 0 0 0 0,1 0 0 0 0,0 1-1 0 0,0-1 1 0 0,0 1 0 0 0,-5 6 0 0 0,-45 62 8 0 0,42-55 7 0 0,-16 23-704 0 0,-28 56-1 0 0,42-65-3223 0 0,-13 34 0 0 0,17-37-3124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7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84 1280 0 0,'-3'-17'4974'0'0,"1"5"-1533"0"0,0 0-1 0 0,-7-22 1 0 0,8 32-2815 0 0,1-4 350 0 0,-3 7-27 0 0,2 0-897 0 0,0 0 1 0 0,1 0 0 0 0,-1 0-1 0 0,1-1 1 0 0,-1 1 0 0 0,1 0 0 0 0,-1 0-1 0 0,1 0 1 0 0,-1 0 0 0 0,1 0-1 0 0,0 0 1 0 0,0 0 0 0 0,-1 0-1 0 0,1 2 1 0 0,-8 406 4328 0 0,4-270-3881 0 0,3-79-387 0 0,-1 27-953 0 0,-2-30-2765 0 0,1-46 556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1744 0 0,'0'-4'346'0'0,"4"-20"1408"0"0,1-1 1 0 0,1 1-1 0 0,1 0 0 0 0,12-28 1 0 0,-16 45-1572 0 0,1 0 1 0 0,-1 1 0 0 0,2-1 0 0 0,-1 1-1 0 0,1 0 1 0 0,0 0 0 0 0,0 1 0 0 0,1-1-1 0 0,-1 1 1 0 0,1 0 0 0 0,0 0 0 0 0,1 1-1 0 0,-1 0 1 0 0,1 0 0 0 0,0 1-1 0 0,0 0 1 0 0,0 0 0 0 0,9-3 0 0 0,-1 3 65 0 0,0 0 1 0 0,1 0 0 0 0,-1 2 0 0 0,1 0 0 0 0,0 0-1 0 0,-1 2 1 0 0,31 4 0 0 0,-21-1-64 0 0,0 2 1 0 0,0 1-1 0 0,-1 1 1 0 0,27 12-1 0 0,-39-14-11 0 0,-1-1 1 0 0,1 2-1 0 0,-1 0 1 0 0,-1 0-1 0 0,1 1 1 0 0,-1 0-1 0 0,-1 1 1 0 0,10 10-1 0 0,-16-16-82 0 0,-1 0 0 0 0,0 0 0 0 0,0 0-1 0 0,0 0 1 0 0,0 0 0 0 0,0 0 0 0 0,0 1 0 0 0,-1-1 0 0 0,0 1-1 0 0,0-1 1 0 0,0 1 0 0 0,0 0 0 0 0,0-1 0 0 0,-1 1 0 0 0,1 0 0 0 0,-1-1-1 0 0,0 1 1 0 0,0 0 0 0 0,-1 0 0 0 0,1-1 0 0 0,-1 1 0 0 0,0 0 0 0 0,1-1-1 0 0,-2 1 1 0 0,1-1 0 0 0,0 1 0 0 0,-1-1 0 0 0,0 0 0 0 0,1 1-1 0 0,-1-1 1 0 0,-1 0 0 0 0,-1 3 0 0 0,-8 7 22 0 0,0-1 0 0 0,0 1-1 0 0,-2-2 1 0 0,1 0 0 0 0,-1-1 0 0 0,-1 0 0 0 0,-29 14 0 0 0,-118 43 366 0 0,144-61-416 0 0,-28 8-754 0 0,17-8-2648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8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2188 0 0,'18'28'17881'0'0,"-17"-26"-17701"0"0,1 0 0 0 0,0 0-1 0 0,0-1 1 0 0,0 1 0 0 0,1-1-1 0 0,-1 0 1 0 0,0 0 0 0 0,0 1-1 0 0,1-1 1 0 0,-1-1 0 0 0,1 1 0 0 0,-1 0-1 0 0,1-1 1 0 0,-1 1 0 0 0,5-1-1 0 0,45 1-203 0 0,-30-2 221 0 0,134-2-2356 0 0,-104 1-1382 0 0,1-2-3542 0 0,-29 3-847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8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59 1696 0 0,'-123'66'16214'0'0,"110"-57"-14352"0"0,13-9-1831 0 0,0 0 0 0 0,0 0 0 0 0,0 1 0 0 0,0-1 0 0 0,0 0-1 0 0,0 0 1 0 0,-1 0 0 0 0,1 0 0 0 0,0 0 0 0 0,0 1 0 0 0,0-1 0 0 0,0 0 0 0 0,0 0 0 0 0,0 0 0 0 0,0 0 0 0 0,0 0 0 0 0,0 1 0 0 0,0-1 0 0 0,0 0 0 0 0,0 0 0 0 0,0 0 0 0 0,0 0 0 0 0,0 1 0 0 0,0-1 0 0 0,0 0 0 0 0,0 0 0 0 0,0 0 0 0 0,0 0 0 0 0,0 1 0 0 0,0-1 0 0 0,0 0 0 0 0,0 0 0 0 0,0 0 0 0 0,0 0 0 0 0,1 1 0 0 0,-1-1 0 0 0,0 0 0 0 0,0 0 0 0 0,2 1 35 0 0,0 0 1 0 0,0-1-1 0 0,1 1 1 0 0,-1 0-1 0 0,0-1 1 0 0,0 0-1 0 0,0 0 1 0 0,1 1-1 0 0,-1-1 1 0 0,3-1-1 0 0,96-4-264 0 0,171-31 0 0 0,-230 29-315 0 0,169-31-3625 0 0,-70 5-2577 0 0,-50 8-830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8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79 1864 0 0,'-39'-63'19649'0'0,"39"62"-18913"0"0,0 0-710 0 0,-1 1-1 0 0,1 0 1 0 0,0 0 0 0 0,0 0 0 0 0,0-1 0 0 0,0 1-1 0 0,0 0 1 0 0,0 0 0 0 0,0-1 0 0 0,0 1-1 0 0,0 0 1 0 0,-1 0 0 0 0,1-1 0 0 0,0 1 0 0 0,0 0-1 0 0,0 0 1 0 0,0-1 0 0 0,0 1 0 0 0,1 0 0 0 0,-1 0-1 0 0,0 0 1 0 0,0-1 0 0 0,0 1 0 0 0,0 0 0 0 0,0 0-1 0 0,0-1 1 0 0,0 1 0 0 0,0 0 0 0 0,0 0-1 0 0,1 0 1 0 0,-1-1 0 0 0,0 1 0 0 0,0 0 0 0 0,0 0-1 0 0,0 0 1 0 0,1 0 0 0 0,-1-1 0 0 0,0 1 0 0 0,0 0-1 0 0,0 0 1 0 0,1 0 0 0 0,-1 0 0 0 0,0 0-1 0 0,57-4 524 0 0,-1 2 0 0 0,88 9 0 0 0,-111-4-489 0 0,41 3-360 0 0,53 3-2361 0 0,-44-11-4698 0 0,-68-1 2443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9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3 524 0 0,'-4'0'2880'0'0,"0"0"-2419"0"0,-51-3 11314 0 0,35 6-9963 0 0,18-2-1622 0 0,1 0 0 0 0,-1 0 0 0 0,1 0 0 0 0,-1 1 0 0 0,1-1-1 0 0,-1 1 1 0 0,1-1 0 0 0,0 1 0 0 0,0-1 0 0 0,0 1 0 0 0,0 0 0 0 0,0-1-1 0 0,0 1 1 0 0,0 0 0 0 0,0 0 0 0 0,1 0 0 0 0,-1-1 0 0 0,1 1 0 0 0,-1 0-1 0 0,1 4 1 0 0,-4 24 1290 0 0,2 0 1 0 0,1 1-1 0 0,5 47 0 0 0,0-9-629 0 0,-17 339 413 0 0,12-395-2063 0 0,-5 64-2463 0 0,6-51-2353 0 0,2-1-5103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09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 2292 0 0,'-275'25'25222'0'0,"288"-16"-24487"0"0,0-5-616 0 0,0-1 1 0 0,0 0 0 0 0,0-1-1 0 0,1 0 1 0 0,17-1 0 0 0,2 1 0 0 0,551 31 404 0 0,-350-22 859 0 0,-136-9 390 0 0,-80-2-1773 0 0,-3 0-6 0 0,-14 0-291 0 0,0 0 1 0 0,0 0-1 0 0,0 0 0 0 0,-1 0 1 0 0,1 1-1 0 0,0-1 0 0 0,0 0 1 0 0,0-1-1 0 0,0 1 0 0 0,-1 0 1 0 0,1 0-1 0 0,0 0 0 0 0,0 0 1 0 0,0-1-1 0 0,-1 1 0 0 0,1 0 1 0 0,0-1-1 0 0,0 1 0 0 0,0-1 0 0 0,-14-5-5148 0 0,-26-3-1134 0 0,21 6 1630 0 0,-2-2-2501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2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58 315 1536 0 0,'-2'-71'9036'0'0,"-1"37"-2138"0"0,-20 419-5352 0 0,7-194-1237 0 0,3-64 2110 0 0,25-219-2291 0 0,31-113 0 0 0,-29 144-116 0 0,124-418 14 0 0,-134 468-89 0 0,0 0-1 0 0,0 0 1 0 0,2 1-1 0 0,10-17 1 0 0,-15 26 58 0 0,-1 1 0 0 0,1-1-1 0 0,-1 1 1 0 0,1-1 0 0 0,-1 1 0 0 0,1 0 0 0 0,0-1 0 0 0,-1 1 0 0 0,1 0 0 0 0,0-1 0 0 0,-1 1 0 0 0,1 0 0 0 0,0 0 0 0 0,-1 0 0 0 0,1 0 0 0 0,0 0-1 0 0,0 0 1 0 0,-1 0 0 0 0,1 0 0 0 0,0 0 0 0 0,-1 0 0 0 0,1 0 0 0 0,0 0 0 0 0,0 0 0 0 0,-1 0 0 0 0,1 1 0 0 0,0-1 0 0 0,-1 0 0 0 0,1 1 0 0 0,0-1-1 0 0,-1 0 1 0 0,2 2 0 0 0,17 15-81 0 0,-13-6 69 0 0,0-1 0 0 0,-1 1 0 0 0,0-1 1 0 0,-1 1-1 0 0,0 1 0 0 0,2 13 0 0 0,11 74 39 0 0,-15-84-26 0 0,32 514-965 0 0,-30-414-2827 0 0,-4-66-3189 0 0,-2-31-228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2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94 272 1204 0 0,'-87'-77'12973'0'0,"86"76"-12926"0"0,1 1 0 0 0,-1-1-1 0 0,1 1 1 0 0,-1-1 0 0 0,1 1 0 0 0,-1-1-1 0 0,1 0 1 0 0,-1 1 0 0 0,1-1-1 0 0,0 0 1 0 0,-1 1 0 0 0,1-1 0 0 0,0 0-1 0 0,0 0 1 0 0,-1 1 0 0 0,1-1-1 0 0,0 0 1 0 0,0 0 0 0 0,0 1 0 0 0,0-1-1 0 0,0 0 1 0 0,0 0 0 0 0,0 0-1 0 0,0 1 1 0 0,0-1 0 0 0,1 0 0 0 0,-1 0-1 0 0,0 1 1 0 0,0-1 0 0 0,1 0-1 0 0,-1 1 1 0 0,0-1 0 0 0,1 0-1 0 0,-1 1 1 0 0,1-2 0 0 0,1 0 17 0 0,0 0 0 0 0,0-1-1 0 0,0 1 1 0 0,0 0 0 0 0,0 0 0 0 0,0 0 0 0 0,5-2 0 0 0,26-12-291 0 0,0 1 1 0 0,1 2 0 0 0,1 1 0 0 0,45-8 0 0 0,-33 7-696 0 0,128-32-6183 0 0,-116 29 2297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2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70 2716 0 0,'-9'-21'4679'0'0,"6"15"-3159"0"0,1 0 0 0 0,-1 0 1 0 0,1 0-1 0 0,0 0 0 0 0,0 0 0 0 0,0-7 0 0 0,-3 46 765 0 0,13 170 303 0 0,8 127-2997 0 0,-11-287-1064 0 0,0 9-2138 0 0,-4-16-4062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3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0 286 1752 0 0,'2'-25'1422'0'0,"2"0"0"0"0,0 1 0 0 0,1 0 0 0 0,2-1-1 0 0,0 2 1 0 0,22-46 0 0 0,-26 64-1327 0 0,0 0 0 0 0,0 1 0 0 0,0-1 0 0 0,1 0 0 0 0,0 1 0 0 0,0 0-1 0 0,0 0 1 0 0,1 0 0 0 0,-1 0 0 0 0,1 1 0 0 0,0 0 0 0 0,0 0 0 0 0,0 0 0 0 0,0 0 0 0 0,0 1 0 0 0,1 0-1 0 0,-1 0 1 0 0,1 1 0 0 0,0-1 0 0 0,-1 1 0 0 0,1 0 0 0 0,10 0 0 0 0,-11 1-21 0 0,0 1-1 0 0,0-1 1 0 0,0 1 0 0 0,-1 0 0 0 0,1 0-1 0 0,0 1 1 0 0,0-1 0 0 0,-1 1 0 0 0,1 0 0 0 0,0 0-1 0 0,-1 1 1 0 0,0-1 0 0 0,0 1 0 0 0,0 0-1 0 0,0 0 1 0 0,0 0 0 0 0,0 1 0 0 0,-1-1-1 0 0,0 1 1 0 0,1 0 0 0 0,-1 0 0 0 0,-1 0-1 0 0,1 0 1 0 0,-1 1 0 0 0,1-1 0 0 0,1 8-1 0 0,-1-4 21 0 0,-1 0-1 0 0,0 0 1 0 0,-1 0-1 0 0,0 0 1 0 0,0 0-1 0 0,-1 0 0 0 0,0 0 1 0 0,0 0-1 0 0,0 0 1 0 0,-2 1-1 0 0,1-1 0 0 0,-1 0 1 0 0,0 0-1 0 0,0-1 1 0 0,-5 10-1 0 0,-6 12 59 0 0,-1-1 0 0 0,-30 44-1 0 0,11-20 86 0 0,26-43-208 0 0,-9 15-52 0 0,15-23 22 0 0,0-1-1 0 0,1 1 0 0 0,-1 0 0 0 0,1-1 1 0 0,0 1-1 0 0,-1 0 0 0 0,1-1 1 0 0,0 1-1 0 0,-1 0 0 0 0,1 0 0 0 0,0-1 1 0 0,0 1-1 0 0,-1 0 0 0 0,1 0 0 0 0,0 0 1 0 0,0-1-1 0 0,0 1 0 0 0,0 0 1 0 0,0 0-1 0 0,0 0 0 0 0,0-1 0 0 0,1 1 1 0 0,-1 0-1 0 0,0 0 0 0 0,0 0 0 0 0,1-1 1 0 0,-1 1-1 0 0,0 0 0 0 0,1 0 1 0 0,-1-1-1 0 0,0 1 0 0 0,1 0 0 0 0,-1-1 1 0 0,1 1-1 0 0,0-1 0 0 0,-1 1 1 0 0,1 0-1 0 0,-1-1 0 0 0,1 1 0 0 0,0-1 1 0 0,-1 0-1 0 0,1 1 0 0 0,0-1 0 0 0,0 0 1 0 0,0 1-1 0 0,38 13 76 0 0,-1-1-167 0 0,0 1 0 0 0,38 22 1 0 0,-67-31 200 0 0,1 0 1 0 0,-1 1 0 0 0,0 0 0 0 0,-1 1 0 0 0,0 0-1 0 0,0 0 1 0 0,0 1 0 0 0,-1 0 0 0 0,0 0 0 0 0,0 1-1 0 0,-1 0 1 0 0,9 17 0 0 0,-13-21 41 0 0,-1-1-1 0 0,1 1 0 0 0,-1 0 1 0 0,0-1-1 0 0,0 1 1 0 0,-1 0-1 0 0,1 0 1 0 0,-1 0-1 0 0,0 0 1 0 0,0-1-1 0 0,-1 1 1 0 0,1 0-1 0 0,-1 0 0 0 0,0 0 1 0 0,-1-1-1 0 0,1 1 1 0 0,-1-1-1 0 0,0 1 1 0 0,0-1-1 0 0,0 1 1 0 0,-1-1-1 0 0,1 0 1 0 0,-1 0-1 0 0,0 0 0 0 0,0-1 1 0 0,-1 1-1 0 0,-4 3 1 0 0,-1 2 72 0 0,-2 0 1 0 0,1-1 0 0 0,-1 0-1 0 0,-1-1 1 0 0,1 0-1 0 0,-1-1 1 0 0,0 0-1 0 0,-22 6 1 0 0,21-9-121 0 0,0 0-1 0 0,0 0 1 0 0,0-1-1 0 0,-1-1 1 0 0,1 0-1 0 0,-1-1 1 0 0,-20-3-1 0 0,24 2-135 0 0,1-1-1 0 0,-1 0 0 0 0,0 0 0 0 0,1-1 0 0 0,-1-1 1 0 0,1 1-1 0 0,0-2 0 0 0,0 1 0 0 0,0-1 0 0 0,-14-11 0 0 0,21 14-112 0 0,0 1 0 0 0,0 0 0 0 0,1-1 0 0 0,-1 1 0 0 0,1-1 0 0 0,-1 0 0 0 0,1 1 0 0 0,0-1 0 0 0,-1 0-1 0 0,1 0 1 0 0,0 0 0 0 0,0 0 0 0 0,0 0 0 0 0,1 0 0 0 0,-1 0 0 0 0,0 0 0 0 0,1 0 0 0 0,-1 0 0 0 0,1-1 0 0 0,0 1-1 0 0,0 0 1 0 0,0 0 0 0 0,0 0 0 0 0,0-1 0 0 0,0 1 0 0 0,0 0 0 0 0,1 0 0 0 0,-1 0 0 0 0,1 0 0 0 0,0 0 0 0 0,0 0-1 0 0,-1 0 1 0 0,1 0 0 0 0,0 0 0 0 0,1 0 0 0 0,-1 0 0 0 0,3-3 0 0 0,3-3-1486 0 0,0 0 0 0 0,1 0-1 0 0,0 1 1 0 0,1 0 0 0 0,-1 1 0 0 0,13-7 0 0 0,2-1-4762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3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1920 0 0,'77'-39'16184'0'0,"-75"37"-15279"0"0,-1 2-797 0 0,0 1-1 0 0,0-1 1 0 0,0 0 0 0 0,0 0 0 0 0,0 0-1 0 0,0 0 1 0 0,0 1 0 0 0,0-1-1 0 0,0 0 1 0 0,0 1 0 0 0,0-1-1 0 0,0 1 1 0 0,-1-1 0 0 0,1 1-1 0 0,0 0 1 0 0,0-1 0 0 0,-1 1-1 0 0,1 0 1 0 0,0-1 0 0 0,-1 1-1 0 0,1 0 1 0 0,0 0 0 0 0,0 1 0 0 0,0 0 18 0 0,0 1 0 0 0,1 0 0 0 0,-1 1 1 0 0,0-1-1 0 0,-1 0 0 0 0,1 0 0 0 0,0 5 1 0 0,0 9-40 0 0,-1-1-1 0 0,-3 22 1 0 0,2-25 176 0 0,-6 78 157 0 0,-3 116-3588 0 0,14-161-365 0 0,6-17-3952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385 115 1324 0 0,'4'-8'1753'0'0,"0"-1"1"0"0,-1 1-1 0 0,0-1 0 0 0,0 0 0 0 0,-1 0 1 0 0,0-1-1 0 0,-1 1 0 0 0,1-19 1 0 0,-2 28-1692 0 0,0-1 0 0 0,0 0 0 0 0,0 1 0 0 0,-1-1 0 0 0,1 0 0 0 0,0 1 0 0 0,0-1 0 0 0,-1 0-1 0 0,1 1 1 0 0,0-1 0 0 0,-1 0 0 0 0,1 1 0 0 0,0-1 0 0 0,-1 1 0 0 0,1-1 0 0 0,-1 1 0 0 0,1-1 0 0 0,-1 1 0 0 0,1-1 0 0 0,-1 1 0 0 0,0-1 0 0 0,1 1 0 0 0,-1 0 0 0 0,0-1 0 0 0,1 1 0 0 0,-1 0 0 0 0,0 0 0 0 0,1-1 0 0 0,-1 1 0 0 0,0 0 0 0 0,-1 0 0 0 0,-20 3 528 0 0,11 1-476 0 0,0 0-1 0 0,1 2 1 0 0,-1-1-1 0 0,1 1 1 0 0,0 1-1 0 0,0 0 1 0 0,1 0-1 0 0,-15 15 1 0 0,18-16-93 0 0,0 1 0 0 0,1 0 0 0 0,-1 0 0 0 0,1 0 1 0 0,1 0-1 0 0,-1 1 0 0 0,2 0 0 0 0,-1 0 1 0 0,1 0-1 0 0,0 0 0 0 0,0 1 0 0 0,-2 12 1 0 0,5-16-15 0 0,0-1 0 0 0,0 1 1 0 0,0 0-1 0 0,1-1 0 0 0,0 1 1 0 0,-1-1-1 0 0,1 1 0 0 0,1-1 1 0 0,-1 1-1 0 0,1-1 0 0 0,0 0 1 0 0,0 0-1 0 0,0 0 0 0 0,0 0 1 0 0,1 0-1 0 0,4 6 0 0 0,6 4-32 0 0,0-1 0 0 0,28 23 0 0 0,-3-3 0 0 0,-26-21 42 0 0,-7-8 115 0 0,-1 0 0 0 0,1 1 0 0 0,-1-1 0 0 0,-1 1 1 0 0,1 0-1 0 0,0 0 0 0 0,2 6 0 0 0,-5-9-63 0 0,-1-1 0 0 0,1 0-1 0 0,-1 0 1 0 0,0 1-1 0 0,0-1 1 0 0,0 0 0 0 0,0 1-1 0 0,0-1 1 0 0,0 0-1 0 0,0 0 1 0 0,0 1 0 0 0,-1-1-1 0 0,1 0 1 0 0,0 0-1 0 0,-1 1 1 0 0,1-1 0 0 0,-1 0-1 0 0,1 0 1 0 0,-1 0 0 0 0,0 1-1 0 0,-16 18 524 0 0,11-16-582 0 0,0 0 0 0 0,0-1 0 0 0,-1 1 0 0 0,1-1 0 0 0,-1 0 0 0 0,0-1 0 0 0,1 0 0 0 0,-1 0 0 0 0,0 0 0 0 0,0-1 0 0 0,0 0 0 0 0,-1 0 0 0 0,1-1 0 0 0,0 0 0 0 0,0 0 0 0 0,0-1 0 0 0,0 0 0 0 0,-8-1 0 0 0,1-1-753 0 0,0-1 1 0 0,0 0 0 0 0,1-1-1 0 0,0-1 1 0 0,-1 0 0 0 0,2 0 0 0 0,-1-1-1 0 0,-11-10 1 0 0,3 1-3271 0 0,-22-22 0 0 0,10 3-3172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3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4 152 1700 0 0,'0'-16'1884'0'0,"-3"-96"9731"0"0,3 112-11631 0 0,0-1 0 0 0,0 0 0 0 0,0 1 0 0 0,-1-1 0 0 0,1 0 0 0 0,0 0 0 0 0,0 1 0 0 0,0-1-1 0 0,0 0 1 0 0,0 0 0 0 0,0 1 0 0 0,1-1 0 0 0,-1 0 0 0 0,0 0 0 0 0,0 1 0 0 0,0-1 0 0 0,1 0 0 0 0,-1 1-1 0 0,0-1 1 0 0,1 0 0 0 0,-1 1 0 0 0,1-1 0 0 0,-1 0 0 0 0,1 1 0 0 0,-1-1 0 0 0,1 1 0 0 0,-1-1-1 0 0,1 1 1 0 0,-1-1 0 0 0,1 1 0 0 0,0-1 0 0 0,-1 1 0 0 0,1 0 0 0 0,0-1 0 0 0,-1 1 0 0 0,1 0 0 0 0,0 0-1 0 0,0-1 1 0 0,-1 1 0 0 0,1 0 0 0 0,0 0 0 0 0,-1 0 0 0 0,1 0 0 0 0,1 0 0 0 0,1 0-675 0 0,0 1 0 0 0,-1-1 0 0 0,1 1 0 0 0,0 0 0 0 0,0 0 1 0 0,-1 0-1 0 0,1 0 0 0 0,0 0 0 0 0,3 3 0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4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286 765 2164 0 0,'3'-11'1538'0'0,"1"-1"0"0"0,-2 1 0 0 0,1-1-1 0 0,-2 0 1 0 0,1 0 0 0 0,-2 0 0 0 0,1 0-1 0 0,-4-20 1 0 0,3 30-1491 0 0,0 1-1 0 0,0 0 1 0 0,0 0 0 0 0,0 0-1 0 0,-1-1 1 0 0,1 1 0 0 0,0 0-1 0 0,-1 0 1 0 0,1 0 0 0 0,-1 0-1 0 0,0-1 1 0 0,1 1 0 0 0,-1 0 0 0 0,0 0-1 0 0,1 0 1 0 0,-1 0 0 0 0,0 1-1 0 0,0-1 1 0 0,0 0 0 0 0,0 0-1 0 0,0 0 1 0 0,0 1 0 0 0,0-1-1 0 0,0 1 1 0 0,0-1 0 0 0,-1 1-1 0 0,1-1 1 0 0,0 1 0 0 0,0-1-1 0 0,0 1 1 0 0,-1 0 0 0 0,1 0-1 0 0,0 0 1 0 0,-2 0 0 0 0,-1 0-31 0 0,1 0 1 0 0,-1 0-1 0 0,0 1 1 0 0,1-1-1 0 0,-1 1 1 0 0,1 0-1 0 0,-1 1 1 0 0,1-1-1 0 0,-6 3 1 0 0,-5 5-8 0 0,-1 1 1 0 0,2 1-1 0 0,0 0 0 0 0,0 0 1 0 0,1 1-1 0 0,0 1 1 0 0,-12 16-1 0 0,4 0 10 0 0,1 0 0 0 0,-23 49 0 0 0,36-67-4 0 0,1 1 1 0 0,1-1-1 0 0,0 1 0 0 0,0 0 1 0 0,2 1-1 0 0,-1-1 0 0 0,1 0 1 0 0,1 1-1 0 0,0-1 0 0 0,2 18 0 0 0,-1-25-7 0 0,1 1-1 0 0,0 0 0 0 0,1-1 1 0 0,-1 1-1 0 0,1 0 0 0 0,0-1 0 0 0,0 0 1 0 0,1 1-1 0 0,-1-1 0 0 0,1 0 0 0 0,0-1 1 0 0,1 1-1 0 0,-1 0 0 0 0,1-1 0 0 0,0 0 1 0 0,0 1-1 0 0,0-2 0 0 0,1 1 0 0 0,-1 0 1 0 0,1-1-1 0 0,0 0 0 0 0,0 0 1 0 0,0-1-1 0 0,8 4 0 0 0,-3-3-2 0 0,0 0-1 0 0,0 0 1 0 0,0-1-1 0 0,1 0 1 0 0,-1 0 0 0 0,1-2-1 0 0,-1 1 1 0 0,1-1-1 0 0,0-1 1 0 0,-1 0 0 0 0,1 0-1 0 0,-1-1 1 0 0,0 0-1 0 0,1-1 1 0 0,-1 0 0 0 0,0-1-1 0 0,0 0 1 0 0,-1-1-1 0 0,0 0 1 0 0,1 0 0 0 0,-1-1-1 0 0,-1 0 1 0 0,1 0-1 0 0,-1-1 1 0 0,-1 0 0 0 0,1-1-1 0 0,-1 0 1 0 0,0 0-1 0 0,-1 0 1 0 0,0-1 0 0 0,0 0-1 0 0,-1 0 1 0 0,0-1-1 0 0,-1 1 1 0 0,1-1 0 0 0,-2 0-1 0 0,3-11 1 0 0,0-3 177 0 0,3-8 1141 0 0,5-36 1 0 0,-14 66-1118 0 0,0 14-166 0 0,-1 2 3 0 0,-2 22 136 0 0,3 69-1 0 0,1-95-156 0 0,0-1 0 0 0,1 1 0 0 0,0-1 0 0 0,0 1 0 0 0,1-1 0 0 0,0 0 0 0 0,1 0 0 0 0,0 0 0 0 0,0 0 0 0 0,1-1 0 0 0,0 1 0 0 0,8 8 0 0 0,-10-13-49 0 0,0-1 0 0 0,0 1 0 0 0,1-1 0 0 0,0 0 0 0 0,-1-1 0 0 0,1 1 0 0 0,0-1 0 0 0,0 1 0 0 0,1-1 0 0 0,-1 0 0 0 0,0-1 0 0 0,1 1 0 0 0,-1-1 0 0 0,1 0 0 0 0,-1 0 0 0 0,1 0 0 0 0,0-1 0 0 0,-1 1 0 0 0,1-1 0 0 0,0 0 0 0 0,0-1 0 0 0,-1 1 1 0 0,1-1-1 0 0,-1 0 0 0 0,1 0 0 0 0,0 0 0 0 0,-1-1 0 0 0,0 0 0 0 0,7-3 0 0 0,1-1-153 0 0,-1 0 0 0 0,1-2 0 0 0,-1 1 0 0 0,0-1 0 0 0,-1-1 0 0 0,0 0 0 0 0,0 0 0 0 0,-1-1 0 0 0,9-12 0 0 0,1-5-101 0 0,-2-2-1 0 0,-1 0 1 0 0,-1 0-1 0 0,-1-2 1 0 0,16-55-1 0 0,30-164-324 0 0,-58 243 595 0 0,24-128 973 0 0,14-224 0 0 0,-35 285 132 0 0,-15 101-783 0 0,-39 237 842 0 0,22 5-720 0 0,18-39-27 0 0,10-183-814 0 0,2-1-1 0 0,19 90 0 0 0,-20-129 67 0 0,0 0-1 0 0,0 0 0 0 0,0 0 1 0 0,1-1-1 0 0,0 1 1 0 0,1-1-1 0 0,-1 0 0 0 0,1 0 1 0 0,0 0-1 0 0,1 0 0 0 0,-1 0 1 0 0,7 5-1 0 0,-8-9 44 0 0,0 1 0 0 0,0-1-1 0 0,1-1 1 0 0,-1 1 0 0 0,0 0-1 0 0,1-1 1 0 0,-1 1 0 0 0,1-1 0 0 0,-1 0-1 0 0,1-1 1 0 0,-1 1 0 0 0,1 0 0 0 0,0-1-1 0 0,-1 0 1 0 0,1 0 0 0 0,0 0 0 0 0,0 0-1 0 0,-1-1 1 0 0,1 1 0 0 0,-1-1-1 0 0,1 0 1 0 0,0 0 0 0 0,-1 0 0 0 0,0-1-1 0 0,1 1 1 0 0,2-3 0 0 0,21-11-2541 0 0,2-4-783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5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205 340 2820 0 0,'16'-28'1774'0'0,"0"0"-1"0"0,-2-1 1 0 0,-2 0-1 0 0,0-1 1 0 0,-2 0-1 0 0,12-62 1 0 0,-20 82-1244 0 0,-1 6-243 0 0,0-1 0 0 0,0 0 0 0 0,-1 0 0 0 0,0 0 0 0 0,1 1 0 0 0,-2-1 0 0 0,1 0 0 0 0,0 0 0 0 0,-3-9 0 0 0,3 14-272 0 0,0-1-1 0 0,-1 1 1 0 0,1-1 0 0 0,0 1 0 0 0,-1 0-1 0 0,1-1 1 0 0,0 1 0 0 0,-1 0-1 0 0,1-1 1 0 0,0 1 0 0 0,-1 0-1 0 0,1-1 1 0 0,-1 1 0 0 0,1 0 0 0 0,0 0-1 0 0,-1-1 1 0 0,1 1 0 0 0,-1 0-1 0 0,1 0 1 0 0,-1 0 0 0 0,1 0-1 0 0,-1 0 1 0 0,1-1 0 0 0,-1 1 0 0 0,1 0-1 0 0,-1 0 1 0 0,1 0 0 0 0,-1 0-1 0 0,1 1 1 0 0,-1-1 0 0 0,1 0 0 0 0,-1 0-1 0 0,1 0 1 0 0,-1 0 0 0 0,1 0-1 0 0,0 1 1 0 0,-1-1 0 0 0,1 0-1 0 0,-1 0 1 0 0,1 1 0 0 0,-1-1 0 0 0,1 0-1 0 0,0 1 1 0 0,-1-1 0 0 0,1 0-1 0 0,-1 1 1 0 0,-15 15 51 0 0,13-12-57 0 0,1 0-1 0 0,0 0 1 0 0,0 0-1 0 0,1 0 0 0 0,-1 0 1 0 0,1 1-1 0 0,0-1 0 0 0,0 0 1 0 0,0 1-1 0 0,0-1 1 0 0,1 1-1 0 0,0-1 0 0 0,0 6 1 0 0,1-1-1 0 0,0-1-1 0 0,1 0 1 0 0,0 0 0 0 0,1 0-1 0 0,-1 0 1 0 0,7 12 0 0 0,3 2 10 0 0,1-1-1 0 0,1-1 1 0 0,29 34 0 0 0,-11-18 10 0 0,-13-16 24 0 0,-1 1 0 0 0,-1 1 1 0 0,27 44-1 0 0,-43-64 2 0 0,0-1 0 0 0,-1 1 0 0 0,1-1-1 0 0,0 1 1 0 0,-1-1 0 0 0,1 1 0 0 0,-1-1 0 0 0,0 1 0 0 0,1-1 0 0 0,-1 1 0 0 0,0 0 0 0 0,0-1 0 0 0,0 1-1 0 0,0-1 1 0 0,0 1 0 0 0,0 0 0 0 0,-1-1 0 0 0,1 1 0 0 0,-1-1 0 0 0,1 1 0 0 0,-1-1 0 0 0,1 1 0 0 0,-1-1 0 0 0,0 1-1 0 0,1-1 1 0 0,-1 0 0 0 0,0 1 0 0 0,0-1 0 0 0,0 0 0 0 0,0 0 0 0 0,0 1 0 0 0,-1-1 0 0 0,1 0 0 0 0,0 0-1 0 0,-1 0 1 0 0,1-1 0 0 0,0 1 0 0 0,-3 1 0 0 0,-6 2 114 0 0,0 0 0 0 0,0-1 0 0 0,0 0-1 0 0,-19 3 1 0 0,18-4-76 0 0,-41 5 210 0 0,0-2 1 0 0,-1-3 0 0 0,-88-7-1 0 0,104 3-201 0 0,-5-3-766 0 0,41 5 606 0 0,1 0 0 0 0,-1 0 0 0 0,1 0 0 0 0,-1 0 1 0 0,1 0-1 0 0,-1 0 0 0 0,1 0 0 0 0,-1 0 0 0 0,1 0 0 0 0,-1 0 0 0 0,1 0 1 0 0,-1 0-1 0 0,1-1 0 0 0,0 1 0 0 0,-1 0 0 0 0,1 0 0 0 0,-1-1 0 0 0,1 1 1 0 0,-1 0-1 0 0,1 0 0 0 0,0-1 0 0 0,-1 1 0 0 0,1-1 0 0 0,0 1 0 0 0,-1 0 1 0 0,1-1-1 0 0,0 1 0 0 0,0-1 0 0 0,-1 1 0 0 0,1-1 0 0 0,0 1 0 0 0,0 0 1 0 0,0-1-1 0 0,0 1 0 0 0,0-1 0 0 0,-1 1 0 0 0,1-1 0 0 0,0 1 0 0 0,0-1 1 0 0,0 1-1 0 0,0-1 0 0 0,0 1 0 0 0,1-1 0 0 0,-1 1 0 0 0,0-1 0 0 0,0 1 1 0 0,0-1-1 0 0,0 1 0 0 0,0-1 0 0 0,1 1 0 0 0,-1-1 0 0 0,0 1 0 0 0,0 0 1 0 0,1-1-1 0 0,-1 1 0 0 0,0-1 0 0 0,1 1 0 0 0,-1 0 0 0 0,0-1 0 0 0,1 1 1 0 0,-1 0-1 0 0,1-1 0 0 0,24-20-3750 0 0,15-6-3524 0 0,-14 11 1036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5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2312 0 0,'50'-18'13207'0'0,"-50"18"-13159"0"0,1 0-1 0 0,-1 0 1 0 0,0 0 0 0 0,0 0-1 0 0,1 1 1 0 0,-1-1-1 0 0,0 0 1 0 0,0 0 0 0 0,1 0-1 0 0,-1 0 1 0 0,0 0 0 0 0,0 0-1 0 0,1 1 1 0 0,-1-1 0 0 0,0 0-1 0 0,0 0 1 0 0,0 0 0 0 0,1 1-1 0 0,-1-1 1 0 0,0 0 0 0 0,0 0-1 0 0,0 0 1 0 0,0 1 0 0 0,0-1-1 0 0,0 0 1 0 0,0 0 0 0 0,1 1-1 0 0,-1-1 1 0 0,0 0 0 0 0,0 1-1 0 0,0-1 1 0 0,0 1 0 0 0,0 16 1252 0 0,0 1 0 0 0,-1-1 1 0 0,-7 34-1 0 0,0 11-144 0 0,5-35-781 0 0,2 0-1 0 0,3 30 1 0 0,-2-50-326 0 0,1 0 0 0 0,0 0 0 0 0,0-1-1 0 0,1 1 1 0 0,-1-1 0 0 0,1 1 0 0 0,1-1 0 0 0,0 0-1 0 0,-1 0 1 0 0,2 0 0 0 0,-1 0 0 0 0,1 0-1 0 0,0-1 1 0 0,6 7 0 0 0,-5-8-30 0 0,0 0 1 0 0,0-1-1 0 0,0 0 1 0 0,1-1-1 0 0,-1 1 1 0 0,1-1-1 0 0,-1 0 1 0 0,1 0-1 0 0,0 0 1 0 0,0-1-1 0 0,0 0 1 0 0,0 0-1 0 0,0-1 1 0 0,0 0-1 0 0,0 0 0 0 0,0 0 1 0 0,0-1-1 0 0,0 0 1 0 0,0 0-1 0 0,9-3 1 0 0,0 0-13 0 0,0 0 0 0 0,0-2 0 0 0,-1 0 0 0 0,1-1-1 0 0,-1 0 1 0 0,22-16 0 0 0,-25 15 18 0 0,-1-1 0 0 0,0 0-1 0 0,0-1 1 0 0,-1 0 0 0 0,-1-1-1 0 0,1 0 1 0 0,-2 0-1 0 0,0-1 1 0 0,0 0 0 0 0,-1 0-1 0 0,0 0 1 0 0,-1-1 0 0 0,0 0-1 0 0,-2 0 1 0 0,5-19 0 0 0,-7 23-32 0 0,0 1 0 0 0,0 0 0 0 0,0-1 0 0 0,-1 0 0 0 0,-1 1 0 0 0,1-1 0 0 0,-1 1 0 0 0,-1-1-1 0 0,0 1 1 0 0,0 0 0 0 0,0 0 0 0 0,-1 0 0 0 0,-1 0 0 0 0,1 0 0 0 0,-1 0 0 0 0,0 1 0 0 0,-1 0 0 0 0,0 0 0 0 0,0 0 0 0 0,0 0 0 0 0,-1 1 0 0 0,0 0 0 0 0,0 0 0 0 0,-1 1 0 0 0,-10-8 0 0 0,10 9-8 0 0,1 1 0 0 0,-1-1 0 0 0,0 1 0 0 0,0 0-1 0 0,0 1 1 0 0,-1 0 0 0 0,1 0 0 0 0,-1 1 0 0 0,1 0-1 0 0,-1 0 1 0 0,0 0 0 0 0,1 1 0 0 0,-1 0 0 0 0,1 1-1 0 0,-1 0 1 0 0,0 0 0 0 0,1 0 0 0 0,0 1 0 0 0,-1 0-1 0 0,1 1 1 0 0,0 0 0 0 0,0 0 0 0 0,0 0 0 0 0,-12 9-1 0 0,11-7-416 0 0,0 1-1 0 0,1 0 1 0 0,-1 0-1 0 0,1 1 0 0 0,1 0 1 0 0,-1 0-1 0 0,1 1 1 0 0,-8 13-1 0 0,10-14-672 0 0,0 1 0 0 0,0 0 1 0 0,1-1-1 0 0,0 1 0 0 0,1 1 0 0 0,-1-1 0 0 0,2 0 1 0 0,-1 0-1 0 0,1 1 0 0 0,0 10 0 0 0,2-2-6039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6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41 110 1700 0 0,'-1'-2'215'0'0,"-5"-5"984"0"0,0 0 0 0 0,0 0 0 0 0,-8-14 0 0 0,13 18-961 0 0,0 0 1 0 0,0 0 0 0 0,0 0 0 0 0,0 0 0 0 0,0 0 0 0 0,0 0-1 0 0,1 0 1 0 0,0 0 0 0 0,-1-1 0 0 0,1 1 0 0 0,0 0-1 0 0,1 0 1 0 0,-1 0 0 0 0,1-4 0 0 0,0 6-160 0 0,-1 0-1 0 0,1 0 1 0 0,-1 0-1 0 0,1 0 1 0 0,0 0 0 0 0,-1 1-1 0 0,1-1 1 0 0,0 0-1 0 0,-1 0 1 0 0,1 1 0 0 0,0-1-1 0 0,0 0 1 0 0,0 1-1 0 0,0-1 1 0 0,0 1-1 0 0,0-1 1 0 0,0 1 0 0 0,0-1-1 0 0,0 1 1 0 0,0 0-1 0 0,0-1 1 0 0,0 1 0 0 0,0 0-1 0 0,2 0 1 0 0,24-1 1252 0 0,-21 3-1086 0 0,-1-1 1 0 0,1 1 0 0 0,-1 1 0 0 0,1-1 0 0 0,-1 1 0 0 0,0 0 0 0 0,0 0-1 0 0,0 1 1 0 0,0-1 0 0 0,-1 1 0 0 0,1 0 0 0 0,-1 0 0 0 0,0 1 0 0 0,-1-1-1 0 0,6 9 1 0 0,-1-2 222 0 0,-2 1 0 0 0,1-1-1 0 0,-2 1 1 0 0,1 1 0 0 0,5 22 0 0 0,-2 6 607 0 0,7 80 1 0 0,1 11-300 0 0,-16-128-760 0 0,0 0 0 0 0,0 0 0 0 0,0 0-1 0 0,1 0 1 0 0,-1 0 0 0 0,1 0 0 0 0,0-1-1 0 0,0 1 1 0 0,0-1 0 0 0,0 1 0 0 0,1-1 0 0 0,-1 0-1 0 0,1 0 1 0 0,0 0 0 0 0,0 0 0 0 0,0 0 0 0 0,0-1-1 0 0,1 0 1 0 0,3 3 0 0 0,-2-3-17 0 0,-1 0 1 0 0,1-1 0 0 0,-1 0-1 0 0,1 0 1 0 0,-1 0-1 0 0,1 0 1 0 0,0-1 0 0 0,-1 0-1 0 0,1 0 1 0 0,0 0-1 0 0,0 0 1 0 0,-1-1-1 0 0,1 0 1 0 0,-1 0 0 0 0,1 0-1 0 0,5-3 1 0 0,1 0-37 0 0,-1-1 0 0 0,0 0 1 0 0,0-1-1 0 0,-1 0 0 0 0,0-1 0 0 0,0 0 1 0 0,0 0-1 0 0,-1-1 0 0 0,0 0 1 0 0,0 0-1 0 0,-1-1 0 0 0,0 0 0 0 0,-1-1 1 0 0,9-15-1 0 0,0-6-38 0 0,0-1-1 0 0,-2-1 1 0 0,12-47 0 0 0,6-66 509 0 0,-24 107-138 0 0,-3 23-326 0 0,-3 27 357 0 0,-3 29 465 0 0,-1 2-380 0 0,1-1-1 0 0,4 47 0 0 0,-1-70-555 0 0,2 1-1 0 0,0 0 0 0 0,1-1 1 0 0,0 0-1 0 0,2 0 0 0 0,0 0 1 0 0,9 18-1 0 0,-10-29-269 0 0,-1 0 0 0 0,1 0-1 0 0,0-1 1 0 0,0 1 0 0 0,1-1 0 0 0,0 0 0 0 0,0 0-1 0 0,0-1 1 0 0,1 0 0 0 0,-1 0 0 0 0,10 4 0 0 0,-9-5-811 0 0,-1-1 1 0 0,1 0-1 0 0,0 0 1 0 0,0-1-1 0 0,0 0 1 0 0,1 0-1 0 0,11 1 1 0 0,2-3-6215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6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0 180 1176 0 0,'4'-149'17914'0'0,"-2"143"-17168"0"0,4 11-206 0 0,3 10 59 0 0,-2 1-218 0 0,-1 1 0 0 0,0 0 0 0 0,-1 0 0 0 0,5 30-1 0 0,3 74 377 0 0,-10 1 221 0 0,-8-103-741 0 0,1-16-275 0 0,1-13-177 0 0,3-4 99 0 0,0-1 0 0 0,1 0 0 0 0,0 1 0 0 0,1-1 0 0 0,1 1 0 0 0,0 0 0 0 0,1-1 0 0 0,1 1 0 0 0,9-19 0 0 0,-5 12 72 0 0,2 1-1 0 0,0 0 0 0 0,1 1 1 0 0,1 0-1 0 0,25-26 0 0 0,-32 38 23 0 0,1 1-1 0 0,0 0 1 0 0,0 0-1 0 0,0 1 1 0 0,1-1-1 0 0,0 2 1 0 0,0-1-1 0 0,11-4 1 0 0,-16 8 25 0 0,0 0 0 0 0,0 0 0 0 0,0 0 0 0 0,0 0 0 0 0,1 1 0 0 0,-1-1 0 0 0,0 1 0 0 0,0 0 0 0 0,1 0 0 0 0,-1 0 0 0 0,0 0 0 0 0,1 1 0 0 0,-1-1 0 0 0,0 1 0 0 0,0 0 1 0 0,0 0-1 0 0,0 0 0 0 0,0 0 0 0 0,0 1 0 0 0,0-1 0 0 0,0 1 0 0 0,0 0 0 0 0,0-1 0 0 0,-1 1 0 0 0,1 1 0 0 0,4 3 0 0 0,-3 0 65 0 0,1-1 0 0 0,-1 1 0 0 0,0 0 0 0 0,0 0 0 0 0,-1 0 0 0 0,0 1 0 0 0,0 0 0 0 0,0-1 0 0 0,-1 1 0 0 0,0 0-1 0 0,0 0 1 0 0,1 8 0 0 0,-1 7 134 0 0,-2 0 0 0 0,-2 36-1 0 0,1-38-494 0 0,0-1 1 0 0,1 1-1 0 0,5 36 0 0 0,-5-54 133 0 0,1 0 0 0 0,-1 0 1 0 0,1 0-1 0 0,0 0 0 0 0,-1 1 0 0 0,1-1 1 0 0,0 0-1 0 0,0 0 0 0 0,1-1 0 0 0,-1 1 1 0 0,0 0-1 0 0,1 0 0 0 0,-1 0 0 0 0,1-1 1 0 0,-1 1-1 0 0,1-1 0 0 0,0 1 0 0 0,-1-1 1 0 0,4 2-1 0 0,-2-2-92 0 0,1 0-1 0 0,-1 0 1 0 0,0 0 0 0 0,0 0-1 0 0,0 0 1 0 0,0-1 0 0 0,1 0-1 0 0,-1 0 1 0 0,0 0 0 0 0,1 0-1 0 0,-1 0 1 0 0,4-1 0 0 0,2-1-147 0 0,-1 0 1 0 0,0-1 0 0 0,1 0 0 0 0,-1 0 0 0 0,0-1 0 0 0,-1 0-1 0 0,1 0 1 0 0,-1-1 0 0 0,10-7 0 0 0,-7 2 302 0 0,0 0 1 0 0,-1 0-1 0 0,0-1 1 0 0,-1 0-1 0 0,0-1 1 0 0,-1 0 0 0 0,0 0-1 0 0,-1-1 1 0 0,7-19-1 0 0,-4 7 1399 0 0,-2-2-1 0 0,-1 1 1 0 0,6-51 0 0 0,-4-13 3518 0 0,-8 87-3993 0 0,0 15 121 0 0,0 3-228 0 0,5 149 3210 0 0,-3-139-3718 0 0,1 1-1 0 0,2 0 0 0 0,1-1 0 0 0,10 31 0 0 0,-14-53-317 0 0,-1 0 1 0 0,0 0 0 0 0,1 0 0 0 0,-1 0 0 0 0,1 0 0 0 0,0 0-1 0 0,0-1 1 0 0,0 1 0 0 0,1-1 0 0 0,-1 1 0 0 0,0-1-1 0 0,1 0 1 0 0,0 0 0 0 0,-1 0 0 0 0,1 0 0 0 0,0 0-1 0 0,0-1 1 0 0,0 1 0 0 0,0-1 0 0 0,0 0 0 0 0,0 0-1 0 0,1 0 1 0 0,-1 0 0 0 0,0-1 0 0 0,0 1 0 0 0,1-1-1 0 0,-1 0 1 0 0,0 0 0 0 0,1 0 0 0 0,-1 0 0 0 0,5-1-1 0 0,-1-1-668 0 0,0 1 0 0 0,1-1-1 0 0,-1 0 1 0 0,0-1 0 0 0,0 0-1 0 0,-1 0 1 0 0,1 0 0 0 0,-1-1-1 0 0,1 0 1 0 0,-1 0-1 0 0,0-1 1 0 0,0 1 0 0 0,5-7-1 0 0,7-11-4391 0 0,-2-1-2581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7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182 156 1696 0 0,'-84'-78'9927'0'0,"-5"6"-4079"0"0,80 66-5618 0 0,28 18-6372 0 0,-6-8 2384 0 0,2 1-1639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7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55 932 0 0,'19'-55'19878'0'0,"-14"60"-17792"0"0,0 14-620 0 0,0 40-522 0 0,-2 0 0 0 0,-3 0 1 0 0,-9 73-1 0 0,-39 178 3348 0 0,32-222-3956 0 0,8-45-413 0 0,1-8-295 0 0,1-1 0 0 0,2 1 0 0 0,2-1 0 0 0,1 41-1 0 0,1-70-62 0 0,1-1 0 0 0,0 0 0 0 0,0 0-1 0 0,0 0 1 0 0,0 0 0 0 0,0 0-1 0 0,1 0 1 0 0,0 0 0 0 0,0-1-1 0 0,0 1 1 0 0,0 0 0 0 0,0-1-1 0 0,1 0 1 0 0,0 1 0 0 0,3 3-1 0 0,-1-3-661 0 0,0-1 1 0 0,0 0-1 0 0,0 1 0 0 0,0-1 0 0 0,0-1 0 0 0,0 1 0 0 0,1-1 1 0 0,-1 0-1 0 0,1 0 0 0 0,6 1 0 0 0,16 2-8298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269 265 748 0 0,'4'-14'1697'0'0,"-1"-1"1"0"0,1 1-1 0 0,-2-1 1 0 0,0 1-1 0 0,-1-1 0 0 0,-1-15 1 0 0,-1 13-428 0 0,0 1-1 0 0,-2 0 1 0 0,0-1 0 0 0,0 1 0 0 0,-8-18 0 0 0,11 33-1190 0 0,-1-1-1 0 0,0 0 1 0 0,1 0-1 0 0,-1 1 1 0 0,0-1-1 0 0,0 0 1 0 0,0 1-1 0 0,0-1 1 0 0,0 1-1 0 0,0-1 1 0 0,-1 1-1 0 0,1 0 1 0 0,0 0-1 0 0,-1-1 1 0 0,1 1-1 0 0,-1 0 1 0 0,1 0-1 0 0,-1 0 1 0 0,0 0-1 0 0,1 1 1 0 0,-1-1-1 0 0,-2 0 1 0 0,1 0 4 0 0,0 1 0 0 0,0 0 0 0 0,0 0 0 0 0,0 0 0 0 0,0 0 0 0 0,0 1 0 0 0,0-1 0 0 0,0 1 0 0 0,1 0 0 0 0,-1-1 0 0 0,0 2 0 0 0,-4 1 0 0 0,-3 2 35 0 0,0 1 0 0 0,1 0 0 0 0,-1 0 0 0 0,1 1 0 0 0,1 0 0 0 0,-11 12 0 0 0,6-4-62 0 0,0 0 0 0 0,1 1 1 0 0,1 1-1 0 0,1 0 0 0 0,0 0 0 0 0,1 1 0 0 0,1 0 1 0 0,1 0-1 0 0,1 1 0 0 0,-5 22 0 0 0,9-31-38 0 0,0 0-1 0 0,1 1 1 0 0,1-1-1 0 0,0 0 1 0 0,0 1-1 0 0,1-1 1 0 0,0 0-1 0 0,1 0 0 0 0,3 13 1 0 0,-2-15-5 0 0,0-1 0 0 0,0 1 0 0 0,1-1 0 0 0,0 0 0 0 0,0 0 0 0 0,0 0 0 0 0,1 0 0 0 0,0-1-1 0 0,1 0 1 0 0,-1 0 0 0 0,1 0 0 0 0,13 9 0 0 0,-8-8-193 0 0,1-1 0 0 0,0 0 0 0 0,0 0 0 0 0,0-1 0 0 0,1-1 0 0 0,-1 0 0 0 0,1-1 0 0 0,0 0 0 0 0,0-1 0 0 0,0 0 0 0 0,1-1 0 0 0,-1-1-1 0 0,0 0 1 0 0,0-1 0 0 0,1 0 0 0 0,-1-1 0 0 0,0 0 0 0 0,0-1 0 0 0,-1-1 0 0 0,23-9 0 0 0,-26 8 100 0 0,1 0-1 0 0,-1-1 1 0 0,0 0 0 0 0,0 0-1 0 0,-1-1 1 0 0,0 0 0 0 0,0-1-1 0 0,0 0 1 0 0,-1 0 0 0 0,0-1-1 0 0,-1 0 1 0 0,0 0 0 0 0,-1 0-1 0 0,1-1 1 0 0,-2 1 0 0 0,1-1 0 0 0,3-15-1 0 0,1-10 536 0 0,-1 0 0 0 0,-2 0 0 0 0,2-69 0 0 0,-6 53 523 0 0,-12 57-786 0 0,6 0-148 0 0,1-1 0 0 0,-1 1 0 0 0,1 0 0 0 0,0 0 0 0 0,0 0 0 0 0,1 1-1 0 0,-1-1 1 0 0,-1 9 0 0 0,-9 56 114 0 0,12-67-149 0 0,-2 14-6 0 0,1 0 0 0 0,0 0-1 0 0,1 0 1 0 0,1 0-1 0 0,5 31 1 0 0,-4-43-374 0 0,0-1 0 0 0,1 1 0 0 0,0 0 0 0 0,0-1 0 0 0,0 0 0 0 0,1 1 0 0 0,-1-1 0 0 0,1 0 0 0 0,5 6 0 0 0,-4-7-460 0 0,-1-1-1 0 0,1 1 1 0 0,-1-1-1 0 0,1 0 1 0 0,0 0-1 0 0,0 0 1 0 0,1-1-1 0 0,-1 0 1 0 0,1 1-1 0 0,-1-1 1 0 0,1-1-1 0 0,7 3 1 0 0,9 1-5671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8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36 150 2768 0 0,'3'-26'3537'0'0,"4"-20"2108"0"0,-6 44-5374 0 0,0-1 0 0 0,0 1 0 0 0,-1 0 0 0 0,1-1 0 0 0,1 1 0 0 0,-1 0 0 0 0,0 0 0 0 0,1 0-1 0 0,-1 0 1 0 0,1 0 0 0 0,-1 0 0 0 0,1 0 0 0 0,0 1 0 0 0,0-1 0 0 0,2-1 0 0 0,-2 2-144 0 0,0 0 0 0 0,0 0 1 0 0,1 1-1 0 0,-1-1 0 0 0,0 1 1 0 0,0-1-1 0 0,0 1 0 0 0,0 0 1 0 0,1 0-1 0 0,-1 0 0 0 0,0 0 1 0 0,0 0-1 0 0,0 0 0 0 0,1 1 1 0 0,-1-1-1 0 0,0 1 0 0 0,0 0 1 0 0,0-1-1 0 0,0 1 0 0 0,3 2 1 0 0,4 2 351 0 0,0 0 0 0 0,15 12 0 0 0,-21-15-335 0 0,14 12 292 0 0,-1 0 0 0 0,0 1 1 0 0,-2 1-1 0 0,1 1 0 0 0,12 19 1 0 0,-18-24-236 0 0,-1 1 0 0 0,-1 1 0 0 0,0 0 0 0 0,0 0 0 0 0,-1 0 0 0 0,-1 0 0 0 0,6 30 0 0 0,-10-39-143 0 0,0 0 0 0 0,-1 1 0 0 0,0-1 0 0 0,0 0 0 0 0,0 0 0 0 0,-1 1 0 0 0,1-1 0 0 0,-1 0 0 0 0,-1 0 0 0 0,1 1 1 0 0,-1-1-1 0 0,0 0 0 0 0,0-1 0 0 0,0 1 0 0 0,-1 0 0 0 0,1 0 0 0 0,-7 6 0 0 0,5-6-8 0 0,-1 0-1 0 0,0 0 1 0 0,0-1-1 0 0,0 1 1 0 0,-1-1-1 0 0,0 0 1 0 0,0-1-1 0 0,0 0 0 0 0,0 1 1 0 0,0-2-1 0 0,0 1 1 0 0,-13 2-1 0 0,16-4-38 0 0,1 0-1 0 0,-1-1 0 0 0,0 1 0 0 0,1-1 0 0 0,-1 0 0 0 0,0 0 0 0 0,1 0 0 0 0,-1 0 0 0 0,0 0 1 0 0,0-1-1 0 0,1 1 0 0 0,-1-1 0 0 0,-4-1 0 0 0,5 1-21 0 0,1 0-1 0 0,-1 0 1 0 0,1 0-1 0 0,-1 0 1 0 0,1 0 0 0 0,0 0-1 0 0,-1-1 1 0 0,1 1-1 0 0,0 0 1 0 0,0-1 0 0 0,0 1-1 0 0,0-1 1 0 0,0 1-1 0 0,0-1 1 0 0,1 1-1 0 0,-2-3 1 0 0,1-1-58 0 0,0 0 0 0 0,0 1 1 0 0,1-1-1 0 0,-1 0 0 0 0,1 1 0 0 0,0-1 1 0 0,0 0-1 0 0,1 0 0 0 0,0 0 0 0 0,-1 1 0 0 0,1-1 1 0 0,1 1-1 0 0,2-8 0 0 0,7-12-134 0 0,1 0 0 0 0,1 1 0 0 0,1 1-1 0 0,1 0 1 0 0,1 1 0 0 0,1 0 0 0 0,1 2 0 0 0,1 0 0 0 0,0 1 0 0 0,1 1 0 0 0,1 0-1 0 0,1 2 1 0 0,0 1 0 0 0,39-19 0 0 0,-57 31 186 0 0,1 0 0 0 0,-1 0-1 0 0,1 0 1 0 0,-1 1 0 0 0,1 0-1 0 0,0 0 1 0 0,0 0 0 0 0,0 0 0 0 0,-1 1-1 0 0,1 0 1 0 0,0 0 0 0 0,0 0 0 0 0,0 1-1 0 0,5 0 1 0 0,-6 1 50 0 0,-1-1 1 0 0,0 0-1 0 0,0 1 0 0 0,0 0 1 0 0,0 0-1 0 0,0-1 0 0 0,0 2 1 0 0,-1-1-1 0 0,1 0 1 0 0,-1 1-1 0 0,1-1 0 0 0,-1 1 1 0 0,0-1-1 0 0,0 1 0 0 0,0 0 1 0 0,-1 0-1 0 0,1 0 0 0 0,0 0 1 0 0,-1 1-1 0 0,1 2 0 0 0,3 12 205 0 0,-1 1-1 0 0,0-1 1 0 0,-2 1-1 0 0,0 0 0 0 0,-2 36 1 0 0,3 30 90 0 0,-2-81-307 0 0,-1 0 0 0 0,1 0 1 0 0,0 0-1 0 0,0 0 1 0 0,0-1-1 0 0,1 1 1 0 0,-1 0-1 0 0,1-1 1 0 0,0 1-1 0 0,0-1 0 0 0,0 1 1 0 0,0-1-1 0 0,1 0 1 0 0,-1 0-1 0 0,1 0 1 0 0,0-1-1 0 0,0 1 0 0 0,3 2 1 0 0,-1-2-34 0 0,1 0 0 0 0,-1 0 0 0 0,1-1 0 0 0,0 1 0 0 0,-1-1 0 0 0,1-1 0 0 0,0 1 0 0 0,0-1 0 0 0,0 0 0 0 0,12 0 0 0 0,-6-1-111 0 0,1 0 0 0 0,-1-1-1 0 0,1-1 1 0 0,-1 0 0 0 0,0 0 0 0 0,1-2 0 0 0,-1 1 0 0 0,-1-2 0 0 0,1 1 0 0 0,21-13 0 0 0,-20 8-35 0 0,-1-1-1 0 0,-1 0 1 0 0,0 0 0 0 0,0-1-1 0 0,-1 0 1 0 0,0-1 0 0 0,15-25-1 0 0,0-6 18 0 0,20-50-1 0 0,-13 24 709 0 0,5-7 768 0 0,-36 74-1170 0 0,0 4-65 0 0,0 0 1 0 0,0 0-1 0 0,0 0 0 0 0,0 0 1 0 0,-1 0-1 0 0,1 0 1 0 0,-1 0-1 0 0,1 0 1 0 0,-1 0-1 0 0,1 0 1 0 0,-1 0-1 0 0,0 0 1 0 0,0 2-1 0 0,-3 74 1722 0 0,-13 86 1 0 0,-25 77 1839 0 0,38-222-3632 0 0,-51 240-30 0 0,-123 364 0 0 0,150-547 0 0 0,-2-1 0 0 0,-45 79 0 0 0,61-130 0 0 0,-1-1 0 0 0,-1 0 0 0 0,-1-1 0 0 0,-1-1 0 0 0,-1 0 0 0 0,-1-2 0 0 0,-1 0 0 0 0,0-1 0 0 0,-2-1 0 0 0,-26 16 0 0 0,32-24 0 0 0,0-2 0 0 0,0 0 0 0 0,-1-1 0 0 0,0 0 0 0 0,0-1 0 0 0,0-1 0 0 0,-1-1 0 0 0,1-1 0 0 0,-1 0 0 0 0,0-1 0 0 0,-30-3 0 0 0,35 1 0 0 0,0 0 0 0 0,-1-1 0 0 0,1-1 0 0 0,0 0 0 0 0,1-1 0 0 0,-1 0 0 0 0,0-1 0 0 0,1-1 0 0 0,0 0 0 0 0,1 0 0 0 0,-1-1 0 0 0,1-1 0 0 0,0 0 0 0 0,1 0 0 0 0,0-1 0 0 0,-10-11 0 0 0,16 15 0 0 0,1 0 0 0 0,0 0 0 0 0,0 0 0 0 0,0 0 0 0 0,0 0 0 0 0,1-1 0 0 0,0 1 0 0 0,0-1 0 0 0,0 1 0 0 0,1-1 0 0 0,-1-8 0 0 0,1 4 0 0 0,1 1 0 0 0,0-1 0 0 0,0 0 0 0 0,1 0 0 0 0,1 1 0 0 0,2-13 0 0 0,4-3 0 0 0,0 1 0 0 0,2 0 0 0 0,1 1 0 0 0,18-30 0 0 0,14-15-1749 0 0,3 2 1 0 0,3 2-1 0 0,113-113 0 0 0,201-144-8008 0 0,-274 246 8866 0 0,-44 38-938 0 0,38-34-4114 0 0,-50 37 995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317 121 3144 0 0,'-294'-49'12108'0'0,"293"49"-12011"0"0,0 0 0 0 0,0 0 1 0 0,0 0-1 0 0,0 0 0 0 0,-1-1 0 0 0,1 1 0 0 0,0 0 0 0 0,0-1 1 0 0,0 1-1 0 0,0-1 0 0 0,0 1 0 0 0,0-1 0 0 0,0 1 1 0 0,0-1-1 0 0,0 0 0 0 0,0 1 0 0 0,0-1 0 0 0,1 0 0 0 0,-1 0 1 0 0,0 0-1 0 0,0 0 0 0 0,0-1 0 0 0,1 2-58 0 0,0 0 1 0 0,0-1-1 0 0,0 1 0 0 0,0 0 1 0 0,0-1-1 0 0,0 1 0 0 0,0 0 1 0 0,1-1-1 0 0,-1 1 0 0 0,0-1 0 0 0,0 1 1 0 0,0 0-1 0 0,0 0 0 0 0,1-1 1 0 0,-1 1-1 0 0,0 0 0 0 0,0-1 0 0 0,1 1 1 0 0,-1 0-1 0 0,0 0 0 0 0,0-1 1 0 0,1 1-1 0 0,-1 0 0 0 0,1 0 0 0 0,17-7-24 0 0,68-6 266 0 0,0 4 1 0 0,88 2 0 0 0,-84 4-323 0 0,153-4-1781 0 0,-79 3-4057 0 0,-134 3 3977 0 0,53 1-5379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1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1820 0 0,'0'-87'11000'0'0,"0"87"-10951"0"0,0-1 1 0 0,1 1-1 0 0,-1-1 1 0 0,0 0-1 0 0,0 1 1 0 0,0-1-1 0 0,1 1 1 0 0,-1-1-1 0 0,0 1 0 0 0,1-1 1 0 0,-1 1-1 0 0,1-1 1 0 0,-1 1-1 0 0,0-1 1 0 0,1 1-1 0 0,-1-1 1 0 0,1 1-1 0 0,-1-1 1 0 0,1 1-1 0 0,0 0 1 0 0,-1 0-1 0 0,1-1 1 0 0,-1 1-1 0 0,1 0 0 0 0,0 0 1 0 0,-1-1-1 0 0,1 1 1 0 0,-1 0-1 0 0,1 0 1 0 0,0 0-1 0 0,-1 0 1 0 0,1 0-1 0 0,1 0 1 0 0,19 3 643 0 0,-14 0-539 0 0,0 0-1 0 0,0 1 1 0 0,0-1-1 0 0,-1 1 0 0 0,1 1 1 0 0,-1-1-1 0 0,0 1 1 0 0,0 0-1 0 0,8 10 0 0 0,-2-1 104 0 0,0 1-1 0 0,17 29 0 0 0,-18-26-115 0 0,-2 0 0 0 0,0 1 0 0 0,-2 0 1 0 0,0 1-1 0 0,5 21 0 0 0,-10-33-35 0 0,0 0 0 0 0,-1 0 0 0 0,0 0 0 0 0,0 1 1 0 0,-1-1-1 0 0,0 1 0 0 0,0-1 0 0 0,-1 0 0 0 0,0 1 1 0 0,-1-1-1 0 0,1 0 0 0 0,-2 0 0 0 0,1 0 0 0 0,-1 0 1 0 0,-5 9-1 0 0,7-16-83 0 0,1 1 0 0 0,-1-1 0 0 0,0 0 0 0 0,1 0 0 0 0,-1 0 0 0 0,0 0 0 0 0,0-1 0 0 0,0 1 0 0 0,0 0 0 0 0,0 0 0 0 0,0 0 0 0 0,0-1 0 0 0,-1 2 0 0 0,2-2-17 0 0,-1 0 1 0 0,1 0 0 0 0,0 0-1 0 0,-1 0 1 0 0,1 0 0 0 0,0 0-1 0 0,-1 0 1 0 0,1 0-1 0 0,0 0 1 0 0,-1 0 0 0 0,1 0-1 0 0,0 0 1 0 0,-1 0 0 0 0,1 0-1 0 0,0-1 1 0 0,-1 1 0 0 0,1 0-1 0 0,0 0 1 0 0,-1 0-1 0 0,1 0 1 0 0,0-1 0 0 0,0 1-1 0 0,-1 0 1 0 0,1 0 0 0 0,0-1-1 0 0,0 1 1 0 0,-1 0 0 0 0,1 0-1 0 0,0-1 1 0 0,-1-1-2 0 0,0 0 0 0 0,0 0 0 0 0,0 0 0 0 0,1-1 0 0 0,-1 1 0 0 0,1 0 0 0 0,-1 0 0 0 0,1-1 0 0 0,0 1 0 0 0,0 0 0 0 0,0 0 0 0 0,0-5 0 0 0,2-4-17 0 0,0 0 0 0 0,1 0 0 0 0,0 1 0 0 0,1-1 1 0 0,0 1-1 0 0,0 0 0 0 0,1 0 0 0 0,0 0 0 0 0,1 0 0 0 0,0 1 1 0 0,1 0-1 0 0,0 1 0 0 0,0-1 0 0 0,1 1 0 0 0,15-12 0 0 0,-17 15 1 0 0,-1 1 1 0 0,1 0-1 0 0,0 1 0 0 0,1-1 0 0 0,-1 1 0 0 0,0 0 0 0 0,1 1 0 0 0,0-1 1 0 0,0 1-1 0 0,-1 1 0 0 0,1-1 0 0 0,0 1 0 0 0,0 1 0 0 0,0-1 0 0 0,1 1 0 0 0,-1 0 1 0 0,0 1-1 0 0,0-1 0 0 0,0 2 0 0 0,0-1 0 0 0,0 1 0 0 0,-1 0 0 0 0,1 0 1 0 0,0 1-1 0 0,9 5 0 0 0,-8-4 15 0 0,-1 0-1 0 0,0 1 1 0 0,-1 0 0 0 0,1 0 0 0 0,-1 1 0 0 0,0-1 0 0 0,-1 2-1 0 0,1-1 1 0 0,-1 0 0 0 0,0 1 0 0 0,-1 0 0 0 0,7 12-1 0 0,-9-13 22 0 0,0 0 0 0 0,0 0 1 0 0,0 0-1 0 0,0 0 0 0 0,-1 0 0 0 0,0 0 0 0 0,0 1 0 0 0,-1-1 0 0 0,0 0 0 0 0,0 1 0 0 0,0-1 0 0 0,-1 0 0 0 0,0 0 0 0 0,0 1 0 0 0,-1-1 0 0 0,-3 10 0 0 0,4-14-17 0 0,1-1-1 0 0,-1 0 1 0 0,1 0 0 0 0,-1 0-1 0 0,0 0 1 0 0,1 0-1 0 0,-1 0 1 0 0,0 0 0 0 0,0 0-1 0 0,0 0 1 0 0,0 0-1 0 0,0-1 1 0 0,0 1 0 0 0,0 0-1 0 0,0-1 1 0 0,0 1-1 0 0,0 0 1 0 0,0-1 0 0 0,0 0-1 0 0,-1 1 1 0 0,1-1-1 0 0,0 1 1 0 0,0-1 0 0 0,0 0-1 0 0,-1 0 1 0 0,1 0-1 0 0,-2 0 1 0 0,2-1-9 0 0,0 0 0 0 0,1 0 0 0 0,-1 0-1 0 0,1 0 1 0 0,0-1 0 0 0,-1 1 0 0 0,1 0 0 0 0,0 0 0 0 0,-1 0 0 0 0,1-1 0 0 0,0 1 0 0 0,0 0 0 0 0,0 0-1 0 0,0 0 1 0 0,1-3 0 0 0,-1 2-3 0 0,1-10-10 0 0,0 0 1 0 0,1 0-1 0 0,0 1 1 0 0,1-1-1 0 0,0 1 0 0 0,1-1 1 0 0,0 1-1 0 0,9-15 1 0 0,-4 8-5 0 0,2 1 1 0 0,0 0-1 0 0,1 0 0 0 0,15-16 1 0 0,-18 24 1 0 0,0-1-1 0 0,1 2 1 0 0,0 0 0 0 0,0 0 0 0 0,1 1 0 0 0,-1 0-1 0 0,2 0 1 0 0,17-6 0 0 0,-25 11 15 0 0,0 0 1 0 0,0 1-1 0 0,0 0 0 0 0,0 0 1 0 0,0 0-1 0 0,1 0 0 0 0,-1 1 0 0 0,0 0 1 0 0,1 0-1 0 0,-1 0 0 0 0,0 0 1 0 0,1 0-1 0 0,-1 1 0 0 0,0 0 1 0 0,0 0-1 0 0,0 0 0 0 0,0 1 1 0 0,0-1-1 0 0,0 1 0 0 0,0 0 0 0 0,0 0 1 0 0,0 0-1 0 0,-1 1 0 0 0,1-1 1 0 0,-1 1-1 0 0,0 0 0 0 0,1 0 1 0 0,3 5-1 0 0,-3-2 19 0 0,0-1 1 0 0,0 1-1 0 0,-1 0 0 0 0,0 0 1 0 0,0 0-1 0 0,-1 0 0 0 0,1 1 1 0 0,-1-1-1 0 0,-1 1 1 0 0,1 0-1 0 0,-1-1 0 0 0,0 11 1 0 0,0 6 126 0 0,-2 0 0 0 0,-5 32 1 0 0,0 19-2036 0 0,6-64 970 0 0,0-1-1 0 0,0 1 0 0 0,1-1 1 0 0,1 0-1 0 0,3 15 0 0 0,3-7-3578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21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1134 288 0 0,'8'-17'1985'0'0,"-1"0"-1"0"0,0 0 1 0 0,-2-1 0 0 0,1 0 0 0 0,3-26-1 0 0,-8 34-1440 0 0,0 1-1 0 0,-1-1 1 0 0,1 0-1 0 0,-2 1 0 0 0,1-1 1 0 0,-1 1-1 0 0,-1-1 1 0 0,0 1-1 0 0,0 0 1 0 0,-1-1-1 0 0,0 1 1 0 0,-6-12-1 0 0,8 20-498 0 0,0-1 0 0 0,1 1-1 0 0,-1 0 1 0 0,0-1 0 0 0,0 1 0 0 0,0 0 0 0 0,-1 0-1 0 0,1 0 1 0 0,0-1 0 0 0,0 1 0 0 0,-1 0 0 0 0,1 1-1 0 0,0-1 1 0 0,-1 0 0 0 0,1 0 0 0 0,-1 1 0 0 0,1-1-1 0 0,-1 0 1 0 0,1 1 0 0 0,-4-1 0 0 0,2 1-18 0 0,0 0 0 0 0,0 0 1 0 0,0 0-1 0 0,1 0 0 0 0,-1 1 1 0 0,0 0-1 0 0,0-1 0 0 0,0 1 1 0 0,0 0-1 0 0,-4 2 0 0 0,-3 3-9 0 0,0-1 0 0 0,1 2-1 0 0,0-1 1 0 0,0 1 0 0 0,-8 9 0 0 0,1-1 0 0 0,2 0 0 0 0,0 2 1 0 0,1 0-1 0 0,-17 28 0 0 0,24-37-5 0 0,2 1-1 0 0,-1 0 1 0 0,1 0-1 0 0,1 1 0 0 0,0-1 1 0 0,0 1-1 0 0,1-1 0 0 0,0 1 1 0 0,1 0-1 0 0,0 0 0 0 0,0 0 1 0 0,1 10-1 0 0,1-16-19 0 0,-1 1-1 0 0,1 0 1 0 0,0-1-1 0 0,1 1 0 0 0,-1-1 1 0 0,1 1-1 0 0,0-1 1 0 0,0 0-1 0 0,0 1 1 0 0,1-1-1 0 0,-1 0 0 0 0,1-1 1 0 0,0 1-1 0 0,0 0 1 0 0,5 3-1 0 0,-2-2-120 0 0,-1-1-1 0 0,1 0 1 0 0,0 0-1 0 0,1-1 0 0 0,-1 1 1 0 0,0-1-1 0 0,1-1 1 0 0,0 1-1 0 0,10 1 1 0 0,-6-1-83 0 0,0-2 0 0 0,-1 1 0 0 0,1-1 0 0 0,0-1 0 0 0,0 0 0 0 0,0-1 0 0 0,-1 0 1 0 0,1 0-1 0 0,0-1 0 0 0,-1 0 0 0 0,1-1 0 0 0,-1-1 0 0 0,15-6 0 0 0,-15 4 143 0 0,0 0 0 0 0,-1-1-1 0 0,1 0 1 0 0,-1-1 0 0 0,0 0 0 0 0,-1-1 0 0 0,0 0-1 0 0,-1 0 1 0 0,1-1 0 0 0,-2 1 0 0 0,0-1-1 0 0,6-12 1 0 0,-3 2 305 0 0,-1 0 0 0 0,0-1 0 0 0,-2 0 0 0 0,0 0 0 0 0,4-35 0 0 0,-8 40 166 0 0,0-2 251 0 0,9-32 0 0 0,-11 48-514 0 0,-6 26 216 0 0,-1 13-18 0 0,1 0 1 0 0,3 0-1 0 0,0 0 1 0 0,3 1-1 0 0,7 65 1 0 0,-6-97-321 0 0,0 0 0 0 0,0 0 1 0 0,1 0-1 0 0,0-1 1 0 0,0 1-1 0 0,0 0 1 0 0,0-1-1 0 0,1 0 1 0 0,0 1-1 0 0,0-1 0 0 0,1-1 1 0 0,-1 1-1 0 0,1 0 1 0 0,0-1-1 0 0,0 1 1 0 0,1-1-1 0 0,-1-1 1 0 0,1 1-1 0 0,0 0 0 0 0,0-1 1 0 0,0 0-1 0 0,1 0 1 0 0,-1-1-1 0 0,1 0 1 0 0,-1 1-1 0 0,1-2 1 0 0,0 1-1 0 0,8 1 0 0 0,-3-2-50 0 0,1 0-1 0 0,-1 0 1 0 0,1-1-1 0 0,0-1 1 0 0,-1 0 0 0 0,1-1-1 0 0,-1 0 1 0 0,0 0-1 0 0,1-1 1 0 0,-1-1-1 0 0,0 0 1 0 0,-1 0-1 0 0,20-11 1 0 0,-8 0-127 0 0,-1-1 0 0 0,0-1 0 0 0,-1-1 0 0 0,0 0 1 0 0,-2-2-1 0 0,0 0 0 0 0,-2-1 0 0 0,0-1 0 0 0,20-35 0 0 0,-8 3 5 0 0,-2-1 0 0 0,-2 0 0 0 0,17-65 0 0 0,-19 42 354 0 0,-4 0 1 0 0,-4 0-1 0 0,-2-1 1 0 0,-5-1-1 0 0,-2 0 1 0 0,-10-125-1 0 0,4 182-52 0 0,1 17-128 0 0,0 0-1 0 0,0 0 1 0 0,-1-1-1 0 0,1 1 1 0 0,-2 0-1 0 0,1 0 1 0 0,-4-10-1 0 0,-3 29-36 0 0,0 14 83 0 0,1 1 1 0 0,1 0-1 0 0,2 0 1 0 0,-2 41-1 0 0,2-21 51 0 0,-16 288 1041 0 0,20-250-804 0 0,22 163 1 0 0,-17-219-272 0 0,2 0-1 0 0,0-1 1 0 0,2 0 0 0 0,24 52 0 0 0,-27-70-76 0 0,0 1 0 0 0,0-1 0 0 0,2 0 0 0 0,-1 0 0 0 0,1-1 0 0 0,1 0 1 0 0,0 0-1 0 0,0-1 0 0 0,1 0 0 0 0,0 0 0 0 0,0-2 0 0 0,1 1 0 0 0,20 10 1 0 0,-27-16-8 0 0,1 0 0 0 0,-1 0 1 0 0,1-1-1 0 0,-1 0 1 0 0,1 1-1 0 0,-1-2 1 0 0,1 1-1 0 0,0 0 0 0 0,-1-1 1 0 0,1 0-1 0 0,0 0 1 0 0,-1 0-1 0 0,1-1 1 0 0,0 1-1 0 0,-1-1 1 0 0,1 0-1 0 0,-1-1 0 0 0,1 1 1 0 0,-1-1-1 0 0,0 0 1 0 0,1 0-1 0 0,-1 0 1 0 0,0-1-1 0 0,0 1 1 0 0,4-5-1 0 0,-1 0 1 0 0,0 0-1 0 0,0-1 1 0 0,-1 0-1 0 0,0 0 1 0 0,0 0 0 0 0,-1-1-1 0 0,0 0 1 0 0,0 0-1 0 0,-1-1 1 0 0,4-14 0 0 0,-1 1 3 0 0,-1-1 1 0 0,-2 0-1 0 0,0 1 1 0 0,-2-1-1 0 0,0 0 1 0 0,-4-47-1 0 0,-32-141 11 0 0,29 184-20 0 0,2 17-37 0 0,0-5-90 0 0,5 14 85 0 0,7 8 44 0 0,41 40-135 0 0,-31-27-200 0 0,36 26 1 0 0,-31-28 34 0 0,2-2-1 0 0,0 0 1 0 0,0-2-1 0 0,2-1 1 0 0,-1-1-1 0 0,1-1 1 0 0,37 7 0 0 0,-59-16 260 0 0,-1 0 1 0 0,1 0 0 0 0,0-1 0 0 0,0 1 0 0 0,0-1-1 0 0,0-1 1 0 0,-1 1 0 0 0,1-1 0 0 0,0 0 0 0 0,10-3-1 0 0,-14 3 75 0 0,0 0-1 0 0,0 0 1 0 0,0 0-1 0 0,1-1 1 0 0,-1 1-1 0 0,0-1 1 0 0,-1 1-1 0 0,1-1 1 0 0,0 0-1 0 0,0 0 1 0 0,-1 0-1 0 0,1 1 1 0 0,-1-2-1 0 0,0 1 1 0 0,1 0-1 0 0,-1 0 1 0 0,0 0-1 0 0,0 0 1 0 0,0-1-1 0 0,-1 1 1 0 0,1-1-1 0 0,0 1 0 0 0,-1 0 1 0 0,0-1-1 0 0,0 1 1 0 0,1-1-1 0 0,-2-3 1 0 0,0-6 433 0 0,0 1 1 0 0,-1-1-1 0 0,0 1 1 0 0,-5-13-1 0 0,6 20-384 0 0,1 3-75 0 0,0 1 1 0 0,-1 0-1 0 0,1-1 0 0 0,0 1 0 0 0,0 0 1 0 0,0-1-1 0 0,0 1 0 0 0,0 0 0 0 0,0 0 1 0 0,0-1-1 0 0,-1 1 0 0 0,1 0 0 0 0,0-1 1 0 0,0 1-1 0 0,0 0 0 0 0,-1 0 1 0 0,1-1-1 0 0,0 1 0 0 0,0 0 0 0 0,-1 0 1 0 0,1 0-1 0 0,0 0 0 0 0,0-1 0 0 0,-1 1 1 0 0,1 0-1 0 0,0 0 0 0 0,-1 0 0 0 0,1 0 1 0 0,0 0-1 0 0,-1 0 0 0 0,1 0 0 0 0,0 0 1 0 0,-1 0-1 0 0,-10 6 82 0 0,-7 16 40 0 0,5 2-11 0 0,0 1-1 0 0,1 1 0 0 0,1 0 0 0 0,2 1 0 0 0,1 0 1 0 0,1 0-1 0 0,1 1 0 0 0,1 0 0 0 0,1 0 0 0 0,1 34 1 0 0,3-53-126 0 0,1-1 0 0 0,0 1 1 0 0,1 0-1 0 0,-1-1 0 0 0,1 1 1 0 0,1-1-1 0 0,0 0 1 0 0,0 0-1 0 0,8 15 0 0 0,-8-19-79 0 0,0 0 1 0 0,1 1-1 0 0,-1-1 0 0 0,1 0 0 0 0,-1-1 0 0 0,1 1 0 0 0,0-1 0 0 0,1 0 0 0 0,-1 0 1 0 0,0 0-1 0 0,1 0 0 0 0,0-1 0 0 0,-1 0 0 0 0,1 0 0 0 0,0 0 0 0 0,0 0 0 0 0,8 1 0 0 0,-2-2-127 0 0,-1 1 0 0 0,1-1 0 0 0,0-1 0 0 0,0 0 0 0 0,-1-1 0 0 0,1 0 0 0 0,0 0 0 0 0,-1-1 0 0 0,1 0 0 0 0,-1-1 0 0 0,0-1 0 0 0,0 1 0 0 0,0-2 0 0 0,0 1-1 0 0,0-1 1 0 0,-1-1 0 0 0,0 0 0 0 0,0 0 0 0 0,-1 0 0 0 0,0-1 0 0 0,9-10 0 0 0,-2 1 407 0 0,0-2 0 0 0,-1 0 0 0 0,-1-1 0 0 0,-1 0 1 0 0,-1-1-1 0 0,0 0 0 0 0,-2 0 0 0 0,0-1 0 0 0,6-24 0 0 0,-9 23 542 0 0,1-2 986 0 0,18-42 1 0 0,-24 64-1525 0 0,0 3-160 0 0,-1-1 0 0 0,0 0 0 0 0,1 1 0 0 0,-1-1 0 0 0,1 0 0 0 0,-1 1 0 0 0,1-1 0 0 0,-1 1-1 0 0,0-1 1 0 0,1 1 0 0 0,-1-1 0 0 0,0 1 0 0 0,1-1 0 0 0,-1 1 0 0 0,0-1 0 0 0,0 1 0 0 0,1-1 0 0 0,-1 1 0 0 0,0-1 0 0 0,0 1 0 0 0,0 0 0 0 0,0-1 0 0 0,0 1 0 0 0,0 0 0 0 0,1 20 775 0 0,-1-15-505 0 0,-2 112 2128 0 0,-1-89-2283 0 0,2 0 0 0 0,1 0-1 0 0,1-1 1 0 0,8 41 0 0 0,-8-65-321 0 0,0 1-1 0 0,0 0 1 0 0,1-1 0 0 0,0 1-1 0 0,0-1 1 0 0,0 1-1 0 0,1-1 1 0 0,-1 0 0 0 0,1 0-1 0 0,0 0 1 0 0,0 0 0 0 0,0-1-1 0 0,1 1 1 0 0,-1-1-1 0 0,1 0 1 0 0,0 0 0 0 0,0 0-1 0 0,0 0 1 0 0,0-1 0 0 0,8 4-1 0 0,-7-5-308 0 0,-1 1 0 0 0,0-1 0 0 0,1 0 0 0 0,-1-1 0 0 0,1 1 0 0 0,-1-1 0 0 0,1 0 0 0 0,-1 0 0 0 0,1 0 0 0 0,-1-1 0 0 0,1 1 0 0 0,-1-1 0 0 0,1 0 0 0 0,-1-1 0 0 0,0 1 0 0 0,1-1 0 0 0,-1 0 0 0 0,0 0 0 0 0,0 0 0 0 0,0 0 0 0 0,-1-1 0 0 0,6-3 0 0 0,8-11-4622 0 0,0-4-2693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21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83 198 2200 0 0,'-44'-116'14327'0'0,"9"43"-13310"0"0,34 69-2898 0 0,-2 0 1214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21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 3524 0 0,'-39'1'2616'0'0,"-155"12"7670"0"0,188-12-9985 0 0,0 0 1 0 0,1 0-1 0 0,-1 0 1 0 0,1 1-1 0 0,-7 3 1 0 0,12-5-285 0 0,0 0-1 0 0,-1 0 1 0 0,1 0-1 0 0,0 0 1 0 0,0 0 0 0 0,0 0-1 0 0,-1 1 1 0 0,1-1 0 0 0,0 0-1 0 0,0 0 1 0 0,0 0-1 0 0,-1 1 1 0 0,1-1 0 0 0,0 0-1 0 0,0 0 1 0 0,0 1-1 0 0,0-1 1 0 0,0 0 0 0 0,0 0-1 0 0,0 1 1 0 0,0-1-1 0 0,-1 0 1 0 0,1 0 0 0 0,0 1-1 0 0,0-1 1 0 0,0 0 0 0 0,0 0-1 0 0,0 1 1 0 0,0-1-1 0 0,0 0 1 0 0,1 0 0 0 0,-1 1-1 0 0,0-1 1 0 0,0 0-1 0 0,0 0 1 0 0,0 1 0 0 0,0-1-1 0 0,0 0 1 0 0,0 0 0 0 0,1 1-1 0 0,-1-1 1 0 0,0 0-1 0 0,0 0 1 0 0,9 9 198 0 0,9-1-192 0 0,1 0 0 0 0,0-1 0 0 0,0-1 0 0 0,1-1 0 0 0,-1-1-1 0 0,33 3 1 0 0,-12 0-362 0 0,168 23-3215 0 0,-69-14-2482 0 0,-45-4-972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21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39 1964 0 0,'24'-25'24074'0'0,"-24"22"-23546"0"0,-7-7 782 0 0,6 9-811 0 0,-3 1-153 0 0,-4 0-262 0 0,0 1 0 0 0,0 0 0 0 0,1 0 0 0 0,-1 1 0 0 0,0 0 1 0 0,1 0-1 0 0,-1 1 0 0 0,1 0 0 0 0,0 0 0 0 0,-10 7 0 0 0,6-3-30 0 0,0 1 0 0 0,1 0-1 0 0,0 0 1 0 0,1 1 0 0 0,-1 1-1 0 0,-7 10 1 0 0,7-8-186 0 0,1 1 0 0 0,1 0-1 0 0,0 0 1 0 0,1 0 0 0 0,1 1 0 0 0,0 0-1 0 0,1 0 1 0 0,0 1 0 0 0,1-1 0 0 0,0 1-1 0 0,-2 27 1 0 0,6-36-211 0 0,0 1-1 0 0,0 0 1 0 0,1 0-1 0 0,-1-1 0 0 0,1 1 1 0 0,1 0-1 0 0,-1-1 1 0 0,1 1-1 0 0,1-1 1 0 0,-1 0-1 0 0,1 1 0 0 0,0-1 1 0 0,0 0-1 0 0,1-1 1 0 0,0 1-1 0 0,0-1 1 0 0,0 1-1 0 0,0-1 1 0 0,1 0-1 0 0,0-1 0 0 0,0 1 1 0 0,0-1-1 0 0,1 0 1 0 0,0 0-1 0 0,-1-1 1 0 0,1 0-1 0 0,0 0 0 0 0,1 0 1 0 0,6 2-1 0 0,1-1-720 0 0,0 0 0 0 0,1-1 0 0 0,-1 0 0 0 0,1-1 0 0 0,-1 0 0 0 0,1-2 0 0 0,0 0 0 0 0,-1 0-1 0 0,1-1 1 0 0,20-5 0 0 0,-3-2-2955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22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104 357 4092 0 0,'14'-12'1778'0'0,"0"-2"-1"0"0,-1 0 1 0 0,-1 0-1 0 0,0-1 0 0 0,-1 0 1 0 0,-1-1-1 0 0,0-1 1 0 0,7-17-1 0 0,-16 33-1699 0 0,0-1 67 0 0,-1 0 0 0 0,1 0 0 0 0,0 0 0 0 0,0 0 0 0 0,1 0 0 0 0,-1 0 0 0 0,0 0 0 0 0,1 0 0 0 0,-1 1 0 0 0,1-1 0 0 0,2-2 0 0 0,-3 4-128 0 0,1 0 1 0 0,-1 0-1 0 0,0 0 1 0 0,1 0-1 0 0,-1 0 1 0 0,0 1-1 0 0,1-1 1 0 0,-1 0-1 0 0,0 1 1 0 0,1-1-1 0 0,-1 1 1 0 0,0-1-1 0 0,1 1 1 0 0,-1 0-1 0 0,0-1 1 0 0,0 1-1 0 0,0 0 1 0 0,0 0-1 0 0,0 0 1 0 0,1 1-1 0 0,3 2-10 0 0,0-1-1 0 0,1 0 1 0 0,-1 1 0 0 0,1-2 0 0 0,-1 1-1 0 0,1-1 1 0 0,0 0 0 0 0,0 0 0 0 0,0 0-1 0 0,0-1 1 0 0,0 0 0 0 0,10 1-1 0 0,-15-3-48 0 0,1 1 1 0 0,0 0-1 0 0,-1 0 0 0 0,1-1 0 0 0,-1 1 0 0 0,1-1 0 0 0,-1 0 0 0 0,1 1 0 0 0,-1-1 0 0 0,1 0 0 0 0,-1 0 0 0 0,0 0 0 0 0,0 0 0 0 0,1 0 0 0 0,-1 0 0 0 0,0 0 1 0 0,0-1-1 0 0,0 1 0 0 0,0 0 0 0 0,0 0 0 0 0,0-1 0 0 0,-1 1 0 0 0,1-1 0 0 0,0 1 0 0 0,-1-1 0 0 0,1 1 0 0 0,-1-1 0 0 0,1-2 0 0 0,1-4-184 0 0,0 1 0 0 0,-1-1-1 0 0,0 0 1 0 0,-1-9-1 0 0,0 10 165 0 0,0 0 1 0 0,-1 1-1 0 0,0-1 0 0 0,0 1 1 0 0,-1-1-1 0 0,1 1 0 0 0,-1 0 0 0 0,-1-1 1 0 0,1 1-1 0 0,-1 0 0 0 0,0 0 0 0 0,-1 1 1 0 0,1-1-1 0 0,-1 1 0 0 0,-6-7 0 0 0,7 8 48 0 0,-1 1-1 0 0,0-1 0 0 0,0 1 0 0 0,0 0 0 0 0,0 1 0 0 0,-1-1 0 0 0,1 1 0 0 0,-1-1 1 0 0,0 1-1 0 0,1 1 0 0 0,-1-1 0 0 0,0 1 0 0 0,0 0 0 0 0,0 0 0 0 0,0 0 0 0 0,0 0 1 0 0,0 1-1 0 0,0 0 0 0 0,0 0 0 0 0,-7 2 0 0 0,0 0 2 0 0,-1 1 0 0 0,1 1 1 0 0,0 0-1 0 0,1 0 0 0 0,-1 1 0 0 0,1 1 1 0 0,0 0-1 0 0,0 1 0 0 0,1 0 0 0 0,-1 0 0 0 0,2 1 1 0 0,-11 10-1 0 0,11-9 27 0 0,1 0 0 0 0,0 0 0 0 0,0 1 0 0 0,1 0 0 0 0,0 0 0 0 0,1 0 0 0 0,0 1 0 0 0,1 0 0 0 0,0 1-1 0 0,1-1 1 0 0,0 1 0 0 0,-4 18 0 0 0,8-25-41 0 0,-1-1-1 0 0,1 1 1 0 0,0-1-1 0 0,0 1 1 0 0,0 0-1 0 0,1-1 0 0 0,0 1 1 0 0,0 0-1 0 0,0-1 1 0 0,0 1-1 0 0,1-1 1 0 0,-1 0-1 0 0,1 0 1 0 0,0 1-1 0 0,1-1 0 0 0,-1 0 1 0 0,1-1-1 0 0,0 1 1 0 0,0 0-1 0 0,0-1 1 0 0,0 1-1 0 0,0-1 0 0 0,1 0 1 0 0,0 0-1 0 0,-1-1 1 0 0,1 1-1 0 0,0-1 1 0 0,0 1-1 0 0,8 2 1 0 0,0 0-591 0 0,0-1 0 0 0,-1 0 1 0 0,2 0-1 0 0,14 1 0 0 0,-8-2-2631 0 0,36 1-1 0 0,-22-5-2660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22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272 141 580 0 0,'3'-9'1577'0'0,"0"0"0"0"0,-1 0 0 0 0,0 0 0 0 0,0 0 0 0 0,0-16 0 0 0,-2 21-1281 0 0,0 1-1 0 0,0 0 1 0 0,0 0-1 0 0,-1 0 1 0 0,1-1-1 0 0,-1 1 1 0 0,0 0-1 0 0,0 0 1 0 0,0 0-1 0 0,0 0 1 0 0,0 0 0 0 0,-1 0-1 0 0,1 1 1 0 0,-1-1-1 0 0,0 0 1 0 0,0 1-1 0 0,0-1 1 0 0,0 1-1 0 0,-5-5 1 0 0,5 6-243 0 0,0 0 1 0 0,0 0 0 0 0,0 0 0 0 0,0 0-1 0 0,0 1 1 0 0,-1-1 0 0 0,1 0-1 0 0,0 1 1 0 0,0 0 0 0 0,-1-1-1 0 0,1 1 1 0 0,0 0 0 0 0,0 0-1 0 0,-1 1 1 0 0,1-1 0 0 0,0 0 0 0 0,0 1-1 0 0,-1-1 1 0 0,1 1 0 0 0,0 0-1 0 0,0-1 1 0 0,0 1 0 0 0,0 0-1 0 0,0 1 1 0 0,0-1 0 0 0,0 0-1 0 0,0 0 1 0 0,0 1 0 0 0,-1 1 0 0 0,-1 0-36 0 0,1 0 1 0 0,-1 0 0 0 0,1 0-1 0 0,0 1 1 0 0,0-1 0 0 0,1 1-1 0 0,-1 0 1 0 0,1 0 0 0 0,-1-1-1 0 0,1 2 1 0 0,1-1 0 0 0,-1 0-1 0 0,-2 9 1 0 0,4-6-2 0 0,-1 0 0 0 0,1 1 0 0 0,1-1 0 0 0,0 1 1 0 0,0-1-1 0 0,0 0 0 0 0,1 1 0 0 0,0-1 0 0 0,0 0 0 0 0,1 0 0 0 0,0 0 0 0 0,5 9 0 0 0,7 9 12 0 0,35 44 0 0 0,-7-11-43 0 0,-37-49 18 0 0,1 0 332 0 0,-1 1 1 0 0,-1-1 0 0 0,0 1 0 0 0,0 0-1 0 0,4 12 1 0 0,-9-20-233 0 0,0 0 0 0 0,0 0 1 0 0,0 0-1 0 0,0-1 0 0 0,0 1 0 0 0,-1 0 0 0 0,1 0 0 0 0,0 0 1 0 0,-1-1-1 0 0,1 1 0 0 0,-1 0 0 0 0,0-1 0 0 0,1 1 0 0 0,-1 0 1 0 0,0-1-1 0 0,0 1 0 0 0,0-1 0 0 0,0 1 0 0 0,-1-1 0 0 0,1 0 0 0 0,0 0 1 0 0,0 1-1 0 0,-1-1 0 0 0,1 0 0 0 0,-1 0 0 0 0,1 0 0 0 0,-1 0 1 0 0,0 0-1 0 0,1-1 0 0 0,-1 1 0 0 0,-2 0 0 0 0,-5 3 191 0 0,-1 0-1 0 0,0-1 1 0 0,-18 4-1 0 0,8-4-16 0 0,0-1 0 0 0,0 0-1 0 0,-30-2 1 0 0,-6-8-1556 0 0,47 6 3 0 0,0-1 0 0 0,0 0 0 0 0,-15-7-1 0 0,1-8-7328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22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2976 0 0,'18'4'3417'0'0,"-2"1"-805"0"0,-4-4 1236 0 0,8 4-656 0 0,-1-1-1015 0 0,-6-2-921 0 0,1-1-1104 0 0,-1 1-1024 0 0,8 0-4449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4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88 800 0 0,'2'-4'628'0'0,"0"1"1"0"0,0-1-1 0 0,-1 0 0 0 0,0 0 0 0 0,1 0 1 0 0,-2 0-1 0 0,1-1 0 0 0,0 1 1 0 0,-1 0-1 0 0,0 0 0 0 0,1 0 0 0 0,-2-1 1 0 0,1 1-1 0 0,0 0 0 0 0,-1 0 1 0 0,0 0-1 0 0,-2-5 0 0 0,3 8-165 0 0,0 0-436 0 0,0 1 1 0 0,0-1-1 0 0,0 1 1 0 0,0 0-1 0 0,0-1 1 0 0,-1 1-1 0 0,1 0 1 0 0,0-1-1 0 0,0 1 1 0 0,0 0 0 0 0,0-1-1 0 0,-1 1 1 0 0,1 0-1 0 0,0-1 1 0 0,0 1-1 0 0,0 0 1 0 0,-1-1-1 0 0,1 1 1 0 0,0 0-1 0 0,-1 0 1 0 0,1 0-1 0 0,0-1 1 0 0,-1 1-1 0 0,1 0 1 0 0,0 0-1 0 0,-1 0 1 0 0,1-1-1 0 0,0 1 1 0 0,-1 0-1 0 0,1 0 1 0 0,0 0-1 0 0,-1 0 1 0 0,1 0-1 0 0,0 0 1 0 0,-1 0-1 0 0,1 0 1 0 0,-1 0 0 0 0,1 0-1 0 0,0 0 1 0 0,-1 0-1 0 0,0 1 1 0 0,-14 5 168 0 0,3 7-182 0 0,0 1 0 0 0,2 0-1 0 0,0 1 1 0 0,0 0 0 0 0,-8 19 0 0 0,-33 86 12 0 0,48-114-24 0 0,-21 59 70 0 0,-24 94 0 0 0,42-131-25 0 0,1 0-1 0 0,1 0 1 0 0,1 1-1 0 0,2-1 0 0 0,1 1 1 0 0,4 34-1 0 0,-3-54-18 0 0,0-1 0 0 0,1 1 0 0 0,0-1-1 0 0,1 1 1 0 0,0-1 0 0 0,0 0 0 0 0,1 0 0 0 0,0 0 0 0 0,0-1 0 0 0,1 1-1 0 0,10 11 1 0 0,-11-14 17 0 0,0-1 0 0 0,1 0-1 0 0,0-1 1 0 0,-1 1 0 0 0,1-1-1 0 0,0 0 1 0 0,1 0 0 0 0,-1-1-1 0 0,0 1 1 0 0,1-1 0 0 0,0 0 0 0 0,-1-1-1 0 0,1 1 1 0 0,0-1 0 0 0,0 0-1 0 0,0-1 1 0 0,-1 1 0 0 0,10-2-1 0 0,-1 1-30 0 0,0-2 0 0 0,0 0 0 0 0,0-1 0 0 0,0 0 0 0 0,-1-1 0 0 0,1 0 0 0 0,-1-1-1 0 0,0-1 1 0 0,-1 0 0 0 0,20-12 0 0 0,-17 7 16 0 0,1-1 1 0 0,-2 0-1 0 0,0-2 1 0 0,0 1-1 0 0,-1-1 0 0 0,-1-1 1 0 0,12-18-1 0 0,-7 5 6 0 0,-1-1 1 0 0,-1 0-1 0 0,-2-2 0 0 0,0 1 0 0 0,-3-1 0 0 0,0-1 0 0 0,-2 0 0 0 0,7-58 0 0 0,-13 67-48 0 0,0 0 1 0 0,-2 0-1 0 0,0 0 0 0 0,-1 0 0 0 0,-2 0 1 0 0,-10-44-1 0 0,11 60 8 0 0,0 0 0 0 0,0 0 1 0 0,-1 1-1 0 0,0-1 0 0 0,0 0 1 0 0,-1 1-1 0 0,0 0 0 0 0,0 0 0 0 0,0 0 1 0 0,-1 0-1 0 0,0 1 0 0 0,0 0 1 0 0,0 0-1 0 0,-1 0 0 0 0,0 1 1 0 0,1-1-1 0 0,-2 1 0 0 0,1 1 0 0 0,0-1 1 0 0,-1 1-1 0 0,0 0 0 0 0,1 1 1 0 0,-1-1-1 0 0,0 2 0 0 0,-14-3 0 0 0,7 3-22 0 0,0 0-1 0 0,0 1 0 0 0,0 1 1 0 0,0 0-1 0 0,0 1 0 0 0,0 1 1 0 0,0 0-1 0 0,1 1 0 0 0,-1 0 1 0 0,1 1-1 0 0,-19 10 0 0 0,18-8-1 0 0,1 1 0 0 0,0 0 0 0 0,0 0 0 0 0,1 1 0 0 0,0 1 0 0 0,1 0 0 0 0,0 1 0 0 0,1 0 0 0 0,0 1 0 0 0,-13 20 0 0 0,20-28 16 0 0,0 1 0 0 0,1 0 1 0 0,0 0-1 0 0,0 1 0 0 0,0-1 0 0 0,0 0 1 0 0,1 1-1 0 0,0-1 0 0 0,0 1 1 0 0,0-1-1 0 0,1 1 0 0 0,0-1 0 0 0,0 1 1 0 0,0 0-1 0 0,1-1 0 0 0,2 10 1 0 0,1-1-11 0 0,1 0 1 0 0,1 0 0 0 0,1-1 0 0 0,-1 1 0 0 0,11 12 0 0 0,16 24 51 0 0,1-3 1 0 0,55 58-1 0 0,92 76 642 0 0,-169-170-724 0 0,10 11-57 0 0,0-1 0 0 0,1-2 1 0 0,1 0-1 0 0,46 26 0 0 0,-66-42-560 0 0,19 6-724 0 0,-3-7-4710 0 0,6-4 1230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4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1468 0 0,'23'-56'15595'0'0,"-12"28"-11275"0"0,-11 27-3960 0 0,6-14 366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6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260 405 1168 0 0,'2'-2'1586'0'0,"71"-58"7418"0"0,1 0-5959 0 0,-71 57-2937 0 0,1-1-1 0 0,-1 0 1 0 0,0 1 0 0 0,0-1-1 0 0,-1 0 1 0 0,1-1-1 0 0,-1 1 1 0 0,0 0-1 0 0,0-1 1 0 0,0 1-1 0 0,0-1 1 0 0,-1 0-1 0 0,2-7 1 0 0,-3 9-102 0 0,1 1-1 0 0,-1 0 1 0 0,0-1 0 0 0,0 1 0 0 0,0-1-1 0 0,0 1 1 0 0,0-1 0 0 0,0 1 0 0 0,-1-1-1 0 0,1 1 1 0 0,-1-1 0 0 0,1 1 0 0 0,-1 0-1 0 0,0-1 1 0 0,0 1 0 0 0,0 0 0 0 0,0 0-1 0 0,-1 0 1 0 0,1 0 0 0 0,-1 0-1 0 0,1 0 1 0 0,-1 0 0 0 0,0 0 0 0 0,1 0-1 0 0,-4-1 1 0 0,1 1-13 0 0,0 1-1 0 0,0 0 1 0 0,0 0-1 0 0,-1 0 0 0 0,1 1 1 0 0,0 0-1 0 0,0 0 1 0 0,-1 0-1 0 0,1 0 1 0 0,0 0-1 0 0,-1 1 1 0 0,1 0-1 0 0,0 0 1 0 0,0 0-1 0 0,-6 2 0 0 0,-5 3-7 0 0,0 1 0 0 0,1 1-1 0 0,-1 0 1 0 0,1 1 0 0 0,1 0-1 0 0,0 1 1 0 0,0 0 0 0 0,1 1-1 0 0,-14 16 1 0 0,17-16 7 0 0,-1 0 0 0 0,1 1 0 0 0,1 0 0 0 0,0 1 0 0 0,0 0 0 0 0,2 0 0 0 0,-1 1 0 0 0,2 0 0 0 0,0 0 0 0 0,-4 19-1 0 0,7-24 11 0 0,2-1 0 0 0,-1 1 0 0 0,1 0 0 0 0,0-1 0 0 0,1 1 0 0 0,0 0 0 0 0,1-1 0 0 0,0 1 0 0 0,0-1 0 0 0,0 0 0 0 0,1 1 0 0 0,1-1 0 0 0,-1-1 0 0 0,6 10 0 0 0,8 9-22 0 0,1 0 0 0 0,34 38 1 0 0,14 20-18 0 0,-66-84 36 0 0,9 12 68 0 0,-1 1 0 0 0,-1 0 0 0 0,0 0 0 0 0,0 1 0 0 0,5 19 0 0 0,-11-30 31 0 0,0 1 0 0 0,-1 0 0 0 0,1 0 1 0 0,-1 0-1 0 0,1-1 0 0 0,-1 1 0 0 0,-1 0 1 0 0,1 0-1 0 0,0 0 0 0 0,-1 0 0 0 0,0-1 1 0 0,0 1-1 0 0,0 0 0 0 0,0-1 0 0 0,-1 1 1 0 0,1-1-1 0 0,-1 1 0 0 0,0-1 0 0 0,0 1 1 0 0,0-1-1 0 0,-1 0 0 0 0,1 0 0 0 0,-1 0 1 0 0,1-1-1 0 0,-1 1 0 0 0,-4 2 0 0 0,-1 1 71 0 0,-1 0-1 0 0,1-1 0 0 0,-1-1 0 0 0,0 1 0 0 0,-1-2 0 0 0,1 1 0 0 0,0-1 1 0 0,-1-1-1 0 0,0 1 0 0 0,0-2 0 0 0,0 1 0 0 0,-19-1 0 0 0,-3-1 58 0 0,-1-2 0 0 0,-47-9 0 0 0,78 11-261 0 0,0-1 0 0 0,0 1 0 0 0,0-1 0 0 0,0 1 0 0 0,1-1 0 0 0,-1 1 0 0 0,0-1 0 0 0,0 0 0 0 0,-2-2 0 0 0,3 3 6 0 0,1-1 0 0 0,-1 1 1 0 0,1 0-1 0 0,0-1 0 0 0,0 1 1 0 0,-1 0-1 0 0,1-1 0 0 0,0 1 0 0 0,0-1 1 0 0,-1 1-1 0 0,1 0 0 0 0,0-1 1 0 0,0 1-1 0 0,0-1 0 0 0,0 1 1 0 0,0-1-1 0 0,-1 1 0 0 0,1-1 0 0 0,0 1 1 0 0,0 0-1 0 0,0-1 0 0 0,0 1 1 0 0,0-1-1 0 0,1 1 0 0 0,-1-2 1 0 0,1 0-114 0 0,1-1 0 0 0,-1 1 1 0 0,1-1-1 0 0,0 1 1 0 0,-1-1-1 0 0,1 1 1 0 0,0 0-1 0 0,1 0 1 0 0,-1 0-1 0 0,3-2 0 0 0,247-175-6288 0 0,-75 59 3856 0 0,64-74-728 0 0,-213 167 3221 0 0,-1-2-1 0 0,-2 0 1 0 0,0-1-1 0 0,-2-2 1 0 0,36-67-1 0 0,-50 80 799 0 0,-2-1 0 0 0,-1 0 0 0 0,0 0 0 0 0,-2-1-1 0 0,3-28 1 0 0,-1 14 1038 0 0,-6 34-1726 0 0,0 0-1 0 0,0 1 1 0 0,1-1 0 0 0,-1 1-1 0 0,0-1 1 0 0,0 0 0 0 0,0 1-1 0 0,0-1 1 0 0,0 1-1 0 0,0-1 1 0 0,0 0 0 0 0,0 1-1 0 0,-1-1 1 0 0,1 1 0 0 0,0-1-1 0 0,0 0 1 0 0,0 1-1 0 0,-1-1 1 0 0,1 0 0 0 0,-8 4 530 0 0,-9 18 116 0 0,4 8-311 0 0,1 1 0 0 0,1 1-1 0 0,2 0 1 0 0,-6 33 0 0 0,-11 131 291 0 0,20-68-229 0 0,12 144 1 0 0,-6-259-372 0 0,0-6 29 0 0,1 0 0 0 0,-1 0 0 0 0,1 0-1 0 0,0 0 1 0 0,2 9 0 0 0,-2-14 36 0 0,3 1-2 0 0,-4-2-116 0 0,0 0 0 0 0,0 0 1 0 0,0 1-1 0 0,0-1 0 0 0,0 0 0 0 0,1 0 1 0 0,-1 0-1 0 0,0 0 0 0 0,0 1 1 0 0,0-1-1 0 0,1 0 0 0 0,-1 0 0 0 0,0 0 1 0 0,0 0-1 0 0,0 0 0 0 0,1 0 0 0 0,-1 0 1 0 0,0 0-1 0 0,0 1 0 0 0,1-1 0 0 0,-1 0 1 0 0,0 0-1 0 0,0 0 0 0 0,1 0 1 0 0,-1 0-1 0 0,0 0 0 0 0,0 0 0 0 0,1 0 1 0 0,-1-1-1 0 0,0 1 0 0 0,0 0 0 0 0,0 0 1 0 0,1 0-1 0 0,-1 0 0 0 0,0 0 0 0 0,0 0 1 0 0,1 0-1 0 0,-1 0 0 0 0,0-1 1 0 0,0 1-1 0 0,0 0 0 0 0,1 0 0 0 0,73-86 94 0 0,6-5-150 0 0,-68 78 2 0 0,1 2 0 0 0,0-1 0 0 0,1 2 0 0 0,28-17 0 0 0,-39 25 40 0 0,0 1 1 0 0,0-1 0 0 0,0 1 0 0 0,0 0 0 0 0,1 0-1 0 0,-1 0 1 0 0,0 0 0 0 0,0 1 0 0 0,1-1 0 0 0,-1 1-1 0 0,0 0 1 0 0,1 0 0 0 0,-1 0 0 0 0,0 0 0 0 0,0 1-1 0 0,1-1 1 0 0,-1 1 0 0 0,0 0 0 0 0,0 0 0 0 0,0 0-1 0 0,4 2 1 0 0,-3 0 14 0 0,0-1 0 0 0,0 1 0 0 0,-1 0 0 0 0,1 0 0 0 0,-1 0 0 0 0,0 1 1 0 0,1-1-1 0 0,-2 1 0 0 0,1 0 0 0 0,0 0 0 0 0,-1 0 0 0 0,0 0 0 0 0,0 0 0 0 0,3 9 0 0 0,8 29-301 0 0,-8-23-1082 0 0,15 34 0 0 0,-18-48 706 0 0,1 0-1 0 0,0 0 1 0 0,0 0 0 0 0,0-1 0 0 0,0 1-1 0 0,1-1 1 0 0,0 0 0 0 0,0 0 0 0 0,0 0-1 0 0,0 0 1 0 0,6 3 0 0 0,5 2-3934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75 230 2120 0 0,'24'-134'14027'0'0,"-35"145"-13394"0"0,3 1-467 0 0,0 0 0 0 0,2 1 0 0 0,-1 0 1 0 0,2 0-1 0 0,-1 1 0 0 0,2 0 1 0 0,-4 16-1 0 0,2-7-44 0 0,-1 0-23 0 0,1 1-1 0 0,-3 34 1 0 0,8-51-68 0 0,0 1 0 0 0,1 0-1 0 0,0-1 1 0 0,0 1 0 0 0,1-1-1 0 0,0 1 1 0 0,1-1 0 0 0,-1 1-1 0 0,1-1 1 0 0,1 0 0 0 0,5 14-1 0 0,-6-18-15 0 0,0 0-1 0 0,0 0 1 0 0,0 0-1 0 0,1 0 1 0 0,-1-1-1 0 0,1 1 1 0 0,-1-1-1 0 0,1 0 1 0 0,0 0-1 0 0,0 0 0 0 0,0 0 1 0 0,0 0-1 0 0,0-1 1 0 0,0 0-1 0 0,6 2 1 0 0,-4-1 0 0 0,1-1 1 0 0,0 0-1 0 0,0-1 0 0 0,0 1 1 0 0,0-1-1 0 0,0 0 1 0 0,0-1-1 0 0,9-1 1 0 0,-2-1-2 0 0,-1 0 1 0 0,0-1-1 0 0,0 0 1 0 0,-1-1-1 0 0,1 0 1 0 0,-1-1-1 0 0,0-1 1 0 0,12-8-1 0 0,-10 4-8 0 0,-1 0-1 0 0,0 0 1 0 0,-1-1-1 0 0,0-1 1 0 0,-1 0-1 0 0,0-1 1 0 0,-1 1-1 0 0,-1-2 1 0 0,0 1-1 0 0,-1-1 1 0 0,7-21 0 0 0,-11 27-12 0 0,0-1 0 0 0,0 0 1 0 0,-1 0-1 0 0,-1 0 0 0 0,1 0 1 0 0,-2 0-1 0 0,1 0 0 0 0,-1 0 1 0 0,-1 0-1 0 0,0 0 0 0 0,0 0 1 0 0,-1 0-1 0 0,0 0 0 0 0,-1 1 1 0 0,0-1-1 0 0,0 1 0 0 0,-1-1 1 0 0,-1 1-1 0 0,-9-15 0 0 0,11 19-6 0 0,-1 1-1 0 0,1-1 1 0 0,-1 1-1 0 0,0 0 1 0 0,0 0-1 0 0,0 1 1 0 0,-1-1-1 0 0,1 1 1 0 0,-1 0-1 0 0,0 0 1 0 0,0 0-1 0 0,0 1 1 0 0,0 0-1 0 0,0 0 1 0 0,-1 0-1 0 0,-5-1 1 0 0,4 2 16 0 0,-1 0 1 0 0,1 1 0 0 0,0 0 0 0 0,0 0 0 0 0,0 1 0 0 0,0 0 0 0 0,0 0 0 0 0,0 1-1 0 0,0 0 1 0 0,0 0 0 0 0,-9 5 0 0 0,3-1-102 0 0,0 1-1 0 0,0 1 1 0 0,0 0-1 0 0,1 1 0 0 0,1 0 1 0 0,-1 1-1 0 0,1 0 1 0 0,1 1-1 0 0,0 0 1 0 0,1 1-1 0 0,-13 21 1 0 0,18-27-230 0 0,0 1 0 0 0,1 0 1 0 0,0 1-1 0 0,0-1 1 0 0,1 1-1 0 0,0-1 0 0 0,0 1 1 0 0,1-1-1 0 0,0 1 0 0 0,0 0 1 0 0,1 13-1 0 0,0-17 16 0 0,0-1 0 0 0,1 1-1 0 0,0 0 1 0 0,0-1-1 0 0,0 1 1 0 0,0-1 0 0 0,1 1-1 0 0,-1-1 1 0 0,1 0 0 0 0,0 1-1 0 0,0-1 1 0 0,0 0 0 0 0,0 0-1 0 0,1 0 1 0 0,-1-1 0 0 0,1 1-1 0 0,0 0 1 0 0,-1-1 0 0 0,1 0-1 0 0,0 0 1 0 0,1 0 0 0 0,-1 0-1 0 0,0 0 1 0 0,0 0 0 0 0,1-1-1 0 0,4 2 1 0 0,12 3-2985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7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24 193 2568 0 0,'26'-54'12070'0'0,"-27"56"-11699"0"0,-11 31 335 0 0,2 0 0 0 0,-9 54 0 0 0,16-66-614 0 0,0 1 0 0 0,2-1 1 0 0,1 1-1 0 0,0-1 0 0 0,5 32 0 0 0,-4-49-73 0 0,0 0-1 0 0,-1 0 1 0 0,1 0-1 0 0,1 0 1 0 0,-1 0 0 0 0,1-1-1 0 0,-1 1 1 0 0,1 0-1 0 0,0-1 1 0 0,1 1-1 0 0,-1-1 1 0 0,0 0-1 0 0,1 0 1 0 0,0 0-1 0 0,0 0 1 0 0,0 0 0 0 0,0 0-1 0 0,0-1 1 0 0,7 5-1 0 0,-6-6-19 0 0,-1 0-1 0 0,1 0 0 0 0,0 0 1 0 0,-1 0-1 0 0,1 0 1 0 0,0-1-1 0 0,0 0 0 0 0,0 0 1 0 0,0 0-1 0 0,0 0 0 0 0,-1 0 1 0 0,1-1-1 0 0,0 0 1 0 0,0 1-1 0 0,0-1 0 0 0,-1-1 1 0 0,1 1-1 0 0,-1-1 0 0 0,1 1 1 0 0,-1-1-1 0 0,4-3 1 0 0,6-3-53 0 0,-1-1 1 0 0,0-1-1 0 0,-1 0 1 0 0,0 0-1 0 0,-1-1 1 0 0,0-1 0 0 0,-1 0-1 0 0,14-22 1 0 0,0-6 212 0 0,26-64 1 0 0,-49 102-201 0 0,1 2-18 0 0,-1 0 58 0 0,1 1-1 0 0,-1-1 0 0 0,1 0 0 0 0,-1 0 0 0 0,1 1 1 0 0,-1-1-1 0 0,0 0 0 0 0,1 0 0 0 0,-1 1 0 0 0,1-1 0 0 0,-1 1 1 0 0,0-1-1 0 0,1 0 0 0 0,-1 1 0 0 0,0-1 0 0 0,0 1 1 0 0,1-1-1 0 0,-1 0 0 0 0,0 1 0 0 0,0-1 0 0 0,0 1 0 0 0,0-1 1 0 0,1 1-1 0 0,-1-1 0 0 0,0 1 0 0 0,0-1 0 0 0,0 1 1 0 0,0-1-1 0 0,0 2 0 0 0,0 18-13 0 0,0-16 10 0 0,0 12-2 0 0,0 15 28 0 0,5 49 0 0 0,-4-73 1 0 0,1 1 1 0 0,-1-1-1 0 0,1 0 1 0 0,0 1 0 0 0,1-1-1 0 0,-1 0 1 0 0,2-1-1 0 0,-1 1 1 0 0,1 0 0 0 0,0-1-1 0 0,0 0 1 0 0,6 8-1 0 0,-7-12-10 0 0,0 0 0 0 0,-1 1 0 0 0,1-1 0 0 0,0 0 0 0 0,0-1 0 0 0,0 1 0 0 0,0 0 0 0 0,0-1 0 0 0,1 0 0 0 0,-1 1 0 0 0,0-1-1 0 0,1-1 1 0 0,-1 1 0 0 0,1 0 0 0 0,3-1 0 0 0,-1 0 2 0 0,0 0-1 0 0,0 0 0 0 0,0-1 1 0 0,0 0-1 0 0,0 0 1 0 0,0-1-1 0 0,0 0 0 0 0,6-2 1 0 0,-1-1-1 0 0,0-1 0 0 0,0 1 0 0 0,-1-2 0 0 0,0 0 0 0 0,-1 0 0 0 0,1 0 0 0 0,-1-1 1 0 0,9-12-1 0 0,-6 5-8 0 0,-1 0 1 0 0,-1-1 0 0 0,-1 0 0 0 0,0 0-1 0 0,-1-1 1 0 0,-1-1 0 0 0,0 1 0 0 0,-1-1 0 0 0,6-37-1 0 0,-9 33-16 0 0,0-1-1 0 0,-1 0 1 0 0,-2 0-1 0 0,0 0 1 0 0,-2 0-1 0 0,0 0 1 0 0,-11-40-1 0 0,13 62 6 0 0,0-1 0 0 0,0 1 0 0 0,0 0 0 0 0,-1-1 1 0 0,1 1-1 0 0,-1 0 0 0 0,1 0 0 0 0,-1 0 0 0 0,1-1 0 0 0,-1 1 0 0 0,0 0 0 0 0,0 0 0 0 0,1 0 0 0 0,-1 0 1 0 0,0 0-1 0 0,0 0 0 0 0,0 0 0 0 0,0 0 0 0 0,0 1 0 0 0,0-1 0 0 0,0 0 0 0 0,0 1 0 0 0,-1-1 1 0 0,1 0-1 0 0,0 1 0 0 0,0-1 0 0 0,-1 1 0 0 0,1 0 0 0 0,0-1 0 0 0,0 1 0 0 0,-1 0 0 0 0,1 0 0 0 0,-2 0 1 0 0,-1 1-7 0 0,1 0 0 0 0,-1 0 0 0 0,0 0 0 0 0,1 0 0 0 0,-1 1 0 0 0,1 0 1 0 0,0-1-1 0 0,-1 1 0 0 0,1 0 0 0 0,0 1 0 0 0,-4 3 0 0 0,3-3 10 0 0,1 0 0 0 0,-1 1-1 0 0,1-1 1 0 0,0 1 0 0 0,0 0-1 0 0,0 0 1 0 0,1 0 0 0 0,-1 1-1 0 0,1-1 1 0 0,0 0-1 0 0,0 1 1 0 0,0 0 0 0 0,1-1-1 0 0,0 1 1 0 0,0 0 0 0 0,-1 6-1 0 0,2-8 14 0 0,0 1-1 0 0,0-1 0 0 0,0 1 1 0 0,1-1-1 0 0,-1 1 0 0 0,1-1 0 0 0,0 0 1 0 0,0 1-1 0 0,0-1 0 0 0,0 0 0 0 0,1 1 1 0 0,-1-1-1 0 0,1 0 0 0 0,0 0 1 0 0,0 0-1 0 0,0 0 0 0 0,0-1 0 0 0,0 1 1 0 0,1-1-1 0 0,-1 1 0 0 0,1-1 0 0 0,0 0 1 0 0,3 3-1 0 0,6 1 3 0 0,0 0 0 0 0,0 0 0 0 0,0-2 0 0 0,1 1 0 0 0,0-2 0 0 0,0 1 1 0 0,0-2-1 0 0,0 0 0 0 0,22 1 0 0 0,12-2-969 0 0,64-8 1 0 0,37-12-2648 0 0,-49 1-1545 0 0,-35 3-184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9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1 740 120 0 0,'0'0'7719'0'0,"5"8"-6756"0"0,-2-1-803 0 0,0 1-1 0 0,0-1 1 0 0,0-1-1 0 0,1 1 1 0 0,-1 0-1 0 0,2-1 1 0 0,-1 0-1 0 0,1 0 1 0 0,0 0-1 0 0,9 8 1 0 0,-10-11-142 0 0,0 0-1 0 0,0 0 1 0 0,0 0 0 0 0,1-1 0 0 0,0 0 0 0 0,-1 1-1 0 0,1-2 1 0 0,0 1 0 0 0,0 0 0 0 0,0-1 0 0 0,0 0 0 0 0,0 0-1 0 0,0-1 1 0 0,0 1 0 0 0,0-1 0 0 0,10-1 0 0 0,2-1-9 0 0,-1-1 0 0 0,-1 0 1 0 0,1-2-1 0 0,0 1 0 0 0,-1-2 1 0 0,0 0-1 0 0,0-1 0 0 0,26-17 0 0 0,-22 11-23 0 0,-1-1 0 0 0,0-1 0 0 0,-1-1 0 0 0,0 0 0 0 0,22-31 0 0 0,-10 6-3 0 0,-2-2-1 0 0,-2-1 1 0 0,-2 0-1 0 0,-2-2 0 0 0,17-53 1 0 0,-17 41 57 0 0,-3 0 0 0 0,-3-2 0 0 0,13-104 0 0 0,-28 147-142 0 0,-5 26 83 0 0,-7 29-14 0 0,-22 99 237 0 0,-23 193 0 0 0,55-315-173 0 0,1-1 0 0 0,1 1 0 0 0,0 0 0 0 0,1-1 0 0 0,1 1-1 0 0,6 25 1 0 0,-7-35-57 0 0,0-1 0 0 0,1 1-1 0 0,0 0 1 0 0,0-1 0 0 0,1 1-1 0 0,-1-1 1 0 0,1 0 0 0 0,0 0-1 0 0,0 0 1 0 0,0 0 0 0 0,1 0 0 0 0,0-1-1 0 0,-1 1 1 0 0,1-1 0 0 0,0 0-1 0 0,0 0 1 0 0,1-1 0 0 0,-1 1-1 0 0,1-1 1 0 0,-1 0 0 0 0,1 0 0 0 0,0 0-1 0 0,5 1 1 0 0,1-1-216 0 0,1 0 0 0 0,0-1 0 0 0,-1-1 0 0 0,1 1-1 0 0,0-2 1 0 0,0 1 0 0 0,-1-2 0 0 0,1 0 0 0 0,0 0 0 0 0,-1-1 0 0 0,0 0 0 0 0,1-1 0 0 0,-2 0-1 0 0,1-1 1 0 0,12-7 0 0 0,-8 3 92 0 0,-1 0 1 0 0,0-1-1 0 0,-1 0 0 0 0,0-1 0 0 0,0-1 0 0 0,-1 0 1 0 0,-1 0-1 0 0,0-1 0 0 0,18-28 0 0 0,-4-8 480 0 0,-1-1 0 0 0,-2-1-1 0 0,-3-1 1 0 0,-2-1 0 0 0,13-66-1 0 0,-5-28 3095 0 0,-25 140-3169 0 0,-4 10-60 0 0,-4 12-12 0 0,-20 64 520 0 0,5 1 0 0 0,-22 123 1 0 0,45-201-700 0 0,-11 55 249 0 0,3 0 0 0 0,2 0-1 0 0,4 113 1 0 0,2-169-243 0 0,0 0 1 0 0,0 0-1 0 0,0 0 0 0 0,0 0 0 0 0,0 0 0 0 0,0 0 0 0 0,0 0 1 0 0,0 0-1 0 0,1 0 0 0 0,-1 0 0 0 0,0 0 0 0 0,1 0 0 0 0,-1 0 1 0 0,1 0-1 0 0,-1 0 0 0 0,1 0 0 0 0,-1 0 0 0 0,1 0 0 0 0,0 0 1 0 0,-1 0-1 0 0,1-1 0 0 0,0 1 0 0 0,0 0 0 0 0,0-1 0 0 0,0 1 0 0 0,-1 0 1 0 0,2 0-1 0 0,0-1-9 0 0,0-1 0 0 0,0 1 0 0 0,-1 0 0 0 0,1 0 0 0 0,-1-1 0 0 0,1 1 0 0 0,0-1 0 0 0,-1 0 1 0 0,1 1-1 0 0,-1-1 0 0 0,1 0 0 0 0,-1 0 0 0 0,1 0 0 0 0,-1 0 0 0 0,0 0 0 0 0,0 0 0 0 0,3-3 0 0 0,38-39-33 0 0,62-84 0 0 0,-20 23-58 0 0,-83 103 90 0 0,6-8-45 0 0,1 0 0 0 0,-1 0 0 0 0,1 1 1 0 0,1 1-1 0 0,0 0 0 0 0,0 0 0 0 0,0 0 1 0 0,13-6-1 0 0,-21 13 45 0 0,0 0-1 0 0,0 0 1 0 0,0 0 0 0 0,1 0 0 0 0,-1 0 0 0 0,0 0-1 0 0,0 0 1 0 0,0 0 0 0 0,1 0 0 0 0,-1 0-1 0 0,0 1 1 0 0,0-1 0 0 0,0 1 0 0 0,0-1-1 0 0,1 1 1 0 0,-1-1 0 0 0,0 1 0 0 0,0-1-1 0 0,0 1 1 0 0,0 0 0 0 0,0 0 0 0 0,-1 0-1 0 0,1-1 1 0 0,1 3 0 0 0,16 22 227 0 0,-15-17-144 0 0,-1-1-1 0 0,0 1 1 0 0,0-1 0 0 0,-1 1 0 0 0,0 0 0 0 0,0 15 0 0 0,-6 51 199 0 0,2-28-113 0 0,2-36-123 0 0,0 2-51 0 0,0 1 0 0 0,2-1 1 0 0,-1 1-1 0 0,1-1 0 0 0,4 19 1 0 0,-4-27-127 0 0,0-1 0 0 0,1 0 0 0 0,-1 0 0 0 0,0 0 0 0 0,1-1 0 0 0,0 1 0 0 0,-1 0 0 0 0,1 0 0 0 0,0-1 0 0 0,0 1 0 0 0,1-1 0 0 0,-1 0 0 0 0,0 0 0 0 0,1 0 0 0 0,0 0 0 0 0,-1 0 0 0 0,1 0 0 0 0,0-1 0 0 0,0 1 0 0 0,0-1 0 0 0,0 0 0 0 0,0 0-1 0 0,0 0 1 0 0,0 0 0 0 0,0 0 0 0 0,5 0 0 0 0,5-1-665 0 0,-1 1-1 0 0,0-1 0 0 0,0-1 1 0 0,0 0-1 0 0,0-1 0 0 0,0-1 1 0 0,0 1-1 0 0,17-8 0 0 0,1-1-1649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187 518 1476 0 0,'6'-12'936'0'0,"-1"0"-1"0"0,0-1 0 0 0,-1 1 1 0 0,0-1-1 0 0,-1 0 1 0 0,0 0-1 0 0,-1 0 0 0 0,-1 0 1 0 0,0 0-1 0 0,-1 0 1 0 0,-1-18-1 0 0,1 31-915 0 0,-1-1 1 0 0,1 1-1 0 0,0-1 0 0 0,0 1 0 0 0,0-1 1 0 0,0 1-1 0 0,-1-1 0 0 0,1 1 0 0 0,0-1 1 0 0,0 1-1 0 0,-1 0 0 0 0,1-1 0 0 0,0 1 1 0 0,-1-1-1 0 0,1 1 0 0 0,-1 0 0 0 0,1-1 1 0 0,0 1-1 0 0,-1 0 0 0 0,1-1 0 0 0,-1 1 1 0 0,1 0-1 0 0,-1 0 0 0 0,1-1 0 0 0,-1 1 1 0 0,1 0-1 0 0,-1 0 0 0 0,1 0 0 0 0,-1 0 1 0 0,1 0-1 0 0,-1 0 0 0 0,1 0 0 0 0,-1 0 1 0 0,0 0-1 0 0,0 0 0 0 0,-15 3 158 0 0,15-3-187 0 0,-4 2 49 0 0,0 0 1 0 0,0 0-1 0 0,0 1 0 0 0,0 0 0 0 0,0 0 0 0 0,1 0 0 0 0,-1 0 0 0 0,1 1 1 0 0,-6 6-1 0 0,-30 38 193 0 0,37-44-219 0 0,-10 14 48 0 0,1 1-1 0 0,0 0 1 0 0,1 1 0 0 0,2 0 0 0 0,-9 23-1 0 0,15-33-31 0 0,0-1 0 0 0,0 1 0 0 0,1 0 0 0 0,0 0 0 0 0,0 0 0 0 0,1 0 0 0 0,1 0-1 0 0,0 1 1 0 0,0-1 0 0 0,1 0 0 0 0,0 0 0 0 0,1 0 0 0 0,4 15 0 0 0,-5-22-32 0 0,1 0-1 0 0,-1 0 1 0 0,0 0 0 0 0,1 0 0 0 0,0 0 0 0 0,0 0 0 0 0,0 0 0 0 0,0-1-1 0 0,0 1 1 0 0,0-1 0 0 0,1 1 0 0 0,-1-1 0 0 0,1 0 0 0 0,-1 0 0 0 0,1 0-1 0 0,0 0 1 0 0,0-1 0 0 0,0 1 0 0 0,0-1 0 0 0,0 0 0 0 0,0 0 0 0 0,0 0-1 0 0,1 0 1 0 0,-1 0 0 0 0,0-1 0 0 0,1 1 0 0 0,-1-1 0 0 0,0 0 0 0 0,1 0-1 0 0,-1 0 1 0 0,4-1 0 0 0,0 0-36 0 0,0-1 0 0 0,0 0 0 0 0,-1 0 0 0 0,1 0-1 0 0,0-1 1 0 0,-1 0 0 0 0,0 0 0 0 0,0-1 0 0 0,0 1 0 0 0,0-1 0 0 0,0-1-1 0 0,-1 1 1 0 0,0-1 0 0 0,6-6 0 0 0,1-4-10 0 0,0-1 0 0 0,-1-1-1 0 0,-1 0 1 0 0,11-26 0 0 0,25-75 179 0 0,-17 38 648 0 0,-27 76-789 0 0,0-3 7 0 0,-2 5 14 0 0,2 4 7 0 0,-1 1 0 0 0,0 0 0 0 0,-1-1 0 0 0,1 1 0 0 0,0 0 0 0 0,-1 0 0 0 0,1 0 0 0 0,-1 0 0 0 0,0 0 0 0 0,0-1-1 0 0,0 1 1 0 0,-1 4 0 0 0,0 2 32 0 0,0 44 215 0 0,0-15-73 0 0,4 44-1 0 0,-2-71-155 0 0,1 0 0 0 0,0 0-1 0 0,1 0 1 0 0,0 0 0 0 0,0 0-1 0 0,1-1 1 0 0,1 0 0 0 0,8 15-1 0 0,-10-20-112 0 0,1 0-1 0 0,0 0 0 0 0,0 0 0 0 0,1-1 0 0 0,-1 0 0 0 0,1 0 0 0 0,0 0 0 0 0,0 0 0 0 0,0-1 0 0 0,1 0 0 0 0,-1 0 0 0 0,1 0 0 0 0,-1-1 0 0 0,1 0 0 0 0,0 0 0 0 0,0 0 0 0 0,0-1 0 0 0,0 0 0 0 0,1 0 0 0 0,-1 0 0 0 0,0-1 0 0 0,0 0 0 0 0,11-1 0 0 0,-4-1-276 0 0,0 0 0 0 0,-1 0 0 0 0,1-1 1 0 0,-1-1-1 0 0,0 0 0 0 0,1-1 0 0 0,-2 0 0 0 0,1-1 0 0 0,-1 0 0 0 0,16-11 0 0 0,-6-1 93 0 0,-1 0-1 0 0,0-2 1 0 0,-2 0-1 0 0,0-1 1 0 0,-1 0-1 0 0,-1-2 1 0 0,-1 0-1 0 0,-2 0 1 0 0,17-38-1 0 0,5-26 986 0 0,34-125 1 0 0,-68 208-661 0 0,40-178 5204 0 0,-42 175-4900 0 0,-3 9 318 0 0,-4 13-71 0 0,-24 95 1098 0 0,6 0-1 0 0,-19 176 1 0 0,43-270-1656 0 0,-6 73 166 0 0,8-79-201 0 0,0 0 0 0 0,0 0-1 0 0,1 0 1 0 0,1 0 0 0 0,0 0 0 0 0,5 15 0 0 0,-6-22-28 0 0,0-1 1 0 0,1 1 0 0 0,0 0 0 0 0,-1-1 0 0 0,1 1-1 0 0,0-1 1 0 0,1 0 0 0 0,-1 1 0 0 0,0-1 0 0 0,1 0-1 0 0,-1 0 1 0 0,1 0 0 0 0,-1-1 0 0 0,1 1 0 0 0,0-1-1 0 0,0 1 1 0 0,0-1 0 0 0,0 0 0 0 0,0 0 0 0 0,0 0-1 0 0,0-1 1 0 0,0 1 0 0 0,0-1 0 0 0,0 0 0 0 0,0 1-1 0 0,6-2 1 0 0,3 1-362 0 0,1-1-1 0 0,-1-1 1 0 0,1 0-1 0 0,-1 0 1 0 0,16-6-1 0 0,-8 1-853 0 0,0-2 0 0 0,-1 1-1 0 0,30-20 1 0 0,-30 16-1851 0 0,24-22-1 0 0,-13 5-3104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4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35 380 0 0,'-67'-3'11015'0'0,"2"-1"-3861"0"0,61 4-6380 0 0,8 0-645 0 0,34 2-691 0 0,0-3 1 0 0,43-5-1 0 0,24-11-8825 0 0,-81 12 3411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 2220 0 0,'-159'8'14556'0'0,"312"-8"-13170"0"0,54 1-3726 0 0,-69 2-2253 0 0,-82-2 1541 0 0,20 1-2721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1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889 161 1536 0 0,'63'-100'11060'0'0,"-61"97"-10576"0"0,0 0-1 0 0,-1 0 0 0 0,1 0 0 0 0,-1-1 0 0 0,0 1 0 0 0,0 0 0 0 0,0 0 0 0 0,0-1 0 0 0,-1 1 0 0 0,1-1 1 0 0,-1-6-1 0 0,0 9-455 0 0,0 1 0 0 0,-1-1 1 0 0,1 1-1 0 0,0-1 0 0 0,-1 0 0 0 0,1 1 1 0 0,-1-1-1 0 0,1 1 0 0 0,-1-1 1 0 0,1 1-1 0 0,-1-1 0 0 0,1 1 0 0 0,-1-1 1 0 0,0 1-1 0 0,1 0 0 0 0,-1-1 1 0 0,0 1-1 0 0,1 0 0 0 0,-1 0 1 0 0,0-1-1 0 0,1 1 0 0 0,-2 0 0 0 0,-16-3 105 0 0,16 3-130 0 0,-14-1 23 0 0,0 0 0 0 0,-1 1 0 0 0,1 1 0 0 0,-24 4 1 0 0,-64 18-115 0 0,78-17 99 0 0,-29 8-66 0 0,-57 22-1 0 0,96-30 37 0 0,0 1-1 0 0,0 0 0 0 0,1 2 1 0 0,0 0-1 0 0,1 0 0 0 0,0 1 1 0 0,0 1-1 0 0,-12 13 0 0 0,19-16 33 0 0,1 0-1 0 0,0 1 0 0 0,1 0 0 0 0,-1 0 0 0 0,2 0 0 0 0,-1 1 0 0 0,1 0 1 0 0,1 0-1 0 0,0 0 0 0 0,0 0 0 0 0,1 0 0 0 0,0 0 0 0 0,1 1 0 0 0,0-1 1 0 0,1 17-1 0 0,2 15 437 0 0,2 0 0 0 0,15 65 0 0 0,-10-61 16 0 0,6 55 56 0 0,-4 0-1 0 0,-5 1 1 0 0,-8 113-1 0 0,-44 306 1263 0 0,45-510-1700 0 0,-93 556 2245 0 0,-33-6-1218 0 0,78-353-942 0 0,32-137-133 0 0,-2 7-12 0 0,-14 116-1 0 0,33-186-21 0 0,-2 4 33 0 0,1 0 1 0 0,1 1 0 0 0,0-1-1 0 0,0 0 1 0 0,3 13 0 0 0,-2-21-24 0 0,0-1 0 0 0,0 0 0 0 0,0 1 1 0 0,1-1-1 0 0,-1 0 0 0 0,1 0 0 0 0,0 0 1 0 0,0 0-1 0 0,0 0 0 0 0,0 0 0 0 0,0-1 1 0 0,0 1-1 0 0,1-1 0 0 0,0 1 0 0 0,-1-1 0 0 0,1 0 1 0 0,0 0-1 0 0,0 0 0 0 0,0 0 0 0 0,0-1 1 0 0,0 1-1 0 0,5 0 0 0 0,3 2 1 0 0,1-1-1 0 0,0 0 1 0 0,0-1 0 0 0,0-1 0 0 0,17 1-1 0 0,64-5-69 0 0,-67 2 15 0 0,774-69-4413 0 0,-695 58 3121 0 0,-25 5-65 0 0,124-18-3089 0 0,-165 18 1584 0 0,53-18 1 0 0,-86 23 1887 0 0,1 0 1 0 0,-1-1 0 0 0,0 0-1 0 0,9-6 1 0 0,0-3-3032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2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357 169 872 0 0,'3'-2'897'0'0,"0"-1"0"0"0,-1 1 0 0 0,1-1 0 0 0,-1 0 0 0 0,0 1 0 0 0,0-1 0 0 0,0 0 0 0 0,0 0 0 0 0,2-6 0 0 0,-2 3-75 0 0,0 0-1 0 0,0 0 0 0 0,0 0 0 0 0,-1-1 0 0 0,1-6 0 0 0,-1 8-530 0 0,-1-1 0 0 0,0 1 0 0 0,0 0 0 0 0,0-1 0 0 0,0 1 0 0 0,-1 0 0 0 0,0-1 0 0 0,0 1 0 0 0,-1 0 0 0 0,1 0 0 0 0,-1 0-1 0 0,0 0 1 0 0,-5-8 0 0 0,6 12-276 0 0,0 0 0 0 0,0 0 0 0 0,0 0-1 0 0,0 0 1 0 0,0 0 0 0 0,0 1-1 0 0,-1-1 1 0 0,1 0 0 0 0,0 1-1 0 0,0-1 1 0 0,-1 1 0 0 0,1 0 0 0 0,0-1-1 0 0,0 1 1 0 0,-1 0 0 0 0,1 0-1 0 0,-1-1 1 0 0,1 1 0 0 0,-2 1 0 0 0,-27 5 56 0 0,16 0-62 0 0,0 2 0 0 0,0 0 0 0 0,1 0 0 0 0,0 2-1 0 0,0-1 1 0 0,1 2 0 0 0,-20 20 0 0 0,0 6-7 0 0,-34 49-1 0 0,47-57 0 0 0,-27 49-1 0 0,40-68-2 0 0,1 1 0 0 0,1 0 0 0 0,0 1-1 0 0,0-1 1 0 0,1 1 0 0 0,1 0 0 0 0,0 0-1 0 0,-1 16 1 0 0,3-26 4 0 0,0 1 1 0 0,0 0-1 0 0,0-1 1 0 0,1 1-1 0 0,-1 0 0 0 0,1-1 1 0 0,-1 1-1 0 0,1 0 1 0 0,0-1-1 0 0,0 1 0 0 0,0-1 1 0 0,0 1-1 0 0,1-1 0 0 0,-1 0 1 0 0,0 1-1 0 0,1-1 1 0 0,0 0-1 0 0,0 0 0 0 0,-1 0 1 0 0,1 0-1 0 0,0 0 1 0 0,1-1-1 0 0,-1 1 0 0 0,0-1 1 0 0,0 1-1 0 0,1-1 0 0 0,2 1 1 0 0,-1 0 0 0 0,0-1 0 0 0,-1-1 0 0 0,1 1 0 0 0,0-1 0 0 0,0 1 0 0 0,0-1 0 0 0,0 0 0 0 0,0 0 0 0 0,0-1 0 0 0,0 1 0 0 0,0-1 0 0 0,-1 0 0 0 0,1 0 0 0 0,0 0 0 0 0,0-1 0 0 0,-1 1 0 0 0,1-1 0 0 0,5-3 0 0 0,2-3 2 0 0,0-1 0 0 0,0 1 0 0 0,-1-2-1 0 0,0 1 1 0 0,0-1 0 0 0,-1-1 0 0 0,0 0 0 0 0,-1 0 0 0 0,12-23 0 0 0,-3-1 5 0 0,-1-1 1 0 0,14-46-1 0 0,-28 77 21 0 0,10-27-257 0 0,-12 31 223 0 0,0 1 1 0 0,0 0 0 0 0,0 0-1 0 0,0 0 1 0 0,0 0-1 0 0,0 0 1 0 0,0 0-1 0 0,0 0 1 0 0,0 0 0 0 0,0-1-1 0 0,0 1 1 0 0,0 0-1 0 0,0 0 1 0 0,0 0-1 0 0,0 0 1 0 0,0 0-1 0 0,0 0 1 0 0,0 0 0 0 0,0 0-1 0 0,0-1 1 0 0,1 1-1 0 0,-1 0 1 0 0,0 0-1 0 0,0 0 1 0 0,0 0 0 0 0,0 0-1 0 0,0 0 1 0 0,0 0-1 0 0,0 0 1 0 0,0 0-1 0 0,0 0 1 0 0,0 0 0 0 0,1 0-1 0 0,-1 0 1 0 0,0 0-1 0 0,0-1 1 0 0,0 1-1 0 0,0 0 1 0 0,0 0 0 0 0,0 0-1 0 0,0 0 1 0 0,0 0-1 0 0,1 0 1 0 0,-1 0-1 0 0,0 0 1 0 0,0 0-1 0 0,0 0 1 0 0,0 0 0 0 0,0 0-1 0 0,0 0 1 0 0,0 1-1 0 0,0-1 1 0 0,1 0-1 0 0,-1 0 1 0 0,0 0 0 0 0,0 0-1 0 0,0 0 1 0 0,0 0-1 0 0,0 0 1 0 0,0 0-1 0 0,0 0 1 0 0,0 0 0 0 0,0 0-1 0 0,0 0 1 0 0,1 20 3 0 0,-6 38 155 0 0,2-28 0 0 0,0 48-1 0 0,4-68-168 0 0,0-1-1 0 0,0 1 1 0 0,1 0 0 0 0,0-1-1 0 0,1 1 1 0 0,0-1-1 0 0,0 0 1 0 0,10 18 0 0 0,-9-22-278 0 0,-1 0 1 0 0,1 0-1 0 0,0 0 1 0 0,0-1-1 0 0,1 0 1 0 0,0 1-1 0 0,-1-2 1 0 0,1 1-1 0 0,1 0 1 0 0,-1-1-1 0 0,0 0 1 0 0,11 4-1 0 0,-7-3-1573 0 0,1-1-1 0 0,0 0 1 0 0,19 3-1 0 0,-5-3-3958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2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2568 0 0,'3'-12'2753'0'0,"6"-17"9148"0"0,-5 21-10594 0 0,-3 6-855 0 0,1 1-329 0 0,1 0-1 0 0,-1-1 1 0 0,1 1 0 0 0,-1 0-1 0 0,1 0 1 0 0,-1 1 0 0 0,1-1-1 0 0,0 0 1 0 0,2 1-1 0 0,-5 0-114 0 0,57-8 646 0 0,62 0 0 0 0,-25 3-1998 0 0,-1-7-5173 0 0,-89 11 5727 0 0,1 0-128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2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17 948 0 0,'-47'-16'14611'0'0,"43"17"-13534"0"0,4-1-1038 0 0,0 0 0 0 0,-1 0 0 0 0,1 0 0 0 0,0 0 0 0 0,0 0 0 0 0,-1 0 0 0 0,1 0 0 0 0,0 0 0 0 0,0 0-1 0 0,-1 0 1 0 0,1 0 0 0 0,0 0 0 0 0,0 0 0 0 0,-1 0 0 0 0,1 0 0 0 0,0 1 0 0 0,0-1 0 0 0,-1 0 0 0 0,1 0 0 0 0,0 0 0 0 0,0 0 0 0 0,0 1 0 0 0,-1-1 0 0 0,1 0 0 0 0,0 0 0 0 0,0 0 0 0 0,0 1 0 0 0,0-1 0 0 0,-1 0 0 0 0,1 0 0 0 0,0 1 0 0 0,0-1 0 0 0,0 0 0 0 0,-5 32 1013 0 0,2-1 0 0 0,2 1 0 0 0,3 56 0 0 0,0 15-672 0 0,-2-5-1709 0 0,2-83-174 0 0,0-1 0 0 0,5 21 0 0 0,-6-32 837 0 0,0 0 0 0 0,0 0 0 0 0,0 0 0 0 0,1 0 0 0 0,-1 0 0 0 0,1 0 0 0 0,0-1 0 0 0,0 1 0 0 0,0 0 0 0 0,0-1 0 0 0,0 0 0 0 0,3 3 0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2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77 836 0 0,'1'-15'3336'0'0,"3"3"-419"0"0,-1-8 4695 0 0,0 5-3895 0 0,-1 1-1289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3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9 184 0 0,'-1'-9'14059'0'0,"-6"26"-13469"0"0,1 0 0 0 0,0 0 0 0 0,2 0 0 0 0,0 0 0 0 0,-3 31 1 0 0,3-21-283 0 0,4-25-286 0 0,-12 95 652 0 0,11-86-604 0 0,1 1 1 0 0,0-1-1 0 0,1 0 0 0 0,0 0 1 0 0,1 0-1 0 0,5 19 0 0 0,-5-27-123 0 0,-1 0-1 0 0,1 0 1 0 0,0 0-1 0 0,0 0 0 0 0,0 0 1 0 0,0-1-1 0 0,0 1 1 0 0,0-1-1 0 0,1 1 1 0 0,-1-1-1 0 0,1 0 0 0 0,0 0 1 0 0,0 0-1 0 0,-1-1 1 0 0,1 1-1 0 0,0 0 0 0 0,0-1 1 0 0,1 0-1 0 0,-1 0 1 0 0,0 0-1 0 0,0 0 0 0 0,1 0 1 0 0,-1-1-1 0 0,0 0 1 0 0,1 1-1 0 0,-1-1 1 0 0,5-1-1 0 0,5 1-1499 0 0,1-1-1 0 0,0-1 1 0 0,-1 0-1 0 0,1-1 1 0 0,16-6-1 0 0,-1-1-4501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4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74 1788 0 0,'2'-13'3122'0'0,"-1"10"-2316"0"0,0 0-1 0 0,0 0 0 0 0,-1 0 0 0 0,1 0 0 0 0,-1-1 0 0 0,0 1 0 0 0,0 0 1 0 0,0 0-1 0 0,0 0 0 0 0,-1 0 0 0 0,1 0 0 0 0,-1 0 0 0 0,0 0 0 0 0,-1-6 1 0 0,1 8-710 0 0,0 1 1 0 0,0-1-1 0 0,1 0 1 0 0,-1 1-1 0 0,0-1 1 0 0,0 1-1 0 0,1-1 1 0 0,-1 1-1 0 0,0-1 1 0 0,0 1-1 0 0,0-1 1 0 0,0 1-1 0 0,0 0 1 0 0,0 0-1 0 0,0-1 1 0 0,0 1-1 0 0,0 0 1 0 0,0 0-1 0 0,0 0 1 0 0,0 0-1 0 0,0 0 1 0 0,0 0-1 0 0,-1 1 1 0 0,-24 5 990 0 0,14 0-866 0 0,1 0 0 0 0,0 0 0 0 0,0 2 0 0 0,0-1 0 0 0,1 1 0 0 0,0 0 0 0 0,1 1 0 0 0,0 0 0 0 0,0 1 0 0 0,1 0 0 0 0,0 0 0 0 0,-11 21 1 0 0,12-19-179 0 0,1 0 0 0 0,0 0 0 0 0,1 0 0 0 0,0 1 1 0 0,1 0-1 0 0,0 0 0 0 0,1 0 0 0 0,1 0 0 0 0,0 1 1 0 0,1-1-1 0 0,0 1 0 0 0,2 16 0 0 0,0-25-91 0 0,-1 0 0 0 0,1 0 1 0 0,0 0-1 0 0,1 0 0 0 0,-1 0 0 0 0,1-1 0 0 0,0 1 0 0 0,0 0 0 0 0,0-1 0 0 0,1 1 0 0 0,0-1 0 0 0,-1 0 1 0 0,2 0-1 0 0,-1 0 0 0 0,0 0 0 0 0,1 0 0 0 0,0-1 0 0 0,0 0 0 0 0,0 0 0 0 0,0 0 0 0 0,0 0 0 0 0,1 0 1 0 0,-1-1-1 0 0,1 0 0 0 0,-1 0 0 0 0,1 0 0 0 0,0-1 0 0 0,0 1 0 0 0,0-1 0 0 0,0 0 0 0 0,0-1 1 0 0,10 1-1 0 0,-4-1-657 0 0,0 0 1 0 0,-1 0-1 0 0,1-1 0 0 0,-1-1 1 0 0,0 0-1 0 0,19-6 1 0 0,-20 5-626 0 0,0-1 1 0 0,0 0-1 0 0,0 0 0 0 0,0-1 1 0 0,0 0-1 0 0,14-12 1 0 0,-4-2-4274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34 504 0 0,'-12'-6'2300'0'0,"0"2"-596"0"0,4-3 717 0 0,-9 1-929 0 0,5-1-564 0 0,0 4-456 0 0,0 8-536 0 0,4 3-1048 0 0,-1 6-2421 0 0,6-6 825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4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64 1944 0 0,'-23'6'9940'0'0,"9"5"-6937"0"0,15-12-2947 0 0,0 0-1 0 0,0 0 0 0 0,0 0 1 0 0,0 0-1 0 0,-1 0 0 0 0,1 0 0 0 0,0 0 1 0 0,0 0-1 0 0,-1-1 0 0 0,1 1 1 0 0,0 0-1 0 0,-1-1 0 0 0,0 1 1 0 0,1 0-1 0 0,-1-1 0 0 0,0 1 0 0 0,0-1 1 0 0,1 1-1 0 0,-1 0 0 0 0,0-1 1 0 0,0 1-1 0 0,-1-1 0 0 0,1 1 1 0 0,0 0-1 0 0,0-1 0 0 0,-1 1 0 0 0,1 0 1 0 0,-1-1-1 0 0,1 1 0 0 0,-1 0 1 0 0,1-1-1 0 0,-2-1 0 0 0,0 0 37 0 0,0 0-1 0 0,-1 0 0 0 0,1-1 1 0 0,-1 2-1 0 0,1-1 1 0 0,-1 0-1 0 0,0 0 0 0 0,0 1 1 0 0,0-1-1 0 0,0 1 1 0 0,-5-2-1 0 0,7 3-84 0 0,-2 1-9 0 0,-12 3 0 0 0,2 4 8 0 0,12-6-62 0 0,-1 0 0 0 0,1 0-1 0 0,0 0 1 0 0,0 1 0 0 0,0-1 0 0 0,0 1 0 0 0,0-1 0 0 0,0 1 0 0 0,0-1 0 0 0,0 1 0 0 0,0 0 0 0 0,1-1 0 0 0,-1 1 0 0 0,1 0 0 0 0,-1-1 0 0 0,1 1 0 0 0,0 0-1 0 0,-1 0 1 0 0,1 0 0 0 0,0-1 0 0 0,0 1 0 0 0,0 0 0 0 0,1 0 0 0 0,-1 0 0 0 0,1 1 0 0 0,0 0-572 0 0,0 0 0 0 0,0 0 0 0 0,1 0-1 0 0,-1 0 1 0 0,1 0 0 0 0,0 0 0 0 0,0-1 0 0 0,0 1 0 0 0,0-1 0 0 0,0 1-1 0 0,0-1 1 0 0,1 0 0 0 0,3 3 0 0 0,6 4-4534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88 1348 0 0,'7'-58'5966'0'0,"0"28"2853"0"0,-8 57-6791 0 0,-6 36 0 0 0,-20 70-218 0 0,10-58-1250 0 0,-32 124 213 0 0,-1 8-314 0 0,49-201-420 0 0,0 0 0 0 0,-1 0 0 0 0,1 0 0 0 0,-1 0 0 0 0,-1 0 0 0 0,1-1 0 0 0,-7 12 0 0 0,8-16-9 0 0,-1-3-21 0 0,2 2-11 0 0,-1 0-1 0 0,1 0 0 0 0,0 0 1 0 0,0 0-1 0 0,-1 0 0 0 0,1-1 1 0 0,0 1-1 0 0,0 0 0 0 0,-1 0 0 0 0,1 0 1 0 0,0-1-1 0 0,0 1 0 0 0,-1 0 1 0 0,1 0-1 0 0,0 0 0 0 0,0-1 1 0 0,0 1-1 0 0,-1 0 0 0 0,1 0 0 0 0,0-1 1 0 0,0 1-1 0 0,0 0 0 0 0,0-1 1 0 0,0 1-1 0 0,0 0 0 0 0,0 0 1 0 0,-1-1-1 0 0,0-13-59 0 0,0-1 0 0 0,1 1 0 0 0,0 0 0 0 0,1 0 0 0 0,0 0 1 0 0,2 0-1 0 0,-1 0 0 0 0,9-25 0 0 0,-3 16 26 0 0,1 0 1 0 0,1 1 0 0 0,1 0-1 0 0,19-29 1 0 0,-22 40 25 0 0,-1 1 0 0 0,2 0 0 0 0,-1 0 0 0 0,1 1 0 0 0,1 0 0 0 0,-1 1 0 0 0,1 0 1 0 0,1 0-1 0 0,17-9 0 0 0,-21 14 0 0 0,0 0 0 0 0,0 0 0 0 0,0 0 0 0 0,1 1 0 0 0,-1 0 0 0 0,1 1 0 0 0,-1 0 0 0 0,1 0 1 0 0,0 0-1 0 0,-1 1 0 0 0,1 0 0 0 0,0 1 0 0 0,0-1 0 0 0,-1 2 0 0 0,1-1 0 0 0,-1 1 0 0 0,9 3 0 0 0,-3 0 15 0 0,-1 1 0 0 0,1 0 0 0 0,-1 1 0 0 0,0 1 0 0 0,0-1 0 0 0,-1 2-1 0 0,0 0 1 0 0,-1 0 0 0 0,13 15 0 0 0,-15-15 44 0 0,-1-1-1 0 0,-1 1 1 0 0,0 0-1 0 0,0 1 1 0 0,0 0 0 0 0,-1 0-1 0 0,-1 0 1 0 0,0 0-1 0 0,0 1 1 0 0,-1-1-1 0 0,0 1 1 0 0,1 15 0 0 0,-3-20 9 0 0,-1 0 0 0 0,0 0 1 0 0,-1 0-1 0 0,1 0 0 0 0,-1 0 1 0 0,0 0-1 0 0,0 0 1 0 0,-1 0-1 0 0,0 0 0 0 0,0 0 1 0 0,0-1-1 0 0,-1 1 0 0 0,-5 7 1 0 0,3-6 21 0 0,0 0 0 0 0,-1-1 0 0 0,1 0 0 0 0,-1 0 0 0 0,-1 0 0 0 0,1-1 0 0 0,-1 0 0 0 0,-14 8 0 0 0,5-5 11 0 0,0-1 0 0 0,-1 0 0 0 0,0-1 0 0 0,0-1 0 0 0,-1-1-1 0 0,1 0 1 0 0,-1-1 0 0 0,-27 1 0 0 0,15-4-152 0 0,0-2-1 0 0,1 0 1 0 0,-1-2 0 0 0,0-2-1 0 0,-55-17 1 0 0,85 23-45 0 0,-1 0 0 0 0,0 0 1 0 0,0-1-1 0 0,0 1 0 0 0,0 0 0 0 0,0 0 0 0 0,1-1 1 0 0,-1 1-1 0 0,0-1 0 0 0,0 1 0 0 0,0-1 0 0 0,1 1 1 0 0,-1-1-1 0 0,0 0 0 0 0,1 1 0 0 0,-1-1 0 0 0,1 0 1 0 0,-1 1-1 0 0,1-1 0 0 0,-2-1 0 0 0,2 1 1 0 0,0 0 0 0 0,0 1-1 0 0,1-1 1 0 0,-1 1-1 0 0,0-1 1 0 0,0 0 0 0 0,0 1-1 0 0,0-1 1 0 0,1 1 0 0 0,-1-1-1 0 0,0 1 1 0 0,0-1-1 0 0,1 1 1 0 0,-1-1 0 0 0,1 1-1 0 0,-1-1 1 0 0,0 1 0 0 0,1-1-1 0 0,-1 1 1 0 0,1-1-1 0 0,-1 1 1 0 0,1-1 0 0 0,4-1-560 0 0,-1-1 1 0 0,0 1 0 0 0,1-1 0 0 0,0 1-1 0 0,6-2 1 0 0,61-13-7846 0 0,-41 11 2332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0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2532 0 0,'2'-1'2650'0'0,"17"-7"4024"0"0,21-7 2790 0 0,-5 9-7885 0 0,195 4 448 0 0,56-2-5800 0 0,-244-4 153 0 0,-17-5-4177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0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16 3236 0 0,'-20'-7'5538'0'0,"2"1"926"0"0,10 4-5184 0 0,7 2-1126 0 0,0 0-1 0 0,1 0 1 0 0,-1 0-1 0 0,1 1 1 0 0,-1-1 0 0 0,1 0-1 0 0,-1 0 1 0 0,1 1-1 0 0,0-1 1 0 0,-1 0-1 0 0,1 1 1 0 0,-1-1-1 0 0,1 0 1 0 0,0 1 0 0 0,-1-1-1 0 0,1 1 1 0 0,0-1-1 0 0,-1 0 1 0 0,1 1-1 0 0,0-1 1 0 0,0 1-1 0 0,-1-1 1 0 0,1 1 0 0 0,0-1-1 0 0,0 1 1 0 0,0-1-1 0 0,0 1 1 0 0,0 0-1 0 0,-1-1 1 0 0,1 1-1 0 0,-2 20 1887 0 0,2-19-1724 0 0,0 31 1229 0 0,1 1 1 0 0,8 50 0 0 0,0 4-850 0 0,-6-20-593 0 0,2 19-2344 0 0,4-2-4138 0 0,-2-52 2049 0 0,1-14-1907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37 143 64 0 0,'10'-29'7039'0'0,"0"1"-1"0"0,10-58 2596 0 0,-30 110-7251 0 0,-9 40-856 0 0,3 2-1 0 0,-10 78 0 0 0,24-128-1458 0 0,0 0 0 0 0,1 0 0 0 0,1 0 0 0 0,0 0 0 0 0,5 28 0 0 0,-4-39-98 0 0,-1-1 0 0 0,2 0 0 0 0,-1 1 0 0 0,0-1 0 0 0,1 0 0 0 0,0 0 0 0 0,0 0 0 0 0,0 0 0 0 0,0 0 0 0 0,1-1 0 0 0,0 1 0 0 0,-1-1 0 0 0,1 1 0 0 0,0-1 0 0 0,1 0 0 0 0,-1 0 0 0 0,1 0 0 0 0,-1-1 0 0 0,1 1 0 0 0,0-1 0 0 0,0 0 0 0 0,0 0 0 0 0,0 0 0 0 0,0-1 0 0 0,5 2 0 0 0,0-1-490 0 0,1 0 0 0 0,-1-1 0 0 0,0 0 0 0 0,1-1 0 0 0,-1 0 1 0 0,0-1-1 0 0,1 1 0 0 0,-1-2 0 0 0,0 1 0 0 0,0-2 0 0 0,0 1 0 0 0,0-1 0 0 0,10-5 0 0 0,-7 3-948 0 0,0-1 0 0 0,-1-1 0 0 0,0 0 0 0 0,-1 0 1 0 0,1-1-1 0 0,-2-1 0 0 0,1 0 0 0 0,16-19 1 0 0,-4-2-6005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1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70 420 0 0,'-19'-26'4312'0'0,"14"20"-3256"0"0,0-1 1 0 0,1 1-1 0 0,-2 0 0 0 0,1 0 0 0 0,-9-6 1 0 0,13 11-770 0 0,0 2-273 0 0,0 0 1 0 0,1 0-1 0 0,-1 0 0 0 0,1 0 1 0 0,-1 0-1 0 0,1 0 1 0 0,-1 0-1 0 0,1 0 0 0 0,0 0 1 0 0,0 1-1 0 0,-1-1 0 0 0,1 0 1 0 0,0 0-1 0 0,0 0 0 0 0,0 0 1 0 0,0 1-1 0 0,0-1 1 0 0,1 2-1 0 0,-1-3-21 0 0,1 9-685 0 0,1 1 1 0 0,0-1-1 0 0,0 0 0 0 0,7 16 1 0 0,-2-5-1744 0 0,-2 1-891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1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447 686 408 0 0,'4'-1'2644'0'0,"-2"0"-2147"0"0,1 0-1 0 0,0 0 1 0 0,0 0-1 0 0,0-1 0 0 0,0 1 1 0 0,-1-1-1 0 0,1 1 1 0 0,-1-1-1 0 0,1 0 0 0 0,-1 0 1 0 0,0 0-1 0 0,0-1 1 0 0,0 1-1 0 0,0 0 0 0 0,0-1 1 0 0,0 1-1 0 0,-1-1 1 0 0,1 0-1 0 0,1-3 1 0 0,-2 3-270 0 0,1-1 0 0 0,-1 0 0 0 0,0 1 1 0 0,0-1-1 0 0,-1 0 0 0 0,1 0 1 0 0,-1 1-1 0 0,1-1 0 0 0,-1 0 1 0 0,0 0-1 0 0,-1 0 0 0 0,1 1 0 0 0,-1-1 1 0 0,1 0-1 0 0,-1 0 0 0 0,0 1 1 0 0,-1-1-1 0 0,1 0 0 0 0,-1 1 1 0 0,1-1-1 0 0,-1 1 0 0 0,0 0 0 0 0,0 0 1 0 0,-1 0-1 0 0,1 0 0 0 0,-1 0 1 0 0,1 0-1 0 0,-6-4 0 0 0,3 4-164 0 0,0-1 0 0 0,-1 1 0 0 0,1 0 0 0 0,-1 0 0 0 0,0 1 0 0 0,0-1 0 0 0,0 1 0 0 0,0 1-1 0 0,0-1 1 0 0,0 1 0 0 0,0 0 0 0 0,-1 0 0 0 0,1 1 0 0 0,0 0 0 0 0,-1 0 0 0 0,1 1 0 0 0,-7 0 0 0 0,-7 4-3 0 0,-1 0 0 0 0,1 1 0 0 0,1 1 1 0 0,-1 1-1 0 0,1 1 0 0 0,0 1 0 0 0,1 0 1 0 0,-31 24-1 0 0,34-22-39 0 0,0 0 1 0 0,1 1-1 0 0,1 0 0 0 0,0 1 0 0 0,1 1 1 0 0,0 0-1 0 0,1 1 0 0 0,1 0 1 0 0,-16 34-1 0 0,24-45-7 0 0,0 0-1 0 0,0 1 1 0 0,1-1-1 0 0,-1 0 1 0 0,1 1 0 0 0,0-1-1 0 0,1 1 1 0 0,-1 0-1 0 0,1-1 1 0 0,0 1 0 0 0,1-1-1 0 0,-1 1 1 0 0,1 0-1 0 0,0-1 1 0 0,2 7 0 0 0,-1-8-9 0 0,0 0 0 0 0,0-1 1 0 0,0 1-1 0 0,1-1 0 0 0,-1 1 1 0 0,1-1-1 0 0,-1 0 0 0 0,1 0 1 0 0,0 0-1 0 0,1-1 0 0 0,-1 1 1 0 0,0 0-1 0 0,1-1 0 0 0,-1 0 1 0 0,1 0-1 0 0,0 0 1 0 0,-1-1-1 0 0,1 1 0 0 0,0-1 1 0 0,0 0-1 0 0,4 1 0 0 0,2 0-2 0 0,-1 0-1 0 0,0-1 0 0 0,1-1 0 0 0,-1 1 1 0 0,0-1-1 0 0,1-1 0 0 0,-1 0 0 0 0,0 0 1 0 0,17-5-1 0 0,-13 2-4 0 0,1-1 1 0 0,-1-1-1 0 0,0 0 0 0 0,0 0 1 0 0,22-17-1 0 0,-15 7-5 0 0,-1 0-1 0 0,0-1 1 0 0,-2-1 0 0 0,0-1-1 0 0,-1-1 1 0 0,27-41 0 0 0,-19 19-5 0 0,-3-1 0 0 0,-1-1 0 0 0,-2-1-1 0 0,13-55 1 0 0,-11 21 18 0 0,15-133-1 0 0,-26 74 787 0 0,-9 138-789 0 0,1 0 1 0 0,-1-1 0 0 0,0 1 0 0 0,0 0-1 0 0,0 0 1 0 0,0 0 0 0 0,0-1 0 0 0,0 1-1 0 0,0 0 1 0 0,0 0 0 0 0,0-1 0 0 0,0 1-1 0 0,0 0 1 0 0,0 0 0 0 0,0 0 0 0 0,0-1-1 0 0,0 1 1 0 0,0 0 0 0 0,0 0-1 0 0,0-1 1 0 0,0 1 0 0 0,0 0 0 0 0,0 0-1 0 0,0 0 1 0 0,0-1 0 0 0,-1 1 0 0 0,1 0-1 0 0,0 0 1 0 0,0 0 0 0 0,0 0 0 0 0,0-1-1 0 0,0 1 1 0 0,-1 0 0 0 0,1 0-1 0 0,0 0 1 0 0,0 0 0 0 0,0 0 0 0 0,-1-1-1 0 0,1 1 1 0 0,0 0 0 0 0,-1 0 0 0 0,-5 9 95 0 0,-5 19 37 0 0,-9 58 335 0 0,3 1 0 0 0,-6 110 0 0 0,21-146-1133 0 0,1 1-1 0 0,3 0 1 0 0,2 0 0 0 0,3 0 0 0 0,15 60 0 0 0,-16-90-853 0 0,1 0 0 0 0,14 28 1 0 0,11 8-4434 0 0,0-14-1487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85 1368 0 0,'-16'-13'4586'0'0,"-1"1"1"0"0,-35-20 5021 0 0,127 38-8690 0 0,142-7 1 0 0,-197 0-1024 0 0,78-8-4311 0 0,-82 6-41 0 0,31-9 1 0 0,-30 4-1692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6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79 1252 0 0,'0'-25'10106'0'0,"4"-29"1"0"0,-6 75-8630 0 0,0-1 0 0 0,1 23 1 0 0,-2 20 66 0 0,-2-12-827 0 0,-30 269 1014 0 0,-21 17-3332 0 0,55-336 1524 0 0,1 1 1 0 0,0-1 0 0 0,-1 0-1 0 0,1 1 1 0 0,-1-1-1 0 0,1 0 1 0 0,-1 0-1 0 0,0 1 1 0 0,1-1 0 0 0,-1 0-1 0 0,0 0 1 0 0,-1 1-1 0 0,2-1 31 0 0,-1-1 0 0 0,1 0-1 0 0,0 0 1 0 0,-1 1 0 0 0,1-1 0 0 0,0 0-1 0 0,-1 0 1 0 0,1 0 0 0 0,-1 0-1 0 0,1 0 1 0 0,0 1 0 0 0,-1-1-1 0 0,1 0 1 0 0,-1 0 0 0 0,1 0 0 0 0,0 0-1 0 0,-1 0 1 0 0,1 0 0 0 0,-1 0-1 0 0,1 0 1 0 0,-1-1 0 0 0,1 1-1 0 0,0 0 1 0 0,-1 0 0 0 0,1 0 0 0 0,-1-1-1 0 0,0 0-38 0 0,-1 0-1 0 0,1 0 1 0 0,0 0-1 0 0,0 0 1 0 0,0 0 0 0 0,0-1-1 0 0,0 1 1 0 0,0-1-1 0 0,0 1 1 0 0,0-1-1 0 0,0 1 1 0 0,1-1 0 0 0,-1 1-1 0 0,1-1 1 0 0,-1 1-1 0 0,1-1 1 0 0,0 0-1 0 0,-1-2 1 0 0,0-11-37 0 0,0 0 0 0 0,1 0 0 0 0,1-1 0 0 0,1 1 0 0 0,0 0 0 0 0,0 0 1 0 0,2 0-1 0 0,0 1 0 0 0,0-1 0 0 0,2 1 0 0 0,0 0 0 0 0,0 0 0 0 0,13-19 0 0 0,-14 25 117 0 0,0 1 0 0 0,0 0 0 0 0,1 0-1 0 0,0 0 1 0 0,0 1 0 0 0,1 0 0 0 0,0 0 0 0 0,0 0 0 0 0,0 1-1 0 0,0 0 1 0 0,1 1 0 0 0,0 0 0 0 0,0 0 0 0 0,0 0 0 0 0,1 1-1 0 0,-1 0 1 0 0,1 1 0 0 0,-1 0 0 0 0,1 0 0 0 0,0 1-1 0 0,0 0 1 0 0,0 1 0 0 0,0 0 0 0 0,11 1 0 0 0,-3 1 43 0 0,0 2 0 0 0,-1-1 0 0 0,0 2 0 0 0,0 0 0 0 0,0 1 0 0 0,0 1 0 0 0,-1 0 0 0 0,0 1 0 0 0,-1 1 0 0 0,1 0 0 0 0,-2 1 0 0 0,1 0 0 0 0,-2 1 0 0 0,1 1 0 0 0,-1 0 0 0 0,18 25 0 0 0,-27-33 12 0 0,0 0 1 0 0,-1 0-1 0 0,0 0 1 0 0,0 0-1 0 0,0 1 1 0 0,0-1-1 0 0,-1 0 1 0 0,1 1-1 0 0,-1-1 1 0 0,0 1-1 0 0,-1 0 0 0 0,1-1 1 0 0,-1 1-1 0 0,0 0 1 0 0,0-1-1 0 0,-1 1 1 0 0,1 0-1 0 0,-1-1 1 0 0,0 1-1 0 0,0-1 1 0 0,-3 8-1 0 0,1-5 32 0 0,0-1 1 0 0,-1 0-1 0 0,0-1 0 0 0,0 1 0 0 0,0 0 0 0 0,-1-1 0 0 0,0 0 1 0 0,0 0-1 0 0,0-1 0 0 0,0 1 0 0 0,-1-1 0 0 0,0 0 0 0 0,0-1 1 0 0,-7 4-1 0 0,-2 0-12 0 0,0-1 0 0 0,0-1 0 0 0,-1-1 0 0 0,1 0 0 0 0,-1-1 0 0 0,0 0-1 0 0,-31 0 1 0 0,5-4-42 0 0,-76-10 0 0 0,104 9-259 0 0,1-1 0 0 0,-1 0 0 0 0,-24-10 0 0 0,30 10-441 0 0,1-1-1 0 0,-1 0 1 0 0,1 0 0 0 0,-8-7 0 0 0,14 11 535 0 0,1-1 0 0 0,-1 1-1 0 0,0-1 1 0 0,1 0 0 0 0,-1 1 0 0 0,1-1 0 0 0,-1 1 0 0 0,1-1-1 0 0,0 0 1 0 0,-1 1 0 0 0,1-1 0 0 0,-1 0 0 0 0,1 0-1 0 0,0 1 1 0 0,0-1 0 0 0,-1 0 0 0 0,1 0 0 0 0,0 1 0 0 0,0-1-1 0 0,0 0 1 0 0,0 0 0 0 0,0 1 0 0 0,0-1 0 0 0,0 0-1 0 0,0 0 1 0 0,0 0 0 0 0,0 1 0 0 0,1-1 0 0 0,-1 0 0 0 0,0 0-1 0 0,0 1 1 0 0,1-1 0 0 0,-1 0 0 0 0,1 1 0 0 0,-1-1-1 0 0,0 0 1 0 0,1 1 0 0 0,-1-1 0 0 0,1 0 0 0 0,0 1-1 0 0,-1-1 1 0 0,1 1 0 0 0,-1-1 0 0 0,2 0 0 0 0,3-3-1147 0 0,0 0 0 0 0,0 1 0 0 0,1-1 0 0 0,5-2 0 0 0,-8 4 168 0 0,17-8-4675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7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1896 0 0,'25'-9'11102'0'0,"34"-5"-2691"0"0,3 7-4831 0 0,66 4-3397 0 0,-51 3 585 0 0,-38-1-934 0 0,101-6 307 0 0,-115 4-2871 0 0,42-11 0 0 0,-63 13 1934 0 0,0 0 0 0 0,-1-1 1 0 0,1 1-1 0 0,0-1 1 0 0,6-4-1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7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19 2332 0 0,'-45'-18'13981'0'0,"44"18"-13859"0"0,1 0 0 0 0,-1 0-1 0 0,0 0 1 0 0,1 0-1 0 0,-1 0 1 0 0,1 0-1 0 0,-1 0 1 0 0,0 0 0 0 0,1 1-1 0 0,-1-1 1 0 0,1 0-1 0 0,-1 0 1 0 0,1 1-1 0 0,-1-1 1 0 0,1 0 0 0 0,-1 1-1 0 0,1-1 1 0 0,-1 1-1 0 0,1-1 1 0 0,0 0-1 0 0,-1 1 1 0 0,1-1 0 0 0,0 1-1 0 0,-1-1 1 0 0,1 1-1 0 0,0-1 1 0 0,-1 1-1 0 0,1-1 1 0 0,0 1-1 0 0,0 0 1 0 0,-4 18 1578 0 0,-2 212 3955 0 0,4-68-7702 0 0,1-147 1092 0 0,1 50-3255 0 0,0-60 2904 0 0,1 0 0 0 0,0 1 0 0 0,0-1 0 0 0,1 0 0 0 0,-1 0-1 0 0,1 0 1 0 0,1 0 0 0 0,2 5 0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7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3192 0 0,'18'-40'8402'0'0,"-5"2"4114"0"0,-38 211-7085 0 0,24-149-5202 0 0,0 0 1 0 0,2 1-1 0 0,0-1 1 0 0,2 0-1 0 0,7 31 0 0 0,-9-50-302 0 0,0-1 0 0 0,1 0 0 0 0,-1 1 0 0 0,1-1 0 0 0,0 0 0 0 0,1 0 0 0 0,-1 0 0 0 0,1 0 0 0 0,-1 0 0 0 0,1-1 0 0 0,1 1 0 0 0,-1-1 0 0 0,0 0 0 0 0,1 0 0 0 0,-1 0 0 0 0,1 0 0 0 0,0-1 0 0 0,5 3 0 0 0,-4-3-369 0 0,0 0-1 0 0,0 0 1 0 0,0-1-1 0 0,0 0 1 0 0,0 0-1 0 0,0 0 1 0 0,0-1 0 0 0,0 1-1 0 0,0-1 1 0 0,0-1-1 0 0,0 1 1 0 0,1-1-1 0 0,-1 1 1 0 0,0-2 0 0 0,0 1-1 0 0,6-3 1 0 0,-3 1-607 0 0,-1 1 1 0 0,0-2 0 0 0,0 1 0 0 0,-1-1 0 0 0,1 0-1 0 0,-1 0 1 0 0,0-1 0 0 0,0 0 0 0 0,0 0 0 0 0,-1 0-1 0 0,8-10 1 0 0,7-12-5978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7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96 684 0 0,'-75'-93'13078'0'0,"74"91"-12368"0"0,-3 9-1162 0 0,3-6 424 0 0,1-1 0 0 0,-1 0-1 0 0,1 1 1 0 0,0-1 0 0 0,-1 1-1 0 0,1-1 1 0 0,0 0 0 0 0,0 1-1 0 0,-1-1 1 0 0,1 1 0 0 0,0-1-1 0 0,0 1 1 0 0,0-1 0 0 0,-1 1-1 0 0,1-1 1 0 0,0 1 0 0 0,0-1-1 0 0,0 1 1 0 0,0-1 0 0 0,0 1-1 0 0,0-1 1 0 0,0 1 0 0 0,0-1-1 0 0,0 1 1 0 0,0-1 0 0 0,1 1-1 0 0,10 59-6803 0 0,-6-40 2813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6:58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317 750 1880 0 0,'6'-8'1258'0'0,"-1"0"0"0"0,0 0 0 0 0,0-1 0 0 0,-1 0 0 0 0,0 1 0 0 0,-1-1-1 0 0,0-1 1 0 0,3-11 0 0 0,-5 14-918 0 0,0 0 0 0 0,0 0 0 0 0,0 0 0 0 0,-1 0 0 0 0,0 0 0 0 0,0 0 0 0 0,0 0 0 0 0,-1 0 0 0 0,-1 1-1 0 0,1-1 1 0 0,-1 0 0 0 0,-3-8 0 0 0,4 13-303 0 0,0 0 0 0 0,0 0 0 0 0,0 0 0 0 0,0 0 0 0 0,-1 0 0 0 0,1 0 0 0 0,-1 0 0 0 0,1 0 0 0 0,-1 1 0 0 0,0-1 0 0 0,1 1 0 0 0,-1-1 0 0 0,0 1 0 0 0,0 0 0 0 0,0 0 0 0 0,0 0 0 0 0,0 0 0 0 0,-1 0 0 0 0,-3-1 0 0 0,2 1-12 0 0,0 1 0 0 0,-1-1 0 0 0,1 1 1 0 0,0 0-1 0 0,0 1 0 0 0,0-1 0 0 0,0 1 0 0 0,-1 0 1 0 0,1 0-1 0 0,-5 2 0 0 0,-5 2 0 0 0,0 1 1 0 0,1 1 0 0 0,0 1-1 0 0,0 0 1 0 0,-13 11-1 0 0,5-3 0 0 0,1 2 1 0 0,1 0-1 0 0,-25 31 0 0 0,36-39-10 0 0,0 0 1 0 0,1 0 0 0 0,0 1-1 0 0,1 0 1 0 0,0 1 0 0 0,1 0-1 0 0,0-1 1 0 0,1 2-1 0 0,-4 16 1 0 0,7-26-6 0 0,1 0-1 0 0,-1 0 1 0 0,1 1-1 0 0,0-1 1 0 0,0 1-1 0 0,0-1 1 0 0,1 0-1 0 0,-1 1 1 0 0,1-1-1 0 0,0 0 1 0 0,0 0-1 0 0,0 1 1 0 0,0-1-1 0 0,0 0 1 0 0,1 0-1 0 0,-1 0 1 0 0,1 0-1 0 0,0-1 1 0 0,0 1-1 0 0,0 0 1 0 0,2 2-1 0 0,0-2-3 0 0,-1-1 0 0 0,1 1 1 0 0,-1-1-1 0 0,1 0 0 0 0,0 0 0 0 0,-1 0 0 0 0,1-1 0 0 0,0 1 0 0 0,0-1 0 0 0,1 0 0 0 0,-1 0 0 0 0,0 0 0 0 0,0-1 1 0 0,0 0-1 0 0,1 1 0 0 0,5-2 0 0 0,4 0 2 0 0,-1 0 0 0 0,1-1 0 0 0,-1-1 1 0 0,0 0-1 0 0,0-1 0 0 0,0-1 0 0 0,0 0 1 0 0,0 0-1 0 0,12-9 0 0 0,-9 4-9 0 0,0-1 0 0 0,-1 0 0 0 0,0-1 0 0 0,-1-1-1 0 0,24-27 1 0 0,-15 10-12 0 0,-2-1-1 0 0,0-1 0 0 0,-2 0 0 0 0,-2-2 1 0 0,-1 0-1 0 0,12-38 0 0 0,-7 7-29 0 0,-3-1-1 0 0,-2-1 1 0 0,-4 0 0 0 0,7-115-1 0 0,-18 165 37 0 0,0 13-5 0 0,-1 0 0 0 0,1 0 0 0 0,-1 0-1 0 0,0 0 1 0 0,0 0 0 0 0,-1-1 0 0 0,1 1 0 0 0,-2-6 0 0 0,-15 30 534 0 0,4 10-115 0 0,2 0-1 0 0,1 1 0 0 0,2 1 1 0 0,-6 38-1 0 0,-7 131 197 0 0,18-144-907 0 0,6 91 1 0 0,0-115-1490 0 0,9 35 0 0 0,-6-43-1090 0 0,1-2-1 0 0,11 27 1 0 0,-3-17-4033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2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305 116 1280 0 0,'-19'-97'12560'0'0,"18"96"-12484"0"0,1 0-1 0 0,0 0 1 0 0,0 0 0 0 0,-1 0-1 0 0,1 0 1 0 0,-1 0 0 0 0,1 0 0 0 0,0 1-1 0 0,-1-1 1 0 0,0 0 0 0 0,1 0-1 0 0,-1 1 1 0 0,1-1 0 0 0,-1 0-1 0 0,0 1 1 0 0,0-1 0 0 0,1 0 0 0 0,-1 1-1 0 0,0-1 1 0 0,0 1 0 0 0,0 0-1 0 0,0-1 1 0 0,0 1 0 0 0,-1-1-1 0 0,0 1 7 0 0,-1 0-1 0 0,1-1 0 0 0,-1 1 0 0 0,0 0 0 0 0,1 1 0 0 0,-1-1 0 0 0,1 0 0 0 0,0 1 0 0 0,-4 0 0 0 0,-3 2 99 0 0,0 1-1 0 0,0 0 0 0 0,-16 9 1 0 0,9-2-65 0 0,1 0-1 0 0,1 1 1 0 0,0 0-1 0 0,0 1 1 0 0,1 1 0 0 0,1 0-1 0 0,0 1 1 0 0,1 0-1 0 0,0 0 1 0 0,2 2 0 0 0,0-1-1 0 0,-14 35 1 0 0,20-40-91 0 0,0 0 0 0 0,0 0 0 0 0,1 0 0 0 0,0 0 0 0 0,1 1 0 0 0,0-1 0 0 0,1 0 0 0 0,0 1 0 0 0,4 20 0 0 0,-2-22-8 0 0,0-1 0 0 0,1 0 0 0 0,0 0 1 0 0,1-1-1 0 0,0 1 0 0 0,0 0 0 0 0,1-1 1 0 0,0 0-1 0 0,1 0 0 0 0,-1-1 0 0 0,2 0 0 0 0,-1 0 1 0 0,8 7-1 0 0,-7-8-6 0 0,0 0 1 0 0,1 0-1 0 0,0-1 1 0 0,0 0 0 0 0,0 0-1 0 0,1-1 1 0 0,0 0-1 0 0,0 0 1 0 0,0-1-1 0 0,0 0 1 0 0,0-1 0 0 0,11 2-1 0 0,-15-4-9 0 0,0 1 1 0 0,-1-1-1 0 0,1 0 1 0 0,0-1-1 0 0,0 1 0 0 0,0-1 1 0 0,-1 0-1 0 0,1 0 0 0 0,0 0 1 0 0,-1-1-1 0 0,1 0 0 0 0,-1 1 1 0 0,0-2-1 0 0,1 1 1 0 0,-1 0-1 0 0,0-1 0 0 0,0 0 1 0 0,-1 0-1 0 0,1 0 0 0 0,0 0 1 0 0,-1-1-1 0 0,0 0 0 0 0,0 1 1 0 0,0-1-1 0 0,4-8 0 0 0,1-3-6 0 0,0-1 1 0 0,-1-1-1 0 0,-1 1 0 0 0,-1-1 0 0 0,5-23 0 0 0,8-90 32 0 0,-12 77 1256 0 0,-5 53-1175 0 0,0 1 0 0 0,0 0 1 0 0,-1 0-1 0 0,1 0 0 0 0,0 0 0 0 0,0 0 0 0 0,-1 0 0 0 0,1 0 0 0 0,-1 0 1 0 0,1 0-1 0 0,-1 0 0 0 0,1 1 0 0 0,-1-1 0 0 0,0 0 0 0 0,0 0 0 0 0,1 0 0 0 0,-1 1 1 0 0,0 0-1 0 0,0 0-93 0 0,14 69 1634 0 0,-9-39-1368 0 0,1 0-1 0 0,13 35 1 0 0,-13-51-629 0 0,0 0 0 0 0,1 0 0 0 0,0-1-1 0 0,20 27 1 0 0,-23-36-474 0 0,1 0-1 0 0,0-1 0 0 0,1 0 0 0 0,-1 0 1 0 0,11 7-1 0 0,-11-8-363 0 0,1-1 0 0 0,-1 0 1 0 0,1-1-1 0 0,-1 1 0 0 0,1-1 1 0 0,0-1-1 0 0,10 3 0 0 0,5 0-5479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2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2308 0 0,'0'-22'4788'0'0,"0"-20"5936"0"0,2 19-7741 0 0,-2 22-2901 0 0,1 0-1 0 0,-1 0 0 0 0,0 0 0 0 0,1 1 1 0 0,0-1-1 0 0,-1 0 0 0 0,1 0 1 0 0,0 0-1 0 0,-1 0 0 0 0,1 1 1 0 0,0-1-1 0 0,0 0 0 0 0,0 0 0 0 0,-1 1 1 0 0,1-1-1 0 0,0 1 0 0 0,0-1 1 0 0,0 1-1 0 0,0-1 0 0 0,0 1 1 0 0,0 0-1 0 0,0-1 0 0 0,0 1 0 0 0,0 0 1 0 0,2 0-1 0 0,29-2 234 0 0,-28 2-220 0 0,163 9-23 0 0,-46 0-7892 0 0,-80-11 924 0 0,-18-1 617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3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85 732 0 0,'17'-49'12847'0'0,"-5"14"48"0"0,-19 76-9538 0 0,0-10-2378 0 0,-3 40 226 0 0,-7 71-454 0 0,16-123-756 0 0,1 0-1 0 0,0 0 0 0 0,2 0 0 0 0,0 0 0 0 0,7 26 1 0 0,-8-41-270 0 0,1 0 1 0 0,-1 0-1 0 0,1 0 1 0 0,-1 0 0 0 0,1-1-1 0 0,0 1 1 0 0,1-1-1 0 0,-1 1 1 0 0,1-1 0 0 0,-1 0-1 0 0,1 0 1 0 0,0 0-1 0 0,0 0 1 0 0,0 0 0 0 0,1-1-1 0 0,-1 1 1 0 0,0-1-1 0 0,1 0 1 0 0,0 0 0 0 0,0 0-1 0 0,-1-1 1 0 0,1 1-1 0 0,0-1 1 0 0,0 0 0 0 0,0 0-1 0 0,0 0 1 0 0,1-1-1 0 0,-1 0 1 0 0,4 1 0 0 0,3-1-1021 0 0,0-1 0 0 0,-1 0 0 0 0,1-1 1 0 0,0 0-1 0 0,-1 0 0 0 0,1-1 0 0 0,-1 0 1 0 0,0-1-1 0 0,0 0 0 0 0,11-7 1 0 0,11-10-6560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127 118 2188 0 0,'-57'-62'8091'0'0,"15"18"-4593"0"0,41 43-3592 0 0,1 1-1 0 0,-1-1 0 0 0,0 0 1 0 0,1 0-1 0 0,-1 0 0 0 0,0 1 1 0 0,1-1-1 0 0,-1 0 0 0 0,0 1 1 0 0,0-1-1 0 0,0 1 0 0 0,1-1 1 0 0,-1 1-1 0 0,0-1 0 0 0,0 1 1 0 0,0 0-1 0 0,0-1 0 0 0,0 1 1 0 0,0 0-1 0 0,0 0 1 0 0,0 0-1 0 0,0-1 0 0 0,0 1 1 0 0,0 0-1 0 0,0 0 0 0 0,0 1 1 0 0,0-1-1 0 0,0 0 0 0 0,-2 1 1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3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76 2772 0 0,'3'-1'1174'0'0,"1"0"0"0"0,-1-1 0 0 0,1 1 0 0 0,-1-1 0 0 0,0 0 0 0 0,0 0 0 0 0,0 0 0 0 0,0 0 0 0 0,4-4 0 0 0,-6 4-891 0 0,0 1-1 0 0,0 0 0 0 0,0 0 1 0 0,0-1-1 0 0,-1 1 1 0 0,1-1-1 0 0,0 1 0 0 0,0-1 1 0 0,-1 1-1 0 0,1-1 0 0 0,-1 1 1 0 0,1-1-1 0 0,-1 0 0 0 0,0 1 1 0 0,0-1-1 0 0,0 0 0 0 0,0 1 1 0 0,0-1-1 0 0,0 0 1 0 0,0 1-1 0 0,0-1 0 0 0,-1-2 1 0 0,0 3-218 0 0,1 0 1 0 0,-1 0-1 0 0,1 0 1 0 0,-1 0 0 0 0,0 0-1 0 0,1 0 1 0 0,-1 0-1 0 0,0 0 1 0 0,0 1 0 0 0,1-1-1 0 0,-1 0 1 0 0,0 0-1 0 0,0 1 1 0 0,0-1-1 0 0,0 1 1 0 0,0-1 0 0 0,0 0-1 0 0,0 1 1 0 0,0 0-1 0 0,0-1 1 0 0,0 1 0 0 0,-1 0-1 0 0,1-1 1 0 0,-2 1-1 0 0,-25 0 475 0 0,20 2-479 0 0,0 0 1 0 0,0 1-1 0 0,1 0 0 0 0,-1 0 0 0 0,1 0 1 0 0,0 1-1 0 0,0 0 0 0 0,0 0 1 0 0,1 1-1 0 0,-9 7 0 0 0,-3 5 44 0 0,2 0 0 0 0,-17 21 1 0 0,24-26-66 0 0,0 0 1 0 0,1 1 0 0 0,0 0 0 0 0,1 0 0 0 0,1 1 0 0 0,0 0-1 0 0,1 0 1 0 0,1 1 0 0 0,0-1 0 0 0,-2 16 0 0 0,5-23-53 0 0,0-1 1 0 0,1 1 0 0 0,0 0 0 0 0,0-1 0 0 0,1 1-1 0 0,0-1 1 0 0,0 1 0 0 0,0-1 0 0 0,1 1 0 0 0,5 11-1 0 0,-5-13-71 0 0,1-1-1 0 0,-1 1 0 0 0,1-1 0 0 0,1 0 0 0 0,-1 0 1 0 0,0 0-1 0 0,1-1 0 0 0,0 1 0 0 0,0-1 1 0 0,0 0-1 0 0,0 0 0 0 0,1 0 0 0 0,-1-1 0 0 0,1 1 1 0 0,7 2-1 0 0,7 1-657 0 0,-1 0 1 0 0,1-2-1 0 0,0 0 0 0 0,0-1 1 0 0,1-1-1 0 0,-1-1 0 0 0,35-2 1 0 0,-8-3-2146 0 0,-1-3 0 0 0,55-13 0 0 0,-21-1-3288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750 107 1812 0 0,'-2'-15'5661'0'0,"-7"-29"3492"0"0,8 42-8521 0 0,2-7 770 0 0,2 6-1357 0 0,-1 1-1 0 0,1 0 1 0 0,-1 1 0 0 0,1-1 0 0 0,0 0 0 0 0,0 1 0 0 0,0 0 0 0 0,0 0 0 0 0,0 0-1 0 0,0 0 1 0 0,0 0 0 0 0,6 0 0 0 0,49-6 107 0 0,-36 5-73 0 0,179-6-44 0 0,-199 8-40 0 0,1 0 0 0 0,-1 0 0 0 0,0 1-1 0 0,0-1 1 0 0,0 1 0 0 0,0-1 0 0 0,0 1 0 0 0,0 0-1 0 0,0 0 1 0 0,0 0 0 0 0,0 0 0 0 0,-1 0 0 0 0,1 1-1 0 0,0-1 1 0 0,-1 0 0 0 0,1 1 0 0 0,-1-1 0 0 0,1 1-1 0 0,-1-1 1 0 0,1 1 0 0 0,-1 0 0 0 0,0 0 0 0 0,0 0-1 0 0,0 0 1 0 0,0 0 0 0 0,0 2 0 0 0,2 3-10 0 0,-1 0 0 0 0,0 1 1 0 0,0-1-1 0 0,0 1 0 0 0,0 12 0 0 0,0 35 457 0 0,-9 89 1 0 0,-18 55 877 0 0,14-120-798 0 0,5-34-205 0 0,-101 923 4337 0 0,76-326-3960 0 0,-3 38-339 0 0,31-630-350 0 0,-15 175-76 0 0,10-159 149 0 0,-24 88 1 0 0,28-138-44 0 0,0 0 0 0 0,-2 0-1 0 0,0-1 1 0 0,-9 18 0 0 0,12-28-33 0 0,0-1-1 0 0,0 1 1 0 0,0-1 0 0 0,0 0-1 0 0,-1 0 1 0 0,0-1 0 0 0,1 1 0 0 0,-1-1-1 0 0,-1 1 1 0 0,1-1 0 0 0,0 0-1 0 0,-1-1 1 0 0,1 1 0 0 0,-1-1-1 0 0,0 0 1 0 0,0 0 0 0 0,-7 1 0 0 0,-6 1 0 0 0,0-2 0 0 0,-1 0 0 0 0,1-1 0 0 0,0-1 1 0 0,-23-3-1 0 0,-92-18-713 0 0,115 17 470 0 0,-228-54-5710 0 0,87 3-5265 0 0,121 38 3403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4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71 1316 0 0,'32'-63'14189'0'0,"-28"55"-10746"0"0,-2 16-3285 0 0,-1-1 0 0 0,-1 0 0 0 0,0 1 0 0 0,0-1 0 0 0,0 1 0 0 0,-1-1 0 0 0,-2 12 0 0 0,-17 57 216 0 0,11-44-255 0 0,2-9 62 0 0,-15 72-2124 0 0,20-86 987 0 0,1 0-1 0 0,0 0 1 0 0,1 1-1 0 0,0-1 1 0 0,0 0-1 0 0,1 1 1 0 0,4 17 0 0 0,0-15-2691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5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260 140 2084 0 0,'22'-25'6384'0'0,"37"-54"0"0"0,-57 76-5858 0 0,0-1 1 0 0,0 0-1 0 0,-1 0 0 0 0,1-1 0 0 0,-1 1 0 0 0,1-5 1 0 0,-2 7-333 0 0,-34 5 268 0 0,27-1-433 0 0,0 0 0 0 0,0 0 0 0 0,0 1 0 0 0,0 0-1 0 0,0 0 1 0 0,1 0 0 0 0,0 1 0 0 0,-1 0 0 0 0,1 1-1 0 0,-6 5 1 0 0,10-9-27 0 0,1 0 0 0 0,-1 0 0 0 0,1-1-1 0 0,0 1 1 0 0,0 1 0 0 0,-1-1 0 0 0,1 0-1 0 0,0 0 1 0 0,0 0 0 0 0,0 1 0 0 0,0-1 0 0 0,1 0-1 0 0,-1 1 1 0 0,0-1 0 0 0,0 1 0 0 0,1-1 0 0 0,-1 1-1 0 0,1-1 1 0 0,-1 1 0 0 0,1-1 0 0 0,0 1 0 0 0,0-1-1 0 0,-1 3 1 0 0,1-2 3 0 0,1 2 4 0 0,-1 0 0 0 0,0 0-1 0 0,1 0 1 0 0,-1 1 0 0 0,1-1 0 0 0,1 0 0 0 0,-1 0-1 0 0,0 0 1 0 0,1 0 0 0 0,0-1 0 0 0,0 1-1 0 0,3 4 1 0 0,0 1 20 0 0,23 32-91 0 0,-21-31 227 0 0,0 0 1 0 0,0 1-1 0 0,0 0 1 0 0,-2 0-1 0 0,7 15 1 0 0,-11-23-69 0 0,0 0 0 0 0,-1 0 0 0 0,1 0 0 0 0,-1 0 0 0 0,1 0 0 0 0,-1 0 0 0 0,0 0 0 0 0,0 0 0 0 0,-1 0 0 0 0,1 0 0 0 0,0 0 1 0 0,-1 0-1 0 0,0 0 0 0 0,0 0 0 0 0,0 0 0 0 0,0 0 0 0 0,0 0 0 0 0,-1 0 0 0 0,1-1 0 0 0,-1 1 0 0 0,0-1 0 0 0,1 1 0 0 0,-1-1 0 0 0,0 1 0 0 0,-1-1 0 0 0,-2 2 0 0 0,-1 2 95 0 0,-1-1-1 0 0,1 0 0 0 0,-1-1 0 0 0,0 1 0 0 0,0-1 1 0 0,-1-1-1 0 0,1 1 0 0 0,-1-1 0 0 0,0-1 0 0 0,0 1 0 0 0,0-1 1 0 0,0-1-1 0 0,0 0 0 0 0,0 0 0 0 0,-14 0 0 0 0,13-2-211 0 0,0 1 0 0 0,0-2-1 0 0,1 1 1 0 0,-1-1 0 0 0,0-1 0 0 0,1 0-1 0 0,0 0 1 0 0,-1 0 0 0 0,1-1-1 0 0,1 0 1 0 0,-1-1 0 0 0,0 0-1 0 0,1 0 1 0 0,-9-8 0 0 0,13 10-242 0 0,1 0-1 0 0,-1 1 1 0 0,1-1 0 0 0,0 0 0 0 0,0 0 0 0 0,0 0 0 0 0,0 0-1 0 0,1-1 1 0 0,-1 1 0 0 0,1 0 0 0 0,0-1 0 0 0,0 1 0 0 0,0-1-1 0 0,0 1 1 0 0,1-1 0 0 0,-1 1 0 0 0,1-1 0 0 0,0 0 0 0 0,0 1 0 0 0,1-6-1 0 0,1-4-1974 0 0,1 0-1 0 0,1 0 0 0 0,0 0 0 0 0,6-13 0 0 0,-10 24 1938 0 0,7-18-6307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34 121 140 0 0,'-2'-16'5490'0'0,"-10"-30"0"0"0,-1 6-1877 0 0,7 23-4027 0 0,6 15-315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6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96 348 0 0,'57'-51'8106'0'0,"-47"44"-7065"0"0,1-1 0 0 0,0 1-1 0 0,20-9 1 0 0,-29 15-912 0 0,0 0 0 0 0,1 0 0 0 0,-1 0-1 0 0,1 0 1 0 0,-1 1 0 0 0,1-1 0 0 0,-1 1 0 0 0,1 0 0 0 0,-1-1-1 0 0,1 1 1 0 0,-1 0 0 0 0,1 0 0 0 0,-1 1 0 0 0,1-1-1 0 0,-1 0 1 0 0,1 1 0 0 0,-1 0 0 0 0,1-1 0 0 0,-1 1 0 0 0,0 0-1 0 0,1 0 1 0 0,-1 1 0 0 0,0-1 0 0 0,0 0 0 0 0,0 1 0 0 0,0-1-1 0 0,0 1 1 0 0,0 0 0 0 0,0-1 0 0 0,0 1 0 0 0,-1 0-1 0 0,1 0 1 0 0,-1 0 0 0 0,3 4 0 0 0,-1 1 85 0 0,1 0 0 0 0,-1 1 0 0 0,0-1 0 0 0,0 1 0 0 0,-1 0 0 0 0,0 0 0 0 0,-1 0 0 0 0,2 16 0 0 0,-4 1-9 0 0,0 0 0 0 0,-1 0 0 0 0,-7 25 0 0 0,5-30-149 0 0,1 0-1 0 0,0 1 1 0 0,2-1 0 0 0,0 1 0 0 0,3 28 0 0 0,-1-44-64 0 0,0 0 1 0 0,0 0 0 0 0,1 1 0 0 0,0-1 0 0 0,-1-1 0 0 0,2 1 0 0 0,-1 0 0 0 0,0 0 0 0 0,1-1 0 0 0,0 0 0 0 0,0 1 0 0 0,1-1-1 0 0,-1 0 1 0 0,1 0 0 0 0,0-1 0 0 0,0 1 0 0 0,0-1 0 0 0,0 0 0 0 0,0 0 0 0 0,1 0 0 0 0,-1-1 0 0 0,1 1 0 0 0,0-1 0 0 0,0 0-1 0 0,0-1 1 0 0,0 1 0 0 0,0-1 0 0 0,0 0 0 0 0,7 0 0 0 0,-5 0-21 0 0,0 0 0 0 0,0-1 0 0 0,0-1 0 0 0,0 1 0 0 0,0-1 0 0 0,0 0 0 0 0,0 0 0 0 0,-1-1 0 0 0,1 0 1 0 0,0 0-1 0 0,-1-1 0 0 0,1 0 0 0 0,-1 0 0 0 0,0 0 0 0 0,0-1 0 0 0,0 0 0 0 0,-1 0 0 0 0,1 0 0 0 0,-1-1 0 0 0,0 0 0 0 0,8-10 0 0 0,-2-1 3 0 0,-1-2 0 0 0,0 1 0 0 0,-2-2 0 0 0,0 1 0 0 0,-1-1 0 0 0,8-33 0 0 0,-5 9 706 0 0,-3 0 0 0 0,2-45 0 0 0,-9 41 3 0 0,0 45-638 0 0,-3-1 24 0 0,1 1-23 0 0,-1 7-11 0 0,-7 14 81 0 0,2 1 0 0 0,0 0 1 0 0,1 1-1 0 0,1-1 0 0 0,-6 42 0 0 0,8-44-73 0 0,4-15-77 0 0,-8 34 89 0 0,-4 64 1 0 0,12-91-501 0 0,-1-1 1 0 0,2 0-1 0 0,-1 1 1 0 0,1-1 0 0 0,1 0-1 0 0,0 1 1 0 0,0-1 0 0 0,0 0-1 0 0,1 0 1 0 0,1 0 0 0 0,0-1-1 0 0,7 14 1 0 0,-8-18-360 0 0,0-1 0 0 0,0 1-1 0 0,1 0 1 0 0,-1-1 0 0 0,1 0 0 0 0,0 0 0 0 0,0 0 0 0 0,0 0-1 0 0,0-1 1 0 0,7 4 0 0 0,9 1-5151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6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3 119 460 0 0,'24'-107'16906'0'0,"-20"96"-15141"0"0,-3 17-608 0 0,-2 5-1099 0 0,1-6 39 0 0,-3 228 1498 0 0,-2-138-982 0 0,3-86-458 0 0,-2-11-46 0 0,-4-11-90 0 0,5-1-69 0 0,1 1-1 0 0,0-1 1 0 0,1 0-1 0 0,1 0 1 0 0,0 0-1 0 0,1 1 1 0 0,0-1-1 0 0,1 0 1 0 0,5-16-1 0 0,-5 21 28 0 0,1 0 0 0 0,1 0 0 0 0,-1 1 0 0 0,1-1 1 0 0,1 1-1 0 0,-1 0 0 0 0,2 0 0 0 0,-1 0 0 0 0,1 1 0 0 0,0 0 0 0 0,0 0 0 0 0,1 0 0 0 0,0 1 0 0 0,11-8 0 0 0,-10 9 6 0 0,0 0-1 0 0,0 0 1 0 0,1 1-1 0 0,-1 0 1 0 0,1 1-1 0 0,0 0 1 0 0,0 0-1 0 0,0 1 1 0 0,1 0-1 0 0,-1 0 1 0 0,16 1-1 0 0,-19 1 13 0 0,0 0 0 0 0,0 1 0 0 0,0 0 0 0 0,0 0 0 0 0,0 1 0 0 0,-1-1 0 0 0,1 1 0 0 0,0 0 0 0 0,-1 1 0 0 0,0 0 0 0 0,1-1-1 0 0,-1 2 1 0 0,0-1 0 0 0,0 0 0 0 0,-1 1 0 0 0,1 0 0 0 0,-1 0 0 0 0,0 1 0 0 0,5 6 0 0 0,-3-3 27 0 0,-1 0-1 0 0,0 0 1 0 0,-1 1-1 0 0,0 0 1 0 0,0 0-1 0 0,-1 0 1 0 0,0 0-1 0 0,-1 0 1 0 0,0 1-1 0 0,2 16 1 0 0,-2 6-250 0 0,-5 60-1 0 0,0-22-3641 0 0,3-68 3493 0 0,0-1 1 0 0,1 1 0 0 0,-1-1 0 0 0,1 1 0 0 0,-1-1-1 0 0,1 1 1 0 0,-1-1 0 0 0,1 1 0 0 0,0-1-1 0 0,0 0 1 0 0,-1 1 0 0 0,1-1 0 0 0,0 0 0 0 0,0 0-1 0 0,0 0 1 0 0,1 1 0 0 0,-1-1 0 0 0,0-1-1 0 0,0 1 1 0 0,0 0 0 0 0,1 0 0 0 0,-1 0 0 0 0,1-1-1 0 0,-1 1 1 0 0,0 0 0 0 0,1-1 0 0 0,-1 1 0 0 0,3-1-1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7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2336 0 0,'25'-108'13178'0'0,"-22"80"-10318"0"0,-3 19-1639 0 0,-3 19 1355 0 0,-4 35-775 0 0,-1 72 0 0 0,8-91-1650 0 0,1 0-1 0 0,2 1 1 0 0,0-2-1 0 0,10 36 1 0 0,-12-56-136 0 0,1 1 1 0 0,0-1-1 0 0,0 0 1 0 0,0 0-1 0 0,1 0 1 0 0,0-1-1 0 0,0 1 0 0 0,0-1 1 0 0,0 1-1 0 0,1-1 1 0 0,0 0-1 0 0,0 0 1 0 0,0-1-1 0 0,0 1 1 0 0,1-1-1 0 0,5 4 1 0 0,-7-6-241 0 0,0 1 1 0 0,0-1 0 0 0,0 0 0 0 0,0 0 0 0 0,0 0-1 0 0,0-1 1 0 0,0 1 0 0 0,1-1 0 0 0,-1 0-1 0 0,0 0 1 0 0,0 0 0 0 0,1 0 0 0 0,-1 0-1 0 0,0-1 1 0 0,0 1 0 0 0,0-1 0 0 0,0 0 0 0 0,0 0-1 0 0,0 0 1 0 0,0 0 0 0 0,0-1 0 0 0,0 1-1 0 0,0-1 1 0 0,0 0 0 0 0,-1 0 0 0 0,1 0 0 0 0,-1 0-1 0 0,0 0 1 0 0,3-3 0 0 0,0 0-1198 0 0,0-1 0 0 0,-1 1-1 0 0,0-1 1 0 0,0-1 0 0 0,0 1 0 0 0,5-13 0 0 0,0-9-6281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7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70 106 2140 0 0,'-43'-62'9351'0'0,"17"20"-6318"0"0,25 41-3353 0 0,13 1-4539 0 0,-3 2 1409 0 0,8 1-41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7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12 1244 0 0,'20'-11'19858'0'0,"-17"32"-16319"0"0,-3-21-3568 0 0,0 92 3953 0 0,-16 128 1 0 0,12-177-3619 0 0,-46 261-306 0 0,29-192 0 0 0,19-104-43 0 0,1 0-360 0 0,-1 1 0 0 0,1 0-1 0 0,0-1 1 0 0,1 1 0 0 0,0 11-1 0 0,0-18 311 0 0,1-1 0 0 0,-1 1 0 0 0,1 0 0 0 0,-1 0 0 0 0,1 0 0 0 0,-1 0 0 0 0,1-1 0 0 0,0 1 0 0 0,0 0 0 0 0,0-1 0 0 0,0 1 0 0 0,0 0 0 0 0,0-1 0 0 0,0 0 0 0 0,1 1 0 0 0,-1-1 0 0 0,0 0 0 0 0,1 1 0 0 0,-1-1 0 0 0,1 0 0 0 0,-1 0 0 0 0,1 0 0 0 0,0 0 0 0 0,0-1 0 0 0,-1 1 0 0 0,1 0 0 0 0,0-1 0 0 0,0 1 0 0 0,0-1 0 0 0,2 1 0 0 0,8 0-1625 0 0,0 0 0 0 0,0-1 0 0 0,0 0 0 0 0,0-1 1 0 0,0 0-1 0 0,0-1 0 0 0,-1-1 0 0 0,1 0 1 0 0,21-8-1 0 0,-4 0-6121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7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85 2908 0 0,'-171'-64'16222'0'0,"154"57"-14926"0"0,6 0-313 0 0,13 3-673 0 0,9 2 117 0 0,50 1-1247 0 0,75 9 0 0 0,67 16-8282 0 0,-169-19 6243 0 0,3-1-3282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39 2872 0 0,'2'0'14278'0'0,"-1"0"-13970"0"0,0 0 0 0 0,0 0-1 0 0,0 0 1 0 0,0 0 0 0 0,0-1 0 0 0,0 1-1 0 0,0 0 1 0 0,-1-1 0 0 0,1 1 0 0 0,0 0-1 0 0,0-1 1 0 0,0 1 0 0 0,0-1 0 0 0,1-1 923 0 0,1-2-227 0 0,-3 3-845 0 0,0-1 0 0 0,0 1 0 0 0,0-1 0 0 0,0 1 0 0 0,0-1 0 0 0,-1 1 0 0 0,1-1 0 0 0,0 1 0 0 0,-1-1 0 0 0,1 1 0 0 0,-1-1 0 0 0,0 1 0 0 0,1 0 0 0 0,-2-2 0 0 0,1 2-151 0 0,0 1 1 0 0,0-1-1 0 0,1 1 0 0 0,-1-1 0 0 0,0 1 1 0 0,0-1-1 0 0,0 1 0 0 0,0 0 0 0 0,0-1 1 0 0,0 1-1 0 0,0 0 0 0 0,1 0 0 0 0,-1 0 1 0 0,0 0-1 0 0,0 0 0 0 0,0-1 0 0 0,0 2 1 0 0,0-1-1 0 0,0 0 0 0 0,-1 0 0 0 0,-25 10 103 0 0,-21 23 44 0 0,44-30-132 0 0,-22 17 6 0 0,1 2 0 0 0,1 1 0 0 0,-27 32 0 0 0,37-38-45 0 0,1 1 1 0 0,0 1-1 0 0,1 0 0 0 0,2 1 0 0 0,-16 36 0 0 0,25-52-36 0 0,-1 1 0 0 0,1-1 0 0 0,-1 1 0 0 0,2-1 0 0 0,-1 1-1 0 0,0 0 1 0 0,1 0 0 0 0,0-1 0 0 0,0 1 0 0 0,0 0-1 0 0,1-1 1 0 0,-1 1 0 0 0,1 0 0 0 0,2 4 0 0 0,-2-6-10 0 0,0 1 0 0 0,1-1 1 0 0,0 0-1 0 0,0 0 0 0 0,0-1 1 0 0,0 1-1 0 0,0 0 0 0 0,1-1 1 0 0,-1 1-1 0 0,1-1 0 0 0,-1 0 1 0 0,1 0-1 0 0,0 0 0 0 0,0 0 1 0 0,0 0-1 0 0,0-1 0 0 0,0 1 1 0 0,1-1-1 0 0,4 2 0 0 0,-2-1 4 0 0,0-1 0 0 0,0 1-1 0 0,-1-1 1 0 0,1-1 0 0 0,0 1 0 0 0,0-1-1 0 0,0 0 1 0 0,0 0 0 0 0,0 0-1 0 0,0-1 1 0 0,0 0 0 0 0,0 0 0 0 0,-1-1-1 0 0,8-2 1 0 0,-5 0 6 0 0,0 0 0 0 0,-1 0 0 0 0,0-1 0 0 0,0 0 0 0 0,0 0 0 0 0,-1 0 0 0 0,0-1-1 0 0,0 0 1 0 0,6-7 0 0 0,6-12 233 0 0,-1-1 0 0 0,-1-1 0 0 0,-1 0 0 0 0,14-38-1 0 0,-25 57-35 0 0,-2 3-28 0 0,8-17 182 0 0,-5 20-182 0 0,-3 13-9 0 0,-2 10-80 0 0,-1 11-640 0 0,6 38 0 0 0,6-19-3812 0 0,-9-45 2879 0 0,1 0 1 0 0,0 1-1 0 0,0-1 0 0 0,0 0 1 0 0,6 7-1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8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2144 0 0,'2'-10'2146'0'0,"1"0"-1"0"0,0 0 0 0 0,5-13 1 0 0,-6 20-1795 0 0,-1 0 0 0 0,1-1-1 0 0,0 2 1 0 0,0-1 0 0 0,0 0 0 0 0,0 0 0 0 0,0 1 0 0 0,0-1 0 0 0,1 1 0 0 0,-1-1 0 0 0,1 1 0 0 0,0 0 0 0 0,4-2 0 0 0,-5 3-218 0 0,1 0-1 0 0,-1 1 1 0 0,1-1 0 0 0,-1 1-1 0 0,0 0 1 0 0,1 0 0 0 0,-1 0 0 0 0,1 0-1 0 0,-1 0 1 0 0,0 0 0 0 0,1 1 0 0 0,-1-1-1 0 0,1 1 1 0 0,-1 0 0 0 0,3 1 0 0 0,33 16 934 0 0,-26-11-907 0 0,-1 2 0 0 0,0-1-1 0 0,0 2 1 0 0,0-1 0 0 0,-1 1 0 0 0,-1 1-1 0 0,0 0 1 0 0,0 0 0 0 0,-1 1-1 0 0,0 0 1 0 0,-1 1 0 0 0,-1-1-1 0 0,0 1 1 0 0,-1 0 0 0 0,0 1 0 0 0,-1-1-1 0 0,0 1 1 0 0,2 17 0 0 0,-6-26-117 0 0,1 0 0 0 0,-1-1 1 0 0,0 1-1 0 0,0 0 1 0 0,-1-1-1 0 0,0 1 0 0 0,1 0 1 0 0,-2-1-1 0 0,1 1 0 0 0,0 0 1 0 0,-1-1-1 0 0,0 0 0 0 0,0 1 1 0 0,0-1-1 0 0,0 0 1 0 0,-1 0-1 0 0,0 0 0 0 0,0-1 1 0 0,0 1-1 0 0,-6 6 0 0 0,7-10-13 0 0,0 1 0 0 0,0 0 1 0 0,0 0-1 0 0,0-1 0 0 0,0 1 0 0 0,0-1 0 0 0,0 0 0 0 0,0 1 0 0 0,0-1 0 0 0,0 0 0 0 0,0 0 0 0 0,0 0 0 0 0,0-1 0 0 0,0 1 0 0 0,0 0 0 0 0,0-1 0 0 0,0 1 0 0 0,0-1 0 0 0,0 0 0 0 0,0 0 0 0 0,0 1 0 0 0,0-1 0 0 0,0-1 0 0 0,-1 0 0 0 0,0-1 0 0 0,1 0-1 0 0,0 0 0 0 0,0 0 1 0 0,0-1-1 0 0,0 1 0 0 0,0 0 1 0 0,1-1-1 0 0,0 0 0 0 0,-1 1 1 0 0,1-1-1 0 0,0 0 1 0 0,1 1-1 0 0,-1-1 0 0 0,1 0 1 0 0,0 0-1 0 0,0 0 0 0 0,0 0 1 0 0,0 1-1 0 0,1-1 1 0 0,-1 0-1 0 0,1 0 0 0 0,0 1 1 0 0,0-1-1 0 0,0 0 0 0 0,3-4 1 0 0,1-4-30 0 0,0 1 0 0 0,1 0 1 0 0,1 0-1 0 0,0 0 1 0 0,0 1-1 0 0,12-12 0 0 0,-5 7-236 0 0,0 2 1 0 0,1 0-1 0 0,1 1 0 0 0,0 0 0 0 0,1 1 1 0 0,0 1-1 0 0,21-9 0 0 0,47-14-4264 0 0,2 10-5399 0 0,-71 18 4296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09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1 2384 0 0,'6'-1'17644'0'0,"-10"20"-17583"0"0,-3 17 381 0 0,2 1-1 0 0,1-1 0 0 0,2 1 1 0 0,5 58-1 0 0,-3-90-425 0 0,1-1-1 0 0,0 0 1 0 0,-1 0-1 0 0,2 0 1 0 0,-1 0-1 0 0,0 0 1 0 0,1 0-1 0 0,0 0 1 0 0,-1-1-1 0 0,2 1 1 0 0,-1-1-1 0 0,0 1 1 0 0,1-1-1 0 0,-1 0 1 0 0,1 0-1 0 0,0 0 1 0 0,6 5-1 0 0,-6-7-27 0 0,-1 1 0 0 0,1-1 0 0 0,-1 0 0 0 0,1 0 0 0 0,0 0 0 0 0,-1-1 0 0 0,1 1 0 0 0,0-1 0 0 0,-1 1-1 0 0,1-1 1 0 0,0 0 0 0 0,0 0 0 0 0,-1 0 0 0 0,1 0 0 0 0,0-1 0 0 0,-1 1 0 0 0,1-1 0 0 0,0 1 0 0 0,-1-1-1 0 0,1 0 1 0 0,0 0 0 0 0,-1 0 0 0 0,0-1 0 0 0,1 1 0 0 0,-1-1 0 0 0,0 1 0 0 0,4-4 0 0 0,6-6-79 0 0,0 0 1 0 0,-1 0 0 0 0,0-1 0 0 0,-1-1-1 0 0,-1 0 1 0 0,0 0 0 0 0,0 0-1 0 0,6-17 1 0 0,46-119 2542 0 0,-60 147-2380 0 0,14-33 994 0 0,-15 33-1012 0 0,1 4-31 0 0,0-1-1 0 0,0 1 1 0 0,0 0 0 0 0,-1-1 0 0 0,1 1 0 0 0,0 0 0 0 0,-1 0 0 0 0,0 0 0 0 0,1-1 0 0 0,-1 4 0 0 0,1 33 575 0 0,-1-1 1 0 0,-2 1-1 0 0,-10 57 0 0 0,11-90-554 0 0,-28 157 1022 0 0,-7-1-1 0 0,-82 227 1 0 0,49-217-608 0 0,59-151-377 0 0,0-1-1 0 0,-1-1 0 0 0,-1 0 0 0 0,-1-1 1 0 0,-1 0-1 0 0,-22 22 0 0 0,26-31-54 0 0,0 0 1 0 0,-1-1-1 0 0,0 0 0 0 0,0 0 0 0 0,0-2 1 0 0,-1 1-1 0 0,0-1 0 0 0,0-1 0 0 0,0 0 1 0 0,-1-1-1 0 0,1 0 0 0 0,-1-1 0 0 0,0-1 1 0 0,0 0-1 0 0,1 0 0 0 0,-16-2 0 0 0,14 0-12 0 0,1 0-1 0 0,0-1 0 0 0,0-1 1 0 0,0 0-1 0 0,0-1 0 0 0,0 0 1 0 0,1-1-1 0 0,-1-1 0 0 0,1 0 1 0 0,0 0-1 0 0,1-1 0 0 0,0 0 1 0 0,0-1-1 0 0,1-1 0 0 0,-14-13 1 0 0,20 18-43 0 0,1 1 0 0 0,-1-2 0 0 0,1 1 0 0 0,0 0 0 0 0,0-1 1 0 0,1 1-1 0 0,-1-1 0 0 0,1 0 0 0 0,0 0 0 0 0,0 0 0 0 0,1 0 1 0 0,-1 0-1 0 0,1 0 0 0 0,0 0 0 0 0,1 0 0 0 0,-1-1 0 0 0,1 1 1 0 0,0 0-1 0 0,0 0 0 0 0,1-1 0 0 0,-1 1 0 0 0,1 0 0 0 0,0 0 0 0 0,1-1 1 0 0,-1 1-1 0 0,1 0 0 0 0,0 1 0 0 0,1-1 0 0 0,-1 0 0 0 0,1 1 1 0 0,-1-1-1 0 0,2 1 0 0 0,-1 0 0 0 0,7-8 0 0 0,5-2-261 0 0,0 0 0 0 0,1 1 0 0 0,1 1 0 0 0,0 0 0 0 0,0 1 0 0 0,20-9 0 0 0,119-45-2405 0 0,-62 33-774 0 0,109-21 0 0 0,-1 13-6249 0 0,-119 25 1879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0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7 452 764 0 0,'-6'-15'15081'0'0,"6"20"-14903"0"0,0 1-1 0 0,0-1 0 0 0,1 1 0 0 0,-1 0 0 0 0,1-1 0 0 0,1 1 0 0 0,-1-1 0 0 0,1 0 0 0 0,0 1 0 0 0,3 6 0 0 0,0 2-44 0 0,-3-10-104 0 0,0 1 0 0 0,0 0 1 0 0,0-1-1 0 0,0 1 0 0 0,1-1 0 0 0,0 0 0 0 0,0 0 0 0 0,0 0 0 0 0,0 0 0 0 0,1 0 0 0 0,-1-1 0 0 0,1 1 0 0 0,0-1 0 0 0,0 0 1 0 0,0 0-1 0 0,6 2 0 0 0,-4-2-12 0 0,0-1 1 0 0,0 0 0 0 0,1 0-1 0 0,-1-1 1 0 0,0 0-1 0 0,1 0 1 0 0,-1 0 0 0 0,1-1-1 0 0,-1 0 1 0 0,0 0-1 0 0,10-2 1 0 0,-2-1-9 0 0,-1 0-1 0 0,1 0 1 0 0,-1-2-1 0 0,0 0 1 0 0,-1 0-1 0 0,1-1 1 0 0,-1-1 0 0 0,0 0-1 0 0,0 0 1 0 0,-1-1-1 0 0,14-13 1 0 0,-12 7-6 0 0,-1 0 0 0 0,-1-1-1 0 0,0 0 1 0 0,-1 0 0 0 0,0-2 0 0 0,-1 1-1 0 0,-1-1 1 0 0,11-34 0 0 0,-4 2 16 0 0,15-101-1 0 0,-24 111 228 0 0,1-50 1 0 0,-7 89-240 0 0,0-1 1 0 0,0 0 0 0 0,0 0 0 0 0,0 1-1 0 0,0-1 1 0 0,0 0 0 0 0,0 1-1 0 0,0-1 1 0 0,0 0 0 0 0,0 1-1 0 0,0-1 1 0 0,-1 0 0 0 0,1 1-1 0 0,0-1 1 0 0,0 0 0 0 0,-1 1-1 0 0,1-1 1 0 0,-1 1 0 0 0,1-1-1 0 0,0 1 1 0 0,-2-2 0 0 0,2 2-6 0 0,-1 0 0 0 0,1 0 0 0 0,-1 0 0 0 0,1 0 0 0 0,-1 0 0 0 0,1 0 0 0 0,-1 0 0 0 0,1 0 0 0 0,-1 0 0 0 0,1 0 0 0 0,-1 0 0 0 0,1 0 0 0 0,-1 1 0 0 0,1-1 0 0 0,0 0 0 0 0,-1 0 0 0 0,1 0 0 0 0,-1 1 0 0 0,1-1 0 0 0,-1 0 0 0 0,0 1 0 0 0,-19 22 34 0 0,8 3 54 0 0,0 1-1 0 0,2 0 1 0 0,1 1 0 0 0,1 0-1 0 0,2 1 1 0 0,0 0 0 0 0,2 0 0 0 0,1 0-1 0 0,2 0 1 0 0,1 0 0 0 0,5 48-1 0 0,-4-69-75 0 0,0-1-1 0 0,1 0 1 0 0,-1 0-1 0 0,2 0 0 0 0,-1 0 1 0 0,1 0-1 0 0,0 0 1 0 0,0 0-1 0 0,1-1 1 0 0,-1 0-1 0 0,2 1 0 0 0,-1-2 1 0 0,1 1-1 0 0,0 0 1 0 0,0-1-1 0 0,0 0 1 0 0,1 0-1 0 0,-1 0 0 0 0,9 4 1 0 0,-8-6-312 0 0,1 1 1 0 0,0-1-1 0 0,0-1 1 0 0,0 1-1 0 0,0-1 0 0 0,1 0 1 0 0,-1-1-1 0 0,1 0 1 0 0,-1 0-1 0 0,1-1 1 0 0,-1 1-1 0 0,11-2 1 0 0,-12 0-486 0 0,0 1 0 0 0,0-1 1 0 0,0 0-1 0 0,0-1 0 0 0,0 1 1 0 0,-1-1-1 0 0,1 0 1 0 0,0-1-1 0 0,-1 1 0 0 0,0-1 1 0 0,9-6-1 0 0,2-4-4437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0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71 136 1304 0 0,'-33'-69'8545'0'0,"-4"3"-4368"0"0,36 65-4137 0 0,7 10-3755 0 0,13 2-4232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0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697 170 1024 0 0,'3'-4'641'0'0,"-1"-1"0"0"0,0 1 0 0 0,0 0-1 0 0,0-1 1 0 0,0 0 0 0 0,0 1 0 0 0,-1-1 0 0 0,0 0-1 0 0,0 0 1 0 0,-1 1 0 0 0,1-1 0 0 0,-1 0 0 0 0,0 0 0 0 0,0 0-1 0 0,-1 0 1 0 0,1 0 0 0 0,-1 0 0 0 0,0 1 0 0 0,0-1 0 0 0,-4-8-1 0 0,3 8-229 0 0,0 1 0 0 0,0-1 0 0 0,-1 0 0 0 0,0 0-1 0 0,0 1 1 0 0,0 0 0 0 0,0-1 0 0 0,-1 1 0 0 0,-5-5-1 0 0,6 7-313 0 0,1 1-1 0 0,0-1 0 0 0,-1 1 1 0 0,1 0-1 0 0,-1 0 1 0 0,0 0-1 0 0,1 0 0 0 0,-1 0 1 0 0,0 1-1 0 0,0-1 0 0 0,1 1 1 0 0,-1 0-1 0 0,0 0 0 0 0,0 0 1 0 0,0 0-1 0 0,1 0 0 0 0,-1 0 1 0 0,0 1-1 0 0,-4 1 1 0 0,-1 0 8 0 0,0 1 0 0 0,-1 1 1 0 0,1-1-1 0 0,1 1 1 0 0,-1 1-1 0 0,1 0 1 0 0,-1 0-1 0 0,1 0 0 0 0,1 1 1 0 0,-1 0-1 0 0,-7 9 1 0 0,-2 3 64 0 0,2 0 1 0 0,0 1-1 0 0,-10 22 0 0 0,-3 11 326 0 0,2 1 0 0 0,3 1 0 0 0,2 1-1 0 0,2 0 1 0 0,3 2 0 0 0,-12 93 0 0 0,10-1 836 0 0,4 204 1 0 0,15-211-1063 0 0,-4 142 116 0 0,-1-221-172 0 0,-4-1 0 0 0,-20 92 0 0 0,19-125-14 0 0,0 0-1 0 0,-24 53 1 0 0,29-75-190 0 0,-1 0-1 0 0,1 0 1 0 0,-1-1 0 0 0,0 0 0 0 0,-1 1 0 0 0,1-2-1 0 0,-1 1 1 0 0,-1 0 0 0 0,1-1 0 0 0,-1 0-1 0 0,0 0 1 0 0,0-1 0 0 0,0 0 0 0 0,-1 0 0 0 0,1 0-1 0 0,-15 5 1 0 0,19-9-257 0 0,-1 1 1 0 0,1-1-1 0 0,-1 0 0 0 0,1 0 1 0 0,-1 0-1 0 0,0-1 0 0 0,1 1 0 0 0,-1-1 1 0 0,1 1-1 0 0,-1-1 0 0 0,1 0 1 0 0,0 0-1 0 0,-1 0 0 0 0,1 0 0 0 0,0 0 1 0 0,0 0-1 0 0,0-1 0 0 0,0 1 1 0 0,0-1-1 0 0,0 0 0 0 0,0 0 0 0 0,0 1 1 0 0,0-1-1 0 0,1 0 0 0 0,-2-2 1 0 0,0-2-945 0 0,0 1 0 0 0,0-1 1 0 0,1 0-1 0 0,0 1 1 0 0,0-1-1 0 0,1 0 1 0 0,-1 0-1 0 0,1 0 1 0 0,0 0-1 0 0,1-9 1 0 0,-1-13-7558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1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40 279 1428 0 0,'-17'-45'6839'0'0,"13"34"-4766"0"0,-1 0-1 0 0,1 0 1 0 0,1 0 0 0 0,-3-20-1 0 0,6 29-1990 0 0,0 0-1 0 0,0 0 0 0 0,0-1 0 0 0,1 1 0 0 0,-1 0 0 0 0,1 0 0 0 0,-1 0 1 0 0,1 0-1 0 0,0 0 0 0 0,0-1 0 0 0,0 1 0 0 0,0 1 0 0 0,0-1 0 0 0,1 0 1 0 0,-1 0-1 0 0,0 0 0 0 0,1 1 0 0 0,0-1 0 0 0,-1 0 0 0 0,1 1 0 0 0,0 0 1 0 0,0-1-1 0 0,-1 1 0 0 0,1 0 0 0 0,0 0 0 0 0,3-1 0 0 0,8-4 56 0 0,0 1 0 0 0,0 0 1 0 0,16-3-1 0 0,-24 6-91 0 0,84-17 145 0 0,1 3 0 0 0,124-5 0 0 0,-151 16-145 0 0,-6 1-22 0 0,-5 1-107 0 0,55-11 0 0 0,-103 13-492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3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411 133 656 0 0,'14'-19'8022'0'0,"-14"15"-7587"0"0,0-1 0 0 0,-1 0 0 0 0,0 1-1 0 0,1-1 1 0 0,-1 1 0 0 0,-1-1 0 0 0,1 1 0 0 0,-1 0 0 0 0,0-1 0 0 0,0 1-1 0 0,-4-7 1 0 0,3 7-259 0 0,-1 0-1 0 0,1 0 0 0 0,-1 0 1 0 0,1 0-1 0 0,-1 1 0 0 0,0 0 1 0 0,0 0-1 0 0,-1 0 0 0 0,-7-4 1 0 0,6 4-163 0 0,0 1 0 0 0,0-1 1 0 0,0 2-1 0 0,-1-1 0 0 0,1 1 1 0 0,0 0-1 0 0,0 0 0 0 0,-1 0 1 0 0,1 1-1 0 0,-1 0 1 0 0,1 0-1 0 0,-1 1 0 0 0,1 0 1 0 0,0 0-1 0 0,0 1 0 0 0,-1-1 1 0 0,1 1-1 0 0,-6 3 0 0 0,-5 5 7 0 0,0 0-1 0 0,0 1 0 0 0,1 1 0 0 0,1 0 0 0 0,0 1 0 0 0,1 1 0 0 0,0 0 0 0 0,1 1 0 0 0,0 0 1 0 0,2 1-1 0 0,0 1 0 0 0,0 0 0 0 0,2 0 0 0 0,0 1 0 0 0,1 0 0 0 0,1 1 0 0 0,-9 34 0 0 0,15-48-12 0 0,0 0-1 0 0,1 1 1 0 0,-1-1-1 0 0,1 0 1 0 0,0 0-1 0 0,0 0 0 0 0,1 0 1 0 0,0 0-1 0 0,0 0 1 0 0,0 0-1 0 0,0 0 0 0 0,1 0 1 0 0,0 0-1 0 0,0 0 1 0 0,0 0-1 0 0,0-1 0 0 0,1 1 1 0 0,0-1-1 0 0,3 4 1 0 0,-2-4-4 0 0,-1-1 1 0 0,0 0 0 0 0,1 0 0 0 0,0 0-1 0 0,0-1 1 0 0,0 1 0 0 0,0-1 0 0 0,0 0-1 0 0,0 0 1 0 0,1 0 0 0 0,-1-1 0 0 0,1 0-1 0 0,-1 0 1 0 0,1 0 0 0 0,-1 0 0 0 0,1 0-1 0 0,0-1 1 0 0,-1 0 0 0 0,1 0 0 0 0,0-1-1 0 0,5 0 1 0 0,0-1-4 0 0,0 0 0 0 0,0 0 0 0 0,0-1 0 0 0,-1-1 0 0 0,1 0 0 0 0,-1 0 0 0 0,0-1 0 0 0,0 0 0 0 0,0 0 0 0 0,-1-1 0 0 0,0 0 0 0 0,0-1-1 0 0,0 0 1 0 0,-1 0 0 0 0,8-10 0 0 0,-5 3 164 0 0,1-1-1 0 0,-2 0 0 0 0,0 0 0 0 0,-1-1 1 0 0,0 0-1 0 0,-2-1 0 0 0,10-32 1 0 0,5-20 1104 0 0,-20 67-1108 0 0,-7 34-2 0 0,-3 10-74 0 0,2-12 56 0 0,-5 57-1 0 0,11-78-179 0 0,1-1-1 0 0,0 0 0 0 0,1 0 1 0 0,0 0-1 0 0,0 0 0 0 0,1 0 1 0 0,-1 0-1 0 0,2 0 0 0 0,-1 0 0 0 0,1 0 1 0 0,8 13-1 0 0,-9-17-169 0 0,1-1 0 0 0,-1 0 0 0 0,1 0 0 0 0,0 0 0 0 0,0 0 0 0 0,0 0 0 0 0,1-1 0 0 0,-1 1-1 0 0,1-1 1 0 0,-1 0 0 0 0,1 0 0 0 0,0 0 0 0 0,0 0 0 0 0,0-1 0 0 0,6 2 0 0 0,-4-2-588 0 0,0 0 0 0 0,0 0 0 0 0,0 0 0 0 0,0-1 0 0 0,0 0 0 0 0,0 0 0 0 0,0-1-1 0 0,-1 0 1 0 0,1 0 0 0 0,9-2 0 0 0,8-5-3883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28 335 288 0 0,'-8'-116'7330'0'0,"-2"-84"2020"0"0,10 200-9325 0 0,0-1 0 0 0,-1 0-1 0 0,1 1 1 0 0,0-1-1 0 0,0 0 1 0 0,0 0 0 0 0,1 1-1 0 0,-1-1 1 0 0,0 0 0 0 0,0 0-1 0 0,0 1 1 0 0,0-1 0 0 0,1 0-1 0 0,-1 1 1 0 0,0-1-1 0 0,1 0 1 0 0,-1 1 0 0 0,0-1-1 0 0,1 1 1 0 0,-1-1 0 0 0,1 1-1 0 0,-1-1 1 0 0,1 0 0 0 0,-1 1-1 0 0,1 0 1 0 0,-1-1 0 0 0,2 0-1 0 0,-1 1-5 0 0,0 0 1 0 0,0 0-1 0 0,0 0 0 0 0,1 0 0 0 0,-1 0 0 0 0,0 0 1 0 0,0 0-1 0 0,0 1 0 0 0,0-1 0 0 0,0 0 0 0 0,0 1 1 0 0,0-1-1 0 0,0 0 0 0 0,0 1 0 0 0,2 1 1 0 0,2 1 30 0 0,0 1 1 0 0,1 0 0 0 0,-2 0 0 0 0,10 10 0 0 0,-8-6 54 0 0,0 1 0 0 0,0 0 0 0 0,-1 0 0 0 0,0 0 0 0 0,-1 1 0 0 0,0-1 0 0 0,0 1 0 0 0,-1 0 0 0 0,0 0 0 0 0,-1 1 0 0 0,0-1 0 0 0,-1 1 0 0 0,0-1 0 0 0,0 1 0 0 0,-3 18 1 0 0,0-11 203 0 0,-1 0 1 0 0,-1 1 0 0 0,0-1 0 0 0,-2 0 0 0 0,0-1-1 0 0,-1 1 1 0 0,-1-1 0 0 0,-9 16 0 0 0,-44 72 3075 0 0,60-104-3230 0 0,0 1 51 0 0,1-2-199 0 0,0 1 0 0 0,0-1 1 0 0,0 0-1 0 0,0 0 0 0 0,0 0 0 0 0,-1 0 0 0 0,1 0 0 0 0,0 1 0 0 0,0-1 0 0 0,0 0 0 0 0,0 0 0 0 0,0 0 0 0 0,0 0 0 0 0,0 1 1 0 0,0-1-1 0 0,0 0 0 0 0,0 0 0 0 0,0 0 0 0 0,0 1 0 0 0,0-1 0 0 0,0 0 0 0 0,0 0 0 0 0,0 0 0 0 0,0 1 0 0 0,0-1 1 0 0,0 0-1 0 0,0 0 0 0 0,0 0 0 0 0,0 1 0 0 0,0-1 0 0 0,0 0 0 0 0,0 0 0 0 0,0 0 0 0 0,0 0 0 0 0,0 1 0 0 0,0-1 0 0 0,1 0 1 0 0,-1 0-1 0 0,0 0 0 0 0,0 0 0 0 0,0 0 0 0 0,0 1 0 0 0,1-1 0 0 0,-1 0 0 0 0,0 0 0 0 0,0 0 0 0 0,0 0 0 0 0,1 0 0 0 0,95-15-1599 0 0,-71 9-798 0 0,1 1 0 0 0,0 2 0 0 0,48-1 0 0 0,-6 10-4702 0 0,-31-1 958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3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26 1904 0 0,'-192'28'20549'0'0,"189"-27"-20105"0"0,1 1 141 0 0,1-2-564 0 0,1 0 1 0 0,0 0 0 0 0,0 0 0 0 0,0 0 0 0 0,0 0-1 0 0,-1 0 1 0 0,1 0 0 0 0,0 0 0 0 0,0 0 0 0 0,0 0-1 0 0,-1 0 1 0 0,1 0 0 0 0,0 0 0 0 0,0 0 0 0 0,0 1-1 0 0,0-1 1 0 0,-1 0 0 0 0,1 0 0 0 0,0 0 0 0 0,0 0-1 0 0,0 0 1 0 0,0 0 0 0 0,0 1 0 0 0,0-1-1 0 0,0 0 1 0 0,-1 0 0 0 0,1 0 0 0 0,0 0 0 0 0,0 1-1 0 0,0-1 1 0 0,0 0 0 0 0,0 0 0 0 0,0 0 0 0 0,0 1-1 0 0,0-1 1 0 0,0 0 0 0 0,0 0 0 0 0,0 0 0 0 0,0 1-1 0 0,0-1 1 0 0,0 0 0 0 0,15 3 173 0 0,0 0 0 0 0,-1-1 1 0 0,1-1-1 0 0,23-1 0 0 0,65-8 157 0 0,-68 5-287 0 0,14-1-224 0 0,74-9-2071 0 0,-103 9 512 0 0,0 0 0 0 0,-1-1 0 0 0,0 0 0 0 0,20-10 0 0 0,-22 5-3192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3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26 1912 0 0,'-13'-6'2251'0'0,"-1"2"-1"0"0,0-1 1 0 0,-1 2-1 0 0,1 0 1 0 0,-16-1-1 0 0,28 4-2056 0 0,-1 0 0 0 0,0 0 0 0 0,1 1-1 0 0,-1-1 1 0 0,1 1 0 0 0,-1 0 0 0 0,1 0 0 0 0,-1 0-1 0 0,1 0 1 0 0,0 0 0 0 0,-1 0 0 0 0,1 1-1 0 0,0-1 1 0 0,0 1 0 0 0,0-1 0 0 0,0 1-1 0 0,0 0 1 0 0,1 0 0 0 0,-1 0 0 0 0,-2 3 0 0 0,-1 1 270 0 0,1 1 1 0 0,-1 0 0 0 0,1 0 0 0 0,-5 13 0 0 0,-2 12 175 0 0,2 0 1 0 0,0 1 0 0 0,3 0 0 0 0,-5 51 0 0 0,7 136-4327 0 0,7-177 19 0 0,0-16-2886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43 1964 0 0,'2'-14'4471'0'0,"1"-4"196"0"0,-4 8-652 0 0,-6 31-2691 0 0,1 0 0 0 0,-5 23 0 0 0,0 4-340 0 0,-72 214 1526 0 0,16-52-1858 0 0,24-64-336 0 0,38-129-116 0 0,4-24-70 0 0,9-30-121 0 0,-1 17-14 0 0,2 1 1 0 0,0 1 0 0 0,2-1 0 0 0,20-28 0 0 0,-27 42-6 0 0,1-1 0 0 0,0 1 0 0 0,0 0 0 0 0,0 0 0 0 0,0 0 0 0 0,1 1 1 0 0,0-1-1 0 0,0 1 0 0 0,0 1 0 0 0,0-1 0 0 0,1 1 0 0 0,0 0 0 0 0,-1 1 0 0 0,1 0 1 0 0,0 0-1 0 0,0 0 0 0 0,11-1 0 0 0,-13 3 5 0 0,1 0 0 0 0,0 1-1 0 0,0 0 1 0 0,0 0 0 0 0,-1 0 0 0 0,1 0 0 0 0,-1 1 0 0 0,1 0-1 0 0,-1 0 1 0 0,1 0 0 0 0,-1 1 0 0 0,0 0 0 0 0,0 0 0 0 0,0 0 0 0 0,-1 1-1 0 0,1-1 1 0 0,-1 1 0 0 0,0 0 0 0 0,0 1 0 0 0,0-1 0 0 0,0 1-1 0 0,-1-1 1 0 0,4 8 0 0 0,-3-5 73 0 0,0 0 0 0 0,-1 0 0 0 0,0 0 0 0 0,0 0 0 0 0,0 0 0 0 0,-1 1 0 0 0,-1-1 0 0 0,1 1 0 0 0,-1 0 0 0 0,0-1 0 0 0,-1 1 0 0 0,0 0-1 0 0,0 0 1 0 0,-1-1 0 0 0,1 1 0 0 0,-5 14 0 0 0,1-12 199 0 0,0 0 0 0 0,-1-1 0 0 0,0 0 0 0 0,0 0 0 0 0,-1 0 0 0 0,0 0-1 0 0,-1-1 1 0 0,0 0 0 0 0,0-1 0 0 0,-1 0 0 0 0,0 0 0 0 0,0 0 0 0 0,0-1 0 0 0,-1 0 0 0 0,0-1-1 0 0,0 0 1 0 0,-1 0 0 0 0,-18 6 0 0 0,12-5-51 0 0,-1-1 1 0 0,0-1-1 0 0,0 0 0 0 0,0-2 0 0 0,0 0 0 0 0,0 0 0 0 0,-1-2 0 0 0,1 0 1 0 0,-1-1-1 0 0,-29-5 0 0 0,38 4-210 0 0,0-1-1 0 0,1 0 1 0 0,-1 0 0 0 0,0 0 0 0 0,1-1-1 0 0,0-1 1 0 0,-14-8 0 0 0,20 12-189 0 0,0-1 0 0 0,0 0 1 0 0,0 1-1 0 0,0-1 0 0 0,1 0 0 0 0,-1 0 1 0 0,0 0-1 0 0,1 0 0 0 0,0 0 0 0 0,-1 0 0 0 0,1 0 1 0 0,0 0-1 0 0,0 0 0 0 0,0-1 0 0 0,0 1 1 0 0,0-1-1 0 0,1 1 0 0 0,-1 0 0 0 0,1-1 1 0 0,0 1-1 0 0,-1-1 0 0 0,1 1 0 0 0,0-1 1 0 0,1 1-1 0 0,-1-1 0 0 0,0 1 0 0 0,1-1 1 0 0,-1 1-1 0 0,1-1 0 0 0,0 1 0 0 0,0 0 0 0 0,2-5 1 0 0,8-11-2135 0 0,1 0 1 0 0,1 1-1 0 0,1 0 0 0 0,1 1 1 0 0,24-21-1 0 0,-21 19-678 0 0,19-15-3892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4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78 130 2712 0 0,'5'-23'3477'0'0,"18"-78"10323"0"0,-22 101-13770 0 0,-1-1 0 0 0,1 1-1 0 0,-1-1 1 0 0,1 1 0 0 0,0-1 0 0 0,-1 1 0 0 0,1 0-1 0 0,0-1 1 0 0,-1 1 0 0 0,1 0 0 0 0,0-1-1 0 0,-1 1 1 0 0,1 0 0 0 0,0 0 0 0 0,0-1-1 0 0,-1 1 1 0 0,1 0 0 0 0,0 0 0 0 0,-1 0-1 0 0,1 0 1 0 0,0 0 0 0 0,0 0 0 0 0,-1 0-1 0 0,1 0 1 0 0,0 1 0 0 0,0-1 0 0 0,-1 0 0 0 0,1 0-1 0 0,0 1 1 0 0,-1-1 0 0 0,1 0 0 0 0,1 1-1 0 0,-1 0-37 0 0,2 0 30 0 0,-1 1 0 0 0,1-1 0 0 0,0 1 0 0 0,-1 0 0 0 0,1 0 0 0 0,-1 0 0 0 0,1 0 0 0 0,-1 0 0 0 0,0 1 0 0 0,0-1 0 0 0,0 1 0 0 0,0-1 0 0 0,-1 1 0 0 0,1 0 0 0 0,-1 0 0 0 0,3 5 0 0 0,-1 1 20 0 0,0 1 1 0 0,0-1 0 0 0,-1 0-1 0 0,2 12 1 0 0,-4-8 21 0 0,1 1-1 0 0,-2-1 1 0 0,0 1 0 0 0,-1-1-1 0 0,0 0 1 0 0,-1 0 0 0 0,0 0-1 0 0,-1 0 1 0 0,0 0 0 0 0,-1-1-1 0 0,-1 0 1 0 0,-12 21 0 0 0,-6 4 952 0 0,-2-1 1 0 0,-46 50-1 0 0,62-72-402 0 0,6-6-282 0 0,4-7-327 0 0,0-1 1 0 0,0 0-1 0 0,-1 0 1 0 0,1 0 0 0 0,0 0-1 0 0,0 0 1 0 0,0 0-1 0 0,0 0 1 0 0,0 0 0 0 0,0 0-1 0 0,0 0 1 0 0,0 1 0 0 0,0-1-1 0 0,0 0 1 0 0,0 0-1 0 0,0 0 1 0 0,0 0 0 0 0,0 0-1 0 0,0 0 1 0 0,0 0-1 0 0,0 0 1 0 0,0 0 0 0 0,0 1-1 0 0,0-1 1 0 0,0 0 0 0 0,0 0-1 0 0,1 0 1 0 0,-1 0-1 0 0,0 0 1 0 0,0 0 0 0 0,0 0-1 0 0,0 0 1 0 0,0 0-1 0 0,0 0 1 0 0,0 0 0 0 0,0 1-1 0 0,0-1 1 0 0,0 0-1 0 0,0 0 1 0 0,0 0 0 0 0,0 0-1 0 0,1 0 1 0 0,-1 0 0 0 0,0 0-1 0 0,0 0 1 0 0,0 0-1 0 0,0 0 1 0 0,0 0 0 0 0,0 0-1 0 0,0 0 1 0 0,0 0-1 0 0,0 0 1 0 0,1 0 0 0 0,-1 0-1 0 0,0 0 1 0 0,0 0-1 0 0,59-10-152 0 0,80-25 0 0 0,-5 0-2645 0 0,-102 29 679 0 0,-1 1-1 0 0,44-2 1 0 0,12 9-5395 0 0,-38 3 154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5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0 3076 0 0,'-81'7'7946'0'0,"-44"6"4514"0"0,113-9-11253 0 0,25 0-304 0 0,53 5-555 0 0,114-1 1 0 0,-127-7-289 0 0,-10 0-87 0 0,121-1-2583 0 0,-137-2-1387 0 0,51-11 1 0 0,-45 3-3225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24 3028 0 0,'-10'-5'2442'0'0,"-1"1"-1"0"0,0 0 0 0 0,0 0 0 0 0,-14-2 1 0 0,22 6-2245 0 0,1-1 1 0 0,0 1 0 0 0,-1 0 0 0 0,1 1-1 0 0,0-1 1 0 0,0 0 0 0 0,-1 1-1 0 0,1-1 1 0 0,0 1 0 0 0,0 0 0 0 0,0-1-1 0 0,0 1 1 0 0,-1 0 0 0 0,1 0-1 0 0,0 1 1 0 0,1-1 0 0 0,-1 0 0 0 0,0 1-1 0 0,0-1 1 0 0,-2 3 0 0 0,-2 3 257 0 0,-1 0 0 0 0,1 1 0 0 0,-6 10 0 0 0,10-15-305 0 0,-8 14 185 0 0,0 0 0 0 0,2 1 1 0 0,0 0-1 0 0,-7 21 1 0 0,-17 81 60 0 0,19-67-637 0 0,-1 9-2464 0 0,8-21-6631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5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351 125 1296 0 0,'6'-7'1428'0'0,"30"-43"6180"0"0,-33 46-6955 0 0,-1 0 0 0 0,0 0 0 0 0,0-1 0 0 0,0 1 0 0 0,-1-1 0 0 0,1 1 0 0 0,-1-1 0 0 0,0 0 0 0 0,0 1 1 0 0,0-7-1 0 0,-1 11-594 0 0,0-1 1 0 0,-1 0 0 0 0,1 1 0 0 0,0-1 0 0 0,0 1 0 0 0,0-1 0 0 0,-1 0 0 0 0,1 1 0 0 0,0-1-1 0 0,0 1 1 0 0,-1-1 0 0 0,1 1 0 0 0,0-1 0 0 0,-1 1 0 0 0,1-1 0 0 0,-1 1 0 0 0,1 0-1 0 0,-1-1 1 0 0,1 1 0 0 0,-1-1 0 0 0,1 1 0 0 0,-1 0 0 0 0,1 0 0 0 0,-1-1 0 0 0,1 1 0 0 0,-1 0-1 0 0,0 0 1 0 0,1-1 0 0 0,-1 1 0 0 0,1 0 0 0 0,-1 0 0 0 0,0 0 0 0 0,1 0 0 0 0,-1 0-1 0 0,1 0 1 0 0,-2 0 0 0 0,-22 3 842 0 0,10 1-539 0 0,0 0-1 0 0,1 1 1 0 0,0 0 0 0 0,0 2 0 0 0,0-1 0 0 0,-18 14 0 0 0,2 1 411 0 0,-38 34-1 0 0,45-34-425 0 0,1 0-1 0 0,0 1 1 0 0,-29 43 0 0 0,44-56-287 0 0,0 1 0 0 0,0 0 1 0 0,1 0-1 0 0,0 0 1 0 0,1 0-1 0 0,0 1 1 0 0,1 0-1 0 0,0-1 0 0 0,1 1 1 0 0,0 1-1 0 0,1-1 1 0 0,0 0-1 0 0,0 14 0 0 0,2-20-36 0 0,0 0-1 0 0,0 0 0 0 0,0 0 0 0 0,0 0 0 0 0,1 0 1 0 0,-1-1-1 0 0,1 1 0 0 0,0 0 0 0 0,1-1 0 0 0,-1 0 1 0 0,1 1-1 0 0,0-1 0 0 0,0 0 0 0 0,5 5 0 0 0,-1-4-54 0 0,-1 1-1 0 0,1-1 0 0 0,0 0 0 0 0,0-1 1 0 0,0 1-1 0 0,1-1 0 0 0,15 5 0 0 0,-2-3-601 0 0,-1 0-1 0 0,1-2 0 0 0,0 0 1 0 0,0-2-1 0 0,0 0 0 0 0,23-1 1 0 0,-21-2-1133 0 0,0-1 1 0 0,41-9 0 0 0,6-11-5056 0 0,-19 1-1322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6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175 240 580 0 0,'-35'-91'7269'0'0,"-14"-43"1514"0"0,47 119-7928 0 0,8 17-398 0 0,12 24-93 0 0,-15-18-192 0 0,0 1 0 0 0,0 0 0 0 0,0 1 0 0 0,-1-1-1 0 0,-1 0 1 0 0,0 0 0 0 0,0 1 0 0 0,0-1 0 0 0,-1 1 0 0 0,-1-1 0 0 0,0 1 0 0 0,0-1 0 0 0,-1 0 0 0 0,0 1 0 0 0,0-1 0 0 0,-1 0 0 0 0,-7 14 0 0 0,-5 8 949 0 0,-1-2 1 0 0,-1 0-1 0 0,-34 42 0 0 0,50-70-1064 0 0,0 0-1 0 0,0 0 0 0 0,0 0 1 0 0,0 0-1 0 0,1 0 0 0 0,-1 0 0 0 0,0 0 1 0 0,1 1-1 0 0,-1-1 0 0 0,1 0 1 0 0,0 0-1 0 0,-1 1 0 0 0,1-1 1 0 0,0 0-1 0 0,-1 0 0 0 0,1 1 0 0 0,0-1 1 0 0,0 0-1 0 0,0 1 0 0 0,0-1 1 0 0,0 0-1 0 0,1 2 0 0 0,0-2-33 0 0,-1 0 0 0 0,1 0 0 0 0,0 0 0 0 0,0 0 0 0 0,0 0 0 0 0,0 0 0 0 0,0-1 0 0 0,0 1 0 0 0,0 0 0 0 0,0-1 0 0 0,0 1 0 0 0,0 0 0 0 0,0-1 0 0 0,0 1 0 0 0,0-1 0 0 0,1 0 0 0 0,-1 1 0 0 0,2-1 0 0 0,9 2-26 0 0,-1-1-1 0 0,1-1 1 0 0,22-1 0 0 0,-28 1 43 0 0,271-29-5800 0 0,-93 0-5663 0 0,-126 19 3363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58 171 1184 0 0,'-20'-27'7767'0'0,"-13"-15"1952"0"0,32 41-9282 0 0,0 1-407 0 0,1 0 0 0 0,0 0-1 0 0,0 0 1 0 0,0 0 0 0 0,0 0 0 0 0,0 0 0 0 0,0 0-1 0 0,0 0 1 0 0,-1 0 0 0 0,1 0 0 0 0,0 0 0 0 0,0 0-1 0 0,0 0 1 0 0,0 0 0 0 0,0 0 0 0 0,0 0 0 0 0,0-1-1 0 0,-1 1 1 0 0,1 0 0 0 0,0 0 0 0 0,0 0 0 0 0,0 0-1 0 0,0 0 1 0 0,0 0 0 0 0,0 0 0 0 0,0 0-1 0 0,0-1 1 0 0,0 1 0 0 0,0 0 0 0 0,0 0 0 0 0,0 0-1 0 0,0 0 1 0 0,0 0 0 0 0,0 0 0 0 0,0 0 0 0 0,0-1-1 0 0,0 1 1 0 0,0 0 0 0 0,0 0 0 0 0,0 0 0 0 0,0 0-1 0 0,0 0 1 0 0,0 0 0 0 0,0-1 0 0 0,0 1 0 0 0,0 0-1 0 0,0 0 1 0 0,0 0 0 0 0,0 0 0 0 0,0 0-1 0 0,0 0 1 0 0,0 0 0 0 0,0-1 0 0 0,0 1 0 0 0,0 0-1 0 0,1 0 1 0 0,-1 0 0 0 0,0 0 18 0 0,1-1-1 0 0,-1 1 1 0 0,1-1-1 0 0,0 1 1 0 0,-1-1-1 0 0,1 1 1 0 0,0 0-1 0 0,0-1 1 0 0,-1 1-1 0 0,1 0 1 0 0,0-1-1 0 0,-1 1 1 0 0,1 0-1 0 0,0 0 1 0 0,0 0-1 0 0,0 0 1 0 0,-1 0-1 0 0,2 0 1 0 0,257-4 1249 0 0,-173-1-1999 0 0,89-16 0 0 0,-172 20 510 0 0,20-3-1229 0 0,32-10-1 0 0,-19-2-1678 0 0,-31 13 2030 0 0,0 0 0 0 0,-1-1 1 0 0,0 1-1 0 0,1-1 0 0 0,3-4 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6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26 1112 0 0,'-54'-23'10161'0'0,"53"22"-9969"0"0,0 1 0 0 0,-1-1 0 0 0,1 1 0 0 0,-1 0 0 0 0,1-1 0 0 0,0 1-1 0 0,-1 0 1 0 0,1 0 0 0 0,-1 0 0 0 0,1 0 0 0 0,-1 0 0 0 0,1 0 0 0 0,-1 1 0 0 0,1-1 0 0 0,0 0 0 0 0,-1 1 0 0 0,1-1-1 0 0,-1 1 1 0 0,1-1 0 0 0,0 1 0 0 0,0 0 0 0 0,-1-1 0 0 0,1 1 0 0 0,0 0 0 0 0,0 0 0 0 0,0 0 0 0 0,0 0 0 0 0,0 0-1 0 0,0 0 1 0 0,0 0 0 0 0,0 0 0 0 0,0 1 0 0 0,-1 1 0 0 0,-2 4 495 0 0,0 1 0 0 0,0-1 0 0 0,0 1 0 0 0,-2 9 0 0 0,-6 26 300 0 0,3-1 0 0 0,1 1 0 0 0,2 1 0 0 0,-1 57-1 0 0,1-14-661 0 0,3-46-1420 0 0,2 48 0 0 0,3-71-1303 0 0,-1 0 1 0 0,9 31 0 0 0,-3-28-3357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7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422 836 288 0 0,'15'-17'2544'0'0,"-1"0"1"0"0,0 0-1 0 0,-2-2 0 0 0,13-22 0 0 0,-21 34-2014 0 0,-1 0-1 0 0,1-1 1 0 0,-1 1-1 0 0,-1-1 1 0 0,0 0-1 0 0,0 0 1 0 0,0 0-1 0 0,-1 0 0 0 0,0 0 1 0 0,-1 0-1 0 0,0 0 1 0 0,0 0-1 0 0,0 0 1 0 0,-4-14-1 0 0,4 19-470 0 0,-1 1 1 0 0,0 0-1 0 0,0 0 0 0 0,1 0 0 0 0,-1 0 0 0 0,0 1 1 0 0,0-1-1 0 0,-1 0 0 0 0,1 0 0 0 0,0 0 0 0 0,-1 1 1 0 0,1-1-1 0 0,-1 1 0 0 0,1-1 0 0 0,-1 1 0 0 0,0 0 1 0 0,0 0-1 0 0,1-1 0 0 0,-4 0 0 0 0,1 1-10 0 0,1 0 0 0 0,-1 0 0 0 0,0 0-1 0 0,0 0 1 0 0,0 0 0 0 0,0 1 0 0 0,0 0-1 0 0,0 0 1 0 0,-7 1 0 0 0,-4 1 4 0 0,0 2 0 0 0,0-1-1 0 0,1 2 1 0 0,-22 9 0 0 0,5 0-21 0 0,1 2-1 0 0,0 1 1 0 0,1 1 0 0 0,1 2 0 0 0,-33 28-1 0 0,46-35-22 0 0,1 1-1 0 0,0 1 0 0 0,1 0 0 0 0,1 0 0 0 0,0 1 0 0 0,1 1 1 0 0,1 0-1 0 0,0 1 0 0 0,1-1 0 0 0,-9 29 0 0 0,17-42-5 0 0,-1 1-1 0 0,1-1 1 0 0,1 0-1 0 0,-1 1 0 0 0,0-1 1 0 0,1 1-1 0 0,0-1 1 0 0,0 1-1 0 0,1-1 0 0 0,-1 1 1 0 0,1-1-1 0 0,0 1 1 0 0,0-1-1 0 0,0 0 0 0 0,1 1 1 0 0,-1-1-1 0 0,1 0 0 0 0,0 0 1 0 0,0 0-1 0 0,1 0 1 0 0,-1-1-1 0 0,1 1 0 0 0,0-1 1 0 0,0 1-1 0 0,0-1 1 0 0,0 0-1 0 0,1 0 0 0 0,-1 0 1 0 0,1-1-1 0 0,0 1 1 0 0,-1-1-1 0 0,1 0 0 0 0,0 0 1 0 0,1 0-1 0 0,-1 0 1 0 0,0-1-1 0 0,0 0 0 0 0,1 0 1 0 0,-1 0-1 0 0,7 1 0 0 0,1-1-52 0 0,1 0 0 0 0,-1 0 0 0 0,1-1 0 0 0,-1-1 0 0 0,1 0-1 0 0,-1-1 1 0 0,0 0 0 0 0,0-1 0 0 0,18-6 0 0 0,-14 2-31 0 0,0 0 1 0 0,-1 0-1 0 0,0-2 1 0 0,0 0 0 0 0,-1-1-1 0 0,16-14 1 0 0,-6 1-33 0 0,0-1 0 0 0,-2-1 1 0 0,-2-1-1 0 0,0 0 0 0 0,-1-2 1 0 0,24-49-1 0 0,-8 3-10 0 0,-4-1 0 0 0,24-84 0 0 0,25-162 405 0 0,-75 298-2 0 0,-1 0-1 0 0,1-33 1 0 0,-5 56-276 0 0,0 0 0 0 0,0 0 0 0 0,0 0 1 0 0,0-1-1 0 0,0 1 0 0 0,0 0 0 0 0,0 0 0 0 0,0-1 0 0 0,0 1 1 0 0,0 0-1 0 0,0 0 0 0 0,0-1 0 0 0,0 1 0 0 0,0 0 0 0 0,0 0 0 0 0,0 0 1 0 0,0-1-1 0 0,0 1 0 0 0,0 0 0 0 0,0 0 0 0 0,0-1 0 0 0,0 1 0 0 0,-1 0 1 0 0,1 0-1 0 0,0 0 0 0 0,0 0 0 0 0,0-1 0 0 0,0 1 0 0 0,0 0 0 0 0,-1 0 1 0 0,1 0-1 0 0,0 0 0 0 0,0-1 0 0 0,0 1 0 0 0,-1 0 0 0 0,1 0 1 0 0,0 0-1 0 0,0 0 0 0 0,-1 0 0 0 0,1 0 0 0 0,0 0 0 0 0,-10 7 56 0 0,-7 16 4 0 0,3 4 47 0 0,1 1 0 0 0,2 0 0 0 0,1 0 0 0 0,1 1 0 0 0,-7 39 1 0 0,-12 153 353 0 0,20-39-253 0 0,9-146-344 0 0,1 0 0 0 0,3-1 0 0 0,8 39-1 0 0,-10-64-411 0 0,0 0 0 0 0,0-1 0 0 0,1 1 0 0 0,6 10-1 0 0,9 5-2890 0 0,-17-22 2438 0 0,1-1 1 0 0,0 1 0 0 0,0-1 0 0 0,0 0-1 0 0,0 0 1 0 0,5 2 0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7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43 243 1692 0 0,'1'-43'3585'0'0,"0"17"-1527"0"0,0 1 0 0 0,2 0 0 0 0,0 0 0 0 0,8-28 0 0 0,-10 51-1975 0 0,-1 0 0 0 0,1-1 0 0 0,0 1-1 0 0,-1 0 1 0 0,1 0 0 0 0,0 0 0 0 0,0-1-1 0 0,1 1 1 0 0,-1 0 0 0 0,0 1 0 0 0,1-1-1 0 0,-1 0 1 0 0,1 0 0 0 0,-1 0 0 0 0,1 1-1 0 0,0-1 1 0 0,0 1 0 0 0,0 0 0 0 0,0-1-1 0 0,0 1 1 0 0,0 0 0 0 0,0 0 0 0 0,0 0-1 0 0,0 0 1 0 0,1 1 0 0 0,-1-1 0 0 0,0 1-1 0 0,4-1 1 0 0,-3 1-40 0 0,0 1 0 0 0,0 0 0 0 0,0 0 1 0 0,-1 0-1 0 0,1 1 0 0 0,-1-1 0 0 0,1 0 0 0 0,-1 1 1 0 0,1 0-1 0 0,-1 0 0 0 0,0 0 0 0 0,0 0 0 0 0,0 0 0 0 0,0 0 1 0 0,3 5-1 0 0,-2-3 59 0 0,0 0 0 0 0,0 1 0 0 0,0-1 0 0 0,-1 1 0 0 0,1 0 1 0 0,-1 0-1 0 0,0 0 0 0 0,-1 0 0 0 0,1 0 0 0 0,-1 1 0 0 0,0-1 0 0 0,-1 0 0 0 0,1 11 1 0 0,-2-7 53 0 0,0-1 0 0 0,0 0 0 0 0,-1 0 0 0 0,0 0 0 0 0,0 0 1 0 0,-1 0-1 0 0,0-1 0 0 0,-5 10 0 0 0,-8 9 383 0 0,0-1 0 0 0,-2-1 0 0 0,-40 42 0 0 0,49-56-420 0 0,-31 36 802 0 0,39-44-738 0 0,2-2-169 0 0,-1 1 1 0 0,0 0-1 0 0,0-1 0 0 0,1 1 1 0 0,-1-1-1 0 0,1 1 1 0 0,-1 0-1 0 0,0-1 1 0 0,1 1-1 0 0,-1-1 1 0 0,1 1-1 0 0,-1-1 1 0 0,1 1-1 0 0,-1-1 1 0 0,1 0-1 0 0,0 1 1 0 0,-1-1-1 0 0,1 0 1 0 0,0 1-1 0 0,-1-1 0 0 0,1 0 1 0 0,0 0-1 0 0,-1 1 1 0 0,1-1-1 0 0,0 0 1 0 0,-1 0-1 0 0,1 0 1 0 0,0 0-1 0 0,0 0 1 0 0,0 0-1 0 0,25 0 114 0 0,-25 0-123 0 0,213-26-431 0 0,-139 14-3548 0 0,86-3 1 0 0,-96 15-3518 0 0,-33 1 306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7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2648 0 0,'-100'52'19152'0'0,"106"-45"-18278"0"0,-6-7-859 0 0,0 1 0 0 0,1-1 0 0 0,-1 1 0 0 0,0-1 0 0 0,1 1 0 0 0,-1-1-1 0 0,0 1 1 0 0,1-1 0 0 0,-1 1 0 0 0,1-1 0 0 0,-1 0 0 0 0,1 1 0 0 0,-1-1-1 0 0,1 0 1 0 0,-1 1 0 0 0,1-1 0 0 0,-1 0 0 0 0,1 0 0 0 0,0 1 0 0 0,-1-1-1 0 0,1 0 1 0 0,0 0 0 0 0,215 21 475 0 0,-158-18-1947 0 0,8-2-2321 0 0,-24-6-4698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8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0 2676 0 0,'-46'15'5448'0'0,"36"-10"-3270"0"0,-1-1 0 0 0,-22 4 0 0 0,32-8-1955 0 0,-1 1-1 0 0,0-1 1 0 0,1 0 0 0 0,-1 1-1 0 0,1-1 1 0 0,-1 1 0 0 0,1 0-1 0 0,-1-1 1 0 0,1 1 0 0 0,-3 2-1 0 0,4-3-151 0 0,-1 0 0 0 0,1 1-1 0 0,0-1 1 0 0,-1 0 0 0 0,1 1 0 0 0,0-1-1 0 0,-1 1 1 0 0,1-1 0 0 0,0 0 0 0 0,0 1-1 0 0,-1-1 1 0 0,1 1 0 0 0,0-1-1 0 0,0 1 1 0 0,0-1 0 0 0,0 1 0 0 0,0-1-1 0 0,0 1 1 0 0,0-1 0 0 0,0 1 0 0 0,0-1-1 0 0,0 1 1 0 0,0-1 0 0 0,0 1 0 0 0,0-1-1 0 0,0 1 1 0 0,0-1 0 0 0,0 1-1 0 0,1 0-24 0 0,0 0-1 0 0,0-1 0 0 0,0 1 1 0 0,0 0-1 0 0,0-1 0 0 0,0 1 0 0 0,0-1 1 0 0,0 1-1 0 0,0-1 0 0 0,0 0 1 0 0,0 1-1 0 0,0-1 0 0 0,1 0 0 0 0,-1 0 1 0 0,2 0-1 0 0,-2 1 49 0 0,22 4 102 0 0,0-1 1 0 0,0 0 0 0 0,0-2 0 0 0,44-1-1 0 0,93-15-3492 0 0,-116 7-1292 0 0,68-19-1 0 0,-53 10-1494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18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61 172 0 0,'12'-10'5754'0'0,"19"-18"4413"0"0,-30 26-9557 0 0,1 0 0 0 0,0 0 0 0 0,0 0 0 0 0,1-1 0 0 0,-1 2 0 0 0,0-1 0 0 0,0 0-1 0 0,1 0 1 0 0,3-1 0 0 0,-4 1 590 0 0,-1 13-1195 0 0,0-1 0 0 0,-1 1 0 0 0,-1-1 0 0 0,1 1 0 0 0,-2-1 0 0 0,-4 21 0 0 0,1-8 8 0 0,-25 157-247 0 0,-50 258 787 0 0,27-223-2616 0 0,-15-3-3608 0 0,38-135 265 0 0,-1-2-2809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34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304 349 808 0 0,'8'-13'5247'0'0,"4"-43"2850"0"0,-11 54-7670 0 0,-4-6 1400 0 0,-1 16-1137 0 0,-117 295 1980 0 0,1-3-2206 0 0,46-126 1160 0 0,74-173-1133 0 0,-1-1-479 0 0,1-1 0 0 0,0 0 0 0 0,-1 0-1 0 0,1 0 1 0 0,0 0 0 0 0,0 0 0 0 0,0 0 0 0 0,0 0 0 0 0,0 0 0 0 0,0 0 0 0 0,0 0 0 0 0,0 0 0 0 0,0 0 0 0 0,1 0 0 0 0,-1 1 0 0 0,0-1 0 0 0,1 0 0 0 0,-1 0-1 0 0,1-1 1 0 0,39-101 12 0 0,88-160-1 0 0,79-83-1 0 0,-155 261-21 0 0,98-136-73 0 0,-150 220 69 0 0,1-1-1 0 0,0 1 0 0 0,0 0 0 0 0,0-1 0 0 0,0 1 0 0 0,1 0 0 0 0,-1 0 0 0 0,0 0 1 0 0,0 0-1 0 0,1 0 0 0 0,-1 0 0 0 0,1 0 0 0 0,-1 0 0 0 0,1 1 0 0 0,-1-1 1 0 0,3 0-1 0 0,-3 1 2 0 0,0 0 0 0 0,-1 0 1 0 0,1 0-1 0 0,0 0 0 0 0,0 0 1 0 0,0 1-1 0 0,0-1 0 0 0,-1 0 1 0 0,1 0-1 0 0,0 1 0 0 0,0-1 1 0 0,-1 1-1 0 0,1-1 1 0 0,0 0-1 0 0,-1 1 0 0 0,1 0 1 0 0,-1-1-1 0 0,1 1 0 0 0,0-1 1 0 0,-1 1-1 0 0,1 0 0 0 0,-1-1 1 0 0,1 2-1 0 0,2 3-3 0 0,-1 0 0 0 0,1 1 0 0 0,-1 0 0 0 0,0-1 0 0 0,-1 1 1 0 0,1 0-1 0 0,0 9 0 0 0,3 38 386 0 0,-3 99 1 0 0,-17 53 1511 0 0,15-201-1855 0 0,-65 449 2218 0 0,52-383-1962 0 0,9-61-1346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35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99 197 2012 0 0,'-81'-28'13998'0'0,"80"28"-13886"0"0,1 0 0 0 0,-1 0-1 0 0,0 0 1 0 0,0-1 0 0 0,0 1 0 0 0,0 0-1 0 0,0-1 1 0 0,1 1 0 0 0,-1 0 0 0 0,0-1 0 0 0,0 1-1 0 0,1-1 1 0 0,-1 1 0 0 0,0-1 0 0 0,0 1-1 0 0,1-1 1 0 0,-1 0 0 0 0,1 1 0 0 0,-1-1-1 0 0,1 0 1 0 0,-1 0 0 0 0,1 1 0 0 0,-1-3-1 0 0,1 2-59 0 0,0 1 1 0 0,0-1-1 0 0,0 0 0 0 0,1 0 0 0 0,-1 1 0 0 0,0-1 0 0 0,1 0 0 0 0,-1 0 0 0 0,0 1 0 0 0,1-1 0 0 0,-1 1 0 0 0,1-1 0 0 0,-1 0 0 0 0,1 1 0 0 0,0-1 0 0 0,-1 1 0 0 0,1-1 0 0 0,0 1 0 0 0,1-1 0 0 0,4-3 34 0 0,0 0 0 0 0,0 1 0 0 0,1 0 0 0 0,7-2 0 0 0,104-26 355 0 0,26-9-1538 0 0,-51 8-4675 0 0,-72 23 1284 0 0,1-3-2355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35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90 2368 0 0,'5'-25'6919'0'0,"15"-40"1397"0"0,-16 77-7007 0 0,-3-7-1089 0 0,-1 0 0 0 0,1 0 1 0 0,-1 0-1 0 0,0 0 0 0 0,-1 0 0 0 0,1 0 0 0 0,-1 0 0 0 0,-2 6 0 0 0,-14 41 407 0 0,11-35-466 0 0,-40 107 471 0 0,-17 51-3346 0 0,52-138-2757 0 0,-6 46 0 0 0,13-57-782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35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64 2940 0 0,'-32'32'24981'0'0,"41"-33"-24419"0"0,30-10-64 0 0,60-10-1 0 0,-58 14-1936 0 0,47-14 0 0 0,-65 14-321 0 0,23-8-3546 0 0,-15 3-4098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35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0 1140 0 0,'-2'1'563'0'0,"-63"26"9280"0"0,-76 43 0 0 0,140-70-9795 0 0,1 0 1 0 0,-1 0 0 0 0,1 0 0 0 0,0 0 0 0 0,-1 0 0 0 0,1 1-1 0 0,0-1 1 0 0,-1 0 0 0 0,1 0 0 0 0,0 0 0 0 0,-1 1 0 0 0,1-1-1 0 0,0 0 1 0 0,-1 1 0 0 0,1-1 0 0 0,0 0 0 0 0,0 0 0 0 0,-1 1 0 0 0,1-1-1 0 0,0 1 1 0 0,0-1 0 0 0,0 0 0 0 0,0 1 0 0 0,-1-1 0 0 0,1 0-1 0 0,0 1 1 0 0,0-1 0 0 0,0 1 0 0 0,0-1 0 0 0,0 0 0 0 0,0 2-1 0 0,12 3 384 0 0,22-3-238 0 0,21-5-1587 0 0,98-19 0 0 0,-109 12-4144 0 0,48-18 1 0 0,-45 10-1778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8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52 136 0 0,'12'-24'8775'0'0,"0"-4"-181"0"0,-16 44-8266 0 0,-68 277 2900 0 0,47-173-2737 0 0,-99 339 313 0 0,121-450-804 0 0,-4 9 224 0 0,6-18-220 0 0,1 1 1 0 0,0-1-1 0 0,-1 1 1 0 0,1-1-1 0 0,0 0 1 0 0,-1 1-1 0 0,1-1 0 0 0,-1 0 1 0 0,1 1-1 0 0,-1-1 1 0 0,1 0-1 0 0,-1 1 1 0 0,1-1-1 0 0,-1 0 1 0 0,1 0-1 0 0,-1 0 0 0 0,1 0 1 0 0,-1 0-1 0 0,0 1 1 0 0,1-1-1 0 0,-1 0 1 0 0,1 0-1 0 0,-1 0 1 0 0,1 0-1 0 0,-2-1 0 0 0,2 0-2 0 0,-1 1-1 0 0,1-1 0 0 0,-1 0 0 0 0,1 0 0 0 0,-1 0 1 0 0,1 0-1 0 0,-1 0 0 0 0,1 0 0 0 0,0 0 1 0 0,0 0-1 0 0,-1 0 0 0 0,1 0 0 0 0,0 0 0 0 0,0 0 1 0 0,0 0-1 0 0,0-2 0 0 0,1-6 1 0 0,-1-1 0 0 0,1 0-1 0 0,0 0 1 0 0,1 1 0 0 0,0-1-1 0 0,6-15 1 0 0,26-53-12 0 0,-32 72 5 0 0,9-16-6 0 0,0 2 0 0 0,1-1-1 0 0,0 1 1 0 0,2 1-1 0 0,1 1 1 0 0,0 0 0 0 0,33-30-1 0 0,-41 43 5 0 0,0-1-1 0 0,0 2 1 0 0,1-1-1 0 0,-1 1 1 0 0,1 0 0 0 0,0 0-1 0 0,0 1 1 0 0,0 0-1 0 0,1 1 1 0 0,13-3-1 0 0,-15 4 3 0 0,0 1 0 0 0,0 0 0 0 0,0 1-1 0 0,0-1 1 0 0,0 1 0 0 0,0 0 0 0 0,-1 1-1 0 0,1 0 1 0 0,0 0 0 0 0,-1 0-1 0 0,1 1 1 0 0,-1 0 0 0 0,0 0 0 0 0,11 8-1 0 0,-8-5 5 0 0,-1 1-1 0 0,-1-1 1 0 0,0 1-1 0 0,0 0 1 0 0,0 1 0 0 0,0 0-1 0 0,-1 0 1 0 0,-1 0-1 0 0,0 1 1 0 0,0-1-1 0 0,0 1 1 0 0,-1 1-1 0 0,0-1 1 0 0,-1 0-1 0 0,0 1 1 0 0,-1 0-1 0 0,0 0 1 0 0,2 14-1 0 0,-4-11 7 0 0,1-1-1 0 0,-2 1 1 0 0,1-1-1 0 0,-2 1 1 0 0,0-1 0 0 0,0 0-1 0 0,-1 1 1 0 0,0-1-1 0 0,-1 0 1 0 0,-1-1-1 0 0,0 1 1 0 0,0-1-1 0 0,-1 0 1 0 0,-11 14-1 0 0,9-13 100 0 0,-2-1 0 0 0,1 0 0 0 0,-1-1 0 0 0,-1 0-1 0 0,0 0 1 0 0,0-2 0 0 0,-1 1 0 0 0,0-1 0 0 0,0-1-1 0 0,-1 0 1 0 0,-22 8 0 0 0,25-11-17 0 0,1-1 0 0 0,-2-1 0 0 0,1 0 1 0 0,0 0-1 0 0,0-1 0 0 0,-1 0 0 0 0,1-1 0 0 0,-1 0 0 0 0,1-1 0 0 0,0 0 1 0 0,0-1-1 0 0,-1 0 0 0 0,1 0 0 0 0,0-1 0 0 0,0 0 0 0 0,-16-9 0 0 0,14 6-175 0 0,0-1-1 0 0,0-1 1 0 0,1 0-1 0 0,0-1 1 0 0,-17-18 0 0 0,27 26-17 0 0,1 0 0 0 0,-1 1 0 0 0,1-1 0 0 0,0 0 0 0 0,-1 0 0 0 0,1 0 0 0 0,0 0 0 0 0,-1 0 0 0 0,1 0 1 0 0,0 0-1 0 0,0 1 0 0 0,0-1 0 0 0,0 0 0 0 0,0 0 0 0 0,0 0 0 0 0,0 0 0 0 0,0 0 0 0 0,0 0 0 0 0,1 0 0 0 0,-1 0 1 0 0,0 0-1 0 0,0 0 0 0 0,1 1 0 0 0,-1-1 0 0 0,1 0 0 0 0,-1 0 0 0 0,1 0 0 0 0,-1 1 0 0 0,1-1 0 0 0,-1 0 0 0 0,1 0 1 0 0,0 1-1 0 0,0-1 0 0 0,25-22-3936 0 0,7 3-3482 0 0,-9 8 360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3188 0 0,'19'-15'12428'0'0,"-11"11"-9666"0"0,83 12-382 0 0,-3 1-1879 0 0,-78-9-524 0 0,107 1 46 0 0,-101-2-1406 0 0,1-1 0 0 0,-1 0 0 0 0,0-2 0 0 0,32-9 0 0 0,-31 5-3337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8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 2084 0 0,'-5'-1'1034'0'0,"1"0"0"0"0,0 0 0 0 0,-1 0 0 0 0,1 0 0 0 0,-1 0 0 0 0,1 1 0 0 0,-1 0-1 0 0,1 0 1 0 0,-9 2 0 0 0,10-2-726 0 0,0 2-1 0 0,0-1 0 0 0,1 0 1 0 0,-1 0-1 0 0,1 1 1 0 0,-1 0-1 0 0,1-1 0 0 0,-1 1 1 0 0,1 0-1 0 0,0 0 1 0 0,0 0-1 0 0,0 0 0 0 0,0 1 1 0 0,0-1-1 0 0,1 1 1 0 0,-2 2-1 0 0,-9 17 694 0 0,1-1 0 0 0,0 2-1 0 0,2-1 1 0 0,1 1 0 0 0,1 1 0 0 0,-5 27-1 0 0,2 11-277 0 0,-3 73-1 0 0,11-106-887 0 0,4 54 0 0 0,-1-74-549 0 0,0 0 0 0 0,1 1 1 0 0,0-1-1 0 0,0 0 1 0 0,1 0-1 0 0,0-1 1 0 0,1 1-1 0 0,0 0 1 0 0,9 13-1 0 0,-12-20-37 0 0,0 0 0 0 0,1 0 0 0 0,15 11-5257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3148 0 0,'18'-28'4903'0'0,"-7"9"-669"0"0,0 1-1 0 0,10-24 2896 0 0,-20 46-6720 0 0,-1 1 1 0 0,1-1-1 0 0,-1 1 1 0 0,0-1-1 0 0,0 0 1 0 0,0 1-1 0 0,-1-1 1 0 0,1 1-1 0 0,-1-1 1 0 0,0 0-1 0 0,-1 0 0 0 0,-2 7 1 0 0,-1 8 295 0 0,-1 6-141 0 0,-19 99 903 0 0,22-102-1355 0 0,1-1 0 0 0,1 0 0 0 0,3 42 0 0 0,-2-60-134 0 0,1-1 1 0 0,-1 1-1 0 0,1 0 1 0 0,-1-1-1 0 0,1 1 1 0 0,0-1-1 0 0,0 1 1 0 0,0-1-1 0 0,0 1 1 0 0,0-1-1 0 0,1 0 1 0 0,-1 1-1 0 0,1-1 0 0 0,0 0 1 0 0,-1 0-1 0 0,1 0 1 0 0,0 0-1 0 0,0-1 1 0 0,0 1-1 0 0,0 0 1 0 0,1-1-1 0 0,-1 0 1 0 0,0 1-1 0 0,5 1 1 0 0,-3-2-242 0 0,1 0-1 0 0,-1 0 1 0 0,0-1-1 0 0,1 1 1 0 0,-1-1 0 0 0,0 0-1 0 0,1 0 1 0 0,-1 0-1 0 0,1-1 1 0 0,-1 0 0 0 0,0 1-1 0 0,0-2 1 0 0,1 1 0 0 0,5-3-1 0 0,0 0-905 0 0,-1 0-1 0 0,1-1 1 0 0,-1-1-1 0 0,0 0 1 0 0,-1 0-1 0 0,16-14 0 0 0,5-12-6037 0 0,-3-3-2660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9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83 2336 0 0,'-54'-57'8909'0'0,"40"43"-7501"0"0,13 13-1249 0 0,-1 0-1 0 0,1-1 1 0 0,-1 1-1 0 0,1 0 1 0 0,-1 1-1 0 0,1-1 0 0 0,-1 0 1 0 0,0 0-1 0 0,0 1 1 0 0,-2-2-1 0 0,3 2-157 0 0,1 0-1 0 0,-1 0 1 0 0,1 0-1 0 0,-1 0 1 0 0,1 0-1 0 0,-1 0 1 0 0,1 0 0 0 0,-1 0-1 0 0,1 0 1 0 0,-1 0-1 0 0,0 0 1 0 0,1 0-1 0 0,-1 0 1 0 0,1 0-1 0 0,-1 1 1 0 0,1-1-1 0 0,-1 0 1 0 0,1 0-1 0 0,0 1 1 0 0,-1-1-1 0 0,1 0 1 0 0,-1 1-1 0 0,1-1 1 0 0,0 0-1 0 0,-1 1 1 0 0,1-1-1 0 0,-1 0 1 0 0,1 1 0 0 0,0-1-1 0 0,0 1 1 0 0,-1-1-1 0 0,1 1 1 0 0,0-1-1 0 0,0 1 1 0 0,0-1-1 0 0,-1 1 1 0 0,1-1-1 0 0,0 1 1 0 0,0 0-1 0 0,-1 35-2114 0 0,7 5-3368 0 0,-2-19 1065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9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360 718 200 0 0,'8'-5'1194'0'0,"0"0"1"0"0,0 0-1 0 0,0 0 0 0 0,-1-1 0 0 0,0-1 1 0 0,0 1-1 0 0,-1-1 0 0 0,0 0 1 0 0,0 0-1 0 0,8-14 0 0 0,-11 17-908 0 0,-1 0 1 0 0,1-1-1 0 0,-1 1 0 0 0,0-1 0 0 0,0 0 1 0 0,-1 0-1 0 0,0 1 0 0 0,1-1 0 0 0,-2 0 1 0 0,1 0-1 0 0,0 0 0 0 0,-1 0 0 0 0,0-1 1 0 0,0 1-1 0 0,-1 0 0 0 0,1 0 0 0 0,-1 0 0 0 0,0 0 1 0 0,-1 1-1 0 0,1-1 0 0 0,-3-6 0 0 0,2 9-226 0 0,1-1-1 0 0,0 1 0 0 0,-1 0 1 0 0,1 0-1 0 0,-1-1 0 0 0,0 1 1 0 0,0 0-1 0 0,0 1 0 0 0,0-1 1 0 0,0 0-1 0 0,0 1 0 0 0,0-1 0 0 0,-1 1 1 0 0,1-1-1 0 0,0 1 0 0 0,-1 0 1 0 0,-2-1-1 0 0,0 1-9 0 0,0 0-1 0 0,0 0 1 0 0,0 1 0 0 0,0-1 0 0 0,0 1-1 0 0,0 0 1 0 0,1 1 0 0 0,-10 1-1 0 0,-1 2 1 0 0,0 0 0 0 0,0 1 0 0 0,1 1-1 0 0,-28 14 1 0 0,21-7-25 0 0,-1 1 0 0 0,2 1 0 0 0,0 1 0 0 0,1 1 0 0 0,0 1 0 0 0,-18 22 0 0 0,24-24-16 0 0,0 1 1 0 0,1 0 0 0 0,0 1-1 0 0,2 1 1 0 0,0 0 0 0 0,1 0-1 0 0,-11 36 1 0 0,18-51-2 0 0,1 0 1 0 0,1 0-1 0 0,-1 0 1 0 0,0 0-1 0 0,1 0 1 0 0,0 1-1 0 0,0-1 0 0 0,0 0 1 0 0,1 0-1 0 0,-1 0 1 0 0,1 0-1 0 0,0 0 1 0 0,0 0-1 0 0,2 4 0 0 0,-2-6-2 0 0,0 1 0 0 0,1-1 0 0 0,-1 0-1 0 0,1 0 1 0 0,0 0 0 0 0,-1-1 0 0 0,1 1-1 0 0,0 0 1 0 0,0 0 0 0 0,0-1-1 0 0,0 0 1 0 0,1 1 0 0 0,-1-1 0 0 0,0 0-1 0 0,0 0 1 0 0,1 0 0 0 0,-1 0 0 0 0,1 0-1 0 0,-1-1 1 0 0,1 1 0 0 0,-1-1 0 0 0,1 0-1 0 0,4 0 1 0 0,4 0 4 0 0,0-1 0 0 0,0 0 0 0 0,0-1 0 0 0,0 0 0 0 0,-1 0-1 0 0,1-1 1 0 0,-1-1 0 0 0,0 0 0 0 0,0 0 0 0 0,0-1 0 0 0,16-11 0 0 0,-3 0-21 0 0,0-1 0 0 0,-1-1 1 0 0,27-28-1 0 0,-16 9-315 0 0,-1-2 1 0 0,-1 0-1 0 0,-3-3 0 0 0,36-65 0 0 0,-28 32-507 0 0,53-149-1 0 0,-89 223 831 0 0,10-26-99 0 0,-2 0 0 0 0,0-1 0 0 0,-2 0 0 0 0,-1 0 0 0 0,1-32 0 0 0,-6 59 99 0 0,0 0 0 0 0,1-1 0 0 0,-1 1 0 0 0,0 0 0 0 0,0-1 0 0 0,0 1 0 0 0,-1 0 0 0 0,1-1 0 0 0,0 1 0 0 0,0 0 0 0 0,-1 0 0 0 0,1-1 0 0 0,-1 1 0 0 0,1 0 0 0 0,-1 0 0 0 0,1 0 0 0 0,-1 0 0 0 0,0 0 0 0 0,1-1 0 0 0,-1 1 0 0 0,0 0 0 0 0,0 0 0 0 0,0 1 0 0 0,0-1 0 0 0,0 0 0 0 0,0 0 0 0 0,0 0 0 0 0,0 1 0 0 0,0-1 0 0 0,-1 1 0 0 0,1-1 0 0 0,0 1 0 0 0,-3-2 0 0 0,2 2 22 0 0,-1 1-1 0 0,0-1 1 0 0,0 0 0 0 0,0 1-1 0 0,0-1 1 0 0,0 1 0 0 0,0 0 0 0 0,1 0-1 0 0,-1 0 1 0 0,0 0 0 0 0,1 1 0 0 0,-1-1-1 0 0,0 1 1 0 0,-3 2 0 0 0,-5 6 108 0 0,0 0 1 0 0,1 0 0 0 0,0 0 0 0 0,1 2 0 0 0,0-1 0 0 0,1 1-1 0 0,0 0 1 0 0,0 1 0 0 0,2 0 0 0 0,0 0 0 0 0,-5 15 0 0 0,1-1-5 0 0,2 1 0 0 0,2 0 0 0 0,0 1 0 0 0,-3 46 0 0 0,8-20-266 0 0,3 0 0 0 0,2 0 0 0 0,2-1 0 0 0,3 1 0 0 0,2-1 0 0 0,2-1 0 0 0,3 0 0 0 0,25 56 0 0 0,0-24-3596 0 0,-9-31-1892 0 0,-6-14-1715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404 148 1632 0 0,'4'-7'990'0'0,"25"-52"6143"0"0,-27 54-6579 0 0,-1 1 0 0 0,1-1 1 0 0,-1 0-1 0 0,0 0 0 0 0,0 0 0 0 0,0 0 1 0 0,-1 1-1 0 0,0-1 0 0 0,0 0 0 0 0,-1-9 0 0 0,1 13-495 0 0,-1 0 0 0 0,1 0 1 0 0,0 0-1 0 0,-1 0 0 0 0,1 0 0 0 0,-1 0 0 0 0,1 0 0 0 0,-1 0 0 0 0,1 1 0 0 0,-1-1 0 0 0,0 0 0 0 0,1 0 0 0 0,-1 0 0 0 0,0 1 0 0 0,0-1 0 0 0,0 0 0 0 0,0 1 0 0 0,1-1 0 0 0,-1 1 0 0 0,0-1 0 0 0,0 1 0 0 0,0-1 0 0 0,0 1 0 0 0,0 0 0 0 0,0-1 0 0 0,0 1 0 0 0,0 0 0 0 0,0 0 0 0 0,-1 0 0 0 0,1 0 0 0 0,0 0 0 0 0,0 0 0 0 0,0 0 0 0 0,0 0 0 0 0,0 0 0 0 0,-1 1 0 0 0,-4 0 78 0 0,0 0 0 0 0,1 0 0 0 0,-1 1 0 0 0,1 0 0 0 0,-7 3 0 0 0,-9 7 88 0 0,1 0 0 0 0,0 1 0 0 0,0 1 0 0 0,1 1 0 0 0,-18 18 0 0 0,-77 93 556 0 0,89-96-565 0 0,-31 51 1 0 0,50-71-183 0 0,1 0-1 0 0,0 0 1 0 0,0 0 0 0 0,1 1 0 0 0,0 0-1 0 0,1 0 1 0 0,0 0 0 0 0,1 0-1 0 0,-2 22 1 0 0,4-28-22 0 0,0 0 0 0 0,0-1 0 0 0,1 1 0 0 0,0 0 0 0 0,0-1 0 0 0,0 1 0 0 0,0 0 0 0 0,1-1 0 0 0,-1 1 0 0 0,1-1 0 0 0,1 0 0 0 0,-1 0 1 0 0,0 0-1 0 0,1 0 0 0 0,0 0 0 0 0,0 0 0 0 0,4 3 0 0 0,-2-2 0 0 0,0-1 1 0 0,1 0 0 0 0,0 0 0 0 0,0-1 0 0 0,0 0-1 0 0,0 0 1 0 0,0 0 0 0 0,0-1 0 0 0,1 0 0 0 0,13 3-1 0 0,-8-3 0 0 0,1 0 0 0 0,0-2 0 0 0,0 1 0 0 0,0-1 0 0 0,-1-1 0 0 0,1 0 0 0 0,0-1 0 0 0,-1-1 0 0 0,1 0 0 0 0,-1 0 0 0 0,0-1 0 0 0,16-7 0 0 0,-10 0-2 0 0,-1 0 1 0 0,0-1-1 0 0,0-1 0 0 0,-2-1 0 0 0,1 0 0 0 0,-2-1 0 0 0,0 0 0 0 0,-1-1 0 0 0,21-34 0 0 0,-12 12-29 0 0,-1-1 0 0 0,-2-2 0 0 0,21-65-1 0 0,-39 95 7 0 0,-9 14 15 0 0,-10 14 10 0 0,7-1 4 0 0,0 0-1 0 0,1 1 1 0 0,1 1-1 0 0,1-1 1 0 0,0 2-1 0 0,1-1 1 0 0,1 1 0 0 0,-6 35-1 0 0,10-45-9 0 0,1-1 0 0 0,0 1 1 0 0,0 0-1 0 0,1-1 0 0 0,0 1 0 0 0,1 0 1 0 0,0 0-1 0 0,0-1 0 0 0,1 1 0 0 0,0-1 0 0 0,0 1 1 0 0,1-1-1 0 0,0 0 0 0 0,1 0 0 0 0,-1 0 0 0 0,10 13 1 0 0,-7-14-398 0 0,0 1 1 0 0,1-1-1 0 0,0-1 1 0 0,0 1 0 0 0,0-1-1 0 0,1-1 1 0 0,0 1-1 0 0,0-1 1 0 0,15 7 0 0 0,-13-8-1582 0 0,-1 0 0 0 0,1 0 0 0 0,14 3 0 0 0,2-4-6374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8 143 908 0 0,'-6'-45'13611'0'0,"5"2"-6339"0"0,1 42-7226 0 0,0 0 1 0 0,0 0-1 0 0,0 1 1 0 0,1-1-1 0 0,-1 0 1 0 0,0 0-1 0 0,0 1 0 0 0,1-1 1 0 0,-1 0-1 0 0,1 1 1 0 0,-1-1-1 0 0,0 1 1 0 0,1-1-1 0 0,-1 0 1 0 0,1 1-1 0 0,-1-1 1 0 0,1 1-1 0 0,0 0 1 0 0,-1-1-1 0 0,1 1 1 0 0,0-1-1 0 0,-1 1 1 0 0,1 0-1 0 0,0-1 0 0 0,-1 1 1 0 0,1 0-1 0 0,0-1 1 0 0,23-3 70 0 0,-19 3 19 0 0,156-14-718 0 0,-82 11-3614 0 0,0-6-5359 0 0,-49 5 2947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1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43 832 0 0,'3'-42'24246'0'0,"-11"52"-23344"0"0,-9 24 689 0 0,1 0 0 0 0,2 0 0 0 0,-14 57 0 0 0,16-54-1168 0 0,10-30-423 0 0,-27 101 0 0 0,27-97 0 0 0,0 0 0 0 0,1 1 0 0 0,0-1 0 0 0,1 0 0 0 0,0 1 0 0 0,1-1 0 0 0,4 19 0 0 0,-5-28-65 0 0,0 1 0 0 0,1-1 0 0 0,0 0 0 0 0,0 1 0 0 0,0-1 0 0 0,0 0 0 0 0,0 0 1 0 0,0 0-1 0 0,0 0 0 0 0,1 0 0 0 0,-1 0 0 0 0,1 0 0 0 0,-1 0 0 0 0,1-1 0 0 0,0 1 0 0 0,0-1 0 0 0,0 1 0 0 0,0-1 0 0 0,4 3 0 0 0,-3-3-149 0 0,0 0 0 0 0,0-1 0 0 0,0 1 0 0 0,0-1 0 0 0,0 1 0 0 0,1-1 0 0 0,-1 0 0 0 0,0 0 0 0 0,0 0 0 0 0,0-1 0 0 0,0 1 0 0 0,1-1 0 0 0,2-1 0 0 0,5-1-418 0 0,-2-1-1 0 0,1 0 1 0 0,0-1 0 0 0,-1 0-1 0 0,0 0 1 0 0,0-1-1 0 0,-1 0 1 0 0,9-8 0 0 0,-2 0-4366 0 0,21-27 1 0 0,-8 2-5385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85 996 0 0,'-6'-11'2211'0'0,"-4"-8"1337"0"0,-1 1 1 0 0,-14-19 986 0 0,21 39-4375 0 0,4-2-175 0 0,0 0-1 0 0,0 0 1 0 0,0 0 0 0 0,-1 0-1 0 0,1 0 1 0 0,0 0 0 0 0,0 0 0 0 0,0 0-1 0 0,-1 0 1 0 0,1 0 0 0 0,0 0 0 0 0,0 0-1 0 0,0 0 1 0 0,-1 0 0 0 0,1 0 0 0 0,0 0-1 0 0,0 0 1 0 0,0 0 0 0 0,-1 0-1 0 0,1 1 1 0 0,0-1 0 0 0,0 0 0 0 0,0 0-1 0 0,0 0 1 0 0,-1 0 0 0 0,1 0 0 0 0,0 1-1 0 0,0-1 1 0 0,0 0 0 0 0,0 0-1 0 0,0 0 1 0 0,0 1 0 0 0,0-1 0 0 0,0 0-1 0 0,-1 0 1 0 0,1 0 0 0 0,0 1 0 0 0,0-1-1 0 0,11 26-2564 0 0,0-8-1876 0 0,-4-7-507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1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82 1316 0 0,'3'-2'778'0'0,"0"1"-1"0"0,0-1 1 0 0,0 0-1 0 0,0 0 1 0 0,0 0 0 0 0,-1 0-1 0 0,1 0 1 0 0,-1 0-1 0 0,1-1 1 0 0,-1 0 0 0 0,0 1-1 0 0,0-1 1 0 0,0 0-1 0 0,0 0 1 0 0,-1 0 0 0 0,1 0-1 0 0,-1 0 1 0 0,0 0-1 0 0,1 0 1 0 0,-1-1-1 0 0,0-6 1 0 0,-1 9-671 0 0,0 0 0 0 0,0 0 0 0 0,-1 1 0 0 0,1-1 0 0 0,-1 0 0 0 0,1 0 0 0 0,0 0-1 0 0,-1 0 1 0 0,0 0 0 0 0,1 0 0 0 0,-1 0 0 0 0,0 1 0 0 0,1-1 0 0 0,-1 0 0 0 0,0 1 0 0 0,0-1 0 0 0,1 0 0 0 0,-1 1 0 0 0,0-1 0 0 0,0 1 0 0 0,0-1 0 0 0,0 1 0 0 0,0 0-1 0 0,0-1 1 0 0,0 1 0 0 0,0 0 0 0 0,0 0 0 0 0,0-1 0 0 0,0 1 0 0 0,-2 0 0 0 0,-4 1 54 0 0,0-1 0 0 0,0 1 0 0 0,-1 0 0 0 0,1 1 0 0 0,0 0 0 0 0,0 0 0 0 0,0 0 0 0 0,0 1 0 0 0,1 0 0 0 0,-10 6 0 0 0,5-2 11 0 0,1 0 0 0 0,0 1 0 0 0,0 0 0 0 0,0 1 0 0 0,-12 16 0 0 0,8-8 28 0 0,1 2 0 0 0,1-1-1 0 0,1 2 1 0 0,0-1 0 0 0,1 2-1 0 0,-11 35 1 0 0,18-47-159 0 0,0 0 0 0 0,1 1 1 0 0,1-1-1 0 0,-1 1 0 0 0,1-1 0 0 0,1 1 0 0 0,0 0 0 0 0,0-1 1 0 0,1 1-1 0 0,0-1 0 0 0,4 15 0 0 0,-2-17-26 0 0,-1 1 1 0 0,1-1-1 0 0,1-1 0 0 0,-1 1 0 0 0,1 0 0 0 0,0-1 1 0 0,1 0-1 0 0,-1 0 0 0 0,1 0 0 0 0,0-1 0 0 0,1 1 1 0 0,-1-1-1 0 0,1-1 0 0 0,0 1 0 0 0,9 4 0 0 0,-1-1-290 0 0,1-1 1 0 0,-1 0-1 0 0,1-1 0 0 0,0-1 0 0 0,0 0 0 0 0,1-1 0 0 0,-1-1 0 0 0,1-1 0 0 0,0 0 0 0 0,24 0 0 0 0,-20-2-980 0 0,0-2 0 0 0,0 0 0 0 0,19-5 0 0 0,-18 2-1539 0 0,0-1 0 0 0,32-15 0 0 0,-3-2-5052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2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675 18 360 0 0,'-27'-1'18919'0'0,"39"-2"-19726"0"0,53-4 1013 0 0,1 2 0 0 0,-1 3 0 0 0,1 3 0 0 0,0 3 0 0 0,122 23 0 0 0,-175-24-204 0 0,-1 0-1 0 0,0 1 0 0 0,1 0 0 0 0,-1 1 0 0 0,-1 0 0 0 0,14 9 1 0 0,-19-11 9 0 0,0 2 1 0 0,-1-1-1 0 0,0 1 1 0 0,0 0 0 0 0,0 0-1 0 0,0 0 1 0 0,-1 1-1 0 0,0-1 1 0 0,0 1-1 0 0,0 0 1 0 0,-1 0 0 0 0,5 12-1 0 0,1 7 389 0 0,-2 0 0 0 0,-1 0 0 0 0,-1 1 0 0 0,3 39 0 0 0,-3 109 1839 0 0,-5-162-2055 0 0,-52 614 4354 0 0,3-134-3579 0 0,20 482 331 0 0,12-302-722 0 0,7 55-788 0 0,6-439 409 0 0,3-274-105 0 0,-1 1 0 0 0,0-1 0 0 0,0 0 1 0 0,-2 0-1 0 0,0-1 0 0 0,-9 22 0 0 0,9-26-27 0 0,-1 0-1 0 0,-1 0 0 0 0,0 0 1 0 0,0-1-1 0 0,0 1 1 0 0,-1-2-1 0 0,-1 1 0 0 0,1-1 1 0 0,-15 11-1 0 0,1-4-56 0 0,-1-1 0 0 0,0-1 0 0 0,0-1 0 0 0,-2-1 0 0 0,-37 11 0 0 0,-126 23 0 0 0,-69-5-4098 0 0,141-29-2600 0 0,-158-7 0 0 0,164-9-6171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359 142 1176 0 0,'2'-1'3063'0'0,"38"-19"6067"0"0,-39 20-8879 0 0,1 0 1 0 0,-1-1 0 0 0,0 0 0 0 0,0 1 0 0 0,1-1 0 0 0,-1 0 0 0 0,0 1 0 0 0,0-1 0 0 0,0 0 0 0 0,0 0 0 0 0,0 0 0 0 0,0 0 0 0 0,0 0-1 0 0,0 0 1 0 0,-1 0 0 0 0,1 0 0 0 0,0 0 0 0 0,-1-1 0 0 0,2-1 0 0 0,-7-27 424 0 0,4 29-645 0 0,-15-26 78 0 0,5 17-100 0 0,7 7-12 0 0,1 0 0 0 0,0 0 1 0 0,-1 0-1 0 0,0 0 0 0 0,1 1 1 0 0,-1 0-1 0 0,0 0 0 0 0,-1 0 1 0 0,1 0-1 0 0,-8-2 0 0 0,6 3 0 0 0,1 0-1 0 0,0 0 0 0 0,-1 0 0 0 0,1 1 1 0 0,0 0-1 0 0,-1 0 0 0 0,1 0 0 0 0,0 1 0 0 0,-1 0 1 0 0,1 0-1 0 0,0 0 0 0 0,0 1 0 0 0,0 0 1 0 0,0 0-1 0 0,0 0 0 0 0,0 0 0 0 0,0 1 1 0 0,1 0-1 0 0,-1 0 0 0 0,-5 5 0 0 0,-6 6 1 0 0,1 0-1 0 0,1 1 1 0 0,-23 31 0 0 0,30-37 7 0 0,-12 15 0 0 0,2 1 0 0 0,0 1 0 0 0,2 0 0 0 0,1 1 0 0 0,1 0 0 0 0,1 1 0 0 0,-12 47 0 0 0,22-67 0 0 0,1 0 1 0 0,-1 0-1 0 0,2 0 1 0 0,-1 0-1 0 0,1 1 1 0 0,0-1-1 0 0,3 14 1 0 0,-2-19-4 0 0,-1 1 1 0 0,1-1 0 0 0,0 0 0 0 0,0 0-1 0 0,1 0 1 0 0,-1 0 0 0 0,1 0 0 0 0,-1 0 0 0 0,1 0-1 0 0,0 0 1 0 0,0 0 0 0 0,0-1 0 0 0,1 1-1 0 0,-1-1 1 0 0,1 0 0 0 0,-1 0 0 0 0,1 0 0 0 0,0 0-1 0 0,0 0 1 0 0,-1 0 0 0 0,1-1 0 0 0,5 3-1 0 0,-8-4 0 0 0,4 1 3 0 0,0 1-1 0 0,0-1 1 0 0,0 0 0 0 0,-1-1 0 0 0,1 1 0 0 0,0 0 0 0 0,0-1 0 0 0,6 0 0 0 0,-4 0 1 0 0,1-1 0 0 0,-1 0-1 0 0,0 0 1 0 0,0 0 0 0 0,0-1 0 0 0,0 1 0 0 0,0-1 0 0 0,0-1 0 0 0,0 1 0 0 0,0-1 0 0 0,-1 0 0 0 0,0-1 0 0 0,1 1-1 0 0,6-8 1 0 0,-1 3 5 0 0,0-1-12 0 0,0-1-1 0 0,-1-1 1 0 0,0 0 0 0 0,-1 0-1 0 0,0 0 1 0 0,0-2 0 0 0,12-23-1 0 0,-1-8-27 0 0,17-48 0 0 0,-16 35-4 0 0,-14 40-18 0 0,-1 2-61 0 0,-8 36 87 0 0,-22 95 82 0 0,-4 21 23 0 0,25-113-66 0 0,0-1 0 0 0,2 1 0 0 0,3 42 0 0 0,-2-62-32 0 0,1-1-1 0 0,-1 1 0 0 0,1-1 0 0 0,0 1 0 0 0,0-1 0 0 0,0 0 0 0 0,0 1 1 0 0,0-1-1 0 0,1 0 0 0 0,0 0 0 0 0,-1 0 0 0 0,1 0 0 0 0,0 0 1 0 0,1 0-1 0 0,-1 0 0 0 0,0-1 0 0 0,1 1 0 0 0,0-1 0 0 0,-1 0 0 0 0,1 0 1 0 0,0 0-1 0 0,0 0 0 0 0,5 2 0 0 0,-2-2-410 0 0,-1 0 1 0 0,1-1-1 0 0,-1 0 1 0 0,1 0-1 0 0,-1 0 0 0 0,1-1 1 0 0,0 0-1 0 0,-1 0 1 0 0,1 0-1 0 0,-1-1 0 0 0,1 0 1 0 0,0 0-1 0 0,-1 0 0 0 0,7-3 1 0 0,16-5-3611 0 0,5-3-1820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19 296 0 0,'-3'0'3020'0'0,"-50"-3"6993"0"0,50 3-8965 0 0,-16 0 1479 0 0,19 0-2478 0 0,-1 0-1 0 0,1 0 1 0 0,0 0-1 0 0,-1 0 1 0 0,1 0-1 0 0,0 0 1 0 0,-1 0-1 0 0,1 1 1 0 0,0-1-1 0 0,-1 0 1 0 0,1 0-1 0 0,0 0 1 0 0,-1 0-1 0 0,1 0 1 0 0,0 1-1 0 0,-1-1 1 0 0,1 0-1 0 0,0 0 1 0 0,0 0-1 0 0,-1 1 1 0 0,1-1-1 0 0,0 0 1 0 0,0 0-1 0 0,0 1 1 0 0,-1-1-1 0 0,1 0 1 0 0,0 1-1 0 0,0-1 1 0 0,0 0-1 0 0,0 0 1 0 0,-1 1-1 0 0,1-1 1 0 0,0 0-1 0 0,0 1 1 0 0,10 6 1074 0 0,18 2-251 0 0,16-4-841 0 0,0-1 1 0 0,0-3 0 0 0,1-1 0 0 0,-1-3 0 0 0,81-14 0 0 0,-124 17-146 0 0,52-13-3230 0 0,-21-2-4604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2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11 3060 0 0,'-8'-3'2524'0'0,"4"2"-1110"0"0,-1-1 0 0 0,1 1 0 0 0,-1 0 0 0 0,1 0 0 0 0,-9-1 0 0 0,12 2-1286 0 0,-1 0 0 0 0,1 0-1 0 0,0 1 1 0 0,0-1 0 0 0,-1 0 0 0 0,1 1 0 0 0,0-1 0 0 0,0 0 0 0 0,0 1-1 0 0,0 0 1 0 0,0-1 0 0 0,-1 1 0 0 0,1 0 0 0 0,0-1 0 0 0,0 1 0 0 0,1 0 0 0 0,-1 0-1 0 0,0 0 1 0 0,0 0 0 0 0,0 0 0 0 0,0 0 0 0 0,1 0 0 0 0,-1 0 0 0 0,1 0-1 0 0,-1 2 1 0 0,-5 11 445 0 0,1 0 0 0 0,1 1 0 0 0,1-1 0 0 0,0 1-1 0 0,1 0 1 0 0,-1 25 0 0 0,0-1-174 0 0,-27 264 59 0 0,29-296-790 0 0,-3 56-2205 0 0,9-32-1054 0 0,-4-28 2819 0 0,0-1 1 0 0,0 1-1 0 0,0-1 0 0 0,0 1 1 0 0,1-1-1 0 0,-1 1 0 0 0,1-1 1 0 0,2 3-1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2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2432 0 0,'25'-33'5732'0'0,"-16"23"-2782"0"0,-1 0 1 0 0,0-1-1 0 0,8-15 1 0 0,-14 30-1821 0 0,-1-4-1071 0 0,-1 0 0 0 0,1 0 0 0 0,-1 1 0 0 0,0-1 0 0 0,1 0 0 0 0,-1 1 0 0 0,0-1 1 0 0,1 0-1 0 0,-1 1 0 0 0,0-1 0 0 0,1 0 0 0 0,-1 1 0 0 0,0-1 0 0 0,0 1 0 0 0,0-1 0 0 0,1 1 1 0 0,-1-1-1 0 0,0 0 0 0 0,0 1 0 0 0,0-1 0 0 0,0 2 0 0 0,-2 32 1306 0 0,-2 0 0 0 0,-1-1 0 0 0,-10 36 0 0 0,-8 44-650 0 0,21-94-638 0 0,-5 41 124 0 0,7-54-190 0 0,0 0 1 0 0,0 0-1 0 0,0 0 0 0 0,1 0 0 0 0,0 0 0 0 0,0 0 0 0 0,3 8 0 0 0,-4-13-61 0 0,1-1 1 0 0,-1 1-1 0 0,1 0 1 0 0,0-1-1 0 0,-1 1 0 0 0,1 0 1 0 0,-1-1-1 0 0,1 1 1 0 0,0-1-1 0 0,0 1 1 0 0,-1-1-1 0 0,1 1 0 0 0,0-1 1 0 0,0 1-1 0 0,0-1 1 0 0,0 0-1 0 0,-1 1 0 0 0,1-1 1 0 0,0 0-1 0 0,0 0 1 0 0,0 0-1 0 0,0 0 0 0 0,0 0 1 0 0,0 0-1 0 0,1 0 1 0 0,24-4-1729 0 0,-18 1 941 0 0,-1-1 1 0 0,1 0-1 0 0,-1 0 1 0 0,0 0-1 0 0,0-1 1 0 0,0 0-1 0 0,7-7 1 0 0,22-23-6874 0 0,-12 8-1355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164 120 680 0 0,'-49'-37'7233'0'0,"21"16"-2792"0"0,-35-32 1 0 0,63 52-4397 0 0,-1 1 0 0 0,1-1 0 0 0,-1 0 0 0 0,1 1 0 0 0,-1-1 0 0 0,0 1 0 0 0,1-1 0 0 0,-1 1 0 0 0,0 0 0 0 0,1-1 0 0 0,-1 1 0 0 0,0-1 1 0 0,0 1-1 0 0,1 0 0 0 0,-1 0 0 0 0,0-1 0 0 0,0 1 0 0 0,1 0 0 0 0,-1 0 0 0 0,-1 0 0 0 0,2 0-98 0 0,-1 0 1 0 0,1 1-1 0 0,-1-1 0 0 0,1 0 1 0 0,-1 0-1 0 0,1 1 0 0 0,0-1 1 0 0,-1 0-1 0 0,1 1 0 0 0,0-1 1 0 0,-1 1-1 0 0,1-1 0 0 0,0 0 1 0 0,0 1-1 0 0,-1-1 0 0 0,1 1 1 0 0,0-1-1 0 0,0 1 0 0 0,0-1 1 0 0,-1 1-1 0 0,1-1 0 0 0,0 1 1 0 0,-1 26-3405 0 0,1-27 3394 0 0,2 25-5692 0 0,-1-11 903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3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400 115 1860 0 0,'15'-8'2635'0'0,"-1"-1"0"0"0,-1 0 0 0 0,0-1-1 0 0,0-1 1 0 0,-1 0 0 0 0,-1-1 0 0 0,19-23 0 0 0,-29 33-2039 0 0,-1 2-559 0 0,0 0 0 0 0,0-1 1 0 0,0 1-1 0 0,0-1 0 0 0,0 1 0 0 0,0 0 0 0 0,0-1 1 0 0,0 1-1 0 0,-1 0 0 0 0,1-1 0 0 0,0 1 1 0 0,0 0-1 0 0,0-1 0 0 0,-1 1 0 0 0,1 0 1 0 0,0 0-1 0 0,0-1 0 0 0,-1 1 0 0 0,1 0 1 0 0,0 0-1 0 0,-1 0 0 0 0,1-1 0 0 0,0 1 1 0 0,-1 0-1 0 0,1 0 0 0 0,0 0 0 0 0,-1 0 1 0 0,1 0-1 0 0,0-1 0 0 0,-1 1 0 0 0,1 0 0 0 0,-1 0 1 0 0,0 0-1 0 0,-12 1 182 0 0,3 1-133 0 0,-1 1 1 0 0,1 0-1 0 0,0 1 1 0 0,0 0-1 0 0,0 0 1 0 0,-12 9-1 0 0,-55 37 104 0 0,70-44-178 0 0,-40 28 24 0 0,1 3 0 0 0,-41 44 0 0 0,66-60-25 0 0,2 1 0 0 0,1 1-1 0 0,0 1 1 0 0,2 0 0 0 0,0 1 0 0 0,-11 28-1 0 0,24-46 17 0 0,0 0-1 0 0,0 0 1 0 0,1 0-1 0 0,0 1 0 0 0,1-1 1 0 0,-1 1-1 0 0,1-1 0 0 0,1 1 1 0 0,0 0-1 0 0,0 10 1 0 0,1-14-7 0 0,-1-1 0 0 0,1 1 1 0 0,0-1-1 0 0,0 1 0 0 0,1-1 1 0 0,-1 0-1 0 0,0 1 0 0 0,1-1 1 0 0,0 0-1 0 0,0 0 0 0 0,0 0 1 0 0,0 0-1 0 0,1-1 1 0 0,-1 1-1 0 0,0 0 0 0 0,1-1 1 0 0,0 0-1 0 0,0 1 0 0 0,0-1 1 0 0,0-1-1 0 0,0 1 0 0 0,0 0 1 0 0,6 2-1 0 0,8 1-204 0 0,0 0 0 0 0,1-1-1 0 0,0-1 1 0 0,-1 0 0 0 0,1-2-1 0 0,0 0 1 0 0,0 0 0 0 0,36-6 0 0 0,-15-1-3502 0 0,1-1 0 0 0,72-25 0 0 0,-82 21-1033 0 0,-2-2-2231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4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99 2528 0 0,'-9'-1'1395'0'0,"-24"-5"13011"0"0,19 5-9032 0 0,62-9-5213 0 0,83-7 1 0 0,-40 6-303 0 0,22-1-1064 0 0,19-3-3716 0 0,-47-2-3819 0 0,-56 9 2125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4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55 120 0 0,'18'-54'18354'0'0,"-16"80"-16390"0"0,-28 374 2010 0 0,18-308-3676 0 0,-1 17-100 0 0,-7 70 455 0 0,16-177-584 0 0,7-23 157 0 0,18-29-202 0 0,40-60 1 0 0,-56 96-58 0 0,1 1 0 0 0,1 0 0 0 0,0 0 1 0 0,1 1-1 0 0,0 0 0 0 0,1 1 0 0 0,0 1 0 0 0,27-17 1 0 0,-36 25 18 0 0,1 0-1 0 0,-1 0 1 0 0,0 0 0 0 0,0 1 0 0 0,1-1 0 0 0,-1 1 0 0 0,1 0-1 0 0,-1 1 1 0 0,1-1 0 0 0,-1 1 0 0 0,1 0 0 0 0,0 0 0 0 0,-1 0-1 0 0,1 1 1 0 0,-1-1 0 0 0,1 1 0 0 0,4 2 0 0 0,-2-1 4 0 0,-1 1 0 0 0,0 0 0 0 0,0 0 0 0 0,-1 1 0 0 0,1 0 0 0 0,-1 0 0 0 0,1 0 0 0 0,-1 0 0 0 0,-1 1 0 0 0,9 9 0 0 0,-5-3 16 0 0,0 1-1 0 0,0 0 0 0 0,-1 1 0 0 0,0-1 0 0 0,-1 1 0 0 0,-1 0 1 0 0,0 1-1 0 0,-1 0 0 0 0,0-1 0 0 0,2 23 0 0 0,-5-29 69 0 0,-1 0 0 0 0,0-1 0 0 0,0 1 0 0 0,-1 0 0 0 0,1-1 0 0 0,-1 1 0 0 0,-1-1-1 0 0,0 1 1 0 0,1-1 0 0 0,-2 0 0 0 0,1 0 0 0 0,-1 0 0 0 0,0 0 0 0 0,0 0 0 0 0,-1 0-1 0 0,0-1 1 0 0,0 0 0 0 0,0 1 0 0 0,0-1 0 0 0,-1-1 0 0 0,0 1 0 0 0,0-1 0 0 0,0 0 0 0 0,0 0-1 0 0,-1 0 1 0 0,-8 4 0 0 0,2-3 66 0 0,0 0 0 0 0,1 0-1 0 0,-1-2 1 0 0,-1 1 0 0 0,1-1-1 0 0,0-1 1 0 0,-1 0 0 0 0,0-1 0 0 0,1 0-1 0 0,-1-1 1 0 0,0 0 0 0 0,-24-5-1 0 0,23 3-279 0 0,1-2-1 0 0,0 1 0 0 0,0-2 1 0 0,0 1-1 0 0,1-2 0 0 0,-19-10 1 0 0,30 16 4 0 0,0-1-1 0 0,0 1 1 0 0,1-1 0 0 0,-1 0 0 0 0,0 1 0 0 0,1-1 0 0 0,-1 0 0 0 0,1 1 0 0 0,-1-1 0 0 0,1 0 0 0 0,-1 0 0 0 0,1 0 0 0 0,0 1 0 0 0,-1-1 0 0 0,1 0 0 0 0,0 0 0 0 0,-1 0 0 0 0,1 0 0 0 0,0 0 0 0 0,0 0 0 0 0,0 1 0 0 0,0-1 0 0 0,0 0-1 0 0,0 0 1 0 0,0 0 0 0 0,0 0 0 0 0,0 0 0 0 0,1 0 0 0 0,-1 0 0 0 0,1-1 0 0 0,0-1-295 0 0,0 1-1 0 0,0-1 1 0 0,0 1 0 0 0,0-1-1 0 0,1 1 1 0 0,-1 0 0 0 0,1 0-1 0 0,0-1 1 0 0,2-1 0 0 0,50-36-9604 0 0,-30 25 2876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4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2048 0 0,'1'-12'20963'0'0,"1"11"-20880"0"0,0 0-1 0 0,0 0 0 0 0,-1 0 1 0 0,1 0-1 0 0,0 0 0 0 0,0 0 0 0 0,0 1 1 0 0,0-1-1 0 0,0 1 0 0 0,0-1 1 0 0,0 1-1 0 0,4 0 0 0 0,37-2 132 0 0,-15 1-106 0 0,12-3-232 0 0,109-13 875 0 0,-122 13-1600 0 0,-1-2 0 0 0,0-1 0 0 0,37-15 0 0 0,-54 18-352 0 0,-1 0-1 0 0,0 0 1 0 0,12-9-1 0 0,5-11-6703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28 1060 0 0,'-58'-27'17077'0'0,"42"28"-15214"0"0,13 2-1594 0 0,0 0 1 0 0,0 0-1 0 0,1 1 1 0 0,-1-1 0 0 0,1 1-1 0 0,0 0 1 0 0,0 0-1 0 0,1 0 1 0 0,-1 0-1 0 0,-1 7 1 0 0,-10 48 1336 0 0,11-49-1429 0 0,-20 114 159 0 0,-9 161 0 0 0,31-272-1294 0 0,0 34-2659 0 0,0-44 2502 0 0,1-1 0 0 0,-1 1 0 0 0,1 0 0 0 0,0-1 0 0 0,-1 1 0 0 0,1 0 0 0 0,4 5-1115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1516 0 0,'38'-94'20481'0'0,"-37"96"-20298"0"0,0 0 1 0 0,0 0 0 0 0,0 0-1 0 0,0 0 1 0 0,-1 0 0 0 0,1 0 0 0 0,-1 0-1 0 0,1 1 1 0 0,-1-1 0 0 0,0 0-1 0 0,1 3 1 0 0,-1-5-182 0 0,2 35 1303 0 0,-2 1 1 0 0,-5 42 0 0 0,1-7-623 0 0,0-8-323 0 0,1-39-277 0 0,2 0 0 0 0,1 0 1 0 0,4 45-1 0 0,-4-67-93 0 0,1 1 0 0 0,-1-1-1 0 0,1 0 1 0 0,-1 0 0 0 0,1 0 0 0 0,0 0-1 0 0,0 0 1 0 0,0 0 0 0 0,0 0 0 0 0,0 0 0 0 0,0 0-1 0 0,0 0 1 0 0,1-1 0 0 0,-1 1 0 0 0,1 0-1 0 0,-1-1 1 0 0,1 1 0 0 0,0-1 0 0 0,0 0-1 0 0,3 3 1 0 0,-2-3-126 0 0,0 0-1 0 0,0 0 1 0 0,1 0 0 0 0,-1-1-1 0 0,0 1 1 0 0,0-1-1 0 0,1 0 1 0 0,-1 0-1 0 0,0 0 1 0 0,0 0 0 0 0,1-1-1 0 0,4-1 1 0 0,6-2-823 0 0,-1 0-1 0 0,0-1 1 0 0,0-1 0 0 0,0 0-1 0 0,16-12 1 0 0,-13 8-1347 0 0,24-22 0 0 0,-6-2-3874 0 0,-4-1-2376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88 328 0 0,'-30'-24'5138'0'0,"-49"-35"3851"0"0,78 59-8991 0 0,1-1 0 0 0,-1 1 0 0 0,0-1 0 0 0,1 1 1 0 0,-1 0-1 0 0,0-1 0 0 0,1 1 0 0 0,-1 0 0 0 0,0-1 1 0 0,1 1-1 0 0,-1 0 0 0 0,0 0 0 0 0,0 0 0 0 0,1 0 1 0 0,-1 0-1 0 0,0 0 0 0 0,0 0 0 0 0,1 0 0 0 0,-1 0 1 0 0,0 0-1 0 0,-1 0 0 0 0,2 1-75 0 0,0-1 0 0 0,-1 0 0 0 0,1 1-1 0 0,-1-1 1 0 0,1 1 0 0 0,0-1 0 0 0,-1 1 0 0 0,1-1-1 0 0,0 1 1 0 0,0-1 0 0 0,-1 1 0 0 0,1-1 0 0 0,0 1-1 0 0,0-1 1 0 0,0 1 0 0 0,0-1 0 0 0,0 1 0 0 0,0-1 0 0 0,0 1-1 0 0,0 1 1 0 0,5 27-6004 0 0,2-16 1772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4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493 743 2392 0 0,'1'-3'2800'0'0,"-1"-1"-1993"0"0,0 0-1 0 0,0 0 1 0 0,0-1-1 0 0,0 1 0 0 0,-1 0 1 0 0,0 0-1 0 0,0 0 0 0 0,0 0 1 0 0,0 0-1 0 0,0 0 0 0 0,-1 0 1 0 0,-2-4-1 0 0,1 3-357 0 0,0 0 0 0 0,0 1 0 0 0,-1-1 0 0 0,1 1 0 0 0,-1 0 0 0 0,0 0 0 0 0,0 1 0 0 0,-9-7 0 0 0,9 7-391 0 0,-1 0 1 0 0,-1 0 0 0 0,1 0 0 0 0,0 1 0 0 0,-1 0 0 0 0,1 0-1 0 0,-1 0 1 0 0,0 1 0 0 0,1 0 0 0 0,-1 0 0 0 0,0 0-1 0 0,0 0 1 0 0,0 1 0 0 0,0 0 0 0 0,0 1 0 0 0,0-1 0 0 0,1 1-1 0 0,-10 3 1 0 0,-5 3-34 0 0,1 2-1 0 0,-1 0 1 0 0,2 1-1 0 0,-1 1 0 0 0,1 1 1 0 0,-21 18-1 0 0,18-12-15 0 0,1 1 0 0 0,1 1 0 0 0,1 1 0 0 0,-23 31 0 0 0,34-41 0 0 0,0 1 1 0 0,1 0 0 0 0,0 0-1 0 0,0 0 1 0 0,1 1 0 0 0,1 0-1 0 0,0 0 1 0 0,-3 23-1 0 0,7-33-2 0 0,-1 0-1 0 0,1 1 0 0 0,0-1 0 0 0,0 1 1 0 0,0-1-1 0 0,0 1 0 0 0,0-1 0 0 0,1 1 0 0 0,0-1 1 0 0,0 0-1 0 0,0 1 0 0 0,0-1 0 0 0,0 0 1 0 0,1 0-1 0 0,-1 1 0 0 0,1-1 0 0 0,0-1 0 0 0,0 1 1 0 0,0 0-1 0 0,0 0 0 0 0,0-1 0 0 0,1 1 0 0 0,-1-1 1 0 0,1 0-1 0 0,0 1 0 0 0,0-1 0 0 0,0 0 1 0 0,0-1-1 0 0,0 1 0 0 0,0-1 0 0 0,0 1 0 0 0,0-1 1 0 0,1 0-1 0 0,-1 0 0 0 0,0 0 0 0 0,1-1 1 0 0,-1 1-1 0 0,6-1 0 0 0,2 1-1 0 0,0-1 1 0 0,0-1-1 0 0,0 1 0 0 0,0-2 1 0 0,0 0-1 0 0,0 0 0 0 0,-1-1 1 0 0,1 0-1 0 0,-1-1 0 0 0,0 0 1 0 0,0 0-1 0 0,0-1 0 0 0,-1-1 1 0 0,1 0-1 0 0,-1 0 0 0 0,14-13 1 0 0,1-3 9 0 0,0-2 1 0 0,-1 0 0 0 0,-2-2 0 0 0,23-34-1 0 0,-7 3-30 0 0,-3-3 0 0 0,-2 0 0 0 0,37-100 0 0 0,45-203-45 0 0,-110 348 67 0 0,7-26 93 0 0,7-48 1 0 0,-37 154-37 0 0,10 0 237 0 0,2 0 0 0 0,3 115 0 0 0,26 131 47 0 0,-19-284-649 0 0,13 118-1552 0 0,4-51-8105 0 0,-12-68 1524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4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1037 88 128 0 0,'15'-19'6515'0'0,"12"-16"1413"0"0,-18 24-3957 0 0,-8 11-3853 0 0,-1-1-1 0 0,0 1 1 0 0,0 0-1 0 0,1-1 1 0 0,-1 1-1 0 0,0 0 1 0 0,0-1-1 0 0,1 1 1 0 0,-1-1-1 0 0,0 1 1 0 0,0 0-1 0 0,0-1 1 0 0,0 1-1 0 0,0-1 1 0 0,0 1-1 0 0,0 0 0 0 0,0-1 1 0 0,0 1-1 0 0,0-1 1 0 0,0 1-1 0 0,0-1 1 0 0,0 1-1 0 0,0 0 1 0 0,0-1-1 0 0,0 1 1 0 0,0-1-1 0 0,0 1 1 0 0,0 0-1 0 0,-1-1 1 0 0,1 1-1 0 0,0 0 1 0 0,0-1-1 0 0,-1 1 1 0 0,1-1-1 0 0,-8-1 14 0 0,1 0-1 0 0,-1 1 1 0 0,0-1-1 0 0,0 2 1 0 0,0-1-1 0 0,0 1 1 0 0,0 0 0 0 0,-15 3-1 0 0,-69 14 83 0 0,87-16-189 0 0,-19 4 9 0 0,-71 19 103 0 0,85-20-129 0 0,0 0 1 0 0,0 0-1 0 0,1 1 0 0 0,0 0 1 0 0,0 0-1 0 0,0 1 0 0 0,-9 8 1 0 0,0 2 156 0 0,2 1 1 0 0,0 1 0 0 0,1 0-1 0 0,0 1 1 0 0,-20 35 0 0 0,25-34 215 0 0,1 0 1 0 0,1 0 0 0 0,0 1 0 0 0,1 0 0 0 0,2 1 0 0 0,-6 37 0 0 0,-1 137 2454 0 0,4-44-2004 0 0,-64 361-22 0 0,23-195-465 0 0,20-106-344 0 0,-86 574 0 0 0,57-459 0 0 0,-40 255 0 0 0,55-341 0 0 0,3-16 0 0 0,39-220 0 0 0,0 4 0 0 0,-1 0 0 0 0,1 0 0 0 0,1 0 0 0 0,0 0 0 0 0,1 16 0 0 0,0-24 0 0 0,-1 0 0 0 0,0 0 0 0 0,1 0 0 0 0,-1 0 0 0 0,1 0 0 0 0,-1 0 0 0 0,1 0 0 0 0,0 0 0 0 0,-1 0 0 0 0,1 0 0 0 0,0 0 0 0 0,0 0 0 0 0,0 0 0 0 0,-1-1 0 0 0,1 1 0 0 0,0 0 0 0 0,0 0 0 0 0,0-1 0 0 0,0 1 0 0 0,0-1 0 0 0,0 1 0 0 0,1-1 0 0 0,-1 1 0 0 0,0-1 0 0 0,0 0 0 0 0,0 0 0 0 0,2 1 0 0 0,0-1 0 0 0,8 2-110 0 0,0-1-1 0 0,0 0 1 0 0,0-1-1 0 0,1 0 1 0 0,-1-1-1 0 0,0 0 1 0 0,16-4-1 0 0,13-1-476 0 0,201-26-6913 0 0,-81 4-4054 0 0,-94 13 1716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5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357 298 644 0 0,'-1'-2'1732'0'0,"-43"-64"9449"0"0,39 67-10396 0 0,5-1-742 0 0,-1 0 0 0 0,1 0 0 0 0,-1 0 1 0 0,1 0-1 0 0,-1 0 0 0 0,1 0 0 0 0,-1 0 0 0 0,1 0 0 0 0,-1 0 0 0 0,1 0 0 0 0,-1 0 1 0 0,1 0-1 0 0,-1 0 0 0 0,1 0 0 0 0,-1 0 0 0 0,1 1 0 0 0,0-1 0 0 0,-1 0 1 0 0,1 0-1 0 0,-1 1 0 0 0,1-1 0 0 0,-1 0 0 0 0,1 1 0 0 0,0-1 0 0 0,-1 1 0 0 0,-90 193 4825 0 0,-32 105-3142 0 0,90-204-1444 0 0,-11 26 150 0 0,40-116 298 0 0,7-19-553 0 0,8-24-189 0 0,44-131 138 0 0,154-316 0 0 0,-176 424-153 0 0,53-73 0 0 0,-83 129 19 0 0,1 1 0 0 0,-1 0 1 0 0,1 0-1 0 0,-1 0 0 0 0,1 0 1 0 0,0 1-1 0 0,1-1 0 0 0,-1 1 1 0 0,0 0-1 0 0,9-4 0 0 0,-11 7 7 0 0,0-1-1 0 0,0 1 1 0 0,0-1 0 0 0,0 1-1 0 0,0 0 1 0 0,1 0-1 0 0,-1 0 1 0 0,0 0 0 0 0,0 0-1 0 0,0 0 1 0 0,0 0-1 0 0,1 1 1 0 0,-1-1-1 0 0,0 1 1 0 0,0 0 0 0 0,0 0-1 0 0,0-1 1 0 0,0 1-1 0 0,0 1 1 0 0,-1-1 0 0 0,1 0-1 0 0,0 0 1 0 0,0 1-1 0 0,-1-1 1 0 0,1 1-1 0 0,-1-1 1 0 0,1 1 0 0 0,-1-1-1 0 0,2 3 1 0 0,2 3 42 0 0,-1 1 0 0 0,1-1 1 0 0,-1 1-1 0 0,0 0 0 0 0,-1 0 1 0 0,0 0-1 0 0,0 1 0 0 0,2 12 0 0 0,8 72 743 0 0,-12-84-737 0 0,2 36 294 0 0,-2 1 1 0 0,-8 77-1 0 0,-29 88 134 0 0,-25-5-1351 0 0,55-189 66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125 235 976 0 0,'-119'-94'18188'0'0,"118"94"-18152"0"0,1-1-1 0 0,0 1 0 0 0,-1 0 0 0 0,1 0 0 0 0,0 0 0 0 0,0 0 0 0 0,-1-1 0 0 0,1 1 0 0 0,0 0 0 0 0,0-1 1 0 0,-1 1-1 0 0,1 0 0 0 0,0 0 0 0 0,0-1 0 0 0,0 1 0 0 0,-1 0 0 0 0,1-1 0 0 0,0 1 0 0 0,0 0 1 0 0,0-1-1 0 0,0 1 0 0 0,0 0 0 0 0,0-1 0 0 0,0 1 0 0 0,0 0 0 0 0,0-1 0 0 0,0 1 0 0 0,0 0 0 0 0,0-1 1 0 0,0 1-1 0 0,0-1 0 0 0,0 1 0 0 0,0 0 0 0 0,0-1 0 0 0,0 1 0 0 0,1-1 0 0 0,12-8 407 0 0,24-2-268 0 0,87-11-400 0 0,40-9-2593 0 0,-3-8-5924 0 0,-110 23 1856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6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19 173 2408 0 0,'-18'-68'16566'0'0,"45"90"-15293"0"0,-13-11-1178 0 0,1-1-1 0 0,0 0 1 0 0,0-1 0 0 0,0-1 0 0 0,1-1 0 0 0,18 6 0 0 0,-2 0-232 0 0,-30-12-31 0 0,0 0 0 0 0,0 0 0 0 0,1 0 0 0 0,-1 0 0 0 0,0-1 0 0 0,1 1-1 0 0,-1-1 1 0 0,1 1 0 0 0,-1-1 0 0 0,0 0 0 0 0,1 0 0 0 0,-1 0 0 0 0,1 0 0 0 0,-1 0 0 0 0,1-1 0 0 0,-1 1 0 0 0,0-1 0 0 0,1 0 0 0 0,-1 0 0 0 0,3-1 0 0 0,-3 1-2 0 0,1-1 0 0 0,-1 0 0 0 0,0 0 1 0 0,0 0-1 0 0,0 0 0 0 0,0-1 0 0 0,0 1 1 0 0,-1-1-1 0 0,1 1 0 0 0,0-1 1 0 0,-1 1-1 0 0,0-1 0 0 0,0 0 0 0 0,1-3 1 0 0,2-8 60 0 0,-1-1 0 0 0,-1 0 0 0 0,0 0 0 0 0,-1 0 0 0 0,-1-16 0 0 0,-3-32 2892 0 0,3 60-1886 0 0,-7 16-202 0 0,4 0-606 0 0,2-1 0 0 0,0 0 0 0 0,0 1-1 0 0,1-1 1 0 0,0 1 0 0 0,3 14 0 0 0,-2-22-79 0 0,0 0 0 0 0,0 0 0 0 0,0 0 0 0 0,1-1 0 0 0,-1 1 0 0 0,1 0 0 0 0,0-1 1 0 0,1 1-1 0 0,-1-1 0 0 0,1 0 0 0 0,0 0 0 0 0,0 0 0 0 0,0 0 0 0 0,0 0 0 0 0,1-1 0 0 0,0 0 1 0 0,-1 1-1 0 0,9 4 0 0 0,-11-7-7 0 0,0-1 0 0 0,0 1 0 0 0,0 0 1 0 0,0-1-1 0 0,0 1 0 0 0,0-1 0 0 0,0 1 1 0 0,0-1-1 0 0,0 0 0 0 0,0 1 0 0 0,0-1 0 0 0,0 0 1 0 0,0 0-1 0 0,0 1 0 0 0,1-1 0 0 0,-1 0 1 0 0,0 0-1 0 0,0-1 0 0 0,0 1 0 0 0,2 0 0 0 0,0-1 6 0 0,0 1-5 0 0,0 0 0 0 0,0 0-1 0 0,0-1 1 0 0,0 1 0 0 0,0-1 0 0 0,0 0 0 0 0,0 1 0 0 0,0-1 0 0 0,-1-1 0 0 0,1 1 0 0 0,0 0 0 0 0,-1-1 0 0 0,1 1-1 0 0,-1-1 1 0 0,1 0 0 0 0,-1 0 0 0 0,0 0 0 0 0,0 0 0 0 0,0 0 0 0 0,0 0 0 0 0,4-6 0 0 0,-1 0 4 0 0,0 0 1 0 0,-1 0-1 0 0,0 0 1 0 0,0-1 0 0 0,3-11-1 0 0,-6 18-8 0 0,0-1 1 0 0,0 0-1 0 0,0 1 0 0 0,-1-1 0 0 0,1 0 0 0 0,-1 1 1 0 0,1-1-1 0 0,-1 0 0 0 0,0 0 0 0 0,0 1 1 0 0,0-1-1 0 0,-1 0 0 0 0,1 0 0 0 0,0 1 1 0 0,-1-1-1 0 0,0 0 0 0 0,0 1 0 0 0,0-1 1 0 0,0 1-1 0 0,0-1 0 0 0,0 1 0 0 0,-4-5 0 0 0,4 7 0 0 0,1-1 0 0 0,-1 1 0 0 0,0-1 0 0 0,0 1 0 0 0,0-1-1 0 0,0 1 1 0 0,0 0 0 0 0,0-1 0 0 0,0 1 0 0 0,0 0 0 0 0,0 0-1 0 0,-1 0 1 0 0,1 0 0 0 0,0 0 0 0 0,0 0 0 0 0,0 0-1 0 0,0 0 1 0 0,0 1 0 0 0,0-1 0 0 0,-2 1 0 0 0,-18 7 11 0 0,8 0-7 0 0,0 1 0 0 0,0 0 0 0 0,1 0 0 0 0,1 1 0 0 0,-1 1-1 0 0,2 0 1 0 0,-16 20 0 0 0,9-8-552 0 0,1 2 0 0 0,1-1 0 0 0,-13 30 0 0 0,4 9-2676 0 0,13-21-1916 0 0,5-9-1391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6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36 2344 0 0,'-89'-7'12747'0'0,"86"7"-11986"0"0,-2-1 905 0 0,11-1-1017 0 0,19-1-195 0 0,38-4-326 0 0,55-3-1506 0 0,-39 5-7729 0 0,-63 4 3247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6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0 976 0 0,'-4'4'757'0'0,"-39"27"4248"0"0,1 3 0 0 0,-47 49 0 0 0,88-83-4957 0 0,0 1 1 0 0,0 0-1 0 0,0 0 0 0 0,0 0 1 0 0,0 1-1 0 0,0-1 0 0 0,1 0 1 0 0,-1 0-1 0 0,0 0 0 0 0,1 1 0 0 0,-1-1 1 0 0,1 0-1 0 0,-1 1 0 0 0,1-1 1 0 0,-1 0-1 0 0,1 1 0 0 0,0-1 0 0 0,0 0 1 0 0,0 1-1 0 0,0-1 0 0 0,0 1 1 0 0,0-1-1 0 0,0 1 0 0 0,0-1 0 0 0,0 0 1 0 0,1 1-1 0 0,-1-1 0 0 0,0 0 1 0 0,2 2-1 0 0,-1-1-21 0 0,1 0 1 0 0,-1 0-1 0 0,1-1 1 0 0,0 1 0 0 0,0-1-1 0 0,0 0 1 0 0,0 1-1 0 0,0-1 1 0 0,0 0-1 0 0,0 0 1 0 0,0 0-1 0 0,0 0 1 0 0,1 0-1 0 0,-1-1 1 0 0,0 1-1 0 0,1-1 1 0 0,2 1-1 0 0,20 0-383 0 0,1 0 0 0 0,0-1-1 0 0,-1-2 1 0 0,32-6 0 0 0,-24 4-616 0 0,69-13-5705 0 0,-48 6-181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7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252 143 2360 0 0,'11'-51'14863'0'0,"-13"62"-13401"0"0,-12 40 244 0 0,-34 78 1 0 0,19-54-1188 0 0,-112 283 581 0 0,113-295-707 0 0,28-61-311 0 0,0-41 46 0 0,10-1-133 0 0,2 1 0 0 0,21-49 0 0 0,-20 54-1 0 0,81-195 10 0 0,-67 173-48 0 0,67-104-1 0 0,-84 145 26 0 0,1 1 0 0 0,16-17 0 0 0,-23 27 15 0 0,-1 1 0 0 0,1 0 0 0 0,0 0 0 0 0,0 0 0 0 0,0 0 0 0 0,0 0 0 0 0,0 1 0 0 0,1 0 0 0 0,-1 0-1 0 0,1 0 1 0 0,0 0 0 0 0,8-1 0 0 0,-9 3 3 0 0,0 0-1 0 0,0 0 0 0 0,0 0 0 0 0,0 1 1 0 0,0-1-1 0 0,0 1 0 0 0,-1 0 1 0 0,1 1-1 0 0,0-1 0 0 0,0 0 1 0 0,-1 1-1 0 0,1 0 0 0 0,-1 0 1 0 0,1 0-1 0 0,-1 0 0 0 0,0 1 1 0 0,0-1-1 0 0,0 1 0 0 0,0 0 0 0 0,-1 0 1 0 0,1 0-1 0 0,-1 0 0 0 0,1 0 1 0 0,2 7-1 0 0,4 5 14 0 0,-1 1-1 0 0,0 0 1 0 0,9 34-1 0 0,-9-24 255 0 0,-2 0-1 0 0,-1 1 1 0 0,-1-1-1 0 0,-1 1 1 0 0,-1 0 0 0 0,-3 38-1 0 0,-29 157 1071 0 0,17-143-1266 0 0,10-62-186 0 0,-4 27 71 0 0,2-17-3369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7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105 121 68 0 0,'-105'-50'17428'0'0,"130"39"-16644"0"0,126-12-1487 0 0,-66 11-2110 0 0,-2-3-3380 0 0,-44 5 26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7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173 100 2048 0 0,'5'-30'5118'0'0,"-3"22"-2904"0"0,-1-1-1 0 0,0 0 0 0 0,0 0 0 0 0,-1 0 1 0 0,-1-17 1748 0 0,-1 27-3800 0 0,1-1-1 0 0,0 0 0 0 0,0 1 0 0 0,0-1 1 0 0,-1 1-1 0 0,1-1 0 0 0,0 1 0 0 0,0-1 0 0 0,0 1 1 0 0,0 0-1 0 0,0 0 0 0 0,0-1 0 0 0,0 1 1 0 0,0 0-1 0 0,0 0 0 0 0,1 0 0 0 0,-1 0 1 0 0,-1 2-1 0 0,-13 24 669 0 0,12-21-622 0 0,-14 28 273 0 0,2 1-1 0 0,-18 66 1 0 0,-9 77-992 0 0,32-132-283 0 0,3-13-1295 0 0,-3 18-2380 0 0,1-18-4513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8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33 372 0 0,'-43'-14'23566'0'0,"55"13"-24385"0"0,949-10 2511 0 0,-909 12-1846 0 0,59 1 168 0 0,-41-9-4148 0 0,-67 6 2817 0 0,9 0-1265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27 2360 0 0,'-28'0'20915'0'0,"29"-1"-20873"0"0,0 0 0 0 0,0 1 0 0 0,0-1-1 0 0,0 0 1 0 0,0 1 0 0 0,0-1 0 0 0,1 1-1 0 0,-1-1 1 0 0,0 1 0 0 0,0 0 0 0 0,1-1-1 0 0,0 1 1 0 0,108-8 273 0 0,60-4-970 0 0,-56 14-4209 0 0,-99-1 3603 0 0,17 1-1896 0 0,-10 0-2060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7:5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54 2376 0 0,'-132'38'16128'0'0,"150"-34"-15502"0"0,3-4-479 0 0,1-1 1 0 0,-1-1 0 0 0,37-8-1 0 0,-16 3-76 0 0,204-28-2007 0 0,-46 6-6250 0 0,-113 17 921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0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631 213 536 0 0,'11'-8'2903'0'0,"-6"5"-1971"0"0,0-1 1 0 0,-1 1-1 0 0,1-1 1 0 0,-1 0 0 0 0,0-1-1 0 0,0 1 1 0 0,0-1 0 0 0,-1 0-1 0 0,1 0 1 0 0,-1 0-1 0 0,-1 0 1 0 0,4-6 0 0 0,-5 8-667 0 0,0 0 1 0 0,0 0-1 0 0,0 0 0 0 0,-1 0 1 0 0,1 0-1 0 0,-1 0 1 0 0,0 0-1 0 0,1 0 0 0 0,-1 0 1 0 0,-1 0-1 0 0,1 0 1 0 0,0 0-1 0 0,-1 0 0 0 0,1 0 1 0 0,-1 0-1 0 0,0 0 1 0 0,-3-5-1 0 0,2 4-106 0 0,-1 0 1 0 0,1 0-1 0 0,-1 1 1 0 0,0-1-1 0 0,0 1 1 0 0,-1 0-1 0 0,1 0 1 0 0,-1 0-1 0 0,1 0 1 0 0,-9-4-1 0 0,-2 1-84 0 0,1 0-1 0 0,-1 0 1 0 0,-1 2-1 0 0,1 0 1 0 0,-1 0 0 0 0,-20-2-1 0 0,16 4-31 0 0,-1 0 0 0 0,0 1 0 0 0,0 1 0 0 0,0 0 0 0 0,-34 7 1 0 0,47-6-29 0 0,0 1 1 0 0,0 0-1 0 0,0 1 1 0 0,0-1 0 0 0,0 1-1 0 0,1 1 1 0 0,0-1 0 0 0,-1 1-1 0 0,1 0 1 0 0,0 1 0 0 0,1-1-1 0 0,-1 1 1 0 0,1 0 0 0 0,0 1-1 0 0,0-1 1 0 0,1 1-1 0 0,0 0 1 0 0,-7 11 0 0 0,2 4 314 0 0,0 0 0 0 0,1 0 0 0 0,1 1 0 0 0,1 0 0 0 0,1 0 0 0 0,-3 45 0 0 0,5 140 1077 0 0,4-162-1236 0 0,32 328 1095 0 0,-12-187-838 0 0,-5-6 165 0 0,-8 211 1 0 0,-44 173 441 0 0,25-411-1101 0 0,1 169 37 0 0,-9 77 425 0 0,-11 36-358 0 0,-40 95 12 0 0,59-459 236 0 0,-35 145 590 0 0,27-140-719 0 0,3-21-158 0 0,12-40 0 0 0,1-1 0 0 0,0-3 0 0 0,0 0 0 0 0,1 0 0 0 0,2 3 0 0 0,0-13 0 0 0,0 1 0 0 0,0-1 0 0 0,0 1 0 0 0,0-1 0 0 0,0 0 0 0 0,1 1 0 0 0,-1-1 0 0 0,0 1 0 0 0,1-1 0 0 0,0 0 0 0 0,-1 1 0 0 0,1-1 0 0 0,0 0 0 0 0,-1 1 0 0 0,1-1 0 0 0,0 0 0 0 0,0 0 0 0 0,0 0 0 0 0,0 0 0 0 0,0 0 0 0 0,0 0 0 0 0,0 0 0 0 0,1 0 0 0 0,-1 0 0 0 0,0 0 0 0 0,3 0 0 0 0,1 2 0 0 0,1 0 0 0 0,0 1 0 0 0,1-1 0 0 0,-1-1 0 0 0,1 1 0 0 0,0-1 0 0 0,0-1 0 0 0,0 1 0 0 0,7 0 0 0 0,62 3 0 0 0,-58-5 0 0 0,122 1-3105 0 0,-1-7-1 0 0,144-24 1 0 0,-185 13-4887 0 0,1-4-5063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3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291 100 984 0 0,'8'-14'5451'0'0,"-7"10"-4775"0"0,1 1-1 0 0,-1-1 1 0 0,0 0-1 0 0,0 0 1 0 0,-1 0-1 0 0,1 0 1 0 0,-1 0-1 0 0,0 1 1 0 0,0-9 0 0 0,0 10-562 0 0,-1 0 1 0 0,1 1 0 0 0,0-1 0 0 0,0 0 0 0 0,-1 0 0 0 0,1 1 0 0 0,-1-1 0 0 0,0 0 0 0 0,1 1 0 0 0,-1-1 0 0 0,0 1 0 0 0,0-1 0 0 0,0 1 0 0 0,0-1 0 0 0,0 1 0 0 0,-1 0 0 0 0,1-1 0 0 0,0 1 0 0 0,0 0 0 0 0,-1 0 0 0 0,1 0 0 0 0,-1 0 0 0 0,1 0 0 0 0,-1 0 0 0 0,1 1 0 0 0,-1-1 0 0 0,-3-1 0 0 0,2 2-72 0 0,0 0-1 0 0,0 0 0 0 0,-1 0 1 0 0,1 0-1 0 0,0 1 1 0 0,0-1-1 0 0,0 1 0 0 0,0 0 1 0 0,0 0-1 0 0,0 0 1 0 0,0 0-1 0 0,0 0 1 0 0,1 1-1 0 0,-1-1 0 0 0,0 1 1 0 0,1 0-1 0 0,-1 0 1 0 0,-3 3-1 0 0,-7 7 203 0 0,1 1-1 0 0,-13 15 1 0 0,16-17-161 0 0,-16 19 105 0 0,1 1 0 0 0,-22 39 0 0 0,36-52-153 0 0,1 0 0 0 0,0 0 0 0 0,1 1 0 0 0,1 0 0 0 0,-9 40 0 0 0,15-54-28 0 0,1 0 1 0 0,-1 0-1 0 0,1 0 0 0 0,-1 0 0 0 0,1 0 1 0 0,1 0-1 0 0,-1 0 0 0 0,1 0 0 0 0,0 0 1 0 0,0 0-1 0 0,0 0 0 0 0,1 0 0 0 0,0-1 1 0 0,0 1-1 0 0,0-1 0 0 0,0 1 0 0 0,1-1 1 0 0,0 0-1 0 0,0 1 0 0 0,0-1 0 0 0,0-1 1 0 0,1 1-1 0 0,6 6 0 0 0,-3-6 2 0 0,0 1 0 0 0,0-1 0 0 0,0 0-1 0 0,1-1 1 0 0,-1 0 0 0 0,1 0 0 0 0,0-1 0 0 0,0 0-1 0 0,0 0 1 0 0,0 0 0 0 0,0-1 0 0 0,1-1 0 0 0,14 0-1 0 0,-14 0-2 0 0,0-1-1 0 0,-1 0 0 0 0,1 0 0 0 0,0-1 0 0 0,-1 0 0 0 0,0-1 0 0 0,1 0 1 0 0,-1 0-1 0 0,0-1 0 0 0,-1 0 0 0 0,1 0 0 0 0,-1 0 0 0 0,9-8 0 0 0,-7 4 2 0 0,0 0 0 0 0,-1-1 0 0 0,-1 0 0 0 0,0 0 0 0 0,0-1 0 0 0,0 1-1 0 0,-1-2 1 0 0,8-19 0 0 0,-3-2 15 0 0,-1 0 0 0 0,-1 0 0 0 0,-2-1 0 0 0,-2 0 0 0 0,4-66 0 0 0,-9 42-111 0 0,0 55 69 0 0,-11 8 9 0 0,7 0 14 0 0,0 0 0 0 0,0 0 0 0 0,0 1 1 0 0,1-1-1 0 0,0 1 0 0 0,0 0 0 0 0,1 0 1 0 0,0 0-1 0 0,-2 8 0 0 0,1-2 63 0 0,-4 9 77 0 0,2 1-1 0 0,0-1 1 0 0,2 1-1 0 0,0 0 1 0 0,2 0-1 0 0,0 0 1 0 0,6 44 0 0 0,-4-57-346 0 0,2 0 1 0 0,-1 0-1 0 0,1 0 0 0 0,1 0 1 0 0,0 0-1 0 0,0-1 1 0 0,1 0-1 0 0,9 14 1 0 0,-9-16-586 0 0,0-1-1 0 0,1 0 1 0 0,-1 0 0 0 0,2-1 0 0 0,-1 0 0 0 0,0 0 0 0 0,1 0-1 0 0,0 0 1 0 0,0-1 0 0 0,1 0 0 0 0,14 5 0 0 0,2-3-6137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2924 0 0,'2'-3'1101'0'0,"-1"0"-1"0"0,0 0 1 0 0,1 0-1 0 0,0 0 0 0 0,0 0 1 0 0,0 0-1 0 0,0 0 1 0 0,0 0-1 0 0,4-3 1230 0 0,-5 5-2156 0 0,0 0 1 0 0,-1 1-1 0 0,1-1 0 0 0,0 1 1 0 0,-1 0-1 0 0,1-1 0 0 0,0 1 1 0 0,0 0-1 0 0,-1-1 0 0 0,1 1 1 0 0,0 0-1 0 0,0 0 0 0 0,0-1 1 0 0,0 1-1 0 0,-1 0 0 0 0,1 0 1 0 0,0 0-1 0 0,0 0 0 0 0,0 0 1 0 0,0 0-1 0 0,-1 1 0 0 0,3-1 0 0 0,27 3 2598 0 0,-28-3-2452 0 0,152 13 3159 0 0,-86-11-3059 0 0,100-10 0 0 0,-152 6-653 0 0,-1 0 0 0 0,1-1 0 0 0,-1-1 0 0 0,21-7 1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4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57 1840 0 0,'16'-25'9180'0'0,"1"-7"152"0"0,-16 39-8809 0 0,-1 0 0 0 0,1 0 0 0 0,-1 0 0 0 0,0 0 0 0 0,-1 0 0 0 0,0 0 0 0 0,0-1 0 0 0,0 1 0 0 0,-1 0 0 0 0,-3 7 0 0 0,0 9 349 0 0,-8 36 293 0 0,0-2-475 0 0,-9 91 0 0 0,22-146-679 0 0,0 0 0 0 0,0 0 0 0 0,0 0 0 0 0,0 0 1 0 0,0 0-1 0 0,0 0 0 0 0,0 0 0 0 0,1 0 0 0 0,-1 0 0 0 0,1 0 0 0 0,-1 0 0 0 0,1 0 0 0 0,0 0 0 0 0,0 0 1 0 0,0-1-1 0 0,0 1 0 0 0,0 0 0 0 0,0-1 0 0 0,2 3 0 0 0,-2-3-105 0 0,1 0-1 0 0,-1 0 1 0 0,1-1 0 0 0,-1 1-1 0 0,1 0 1 0 0,0-1 0 0 0,-1 1-1 0 0,1 0 1 0 0,0-1 0 0 0,0 0-1 0 0,-1 1 1 0 0,1-1-1 0 0,0 0 1 0 0,0 0 0 0 0,-1 0-1 0 0,1 0 1 0 0,2-1 0 0 0,3 0-612 0 0,0-1 1 0 0,0 0 0 0 0,0 0-1 0 0,0-1 1 0 0,0 0-1 0 0,-1 0 1 0 0,0-1 0 0 0,0 0-1 0 0,9-6 1 0 0,-2-2-2002 0 0,-1 0 0 0 0,0-1 1 0 0,13-18-1 0 0,-4 0-5054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4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92 2352 0 0,'-8'-13'1570'0'0,"0"1"0"0"0,0 0 0 0 0,-2 1-1 0 0,1 0 1 0 0,-1 0 0 0 0,-12-9 0 0 0,20 18-1358 0 0,1 15-930 0 0,20 40-6192 0 0,-11-37 3389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4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84 848 0 0,'2'-1'791'0'0,"1"0"0"0"0,-1 0 0 0 0,0 0 0 0 0,0-1 0 0 0,1 1 0 0 0,-1 0-1 0 0,0-1 1 0 0,-1 0 0 0 0,1 1 0 0 0,0-1 0 0 0,0 0 0 0 0,-1 0 0 0 0,1 0 0 0 0,-1 0 0 0 0,1 0 0 0 0,1-4 0 0 0,-3 4-432 0 0,1 0 1 0 0,-1-1 0 0 0,1 1 0 0 0,-1 0-1 0 0,0 0 1 0 0,0 0 0 0 0,0-1 0 0 0,0 1-1 0 0,0 0 1 0 0,0 0 0 0 0,-1 0 0 0 0,1 0-1 0 0,-1-1 1 0 0,1 1 0 0 0,-1 0 0 0 0,0 0-1 0 0,-1-2 1 0 0,1 3-261 0 0,1 0 1 0 0,-1 0-1 0 0,0 0 0 0 0,0 0 1 0 0,0 0-1 0 0,0 1 0 0 0,0-1 0 0 0,0 0 1 0 0,0 1-1 0 0,0-1 0 0 0,0 1 0 0 0,0-1 1 0 0,0 1-1 0 0,0-1 0 0 0,0 1 0 0 0,0 0 1 0 0,0 0-1 0 0,0-1 0 0 0,-1 1 1 0 0,1 0-1 0 0,-2 0 0 0 0,-24 3 858 0 0,11 2-639 0 0,0 0 0 0 0,0 1 0 0 0,1 1 0 0 0,0 1 0 0 0,1 0 0 0 0,0 1 0 0 0,-26 20 0 0 0,11-4 147 0 0,2 1 1 0 0,-36 43 0 0 0,47-51-325 0 0,2 1 0 0 0,0 0 1 0 0,2 1-1 0 0,0 1 1 0 0,1 0-1 0 0,-12 32 1 0 0,20-46-118 0 0,1 1-1 0 0,0-1 1 0 0,0 1 0 0 0,0-1 0 0 0,1 1-1 0 0,1-1 1 0 0,-1 1 0 0 0,1 0 0 0 0,0-1-1 0 0,1 1 1 0 0,0-1 0 0 0,0 1 0 0 0,0 0-1 0 0,1-1 1 0 0,1 0 0 0 0,-1 1-1 0 0,1-1 1 0 0,0 0 0 0 0,0 0 0 0 0,1-1-1 0 0,0 1 1 0 0,1-1 0 0 0,8 10 0 0 0,0-3-87 0 0,1-1-1 0 0,0-1 1 0 0,1 0 0 0 0,0-1 0 0 0,1-1 0 0 0,0 0 0 0 0,0-1-1 0 0,1-1 1 0 0,0 0 0 0 0,1-1 0 0 0,-1-1 0 0 0,28 4 0 0 0,-15-4-1370 0 0,-1-2 0 0 0,49 0 0 0 0,-49-4-1768 0 0,1-2-1 0 0,40-8 1 0 0,-40 3-1765 0 0,-1-2-2351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58 1884 0 0,'-2'-1'2005'0'0,"-56"-9"11702"0"0,29 5-3717 0 0,48 7-10015 0 0,17 0 152 0 0,0-2 0 0 0,70-9 0 0 0,-61 4-1009 0 0,20-3-4725 0 0,-50 6 1765 0 0,-1-1 0 0 0,20-8 0 0 0,-14 3-3681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6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76 16 0 0,'39'-75'20805'0'0,"-39"75"-20683"0"0,1 0 0 0 0,-1 1 0 0 0,1-1 0 0 0,-1 0 0 0 0,1 1 0 0 0,-1-1 0 0 0,1 0 0 0 0,-1 1 0 0 0,1-1 0 0 0,-1 0 0 0 0,0 1 0 0 0,1-1 0 0 0,-1 1 0 0 0,0-1 0 0 0,1 1 0 0 0,-1-1 0 0 0,0 1 0 0 0,0-1 0 0 0,1 1 0 0 0,-1-1 0 0 0,0 1 0 0 0,0 0 0 0 0,0-1 0 0 0,0 1 0 0 0,0-1 0 0 0,0 1 0 0 0,0-1 0 0 0,0 1 0 0 0,0 1 0 0 0,0 21 1334 0 0,0-19-1026 0 0,-4 89 2259 0 0,-23 125 1 0 0,7-73-1784 0 0,20-142-901 0 0,-29 282 105 0 0,28-274-110 0 0,-1-9 0 0 0,1-10 0 0 0,0-13 0 0 0,4 1 0 0 0,1 1 0 0 0,0-1 0 0 0,1 1 0 0 0,1 1 0 0 0,1-1 0 0 0,1 1 0 0 0,0 0 0 0 0,15-22 0 0 0,-17 30 0 0 0,1 0 0 0 0,0 1 0 0 0,1-1 0 0 0,0 1 0 0 0,0 1 0 0 0,1 0 0 0 0,0 0 0 0 0,0 1 0 0 0,1 0 0 0 0,0 0 0 0 0,0 1 0 0 0,1 1 0 0 0,0-1 0 0 0,22-6 0 0 0,-29 11 0 0 0,0 0 0 0 0,0 0 0 0 0,0 1 0 0 0,0-1 0 0 0,0 1 0 0 0,0 0 0 0 0,0 1 0 0 0,0-1 0 0 0,0 0 0 0 0,0 1 0 0 0,0 0 0 0 0,0 0 0 0 0,-1 0 0 0 0,1 1 0 0 0,0-1 0 0 0,3 3 0 0 0,-1 0 0 0 0,-1-1 0 0 0,1 1 0 0 0,-1 1 0 0 0,0-1 0 0 0,0 1 0 0 0,-1 0 0 0 0,0 0 0 0 0,1 0 0 0 0,2 6 0 0 0,1 3 0 0 0,0 0 0 0 0,-1 0 0 0 0,-1 1 0 0 0,-1 0 0 0 0,0 0 0 0 0,-1 0 0 0 0,4 23 0 0 0,-6-19 0 0 0,-1 0 0 0 0,0 0 0 0 0,-1-1 0 0 0,-1 1 0 0 0,-1 0 0 0 0,-1 0 0 0 0,0 0 0 0 0,-12 34 0 0 0,12-45 0 0 0,-1 0 0 0 0,0 0 0 0 0,0 0 0 0 0,-1 0 0 0 0,0 0 0 0 0,0-1 0 0 0,-1 0 0 0 0,0 0 0 0 0,-7 6 0 0 0,8-8 0 0 0,-1-1 0 0 0,1-1 0 0 0,-1 1 0 0 0,1-1 0 0 0,-1 0 0 0 0,0 0 0 0 0,0 0 0 0 0,-1-1 0 0 0,1 0 0 0 0,0-1 0 0 0,-1 1 0 0 0,1-1 0 0 0,-12 1 0 0 0,8-3 1 0 0,-1 1-1 0 0,1-1 1 0 0,-1 0-1 0 0,1-1 1 0 0,0-1-1 0 0,0 1 1 0 0,0-2-1 0 0,-14-5 1 0 0,-7-6-12 0 0,-33-21-1 0 0,62 34 11 0 0,1 2-195 0 0,0-1 0 0 0,0 1 0 0 0,0-1-1 0 0,0 0 1 0 0,0 0 0 0 0,0 1 0 0 0,0-1 0 0 0,0 0 0 0 0,0 0 0 0 0,0 0 0 0 0,0 0 0 0 0,1 0 0 0 0,-2-2 0 0 0,2 3 31 0 0,0-1 0 0 0,0 1-1 0 0,0-1 1 0 0,0 1 0 0 0,0 0 0 0 0,0-1-1 0 0,0 1 1 0 0,0-1 0 0 0,0 1 0 0 0,0-1 0 0 0,0 1-1 0 0,0-1 1 0 0,0 1 0 0 0,1 0 0 0 0,-1-1-1 0 0,0 1 1 0 0,0-1 0 0 0,0 1 0 0 0,3-3-827 0 0,14-8-6660 0 0,-13 10 6121 0 0,5-2 1 0 0,1-1-2262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6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2116 0 0,'10'-31'20310'0'0,"-9"30"-20133"0"0,0 0 0 0 0,0 0-1 0 0,0 0 1 0 0,0 0-1 0 0,0 0 1 0 0,0 0 0 0 0,0 1-1 0 0,0-1 1 0 0,0 0 0 0 0,0 0-1 0 0,1 1 1 0 0,-1-1-1 0 0,0 1 1 0 0,3-1 0 0 0,46-12 152 0 0,1 2 1 0 0,52-5 0 0 0,-32 12-5091 0 0,0 4-6443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67 2580 0 0,'5'-7'2694'0'0,"-1"1"0"0"0,0-1 0 0 0,-1-1 0 0 0,4-8 0 0 0,3-6 4796 0 0,-7 47-4529 0 0,-5 14-1281 0 0,-2-1 1 0 0,-13 55-1 0 0,3-14-928 0 0,6-32-646 0 0,1-12-15 0 0,2 0 1 0 0,2 1 0 0 0,1 65 0 0 0,2-97-171 0 0,1 0 0 0 0,-1-1 0 0 0,1 1 1 0 0,0 0-1 0 0,0-1 0 0 0,0 1 0 0 0,0-1 0 0 0,1 0 0 0 0,-1 1 0 0 0,1-1 0 0 0,0 0 1 0 0,0 0-1 0 0,0 0 0 0 0,4 4 0 0 0,-4-5-12 0 0,0 0 0 0 0,1-1 1 0 0,-1 1-1 0 0,0-1 0 0 0,1 0 0 0 0,-1 0 0 0 0,1 0 1 0 0,-1 0-1 0 0,1 0 0 0 0,-1 0 0 0 0,1-1 1 0 0,0 1-1 0 0,-1-1 0 0 0,1 0 0 0 0,0 0 0 0 0,0 0 1 0 0,-1 0-1 0 0,1 0 0 0 0,0 0 0 0 0,-1-1 0 0 0,4 0 1 0 0,1-2-649 0 0,0 1 1 0 0,1-1-1 0 0,-1 0 1 0 0,0-1-1 0 0,0 0 0 0 0,0 0 1 0 0,-1 0-1 0 0,0-1 1 0 0,0 0-1 0 0,8-7 1 0 0,1-4-2787 0 0,0 0 1 0 0,17-27 0 0 0,-4 1-4962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6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104 114 1932 0 0,'-48'-52'9005'0'0,"4"-2"-3837"0"0,35 46-4526 0 0,6 14-1181 0 0,7 16-1887 0 0,4 3-3349 0 0,-4-12 172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7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273 881 2268 0 0,'4'-3'1505'0'0,"16"-15"7521"0"0,-12 9-7521 0 0,-6 6-909 0 0,0 0 1 0 0,0 0-1 0 0,-1 0 1 0 0,1-1-1 0 0,-1 1 1 0 0,0 0-1 0 0,0-1 1 0 0,0 1-1 0 0,1-5 1 0 0,-2 5-451 0 0,0 0 1 0 0,0 0-1 0 0,0 0 0 0 0,-1 0 0 0 0,1 0 1 0 0,-1 0-1 0 0,1 0 0 0 0,-1 0 0 0 0,0 0 1 0 0,0 1-1 0 0,-1-1 0 0 0,1 0 0 0 0,0 1 1 0 0,-1-1-1 0 0,1 1 0 0 0,-1-1 1 0 0,0 1-1 0 0,0 0 0 0 0,0 0 0 0 0,0 0 1 0 0,0 0-1 0 0,-1 0 0 0 0,1 0 0 0 0,0 0 1 0 0,-1 1-1 0 0,-4-3 0 0 0,4 2-102 0 0,-1 1 1 0 0,0-1-1 0 0,1 1 0 0 0,-1-1 0 0 0,0 1 0 0 0,0 0 0 0 0,0 0 1 0 0,0 1-1 0 0,0-1 0 0 0,0 1 0 0 0,0 0 0 0 0,0 0 0 0 0,0 0 1 0 0,0 1-1 0 0,0-1 0 0 0,-5 3 0 0 0,3-1-14 0 0,0 0 0 0 0,0 1 0 0 0,0 0 0 0 0,1 0 0 0 0,-1 0 0 0 0,1 1 0 0 0,0 0 0 0 0,0 0 0 0 0,-6 6 0 0 0,-2 5 10 0 0,0 0 1 0 0,1 1-1 0 0,0 1 0 0 0,2-1 1 0 0,-13 28-1 0 0,12-21-2 0 0,1 0 1 0 0,1 1-1 0 0,1 0 1 0 0,1 1-1 0 0,1 0 1 0 0,1 0-1 0 0,-3 48 0 0 0,8-66-28 0 0,0 0 0 0 0,1 0-1 0 0,0 0 1 0 0,0 1-1 0 0,0-1 1 0 0,1 0-1 0 0,0-1 1 0 0,6 14 0 0 0,-7-18-7 0 0,0 0 0 0 0,0 0 0 0 0,1 0 1 0 0,-1 0-1 0 0,1 0 0 0 0,-1-1 0 0 0,1 1 0 0 0,0 0 1 0 0,0-1-1 0 0,-1 1 0 0 0,1-1 0 0 0,0 0 1 0 0,1 1-1 0 0,-1-1 0 0 0,0 0 0 0 0,0 0 1 0 0,0-1-1 0 0,1 1 0 0 0,-1 0 0 0 0,0-1 1 0 0,1 1-1 0 0,-1-1 0 0 0,0 0 0 0 0,1 0 1 0 0,-1 0-1 0 0,0 0 0 0 0,1 0 0 0 0,-1 0 0 0 0,5-1 1 0 0,1-2-3 0 0,0 1 1 0 0,0-1 0 0 0,0 0-1 0 0,-1-1 1 0 0,1 0 0 0 0,-1 0-1 0 0,0-1 1 0 0,0 0-1 0 0,0 0 1 0 0,-1 0 0 0 0,11-12-1 0 0,4-6-63 0 0,31-47-1 0 0,-17 16-44 0 0,-3-1 0 0 0,-3-1-1 0 0,-2-2 1 0 0,33-100 0 0 0,-27 43-218 0 0,30-182 1 0 0,-45 132 148 0 0,-7 48 91 0 0,-7 101 92 0 0,-2 20 291 0 0,2 31 402 0 0,-3-26-644 0 0,16 162 1099 0 0,13 151-192 0 0,-27-244-1149 0 0,-1-15 203 0 0,2 1-1 0 0,14 66 1 0 0,-13-109-1121 0 0,1 0 1 0 0,1 0 0 0 0,16 35 0 0 0,-16-43-451 0 0,0-1 0 0 0,1 1 0 0 0,0-2 0 0 0,1 1 0 0 0,1-1 0 0 0,16 16 0 0 0,9 1-8244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8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71 106 1660 0 0,'0'-13'2532'0'0,"1"-1"-1"0"0,5-20 1 0 0,-2 10 1120 0 0,-4 16-1547 0 0,-2-4 2702 0 0,-2 19-4784 0 0,2 1 314 0 0,0 0 0 0 0,0 1 0 0 0,0 0 0 0 0,1-1 0 0 0,0 13 0 0 0,-1 4 266 0 0,-31 346 2285 0 0,10-80-2258 0 0,16-204 612 0 0,7-85-668 0 0,0-4-556 0 0,-1 0 0 0 0,1 0 0 0 0,0 0 1 0 0,0 0-1 0 0,0 1 0 0 0,1-1 0 0 0,-1 0 1 0 0,0 0-1 0 0,1-2 0 0 0,5-19 7 0 0,0 1-1 0 0,2 0 0 0 0,0 0 1 0 0,1 1-1 0 0,1 0 1 0 0,1 1-1 0 0,15-21 1 0 0,-22 35-28 0 0,1 0 0 0 0,0 0 0 0 0,0 0 0 0 0,1 1 0 0 0,0 0 0 0 0,0 0 0 0 0,0 0 0 0 0,0 1 0 0 0,1 0 0 0 0,-1 0 0 0 0,1 0 0 0 0,0 1 0 0 0,1 0 0 0 0,-1 1 0 0 0,0-1 0 0 0,1 1 0 0 0,-1 1 0 0 0,1 0 0 0 0,0 0 0 0 0,-1 0 0 0 0,1 1 0 0 0,0 0 0 0 0,-1 0 0 0 0,15 3 0 0 0,-11-1-3 0 0,0 1 0 0 0,-1 1 0 0 0,0-1-1 0 0,1 2 1 0 0,-1-1 0 0 0,-1 1 0 0 0,1 1 0 0 0,-1 0 0 0 0,0 0 0 0 0,0 1 0 0 0,0 0-1 0 0,10 12 1 0 0,-15-15 6 0 0,-1 0 0 0 0,1 0 0 0 0,-1 0 0 0 0,0 0-1 0 0,-1 0 1 0 0,1 1 0 0 0,-1 0 0 0 0,0-1 0 0 0,0 1 0 0 0,0 0-1 0 0,-1 0 1 0 0,1 0 0 0 0,-1 0 0 0 0,0 0 0 0 0,-1 0 0 0 0,1 0-1 0 0,-1 1 1 0 0,0-1 0 0 0,-1 0 0 0 0,1 0 0 0 0,-1 0-1 0 0,0 0 1 0 0,0 0 0 0 0,-1 0 0 0 0,1 0 0 0 0,-1 0 0 0 0,0 0-1 0 0,-4 6 1 0 0,-1-1 7 0 0,1 0-1 0 0,-2 0 1 0 0,1-1 0 0 0,-1 0-1 0 0,-1-1 1 0 0,0 0-1 0 0,0 0 1 0 0,0-1-1 0 0,-21 12 1 0 0,17-12 12 0 0,-1 0 0 0 0,0-1 0 0 0,0-1 0 0 0,-1 0 1 0 0,0 0-1 0 0,1-2 0 0 0,-22 3 0 0 0,28-6-4 0 0,1 0 0 0 0,-1 0 0 0 0,1 0 0 0 0,0-1 0 0 0,-1 0 0 0 0,1-1 0 0 0,0 0 0 0 0,0 0 0 0 0,0 0 0 0 0,-8-5 1 0 0,2 1-134 0 0,0-1 0 0 0,1-1 1 0 0,0 0-1 0 0,-11-10 0 0 0,22 17-18 0 0,1 1 0 0 0,0-1 0 0 0,0 1 1 0 0,0-1-1 0 0,-1 0 0 0 0,1 1 0 0 0,0-1 0 0 0,0 0 0 0 0,0 1 0 0 0,0-1 0 0 0,0 1 0 0 0,0-1 0 0 0,0 0 0 0 0,0 1 0 0 0,0-1 1 0 0,0 0-1 0 0,1 1 0 0 0,-1-1 0 0 0,0 1 0 0 0,0-1 0 0 0,0 0 0 0 0,1 1 0 0 0,-1-1 0 0 0,0 1 0 0 0,1-1 0 0 0,-1 1 0 0 0,1-1 1 0 0,-1 1-1 0 0,0-1 0 0 0,1 1 0 0 0,-1 0 0 0 0,1-1 0 0 0,-1 1 0 0 0,1-1 0 0 0,0 1 0 0 0,-1 0 0 0 0,1 0 0 0 0,-1-1 0 0 0,1 1 1 0 0,1 0-1 0 0,43-10-6588 0 0,-25 7 1305 0 0,1 0-2277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2028 0 0,'3'-48'30573'0'0,"1"49"-31055"0"0,10 4 456 0 0,43 5 25 0 0,1-1-1 0 0,114-1 1 0 0,-135-7 24 0 0,209-14 166 0 0,-238 12-168 0 0,-5 0-71 0 0,39-5 509 0 0,-25 3-3539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0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1760 0 0,'2'-2'1992'0'0,"10"-17"3784"0"0,-2 0 0 0 0,15-33-1 0 0,-24 50-5177 0 0,-4 25 3415 0 0,-9 32-2315 0 0,-4 20-873 0 0,12-51-705 0 0,0-1 0 0 0,2 1 1 0 0,0 0-1 0 0,2 1 1 0 0,0-1-1 0 0,6 29 0 0 0,-6-51-109 0 0,1 1-1 0 0,0-1 1 0 0,0 0-1 0 0,0 1 1 0 0,0-1 0 0 0,0 1-1 0 0,0-1 1 0 0,0 0-1 0 0,1 0 1 0 0,0 0-1 0 0,-1 0 1 0 0,1 0-1 0 0,0 0 1 0 0,0 0-1 0 0,0-1 1 0 0,0 1 0 0 0,2 1-1 0 0,1-1-39 0 0,-1 0-1 0 0,0 0 1 0 0,1 0 0 0 0,0 0-1 0 0,-1-1 1 0 0,1 0 0 0 0,0 0-1 0 0,8 1 1 0 0,-1-2-691 0 0,1 0 1 0 0,0-1 0 0 0,0 0-1 0 0,-1 0 1 0 0,1-2-1 0 0,14-4 1 0 0,-14 3-1020 0 0,0-1 0 0 0,0 0 1 0 0,12-8-1 0 0,13-14-5857 0 0,-19 9 606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0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114 131 2316 0 0,'-47'-59'7449'0'0,"31"37"-4349"0"0,-25-26 0 0 0,40 46-2569 0 0,0 3-598 0 0,0-1 0 0 0,1 1 0 0 0,-1-1-1 0 0,1 0 1 0 0,-1 1 0 0 0,0 0 0 0 0,1-1 0 0 0,0 1-1 0 0,-1-1 1 0 0,1 1 0 0 0,-1 0 0 0 0,1-1 0 0 0,0 1-1 0 0,-1 0 1 0 0,1-1 0 0 0,0 1 0 0 0,-1 1 0 0 0,13 66-7933 0 0,-9-53 3117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0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384 680 2120 0 0,'3'-1'1944'0'0,"0"-1"-1230"0"0,1-1 0 0 0,0 0-1 0 0,-1 1 1 0 0,1-1 0 0 0,-1-1-1 0 0,0 1 1 0 0,0 0-1 0 0,0-1 1 0 0,0 1 0 0 0,-1-1-1 0 0,0 0 1 0 0,4-6 0 0 0,-5 7-542 0 0,-1 1-1 0 0,1 0 1 0 0,0-1 0 0 0,0 1 0 0 0,-1 0 0 0 0,0-1 0 0 0,1 1-1 0 0,-1 0 1 0 0,0-1 0 0 0,0 1 0 0 0,0-1 0 0 0,-1 1 0 0 0,1-1 0 0 0,0 1-1 0 0,-1 0 1 0 0,0-1 0 0 0,1 1 0 0 0,-1 0 0 0 0,0 0 0 0 0,0-1 0 0 0,0 1-1 0 0,-1 0 1 0 0,1 0 0 0 0,0 0 0 0 0,-1 0 0 0 0,-2-3 0 0 0,1 3-98 0 0,0 0 0 0 0,1-1 0 0 0,-1 1 0 0 0,0 0 1 0 0,0 0-1 0 0,0 1 0 0 0,0-1 0 0 0,-1 1 1 0 0,1-1-1 0 0,0 1 0 0 0,-1 0 0 0 0,1 0 0 0 0,-1 1 1 0 0,-5-2-1 0 0,2 2-18 0 0,1 0 1 0 0,0 1-1 0 0,-1 0 1 0 0,1 0-1 0 0,0 0 1 0 0,0 0-1 0 0,-11 5 1 0 0,0 1-5 0 0,1 1 1 0 0,0 1 0 0 0,0 1-1 0 0,-25 19 1 0 0,16-9-13 0 0,1 0 0 0 0,2 1 0 0 0,-37 45 0 0 0,51-56-27 0 0,0 1 0 0 0,1 0 0 0 0,1 0 0 0 0,-1 0 0 0 0,2 1 0 0 0,0 0 0 0 0,0 0 0 0 0,1 1 0 0 0,0-1 0 0 0,2 1 0 0 0,-4 24 0 0 0,6-34-5 0 0,0 0 0 0 0,0 1-1 0 0,0-1 1 0 0,0 1 0 0 0,0-1 0 0 0,1 1 0 0 0,-1-1 0 0 0,1 1 0 0 0,0-1 0 0 0,0 0-1 0 0,1 1 1 0 0,-1-1 0 0 0,1 0 0 0 0,-1 0 0 0 0,1 0 0 0 0,0 0 0 0 0,0 0 0 0 0,0-1-1 0 0,1 1 1 0 0,-1 0 0 0 0,1-1 0 0 0,-1 0 0 0 0,1 0 0 0 0,0 0 0 0 0,0 0-1 0 0,0 0 1 0 0,0 0 0 0 0,3 1 0 0 0,1-1 0 0 0,-1 0 0 0 0,1 0 0 0 0,0-1 0 0 0,0 0 0 0 0,0 0-1 0 0,-1-1 1 0 0,1 1 0 0 0,0-2 0 0 0,0 1 0 0 0,0-1 0 0 0,0 0 0 0 0,-1 0 0 0 0,11-4 0 0 0,1-1-9 0 0,0-2 0 0 0,0-1 0 0 0,0 0 1 0 0,-1-1-1 0 0,-1-1 0 0 0,0 0 0 0 0,0-1 1 0 0,-1-1-1 0 0,-1 0 0 0 0,0-1 1 0 0,21-27-1 0 0,-4-2-30 0 0,-2-1-1 0 0,-2-1 1 0 0,25-55 0 0 0,55-160-1 0 0,-88 201 9 0 0,-3-1 0 0 0,14-94 0 0 0,-22 85-101 0 0,-8 68 114 0 0,-1 2 14 0 0,0 1 1 0 0,0-1-1 0 0,-1 1 1 0 0,1-1-1 0 0,0 1 1 0 0,1 0-1 0 0,-1 0 1 0 0,0-1-1 0 0,0 1 1 0 0,1 0-1 0 0,-1 0 1 0 0,1 0-1 0 0,-1 2 1 0 0,1-3 17 0 0,-10 48 343 0 0,1 1 0 0 0,3-1 0 0 0,2 1 0 0 0,4 68 0 0 0,6-25-247 0 0,25 130 1 0 0,11-32-1827 0 0,-5-67-7581 0 0,-20-76 447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1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432 103 1444 0 0,'-7'-5'1651'0'0,"0"-1"-1"0"0,1 1 0 0 0,-1-1 1 0 0,-9-12-1 0 0,10 11-886 0 0,0 0 0 0 0,-1 0 0 0 0,0 1 0 0 0,-9-6 0 0 0,12 9-596 0 0,0 0 0 0 0,0 1 1 0 0,0-1-1 0 0,0 1 0 0 0,-1 0 0 0 0,1 0 0 0 0,-1 1 1 0 0,0 0-1 0 0,1-1 0 0 0,-1 1 0 0 0,0 1 0 0 0,0-1 1 0 0,0 1-1 0 0,0 0 0 0 0,0 0 0 0 0,1 0 0 0 0,-1 0 1 0 0,0 1-1 0 0,0 0 0 0 0,0 0 0 0 0,1 1 0 0 0,-1-1 1 0 0,0 1-1 0 0,1 0 0 0 0,-1 0 0 0 0,1 0 0 0 0,0 1 1 0 0,0 0-1 0 0,0-1 0 0 0,0 1 0 0 0,-5 6 0 0 0,-12 10 56 0 0,1 1 0 0 0,1 1-1 0 0,1 1 1 0 0,1 0-1 0 0,1 1 1 0 0,1 1 0 0 0,1 0-1 0 0,1 1 1 0 0,2 1-1 0 0,-14 39 1 0 0,23-57-199 0 0,0 0 0 0 0,0 0 0 0 0,1 0 0 0 0,0 1 0 0 0,0-1 0 0 0,1 0 0 0 0,0 0 0 0 0,1 0 0 0 0,-1 1 0 0 0,2-1 0 0 0,-1 0 0 0 0,6 15 0 0 0,-5-18-14 0 0,0 0 1 0 0,1-1-1 0 0,-1 1 1 0 0,1-1-1 0 0,0 1 0 0 0,0-1 1 0 0,1 0-1 0 0,-1 0 1 0 0,1 0-1 0 0,0-1 1 0 0,0 1-1 0 0,0-1 1 0 0,1 0-1 0 0,-1 0 1 0 0,1-1-1 0 0,0 1 1 0 0,0-1-1 0 0,-1 0 0 0 0,1 0 1 0 0,10 2-1 0 0,-7-3-2 0 0,0 1 0 0 0,1-1 0 0 0,-1 0-1 0 0,0-1 1 0 0,0 0 0 0 0,1-1 0 0 0,-1 1-1 0 0,0-1 1 0 0,0-1 0 0 0,0 0 0 0 0,13-4-1 0 0,-10 1-3 0 0,1 0-1 0 0,-1-1 0 0 0,0 0 0 0 0,-1-1 1 0 0,1 0-1 0 0,-1 0 0 0 0,9-10 1 0 0,-1-2 3 0 0,0 0 0 0 0,-1-2 0 0 0,-1 0 1 0 0,-1 0-1 0 0,-1-2 0 0 0,19-39 1 0 0,-3-11 8 0 0,33-122 1 0 0,-76 334 4526 0 0,12-127-4386 0 0,-10 67 525 0 0,4 1-1 0 0,6 137 0 0 0,2-208-844 0 0,0 0 0 0 0,0 1 0 0 0,1-1 0 0 0,1 0 0 0 0,0-1 0 0 0,0 1 0 0 0,0 0 0 0 0,1-1 1 0 0,0 0-1 0 0,7 10 0 0 0,-7-14-418 0 0,-1 0 1 0 0,0 0 0 0 0,1-1 0 0 0,-1 1 0 0 0,1-1 0 0 0,0 0 0 0 0,0 0-1 0 0,8 4 1 0 0,-8-5-497 0 0,1 0-1 0 0,0 0 0 0 0,0-1 0 0 0,-1 1 0 0 0,1-1 1 0 0,0-1-1 0 0,0 1 0 0 0,0 0 0 0 0,9-1 1 0 0,9-2-7664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1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1 114 716 0 0,'47'-95'23222'0'0,"-46"94"-23023"0"0,0 0-1 0 0,0 0 0 0 0,0 0 1 0 0,0 1-1 0 0,0-1 1 0 0,0 0-1 0 0,0 1 0 0 0,0-1 1 0 0,0 1-1 0 0,0-1 1 0 0,1 1-1 0 0,-1 0 0 0 0,0-1 1 0 0,0 1-1 0 0,1 0 1 0 0,-1 0-1 0 0,0 0 1 0 0,1 0-1 0 0,-1 0 0 0 0,0 0 1 0 0,3 0-1 0 0,-2 0 48 0 0,155 4 2391 0 0,106-2-3188 0 0,-229-8-4295 0 0,-14-4-1349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2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63 1976 0 0,'-32'-63'18872'0'0,"32"63"-18783"0"0,-1 1-1 0 0,1-1 1 0 0,-1 0 0 0 0,1 0 0 0 0,0 1 0 0 0,-1-1-1 0 0,1 0 1 0 0,-1 1 0 0 0,1-1 0 0 0,0 0-1 0 0,-1 1 1 0 0,1-1 0 0 0,0 0 0 0 0,0 1-1 0 0,-1-1 1 0 0,1 1 0 0 0,0-1 0 0 0,0 1-1 0 0,-1-1 1 0 0,1 1 0 0 0,0-1 0 0 0,0 1 0 0 0,0-1-1 0 0,0 1 1 0 0,0-1 0 0 0,0 1 0 0 0,0 0-1 0 0,-1 19 1251 0 0,0-15-657 0 0,-6 117 3297 0 0,-8 63-2670 0 0,6-119-1087 0 0,-1 18-338 0 0,8-27-3265 0 0,4-31-36 0 0,3-12-427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2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1 119 328 0 0,'45'-118'21441'0'0,"-56"304"-17123"0"0,4-126-2091 0 0,4-1-1 0 0,6 100 1 0 0,-3-157-2227 0 0,0 0 0 0 0,0 1 0 0 0,0-1 0 0 0,1 0 0 0 0,-1 1 0 0 0,1-1 0 0 0,0 0 0 0 0,0 0 0 0 0,0 1 0 0 0,0-1 0 0 0,0 0 0 0 0,0 0 0 0 0,0 0 0 0 0,1 0 0 0 0,-1 0 0 0 0,1-1 0 0 0,-1 1 0 0 0,1 0 0 0 0,0-1 0 0 0,0 1 0 0 0,0-1 0 0 0,0 1 0 0 0,4 1 0 0 0,8-1 0 0 0,-7-3-327 0 0,1-1 0 0 0,-1 0 0 0 0,0 0 0 0 0,0-1 0 0 0,0 0 0 0 0,0 0 0 0 0,0-1 0 0 0,-1 0 0 0 0,0 0-1 0 0,1 0 1 0 0,-2-1 0 0 0,1 0 0 0 0,0 0 0 0 0,4-6 0 0 0,9-10-1771 0 0,-1-1 0 0 0,22-35 0 0 0,9-29-7457 0 0,-25 38-53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2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111 109 1752 0 0,'-90'-102'14200'0'0,"79"95"-13305"0"0,4 12-1356 0 0,7-4 293 0 0,-1 0-1 0 0,1 1 0 0 0,-1-1 1 0 0,1 1-1 0 0,0-1 1 0 0,0 1-1 0 0,-1-1 1 0 0,1 1-1 0 0,0-1 0 0 0,1 1 1 0 0,-1 2-1 0 0,9 24-5800 0 0,-4-14-21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2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65 832 0 0,'14'-17'9175'0'0,"2"-3"-2776"0"0,-16 19-6252 0 0,0 0 0 0 0,0 0-1 0 0,0 0 1 0 0,0 0 0 0 0,0 0-1 0 0,0 0 1 0 0,0 0 0 0 0,0 0 0 0 0,0 0-1 0 0,0 0 1 0 0,-1 0 0 0 0,1 0-1 0 0,0 1 1 0 0,0-1 0 0 0,-1 0 0 0 0,1 0-1 0 0,-1 0 1 0 0,1 0 0 0 0,-1 1-1 0 0,1-1 1 0 0,-1 0 0 0 0,0 0 0 0 0,1 1-1 0 0,-1-1 1 0 0,0 0 0 0 0,1 1-1 0 0,-1-1 1 0 0,0 1 0 0 0,0-1-1 0 0,0 1 1 0 0,0-1 0 0 0,1 1 0 0 0,-1 0-1 0 0,0-1 1 0 0,0 1 0 0 0,0 0-1 0 0,0 0 1 0 0,0 0 0 0 0,0 0 0 0 0,0 0-1 0 0,0 0 1 0 0,0 0 0 0 0,0 0-1 0 0,-1 0 1 0 0,-7 2 126 0 0,-1 1 0 0 0,0 0 1 0 0,0 1-1 0 0,1 0 0 0 0,0 0 0 0 0,0 1 0 0 0,0 0 1 0 0,0 1-1 0 0,1 0 0 0 0,0 0 0 0 0,0 1 0 0 0,1 0 1 0 0,-13 15-1 0 0,-3 6 235 0 0,2 1 1 0 0,-31 54-1 0 0,39-60-362 0 0,1 0-1 0 0,2 1 1 0 0,0 0 0 0 0,1 1 0 0 0,1 0-1 0 0,2 0 1 0 0,0 1 0 0 0,-2 37-1 0 0,7-57-188 0 0,1 0 0 0 0,1 0-1 0 0,-1 0 1 0 0,1 0 0 0 0,0 0-1 0 0,0-1 1 0 0,1 1 0 0 0,0 0-1 0 0,0-1 1 0 0,0 1 0 0 0,0-1-1 0 0,1 0 1 0 0,0 0 0 0 0,0 0-1 0 0,1 0 1 0 0,-1 0 0 0 0,1-1-1 0 0,0 1 1 0 0,0-1 0 0 0,1 0-1 0 0,-1 0 1 0 0,1-1 0 0 0,0 1-1 0 0,0-1 1 0 0,0 0 0 0 0,0-1-1 0 0,1 1 1 0 0,-1-1 0 0 0,11 3-1 0 0,-1-1-931 0 0,-1 0-1 0 0,1-2 1 0 0,0 0-1 0 0,0 0 1 0 0,0-2-1 0 0,0 1 0 0 0,0-2 1 0 0,0 0-1 0 0,0-1 1 0 0,27-7-1 0 0,10-8-5016 0 0,2-6-3250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14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102 172 1392 0 0,'30'-69'10794'0'0,"-10"24"-4324"0"0,-19 43-6045 0 0,0-2-85 0 0,1 0-1 0 0,-1 0 0 0 0,1 0 1 0 0,0 0-1 0 0,1 0 1 0 0,2-4-1 0 0,-4 6-237 0 0,0 1-78 0 0,3-3 8 0 0,-2 3 421 0 0,-2 0-374 0 0,0 1-1 0 0,0 0 1 0 0,1 0-1 0 0,-1 0 0 0 0,0-1 1 0 0,1 1-1 0 0,-1 0 1 0 0,0 0-1 0 0,0-1 1 0 0,1 1-1 0 0,-1 0 1 0 0,0 0-1 0 0,0-1 1 0 0,0 1-1 0 0,0 0 1 0 0,0-1-1 0 0,1 1 1 0 0,-1 0-1 0 0,0-1 1 0 0,0 1-1 0 0,0 0 1 0 0,0-1-1 0 0,0 1 1 0 0,0 0-1 0 0,0-1 1 0 0,0 1-1 0 0,0-1 1 0 0,0 1-1 0 0,2-6 250 0 0,259 37-312 0 0,-34-3-6 0 0,107-8 24 0 0,-333-20-35 0 0,1 0 1 0 0,0 1-1 0 0,-1-1 1 0 0,1 0-1 0 0,-1 1 1 0 0,1-1-1 0 0,-1 1 1 0 0,1 0 0 0 0,-1-1-1 0 0,1 1 1 0 0,-1 0-1 0 0,0 0 1 0 0,1 0-1 0 0,-1 0 1 0 0,0 0-1 0 0,0 0 1 0 0,0 0 0 0 0,0 0-1 0 0,0 1 1 0 0,0-1-1 0 0,0 0 1 0 0,0 1-1 0 0,0-1 1 0 0,-1 1-1 0 0,1-1 1 0 0,0 1 0 0 0,-1-1-1 0 0,1 1 1 0 0,-1-1-1 0 0,0 1 1 0 0,1 1-1 0 0,0 6-10 0 0,0-1 0 0 0,0 1-1 0 0,-1 0 1 0 0,0 9 0 0 0,-34 223 793 0 0,13-113-253 0 0,-36 302 153 0 0,23 3-414 0 0,22 634 2011 0 0,-12-714 141 0 0,8-183-1993 0 0,12-87-473 0 0,4 0 0 0 0,4 0 0 0 0,3-1 0 0 0,24 107 0 0 0,-13-70 570 0 0,-10-59-355 0 0,-8-58-166 0 0,-1-1-1 0 0,1 1 1 0 0,-1-1-1 0 0,1 1 1 0 0,-1-1-1 0 0,1 1 1 0 0,-1-1 0 0 0,0 0-1 0 0,0 1 1 0 0,1-1-1 0 0,-1 0 1 0 0,0 0-1 0 0,0 0 1 0 0,-1 0 0 0 0,1 0-1 0 0,0 0 1 0 0,0 0-1 0 0,0 0 1 0 0,-1 0-1 0 0,-1 1 1 0 0,-30 13-14 0 0,30-13 1 0 0,-45 15 88 0 0,-1-2 0 0 0,-87 16-1 0 0,-105-3-2837 0 0,60-24-4630 0 0,118-4 3575 0 0,-4-1-2683 0 0,-1-2-3412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2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578 193 1660 0 0,'-1'3'1614'0'0,"-7"21"2555"0"0,-20 40-1 0 0,23-54-3563 0 0,-1-1 1 0 0,0 0-1 0 0,0 0 1 0 0,0 0-1 0 0,-1-1 1 0 0,-15 14-1 0 0,22-22-573 0 0,-1 1-1 0 0,1-1 0 0 0,-1 1 0 0 0,1-1 0 0 0,0 1 0 0 0,-1-1 0 0 0,1 1 0 0 0,-1-1 0 0 0,0 1 0 0 0,1-1 0 0 0,-1 0 0 0 0,1 1 1 0 0,-1-1-1 0 0,1 0 0 0 0,-1 0 0 0 0,0 1 0 0 0,1-1 0 0 0,-1 0 0 0 0,0 0 0 0 0,1 0 0 0 0,-1 0 0 0 0,0 0 0 0 0,1 0 0 0 0,-1 0 1 0 0,0 0-1 0 0,1 0 0 0 0,-1 0 0 0 0,0 0 0 0 0,1 0 0 0 0,-1 0 0 0 0,1-1 0 0 0,-1 1 0 0 0,0 0 0 0 0,1-1 0 0 0,-1 1 0 0 0,1 0 1 0 0,-1-1-1 0 0,1 1 0 0 0,-1 0 0 0 0,1-1 0 0 0,-1 1 0 0 0,1-1 0 0 0,-1 1 0 0 0,1-1 0 0 0,-1 1 0 0 0,1-1 0 0 0,0 1 0 0 0,-1-1 1 0 0,1 0-1 0 0,0 1 0 0 0,0-1 0 0 0,-1 1 0 0 0,1-1 0 0 0,0 0 0 0 0,0 1 0 0 0,0-2 0 0 0,-2-5 6 0 0,1 0-1 0 0,0 0 0 0 0,1 0 1 0 0,0-7-1 0 0,0 13-11 0 0,1-16 1 0 0,0-1 0 0 0,2 1 1 0 0,0-1-1 0 0,1 1 1 0 0,11-30-1 0 0,2 7-33 0 0,23-44 0 0 0,-38 80 2 0 0,-1 1-1 0 0,1 0 1 0 0,-1 0 0 0 0,1-1 0 0 0,0 1 0 0 0,0 0 0 0 0,1 0 0 0 0,-1 1 0 0 0,1-1 0 0 0,-1 0 0 0 0,1 1 0 0 0,0 0 0 0 0,0 0-1 0 0,0 0 1 0 0,0 0 0 0 0,0 0 0 0 0,0 0 0 0 0,6-1 0 0 0,-7 3 9 0 0,-1 0-1 0 0,1 1 1 0 0,-1-1 0 0 0,1 1-1 0 0,-1-1 1 0 0,1 1-1 0 0,-1 0 1 0 0,1 0 0 0 0,-1 0-1 0 0,1 0 1 0 0,-1 0 0 0 0,0 0-1 0 0,1 0 1 0 0,-1 0-1 0 0,0 0 1 0 0,0 1 0 0 0,0-1-1 0 0,0 0 1 0 0,1 3 0 0 0,3 4 60 0 0,0 1 0 0 0,-1 0 0 0 0,0 0 1 0 0,0 1-1 0 0,-1-1 0 0 0,0 1 0 0 0,-1-1 0 0 0,2 15 1 0 0,2 81 364 0 0,-5-94-403 0 0,0 83 401 0 0,-4-1 0 0 0,-26 161 1 0 0,23-224 61 0 0,-1-1 0 0 0,-19 49 0 0 0,22-67-211 0 0,0-1 1 0 0,-1 0 0 0 0,-1-1-1 0 0,1 1 1 0 0,-2-1 0 0 0,1 0-1 0 0,-1-1 1 0 0,0 1 0 0 0,-1-1-1 0 0,-16 12 1 0 0,20-17-207 0 0,-1 0 0 0 0,0-1 0 0 0,0 0 0 0 0,0 0 0 0 0,-1 0 0 0 0,1-1 0 0 0,0 0 0 0 0,-1 0 0 0 0,1 0 1 0 0,0 0-1 0 0,-1-1 0 0 0,1 0 0 0 0,-1 0 0 0 0,1-1 0 0 0,-1 0 0 0 0,1 1 0 0 0,-9-4 0 0 0,-9-3 27 0 0,0-1 0 0 0,-38-19 0 0 0,27 11-15 0 0,26 13-79 0 0,-212-83 21 0 0,219 85-148 0 0,0 1-1 0 0,0 0 0 0 0,0-1 0 0 0,0 1 1 0 0,0 0-1 0 0,0 0 0 0 0,0 0 0 0 0,0 0 1 0 0,0-1-1 0 0,0 2 0 0 0,0-1 0 0 0,0 0 0 0 0,0 0 1 0 0,-1 0-1 0 0,1 0 0 0 0,0 1 0 0 0,0-1 1 0 0,0 0-1 0 0,0 1 0 0 0,0-1 0 0 0,0 1 1 0 0,0-1-1 0 0,0 1 0 0 0,1 0 0 0 0,-1-1 1 0 0,0 1-1 0 0,0 0 0 0 0,0-1 0 0 0,-1 3 0 0 0,2-3 7 0 0,1 1 0 0 0,-1-1 0 0 0,0 0-1 0 0,0 1 1 0 0,0-1 0 0 0,1 0-1 0 0,-1 1 1 0 0,0-1 0 0 0,0 0 0 0 0,1 1-1 0 0,-1-1 1 0 0,0 0 0 0 0,1 0-1 0 0,-1 1 1 0 0,0-1 0 0 0,1 0 0 0 0,-1 0-1 0 0,0 0 1 0 0,1 1 0 0 0,-1-1-1 0 0,1 0 1 0 0,-1 0 0 0 0,0 0 0 0 0,1 0-1 0 0,-1 0 1 0 0,1 0 0 0 0,-1 0-1 0 0,0 0 1 0 0,1 0 0 0 0,-1 0 0 0 0,1 0-1 0 0,-1 0 1 0 0,0 0 0 0 0,1 0 0 0 0,15 0-1527 0 0,-16 0 1626 0 0,13-2-2732 0 0,0 0 1 0 0,20-8-1 0 0,-31 10 2412 0 0,24-9-5768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28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425 124 1648 0 0,'49'-92'12805'0'0,"-33"60"-7344"0"0,-16 34-5320 0 0,1 0-1 0 0,-1 0 0 0 0,1 0 1 0 0,-1-1-1 0 0,0 1 0 0 0,0 0 1 0 0,0 0-1 0 0,0 0 0 0 0,0 0 0 0 0,0 0 1 0 0,-1 2-1 0 0,-71 502 4013 0 0,52-337-3475 0 0,-127 700 827 0 0,119-716-1396 0 0,22-124-123 0 0,-9 50-25 0 0,3 0 0 0 0,-3 98 1 0 0,15-169 32 0 0,0 0 1 0 0,0 0 0 0 0,1 0-1 0 0,0 0 1 0 0,1 0 0 0 0,0-1 0 0 0,4 14-1 0 0,-5-19 9 0 0,0 0 0 0 0,0-1 0 0 0,0 1 0 0 0,1 0 0 0 0,-1-1-1 0 0,0 1 1 0 0,1-1 0 0 0,-1 1 0 0 0,1-1 0 0 0,-1 0 0 0 0,1 1 0 0 0,-1-1 0 0 0,1 0-1 0 0,0 0 1 0 0,0 0 0 0 0,0 0 0 0 0,0-1 0 0 0,-1 1 0 0 0,1 0 0 0 0,0-1-1 0 0,0 1 1 0 0,0-1 0 0 0,0 0 0 0 0,0 0 0 0 0,0 0 0 0 0,1 0 0 0 0,-1 0 0 0 0,0 0-1 0 0,0 0 1 0 0,0-1 0 0 0,0 1 0 0 0,0-1 0 0 0,-1 1 0 0 0,5-2 0 0 0,9-4 11 0 0,1-1 0 0 0,-1 0 0 0 0,0 0 0 0 0,0-2 1 0 0,-1 0-1 0 0,0 0 0 0 0,-1-2 0 0 0,0 1 0 0 0,0-2 1 0 0,-1 0-1 0 0,-1 0 0 0 0,0-1 0 0 0,-1 0 0 0 0,0-1 1 0 0,10-20-1 0 0,-10 17-18 0 0,-2 1 1 0 0,0-2-1 0 0,-2 1 1 0 0,1-1-1 0 0,-2 0 0 0 0,-1-1 1 0 0,0 1-1 0 0,-1-1 1 0 0,-1 0-1 0 0,-1 1 1 0 0,0-1-1 0 0,-2 0 0 0 0,-3-28 1 0 0,-2 22-12 0 0,0 1-1 0 0,-2 0 1 0 0,0 1-1 0 0,-2 0 1 0 0,0 0 0 0 0,-2 1-1 0 0,-1 0 1 0 0,0 1-1 0 0,-2 0 1 0 0,0 1 0 0 0,-1 1-1 0 0,-34-31 1 0 0,-11-2 15 0 0,-3 2 0 0 0,-113-67 1 0 0,174 115-172 0 0,0 0 0 0 0,-1 0 0 0 0,1 0 0 0 0,0-1 0 0 0,0 1 0 0 0,0-1 0 0 0,1 0 0 0 0,-1 0 0 0 0,1 0 1 0 0,-1 0-1 0 0,-1-4 0 0 0,3 5 9 0 0,1 0 0 0 0,-1 0 0 0 0,1 1 1 0 0,0-1-1 0 0,0 0 0 0 0,0 0 0 0 0,0 1 1 0 0,0-1-1 0 0,0 0 0 0 0,0 0 0 0 0,1 1 0 0 0,-1-1 1 0 0,1 0-1 0 0,-1 1 0 0 0,1-1 0 0 0,0 0 1 0 0,-1 1-1 0 0,1-1 0 0 0,0 1 0 0 0,0-1 1 0 0,0 1-1 0 0,0-1 0 0 0,1 1 0 0 0,-1 0 1 0 0,0 0-1 0 0,3-3 0 0 0,15-11-1928 0 0,0 0 0 0 0,1 1 0 0 0,1 1 0 0 0,0 1 0 0 0,36-14-1 0 0,-10 5-4494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29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77 953 1748 0 0,'-6'1'832'0'0,"0"0"1"0"0,1 0-1 0 0,-1 0 0 0 0,1 1 1 0 0,-1 0-1 0 0,-8 4 0 0 0,11-4-542 0 0,1 0 0 0 0,-1 0 0 0 0,1 0 0 0 0,0 0 1 0 0,0 0-1 0 0,0 1 0 0 0,0-1 0 0 0,0 1 0 0 0,1-1 0 0 0,-1 1 0 0 0,1 0 0 0 0,-1-1 0 0 0,0 5 0 0 0,1-6 167 0 0,1 0-336 0 0,0 0 0 0 0,0 0 1 0 0,1-1-1 0 0,-1 1 0 0 0,0 0 1 0 0,0 0-1 0 0,0-1 0 0 0,0 1 1 0 0,1 0-1 0 0,-1 0 0 0 0,0-1 1 0 0,1 1-1 0 0,-1 0 0 0 0,1-1 1 0 0,-1 1-1 0 0,1-1 0 0 0,-1 1 1 0 0,1 0-1 0 0,-1-1 0 0 0,1 1 1 0 0,-1-1-1 0 0,1 1 0 0 0,0-1 1 0 0,-1 0-1 0 0,1 1 0 0 0,0-1 1 0 0,-1 0-1 0 0,1 1 0 0 0,0-1 0 0 0,0 0 1 0 0,1 0-1 0 0,6-2-5 0 0,0 0 0 0 0,-1-1 0 0 0,1 0 0 0 0,-1 0 0 0 0,0-1 0 0 0,0 0 0 0 0,0 0 0 0 0,0 0 0 0 0,0-1 0 0 0,-1 0 0 0 0,6-7-1 0 0,12-12 25 0 0,27-34-1 0 0,-7 0-48 0 0,71-121 0 0 0,18-76-89 0 0,-79 146-35 0 0,-10 25-16 0 0,42-86 21 0 0,-70 140 120 0 0,-15 29-138 0 0,-1 0 45 0 0,1 1-1 0 0,-1 0 1 0 0,0 0-1 0 0,1-1 0 0 0,-1 1 1 0 0,0 0-1 0 0,1 0 1 0 0,-1 0-1 0 0,0-1 1 0 0,1 1-1 0 0,-1 0 0 0 0,0 0 1 0 0,1 0-1 0 0,-1 0 1 0 0,0 0-1 0 0,1 0 1 0 0,-1 0-1 0 0,1 0 0 0 0,-1 0 1 0 0,0 0-1 0 0,1 0 1 0 0,-1 0-1 0 0,0 0 1 0 0,1 0-1 0 0,-1 0 0 0 0,0 0 1 0 0,1 1-1 0 0,-1-1 1 0 0,0 0-1 0 0,1 0 0 0 0,-1 0 1 0 0,0 1-1 0 0,1-1 1 0 0,-1 0-1 0 0,0 0 1 0 0,1 1-1 0 0,-1-1 0 0 0,0 0 1 0 0,0 0-1 0 0,1 1 1 0 0,-1-1-1 0 0,0 0 1 0 0,0 1-1 0 0,11 11-1 0 0,-11-12 3 0 0,5 10 65 0 0,0-1 0 0 0,-1 1 0 0 0,0 0 0 0 0,0 0 0 0 0,-1 0 1 0 0,2 13-1 0 0,6 65 737 0 0,-11-82-754 0 0,9 586 2715 0 0,-13-329-2590 0 0,5-184 255 0 0,-2-76-364 0 0,7 4 65 0 0,-5-12-135 0 0,1 0 0 0 0,-1-1 0 0 0,-1 1 0 0 0,1 0 0 0 0,-1-1 0 0 0,0 1 0 0 0,0-1 0 0 0,0 1 0 0 0,-1 0 0 0 0,0-1 0 0 0,-2-5 0 0 0,-1-7-328 0 0,-15-34 0 0 0,7 26 168 0 0,-1 0 0 0 0,-2 1 0 0 0,0 1 0 0 0,-2 0 1 0 0,0 1-1 0 0,-2 0 0 0 0,0 2 0 0 0,-2 0 0 0 0,0 2 0 0 0,-45-33 0 0 0,57 46 145 0 0,-1 1 0 0 0,1 0 0 0 0,-1 0-1 0 0,0 1 1 0 0,-1 0 0 0 0,1 1-1 0 0,-1 0 1 0 0,1 1 0 0 0,-15-2-1 0 0,20 3 20 0 0,0 1 0 0 0,1 0 0 0 0,-1 0-1 0 0,1 0 1 0 0,-1 1 0 0 0,0-1-1 0 0,1 1 1 0 0,-1 0 0 0 0,1 1 0 0 0,0-1-1 0 0,-1 1 1 0 0,1 0 0 0 0,0 0 0 0 0,0 0-1 0 0,0 0 1 0 0,0 1 0 0 0,0-1-1 0 0,1 1 1 0 0,-1 0 0 0 0,1 0 0 0 0,0 1-1 0 0,-1-1 1 0 0,2 1 0 0 0,-5 5-1 0 0,6-8 5 0 0,0 0 0 0 0,1 1 0 0 0,-1-1 0 0 0,0 0 0 0 0,1 0 0 0 0,-1 0-1 0 0,1 1 1 0 0,0-1 0 0 0,-1 0 0 0 0,1 0 0 0 0,0 1 0 0 0,0-1 0 0 0,0 0-1 0 0,0 0 1 0 0,0 1 0 0 0,0-1 0 0 0,0 0 0 0 0,0 1 0 0 0,0-1 0 0 0,1 0-1 0 0,-1 1 1 0 0,0-1 0 0 0,1 0 0 0 0,-1 0 0 0 0,1 0 0 0 0,0 0 0 0 0,-1 1-1 0 0,1-1 1 0 0,0 0 0 0 0,0 0 0 0 0,-1 0 0 0 0,1 0 0 0 0,0 0-1 0 0,0-1 1 0 0,0 1 0 0 0,0 0 0 0 0,0 0 0 0 0,0-1 0 0 0,1 1 0 0 0,-1 0-1 0 0,0-1 1 0 0,0 1 0 0 0,0-1 0 0 0,3 1 0 0 0,5 2 11 0 0,1 0-1 0 0,-1-1 1 0 0,0 0 0 0 0,18 1 0 0 0,13-1-476 0 0,1-2 1 0 0,57-6 0 0 0,81-21-4266 0 0,-116 16 2392 0 0,-13 2-1381 0 0,2-1-1579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2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58 508 0 0,'32'-51'14437'0'0,"-32"51"-14385"0"0,0 0 0 0 0,0-1 0 0 0,0 1 0 0 0,0 0 0 0 0,0 0 0 0 0,0 0 0 0 0,0 0 0 0 0,0-1 0 0 0,0 1 0 0 0,0 0 0 0 0,0 0 0 0 0,0 0 0 0 0,0-1 0 0 0,0 1 0 0 0,0 0 0 0 0,0 0 0 0 0,0 0 0 0 0,0-1 0 0 0,0 1 0 0 0,0 0 0 0 0,0 0 0 0 0,0 0 0 0 0,0 0 0 0 0,1 0 0 0 0,-1-1 0 0 0,0 1 0 0 0,0 0 0 0 0,0 0 0 0 0,0 0 0 0 0,0 0 0 0 0,1 0 0 0 0,-1-1 0 0 0,0 1 0 0 0,0 0 0 0 0,0 0 0 0 0,0 0 0 0 0,1 0 0 0 0,-1 0 0 0 0,0 0 0 0 0,0 0 0 0 0,0 0 0 0 0,1 0 0 0 0,-1 0 0 0 0,0 0 0 0 0,0 0 0 0 0,0 0 0 0 0,1 0 0 0 0,-1 0 0 0 0,0 0 0 0 0,0 0 0 0 0,0 0 0 0 0,0 0 0 0 0,1 0 0 0 0,-1 0 0 0 0,0 0 0 0 0,0 0 0 0 0,0 1 0 0 0,0-1 0 0 0,1 0 0 0 0,-1 0 0 0 0,0 0 0 0 0,0 0 0 0 0,0 0 0 0 0,0 0 0 0 0,1 1 0 0 0,-1-1 27 0 0,1 1 0 0 0,0 0 1 0 0,-1-1-1 0 0,1 1 0 0 0,-1 0 0 0 0,1-1 0 0 0,-1 1 0 0 0,1 0 0 0 0,-1 0 1 0 0,1 0-1 0 0,-1-1 0 0 0,0 1 0 0 0,0 0 0 0 0,1 0 0 0 0,-1 0 1 0 0,0 0-1 0 0,0 0 0 0 0,-4 71 801 0 0,-3 0 0 0 0,-26 111 1 0 0,16-95-2502 0 0,10-41-4408 0 0,8-47 5912 0 0,-1 1 0 0 0,0-1 0 0 0,0 0 0 0 0,0 1 0 0 0,0-1 0 0 0,0 0 0 0 0,0 1 0 0 0,0-1 0 0 0,1 0 0 0 0,-1 1 0 0 0,0-1 0 0 0,0 0 0 0 0,3 2-1052 0 0,-3-1 1052 0 0,1-1 0 0 0,-1 0 0 0 0,0 0 0 0 0,1 0 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0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328 109 1724 0 0,'95'-109'18416'0'0,"-116"126"-17847"0"0,12-8-512 0 0,0 0 0 0 0,0 1 0 0 0,1 0-1 0 0,0 0 1 0 0,0 0 0 0 0,1 1 0 0 0,1 0-1 0 0,0 1 1 0 0,0-1 0 0 0,1 1 0 0 0,-6 22 0 0 0,10-29-47 0 0,1-1 1 0 0,-1 1 0 0 0,1 0 0 0 0,0 0 0 0 0,0-1 0 0 0,0 1 0 0 0,1 0-1 0 0,-1 0 1 0 0,1-1 0 0 0,1 1 0 0 0,-1-1 0 0 0,0 1 0 0 0,1-1 0 0 0,0 1 0 0 0,0-1-1 0 0,3 5 1 0 0,2-1 19 0 0,-1 0-1 0 0,1 0 1 0 0,1 0-1 0 0,0-1 1 0 0,0 0-1 0 0,11 7 1 0 0,-11-9 307 0 0,-1 1 0 0 0,1 0-1 0 0,-2 1 1 0 0,1-1 0 0 0,0 1 0 0 0,-1 1 0 0 0,-1-1 0 0 0,1 1-1 0 0,5 11 1 0 0,-10-18-223 0 0,-1 1-1 0 0,0-1 1 0 0,0 1-1 0 0,0 0 1 0 0,0-1-1 0 0,0 1 0 0 0,0-1 1 0 0,0 1-1 0 0,0-1 1 0 0,-1 1-1 0 0,1-1 1 0 0,0 1-1 0 0,-1-1 1 0 0,0 1-1 0 0,1-1 0 0 0,-1 1 1 0 0,0-1-1 0 0,1 0 1 0 0,-1 1-1 0 0,-2 1 1 0 0,-20 21 1151 0 0,14-18-1184 0 0,1 0 1 0 0,-2 0-1 0 0,1-1 1 0 0,0 0-1 0 0,-1 0 1 0 0,0-1-1 0 0,0 0 1 0 0,0-1-1 0 0,0-1 1 0 0,-1 1-1 0 0,1-1 1 0 0,-1-1-1 0 0,0 0 1 0 0,1-1-1 0 0,-1 0 1 0 0,0 0-1 0 0,-18-4 1 0 0,16 2-509 0 0,1-1-1 0 0,-1-1 1 0 0,1 0 0 0 0,0 0 0 0 0,0-1-1 0 0,-14-8 1 0 0,17 7-503 0 0,0 0-1 0 0,0 0 1 0 0,1 0 0 0 0,0-1 0 0 0,0 0-1 0 0,1-1 1 0 0,-12-15 0 0 0,11 11-1101 0 0,0-1 0 0 0,1 0-1 0 0,1 0 1 0 0,-6-18 0 0 0,2-1-5241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0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1668 0 0,'24'-43'9586'0'0,"-7"10"-5376"0"0,-16 31-4019 0 0,2-4-71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1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98 828 0 0,'14'-24'4166'0'0,"-2"3"-146"0"0,14-30 1 0 0,-25 50-3651 0 0,-1 1-304 0 0,1 0 0 0 0,0 1 0 0 0,0-1 0 0 0,-1 0 0 0 0,1 1 0 0 0,0-1 0 0 0,-1 0 0 0 0,1 1 0 0 0,0-1 0 0 0,-1 1 0 0 0,1-1 0 0 0,-1 1 0 0 0,1-1 0 0 0,-1 1 0 0 0,1 0 0 0 0,-1-1 0 0 0,1 1 0 0 0,-1 0 0 0 0,1 0 0 0 0,4 49 1929 0 0,-3 95-1 0 0,-1 8-1275 0 0,0-141-661 0 0,0 0-1 0 0,1 0 1 0 0,0 0 0 0 0,1-1-1 0 0,8 22 1 0 0,-10-30-44 0 0,1 1 0 0 0,0-1 0 0 0,-1 0 0 0 0,1 0 0 0 0,1 0 0 0 0,-1 0 0 0 0,0 0 0 0 0,1 0 0 0 0,-1-1 0 0 0,1 1 0 0 0,0-1 0 0 0,0 0 0 0 0,0 0 0 0 0,0 0 0 0 0,0 0 0 0 0,0 0 0 0 0,1-1 0 0 0,-1 1 0 0 0,1-1 0 0 0,-1 0 0 0 0,1 0 0 0 0,-1 0-1 0 0,7 0 2 0 0,-1-1-13 0 0,0 0 1 0 0,0 0 0 0 0,1-1-1 0 0,-1 0 1 0 0,0-1 0 0 0,0 1-1 0 0,0-2 1 0 0,0 0 0 0 0,-1 0-1 0 0,1 0 1 0 0,-1-1 0 0 0,0 0-1 0 0,0-1 1 0 0,0 0 0 0 0,0 0-1 0 0,-1-1 1 0 0,13-12 0 0 0,-8 6-14 0 0,0-1 0 0 0,-2 0-1 0 0,1-1 1 0 0,-2 0 0 0 0,0 0 0 0 0,-1-1 0 0 0,0 0 0 0 0,11-31 0 0 0,-6-2-49 0 0,-1 0 0 0 0,8-84 0 0 0,-17 110 69 0 0,1-2-34 0 0,-4 22 33 0 0,0 4 5 0 0,-7 30 30 0 0,1 0 0 0 0,1 0 1 0 0,2 1-1 0 0,2-1 1 0 0,1 1-1 0 0,1 0 0 0 0,2-1 1 0 0,9 47-1 0 0,-9-70-186 0 0,-1 0 0 0 0,1-1 0 0 0,0 0 0 0 0,1 1-1 0 0,0-1 1 0 0,1-1 0 0 0,9 14 0 0 0,-10-16-264 0 0,0-1 0 0 0,-1 0 0 0 0,2 0-1 0 0,-1 0 1 0 0,0-1 0 0 0,1 1 0 0 0,0-1-1 0 0,-1 0 1 0 0,1-1 0 0 0,1 1 0 0 0,-1-1-1 0 0,11 3 1 0 0,-13-4 164 0 0,0 0-1 0 0,1-1 0 0 0,-1 0 1 0 0,0 0-1 0 0,1 0 0 0 0,-1 0 1 0 0,1-1-1 0 0,-1 1 1 0 0,0-1-1 0 0,0 0 0 0 0,1 0 1 0 0,-1 0-1 0 0,0 0 0 0 0,0 0 1 0 0,0-1-1 0 0,0 1 0 0 0,0-1 1 0 0,0 0-1 0 0,0 0 1 0 0,-1 0-1 0 0,1 0 0 0 0,-1-1 1 0 0,0 1-1 0 0,1-1 0 0 0,2-4 1 0 0,1-2 244 0 0,1-1 1 0 0,-1 1 0 0 0,-1-2 0 0 0,0 1 0 0 0,-1 0 0 0 0,4-12-1 0 0,19-94 3657 0 0,-5 22 534 0 0,-22 92-3810 0 0,7 31 1171 0 0,-5 186 650 0 0,-4-105-1224 0 0,19-124-892 0 0,4-29-39 0 0,-3 4-65 0 0,2 1 0 0 0,1 1 0 0 0,2 0-1 0 0,35-41 1 0 0,-46 63-1 0 0,-8 10 11 0 0,0 0-1 0 0,0 0 1 0 0,0 0 0 0 0,1 0 0 0 0,0 1 0 0 0,0-1-1 0 0,0 1 1 0 0,0 1 0 0 0,0-1 0 0 0,1 1 0 0 0,6-3 0 0 0,2 3-3 0 0,1 4 10 0 0,-12 1 4 0 0,0-1 0 0 0,0 1 0 0 0,0 0 1 0 0,0-1-1 0 0,-1 1 0 0 0,1 1 0 0 0,-1-1 0 0 0,1 0 0 0 0,-1 1 0 0 0,0-1 0 0 0,0 1 0 0 0,0-1 0 0 0,0 1 0 0 0,-1 0 1 0 0,1 0-1 0 0,-1 0 0 0 0,1 0 0 0 0,-1 0 0 0 0,0 0 0 0 0,1 6 0 0 0,2 9 29 0 0,0 0 1 0 0,1 25-1 0 0,-5-42-32 0 0,3 42-56 0 0,7 50 326 0 0,-8-82-495 0 0,0 0 0 0 0,1 0 0 0 0,0 0 0 0 0,1 0 0 0 0,9 19 0 0 0,-11-27-86 0 0,0 0 0 0 0,0 0 0 0 0,1 0 0 0 0,-1 0 0 0 0,0-1 0 0 0,1 1-1 0 0,0 0 1 0 0,0-1 0 0 0,0 0 0 0 0,0 0 0 0 0,0 0 0 0 0,0 0 0 0 0,0 0 0 0 0,0-1 0 0 0,1 1 0 0 0,-1-1 0 0 0,6 1 0 0 0,-5-1-338 0 0,0 0 0 0 0,-1-1-1 0 0,1 0 1 0 0,0 0 0 0 0,0 0 0 0 0,0 0-1 0 0,0 0 1 0 0,0-1 0 0 0,0 0 0 0 0,4-1 0 0 0,8-4-3715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2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2664 0 0,'7'-19'1845'0'0,"0"0"-1"0"0,-1 0 0 0 0,-1-1 0 0 0,-1 0 1 0 0,3-37-1 0 0,1 1 3818 0 0,-20 96-3736 0 0,9-27-1513 0 0,-18 124 1571 0 0,20-117-1904 0 0,0-1 1 0 0,1 0-1 0 0,1 0 1 0 0,1 0-1 0 0,5 24 1 0 0,-7-40-97 0 0,1 0 1 0 0,0 0-1 0 0,0 0 0 0 0,0 0 1 0 0,0 0-1 0 0,0 0 1 0 0,1-1-1 0 0,-1 1 1 0 0,1 0-1 0 0,0-1 1 0 0,0 1-1 0 0,0-1 1 0 0,0 1-1 0 0,0-1 1 0 0,1 0-1 0 0,-1 0 1 0 0,1 0-1 0 0,-1 0 1 0 0,1 0-1 0 0,0-1 1 0 0,-1 1-1 0 0,1-1 1 0 0,4 2-1 0 0,-2-2-268 0 0,0-1 0 0 0,0 1 0 0 0,-1-1 0 0 0,1 0-1 0 0,0 0 1 0 0,0 0 0 0 0,0 0 0 0 0,0-1 0 0 0,-1 0 0 0 0,1 0 0 0 0,0 0-1 0 0,-1-1 1 0 0,1 0 0 0 0,8-4 0 0 0,-3 0-1050 0 0,1 0-1 0 0,0-1 1 0 0,-1 0-1 0 0,0-1 0 0 0,-1 0 1 0 0,0-1-1 0 0,15-17 1 0 0,-2-4-5149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2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99 112 128 0 0,'-12'-22'3053'0'0,"-1"1"1"0"0,-2 1-1 0 0,-18-22 1 0 0,33 42-3036 0 0,-1-1 1 0 0,1 0-1 0 0,-1 1 1 0 0,1-1-1 0 0,-1 1 1 0 0,0-1-1 0 0,1 1 1 0 0,-1 0-1 0 0,0-1 1 0 0,1 1-1 0 0,-1 0 1 0 0,0-1-1 0 0,1 1 1 0 0,-1 0-1 0 0,0 0 1 0 0,0-1-1 0 0,1 1 1 0 0,-1 0-1 0 0,0 0 1 0 0,0 0-1 0 0,1 0 1 0 0,-1 0-1 0 0,0 0 1 0 0,0 0-1 0 0,1 1 1 0 0,-2-1-1 0 0,1 0-59 0 0,1 1 0 0 0,-1-1 0 0 0,1 0 0 0 0,0 1 0 0 0,-1-1 0 0 0,1 0 0 0 0,-1 1 0 0 0,1-1 0 0 0,0 0 0 0 0,0 1 0 0 0,-1-1 0 0 0,1 1 0 0 0,0-1 0 0 0,0 0 0 0 0,-1 1 0 0 0,1-1 0 0 0,0 1 0 0 0,0-1 0 0 0,0 1 0 0 0,0-1-1 0 0,0 1 1 0 0,0-1 0 0 0,0 1 0 0 0,0-1 0 0 0,0 1 0 0 0,0-1 0 0 0,0 1 0 0 0,0-1 0 0 0,0 1 0 0 0,0-1 0 0 0,0 1 0 0 0,0-1 0 0 0,0 1 0 0 0,1-1 0 0 0,-1 1 0 0 0,0-1 0 0 0,0 0 0 0 0,1 1 0 0 0,-1-1 0 0 0,0 1 0 0 0,1 0 0 0 0,0 0-99 0 0,1 3-687 0 0,1-1 0 0 0,-1 1 0 0 0,1-1 0 0 0,0 1 0 0 0,4 3 0 0 0,3 0-2785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2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43 2360 0 0,'13'-20'10288'0'0,"-4"3"-3388"0"0,-3 12-4782 0 0,-20 195 4939 0 0,5-89-5369 0 0,-7 78-1044 0 0,2-39 212 0 0,6 175 0 0 0,8-305-1010 0 0,1-1 1 0 0,0 1-1 0 0,3 10 1 0 0,-4-17 92 0 0,1-1 0 0 0,0 0 0 0 0,-1 0 0 0 0,1 0-1 0 0,0 0 1 0 0,0 0 0 0 0,0-1 0 0 0,0 1 0 0 0,1 0 0 0 0,-1 0 0 0 0,0-1 0 0 0,1 1 0 0 0,-1 0 0 0 0,1-1 0 0 0,0 0 0 0 0,-1 1 0 0 0,1-1 0 0 0,0 0 0 0 0,3 2-1 0 0,-3-3-257 0 0,0 1 0 0 0,1-1 0 0 0,-1 0 0 0 0,1 0 0 0 0,-1 0 0 0 0,0 0 0 0 0,1 0 0 0 0,-1 0-1 0 0,0-1 1 0 0,1 1 0 0 0,-1-1 0 0 0,0 1 0 0 0,1-1 0 0 0,-1 0 0 0 0,0 0 0 0 0,0 0 0 0 0,0 0-1 0 0,0-1 1 0 0,4-2 0 0 0,1-1-1470 0 0,1-1 0 0 0,-1-1-1 0 0,10-9 1 0 0,-1-4-4117 0 0,0-4-3176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97 115 1840 0 0,'-24'-13'3998'0'0,"-22"-12"5399"0"0,22 9-5906 0 0,24 15-3464 0 0,0 1 0 0 0,0 0 0 0 0,-1-1 0 0 0,1 1 0 0 0,0 0 0 0 0,0-1 1 0 0,0 1-1 0 0,-1 0 0 0 0,1-1 0 0 0,0 1 0 0 0,0-1 0 0 0,0 1 0 0 0,0 0 0 0 0,0-1 1 0 0,0 1-1 0 0,0 0 0 0 0,0-1 0 0 0,0 1 0 0 0,0-1 0 0 0,0 1 0 0 0,0 0 0 0 0,0-1 1 0 0,0 1-1 0 0,1-1 0 0 0,-1 1 0 0 0,0 0 0 0 0,0-1 0 0 0,0 1 0 0 0,0 0 0 0 0,1-1 1 0 0,-1 1-1 0 0,0 0 0 0 0,0-1 0 0 0,1 1 0 0 0,-1 0 0 0 0,0 0 0 0 0,1-1 0 0 0,-1 1 0 0 0,0 0 1 0 0,1 0-1 0 0,-1 0 0 0 0,0-1 0 0 0,1 1 0 0 0,15-9 301 0 0,-1 2-243 0 0,1 2 1 0 0,0 0-1 0 0,0 1 1 0 0,0 0-1 0 0,21-1 1 0 0,85-2-1678 0 0,-64 7-1141 0 0,59 9 0 0 0,-3 7-4195 0 0,-79-9 2558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3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7 312 0 0,'0'0'8237'0'0,"-27"-7"-1758"0"0,19 8-6148 0 0,0 0 0 0 0,0 1 0 0 0,1 0-1 0 0,-1 0 1 0 0,0 1 0 0 0,1 0 0 0 0,-1 0 0 0 0,1 0 0 0 0,0 1-1 0 0,0 1 1 0 0,1-1 0 0 0,-1 1 0 0 0,1 0 0 0 0,0 0 0 0 0,0 1-1 0 0,-6 7 1 0 0,-1 2-90 0 0,-1 1-1 0 0,2 1 0 0 0,0 0 0 0 0,2 1 1 0 0,-13 26-1 0 0,12-20-80 0 0,1 1-1 0 0,-14 48 1 0 0,23-66-140 0 0,-1 0 0 0 0,1 0 0 0 0,0 0 0 0 0,1 0 1 0 0,-1 0-1 0 0,1 0 0 0 0,1 0 0 0 0,-1 0 0 0 0,1 0 1 0 0,1 0-1 0 0,-1 0 0 0 0,1 0 0 0 0,0 0 0 0 0,1-1 1 0 0,0 1-1 0 0,5 8 0 0 0,-6-12-32 0 0,0 0-1 0 0,0 0 1 0 0,0 0-1 0 0,1-1 1 0 0,-1 1-1 0 0,1-1 1 0 0,-1 0-1 0 0,1 1 1 0 0,0-1-1 0 0,0 0 1 0 0,0-1-1 0 0,1 1 1 0 0,-1-1-1 0 0,0 1 1 0 0,0-1-1 0 0,1 0 1 0 0,-1 0-1 0 0,1 0 1 0 0,-1-1-1 0 0,1 1 1 0 0,-1-1-1 0 0,1 0 1 0 0,0 0-1 0 0,-1 0 1 0 0,1 0-1 0 0,-1-1 1 0 0,1 0-1 0 0,-1 1 1 0 0,1-1-1 0 0,-1 0 1 0 0,0-1-1 0 0,1 1 1 0 0,2-2-1 0 0,3-2-87 0 0,0 1 0 0 0,-1-1 0 0 0,0-1 0 0 0,0 0 0 0 0,-1 0 0 0 0,1 0 0 0 0,-1-1 0 0 0,-1 0 0 0 0,1 0 0 0 0,-1-1 0 0 0,5-8 0 0 0,3-10-60 0 0,-1-1 0 0 0,-1-1 1 0 0,12-47-1 0 0,7-14 1038 0 0,-29 84-839 0 0,8-15 493 0 0,-5 22-173 0 0,0 13-29 0 0,0 10 87 0 0,-1 1 1 0 0,0 39-1 0 0,-4-48-621 0 0,1 0 0 0 0,0 1 1 0 0,1-1-1 0 0,1 0 0 0 0,1-1 0 0 0,0 1 1 0 0,1 0-1 0 0,9 18 0 0 0,-13-32-263 0 0,1 1 0 0 0,0-1-1 0 0,0 0 1 0 0,1 0 0 0 0,-1 0 0 0 0,1 0 0 0 0,-1 0-1 0 0,1-1 1 0 0,0 1 0 0 0,0-1 0 0 0,0 0 0 0 0,0 0-1 0 0,1 0 1 0 0,3 2 0 0 0,-5-4 187 0 0,-1 0 0 0 0,1 0 0 0 0,-1 0 0 0 0,1 0 0 0 0,-1 0 0 0 0,1 0 0 0 0,-1 0 0 0 0,1 0 0 0 0,-1-1 0 0 0,1 1 0 0 0,-1-1 0 0 0,0 1-1 0 0,1-1 1 0 0,-1 0 0 0 0,1 1 0 0 0,0-2 0 0 0,20-14-3898 0 0,-9 3 321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3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1 244 4672 0 0,'61'-106'5090'0'0,"8"-12"2439"0"0,-68 117-7439 0 0,0-1 0 0 0,0 1-1 0 0,0 0 1 0 0,0-1 0 0 0,0 1 0 0 0,0 0-1 0 0,0 0 1 0 0,0 0 0 0 0,1 0 0 0 0,-1 0 0 0 0,0 0-1 0 0,1 0 1 0 0,-1 0 0 0 0,0 1 0 0 0,1-1 0 0 0,-1 1-1 0 0,1-1 1 0 0,-1 1 0 0 0,1-1 0 0 0,0 1 0 0 0,-1 0-1 0 0,1 0 1 0 0,2-1 0 0 0,-2 2 23 0 0,1 0-1 0 0,-1-1 1 0 0,0 1-1 0 0,1 0 1 0 0,-1 0-1 0 0,0 0 1 0 0,0 1-1 0 0,0-1 0 0 0,0 0 1 0 0,0 1-1 0 0,0-1 1 0 0,0 1-1 0 0,3 3 1 0 0,1 3 191 0 0,1 0 0 0 0,-1 0 0 0 0,-1 1-1 0 0,0 0 1 0 0,0 0 0 0 0,4 11 0 0 0,-5-7-104 0 0,0 1 0 0 0,0-1 0 0 0,-2 1 0 0 0,0 0 0 0 0,1 27 0 0 0,-10 70 583 0 0,2-66-8 0 0,2-30 494 0 0,2-15-1233 0 0,1 0 0 0 0,0 0 0 0 0,-1 1 0 0 0,1-1 0 0 0,0 0 0 0 0,0 0 0 0 0,-1 0 0 0 0,1 1 0 0 0,0-1 0 0 0,-1 0 0 0 0,1 0 0 0 0,-1 0 0 0 0,1 0 0 0 0,0 0 0 0 0,-1 0 0 0 0,1 0 0 0 0,0 0 0 0 0,-1 0 0 0 0,1 0 0 0 0,-1 0 0 0 0,1 0 0 0 0,0 0 0 0 0,-1 0 0 0 0,1 0 0 0 0,0 0 0 0 0,-1 0 0 0 0,1 0 0 0 0,0 0 0 0 0,-1-1 0 0 0,1 1 0 0 0,-1 0 0 0 0,1-2-20 0 0,-1 1 0 0 0,1-1 1 0 0,-1 0-1 0 0,1 1 0 0 0,-1-1 1 0 0,1 0-1 0 0,0 1 0 0 0,0-1 1 0 0,0 0-1 0 0,0 1 1 0 0,0-1-1 0 0,1 0 0 0 0,-1-1 1 0 0,0 1-2 0 0,2-7-42 0 0,0-1 0 0 0,0 0 1 0 0,1 1-1 0 0,0-1 0 0 0,0 1 1 0 0,1 0-1 0 0,1 0 0 0 0,-1 0 1 0 0,1 1-1 0 0,1-1 0 0 0,-1 1 1 0 0,2 1-1 0 0,-1-1 0 0 0,1 1 0 0 0,0 0 1 0 0,10-7-1 0 0,-9 7-684 0 0,0 1 0 0 0,1 1 1 0 0,16-9-1 0 0,-17 11-525 0 0,0 0 1 0 0,0 1-1 0 0,0-1 0 0 0,15-1 1 0 0,-15 3-878 0 0,0 1 0 0 0,0 0 0 0 0,16 2 0 0 0,-14-1 130 0 0,7 0-4274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4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224 253 748 0 0,'2'-1'2257'0'0,"6"-6"532"0"0,-1 1 1 0 0,0-1-1 0 0,-1-1 0 0 0,15-19 2512 0 0,-21 27-5238 0 0,1 1 1 0 0,-1-1-1 0 0,0 0 1 0 0,1 0-1 0 0,-1 0 0 0 0,1 1 1 0 0,-1-1-1 0 0,0 0 0 0 0,1 0 1 0 0,-1 1-1 0 0,0-1 1 0 0,0 0-1 0 0,1 1 0 0 0,-1-1 1 0 0,0 0-1 0 0,0 1 0 0 0,1-1 1 0 0,-1 0-1 0 0,0 1 0 0 0,0-1 1 0 0,0 1-1 0 0,0-1 1 0 0,1 1-1 0 0,-3 34 1284 0 0,1-24-1134 0 0,0-1 1 0 0,1 1-1 0 0,0 0 0 0 0,0-1 0 0 0,1 1 1 0 0,1-1-1 0 0,-1 1 0 0 0,6 13 0 0 0,-6-22-194 0 0,1 1 1 0 0,-1-1-1 0 0,1 0 0 0 0,0 0 0 0 0,-1 0 0 0 0,1 0 0 0 0,0 0 1 0 0,0 0-1 0 0,1 0 0 0 0,-1-1 0 0 0,0 1 0 0 0,0-1 1 0 0,1 0-1 0 0,-1 0 0 0 0,1 0 0 0 0,-1 0 0 0 0,1 0 0 0 0,0 0 1 0 0,-1 0-1 0 0,1-1 0 0 0,0 0 0 0 0,-1 1 0 0 0,1-1 0 0 0,0 0 1 0 0,4-1-1 0 0,2 1-52 0 0,0-1 0 0 0,0 0-1 0 0,0-1 1 0 0,-1 0 0 0 0,1-1 0 0 0,12-4 0 0 0,-6-1-86 0 0,-1 0-1 0 0,0 0 1 0 0,-1-2 0 0 0,1 1-1 0 0,-2-2 1 0 0,0 0 0 0 0,0 0-1 0 0,-1-1 1 0 0,0-1 0 0 0,14-21 0 0 0,6-15-68 0 0,40-86 1 0 0,-49 92 363 0 0,-21 41 53 0 0,0 19 480 0 0,-3 1-125 0 0,-1 1 0 0 0,-1-1 0 0 0,-8 26-1 0 0,-2 9 333 0 0,-86 446 2946 0 0,5-21-2167 0 0,87-438-1694 0 0,-29 111 0 0 0,31-131-2 0 0,-1 0-1 0 0,-1-1 1 0 0,-1 0 0 0 0,-1 0 0 0 0,-14 20 0 0 0,21-34 0 0 0,-1 1 0 0 0,0-2 0 0 0,-1 1 0 0 0,1 0 0 0 0,-1-1 0 0 0,0 0 0 0 0,0 0 0 0 0,0 0 0 0 0,0 0 0 0 0,-1-1 0 0 0,0 0 0 0 0,1 0 0 0 0,-1-1 0 0 0,0 0 0 0 0,-1 0 0 0 0,1 0 0 0 0,-7 1 0 0 0,4-2 0 0 0,1-1 0 0 0,-1 0 0 0 0,0 0 0 0 0,0-1 0 0 0,1 0 0 0 0,-1-1 0 0 0,0 0 0 0 0,1 0 0 0 0,0-1 0 0 0,-1 1 0 0 0,-14-9 0 0 0,8 3-395 0 0,1 0 0 0 0,0 0 0 0 0,1-1 0 0 0,-1-1-1 0 0,2 0 1 0 0,-19-20 0 0 0,27 26 251 0 0,1 1 0 0 0,0-1 0 0 0,0 0 0 0 0,0 0-1 0 0,1 0 1 0 0,-1 0 0 0 0,1 0 0 0 0,0-1 0 0 0,0 1-1 0 0,0-1 1 0 0,1 0 0 0 0,0 1 0 0 0,0-1 0 0 0,0 0 0 0 0,0 0-1 0 0,1 0 1 0 0,0 1 0 0 0,0-1 0 0 0,0 0 0 0 0,0 0-1 0 0,1 0 1 0 0,0 0 0 0 0,0 1 0 0 0,0-1 0 0 0,1 0 0 0 0,2-5-1 0 0,3-3-1962 0 0,0 1 0 0 0,1 1 1 0 0,1-1-1 0 0,0 1 0 0 0,0 1 0 0 0,20-18 0 0 0,-1 3-6849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4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29 996 0 0,'116'-28'15954'0'0,"-113"27"-14742"0"0,-2 1-1123 0 0,-1 0 1 0 0,1 0 0 0 0,-1 0 0 0 0,1 0-1 0 0,-1 0 1 0 0,1 0 0 0 0,-1 0-1 0 0,1 0 1 0 0,0 1 0 0 0,-1-1-1 0 0,1 0 1 0 0,-1 0 0 0 0,1 0 0 0 0,-1 1-1 0 0,1-1 1 0 0,-1 0 0 0 0,1 1-1 0 0,-1-1 1 0 0,0 0 0 0 0,1 1 0 0 0,-1-1-1 0 0,1 1 1 0 0,-1-1 0 0 0,0 0-1 0 0,1 1 1 0 0,-1-1 0 0 0,0 1 0 0 0,1 0-1 0 0,-1 0 5 0 0,0 1 0 0 0,1-1 0 0 0,-1 1-1 0 0,0-1 1 0 0,0 1 0 0 0,0-1 0 0 0,0 0-1 0 0,0 1 1 0 0,-1-1 0 0 0,1 1 0 0 0,-1 1-1 0 0,-17 39 429 0 0,14-36-283 0 0,-38 77-2401 0 0,12-29-7593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0 858 344 0 0,'4'8'18714'0'0,"1"-11"-18633"0"0,1 1 1 0 0,-1-1-1 0 0,1 0 0 0 0,-1 0 0 0 0,0-1 0 0 0,0 0 0 0 0,-1 1 0 0 0,7-8 0 0 0,35-40 84 0 0,10-24-129 0 0,77-137 0 0 0,-78 119-59 0 0,154-229-103 0 0,-195 301 122 0 0,-10 15-9 0 0,0 0 1 0 0,0 0-1 0 0,0 0 0 0 0,1 1 1 0 0,0-1-1 0 0,0 1 0 0 0,11-8 0 0 0,-16 12 13 0 0,1 1-1 0 0,0-1 0 0 0,0 1 0 0 0,0 0 0 0 0,0 0 0 0 0,0 0 0 0 0,-1-1 0 0 0,1 1 0 0 0,0 0 0 0 0,0 0 1 0 0,0 0-1 0 0,0 0 0 0 0,0 0 0 0 0,0 1 0 0 0,0-1 0 0 0,-1 0 0 0 0,1 0 0 0 0,0 1 0 0 0,0-1 0 0 0,0 0 0 0 0,0 1 1 0 0,-1-1-1 0 0,1 1 0 0 0,0-1 0 0 0,0 1 0 0 0,-1-1 0 0 0,2 2 0 0 0,0 0 5 0 0,0 0-1 0 0,0 0 1 0 0,0 0-1 0 0,0 0 1 0 0,0 1-1 0 0,0-1 1 0 0,1 4-1 0 0,4 10 169 0 0,-1-1 0 0 0,-1 1 0 0 0,0 1 0 0 0,-2-1 0 0 0,1 1 0 0 0,-2-1 0 0 0,1 21 1 0 0,-6 124 874 0 0,1-115-893 0 0,-6 90 61 0 0,-1 24-234 0 0,7-53-4016 0 0,1-93 2317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5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77 152 2432 0 0,'-25'-21'6092'0'0,"-6"-6"2215"0"0,11 9-5574 0 0,24 16-2666 0 0,0 0-1 0 0,1 1 0 0 0,-1-1 1 0 0,1 1-1 0 0,-1 0 0 0 0,1 1 1 0 0,-1-1-1 0 0,1 1 0 0 0,4 0 1 0 0,2-1-8 0 0,17-1 56 0 0,166-17-1734 0 0,-142 11-3747 0 0,86-24-1 0 0,-97 19-279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0 163 836 0 0,'2'-46'14145'0'0,"-2"45"-13832"0"0,0-1 0 0 0,0 0-1 0 0,0 1 1 0 0,1-1 0 0 0,-1 1-1 0 0,0-1 1 0 0,1 0-1 0 0,-1 1 1 0 0,1-1 0 0 0,0 1-1 0 0,0-3 1 0 0,26 16 199 0 0,-4-1-141 0 0,1-1 0 0 0,29 8 1 0 0,-47-16-660 0 0,0-1 0 0 0,0 0 1 0 0,0 0-1 0 0,0 0 0 0 0,0-1 1 0 0,0 1-1 0 0,0-2 1 0 0,0 1-1 0 0,0-1 0 0 0,0 1 1 0 0,0-2-1 0 0,0 1 0 0 0,0-1 1 0 0,11-4-1 0 0,-13 3 15 0 0,1-1 1 0 0,-1 1-1 0 0,1-1 0 0 0,-1 0 0 0 0,-1 0 1 0 0,1-1-1 0 0,0 1 0 0 0,-1-1 0 0 0,0 0 0 0 0,0 0 1 0 0,0 0-1 0 0,2-6 0 0 0,-2 3 614 0 0,1-1 1 0 0,-2 1-1 0 0,1-1 0 0 0,-1 1 0 0 0,0-1 1 0 0,-1 0-1 0 0,1-9 0 0 0,-15 26 790 0 0,11-3-972 0 0,1 0 0 0 0,-1 0 0 0 0,1 0-1 0 0,0 0 1 0 0,0 0 0 0 0,1 0 0 0 0,-1 0-1 0 0,1 0 1 0 0,0 0 0 0 0,2 10 0 0 0,-2-13-133 0 0,1 1 1 0 0,-1-1-1 0 0,1 1 1 0 0,0-1 0 0 0,0 1-1 0 0,0-1 1 0 0,0 1-1 0 0,0-1 1 0 0,1 0-1 0 0,-1 0 1 0 0,1 0 0 0 0,-1 0-1 0 0,1 0 1 0 0,0 0-1 0 0,0 0 1 0 0,0 0 0 0 0,0-1-1 0 0,0 1 1 0 0,0-1-1 0 0,0 0 1 0 0,0 1 0 0 0,1-1-1 0 0,-1 0 1 0 0,0 0-1 0 0,3 0 1 0 0,-1 0-13 0 0,-1 0 0 0 0,1 0 1 0 0,-1-1-1 0 0,0 0 0 0 0,1 1 0 0 0,0-1 0 0 0,-1-1 1 0 0,0 1-1 0 0,1 0 0 0 0,-1-1 0 0 0,1 0 0 0 0,-1 0 1 0 0,1 0-1 0 0,-1 0 0 0 0,0 0 0 0 0,4-3 0 0 0,0 0 2 0 0,-1 0-1 0 0,0-1 0 0 0,0 0 0 0 0,-1 0 1 0 0,1 0-1 0 0,7-12 0 0 0,-12 17-17 0 0,-1 0 0 0 0,0 0 1 0 0,1-1-1 0 0,-1 1 0 0 0,0 0 0 0 0,1-1 0 0 0,-1 1 0 0 0,0 0 0 0 0,1-1 0 0 0,-1 1 1 0 0,0-1-1 0 0,0 1 0 0 0,0 0 0 0 0,1-1 0 0 0,-1 1 0 0 0,0-1 0 0 0,0 1 1 0 0,0-1-1 0 0,0 1 0 0 0,0-1 0 0 0,0 1 0 0 0,0-1 0 0 0,0 1 0 0 0,0-1 1 0 0,0 1-1 0 0,0 0 0 0 0,0-1 0 0 0,0 1 0 0 0,0-1 0 0 0,0 1 0 0 0,-1-1 1 0 0,1 1-1 0 0,0-1 0 0 0,0 1 0 0 0,0 0 0 0 0,-1-1 0 0 0,1 1 0 0 0,0 0 1 0 0,-1-1-1 0 0,1 1 0 0 0,0 0 0 0 0,-1-1 0 0 0,0 0-1 0 0,0 1 0 0 0,0-1 0 0 0,0 1 0 0 0,0 0 0 0 0,0-1 0 0 0,0 1 0 0 0,0 0 0 0 0,0 0-1 0 0,-1 0 1 0 0,1 0 0 0 0,0 0 0 0 0,0 0 0 0 0,0 0 0 0 0,-2 0 0 0 0,-6 3 4 0 0,-1 1-1 0 0,1 0 0 0 0,0 0 1 0 0,0 1-1 0 0,0 0 1 0 0,0 0-1 0 0,1 1 1 0 0,-9 8-1 0 0,-5 5-196 0 0,-29 34-1 0 0,38-37-848 0 0,0 1 0 0 0,1 0 0 0 0,-18 36 0 0 0,21-35-1391 0 0,2 0 0 0 0,-7 23 1 0 0,9-19-2304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128 161 1280 0 0,'83'-57'14461'0'0,"-72"64"-11927"0"0,-10-6-2391 0 0,0 0 0 0 0,0 1-1 0 0,0-1 1 0 0,-1 0 0 0 0,1 1 0 0 0,-1-1-1 0 0,1 0 1 0 0,-1 1 0 0 0,0-1 0 0 0,1 1-1 0 0,-1-1 1 0 0,0 1 0 0 0,0-1 0 0 0,0 1-1 0 0,0-1 1 0 0,0 2 0 0 0,-5 29 1193 0 0,3-22-853 0 0,-17 76 873 0 0,-4-1 0 0 0,-48 118 0 0 0,34-112-1087 0 0,-14 36 393 0 0,44-116-437 0 0,1-13-3 0 0,-1-19-52 0 0,7-1-161 0 0,1 1 1 0 0,1-1 0 0 0,2 0 0 0 0,0 0-1 0 0,1 1 1 0 0,10-28 0 0 0,-8 23-15 0 0,14-42-60 0 0,2 2 0 0 0,3 0 0 0 0,3 2 0 0 0,2 1 1 0 0,4 2-1 0 0,53-74 0 0 0,-87 133 62 0 0,1 0 0 0 0,-1 0 1 0 0,1 0-1 0 0,-1 0 0 0 0,1 0 1 0 0,0 0-1 0 0,0 0 0 0 0,0 1 1 0 0,0-1-1 0 0,0 1 0 0 0,0-1 1 0 0,0 1-1 0 0,0 0 0 0 0,1 0 0 0 0,-1 0 1 0 0,0 0-1 0 0,1 0 0 0 0,-1 1 1 0 0,1-1-1 0 0,-1 1 0 0 0,1 0 1 0 0,-1-1-1 0 0,1 1 0 0 0,-1 0 1 0 0,1 0-1 0 0,3 1 0 0 0,-3 0 11 0 0,1 1 1 0 0,0 0-1 0 0,-1 0 1 0 0,1 0-1 0 0,-1 0 0 0 0,1 0 1 0 0,-1 1-1 0 0,0-1 0 0 0,0 1 1 0 0,0 0-1 0 0,-1 0 0 0 0,1 0 1 0 0,-1 0-1 0 0,1 1 0 0 0,3 6 1 0 0,4 11 72 0 0,0-1 1 0 0,-1 2 0 0 0,-1-1-1 0 0,-1 1 1 0 0,5 30 0 0 0,13 117 269 0 0,-22-137-305 0 0,12 110 221 0 0,2 26-5158 0 0,-14-132 1198 0 0,-2-14-1522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6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95 142 1536 0 0,'-90'-63'17305'0'0,"90"63"-17270"0"0,0-1 0 0 0,0 1 0 0 0,-1 0 0 0 0,1 0-1 0 0,0 0 1 0 0,0 0 0 0 0,-1-1 0 0 0,1 1 0 0 0,0 0 0 0 0,0 0 0 0 0,-1 0 0 0 0,1-1-1 0 0,0 1 1 0 0,0 0 0 0 0,0 0 0 0 0,0-1 0 0 0,-1 1 0 0 0,1 0 0 0 0,0 0 0 0 0,0-1 0 0 0,0 1-1 0 0,0 0 1 0 0,0-1 0 0 0,0 1 0 0 0,0 0 0 0 0,0-1 0 0 0,0 1 0 0 0,0 0 0 0 0,0 0-1 0 0,0-1 1 0 0,0 1 0 0 0,0 0 0 0 0,0-1 0 0 0,0 1 0 0 0,0 0 0 0 0,0-1 0 0 0,0 1-1 0 0,1 0 1 0 0,11-9 393 0 0,20 1-217 0 0,220-22-1431 0 0,-82 19-3506 0 0,-75 6-594 0 0,-26 0-1850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6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3584 0 0,'6'-20'23424'0'0,"3"17"-23314"0"0,-1 0 0 0 0,1 1-1 0 0,1 1 1 0 0,-1-1 0 0 0,0 1-1 0 0,0 1 1 0 0,1-1 0 0 0,12 3-1 0 0,10-2-181 0 0,102 0-5000 0 0,-64 0-7577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6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65 3288 0 0,'-129'53'22905'0'0,"159"-48"-21860"0"0,17-4-1488 0 0,0-3 0 0 0,0-1 0 0 0,54-12-1 0 0,136-45-10001 0 0,-176 40 5375 0 0,0-3-2476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2176 0 0,'17'-51'23780'0'0,"-12"49"-23557"0"0,0 0 1 0 0,0 1-1 0 0,0-1 1 0 0,0 1 0 0 0,0 0-1 0 0,1 0 1 0 0,8 0-1 0 0,47 1 271 0 0,-35 1-301 0 0,-10-1-159 0 0,222-6-702 0 0,-82-14-7486 0 0,-115 9 3718 0 0,-15-2-2272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7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19 340 0 0,'-34'-18'12552'0'0,"32"19"-12269"0"0,0 0-1 0 0,0 0 1 0 0,1 0 0 0 0,-1 0 0 0 0,1 0 0 0 0,-1 0 0 0 0,1 1-1 0 0,-1-1 1 0 0,1 1 0 0 0,0-1 0 0 0,-1 1 0 0 0,1-1 0 0 0,0 1-1 0 0,0 0 1 0 0,0 0 0 0 0,0 0 0 0 0,1-1 0 0 0,-1 1 0 0 0,0 0-1 0 0,0 4 1 0 0,-10 51 3496 0 0,7-30-2314 0 0,-40 249 4273 0 0,17-85-2784 0 0,18-130-3213 0 0,5-28-356 0 0,-2 0-1 0 0,-1 0 1 0 0,-22 62 0 0 0,27-90-305 0 0,0 0-1 0 0,-1-1 0 0 0,0 1 1 0 0,0-1-1 0 0,0 1 0 0 0,-1-1 1 0 0,1 0-1 0 0,-9 6 0 0 0,0-1-4577 0 0,7-6 3665 0 0,1-1 1 0 0,-8 3-1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7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23 208 0 0,'-154'-16'16577'0'0,"80"10"-9242"0"0,71 6-6578 0 0,0-1-120 0 0,-3 1 1080 0 0,26 4-1225 0 0,35 3-274 0 0,423 55 412 0 0,-354-45-533 0 0,87 2-1216 0 0,-210-19 741 0 0,0 0 1 0 0,0 0-1 0 0,0 0 0 0 0,1 0 0 0 0,-1 0 1 0 0,0 0-1 0 0,0-1 0 0 0,0 1 0 0 0,0 0 1 0 0,0-1-1 0 0,1 1 0 0 0,-1-1 0 0 0,1 0 1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39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825 60 908 0 0,'30'-34'10857'0'0,"-20"18"-5072"0"0,-12 15-5737 0 0,0 0 0 0 0,1 0 0 0 0,-1 0 0 0 0,1 0 0 0 0,-1 0 0 0 0,0 0-1 0 0,0 1 1 0 0,1-1 0 0 0,-1 1 0 0 0,0 0 0 0 0,0-1 0 0 0,0 1 0 0 0,0 0 0 0 0,1 0 0 0 0,-1 0 0 0 0,0 0 0 0 0,-3 1 0 0 0,-47 5 58 0 0,38-4-39 0 0,2-1-62 0 0,-46 5 68 0 0,1 3 0 0 0,0 2 0 0 0,-64 22 0 0 0,115-30-67 0 0,1-1 0 0 0,-1 1-1 0 0,1 0 1 0 0,0 0 0 0 0,0 1-1 0 0,0 0 1 0 0,1-1 0 0 0,-1 1 0 0 0,1 1-1 0 0,0-1 1 0 0,0 1 0 0 0,1 0 0 0 0,-1 0-1 0 0,1 0 1 0 0,0 0 0 0 0,0 0 0 0 0,1 1-1 0 0,0-1 1 0 0,0 1 0 0 0,-3 11 0 0 0,0 8 53 0 0,2 0 1 0 0,0 0-1 0 0,1 44 1 0 0,1-21 20 0 0,-3 317 1598 0 0,0-16-723 0 0,-36 388-277 0 0,-65 246-128 0 0,79-843-41 0 0,-7-1-1 0 0,-80 217 1 0 0,79-260 334 0 0,34-95-778 0 0,0 0-54 0 0,1 0 1 0 0,-1-1-1 0 0,1 1 0 0 0,0-1 1 0 0,-1 1-1 0 0,1-1 0 0 0,0 0 0 0 0,-1 1 1 0 0,1-1-1 0 0,0 0 0 0 0,-1 1 1 0 0,1-1-1 0 0,0 0 0 0 0,0 0 0 0 0,-1 0 1 0 0,1 1-1 0 0,0-1 0 0 0,1 0 1 0 0,55-9 40 0 0,677-72-2272 0 0,-582 76 770 0 0,211-16-5419 0 0,-351 17 5494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0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375 114 2076 0 0,'6'-11'4474'0'0,"-5"8"-4032"0"0,0 1 1 0 0,0 0-1 0 0,0 0 1 0 0,0-1-1 0 0,0 1 1 0 0,-1 0-1 0 0,1-1 1 0 0,-1 1-1 0 0,0-1 1 0 0,1 1-1 0 0,-1-1 1 0 0,-1 1-1 0 0,1-1 0 0 0,0-2 1 0 0,-1-8 1157 0 0,0 10-1396 0 0,1 1 0 0 0,-1-1 1 0 0,0 1-1 0 0,0-1 1 0 0,-1 1-1 0 0,1 0 0 0 0,0-1 1 0 0,-1 1-1 0 0,1 0 1 0 0,-1 0-1 0 0,0 0 0 0 0,1 0 1 0 0,-1 1-1 0 0,0-1 0 0 0,0 0 1 0 0,0 1-1 0 0,-1-1 1 0 0,1 1-1 0 0,-4-2 0 0 0,2 1-164 0 0,-1 1-1 0 0,1-1 0 0 0,-1 1 0 0 0,0 0 0 0 0,1 0 0 0 0,-1 1 0 0 0,0 0 0 0 0,1-1 0 0 0,-1 2 0 0 0,0-1 1 0 0,1 0-1 0 0,-1 1 0 0 0,0 0 0 0 0,1 0 0 0 0,-1 0 0 0 0,1 1 0 0 0,0 0 0 0 0,-1-1 0 0 0,1 1 1 0 0,0 1-1 0 0,0-1 0 0 0,-6 5 0 0 0,-5 4-21 0 0,-1 1 0 0 0,2 1-1 0 0,-26 28 1 0 0,16-13 9 0 0,0 1 0 0 0,-31 51 0 0 0,47-66-13 0 0,1 0-1 0 0,0 0 1 0 0,0 1 0 0 0,2 0 0 0 0,0 1 0 0 0,0-1 0 0 0,1 1 0 0 0,-2 24 0 0 0,6-38-9 0 0,0 0 0 0 0,-1 0 0 0 0,1 0 0 0 0,0 0 1 0 0,0 0-1 0 0,1 1 0 0 0,-1-1 0 0 0,0 0 1 0 0,1 0-1 0 0,-1 0 0 0 0,1-1 0 0 0,-1 1 1 0 0,1 0-1 0 0,0 0 0 0 0,0 0 0 0 0,0 0 0 0 0,0-1 1 0 0,0 1-1 0 0,1 0 0 0 0,-1-1 0 0 0,0 1 1 0 0,1-1-1 0 0,-1 1 0 0 0,1-1 0 0 0,-1 0 1 0 0,1 0-1 0 0,0 0 0 0 0,0 0 0 0 0,-1 0 1 0 0,1 0-1 0 0,0 0 0 0 0,0 0 0 0 0,0-1 0 0 0,0 1 1 0 0,3 0-1 0 0,1-1 1 0 0,0 1 0 0 0,0-1 1 0 0,0 0-1 0 0,0 0 0 0 0,0-1 0 0 0,-1 0 1 0 0,1 0-1 0 0,0-1 0 0 0,0 1 0 0 0,0-1 1 0 0,5-3-1 0 0,0-1-10 0 0,0 0 0 0 0,0-1 0 0 0,-1-1 0 0 0,-1 1 1 0 0,1-2-1 0 0,-1 1 0 0 0,0-1 0 0 0,-1-1 0 0 0,0 1 0 0 0,-1-1 0 0 0,7-12 1 0 0,9-17 592 0 0,28-65 1 0 0,-41 87-386 0 0,-10 17-201 0 0,1 0 1 0 0,-1 0-1 0 0,0 0 0 0 0,0 0 0 0 0,0 0 0 0 0,0 0 0 0 0,1 0 1 0 0,-1 0-1 0 0,0 0 0 0 0,0 0 0 0 0,0 0 0 0 0,1 0 1 0 0,-1 0-1 0 0,0 1 0 0 0,0-1 0 0 0,0 0 0 0 0,0 0 0 0 0,1 0 1 0 0,-1 0-1 0 0,0 0 0 0 0,0 0 0 0 0,0 0 0 0 0,0 1 1 0 0,1-1-1 0 0,-1 0 0 0 0,0 0 0 0 0,0 0 0 0 0,0 0 0 0 0,0 0 1 0 0,0 1-1 0 0,0-1 0 0 0,0 0 0 0 0,0 0 0 0 0,0 0 1 0 0,0 1-1 0 0,1-1 0 0 0,-1 0 0 0 0,0 0 0 0 0,0 0 0 0 0,0 1 1 0 0,0-1-1 0 0,0 0 0 0 0,0 0 0 0 0,2 35 113 0 0,5 104 224 0 0,-5-119-508 0 0,2-1-1 0 0,0-1 0 0 0,1 1 1 0 0,0 0-1 0 0,11 20 0 0 0,-14-34-271 0 0,1 0 1 0 0,0 0-1 0 0,0 0 0 0 0,0 0 0 0 0,1-1 0 0 0,-1 0 1 0 0,1 1-1 0 0,0-1 0 0 0,5 3 0 0 0,-5-4-555 0 0,0-1 0 0 0,-1 0 0 0 0,1 0 0 0 0,0 0 0 0 0,0 0-1 0 0,0 0 1 0 0,7 1 0 0 0,9 1-5477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1376 0 0,'0'-16'8196'0'0,"0"-16"4359"0"0,4 21-11239 0 0,4 8-1210 0 0,0 0 1 0 0,0 1-1 0 0,0-1 1 0 0,0 2-1 0 0,0-1 0 0 0,1 1 1 0 0,-1 1-1 0 0,16 0 1 0 0,16-3 44 0 0,56-5-533 0 0,-34 3-3476 0 0,-1-2-7655 0 0,-43 4 5118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1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49 1632 0 0,'-3'-32'16685'0'0,"-1"15"-11309"0"0,0 22-4251 0 0,1 2-511 0 0,1 1 1 0 0,-1 0-1 0 0,2-1 0 0 0,-3 16 0 0 0,2-8-84 0 0,-40 186 2104 0 0,38-178-2568 0 0,-1 6 72 0 0,-3 53-1 0 0,8-80-168 0 0,0 0 1 0 0,0-1-1 0 0,0 1 1 0 0,0-1-1 0 0,0 1 1 0 0,0-1 0 0 0,1 1-1 0 0,-1 0 1 0 0,1-1-1 0 0,-1 1 1 0 0,1-1 0 0 0,-1 1-1 0 0,1-1 1 0 0,0 0-1 0 0,0 1 1 0 0,0-1 0 0 0,-1 0-1 0 0,1 1 1 0 0,1-1-1 0 0,0 1 1 0 0,-1-1-87 0 0,1 0 0 0 0,-1-1 1 0 0,0 1-1 0 0,1-1 0 0 0,-1 1 0 0 0,1-1 0 0 0,-1 0 1 0 0,1 1-1 0 0,-1-1 0 0 0,1 0 0 0 0,-1 0 0 0 0,1 0 1 0 0,-1 0-1 0 0,1 0 0 0 0,-1 0 0 0 0,4-1 0 0 0,1-1-648 0 0,1-1 1 0 0,-1 1-1 0 0,0-1 0 0 0,1 0 0 0 0,-1 0 0 0 0,-1-1 0 0 0,10-7 0 0 0,-7 5-1120 0 0,-1-1-1 0 0,0 0 1 0 0,0-1-1 0 0,-1 0 1 0 0,7-10-1 0 0,2-7-7047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82 804 0 0,'-24'-24'6626'0'0,"-31"-29"3665"0"0,54 52-10248 0 0,-2 0-340 0 0,3 0 249 0 0,0 1 0 0 0,0 0 0 0 0,0 0 0 0 0,0 0 0 0 0,0 0 0 0 0,-1-1 0 0 0,1 1 0 0 0,0 0 0 0 0,0 0 0 0 0,0 0 0 0 0,0 0 0 0 0,-1 0 0 0 0,1 0 0 0 0,0-1 0 0 0,0 1 1 0 0,0 0-1 0 0,0 0 0 0 0,-1 0 0 0 0,1 0 0 0 0,0 0 0 0 0,0 0 0 0 0,-1 0 0 0 0,1 0 0 0 0,0 0 0 0 0,0 0 0 0 0,0 0 0 0 0,-1 0 0 0 0,1 0 0 0 0,0 0 0 0 0,0 0 0 0 0,0 0 0 0 0,-1 0 0 0 0,1 0 0 0 0,0 1 0 0 0,0-1 0 0 0,-1 3-685 0 0,0 0 0 0 0,0 0 0 0 0,1 0 0 0 0,-1 0 1 0 0,1 0-1 0 0,0 0 0 0 0,0 0 0 0 0,0 1 0 0 0,1-1 0 0 0,0 5 0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1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97 2440 0 0,'10'-7'4135'0'0,"-4"3"-2572"0"0,-1 1 0 0 0,0-1 0 0 0,0 0 0 0 0,0-1 0 0 0,0 1 0 0 0,-1-1 0 0 0,1 0 0 0 0,-1 0 0 0 0,0 0 0 0 0,-1-1 0 0 0,0 0 0 0 0,4-6 0 0 0,-7 12-1500 0 0,0-1 0 0 0,0 1 0 0 0,1-1 0 0 0,-1 1-1 0 0,0-1 1 0 0,0 0 0 0 0,0 1 0 0 0,0-1-1 0 0,0 1 1 0 0,1-1 0 0 0,-1 0 0 0 0,0 1-1 0 0,0-1 1 0 0,-1 0 0 0 0,1 1 0 0 0,0-1 0 0 0,0 1-1 0 0,0-1 1 0 0,0 0 0 0 0,0 1 0 0 0,-1-1-1 0 0,1 1 1 0 0,0-1 0 0 0,-1 1 0 0 0,1-1-1 0 0,0 1 1 0 0,-1-1 0 0 0,1 1 0 0 0,-1-1 0 0 0,1 1-1 0 0,0-1 1 0 0,-1 1 0 0 0,1 0 0 0 0,-1-1-1 0 0,0 1 1 0 0,1 0 0 0 0,-1-1 0 0 0,1 1-1 0 0,-1 0 1 0 0,1 0 0 0 0,-1-1 0 0 0,0 1 0 0 0,1 0-1 0 0,-1 0 1 0 0,1 0 0 0 0,-1 0 0 0 0,0 0-1 0 0,0 0 1 0 0,-3 0-8 0 0,1 0-1 0 0,-1 0 1 0 0,0 0-1 0 0,1 0 1 0 0,-1 1 0 0 0,1-1-1 0 0,-6 3 1 0 0,-8 3-29 0 0,0 2 1 0 0,1 0-1 0 0,0 1 0 0 0,0 1 1 0 0,1 0-1 0 0,0 1 1 0 0,-15 15-1 0 0,4-1-66 0 0,2 1 1 0 0,-38 51-1 0 0,55-66 15 0 0,0-1-1 0 0,1 1 1 0 0,0 0 0 0 0,1 1 0 0 0,0-1-1 0 0,1 1 1 0 0,-5 18 0 0 0,8-27 31 0 0,1 1 0 0 0,-1-1-1 0 0,0 0 1 0 0,1 1 0 0 0,0-1 0 0 0,0 1 0 0 0,0-1 0 0 0,0 0-1 0 0,1 1 1 0 0,-1-1 0 0 0,1 0 0 0 0,0 1 0 0 0,-1-1 0 0 0,2 0-1 0 0,-1 0 1 0 0,0 1 0 0 0,1-1 0 0 0,-1 0 0 0 0,1 0 0 0 0,0-1-1 0 0,0 1 1 0 0,0 0 0 0 0,1-1 0 0 0,-1 1 0 0 0,0-1-1 0 0,1 0 1 0 0,0 1 0 0 0,-1-1 0 0 0,1 0 0 0 0,0-1 0 0 0,6 4-1 0 0,7 0 4 0 0,0 0 0 0 0,0-1 0 0 0,0 0-1 0 0,1-2 1 0 0,-1 0 0 0 0,1 0 0 0 0,-1-2-1 0 0,31-2 1 0 0,12-5-244 0 0,62-15-1 0 0,-69 7-1549 0 0,-20 3-3396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3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 1752 0 0,'-10'16'21304'0'0,"11"-15"-21284"0"0,0 0 0 0 0,0 0 0 0 0,-1 0 1 0 0,1 0-1 0 0,0 0 0 0 0,0 0 0 0 0,0 0 0 0 0,0-1 0 0 0,0 1 0 0 0,1 0 0 0 0,-1 0 0 0 0,0-1 0 0 0,0 1 1 0 0,0-1-1 0 0,0 1 0 0 0,1-1 0 0 0,-1 1 0 0 0,0-1 0 0 0,3 0 0 0 0,32 5 112 0 0,-30-4-123 0 0,28 1-368 0 0,-1-1 1 0 0,0-1-1 0 0,55-9 1 0 0,-27-3-3674 0 0,-2-6-4222 0 0,-38 10 779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3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46 80 0 0,'0'-2'3156'0'0,"10"-41"12058"0"0,-11 46-14868 0 0,-22 167 2431 0 0,-2 14-2085 0 0,20-160-623 0 0,-16 91 311 0 0,-40 122-1 0 0,54-221-192 0 0,6-15-187 0 0,1-1-1 0 0,0 0 0 0 0,0 0 0 0 0,-1 0 0 0 0,1 0 0 0 0,0 0 0 0 0,-1-1 0 0 0,1 1 0 0 0,0 0 0 0 0,-1 0 0 0 0,1 0 1 0 0,0 0-1 0 0,0 0 0 0 0,-1 0 0 0 0,1 0 0 0 0,0 0 0 0 0,0-1 0 0 0,-1 1 0 0 0,1 0 0 0 0,0 0 0 0 0,0 0 0 0 0,-1-1 0 0 0,1 1 1 0 0,0 0-1 0 0,0 0 0 0 0,0-1 0 0 0,0 1 0 0 0,-1 0 0 0 0,1 0 0 0 0,0-1 0 0 0,0 1 0 0 0,0 0 0 0 0,0-1 0 0 0,-1 0-3 0 0,1 0-1 0 0,0 1 1 0 0,0-1-1 0 0,-1 0 0 0 0,1 0 1 0 0,0 0-1 0 0,0 0 0 0 0,0 0 1 0 0,0 0-1 0 0,0 1 1 0 0,0-1-1 0 0,0 0 0 0 0,1 0 1 0 0,-1 0-1 0 0,0 0 0 0 0,0 0 1 0 0,1 1-1 0 0,-1-1 0 0 0,1-1 1 0 0,0 0-9 0 0,3-12-18 0 0,0-1-1 0 0,1 1 1 0 0,1 0 0 0 0,0 0 0 0 0,1 0-1 0 0,1 1 1 0 0,0 0 0 0 0,1 0-1 0 0,12-13 1 0 0,-13 17 13 0 0,0 0 0 0 0,0 1 1 0 0,1 0-1 0 0,0 1 0 0 0,0 0 0 0 0,1 0 1 0 0,-1 1-1 0 0,2 0 0 0 0,-1 1 0 0 0,1 0 1 0 0,0 0-1 0 0,16-4 0 0 0,-20 8 12 0 0,0 0 0 0 0,0 1 1 0 0,0 0-1 0 0,0 0 0 0 0,-1 1 0 0 0,1-1 0 0 0,0 1 1 0 0,0 1-1 0 0,0-1 0 0 0,-1 1 0 0 0,1 1 0 0 0,-1-1 1 0 0,1 1-1 0 0,-1 0 0 0 0,0 0 0 0 0,0 1 0 0 0,0 0 1 0 0,-1 0-1 0 0,1 0 0 0 0,-1 1 0 0 0,0 0 0 0 0,0 0 1 0 0,6 9-1 0 0,-7-9 34 0 0,0 0 0 0 0,0 1 0 0 0,-1-1 1 0 0,0 1-1 0 0,0 0 0 0 0,0 0 0 0 0,-1 0 1 0 0,0 0-1 0 0,0 0 0 0 0,0 1 0 0 0,-1-1 1 0 0,0 1-1 0 0,0-1 0 0 0,0 1 0 0 0,-1-1 1 0 0,0 1-1 0 0,-1-1 0 0 0,1 1 0 0 0,-1-1 1 0 0,-1 1-1 0 0,1-1 0 0 0,-1 0 0 0 0,0 1 1 0 0,-5 9-1 0 0,1-6 136 0 0,-1 0 0 0 0,0 0-1 0 0,-1-1 1 0 0,0 0 0 0 0,0-1 0 0 0,-1 1 0 0 0,0-2 0 0 0,0 1 0 0 0,-1-1 0 0 0,0-1-1 0 0,0 0 1 0 0,0 0 0 0 0,-1-1 0 0 0,0 0 0 0 0,0-1 0 0 0,-12 3 0 0 0,5-2-31 0 0,0-1 1 0 0,-1-1 0 0 0,1 0 0 0 0,-1-2-1 0 0,1 0 1 0 0,-1-1 0 0 0,1-1-1 0 0,-1 0 1 0 0,-29-7 0 0 0,41 6-324 0 0,0 0 1 0 0,0 0-1 0 0,0-1 1 0 0,1 0-1 0 0,-1 0 1 0 0,1-1-1 0 0,-7-4 1 0 0,13 8 78 0 0,-1-1 0 0 0,1 1 0 0 0,-1-1 0 0 0,1 0 0 0 0,-1 0 0 0 0,1 1 0 0 0,0-1 0 0 0,-1 0 0 0 0,1 0 0 0 0,0 0 0 0 0,0 1 0 0 0,0-1 0 0 0,0 0 0 0 0,-1 0 0 0 0,1 0 0 0 0,0 1 0 0 0,0-1 0 0 0,0 0 0 0 0,1 0 1 0 0,-1 0-1 0 0,0 0 0 0 0,0 1 0 0 0,0-1 0 0 0,1 0 0 0 0,-1 0 0 0 0,0 0 0 0 0,1 1 0 0 0,-1-1 0 0 0,0 0 0 0 0,1 1 0 0 0,-1-1 0 0 0,1 0 0 0 0,0 0 0 0 0,18-21-2896 0 0,-5 12-195 0 0,0 0-1 0 0,25-12 0 0 0,-6 7-3779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3084 0 0,'5'-15'17997'0'0,"-2"12"-17068"0"0,22-5-1255 0 0,0 2 1 0 0,48-5-1 0 0,-22 3-2749 0 0,27-9-6280 0 0,-48 10 3156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34 3060 0 0,'15'-34'26195'0'0,"-16"48"-25592"0"0,-1 0 0 0 0,-1 1 0 0 0,0-1 0 0 0,-7 17 1 0 0,2-2-108 0 0,-70 315-496 0 0,77-333 0 0 0,3 2 0 0 0,-2-13 0 0 0,0 1 0 0 0,0-1 0 0 0,1 0 0 0 0,-1 0 0 0 0,0 1 0 0 0,0-1 0 0 0,0 0 0 0 0,1 1 0 0 0,-1-1 0 0 0,0 0 0 0 0,0 0 0 0 0,1 1 0 0 0,-1-1 0 0 0,0 0 0 0 0,1 0 0 0 0,-1 0 0 0 0,0 0 0 0 0,0 1 0 0 0,1-1 0 0 0,-1 0 0 0 0,0 0 0 0 0,1 0 0 0 0,-1 0 0 0 0,1 0 0 0 0,-1 0 0 0 0,1 0 0 0 0,2 0-278 0 0,1-1 0 0 0,0 1 0 0 0,-1-1-1 0 0,1 0 1 0 0,-1 0 0 0 0,0 0 0 0 0,1 0 0 0 0,-1-1 0 0 0,0 0 0 0 0,0 1 0 0 0,0-1-1 0 0,0 0 1 0 0,0 0 0 0 0,0-1 0 0 0,-1 1 0 0 0,6-6 0 0 0,4-6-3400 0 0,22-29 0 0 0,-32 39 3332 0 0,18-25-6569 0 0,0-5-4103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83 1812 0 0,'-14'-21'4564'0'0,"3"5"761"0"0,-24-27 0 0 0,35 43-5328 0 0,0-1 0 0 0,0 1 0 0 0,0 0 0 0 0,-1 0 0 0 0,1 0 0 0 0,0-1-1 0 0,0 1 1 0 0,-1 0 0 0 0,1 0 0 0 0,0 0 0 0 0,-1 0 0 0 0,1 0 0 0 0,0 0 0 0 0,0 0 0 0 0,-1 0 0 0 0,1-1-1 0 0,0 1 1 0 0,-1 0 0 0 0,1 0 0 0 0,0 0 0 0 0,0 0 0 0 0,-1 1 0 0 0,1-1 0 0 0,0 0 0 0 0,-1 0-1 0 0,1 0 1 0 0,0 0 0 0 0,0 0 0 0 0,-1 0 0 0 0,1 0 0 0 0,0 0 0 0 0,-1 1 0 0 0,1-1 0 0 0,-9 11-759 0 0,-1 13-1122 0 0,7-12-690 0 0,1 1 1 0 0,-2 24-1 0 0,4-18-1576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5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310 739 1244 0 0,'5'-1'1186'0'0,"1"0"0"0"0,-1-1 0 0 0,0 0-1 0 0,0 0 1 0 0,0-1 0 0 0,0 0 0 0 0,0 0 0 0 0,0 0 0 0 0,-1 0-1 0 0,0 0 1 0 0,5-5 0 0 0,-5 4-443 0 0,-1-1 0 0 0,0 1 1 0 0,0-1-1 0 0,0 1 0 0 0,0-1 0 0 0,-1 0 0 0 0,1 0 0 0 0,-1 0 1 0 0,-1 0-1 0 0,1-1 0 0 0,0-5 0 0 0,-1 9-607 0 0,-1-1 0 0 0,1 1 0 0 0,-1 0 0 0 0,0 0-1 0 0,0-1 1 0 0,0 1 0 0 0,0 0 0 0 0,0 0 0 0 0,-1-1 0 0 0,1 1-1 0 0,-1 0 1 0 0,1 0 0 0 0,-1 0 0 0 0,0-1 0 0 0,0 1 0 0 0,0 0-1 0 0,0 0 1 0 0,0 0 0 0 0,0 0 0 0 0,-1 1 0 0 0,1-1-1 0 0,-1 0 1 0 0,1 0 0 0 0,-1 1 0 0 0,0-1 0 0 0,1 1 0 0 0,-1 0-1 0 0,0-1 1 0 0,-3 0 0 0 0,2 0-102 0 0,-1 1 0 0 0,1-1-1 0 0,-1 1 1 0 0,1 0 0 0 0,-1 0 0 0 0,1 1 0 0 0,-1-1-1 0 0,0 1 1 0 0,1-1 0 0 0,-1 1 0 0 0,0 0-1 0 0,1 1 1 0 0,-1-1 0 0 0,0 1 0 0 0,1-1 0 0 0,-6 3-1 0 0,-7 4 7 0 0,1 0-1 0 0,0 2 0 0 0,0 0 1 0 0,1 0-1 0 0,0 2 0 0 0,0-1 0 0 0,1 2 1 0 0,1 0-1 0 0,-14 16 0 0 0,4 0-12 0 0,0 0-1 0 0,2 2 1 0 0,-24 46-1 0 0,36-61-15 0 0,1 1 1 0 0,0-1-1 0 0,1 2 0 0 0,1-1 0 0 0,0 1 1 0 0,1 0-1 0 0,-1 20 0 0 0,4-36-5 0 0,1 1 0 0 0,0 0-1 0 0,0-1 1 0 0,0 1 0 0 0,0-1 0 0 0,0 1 0 0 0,1-1-1 0 0,-1 1 1 0 0,0-1 0 0 0,1 1 0 0 0,-1-1-1 0 0,1 1 1 0 0,-1-1 0 0 0,1 1 0 0 0,0-1 0 0 0,0 0-1 0 0,-1 1 1 0 0,1-1 0 0 0,0 0 0 0 0,0 0-1 0 0,1 0 1 0 0,-1 1 0 0 0,0-1 0 0 0,0 0 0 0 0,0 0-1 0 0,1-1 1 0 0,-1 1 0 0 0,0 0 0 0 0,1 0-1 0 0,-1-1 1 0 0,1 1 0 0 0,2 0 0 0 0,0 0-1 0 0,1 0-1 0 0,-1-1 1 0 0,0 0 0 0 0,1 0-1 0 0,-1 0 1 0 0,0 0 0 0 0,1-1 0 0 0,-1 1-1 0 0,0-1 1 0 0,9-3 0 0 0,4-3-54 0 0,0-1 1 0 0,0-1 0 0 0,-1-1 0 0 0,0 0-1 0 0,-1-1 1 0 0,0 0 0 0 0,0-2 0 0 0,-1 1-1 0 0,13-18 1 0 0,9-12-295 0 0,55-85-1 0 0,-48 57 174 0 0,-3-3 0 0 0,51-130 0 0 0,-50 88 161 0 0,32-141 0 0 0,-71 228-211 0 0,-2 28 218 0 0,0-1-1 0 0,0 1 0 0 0,0 0 1 0 0,0 0-1 0 0,0 0 1 0 0,0 0-1 0 0,0 0 0 0 0,0-1 1 0 0,0 1-1 0 0,0 0 0 0 0,0 0 1 0 0,0 0-1 0 0,0 0 0 0 0,0 0 1 0 0,0 0-1 0 0,0 0 1 0 0,0-1-1 0 0,0 1 0 0 0,-1 0 1 0 0,1 0-1 0 0,0 0 0 0 0,0 0 1 0 0,0 0-1 0 0,0 0 0 0 0,0 0 1 0 0,0 0-1 0 0,0 0 0 0 0,-1 0 1 0 0,1 0-1 0 0,0-1 1 0 0,0 1-1 0 0,0 0 0 0 0,0 0 1 0 0,0 0-1 0 0,0 0 0 0 0,-1 0 1 0 0,1 0-1 0 0,0 0 0 0 0,0 0 1 0 0,0 0-1 0 0,0 0 0 0 0,0 0 1 0 0,0 0-1 0 0,-1 0 1 0 0,1 1-1 0 0,0-1 0 0 0,0 0 1 0 0,0 0-1 0 0,-11 12-22 0 0,-10 24-15 0 0,1 2 1 0 0,1 0-1 0 0,2 2 0 0 0,2-1 0 0 0,-11 50 0 0 0,11-27 101 0 0,4 1-1 0 0,-8 116 1 0 0,18-149-319 0 0,1 1 1 0 0,1-1-1 0 0,1 0 1 0 0,11 48-1 0 0,-10-67-457 0 0,0 0 1 0 0,1 0-1 0 0,1 0 0 0 0,0-1 0 0 0,0 1 1 0 0,10 13-1 0 0,-10-18-341 0 0,-1 0 0 0 0,2 0 0 0 0,-1 0 1 0 0,1-1-1 0 0,0 0 0 0 0,0 0 0 0 0,0-1 0 0 0,0 1 1 0 0,1-1-1 0 0,12 5 0 0 0,9 1-6379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6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57 2352 0 0,'33'-56'11625'0'0,"-33"57"-11486"0"0,1 0-1 0 0,0 1 1 0 0,-1-1-1 0 0,1 1 1 0 0,-1-1 0 0 0,1 1-1 0 0,-1-1 1 0 0,0 1-1 0 0,1-1 1 0 0,-1 1-1 0 0,0 0 1 0 0,0-1-1 0 0,0 2 1 0 0,-4 48 1309 0 0,-1-1 0 0 0,-3 0 0 0 0,-24 85 0 0 0,3-15-738 0 0,-29 123 242 0 0,64-260-823 0 0,0 1 0 0 0,1 0 0 0 0,1 0 0 0 0,0 0 0 0 0,15-20 0 0 0,-6 11-175 0 0,0 2 0 0 0,1 0 0 0 0,29-27 1 0 0,-39 43 27 0 0,-1 0 1 0 0,1 1 0 0 0,0 0-1 0 0,0 1 1 0 0,1 0 0 0 0,-1 0-1 0 0,1 1 1 0 0,0 0 0 0 0,19-5-1 0 0,-23 8 7 0 0,0 0 1 0 0,0 1-1 0 0,0-1 0 0 0,0 1 0 0 0,0 0 0 0 0,1 1 0 0 0,-1-1 1 0 0,0 1-1 0 0,0 0 0 0 0,0 0 0 0 0,0 1 0 0 0,0-1 0 0 0,-1 1 1 0 0,1 0-1 0 0,0 1 0 0 0,-1-1 0 0 0,1 1 0 0 0,-1 0 0 0 0,0 0 1 0 0,6 5-1 0 0,-3-2 20 0 0,-1 0 0 0 0,0 1 0 0 0,0 0 0 0 0,-1 0 0 0 0,0 0 0 0 0,0 0 0 0 0,0 1 0 0 0,-1 0 0 0 0,0 0 0 0 0,-1 0 0 0 0,1 0 0 0 0,-2 1 0 0 0,1-1 0 0 0,-1 1 0 0 0,-1 0 0 0 0,1 0 0 0 0,-2 0 0 0 0,1 0 0 0 0,-1-1 0 0 0,-1 13-1 0 0,-1-11 116 0 0,1 0 0 0 0,-2-1-1 0 0,1 1 1 0 0,-1-1 0 0 0,-1 1-1 0 0,0-1 1 0 0,0 0-1 0 0,-1 0 1 0 0,0-1 0 0 0,0 1-1 0 0,-1-1 1 0 0,0 0 0 0 0,-1-1-1 0 0,1 0 1 0 0,-2 0-1 0 0,1 0 1 0 0,-1-1 0 0 0,-8 6-1 0 0,10-8-65 0 0,0-1 0 0 0,-1 1 0 0 0,1-1 0 0 0,-1-1-1 0 0,0 1 1 0 0,0-1 0 0 0,0-1 0 0 0,0 1 0 0 0,0-1 0 0 0,0 0-1 0 0,0-1 1 0 0,0 0 0 0 0,-1 0 0 0 0,1 0 0 0 0,0-1-1 0 0,0 0 1 0 0,0 0 0 0 0,0-1 0 0 0,0 0 0 0 0,0 0 0 0 0,1-1-1 0 0,-1 0 1 0 0,1 0 0 0 0,-1 0 0 0 0,1-1 0 0 0,0 0-1 0 0,0 0 1 0 0,1-1 0 0 0,-1 1 0 0 0,1-1 0 0 0,-5-6 0 0 0,9 10-281 0 0,0 0 0 0 0,0 0 0 0 0,0 0 0 0 0,0 0 0 0 0,1 0 0 0 0,-1-1 1 0 0,0 1-1 0 0,1 0 0 0 0,-1 0 0 0 0,1-1 0 0 0,-1 1 0 0 0,1 0 0 0 0,0-1 1 0 0,-1 1-1 0 0,1 0 0 0 0,0-1 0 0 0,0 1 0 0 0,0-1 0 0 0,0 1 0 0 0,0 0 1 0 0,0-1-1 0 0,0 1 0 0 0,1-1 0 0 0,-1 1 0 0 0,0 0 0 0 0,1-1 0 0 0,-1 1 1 0 0,1 0-1 0 0,0 0 0 0 0,-1-1 0 0 0,2 0 0 0 0,1-2-1155 0 0,0 0 0 0 0,1 1 1 0 0,0-1-1 0 0,-1 1 0 0 0,1-1 0 0 0,0 1 0 0 0,5-3 0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1128 0 0,'3'0'6309'0'0,"14"0"987"0"0,12 0 3775 0 0,-26 0-10577 0 0,7 0-98 0 0,-7 0 186 0 0,0 0-347 0 0,31 3 40 0 0,45-4 1 0 0,-1-7-2878 0 0,-14-4-2766 0 0,-1-4-3915 0 0,-35 6 878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6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14 1772 0 0,'10'-13'22061'0'0,"-15"33"-18117"0"0,-17 56-1132 0 0,13-45-2526 0 0,1 0 0 0 0,1 0 0 0 0,2 0 0 0 0,1 1 0 0 0,1 0 1 0 0,2 45-1 0 0,2-75-458 0 0,-1 1 0 0 0,1-1 0 0 0,-1 1 0 0 0,1-1 0 0 0,0 1 1 0 0,-1-1-1 0 0,1 0 0 0 0,2 3 0 0 0,-2-4-65 0 0,-1 0 0 0 0,1 1 0 0 0,0-1 0 0 0,-1 0 1 0 0,1 0-1 0 0,0 0 0 0 0,0-1 0 0 0,0 1 0 0 0,0 0 0 0 0,0 0 0 0 0,0 0 0 0 0,0-1 0 0 0,0 1 1 0 0,0-1-1 0 0,0 1 0 0 0,1-1 0 0 0,-1 1 0 0 0,0-1 0 0 0,0 1 0 0 0,0-1 0 0 0,1 0 0 0 0,-1 0 1 0 0,0 0-1 0 0,0 0 0 0 0,1 0 0 0 0,-1 0 0 0 0,0 0 0 0 0,0 0 0 0 0,1 0 0 0 0,1-1 1 0 0,23-9-3609 0 0,-6-4-4076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6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69 1772 0 0,'-22'-39'11122'0'0,"5"10"-5402"0"0,15 30-6292 0 0,2-1 534 0 0,-1 1 0 0 0,1-1 0 0 0,0 0-1 0 0,-1 0 1 0 0,1 0 0 0 0,0 0 0 0 0,0 0-1 0 0,-1 0 1 0 0,1 0 0 0 0,0 0 0 0 0,0 1-1 0 0,-1-1 1 0 0,1 0 0 0 0,0 0 0 0 0,0 0-1 0 0,0 0 1 0 0,-1 1 0 0 0,1-1 0 0 0,0 0-1 0 0,0 0 1 0 0,0 1 0 0 0,0-1 0 0 0,-1 0-1 0 0,1 0 1 0 0,0 1 0 0 0,0-1-1 0 0,0 0 1 0 0,0 0 0 0 0,0 1 0 0 0,0-1-1 0 0,0 1 1 0 0,10 78-9099 0 0,-5-58 3860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7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290 667 80 0 0,'7'-5'1317'0'0,"-1"1"-1"0"0,0-1 1 0 0,0-1-1 0 0,-1 1 1 0 0,1-1-1 0 0,-1 0 1 0 0,-1 0-1 0 0,1 0 1 0 0,-1-1-1 0 0,6-12 1 0 0,-8 15-897 0 0,0 0 0 0 0,0 0 0 0 0,-1 0 0 0 0,1-1 1 0 0,-1 1-1 0 0,0-1 0 0 0,-1 1 0 0 0,1-1 0 0 0,-1 1 0 0 0,0-1 0 0 0,0 1 1 0 0,0-1-1 0 0,0 1 0 0 0,-1-1 0 0 0,0 1 0 0 0,0-1 0 0 0,0 1 0 0 0,0 0 1 0 0,-4-7-1 0 0,4 9-355 0 0,0 0 0 0 0,0 0 0 0 0,0 1 0 0 0,0-1 0 0 0,-1 1 0 0 0,1-1 0 0 0,-1 1 0 0 0,1-1 0 0 0,-1 1 0 0 0,1 0 0 0 0,-1 0 0 0 0,0 0 0 0 0,1 0 0 0 0,-1 0 0 0 0,0 0 0 0 0,0 0 0 0 0,0 1 0 0 0,-2-1 0 0 0,1 0-18 0 0,-1 1 1 0 0,0-1 0 0 0,1 1 0 0 0,-1 0 0 0 0,0 1 0 0 0,1-1 0 0 0,-1 0 0 0 0,0 1 0 0 0,-4 1 0 0 0,-3 2-8 0 0,0 1 1 0 0,0 0-1 0 0,0 0 0 0 0,1 1 1 0 0,-11 8-1 0 0,1 1-25 0 0,1 0-1 0 0,1 2 1 0 0,1 0 0 0 0,0 1-1 0 0,1 1 1 0 0,1 0 0 0 0,1 1-1 0 0,1 0 1 0 0,0 2 0 0 0,2-1-1 0 0,-14 37 1 0 0,23-52 0 0 0,0 0 1 0 0,0 0-1 0 0,1 1 1 0 0,-1-1-1 0 0,2 1 1 0 0,-1-1-1 0 0,1 1 1 0 0,0-1-1 0 0,0 1 1 0 0,1-1-1 0 0,-1 1 1 0 0,2-1-1 0 0,2 10 1 0 0,-3-13-9 0 0,0 0 1 0 0,1 0 0 0 0,-1 0 0 0 0,1 0-1 0 0,0 0 1 0 0,0-1 0 0 0,0 1 0 0 0,0 0-1 0 0,0-1 1 0 0,1 0 0 0 0,-1 1 0 0 0,1-1-1 0 0,-1 0 1 0 0,1 0 0 0 0,0-1 0 0 0,0 1-1 0 0,0-1 1 0 0,0 1 0 0 0,0-1 0 0 0,0 0-1 0 0,0 0 1 0 0,0 0 0 0 0,1 0 0 0 0,-1-1-1 0 0,0 1 1 0 0,1-1 0 0 0,-1 0 0 0 0,4 0-1 0 0,4-1-3 0 0,-1 0 1 0 0,1-1-1 0 0,0 0 0 0 0,-1-1 0 0 0,1 0 0 0 0,-1-1 0 0 0,0 0 0 0 0,0 0 0 0 0,0-1 1 0 0,-1 0-1 0 0,1-1 0 0 0,-1 0 0 0 0,-1-1 0 0 0,1 0 0 0 0,-1 0 0 0 0,12-14 0 0 0,2-5-46 0 0,-1 0 0 0 0,-1-1 0 0 0,-2-1-1 0 0,18-35 1 0 0,12-39-144 0 0,-3-2-1 0 0,50-182 1 0 0,-82 240 682 0 0,11-63 0 0 0,-24 108-488 0 0,1 1 1 0 0,-1-1 0 0 0,0 0-1 0 0,0 0 1 0 0,1 0 0 0 0,-1 0 0 0 0,0 1-1 0 0,0-1 1 0 0,0 0 0 0 0,0 0-1 0 0,0 0 1 0 0,-1 0 0 0 0,1 0-1 0 0,0 0 1 0 0,0 1 0 0 0,0-1 0 0 0,-1 0-1 0 0,1 0 1 0 0,0 0 0 0 0,-1 1-1 0 0,1-1 1 0 0,-2-1 0 0 0,2 2-7 0 0,-1 0 0 0 0,0 0-1 0 0,0 0 1 0 0,1 0 0 0 0,-1 1 0 0 0,0-1 0 0 0,1 0 0 0 0,-1 0 0 0 0,0 1 0 0 0,1-1 0 0 0,-1 0 0 0 0,0 1 0 0 0,1-1 0 0 0,-1 1 0 0 0,1-1 0 0 0,-1 1 0 0 0,1-1 0 0 0,-1 1 0 0 0,1-1-1 0 0,-1 1 1 0 0,-26 37 60 0 0,11-6 6 0 0,2 0-1 0 0,1 1 1 0 0,1 0 0 0 0,-7 43 0 0 0,8-24 18 0 0,3 1 0 0 0,-1 60-1 0 0,7-60-805 0 0,3 0-1 0 0,2-1 1 0 0,13 71-1 0 0,7-32-3998 0 0,9-1-3811 0 0,-15-52 337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8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253 258 496 0 0,'14'-31'6683'0'0,"14"-48"1"0"0,-25 68-5782 0 0,0 0 0 0 0,-1-1 0 0 0,0 0 1 0 0,-1 1-1 0 0,0-1 0 0 0,-1 0 0 0 0,-2-20 1 0 0,1 30-850 0 0,1 0 0 0 0,0 1 0 0 0,0-1 0 0 0,-1 1 0 0 0,1-1 0 0 0,-1 1-1 0 0,1-1 1 0 0,-1 1 0 0 0,0-1 0 0 0,1 1 0 0 0,-1-1 0 0 0,0 1 0 0 0,0 0 0 0 0,0-1 0 0 0,0 1 0 0 0,0 0 0 0 0,-1 0 0 0 0,1 0 0 0 0,0 0 0 0 0,0 0 0 0 0,-3-2 0 0 0,2 3-27 0 0,0-1 1 0 0,0 1-1 0 0,0-1 0 0 0,-1 1 0 0 0,1 0 1 0 0,0 0-1 0 0,0 0 0 0 0,0 0 0 0 0,0 0 0 0 0,0 0 1 0 0,-1 1-1 0 0,1-1 0 0 0,0 1 0 0 0,-2 0 1 0 0,-6 3-7 0 0,0 1 0 0 0,1-1 1 0 0,0 1-1 0 0,0 1 1 0 0,-10 8-1 0 0,1 0 5 0 0,1 2 0 0 0,1-1 0 0 0,1 2 0 0 0,0 0 0 0 0,1 1 0 0 0,-16 26 0 0 0,22-29-16 0 0,-1 0 0 0 0,2 0 0 0 0,0 0 0 0 0,1 1 0 0 0,1 0 0 0 0,0 1 0 0 0,1-1 0 0 0,1 1 0 0 0,-2 18 0 0 0,5-31-10 0 0,0 0 0 0 0,0 0 0 0 0,0 0 0 0 0,0 0 0 0 0,1 0 0 0 0,0 0 0 0 0,-1-1 0 0 0,2 1 0 0 0,-1 0 0 0 0,0 0 0 0 0,1 0 0 0 0,-1-1 0 0 0,6 7 0 0 0,-6-7-5 0 0,1-1 0 0 0,0 0 0 0 0,1 0 0 0 0,-1 0-1 0 0,0-1 1 0 0,0 1 0 0 0,1 0 0 0 0,-1-1-1 0 0,1 0 1 0 0,0 1 0 0 0,-1-1 0 0 0,1 0-1 0 0,0 0 1 0 0,0-1 0 0 0,-1 1 0 0 0,1-1-1 0 0,0 1 1 0 0,0-1 0 0 0,5 0 0 0 0,-2 0-9 0 0,1 0-1 0 0,-1-1 1 0 0,0 0 0 0 0,0 0 0 0 0,-1 0 0 0 0,1-1 0 0 0,0 0 0 0 0,0 0-1 0 0,-1-1 1 0 0,1 1 0 0 0,-1-1 0 0 0,9-6 0 0 0,-7 3 4 0 0,1 0 0 0 0,-1-1 0 0 0,0 0-1 0 0,-1 0 1 0 0,0-1 0 0 0,0 0 0 0 0,6-10 0 0 0,3-12-10 0 0,-2 0 1 0 0,0-1-1 0 0,13-51 0 0 0,-21 64 3 0 0,20-68-59 0 0,-24 84 75 0 0,0 12 18 0 0,0 0 1 0 0,-1 0-1 0 0,0 0 0 0 0,0 0 1 0 0,-1 0-1 0 0,0 0 1 0 0,-4 11-1 0 0,0 13 43 0 0,3-20-363 0 0,-2 19 584 0 0,2 0 1 0 0,0 0 0 0 0,7 65 0 0 0,-4-89-572 0 0,1 0-1 0 0,0 0 0 0 0,1 0 0 0 0,0 0 1 0 0,0 0-1 0 0,1-1 0 0 0,0 1 1 0 0,6 8-1 0 0,-6-12-450 0 0,0 0 1 0 0,0-1 0 0 0,0 1-1 0 0,0-1 1 0 0,1 0-1 0 0,-1 0 1 0 0,1 0-1 0 0,0-1 1 0 0,0 0 0 0 0,1 0-1 0 0,-1 0 1 0 0,1 0-1 0 0,10 2 1 0 0,7 1-7282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3400 0 0,'5'-48'16609'0'0,"-3"42"-15099"0"0,-2 5-1420 0 0,0 0 0 0 0,0 1 0 0 0,0-1 0 0 0,1 0 0 0 0,-1 0-1 0 0,0 0 1 0 0,0 1 0 0 0,1-1 0 0 0,-1 0 0 0 0,0 0 0 0 0,1 1 0 0 0,-1-1-1 0 0,0 0 1 0 0,1 0 0 0 0,-1 1 0 0 0,1-1 0 0 0,-1 0 0 0 0,1 1-1 0 0,0-1 1 0 0,1 0 0 0 0,22-4 186 0 0,2 2 0 0 0,-1 1 0 0 0,0 0 0 0 0,43 4 0 0 0,-10 0-134 0 0,14-1-51 0 0,28 0-1478 0 0,-34-5-2377 0 0,-37-1 42 0 0,-9-2-2478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27 1428 0 0,'-54'-26'16140'0'0,"39"25"-13413"0"0,13 3-2397 0 0,0 0 0 0 0,0-1-1 0 0,1 1 1 0 0,-1 0 0 0 0,0 0-1 0 0,1 0 1 0 0,0 0 0 0 0,0 0-1 0 0,-1 1 1 0 0,1-1 0 0 0,0 0-1 0 0,1 0 1 0 0,-1 1 0 0 0,0-1-1 0 0,0 4 1 0 0,-6 47 2729 0 0,5-31-1939 0 0,-15 136 1749 0 0,-1 80-2969 0 0,18-231-751 0 0,0 0-1 0 0,0 0 0 0 0,0 0 0 0 0,1 0 1 0 0,3 12-1 0 0,-3-16 232 0 0,0 0 1 0 0,0-1-1 0 0,0 0 1 0 0,0 1 0 0 0,0-1-1 0 0,1 0 1 0 0,-1 0-1 0 0,3 3 1 0 0,19 8-9219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1296 0 0,'5'-14'3308'0'0,"1"0"0"0"0,1 0 0 0 0,7-12 0 0 0,2-4 1400 0 0,-15 28-4233 0 0,0 2-334 0 0,-1-1 0 0 0,0 1-1 0 0,1 0 1 0 0,-1-1 0 0 0,0 1-1 0 0,1 0 1 0 0,-1-1 0 0 0,1 1 0 0 0,-1 0-1 0 0,0-1 1 0 0,1 1 0 0 0,-1 0-1 0 0,1 0 1 0 0,-1 0 0 0 0,1-1 0 0 0,-1 1-1 0 0,1 0 1 0 0,-1 0 0 0 0,2 0-1 0 0,-1 2 266 0 0,1 1-1 0 0,-1-1 1 0 0,0 0-1 0 0,0 1 1 0 0,0-1-1 0 0,-1 1 1 0 0,1 0-1 0 0,-1-1 0 0 0,1 1 1 0 0,-1 0-1 0 0,0 4 1 0 0,-2 37 2361 0 0,1-26-1927 0 0,-8 74-151 0 0,5-63-473 0 0,1 1 0 0 0,2-1 0 0 0,0 0 0 0 0,5 36 0 0 0,-3-62-258 0 0,-1 1-1 0 0,1-1 1 0 0,0 0-1 0 0,0 0 1 0 0,0 0-1 0 0,0 1 1 0 0,0-1-1 0 0,1-1 1 0 0,-1 1-1 0 0,1 0 1 0 0,0 0-1 0 0,0 0 1 0 0,0-1-1 0 0,0 1 1 0 0,0-1-1 0 0,1 0 1 0 0,-1 0-1 0 0,4 3 1 0 0,-2-3-103 0 0,0 0 0 0 0,0 0 0 0 0,0-1 0 0 0,1 1 0 0 0,-1-1 0 0 0,0 0 1 0 0,1 0-1 0 0,-1-1 0 0 0,0 1 0 0 0,1-1 0 0 0,-1 0 0 0 0,6-1 0 0 0,3 0-325 0 0,0-2-1 0 0,1 1 1 0 0,-1-2-1 0 0,0 0 1 0 0,-1 0-1 0 0,1-1 1 0 0,22-14-1 0 0,-18 9-1230 0 0,-1-2 0 0 0,0 0 0 0 0,17-18 0 0 0,13-20-5878 0 0,-16 11-1946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9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46 1408 0 0,'-15'-9'2120'0'0,"3"-1"-244"0"0,2 4-335 0 0,-1 0-173 0 0,3 1-356 0 0,-1 0 420 0 0,-6 0-512 0 0,2 5-376 0 0,2 9-508 0 0,5 4-620 0 0,4-1-144 0 0,2-2-412 0 0,3 2-1972 0 0,1 3-1177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49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21 2036 0 0,'38'-20'18383'0'0,"-38"19"-18277"0"0,-9 3 227 0 0,0 1 0 0 0,1-1 1 0 0,-1 2-1 0 0,1-1 0 0 0,0 1 1 0 0,0 0-1 0 0,0 0 0 0 0,1 1 1 0 0,0 0-1 0 0,0 1 1 0 0,-11 10-1 0 0,-5 6 544 0 0,-39 49 1 0 0,47-51-602 0 0,1 0 0 0 0,-21 42 0 0 0,30-53-213 0 0,1 1 0 0 0,0 0-1 0 0,1 0 1 0 0,0 0-1 0 0,0 1 1 0 0,1-1 0 0 0,1 1-1 0 0,0-1 1 0 0,0 14 0 0 0,1-21-70 0 0,0-1 1 0 0,0 1-1 0 0,1-1 1 0 0,-1 1-1 0 0,1 0 1 0 0,0-1 0 0 0,0 1-1 0 0,0-1 1 0 0,0 0-1 0 0,0 1 1 0 0,0-1-1 0 0,1 0 1 0 0,-1 0 0 0 0,1 0-1 0 0,0 0 1 0 0,-1 0-1 0 0,4 3 1 0 0,-1-2-152 0 0,0-1 1 0 0,0 1-1 0 0,1-1 1 0 0,-1 0-1 0 0,0 0 1 0 0,1 0-1 0 0,0 0 1 0 0,8 1-1 0 0,5 0-782 0 0,-1-1 0 0 0,0-1 0 0 0,0-1 0 0 0,24-2 0 0 0,68-15-8210 0 0,-45 3-797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0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781 25 2036 0 0,'-22'-13'13507'0'0,"22"12"-13455"0"0,0 1-1 0 0,0 0 1 0 0,0 0 0 0 0,0 0-1 0 0,0 0 1 0 0,0-1-1 0 0,0 1 1 0 0,0 0-1 0 0,0 0 1 0 0,-1 0-1 0 0,1 0 1 0 0,0-1-1 0 0,0 1 1 0 0,0 0-1 0 0,0 0 1 0 0,0 0-1 0 0,1-1 1 0 0,-1 1-1 0 0,0 0 1 0 0,0 0-1 0 0,0 0 1 0 0,0 0 0 0 0,0-1-1 0 0,0 1 1 0 0,0 0-1 0 0,0 0 1 0 0,0 0-1 0 0,0 0 1 0 0,0 0-1 0 0,1-1 1 0 0,-1 1-1 0 0,0 0 1 0 0,0 0-1 0 0,0 0 1 0 0,0 0-1 0 0,0 0 1 0 0,1 0-1 0 0,-1 0 1 0 0,0-1 0 0 0,0 1-1 0 0,0 0 1 0 0,0 0-1 0 0,1 0 1 0 0,-1 0-1 0 0,0 0 1 0 0,0 0-1 0 0,0 0 1 0 0,0 0-1 0 0,1 0 1 0 0,-1 0-1 0 0,0 0 1 0 0,0 0-1 0 0,0 0 1 0 0,1 0-1 0 0,-1 0 1 0 0,22-3 700 0 0,27 2-695 0 0,-49 1-27 0 0,349 14 416 0 0,-345-14-440 0 0,0 0 0 0 0,0 1 0 0 0,0 0 0 0 0,1 0 0 0 0,-1 0 0 0 0,0 0-1 0 0,0 1 1 0 0,0-1 0 0 0,0 1 0 0 0,-1 0 0 0 0,1 0 0 0 0,0 0-1 0 0,-1 1 1 0 0,0 0 0 0 0,5 3 0 0 0,-4-1 59 0 0,0 0 0 0 0,-1 0 0 0 0,1 0-1 0 0,-1 0 1 0 0,0 1 0 0 0,0 0 0 0 0,-1-1 0 0 0,1 1 0 0 0,1 9 0 0 0,1 10 311 0 0,-1 0 0 0 0,-1 0 0 0 0,-2 0 0 0 0,-1 30 0 0 0,0-34-117 0 0,-18 374 3305 0 0,-23 1-1774 0 0,25-249-1214 0 0,-57 417 354 0 0,4-35-747 0 0,15-145 988 0 0,32-277-250 0 0,-54 161 1 0 0,68-247-900 0 0,0-1-1 0 0,-1 0 1 0 0,-21 34-1 0 0,23-45-17 0 0,0 1-1 0 0,0-1 0 0 0,-1-1 0 0 0,0 1 0 0 0,-1-1 0 0 0,0-1 0 0 0,0 0 0 0 0,-19 12 0 0 0,-6-2-264 0 0,-1-1-1 0 0,-1-1 1 0 0,0-3 0 0 0,0 0 0 0 0,-72 11-1 0 0,51-15-449 0 0,0-3-1 0 0,0-2 0 0 0,-75-6 1 0 0,108 1-1959 0 0,-39-9 1 0 0,4-5-5965 0 0,14-1-3342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1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468 101 1080 0 0,'7'-4'2119'0'0,"0"-1"-1"0"0,0 0 1 0 0,-1-1 0 0 0,1 0-1 0 0,-2 0 1 0 0,1 0 0 0 0,0 0-1 0 0,-1-1 1 0 0,7-13 878 0 0,-13-2 112 0 0,-1 21-3079 0 0,0 0 0 0 0,0 0 0 0 0,0 1-1 0 0,0-1 1 0 0,0 0 0 0 0,0 1 0 0 0,-1-1-1 0 0,1 1 1 0 0,0-1 0 0 0,0 1 0 0 0,0 0-1 0 0,0 0 1 0 0,-1 0 0 0 0,1 0-1 0 0,0 0 1 0 0,0 1 0 0 0,0-1 0 0 0,0 1-1 0 0,-1-1 1 0 0,-2 3 0 0 0,-6 0-25 0 0,-1 2 1 0 0,-16 8-1 0 0,13-5-2 0 0,1 1 0 0 0,0 0-1 0 0,0 1 1 0 0,1 0 0 0 0,0 1 0 0 0,1 1 0 0 0,0 0-1 0 0,1 1 1 0 0,1 0 0 0 0,-17 26 0 0 0,1 8 52 0 0,1 0 0 0 0,3 1 1 0 0,2 2-1 0 0,2 0 0 0 0,-20 94 0 0 0,20-42-102 0 0,4 0-1 0 0,1 108 0 0 0,4 78 297 0 0,-28 500-212 0 0,-4 53 3320 0 0,57-464-2476 0 0,-3 97 248 0 0,-13-218-1129 0 0,7-183 0 0 0,-5-60 0 0 0,6-5 0 0 0,-4-7-2 0 0,1 0 1 0 0,0 0-1 0 0,-1 0 1 0 0,1-1-1 0 0,0 0 1 0 0,-1 0-1 0 0,1 0 0 0 0,0 0 1 0 0,0-1-1 0 0,-1 0 1 0 0,1 0-1 0 0,7-3 1 0 0,3 0-90 0 0,162-37-6059 0 0,-59 10-1735 0 0,-82 22 4381 0 0,62-17-9209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4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384 206 764 0 0,'5'-9'1180'0'0,"0"0"1"0"0,0 0-1 0 0,-1 0 0 0 0,0-1 0 0 0,0 1 1 0 0,-1-1-1 0 0,0 0 0 0 0,1-13 0 0 0,-3 18-953 0 0,-1 1-1 0 0,1 0 1 0 0,-1-1-1 0 0,0 1 1 0 0,0-1-1 0 0,-1 1 0 0 0,1 0 1 0 0,-1-1-1 0 0,0 1 1 0 0,0 0-1 0 0,-1 0 1 0 0,1-1-1 0 0,-1 1 1 0 0,0 0-1 0 0,0 0 0 0 0,0 1 1 0 0,-1-1-1 0 0,1 0 1 0 0,-1 1-1 0 0,0-1 1 0 0,-6-4-1 0 0,8 6-185 0 0,-1 1 0 0 0,-1 0 0 0 0,1-1 0 0 0,0 1 0 0 0,0 0 0 0 0,0 0 0 0 0,-1 0 0 0 0,1 1 0 0 0,0-1-1 0 0,-1 0 1 0 0,1 1 0 0 0,0 0 0 0 0,-1-1 0 0 0,1 1 0 0 0,-6 0 0 0 0,3 1-5 0 0,0 0 1 0 0,0 0-1 0 0,0 1 0 0 0,0-1 0 0 0,0 1 0 0 0,0 0 1 0 0,-5 3-1 0 0,-4 3 8 0 0,0 1-1 0 0,0 1 1 0 0,-21 19 0 0 0,7-2 25 0 0,0 2 0 0 0,-44 60 1 0 0,57-68-40 0 0,1 0-1 0 0,2 1 1 0 0,0 1 0 0 0,1 0 0 0 0,-12 39-1 0 0,20-55-23 0 0,2 1-1 0 0,-1-1 1 0 0,1 0-1 0 0,0 1 1 0 0,0-1-1 0 0,1 1 0 0 0,0-1 1 0 0,0 0-1 0 0,3 12 1 0 0,-3-16-4 0 0,1 0 1 0 0,0-1-1 0 0,0 1 0 0 0,0 0 1 0 0,1-1-1 0 0,-1 1 0 0 0,1-1 1 0 0,-1 1-1 0 0,1-1 0 0 0,0 0 1 0 0,0 0-1 0 0,0 0 1 0 0,0 0-1 0 0,0 0 0 0 0,0 0 1 0 0,1 0-1 0 0,-1-1 0 0 0,1 1 1 0 0,-1-1-1 0 0,1 0 0 0 0,-1 1 1 0 0,1-1-1 0 0,0-1 1 0 0,0 1-1 0 0,-1 0 0 0 0,1-1 1 0 0,4 1-1 0 0,4 0-3 0 0,0 0-1 0 0,0-1 1 0 0,0 0-1 0 0,0-1 1 0 0,0 0-1 0 0,0-1 1 0 0,0 0 0 0 0,0-1-1 0 0,0 0 1 0 0,-1-1-1 0 0,0 0 1 0 0,0-1 0 0 0,0 0-1 0 0,0 0 1 0 0,-1-1-1 0 0,1 0 1 0 0,-1-1-1 0 0,9-9 1 0 0,0-1-12 0 0,0-1 1 0 0,-1-1-1 0 0,-1-1 0 0 0,-1 0 0 0 0,-1-1 1 0 0,22-42-1 0 0,-24 38 170 0 0,34-61 715 0 0,-45 84-491 0 0,-4 28 379 0 0,1-16-550 0 0,-25 142 1589 0 0,25-133-1724 0 0,1 0-1 0 0,0 0 1 0 0,2 1-1 0 0,0-1 1 0 0,8 37-1 0 0,-7-50-128 0 0,-1-1-1 0 0,1 1 0 0 0,1-1 1 0 0,-1 0-1 0 0,1 1 0 0 0,0-1 1 0 0,0-1-1 0 0,1 1 1 0 0,-1 0-1 0 0,1-1 0 0 0,0 0 1 0 0,0 0-1 0 0,1 0 0 0 0,-1 0 1 0 0,1-1-1 0 0,0 1 0 0 0,0-1 1 0 0,8 3-1 0 0,-5-2-680 0 0,1-1 0 0 0,-1 1 1 0 0,1-2-1 0 0,14 3 0 0 0,-12-3-1326 0 0,-1-1 0 0 0,1 0-1 0 0,17-2 1 0 0,-5 0-5083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5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82 804 0 0,'-27'-42'16764'0'0,"27"41"-16640"0"0,0 0 1 0 0,1 1-1 0 0,-1-1 1 0 0,0 0-1 0 0,1 1 1 0 0,-1-1-1 0 0,0 1 1 0 0,1-1-1 0 0,-1 1 1 0 0,1-1-1 0 0,-1 1 1 0 0,1-1 0 0 0,-1 1-1 0 0,1 0 1 0 0,-1-1-1 0 0,1 1 1 0 0,-1-1-1 0 0,1 1 1 0 0,0 0-1 0 0,-1 0 1 0 0,1-1-1 0 0,0 1 1 0 0,-1 0-1 0 0,1 0 1 0 0,0 0 0 0 0,-1 0-1 0 0,1 0 1 0 0,0 0-1 0 0,-1 0 1 0 0,1 0-1 0 0,0 0 1 0 0,31 0 492 0 0,-20 0-388 0 0,140-6 805 0 0,-53-7-4398 0 0,-65 5-972 0 0,-32 7 3627 0 0,-1 1 0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5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9 228 0 0,'-5'-3'4153'0'0,"4"2"-3775"0"0,0 0 1 0 0,0 1-1 0 0,0-1 1 0 0,0 1-1 0 0,0-1 0 0 0,0 1 1 0 0,0-1-1 0 0,0 1 1 0 0,0 0-1 0 0,0 0 0 0 0,0-1 1 0 0,0 1-1 0 0,0 0 1 0 0,0 0-1 0 0,0 0 1 0 0,-1 0-1 0 0,1 0 0 0 0,0 0 1 0 0,0 1-1 0 0,0-1 1 0 0,0 0-1 0 0,-2 1 0 0 0,1 1 81 0 0,0 0 0 0 0,0 0 0 0 0,0 0 0 0 0,0 0-1 0 0,1 0 1 0 0,-1 0 0 0 0,1 0 0 0 0,-1 0-1 0 0,1 1 1 0 0,-2 4 0 0 0,-3 10 748 0 0,1 0 1 0 0,0 0-1 0 0,2 1 1 0 0,-4 33-1 0 0,2-13-399 0 0,3-26-835 0 0,-15 132 1193 0 0,15-116-4749 0 0,3 40-1 0 0,-1-66 2666 0 0,2 8-785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22 400 2120 0 0,'21'-35'6677'0'0,"15"-25"10592"0"0,-36 69-15225 0 0,-4 17-819 0 0,-20 66-399 0 0,9-36 42 0 0,2 1 1 0 0,-8 87 0 0 0,20-142-909 0 0,1 1 0 0 0,0 0 1 0 0,0-1-1 0 0,0 1 0 0 0,0 0 0 0 0,1 0 1 0 0,-1-1-1 0 0,1 1 0 0 0,-1 0 0 0 0,1-1 1 0 0,0 1-1 0 0,0-1 0 0 0,0 1 0 0 0,1-1 1 0 0,-1 1-1 0 0,0-1 0 0 0,1 0 0 0 0,2 2 1 0 0,-3-3-153 0 0,0 0 1 0 0,0 0-1 0 0,0-1 1 0 0,1 1-1 0 0,-1-1 0 0 0,0 1 1 0 0,1-1-1 0 0,-1 1 1 0 0,1-1-1 0 0,-1 0 1 0 0,1 0-1 0 0,-1 0 1 0 0,0 1-1 0 0,1-2 1 0 0,-1 1-1 0 0,1 0 1 0 0,-1 0-1 0 0,3-1 1 0 0,23-8-3013 0 0,-19 5 1461 0 0,0-1 0 0 0,-1 0 0 0 0,0 0 0 0 0,0 0 0 0 0,0-1 0 0 0,-1-1-1 0 0,11-11 1 0 0,1-6-7077 0 0</inkml:trace>
  <inkml:trace contextRef="#ctx0" brushRef="#br0" timeOffset="1">244 72 2624 0 0,'-3'-10'1900'0'0,"-1"1"0"0"0,0 0 0 0 0,0 0 0 0 0,0 0 1 0 0,-12-15-1 0 0,15 22-1384 0 0,0 4-934 0 0,0 0 17 0 0,1 1 0 0 0,-1-1 0 0 0,0 0-1 0 0,1 0 1 0 0,0 0 0 0 0,-1 1 0 0 0,1-1-1 0 0,0 0 1 0 0,0 1 0 0 0,0-1 0 0 0,1 0-1 0 0,-1 0 1 0 0,1 4 0 0 0,0 1-1757 0 0,1 5-1786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6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262 120 2848 0 0,'5'-2'1062'0'0,"-1"0"0"0"0,0 0 0 0 0,0 0 0 0 0,0 0 1 0 0,0-1-1 0 0,0 0 0 0 0,-1 0 0 0 0,1 0 0 0 0,-1 0 0 0 0,1-1 0 0 0,-1 1 0 0 0,0-1 0 0 0,-1 0 0 0 0,1 0 0 0 0,-1 0 0 0 0,4-8 0 0 0,-5 10-822 0 0,0 1 0 0 0,-1-1-1 0 0,1 0 1 0 0,0 0 0 0 0,-1 1-1 0 0,0-1 1 0 0,0 0 0 0 0,1 0-1 0 0,-1 0 1 0 0,0 1 0 0 0,0-1-1 0 0,-1 0 1 0 0,1 0 0 0 0,0 0-1 0 0,0 1 1 0 0,-1-1 0 0 0,1 0-1 0 0,-1 0 1 0 0,0 1 0 0 0,0-1-1 0 0,1 0 1 0 0,-2-1 0 0 0,0 1-158 0 0,1 1 0 0 0,-1-1-1 0 0,0 1 1 0 0,0 0 0 0 0,1-1 0 0 0,-1 1 0 0 0,0 0 0 0 0,0 0 0 0 0,0 0 0 0 0,0 0 0 0 0,0 0 0 0 0,0 1 0 0 0,-1-1-1 0 0,1 1 1 0 0,0-1 0 0 0,-3 1 0 0 0,0 0-24 0 0,0 0 0 0 0,0 0 0 0 0,0 1-1 0 0,0-1 1 0 0,0 1 0 0 0,0 0 0 0 0,-5 3 0 0 0,-2 0-14 0 0,0 1 0 0 0,0 1 0 0 0,0 1 1 0 0,-20 14-1 0 0,14-7-42 0 0,1 0 1 0 0,1 1-1 0 0,0 1 0 0 0,1 1 1 0 0,-20 28-1 0 0,29-37-3 0 0,1 0 0 0 0,0 0-1 0 0,1 1 1 0 0,-1-1 0 0 0,2 1-1 0 0,-1 0 1 0 0,1 0 0 0 0,1 0-1 0 0,0 1 1 0 0,0-1 0 0 0,1 0 0 0 0,0 1-1 0 0,0-1 1 0 0,1 1 0 0 0,2 14-1 0 0,-1-19-18 0 0,0 0-1 0 0,0-1 1 0 0,1 1-1 0 0,-1-1 1 0 0,1 1-1 0 0,0-1 1 0 0,1 0-1 0 0,-1 0 1 0 0,1 0-1 0 0,0 0 1 0 0,-1 0-1 0 0,2 0 1 0 0,4 4-1 0 0,-2-3-245 0 0,0-1 0 0 0,1 1 0 0 0,-1-1 0 0 0,1-1 0 0 0,0 1 0 0 0,-1-1 0 0 0,15 4 1 0 0,0-2-1048 0 0,1-1 0 0 0,-1 0 0 0 0,1-2 0 0 0,0-1 0 0 0,22-1 0 0 0,50-7-7063 0 0,-37-2 963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72 3352 0 0,'16'-50'12740'0'0,"-9"28"-8003"0"0,-6 25-4252 0 0,-1 11 481 0 0,0 0 0 0 0,-1 0 0 0 0,-1 0 0 0 0,-5 23 0 0 0,0 5 208 0 0,0 0-409 0 0,-3 40 61 0 0,9-73-765 0 0,1 0 1 0 0,1 1-1 0 0,-1-1 0 0 0,1 0 0 0 0,1 1 1 0 0,3 13-1 0 0,-4-22-193 0 0,0 1 0 0 0,-1 0 1 0 0,1 0-1 0 0,0-1 0 0 0,0 1 0 0 0,0-1 1 0 0,0 1-1 0 0,0-1 0 0 0,0 1 0 0 0,0-1 0 0 0,0 1 1 0 0,1-1-1 0 0,-1 0 0 0 0,0 0 0 0 0,1 1 1 0 0,-1-1-1 0 0,1 0 0 0 0,0 0 0 0 0,-1-1 0 0 0,1 1 1 0 0,0 0-1 0 0,-1-1 0 0 0,1 1 0 0 0,0-1 1 0 0,0 1-1 0 0,0-1 0 0 0,-1 0 0 0 0,1 1 0 0 0,0-1 1 0 0,0 0-1 0 0,0-1 0 0 0,0 1 0 0 0,0 0 1 0 0,-1 0-1 0 0,1-1 0 0 0,0 1 0 0 0,2-2 0 0 0,4 0-1509 0 0,-1-1-1 0 0,0 0 0 0 0,-1 0 0 0 0,1-1 0 0 0,0 0 0 0 0,-1 0 1 0 0,11-10-1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0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62 2028 0 0,'-29'-56'12476'0'0,"27"54"-11953"0"0,-2 0 55 0 0,4 2-573 0 0,-1 0 0 0 0,1 0 0 0 0,0-1 0 0 0,0 1-1 0 0,-1 0 1 0 0,1 0 0 0 0,0 0 0 0 0,0 0 0 0 0,-1 0-1 0 0,1 0 1 0 0,0 0 0 0 0,0-1 0 0 0,-1 1 0 0 0,1 0 0 0 0,0 0-1 0 0,-1 0 1 0 0,1 0 0 0 0,0 0 0 0 0,0 0 0 0 0,-1 0 0 0 0,1 1-1 0 0,0-1 1 0 0,0 0 0 0 0,-1 0 0 0 0,1 0 0 0 0,0 0-1 0 0,0 0 1 0 0,-1 0 0 0 0,1 0 0 0 0,0 1 0 0 0,0-1 0 0 0,-1 0-1 0 0,1 0 1 0 0,0 0 0 0 0,0 0 0 0 0,0 1 0 0 0,-1-1 0 0 0,1 0-1 0 0,0 0 1 0 0,0 1 0 0 0,0-1 0 0 0,0 0 0 0 0,0 0 0 0 0,0 1-1 0 0,-1-1 1 0 0,1 0 0 0 0,0 0 0 0 0,0 1 0 0 0,0-1-1 0 0,0 0 1 0 0,0 1 0 0 0,-21 42-2830 0 0,10-11-2301 0 0,4-10-375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0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216 713 312 0 0,'3'-2'997'0'0,"0"0"1"0"0,0 0-1 0 0,0-1 0 0 0,-1 1 0 0 0,1-1 1 0 0,-1 1-1 0 0,0-1 0 0 0,0 0 0 0 0,0 0 1 0 0,3-5-1 0 0,-2 2 102 0 0,0-1 0 0 0,-1 0 0 0 0,1 0 0 0 0,1-12 1 0 0,-1-2 1089 0 0,-1 0-1 0 0,-1-28 1 0 0,-1 47-1966 0 0,0 1-170 0 0,1 0 0 0 0,-1 0 0 0 0,0 0 0 0 0,0 0 0 0 0,0 0 0 0 0,-1 0 0 0 0,1 0 0 0 0,0 0 0 0 0,0 0 0 0 0,0 0 0 0 0,-1 0 0 0 0,1 0 0 0 0,-1 0 0 0 0,1 0 0 0 0,0 0 0 0 0,-1 1 0 0 0,1-1-1 0 0,-1 0 1 0 0,-1-1 0 0 0,1 2-36 0 0,0-1-1 0 0,0 1 1 0 0,0 0-1 0 0,1 0 0 0 0,-1-1 1 0 0,0 1-1 0 0,0 0 1 0 0,0 0-1 0 0,0 0 1 0 0,0 0-1 0 0,0 0 0 0 0,0 1 1 0 0,0-1-1 0 0,0 0 1 0 0,0 0-1 0 0,0 1 0 0 0,1-1 1 0 0,-2 1-1 0 0,-8 4 24 0 0,0 1 0 0 0,0 0 0 0 0,1 1-1 0 0,0-1 1 0 0,0 2 0 0 0,1 0 0 0 0,0 0-1 0 0,-10 13 1 0 0,6-8-26 0 0,-5 6-23 0 0,0 1 0 0 0,1 1 0 0 0,0 0-1 0 0,2 1 1 0 0,1 1 0 0 0,1 0 0 0 0,-18 47-1 0 0,29-66 3 0 0,0 0 0 0 0,0-1 0 0 0,0 1 0 0 0,1 0 0 0 0,-1 0 0 0 0,1-1 0 0 0,0 1 0 0 0,0 0 0 0 0,1 0 0 0 0,-1 0 0 0 0,1-1 0 0 0,-1 1 0 0 0,1 0 0 0 0,2 4 0 0 0,-2-6-30 0 0,0 0 0 0 0,0 0 1 0 0,1 0-1 0 0,-1-1 0 0 0,0 1 0 0 0,1 0 0 0 0,-1-1 0 0 0,1 1 0 0 0,0-1 0 0 0,-1 0 0 0 0,1 1 0 0 0,0-1 0 0 0,0 0 1 0 0,0 0-1 0 0,0 0 0 0 0,0 0 0 0 0,0-1 0 0 0,0 1 0 0 0,0 0 0 0 0,0-1 0 0 0,0 1 0 0 0,1-1 0 0 0,-1 0 0 0 0,0 0 0 0 0,4 0 1 0 0,8-1-332 0 0,0-1 0 0 0,0 0 0 0 0,-1-1 0 0 0,1 0 0 0 0,-1-1 0 0 0,1-1 0 0 0,-1 0 0 0 0,0-1 0 0 0,-1 0 0 0 0,19-12 0 0 0,-2-2-565 0 0,0-2-1 0 0,51-47 1 0 0,-41 28 324 0 0,-2-1 0 0 0,-1-2 0 0 0,-3-2 0 0 0,54-95 0 0 0,-54 76 682 0 0,-3-1 0 0 0,-3-1 0 0 0,25-101 0 0 0,-47 153 105 0 0,-4 11-126 0 0,1 0 0 0 0,-1 0-1 0 0,0 0 1 0 0,0-1 0 0 0,0 1 0 0 0,-1 0 0 0 0,0-1-1 0 0,0 1 1 0 0,0-1 0 0 0,-1-6 0 0 0,1 11-49 0 0,0-1 1 0 0,-1 1-1 0 0,1 0 0 0 0,-1 0 1 0 0,1-1-1 0 0,0 1 1 0 0,-1 0-1 0 0,1 0 1 0 0,0 0-1 0 0,-1 0 1 0 0,1 0-1 0 0,-1 0 0 0 0,1 0 1 0 0,0 0-1 0 0,-1 0 1 0 0,1 0-1 0 0,-1 0 1 0 0,1 0-1 0 0,-1 0 1 0 0,1 0-1 0 0,0 0 0 0 0,-1 0 1 0 0,1 0-1 0 0,0 0 1 0 0,-1 0-1 0 0,1 1 1 0 0,-1-1-1 0 0,1 0 1 0 0,0 0-1 0 0,-1 0 0 0 0,1 1 1 0 0,0-1-1 0 0,-1 1 1 0 0,-12 7 38 0 0,1 2 98 0 0,1 1 0 0 0,0 1 0 0 0,1 0 0 0 0,1 0 0 0 0,0 1 0 0 0,0 0-1 0 0,2 1 1 0 0,-8 16 0 0 0,-2 9 737 0 0,-20 73 0 0 0,26-71-506 0 0,2 1-1 0 0,2 1 1 0 0,2-1-1 0 0,0 60 1 0 0,5-73-294 0 0,2 1 1 0 0,1-1 0 0 0,1 1 0 0 0,2-1-1 0 0,1 0 1 0 0,1-1 0 0 0,14 34-1 0 0,-16-49-401 0 0,0-1-1 0 0,1 0 0 0 0,0 0 1 0 0,1 0-1 0 0,1-1 0 0 0,-1 0 1 0 0,16 14-1 0 0,-15-18-1041 0 0,0 1-1 0 0,1-1 1 0 0,-1 0-1 0 0,2-1 0 0 0,14 7 1 0 0,12 3-6399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6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33 172 0 0,'-47'-32'12088'0'0,"45"32"-11541"0"0,-1 1 88 0 0,3-1-612 0 0,0 0 0 0 0,-1 0 0 0 0,1 0 1 0 0,0 0-1 0 0,-1 0 0 0 0,1 0 0 0 0,-1 0 0 0 0,1 0 0 0 0,0 0 0 0 0,-1 1 0 0 0,1-1 0 0 0,0 0 0 0 0,-1 0 0 0 0,1 0 1 0 0,0 0-1 0 0,-1 1 0 0 0,1-1 0 0 0,0 0 0 0 0,-1 0 0 0 0,1 1 0 0 0,0-1 0 0 0,0 0 0 0 0,-1 1 0 0 0,1-1 1 0 0,0 1-1 0 0,-10 24 1128 0 0,1 0 0 0 0,1 1 0 0 0,-8 42 0 0 0,-3 14 244 0 0,-37 92 344 0 0,-40 83 234 0 0,91-247-1022 0 0,5-12-65 0 0,7-18-502 0 0,6-3-275 0 0,2 2 0 0 0,0 0 0 0 0,21-22-1 0 0,-30 37-117 0 0,0 0 0 0 0,0 0 0 0 0,0 0 0 0 0,1 1 0 0 0,0 0 0 0 0,0 1 0 0 0,0 0 0 0 0,0 0 0 0 0,1 0-1 0 0,0 1 1 0 0,0 0 0 0 0,0 1 0 0 0,13-3 0 0 0,-17 4-4 0 0,0 1-1 0 0,0 0 1 0 0,0-1 0 0 0,0 2 0 0 0,0-1-1 0 0,0 0 1 0 0,0 1 0 0 0,0 0-1 0 0,0 0 1 0 0,0 0 0 0 0,0 1 0 0 0,-1-1-1 0 0,1 1 1 0 0,0 0 0 0 0,-1 0-1 0 0,1 0 1 0 0,-1 0 0 0 0,0 1-1 0 0,1-1 1 0 0,-1 1 0 0 0,-1 0 0 0 0,1 0-1 0 0,0 0 1 0 0,-1 0 0 0 0,1 1-1 0 0,-1-1 1 0 0,0 1 0 0 0,0-1-1 0 0,0 1 1 0 0,-1 0 0 0 0,1 0 0 0 0,-1-1-1 0 0,1 6 1 0 0,0-2 72 0 0,-1 0-1 0 0,1 1 1 0 0,-1-1 0 0 0,-1 1 0 0 0,1-1-1 0 0,-1 0 1 0 0,-1 1 0 0 0,1-1-1 0 0,-1 1 1 0 0,0-1 0 0 0,-1 0 0 0 0,0 0-1 0 0,0 1 1 0 0,-1-1 0 0 0,0-1-1 0 0,0 1 1 0 0,-4 7 0 0 0,2-8 110 0 0,-1 1 1 0 0,0-1-1 0 0,1 0 1 0 0,-2-1-1 0 0,1 0 1 0 0,-1 0-1 0 0,0 0 1 0 0,0-1-1 0 0,0 0 0 0 0,0 0 1 0 0,-1-1-1 0 0,1 0 1 0 0,-1 0-1 0 0,0-1 1 0 0,0 0-1 0 0,0 0 1 0 0,-1-1-1 0 0,-13 1 1 0 0,4-1-33 0 0,0-2 1 0 0,0 0 0 0 0,0 0 0 0 0,1-2 0 0 0,-1 0 0 0 0,1-2-1 0 0,-29-10 1 0 0,41 14-158 0 0,2 0-89 0 0,0-1 0 0 0,0 1 0 0 0,-1 0 0 0 0,1-1 0 0 0,0 0 0 0 0,-3-3 1 0 0,4 4-164 0 0,1 0 1 0 0,0 0-1 0 0,1 0 1 0 0,-1 0-1 0 0,0 0 1 0 0,0-1 0 0 0,0 1-1 0 0,1 0 1 0 0,-1-1-1 0 0,0 1 1 0 0,0-2-1 0 0,1 2 47 0 0,1 0-1 0 0,-1-1 1 0 0,0 1-1 0 0,0 0 0 0 0,0 0 1 0 0,1 0-1 0 0,-1 0 0 0 0,0 0 1 0 0,1 0-1 0 0,-1 0 0 0 0,1 0 1 0 0,-1 0-1 0 0,1 0 0 0 0,0 0 1 0 0,-1 0-1 0 0,1 0 0 0 0,0 0 1 0 0,1-1-1 0 0,16-13-3200 0 0,13-3-5229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7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1404 0 0,'2'0'5628'0'0,"25"-5"3205"0"0,1 1-3315 0 0,7 2-2310 0 0,18 0-2917 0 0,61-5-775 0 0,-82 2-38 0 0,-1 0-1 0 0,35-12 0 0 0,-53 12-889 0 0,0 0-1 0 0,22-12 1 0 0,-27 12-88 0 0,-1 0 0 0 0,0 0-1 0 0,1-1 1 0 0,-2 0 0 0 0,8-8 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7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8 444 0 0,'-2'-1'2623'0'0,"-1"0"-1887"0"0,1 0 1 0 0,-1 0 0 0 0,0 0-1 0 0,1 0 1 0 0,-1 1-1 0 0,0-1 1 0 0,0 1-1 0 0,0 0 1 0 0,1 0-1 0 0,-1 0 1 0 0,0 0-1 0 0,-4 1 1 0 0,4 0-348 0 0,1 0 0 0 0,-1 0 1 0 0,0 1-1 0 0,1-1 1 0 0,0 1-1 0 0,-1 0 0 0 0,1-1 1 0 0,0 1-1 0 0,0 0 0 0 0,0 0 1 0 0,0 1-1 0 0,0-1 1 0 0,-2 4-1 0 0,-11 16 1541 0 0,1 1 0 0 0,1 0 0 0 0,-20 48 0 0 0,-16 79 313 0 0,35-105-1907 0 0,9-27-782 0 0,1-1 0 0 0,1 1 1 0 0,0 1-1 0 0,0 18 0 0 0,3-35-6 0 0,0 1 0 0 0,0 0-1 0 0,1 0 1 0 0,-1-1 0 0 0,1 1 0 0 0,-1 0 0 0 0,1-1-1 0 0,0 1 1 0 0,0 0 0 0 0,0-1 0 0 0,3 5 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7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89 3016 0 0,'2'-6'1409'0'0,"12"-53"14530"0"0,-6 36-11518 0 0,-12 37-2670 0 0,-6 23-83 0 0,2 0-1 0 0,-3 42 1 0 0,5-39-1403 0 0,5-31-206 0 0,-6 55 341 0 0,7-59-367 0 0,0 0 0 0 0,0 0 0 0 0,0 0 0 0 0,1 0 0 0 0,-1 0 0 0 0,1 0 0 0 0,1 0 0 0 0,-1-1 0 0 0,0 1 0 0 0,4 5 0 0 0,-5-8-106 0 0,1-1 0 0 0,0 0 0 0 0,0 0 0 0 0,0 1 0 0 0,0-1 0 0 0,0 0 0 0 0,1 0 0 0 0,-1 0 0 0 0,0 0 0 0 0,0-1 0 0 0,1 1 0 0 0,-1 0 0 0 0,0 0 0 0 0,1-1 0 0 0,-1 1 0 0 0,1-1 0 0 0,-1 1 1 0 0,4 0-1 0 0,-2-1-188 0 0,1 0 1 0 0,-1 0 0 0 0,0 0 0 0 0,1 0 0 0 0,-1-1 0 0 0,1 1 0 0 0,-1-1 0 0 0,4-1-1 0 0,3-2-969 0 0,-1 0-1 0 0,0 0 1 0 0,0 0-1 0 0,15-11 0 0 0,20-22-8677 0 0,-19 11-525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7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57 1500 0 0,'-36'-51'12171'0'0,"35"49"-11679"0"0,-2 1 28 0 0,3 1-507 0 0,-1 0-1 0 0,1-1 1 0 0,0 1-1 0 0,0 0 1 0 0,-1 0 0 0 0,1-1-1 0 0,0 1 1 0 0,-1 0-1 0 0,1 0 1 0 0,0 0-1 0 0,-1 0 1 0 0,1-1 0 0 0,-1 1-1 0 0,1 0 1 0 0,0 0-1 0 0,-1 0 1 0 0,1 0-1 0 0,0 0 1 0 0,-1 0-1 0 0,1 0 1 0 0,-1 0 0 0 0,1 0-1 0 0,-1 0 1 0 0,-1 2-213 0 0,0 0 0 0 0,1 0-1 0 0,-1 1 1 0 0,0-1 0 0 0,1 0 0 0 0,-1 0 0 0 0,1 1 0 0 0,0-1 0 0 0,0 1 0 0 0,0-1 0 0 0,0 1-1 0 0,-1 3 1 0 0,-2 20-4624 0 0,3-10-331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8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304 586 1944 0 0,'4'-1'992'0'0,"0"-1"1"0"0,0 1-1 0 0,0-1 0 0 0,0 0 0 0 0,0 0 0 0 0,0-1 0 0 0,-1 1 1 0 0,1-1-1 0 0,-1 0 0 0 0,6-5 0 0 0,-5 3-231 0 0,0-1 0 0 0,0 1 0 0 0,-1-1 0 0 0,0 1 1 0 0,0-1-1 0 0,0 0 0 0 0,0 0 0 0 0,-1 0 0 0 0,0-1 0 0 0,1-7 0 0 0,-3 13-712 0 0,1 0 1 0 0,-1 0-1 0 0,0 0 1 0 0,0 0-1 0 0,0 0 0 0 0,0 0 1 0 0,0 0-1 0 0,0 0 1 0 0,0 0-1 0 0,0 0 1 0 0,0 0-1 0 0,0 0 0 0 0,0 0 1 0 0,-1 0-1 0 0,1 0 1 0 0,0 0-1 0 0,-1 0 1 0 0,1 0-1 0 0,-1 0 0 0 0,1 0 1 0 0,-1 0-1 0 0,0 1 1 0 0,1-1-1 0 0,-1 0 0 0 0,0 0 1 0 0,1 0-1 0 0,-1 1 1 0 0,0-1-1 0 0,0 0 1 0 0,0 1-1 0 0,0-1 0 0 0,0 1 1 0 0,1-1-1 0 0,-1 1 1 0 0,0 0-1 0 0,0-1 1 0 0,-1 1-1 0 0,-2-1-11 0 0,-1 0 0 0 0,1 1 0 0 0,0-1 0 0 0,0 1 0 0 0,0 0 0 0 0,-6 1 0 0 0,-1 1-1 0 0,-1 1 0 0 0,1-1-1 0 0,0 2 1 0 0,1 0 0 0 0,-1 0-1 0 0,0 1 1 0 0,-14 8 0 0 0,2 2-4 0 0,-40 33 0 0 0,46-34-36 0 0,0 0-1 0 0,1 1 1 0 0,1 1-1 0 0,0 0 1 0 0,1 1-1 0 0,1 1 1 0 0,-19 33-1 0 0,31-49 7 0 0,1-1 0 0 0,-1 1 1 0 0,0-1-1 0 0,1 1 0 0 0,-1-1 0 0 0,1 1 0 0 0,-1-1 0 0 0,1 1 0 0 0,0 0 0 0 0,-1-1 0 0 0,1 1 1 0 0,0 0-1 0 0,0-1 0 0 0,0 1 0 0 0,1 0 0 0 0,-1-1 0 0 0,0 1 0 0 0,0-1 0 0 0,1 1 0 0 0,-1 0 1 0 0,2 1-1 0 0,-1-2-1 0 0,0 0 0 0 0,0 1 0 0 0,0-1 0 0 0,0 0 1 0 0,1 0-1 0 0,-1 0 0 0 0,0 0 0 0 0,1-1 0 0 0,-1 1 0 0 0,1 0 1 0 0,-1 0-1 0 0,1-1 0 0 0,-1 1 0 0 0,1-1 0 0 0,-1 0 0 0 0,1 1 1 0 0,2-1-1 0 0,4 1-25 0 0,1-1 1 0 0,-1 0-1 0 0,0-1 1 0 0,0 1-1 0 0,1-2 1 0 0,-1 1-1 0 0,9-4 1 0 0,4-3-166 0 0,0 0 1 0 0,0-2 0 0 0,-1 0 0 0 0,-1-2 0 0 0,0 0 0 0 0,0-1 0 0 0,30-29 0 0 0,-14 9-37 0 0,-3-2-1 0 0,49-66 0 0 0,-39 39-11 0 0,46-90-1 0 0,21-74 2388 0 0,-100 207-1628 0 0,-5 6-237 0 0,-7 14 11 0 0,-12 22-122 0 0,-17 54 393 0 0,4 2 0 0 0,3 0 0 0 0,4 2 0 0 0,3 0 0 0 0,-9 101 0 0 0,11 27-5583 0 0,15-71-7140 0 0,1-100 3899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1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514 192 1340 0 0,'0'-10'1057'0'0,"-1"0"0"0"0,-1 0-1 0 0,1 1 1 0 0,-2-1 0 0 0,-5-16 0 0 0,5 17-642 0 0,-1-1 0 0 0,0 1 0 0 0,-1 0 0 0 0,0 0 0 0 0,-1 0 0 0 0,0 1 0 0 0,0-1 1 0 0,0 1-1 0 0,-12-10 0 0 0,15 16-358 0 0,0 0 1 0 0,0 0-1 0 0,0 0 1 0 0,-1 0 0 0 0,1 0-1 0 0,-1 1 1 0 0,1 0-1 0 0,-1 0 1 0 0,1 0-1 0 0,-1 0 1 0 0,0 0-1 0 0,1 1 1 0 0,-1-1 0 0 0,-5 1-1 0 0,2 0-12 0 0,0 1 0 0 0,0 0 0 0 0,0 1 0 0 0,0-1 0 0 0,0 1 0 0 0,0 0 0 0 0,-7 4 0 0 0,0 1-6 0 0,0 1 0 0 0,1 0-1 0 0,0 0 1 0 0,0 1 0 0 0,1 1 0 0 0,-16 16 0 0 0,-7 12 113 0 0,-50 67 0 0 0,70-84-102 0 0,2 0 0 0 0,1 1 0 0 0,1 0 0 0 0,0 0 0 0 0,-10 38 0 0 0,19-56-26 0 0,1 0 0 0 0,0 1 1 0 0,0-1-1 0 0,1 1 0 0 0,-1-1 1 0 0,1 1-1 0 0,0-1 1 0 0,0 1-1 0 0,1-1 0 0 0,-1 1 1 0 0,1-1-1 0 0,1 5 0 0 0,-1-6-8 0 0,0-1-1 0 0,0 0 0 0 0,1 0 0 0 0,-1 0 1 0 0,0 0-1 0 0,1-1 0 0 0,-1 1 0 0 0,1 0 1 0 0,-1-1-1 0 0,1 1 0 0 0,0 0 0 0 0,-1-1 1 0 0,1 0-1 0 0,0 0 0 0 0,0 1 0 0 0,0-1 1 0 0,0 0-1 0 0,1 0 0 0 0,-1-1 0 0 0,0 1 1 0 0,0 0-1 0 0,0-1 0 0 0,1 1 1 0 0,-1-1-1 0 0,3 0 0 0 0,4 1 2 0 0,0-1 0 0 0,-1 0 0 0 0,1-1-1 0 0,0 0 1 0 0,0-1 0 0 0,-1 1 0 0 0,1-1 0 0 0,-1-1 0 0 0,1 0 0 0 0,-1 0 0 0 0,0-1-1 0 0,0 0 1 0 0,0 0 0 0 0,-1-1 0 0 0,0 0 0 0 0,0 0 0 0 0,0 0 0 0 0,0-1 0 0 0,9-10-1 0 0,6-10 280 0 0,-1-1 0 0 0,-2-1 0 0 0,28-49 1 0 0,-46 76-275 0 0,34-74 1267 0 0,-5 10 281 0 0,-19 51-1281 0 0,-11 14-286 0 0,0 0 0 0 0,0 0 1 0 0,1 0-1 0 0,-1 1 0 0 0,0-1 1 0 0,0 0-1 0 0,0 0 0 0 0,1 0 1 0 0,-1 0-1 0 0,0 1 0 0 0,0-1 1 0 0,0 0-1 0 0,0 0 0 0 0,0 1 1 0 0,1-1-1 0 0,-1 0 0 0 0,0 0 0 0 0,0 0 1 0 0,0 1-1 0 0,0-1 0 0 0,0 0 1 0 0,0 1-1 0 0,0-1 0 0 0,0 0 1 0 0,0 0-1 0 0,0 1 0 0 0,0-1 1 0 0,0 0-1 0 0,0 0 0 0 0,0 1 1 0 0,0-1-1 0 0,0 0 0 0 0,0 1 0 0 0,-5 35 28 0 0,5-35-29 0 0,-6 37-392 0 0,-1-6 703 0 0,2 1 1 0 0,-1 48 0 0 0,6-70-575 0 0,1 0-1 0 0,0 0 1 0 0,1-1 0 0 0,5 18-1 0 0,-5-22-275 0 0,0 1-1 0 0,1-1 1 0 0,0 0-1 0 0,0 0 1 0 0,1 0-1 0 0,-1 0 0 0 0,1-1 1 0 0,6 7-1 0 0,3 0-4010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2048 0 0,'1'-12'2808'0'0,"5"-46"13696"0"0,-5 33-12773 0 0,-1 23-3224 0 0,5-9 731 0 0,-2 9-1175 0 0,-1 1 0 0 0,1 0 0 0 0,0 0-1 0 0,0 0 1 0 0,-1 1 0 0 0,1-1 0 0 0,0 1 0 0 0,0-1 0 0 0,0 1 0 0 0,0 0 0 0 0,4 0 0 0 0,44 4 124 0 0,-27-2-131 0 0,-21-2-121 0 0,125 2-4363 0 0,-107-3 376 0 0,-1-2 0 0 0,24-5-1 0 0,-23 2-4727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2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42 2220 0 0,'1'-2'2702'0'0,"15"-37"12431"0"0,-18 62-13391 0 0,-1 0 0 0 0,-1 0 0 0 0,-13 41 0 0 0,6-25-850 0 0,7-24-691 0 0,-26 115 1282 0 0,27-111-1617 0 0,0 1-1 0 0,2 0 1 0 0,0-1 0 0 0,3 33-1 0 0,-2-49-80 0 0,0-1 0 0 0,1 0 0 0 0,-1 1 0 0 0,1-1 0 0 0,-1 0 0 0 0,1 1 0 0 0,0-1 0 0 0,0 0 0 0 0,0 0 0 0 0,0 0 1 0 0,0 0-1 0 0,0 0 0 0 0,1 0 0 0 0,-1 0 0 0 0,1 0 0 0 0,-1-1 0 0 0,1 1 0 0 0,0-1 0 0 0,0 1 0 0 0,0-1 0 0 0,0 1 0 0 0,0-1 0 0 0,2 1 0 0 0,-1-1-632 0 0,1 0 0 0 0,-1 0 1 0 0,1 0-1 0 0,-1-1 0 0 0,1 0 0 0 0,-1 1 1 0 0,1-1-1 0 0,0 0 0 0 0,-1-1 1 0 0,1 1-1 0 0,-1-1 0 0 0,1 0 0 0 0,-1 1 1 0 0,7-4-1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2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79 2368 0 0,'-52'-71'12897'0'0,"51"70"-12903"0"0,1 1 0 0 0,0 0-1 0 0,0-1 1 0 0,0 1-1 0 0,-1-1 1 0 0,1 1 0 0 0,0 0-1 0 0,-1-1 1 0 0,1 1-1 0 0,0 0 1 0 0,-1-1 0 0 0,1 1-1 0 0,0 0 1 0 0,-1-1-1 0 0,1 1 1 0 0,-1 0-1 0 0,1 0 1 0 0,0-1 0 0 0,-1 1-1 0 0,1 0 1 0 0,-1 0-1 0 0,1 0 1 0 0,-1 0 0 0 0,1 0-1 0 0,-1 0 1 0 0,1 0-1 0 0,-1 0 1 0 0,1 0 0 0 0,-1 0-1 0 0,1 0 1 0 0,-1 0-1 0 0,1 0 1 0 0,0 0 0 0 0,-1 0-1 0 0,1 0 1 0 0,-1 0-1 0 0,1 1 1 0 0,-1-1 0 0 0,1 0-1 0 0,-1 0 1 0 0,1 0-1 0 0,0 1 1 0 0,-1-1-1 0 0,1 0 1 0 0,0 1 0 0 0,-1-1-1 0 0,1 0 1 0 0,0 1-1 0 0,-1-1 1 0 0,1 0 0 0 0,0 1-1 0 0,0-1 1 0 0,-1 1-1 0 0,1-1 1 0 0,0 1 0 0 0,0-1-1 0 0,0 0 1 0 0,0 1-1 0 0,-1-1 1 0 0,1 1 0 0 0,-5 28-6808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2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58 3696 0 0,'11'-21'15568'0'0,"-10"9"-11535"0"0,0 11-3877 0 0,-1 0 0 0 0,0 0 0 0 0,0 0 0 0 0,0 0 0 0 0,0 0 0 0 0,0 0 0 0 0,0 0 0 0 0,0 0-1 0 0,-1 0 1 0 0,1 0 0 0 0,0 0 0 0 0,0 0 0 0 0,-1 0 0 0 0,1 0 0 0 0,-1 0 0 0 0,1 0-1 0 0,-1 1 1 0 0,1-1 0 0 0,-1 0 0 0 0,0 0 0 0 0,1 0 0 0 0,-1 1 0 0 0,0-1 0 0 0,-1-1-1 0 0,1 2-124 0 0,-1 0-1 0 0,0 0 1 0 0,1 0-1 0 0,-1 0 1 0 0,1 1-1 0 0,-1-1 1 0 0,1 1-1 0 0,-1-1 1 0 0,1 1-1 0 0,-1-1 0 0 0,1 1 1 0 0,-1 0-1 0 0,1-1 1 0 0,0 1-1 0 0,-1 0 1 0 0,-1 2-1 0 0,1-2 27 0 0,-16 12-26 0 0,1 1 1 0 0,0 0 0 0 0,2 1-1 0 0,-1 1 1 0 0,2 0 0 0 0,0 1-1 0 0,1 1 1 0 0,0 0 0 0 0,2 0 0 0 0,0 1-1 0 0,1 1 1 0 0,1 0 0 0 0,1 0-1 0 0,1 1 1 0 0,1 0 0 0 0,0 0 0 0 0,-3 35-1 0 0,8-50-58 0 0,1-1 1 0 0,0 0-1 0 0,0 0 0 0 0,0 1 0 0 0,1-1 0 0 0,-1 0 1 0 0,1 0-1 0 0,1 0 0 0 0,-1 0 0 0 0,1 0 0 0 0,0 0 0 0 0,0 0 1 0 0,0 0-1 0 0,0-1 0 0 0,1 1 0 0 0,0-1 0 0 0,0 1 1 0 0,4 3-1 0 0,-2-4-204 0 0,0 0 1 0 0,0 0-1 0 0,0 0 1 0 0,1-1-1 0 0,-1 0 1 0 0,1 0-1 0 0,0 0 1 0 0,0-1-1 0 0,0 0 1 0 0,0 0-1 0 0,0 0 1 0 0,0-1-1 0 0,0 0 1 0 0,10 0-1 0 0,4 0-955 0 0,0-1-1 0 0,1-1 1 0 0,-1 0-1 0 0,27-7 1 0 0,-26 3-2572 0 0,38-13 0 0 0,-10-3-4762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3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1117 47 656 0 0,'-16'-20'10230'0'0,"3"5"-5606"0"0,7 6-2368 0 0,9 8-2147 0 0,1 1 1 0 0,-1-1-1 0 0,1 1 1 0 0,-1-1-1 0 0,0 1 1 0 0,1 0-1 0 0,-1 0 1 0 0,1 1-1 0 0,3 0 1 0 0,56 3 39 0 0,-59-4-91 0 0,179 1 2657 0 0,-87-3-983 0 0,-93 2-1696 0 0,0 1-1 0 0,0-1 1 0 0,0 1-1 0 0,0 0 1 0 0,-1 0-1 0 0,1 0 0 0 0,0 0 1 0 0,0 0-1 0 0,0 1 1 0 0,-1-1-1 0 0,1 1 0 0 0,-1 0 1 0 0,1 0-1 0 0,-1 0 1 0 0,0 0-1 0 0,0 0 0 0 0,0 0 1 0 0,0 1-1 0 0,0-1 1 0 0,0 1-1 0 0,-1-1 0 0 0,1 1 1 0 0,-1 0-1 0 0,0 0 1 0 0,2 4-1 0 0,2 6 348 0 0,-1 1 0 0 0,0 0 0 0 0,4 26 0 0 0,3 48 185 0 0,-5-1-1 0 0,-3 1 1 0 0,-4 0-1 0 0,-14 98 1 0 0,-76 347 3056 0 0,58-365-3287 0 0,-59 356-337 0 0,31 3 0 0 0,32 468 0 0 0,29-977 0 0 0,-7 245 0 0 0,7-255 0 0 0,-1 1 0 0 0,0-1 0 0 0,-1 0 0 0 0,0 0 0 0 0,0 0 0 0 0,-1 0 0 0 0,1 0 0 0 0,-6 8 0 0 0,5-12 0 0 0,0 0 0 0 0,0 1 0 0 0,0-1 0 0 0,-1 0 0 0 0,0 0 0 0 0,0-1 0 0 0,0 1 0 0 0,0-1 0 0 0,0 0 0 0 0,-1 0 0 0 0,1 0 0 0 0,-1-1 0 0 0,-8 4 0 0 0,-10 2 0 0 0,0-1 0 0 0,0 0 0 0 0,-1-2 0 0 0,-40 4 0 0 0,-98-3 0 0 0,160-6 0 0 0,-659-35-5749 0 0,615 31 2740 0 0,17 2-2701 0 0,-34-7 1 0 0,28 0-4477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8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50 592 0 0,'-53'-32'9712'0'0,"51"31"-9219"0"0,0-2-255 0 0,-1-1-34 0 0,15 3-168 0 0,139-3 175 0 0,-11-1-1007 0 0,-48 7-2513 0 0,-75-2 1069 0 0,-3 0-497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8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1 140 0 0,'-2'0'1742'0'0,"-45"22"4955"0"0,45-21-6291 0 0,-10 12 837 0 0,20-11-1206 0 0,0 1 1 0 0,0-1-1 0 0,0-1 1 0 0,0 0 0 0 0,1 0-1 0 0,8 0 1 0 0,56-5-382 0 0,-30 2-487 0 0,57-4-4067 0 0,-76 3 2884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1824 0 0,'8'-20'4753'0'0,"3"-4"-749"0"0,-10 23-3912 0 0,0-1 0 0 0,0 0 0 0 0,0 1 0 0 0,0 0 0 0 0,0-1-1 0 0,1 1 1 0 0,-1 0 0 0 0,0-1 0 0 0,1 1 0 0 0,-1 0 0 0 0,1 0 0 0 0,-1 0 0 0 0,1 1 0 0 0,0-1 0 0 0,-1 0-1 0 0,1 0 1 0 0,0 1 0 0 0,-1-1 0 0 0,1 1 0 0 0,0 0 0 0 0,0-1 0 0 0,0 1 0 0 0,0 0 0 0 0,-1 0 0 0 0,4 0 0 0 0,266-7 669 0 0,-10 0-2819 0 0,-218 6-3886 0 0,-28-1 2618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10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 1552 0 0,'-14'2'8846'0'0,"11"-1"-8585"0"0,1 1 1 0 0,-1-1-1 0 0,1 1 0 0 0,-1 0 0 0 0,1-1 1 0 0,0 1-1 0 0,-1 0 0 0 0,1 1 0 0 0,0-1 0 0 0,0 0 1 0 0,1 0-1 0 0,-1 1 0 0 0,0-1 0 0 0,1 1 0 0 0,-3 5 1 0 0,-19 51 613 0 0,16-38-115 0 0,-97 342 1529 0 0,44-132-2734 0 0,55-217-553 0 0,1 0 1 0 0,-10 18-1 0 0,11-26-289 0 0,0-1 0 0 0,-1 1 0 0 0,0-1 0 0 0,-6 7 0 0 0,-4 2-4938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10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0 320 0 0,'-132'40'19481'0'0,"73"-18"-12506"0"0,57-21-6666 0 0,2 0-268 0 0,0 0 1 0 0,0 0-1 0 0,0 0 0 0 0,1 0 0 0 0,-1 0 1 0 0,0 0-1 0 0,1 0 0 0 0,-1 0 0 0 0,1 0 1 0 0,-1 0-1 0 0,1 0 0 0 0,-1 0 1 0 0,1 0-1 0 0,0 0 0 0 0,-1-1 0 0 0,2 2 1 0 0,10 3 64 0 0,1 0 1 0 0,-1 0 0 0 0,1-1 0 0 0,23 3-1 0 0,57 3 39 0 0,-41-5-61 0 0,316 31 240 0 0,0-32-3891 0 0,-350-4 2678 0 0,-1-2 1 0 0,1 0-1 0 0,-1-1 0 0 0,22-7 0 0 0,-31 7-1900 0 0,0 0 0 0 0,-1-1 0 0 0,14-8 0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12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47 2148 0 0,'28'-25'15052'0'0,"-24"18"-13586"0"0,-3 5-1190 0 0,-3 1-215 0 0,-1-1 0 0 0,1 1 0 0 0,0 0 0 0 0,0-1 0 0 0,-1 1 0 0 0,1 0 0 0 0,-1 0 0 0 0,1 1 0 0 0,-1-1 0 0 0,1 1 0 0 0,-1-1 0 0 0,0 1-1 0 0,1 0 1 0 0,-6 0 0 0 0,-40 4-26 0 0,38-3 4 0 0,-13 2-41 0 0,0 1 1 0 0,1 1 0 0 0,-43 14-1 0 0,56-15-13 0 0,1 0 0 0 0,-1 0-1 0 0,1 1 1 0 0,0 0-1 0 0,0 0 1 0 0,0 1 0 0 0,1 0-1 0 0,0 1 1 0 0,0-1 0 0 0,0 1-1 0 0,1 0 1 0 0,-6 10-1 0 0,1 2 13 0 0,1 0 0 0 0,1 0 1 0 0,0 1-1 0 0,2 0 0 0 0,0 1 0 0 0,1-1 0 0 0,-4 37 0 0 0,-5 155 56 0 0,14-157-59 0 0,-1 382 625 0 0,-3 78 1509 0 0,-72 536 1831 0 0,17-287-1370 0 0,53-664-2341 0 0,-21 609 1617 0 0,29-629-1682 0 0,-2-33-63 0 0,2 1 0 0 0,2-1 0 0 0,13 65-1 0 0,-15-106-110 0 0,1 0 1 0 0,0 0-1 0 0,0 0 0 0 0,1-1 0 0 0,0 1 0 0 0,0-1 0 0 0,0 1 1 0 0,1-1-1 0 0,-1 0 0 0 0,1 0 0 0 0,0-1 0 0 0,7 7 1 0 0,-4-6-45 0 0,1 1 0 0 0,0-1 0 0 0,0 0 0 0 0,0 0 0 0 0,0-1 0 0 0,1-1 0 0 0,12 5 0 0 0,10 0-469 0 0,0-2 1 0 0,0-1-1 0 0,57 1 1 0 0,-87-6 487 0 0,84 2-2242 0 0,0-4 1 0 0,111-16-1 0 0,50-29-8214 0 0,-107 12 493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25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1476 0 0,'0'0'4415'0'0,"8"-9"-2930"0"0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5 996 0 0,'0'11'21275'0'0,"0"-11"-21252"0"0,1 1-1 0 0,-1 0 0 0 0,0-1 0 0 0,1 1 0 0 0,-1-1 0 0 0,0 1 0 0 0,1 0 1 0 0,-1-1-1 0 0,1 1 0 0 0,-1-1 0 0 0,1 1 0 0 0,-1-1 0 0 0,1 1 0 0 0,-1-1 1 0 0,1 0-1 0 0,0 1 0 0 0,-1-1 0 0 0,1 0 0 0 0,-1 1 0 0 0,1-1 0 0 0,0 0 1 0 0,0 1-1 0 0,26 4 219 0 0,34-3-103 0 0,-52-2-100 0 0,170-8-2334 0 0,-60-11-8620 0 0,-89 12 3334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9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27 2980 0 0,'8'-26'11353'0'0,"-8"36"-10222"0"0,-2 13 774 0 0,-10 40 0 0 0,1-11-462 0 0,-72 339 2883 0 0,49-245-3964 0 0,9-67-185 0 0,25-77-168 0 0,-1-2-46 0 0,0 0 33 0 0,1-1-1 0 0,-1 1 0 0 0,0 0 1 0 0,1-1-1 0 0,-1 1 0 0 0,0-1 1 0 0,1 1-1 0 0,-1-1 0 0 0,1 1 0 0 0,-1-1 1 0 0,1 1-1 0 0,-1-1 0 0 0,1 0 1 0 0,0 1-1 0 0,-1-1 0 0 0,1 0 1 0 0,0 1-1 0 0,-1-1 0 0 0,1 0 1 0 0,0 0-1 0 0,0 1 0 0 0,0-1 1 0 0,0 0-1 0 0,0 1 0 0 0,0-1 1 0 0,0 0-1 0 0,0 0 0 0 0,0 1 1 0 0,0-1-1 0 0,0 0 0 0 0,0 0 0 0 0,0 0 1 0 0,4-27-176 0 0,2 9 131 0 0,1 1 0 0 0,0-1 0 0 0,1 1 1 0 0,1 1-1 0 0,1 0 0 0 0,17-23 0 0 0,-20 30 31 0 0,2 0-1 0 0,-1 0 1 0 0,1 0-1 0 0,1 1 1 0 0,0 1-1 0 0,0 0 1 0 0,1 0-1 0 0,0 1 0 0 0,0 0 1 0 0,20-8-1 0 0,-25 13 20 0 0,1 0 1 0 0,-1 0-1 0 0,0 1 0 0 0,1 0 0 0 0,-1 0 0 0 0,1 1 0 0 0,-1-1 1 0 0,1 2-1 0 0,0-1 0 0 0,-1 1 0 0 0,1-1 0 0 0,-1 2 1 0 0,0-1-1 0 0,1 1 0 0 0,-1 0 0 0 0,0 0 0 0 0,0 1 0 0 0,0 0 1 0 0,0 0-1 0 0,-1 0 0 0 0,1 1 0 0 0,-1 0 0 0 0,0 0 0 0 0,0 0 1 0 0,0 0-1 0 0,-1 1 0 0 0,1 0 0 0 0,-1 0 0 0 0,0 0 1 0 0,-1 1-1 0 0,1-1 0 0 0,-1 1 0 0 0,0 0 0 0 0,0 0 0 0 0,-1 0 1 0 0,0 0-1 0 0,0 0 0 0 0,0 1 0 0 0,-1-1 0 0 0,0 0 0 0 0,0 1 1 0 0,-1-1-1 0 0,0 1 0 0 0,0 0 0 0 0,0-1 0 0 0,-1 1 1 0 0,0-1-1 0 0,0 0 0 0 0,0 1 0 0 0,-5 11 0 0 0,-1-2 69 0 0,-1-1 0 0 0,0-1 0 0 0,-1 0 0 0 0,0 0 0 0 0,-1 0 1 0 0,-1-1-1 0 0,0-1 0 0 0,-1 0 0 0 0,0 0 0 0 0,0-1 0 0 0,-2-1 0 0 0,1 0 0 0 0,-1-1 0 0 0,-27 14 0 0 0,29-18-49 0 0,1 0 1 0 0,-1 0-1 0 0,0-1 1 0 0,0-1-1 0 0,-1 0 1 0 0,1-1-1 0 0,0 0 1 0 0,-1 0-1 0 0,0-2 1 0 0,1 1-1 0 0,-1-2 1 0 0,0 0-1 0 0,1 0 0 0 0,-1-1 1 0 0,1-1-1 0 0,0 0 1 0 0,0 0-1 0 0,0-2 1 0 0,0 1-1 0 0,-15-9 1 0 0,25 12-162 0 0,0 0 1 0 0,0 0-1 0 0,0 0 1 0 0,0-1 0 0 0,1 1-1 0 0,-1 0 1 0 0,0-1-1 0 0,0 0 1 0 0,1 1-1 0 0,-1-1 1 0 0,1 0-1 0 0,0 0 1 0 0,-1 0 0 0 0,1 1-1 0 0,0-2 1 0 0,0 1-1 0 0,0 0 1 0 0,0 0-1 0 0,0 0 1 0 0,1 0-1 0 0,-1 0 1 0 0,1-1 0 0 0,-1-2-1 0 0,2 1-224 0 0,-1 1 1 0 0,1 0-1 0 0,0 0 0 0 0,0 0 0 0 0,0 0 0 0 0,0 0 1 0 0,0 1-1 0 0,1-1 0 0 0,-1 0 0 0 0,1 0 1 0 0,0 1-1 0 0,0-1 0 0 0,0 1 0 0 0,0 0 0 0 0,0 0 1 0 0,5-4-1 0 0,42-30-8121 0 0,-29 23 2669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8:5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47 300 0 0,'13'4'10250'0'0,"11"2"-1874"0"0,0-1-4126 0 0,2-2-3945 0 0,1-1 0 0 0,39-2 0 0 0,-31-1-1140 0 0,61-10-1 0 0,-82 8-631 0 0,-1-1-1 0 0,24-9 1 0 0,-29 10-129 0 0,-1-1-1 0 0,0 0 1 0 0,0-1 0 0 0,0 1 0 0 0,11-11 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0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53 612 0 0,'-11'-15'6535'0'0,"-17"-22"3925"0"0,27 36-10129 0 0,0 2-270 0 0,0 0-1 0 0,0 0 0 0 0,0 0 1 0 0,0 0-1 0 0,0 0 0 0 0,0 0 1 0 0,1 0-1 0 0,-1 0 0 0 0,0 0 1 0 0,1 1-1 0 0,-1-1 0 0 0,1 0 1 0 0,-1 0-1 0 0,1 1 0 0 0,-1 1 1 0 0,-6 22 744 0 0,-96 372 1558 0 0,92-343-4346 0 0,12-27-1195 0 0,-1-24 2338 0 0,1-1-1 0 0,-1 1 0 0 0,1-1 1 0 0,0 1-1 0 0,0-1 1 0 0,0 0-1 0 0,0 0 1 0 0,2 3-1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43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31 1100 0 0,'0'0'2400'0'0,"1"-12"2238"0"0,-1 11-4463 0 0,-1 0 0 0 0,1 0 0 0 0,-1 0 0 0 0,1 0-1 0 0,-1 0 1 0 0,0 0 0 0 0,1 0 0 0 0,-1 0 0 0 0,0 0 0 0 0,0 0 0 0 0,0 0 0 0 0,0 0 0 0 0,0 1-1 0 0,0-1 1 0 0,0 0 0 0 0,0 1 0 0 0,0-1 0 0 0,0 0 0 0 0,-2 0 0 0 0,1 1 197 0 0,-25 6 343 0 0,22-3-700 0 0,1 1 0 0 0,-1-1 1 0 0,1 1-1 0 0,0 0 0 0 0,0 0 0 0 0,1 1 0 0 0,-1-1 0 0 0,1 1 0 0 0,0 0 0 0 0,0 0 1 0 0,0 0-1 0 0,-2 7 0 0 0,-4 12 10 0 0,-10 38 0 0 0,11-33-20 0 0,-4 21 112 0 0,-10 96 1 0 0,17-104-68 0 0,2 3 326 0 0,3-28 448 0 0,0-17-813 0 0,0 0 1 0 0,0 0 0 0 0,0 0-1 0 0,1 0 1 0 0,-1 0 0 0 0,0-1-1 0 0,0 1 1 0 0,0 0 0 0 0,0 0-1 0 0,0 0 1 0 0,0 0 0 0 0,0 0-1 0 0,0 0 1 0 0,0 0 0 0 0,0 0-1 0 0,0-1 1 0 0,0 1 0 0 0,0 0-1 0 0,0 0 1 0 0,0 0-1 0 0,1 0 1 0 0,-1 0 0 0 0,0 0-1 0 0,0 0 1 0 0,0 0 0 0 0,0 0-1 0 0,0 0 1 0 0,0 0 0 0 0,0 0-1 0 0,0 0 1 0 0,1 0 0 0 0,-1 0-1 0 0,0 0 1 0 0,0 0 0 0 0,0 0-1 0 0,0 0 1 0 0,0 0 0 0 0,0 0-1 0 0,0 0 1 0 0,1 0 0 0 0,-1 0-1 0 0,0 0 1 0 0,0 0 0 0 0,0 0-1 0 0,0 0 1 0 0,0 0 0 0 0,0 0-1 0 0,0 0 1 0 0,1 0 0 0 0,-1 0-1 0 0,0 0 1 0 0,0 0-1 0 0,0 0 1 0 0,0 0 0 0 0,0 0-1 0 0,0 1 1 0 0,0-1 0 0 0,0 0-1 0 0,40-91 18 0 0,31-106-1 0 0,-46 127-158 0 0,-24 69 95 0 0,1 14 2 0 0,0 0 38 0 0,-1 1 0 0 0,0-1 0 0 0,-1 1 0 0 0,0-1 0 0 0,-4 18 0 0 0,-1 2-61 0 0,-14 46 1 0 0,1-23-2240 0 0,4-20-3547 0 0,9-24 1458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23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227 100 1200 0 0,'6'-8'4639'0'0,"-2"3"-3348"0"0,-1 1-312 0 0,0 1 1 0 0,0-1-1 0 0,-1 0 1 0 0,1 0 0 0 0,-1 0-1 0 0,4-9 781 0 0,-6 13-1679 0 0,1-1 0 0 0,-1 1 0 0 0,0 0 0 0 0,1-1 0 0 0,-1 1 0 0 0,0-1 0 0 0,1 1 1 0 0,-1 0-1 0 0,0-1 0 0 0,0 1 0 0 0,1-1 0 0 0,-1 1 0 0 0,0-1 0 0 0,0 1 0 0 0,0-1 0 0 0,0 1 0 0 0,0-1 1 0 0,0 0-1 0 0,0 1 0 0 0,0-1 0 0 0,0 1 0 0 0,0-1 0 0 0,0 1 0 0 0,0-1 0 0 0,0 1 0 0 0,0-1 1 0 0,0 1-1 0 0,-1-1 0 0 0,1 1 0 0 0,0-1 0 0 0,0 1 0 0 0,-1-1 0 0 0,1 1 0 0 0,-1-1 0 0 0,1-1 114 0 0,-1 0 1 0 0,0 0-1 0 0,1 0 0 0 0,-1 0 0 0 0,0 0 0 0 0,0 1 0 0 0,0-1 0 0 0,-1 0 0 0 0,-1-2 0 0 0,0 2-143 0 0,1 1-1 0 0,0-1 0 0 0,-1 1 1 0 0,1 0-1 0 0,-1 0 0 0 0,1 0 1 0 0,-1 0-1 0 0,0 1 0 0 0,1-1 0 0 0,-1 1 1 0 0,0-1-1 0 0,0 1 0 0 0,1 0 1 0 0,-1 0-1 0 0,0 0 0 0 0,0 0 1 0 0,1 1-1 0 0,-1-1 0 0 0,-3 2 1 0 0,1 0-30 0 0,0 0 0 0 0,0 0 1 0 0,0 1-1 0 0,0 0 0 0 0,1 0 1 0 0,-1 0-1 0 0,1 1 0 0 0,0-1 1 0 0,-5 6-1 0 0,-5 7-43 0 0,1 1 0 0 0,0 0 0 0 0,-20 38 0 0 0,19-28 21 0 0,-19 47 0 0 0,29-60 2 0 0,-1-1 1 0 0,2 1-1 0 0,0 0 0 0 0,0 0 0 0 0,0 26 0 0 0,3-38 0 0 0,0 1 0 0 0,0-1 0 0 0,0 1 0 0 0,0-1 0 0 0,1 1 0 0 0,-1-1 0 0 0,1 1 0 0 0,-1-1 0 0 0,1 1 0 0 0,0-1 0 0 0,0 1-1 0 0,0-1 1 0 0,0 0 0 0 0,0 0 0 0 0,1 1 0 0 0,-1-1 0 0 0,1 0 0 0 0,0 0 0 0 0,-1-1 0 0 0,1 1 0 0 0,0 0 0 0 0,0 0 0 0 0,0-1 0 0 0,0 1 0 0 0,0-1 0 0 0,0 0-1 0 0,4 2 1 0 0,-2-2 1 0 0,1 0 1 0 0,-1 0-1 0 0,0 0 0 0 0,0-1 0 0 0,0 0 0 0 0,0 0 0 0 0,0 0 0 0 0,1 0 0 0 0,-1-1 0 0 0,0 1 0 0 0,0-1 0 0 0,0 0 1 0 0,0-1-1 0 0,0 1 0 0 0,0-1 0 0 0,4-2 0 0 0,3-2-1 0 0,0 0 0 0 0,-1-1 0 0 0,0 0 0 0 0,-1-1 0 0 0,1 0 0 0 0,-2 0 0 0 0,1-1 0 0 0,-1 0 0 0 0,0-1 0 0 0,8-13 0 0 0,-1-2 62 0 0,-2-1 0 0 0,0 0-1 0 0,10-34 1 0 0,-21 56-13 0 0,6-17 84 0 0,-6 23-177 0 0,-3 14 25 0 0,-1 4-7 0 0,-1 11 55 0 0,1 42 1 0 0,3-65-50 0 0,-1 0 0 0 0,1 0 0 0 0,0 0 0 0 0,1-1 0 0 0,0 1 0 0 0,0 0 0 0 0,0-1 1 0 0,1 0-1 0 0,0 1 0 0 0,8 11 0 0 0,-10-18-109 0 0,1 1 0 0 0,0 0 0 0 0,-1-1 0 0 0,1 1-1 0 0,0-1 1 0 0,0 0 0 0 0,0 1 0 0 0,0-1 0 0 0,0 0 0 0 0,0 0 0 0 0,0 0 0 0 0,0 0 0 0 0,1-1 0 0 0,-1 1-1 0 0,0-1 1 0 0,1 1 0 0 0,-1-1 0 0 0,0 0 0 0 0,1 0 0 0 0,-1 0 0 0 0,5 0 0 0 0,-2-1-527 0 0,0 0 0 0 0,1 0 0 0 0,-1 0 0 0 0,0 0 1 0 0,0-1-1 0 0,0 0 0 0 0,0 0 0 0 0,9-5 0 0 0,6-8-3432 0 0,0-1-1831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23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16 163 1720 0 0,'-5'-25'2837'0'0,"0"1"1"0"0,2-1-1 0 0,1-39 0 0 0,2 63-2812 0 0,0 0 1 0 0,0 0-1 0 0,0 0 0 0 0,0 0 0 0 0,0 0 0 0 0,1 0 0 0 0,-1 0 1 0 0,1 0-1 0 0,-1 0 0 0 0,0 0 0 0 0,1 0 0 0 0,0 0 0 0 0,-1 0 1 0 0,1 0-1 0 0,-1 0 0 0 0,1 0 0 0 0,0 1 0 0 0,0-1 0 0 0,0 0 1 0 0,-1 1-1 0 0,1-1 0 0 0,0 0 0 0 0,0 1 0 0 0,0-1 0 0 0,0 1 1 0 0,0-1-1 0 0,0 1 0 0 0,0 0 0 0 0,0-1 0 0 0,0 1 0 0 0,0 0 1 0 0,0 0-1 0 0,0 0 0 0 0,0 0 0 0 0,0 0 0 0 0,1 0 0 0 0,0 0 1 0 0,2 0-5 0 0,0 0 1 0 0,0 1 0 0 0,-1-1 0 0 0,1 1 0 0 0,0 0 0 0 0,0 0-1 0 0,-1 0 1 0 0,1 0 0 0 0,3 2 0 0 0,-2 0 104 0 0,-1 0 0 0 0,0 0 1 0 0,0 0-1 0 0,0 0 0 0 0,0 1 0 0 0,0-1 1 0 0,-1 1-1 0 0,0 0 0 0 0,1 0 0 0 0,-1 1 0 0 0,-1-1 1 0 0,1 0-1 0 0,-1 1 0 0 0,4 9 0 0 0,-4-6 154 0 0,0 0-1 0 0,0 0 0 0 0,-1 0 0 0 0,-1-1 1 0 0,1 1-1 0 0,-1 0 0 0 0,0 0 0 0 0,-3 15 1 0 0,-3 4 481 0 0,-2 0 1 0 0,0 0 0 0 0,-2 0 0 0 0,-18 33-1 0 0,-22 48 708 0 0,49-107-1389 0 0,1-1-76 0 0,0 1 0 0 0,0-1 0 0 0,0 0-1 0 0,1 1 1 0 0,-1-1 0 0 0,0 1 0 0 0,0-1 0 0 0,0 0-1 0 0,0 1 1 0 0,1-1 0 0 0,-1 0 0 0 0,0 0 0 0 0,0 1-1 0 0,0-1 1 0 0,1 0 0 0 0,-1 1 0 0 0,0-1 0 0 0,1 0-1 0 0,-1 0 1 0 0,0 0 0 0 0,1 1 0 0 0,-1-1 0 0 0,0 0 0 0 0,1 0-1 0 0,-1 0 1 0 0,0 0 0 0 0,1 1 0 0 0,-1-1 0 0 0,0 0-1 0 0,1 0 1 0 0,-1 0 0 0 0,0 0 0 0 0,1 0 0 0 0,-1 0-1 0 0,1 0 1 0 0,14-1 22 0 0,-14 0-33 0 0,30-5-1996 0 0,58-19 0 0 0,-24 6-2496 0 0,-4 4-2387 0 0,-29 8 517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23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80 2576 0 0,'-48'42'24630'0'0,"62"-42"-24525"0"0,0-1 1 0 0,-1 0 0 0 0,1-1-1 0 0,0-1 1 0 0,15-5-1 0 0,8-1-21 0 0,30-4-132 0 0,93-22-430 0 0,-57 2-4425 0 0,-72 17 364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2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39 1336 0 0,'-15'-7'6588'0'0,"-11"-15"2120"0"0,12 12-5510 0 0,13 10-3142 0 0,1 0 0 0 0,0 0 0 0 0,0 0 0 0 0,-1 0 0 0 0,1 0 0 0 0,0 0 0 0 0,-1 0-1 0 0,1 0 1 0 0,0 0 0 0 0,-1 0 0 0 0,1 0 0 0 0,0 1 0 0 0,0-1 0 0 0,-1 0-1 0 0,1 0 1 0 0,0 0 0 0 0,-1 0 0 0 0,1 0 0 0 0,0 0 0 0 0,0 1 0 0 0,-1-1 0 0 0,1 0-1 0 0,0 0 1 0 0,0 0 0 0 0,0 1 0 0 0,-1-1 0 0 0,1 0 0 0 0,0 1 0 0 0,-1 1 6 0 0,1-1 1 0 0,-1 1-1 0 0,1 0 1 0 0,0-1-1 0 0,-1 1 1 0 0,1 0-1 0 0,0-1 1 0 0,0 1-1 0 0,0 0 1 0 0,0-1-1 0 0,1 1 1 0 0,-1 2-1 0 0,10 63 835 0 0,-4 0-1 0 0,-2 115 0 0 0,-5-122-995 0 0,1-58-211 0 0,1 22-2063 0 0,-1-23 2180 0 0,0-1 0 0 0,0 1 0 0 0,0 0 0 0 0,1 0 0 0 0,-1-1 0 0 0,0 1 0 0 0,0 0 0 0 0,0-1 0 0 0,1 1 0 0 0,-1 0 1 0 0,0-1-1 0 0,0 1 0 0 0,1 0 0 0 0,-1-1 0 0 0,1 1 0 0 0,-1-1 0 0 0,0 1 0 0 0,1-1 0 0 0,-1 1 0 0 0,1-1 0 0 0,0 1 0 0 0,-1-1 0 0 0,1 1 0 0 0,-1-1 0 0 0,1 1 0 0 0,1-1 0 0 0,24-1-7366 0 0,-10-3 562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24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303 102 1292 0 0,'0'-1'374'0'0,"0"-9"2346"0"0,0 0 0 0 0,-1 0 1 0 0,0 0-1 0 0,-3-15 1 0 0,-7 2 43 0 0,10 22-2690 0 0,0 0 0 0 0,0 0 0 0 0,1 0 0 0 0,-1 0 0 0 0,0 0 1 0 0,0 1-1 0 0,0-1 0 0 0,0 0 0 0 0,0 1 0 0 0,0-1 0 0 0,0 0 1 0 0,0 1-1 0 0,0-1 0 0 0,-1 1 0 0 0,1 0 0 0 0,0-1 0 0 0,0 1 0 0 0,0 0 1 0 0,0 0-1 0 0,-1 0 0 0 0,0 0 0 0 0,-1 0 0 0 0,0 0 0 0 0,0 1 0 0 0,0-1 0 0 0,0 1 0 0 0,0 0 0 0 0,0 0 0 0 0,0 0-1 0 0,-3 2 1 0 0,-2 2 25 0 0,0 0 1 0 0,0 0-1 0 0,1 1 0 0 0,-10 9 0 0 0,-4 7 111 0 0,1 1 1 0 0,2 1-1 0 0,0 0 0 0 0,1 2 1 0 0,2 0-1 0 0,0 0 0 0 0,2 2 1 0 0,1-1-1 0 0,-13 46 0 0 0,22-62-168 0 0,1-1 1 0 0,0 1-1 0 0,1-1 0 0 0,0 1 0 0 0,1 0 0 0 0,0-1 0 0 0,1 1 0 0 0,0 0 0 0 0,3 15 0 0 0,-3-23-45 0 0,0 1 1 0 0,0-1-1 0 0,0 1 1 0 0,1-1 0 0 0,-1 0-1 0 0,1 0 1 0 0,0 1-1 0 0,0-1 1 0 0,0 0-1 0 0,0 0 1 0 0,1-1-1 0 0,-1 1 1 0 0,1 0-1 0 0,0-1 1 0 0,-1 0-1 0 0,1 1 1 0 0,0-1 0 0 0,1 0-1 0 0,-1-1 1 0 0,0 1-1 0 0,0 0 1 0 0,1-1-1 0 0,-1 0 1 0 0,1 0-1 0 0,-1 0 1 0 0,1 0-1 0 0,-1 0 1 0 0,1-1-1 0 0,0 0 1 0 0,6 0-1 0 0,1 0-485 0 0,0-1 0 0 0,-1-1 0 0 0,1 0 0 0 0,0 0 0 0 0,0-1 0 0 0,-1 0 0 0 0,0-1 0 0 0,16-8 0 0 0,-13 5-1618 0 0,0-1 1 0 0,0 0-1 0 0,13-11 0 0 0,2-6-5946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24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130 101 432 0 0,'-9'-18'4251'0'0,"1"1"0"0"0,1-2 0 0 0,-6-20 0 0 0,13 38-4234 0 0,0 1 0 0 0,0 0 1 0 0,0-1-1 0 0,0 1 0 0 0,0 0 0 0 0,0-1 0 0 0,0 1 0 0 0,0 0 0 0 0,1-1 0 0 0,-1 1 0 0 0,0 0 0 0 0,0 0 0 0 0,0-1 0 0 0,1 1 0 0 0,-1 0 1 0 0,0 0-1 0 0,0-1 0 0 0,1 1 0 0 0,-1 0 0 0 0,0 0 0 0 0,0 0 0 0 0,1 0 0 0 0,-1-1 0 0 0,0 1 0 0 0,1 0 0 0 0,-1 0 0 0 0,0 0 0 0 0,1 0 1 0 0,-1 0-1 0 0,0 0 0 0 0,1 0 0 0 0,-1 0 0 0 0,0 0 0 0 0,1 0 0 0 0,-1 0 0 0 0,0 0 0 0 0,1 0 0 0 0,-1 0 0 0 0,0 0 0 0 0,1 0 0 0 0,-1 1 1 0 0,13 0 106 0 0,-9 0-91 0 0,0 0 0 0 0,0 1 0 0 0,0-1-1 0 0,-1 1 1 0 0,1 0 0 0 0,0 0-1 0 0,-1 0 1 0 0,1 0 0 0 0,-1 1 0 0 0,0-1-1 0 0,0 1 1 0 0,0 0 0 0 0,0 0-1 0 0,0 0 1 0 0,-1 1 0 0 0,1-1 0 0 0,-1 0-1 0 0,0 1 1 0 0,0 0 0 0 0,0-1 0 0 0,-1 1-1 0 0,1 0 1 0 0,-1 0 0 0 0,1 5-1 0 0,0 0 178 0 0,0 0-1 0 0,-1 1 1 0 0,0-1-1 0 0,-1 0 1 0 0,0 1-1 0 0,-1-1 0 0 0,0 1 1 0 0,0-1-1 0 0,-4 13 1 0 0,-7 13 534 0 0,-2-1 1 0 0,-1 0-1 0 0,-2-1 1 0 0,-33 49-1 0 0,8-12 286 0 0,9-11-245 0 0,32-58-744 0 0,4 2 30 0 0,-2-3-70 0 0,-1 1 1 0 0,0-1-1 0 0,0 0 1 0 0,0 0-1 0 0,0 1 1 0 0,0-1-1 0 0,1 0 1 0 0,-1 0-1 0 0,0 0 1 0 0,0 1-1 0 0,0-1 1 0 0,1 0-1 0 0,-1 0 1 0 0,0 0-1 0 0,0 0 1 0 0,0 1-1 0 0,1-1 1 0 0,-1 0-1 0 0,0 0 1 0 0,0 0-1 0 0,1 0 1 0 0,-1 0-1 0 0,0 0 1 0 0,1 0-1 0 0,-1 0 1 0 0,0 0-1 0 0,0 0 1 0 0,1 0-1 0 0,-1 0 1 0 0,0 0-1 0 0,0 0 1 0 0,1 0-1 0 0,-1 0 1 0 0,0 0-1 0 0,1 0 1 0 0,-1 0-1 0 0,0 0 1 0 0,1 0-1 0 0,36-9-294 0 0,0-1-1 0 0,0-1 0 0 0,-1-2 0 0 0,40-21 0 0 0,-15 7-871 0 0,152-64-4787 0 0,-72 25-2330 0 0,-73 32 656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3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20 157 624 0 0,'-2'-15'2890'0'0,"-16"-43"11294"0"0,30 55-13981 0 0,0 0 0 0 0,0 2-1 0 0,1-1 1 0 0,-1 2 0 0 0,15 0-1 0 0,-2 0-88 0 0,83-7-938 0 0,205-39-1 0 0,-275 34-2054 0 0,-15 2-2329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3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44 2028 0 0,'-10'-9'3659'0'0,"-1"1"1"0"0,-16-10-1 0 0,14 9-1270 0 0,10 10-2038 0 0,1 0-281 0 0,0 0 0 0 0,1 0 0 0 0,-1 0 0 0 0,0 1 1 0 0,0-1-1 0 0,1 0 0 0 0,-1 1 0 0 0,1-1 0 0 0,-1 1 0 0 0,1 0 0 0 0,-1-1 0 0 0,1 1 0 0 0,0 0 0 0 0,0 0 0 0 0,0 0 1 0 0,0 0-1 0 0,0 0 0 0 0,1 0 0 0 0,-2 4 0 0 0,-9 50 666 0 0,7-33-596 0 0,-31 212 480 0 0,30-156-3565 0 0,6-1-4567 0 0,-1-60 1729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100 136 992 0 0,'11'-26'2501'0'0,"2"-5"2101"0"0,10-40 0 0 0,-18 64-3080 0 0,-2 11-186 0 0,2 14-94 0 0,-33 297 2390 0 0,13-195-3282 0 0,9-61-241 0 0,-48 332 496 0 0,45-344-341 0 0,6-50-240 0 0,3 3-24 0 0,0 0 0 0 0,-1 0 0 0 0,1 0 0 0 0,0 0 0 0 0,0 0 0 0 0,0 0 0 0 0,-1-1 0 0 0,1 1 0 0 0,0 0-1 0 0,0 0 1 0 0,0 0 0 0 0,-1 0 0 0 0,1 0 0 0 0,0-1 0 0 0,0 1 0 0 0,0 0 0 0 0,0 0 0 0 0,-1 0 0 0 0,1-1 0 0 0,0 1-1 0 0,0 0 1 0 0,0 0 0 0 0,0 0 0 0 0,0-1 0 0 0,0 1 0 0 0,0 0 0 0 0,0 0 0 0 0,0-1 0 0 0,0 1 0 0 0,0 0 0 0 0,0 0-1 0 0,0-1 1 0 0,0 1 0 0 0,0 0 0 0 0,0 0 0 0 0,0-1 0 0 0,2-22-10 0 0,0 1 0 0 0,2-1 0 0 0,1 1 0 0 0,0 0 0 0 0,2 0 0 0 0,1 1 0 0 0,0-1 0 0 0,1 2 0 0 0,2-1 0 0 0,17-26 0 0 0,-21 38 5 0 0,0-1 0 0 0,1 1 0 0 0,0 1 0 0 0,1-1 0 0 0,0 1 1 0 0,0 1-1 0 0,1 0 0 0 0,-1 0 0 0 0,2 1 0 0 0,12-7 0 0 0,-19 11 5 0 0,-1 1 0 0 0,1-1 1 0 0,0 1-1 0 0,0-1 0 0 0,0 1 0 0 0,0 1 0 0 0,0-1 0 0 0,1 0 1 0 0,-1 1-1 0 0,0 0 0 0 0,0 0 0 0 0,0 0 0 0 0,0 0 1 0 0,1 1-1 0 0,-1 0 0 0 0,0 0 0 0 0,0 0 0 0 0,0 0 0 0 0,0 1 1 0 0,0-1-1 0 0,-1 1 0 0 0,1 0 0 0 0,0 0 0 0 0,-1 0 1 0 0,1 1-1 0 0,-1-1 0 0 0,0 1 0 0 0,0 0 0 0 0,0 0 0 0 0,0 0 1 0 0,0 0-1 0 0,2 5 0 0 0,-1-2 12 0 0,-1 0 0 0 0,0 1 1 0 0,0-1-1 0 0,-1 1 0 0 0,0 0 0 0 0,0 0 1 0 0,0-1-1 0 0,-1 1 0 0 0,0 1 0 0 0,0-1 1 0 0,-1 0-1 0 0,0 0 0 0 0,0 0 0 0 0,-1 0 0 0 0,1 0 1 0 0,-2 0-1 0 0,-2 10 0 0 0,-2 4 171 0 0,0-1 1 0 0,-2 0-1 0 0,0 0 0 0 0,-18 28 0 0 0,18-34 80 0 0,-1 0 1 0 0,-1-1-1 0 0,0-1 0 0 0,-1 1 0 0 0,-14 12 1 0 0,19-20-121 0 0,0 0 1 0 0,0 0-1 0 0,-1 0 0 0 0,0-1 1 0 0,0 1-1 0 0,0-2 1 0 0,0 1-1 0 0,-1-1 1 0 0,1 0-1 0 0,-1-1 1 0 0,-15 4-1 0 0,17-6-104 0 0,0 0 0 0 0,0-1 0 0 0,0 1 0 0 0,0-1 0 0 0,0 0 0 0 0,0-1 0 0 0,0 1 0 0 0,1-1-1 0 0,-1 0 1 0 0,0-1 0 0 0,1 1 0 0 0,0-1 0 0 0,0 0 0 0 0,-1-1 0 0 0,2 1 0 0 0,-10-8 0 0 0,9 5-272 0 0,-1 1 0 0 0,1-1 0 0 0,0 0 0 0 0,0 0 0 0 0,-5-10 0 0 0,7 11-412 0 0,1 1 0 0 0,0-1 1 0 0,0 0-1 0 0,0 0 1 0 0,0 0-1 0 0,1-1 0 0 0,-1-9 1 0 0,2 9-977 0 0,0 0 0 0 0,0 0 0 0 0,1 0 0 0 0,0 0 1 0 0,2-8-1 0 0,-2 11 252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95 920 0 0,'-13'-70'12670'0'0,"13"69"-12605"0"0,0 1 0 0 0,0-1 0 0 0,0 0 1 0 0,0 0-1 0 0,0 0 0 0 0,0 0 0 0 0,0 1 0 0 0,0-1 1 0 0,0 0-1 0 0,1 0 0 0 0,-1 0 0 0 0,0 0 0 0 0,0 1 1 0 0,1-1-1 0 0,-1 0 0 0 0,1 0 0 0 0,-1 1 0 0 0,1-1 1 0 0,-1 0-1 0 0,1 1 0 0 0,-1-1 0 0 0,1 1 0 0 0,0-1 1 0 0,-1 1-1 0 0,1-1 0 0 0,0 1 0 0 0,0-1 0 0 0,-1 1 1 0 0,1-1-1 0 0,1 1 0 0 0,-1-1-6 0 0,0 1 0 0 0,1-1 0 0 0,-1 1 0 0 0,0-1 0 0 0,1 1 1 0 0,-1 0-1 0 0,0 0 0 0 0,1 0 0 0 0,-1 0 0 0 0,1 0 0 0 0,-1 0 0 0 0,0 0 0 0 0,1 0 0 0 0,-1 0 0 0 0,0 1 0 0 0,2 0 1 0 0,0 0 31 0 0,0 0-1 0 0,-1 1 1 0 0,1 0 0 0 0,-1-1 0 0 0,0 1 0 0 0,0 0 0 0 0,1 0 0 0 0,-1 0 0 0 0,0 1 0 0 0,-1-1 0 0 0,1 0 0 0 0,0 1 0 0 0,-1-1 0 0 0,1 1 0 0 0,-1 0 0 0 0,0-1 0 0 0,1 5 0 0 0,0-2 87 0 0,-1 1-1 0 0,-1-1 1 0 0,1 1 0 0 0,-1-1-1 0 0,0 0 1 0 0,0 1 0 0 0,0-1-1 0 0,-3 11 1 0 0,0-1 203 0 0,-1 0-1 0 0,-1 0 1 0 0,-1-1-1 0 0,0 0 1 0 0,-16 26-1 0 0,-94 116 2528 0 0,69-97-2173 0 0,47-59-726 0 0,-1 0-1 0 0,1 1 1 0 0,0-1 0 0 0,-1 0-1 0 0,1 1 1 0 0,-1-1-1 0 0,1 0 1 0 0,0 1-1 0 0,-1-1 1 0 0,1 1-1 0 0,0-1 1 0 0,0 1-1 0 0,-1-1 1 0 0,1 1-1 0 0,0-1 1 0 0,0 0 0 0 0,0 1-1 0 0,-1-1 1 0 0,1 1-1 0 0,0 0 1 0 0,0-1-1 0 0,0 1 1 0 0,0-1-1 0 0,0 1 1 0 0,0-1-1 0 0,0 1 1 0 0,0-1 0 0 0,0 1-1 0 0,0-1 1 0 0,0 1-1 0 0,1-1 1 0 0,-1 1-1 0 0,0-1 1 0 0,0 1-1 0 0,0-1 1 0 0,1 1-1 0 0,-1-1 1 0 0,0 0-1 0 0,1 2 1 0 0,1-2 3 0 0,0 1 1 0 0,0-1-1 0 0,0 1 0 0 0,-1-1 0 0 0,1 0 1 0 0,0 0-1 0 0,0 0 0 0 0,0 0 1 0 0,0 0-1 0 0,0 0 0 0 0,2-1 1 0 0,56-12 84 0 0,-59 13-95 0 0,97-32 141 0 0,10-3-1204 0 0,-35 18-2550 0 0,-22 13-1481 0 0,-18 7-2371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89 102 2996 0 0,'-21'9'8467'0'0,"-1"-1"0"0"0,-23 6 0 0 0,126-26-7315 0 0,297-88-1498 0 0,-368 98-744 0 0,18-7-2140 0 0,-10-1-2267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5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64 3180 0 0,'-27'-16'8743'0'0,"-39"-31"668"0"0,65 47-9343 0 0,0 0-1 0 0,0 0 1 0 0,0 0 0 0 0,0 0 0 0 0,0 0-1 0 0,0 0 1 0 0,1 0 0 0 0,-1 1 0 0 0,0-1-1 0 0,0 0 1 0 0,0 1 0 0 0,0-1 0 0 0,1 0-1 0 0,-2 2 1 0 0,0 9 339 0 0,0 0-1 0 0,1 0 1 0 0,1 0 0 0 0,0 0-1 0 0,3 18 1 0 0,-1 14 205 0 0,-20 264 562 0 0,8-191-3242 0 0,10-112 1733 0 0,-2 55-3912 0 0,2-55 3283 0 0,1 0 1 0 0,-1 1 0 0 0,1-1-1 0 0,0 0 1 0 0,0 0-1 0 0,3 6 1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6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229 700 2576 0 0,'7'-10'1692'0'0,"-1"-1"-1"0"0,-1 0 1 0 0,1 0-1 0 0,-2-1 1 0 0,0 0-1 0 0,0 0 1 0 0,-1 0-1 0 0,0 0 1 0 0,1-21-1 0 0,-4 32-1628 0 0,0 0 0 0 0,0 0 0 0 0,0 0 0 0 0,0 0 0 0 0,0 0 0 0 0,0 1 0 0 0,0-1 0 0 0,0 0 0 0 0,-1 0 0 0 0,1 0 0 0 0,0 0 0 0 0,0 1 1 0 0,-1-1-1 0 0,1 0 0 0 0,-1 0 0 0 0,1 0 0 0 0,-1 1 0 0 0,1-1 0 0 0,-1 0 0 0 0,1 1 0 0 0,-1-1 0 0 0,0 1 0 0 0,1-1 0 0 0,-1 0 0 0 0,0 1 0 0 0,-1-1 0 0 0,1 0-15 0 0,-1 1-1 0 0,0 0 1 0 0,1-1 0 0 0,-1 1-1 0 0,0 0 1 0 0,1 0 0 0 0,-1 0-1 0 0,0 0 1 0 0,1 1 0 0 0,-1-1-1 0 0,1 0 1 0 0,-1 1 0 0 0,-1 0-1 0 0,-6 2 30 0 0,1 1 0 0 0,0 0-1 0 0,-14 8 1 0 0,9-2-38 0 0,0 0 0 0 0,1 1 1 0 0,0 0-1 0 0,0 1 1 0 0,2 1-1 0 0,-1-1 0 0 0,-10 19 1 0 0,6-6-22 0 0,1 0 0 0 0,1 0-1 0 0,-13 37 1 0 0,21-48-9 0 0,1 0-1 0 0,1 0 0 0 0,0 0 0 0 0,-1 19 0 0 0,3-29-4 0 0,1 1-1 0 0,-1 0 0 0 0,1-1 1 0 0,1 1-1 0 0,-1 0 1 0 0,1-1-1 0 0,0 1 0 0 0,0-1 1 0 0,0 1-1 0 0,0-1 0 0 0,1 1 1 0 0,0-1-1 0 0,0 0 0 0 0,0 0 1 0 0,0 0-1 0 0,1 0 0 0 0,3 4 1 0 0,-4-6-3 0 0,0-1 0 0 0,1 1 0 0 0,-1-1 0 0 0,0 0 0 0 0,1 0 1 0 0,-1 0-1 0 0,1 0 0 0 0,0 0 0 0 0,-1-1 0 0 0,1 1 0 0 0,0-1 0 0 0,-1 0 1 0 0,1 0-1 0 0,0 0 0 0 0,-1 0 0 0 0,1 0 0 0 0,0 0 0 0 0,-1-1 0 0 0,4 0 1 0 0,1 0-19 0 0,0-1 0 0 0,0 0 0 0 0,0 0 0 0 0,-1-1 0 0 0,1 0 0 0 0,9-6 0 0 0,0-2-55 0 0,-1-2 0 0 0,0 0 0 0 0,-1 0 1 0 0,-1-1-1 0 0,0-1 0 0 0,-1-1 0 0 0,-1 1 1 0 0,0-2-1 0 0,16-32 0 0 0,-3-4-167 0 0,35-112 0 0 0,-1-73 27 0 0,-51 196 192 0 0,-2-1 1 0 0,-2 1-1 0 0,-4-76 1 0 0,-13 33 452 0 0,14 85-431 0 0,0-1 1 0 0,1 1-1 0 0,-1-1 0 0 0,0 1 1 0 0,0 0-1 0 0,0-1 0 0 0,0 1 1 0 0,0-1-1 0 0,0 1 0 0 0,-1 0 0 0 0,1-1 1 0 0,0 1-1 0 0,0 0 0 0 0,0-1 1 0 0,0 1-1 0 0,0-1 0 0 0,0 1 1 0 0,-1 0-1 0 0,1-1 0 0 0,0 1 1 0 0,0 0-1 0 0,-1 0 0 0 0,1-1 1 0 0,0 1-1 0 0,0 0 0 0 0,-1-1 1 0 0,1 1-1 0 0,0 0 0 0 0,-1 0 1 0 0,1 0-1 0 0,0-1 0 0 0,-1 1 1 0 0,1 0-1 0 0,0 0 0 0 0,-1 0 0 0 0,1 0 1 0 0,-1 0-1 0 0,1 0 0 0 0,0 0 1 0 0,-1 0-1 0 0,1 0 0 0 0,0 0 1 0 0,-1 0-1 0 0,1 0 0 0 0,-1 0 1 0 0,1 0-1 0 0,0 0 0 0 0,-1 0 1 0 0,1 0-1 0 0,0 0 0 0 0,-1 0 1 0 0,1 0-1 0 0,-1 1 0 0 0,1-1 1 0 0,0 0-1 0 0,-1 0 0 0 0,1 0 1 0 0,0 1-1 0 0,0-1 0 0 0,-1 1 1 0 0,-1 0 27 0 0,1 1 1 0 0,-1 0 0 0 0,1-1 0 0 0,-1 1-1 0 0,1 0 1 0 0,0 0 0 0 0,0 0 0 0 0,0 0 0 0 0,-1 3-1 0 0,-4 18 367 0 0,0 0 0 0 0,2 1 0 0 0,1 0 0 0 0,0 30-1 0 0,7 100 848 0 0,-1-101-1023 0 0,34 435-705 0 0,-29-439-5258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5:59:56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39 199 528 0 0,'-38'-135'16549'0'0,"38"133"-16446"0"0,0 0 0 0 0,0 0 0 0 0,0 0-1 0 0,0 0 1 0 0,0 0 0 0 0,0-1 0 0 0,1 1 0 0 0,-1 0 0 0 0,1 1 0 0 0,0-1 0 0 0,-1 0 0 0 0,1 0 0 0 0,0 0-1 0 0,0 0 1 0 0,0 0 0 0 0,0 1 0 0 0,1-1 0 0 0,-1 1 0 0 0,0-1 0 0 0,1 1 0 0 0,-1-1 0 0 0,1 1 0 0 0,0 0-1 0 0,-1-1 1 0 0,1 1 0 0 0,2-1 0 0 0,2-1-40 0 0,0 1 0 0 0,0-1-1 0 0,0 1 1 0 0,0 1 0 0 0,0-1-1 0 0,1 1 1 0 0,-1 0 0 0 0,0 0-1 0 0,1 1 1 0 0,-1 0 0 0 0,1 0 0 0 0,-1 1-1 0 0,0-1 1 0 0,1 2 0 0 0,-1-1-1 0 0,0 0 1 0 0,0 1 0 0 0,0 0 0 0 0,0 1-1 0 0,0-1 1 0 0,0 1 0 0 0,5 4-1 0 0,-6-4 2 0 0,-1 0 0 0 0,0 0 0 0 0,0 0 0 0 0,-1 0 0 0 0,1 1 0 0 0,0 0 0 0 0,-1-1 0 0 0,0 1 0 0 0,0 0 0 0 0,0 1 0 0 0,-1-1 0 0 0,1 0 0 0 0,-1 1 0 0 0,0 0 0 0 0,0-1 0 0 0,-1 1 0 0 0,1 0 0 0 0,-1 0 0 0 0,0 0 0 0 0,0 0 0 0 0,-1 0 0 0 0,0 0 0 0 0,0 0 0 0 0,0 0 0 0 0,0 0 0 0 0,-1 0 0 0 0,1 0 0 0 0,-3 5 0 0 0,-3 6 339 0 0,0 0-1 0 0,-2 0 0 0 0,1-1 0 0 0,-2 0 1 0 0,0-1-1 0 0,-1 0 0 0 0,-12 14 0 0 0,5-6 165 0 0,-22 37 0 0 0,38-58-558 0 0,0 0 0 0 0,1 0 0 0 0,-1 0 0 0 0,1 0 0 0 0,-1 0 1 0 0,1 0-1 0 0,-1 0 0 0 0,1 0 0 0 0,0 0 0 0 0,-1 1 1 0 0,1-1-1 0 0,0 0 0 0 0,0 0 0 0 0,0 0 0 0 0,0 0 1 0 0,0 1-1 0 0,0-1 0 0 0,0 0 0 0 0,0 0 0 0 0,1 0 1 0 0,-1 0-1 0 0,0 0 0 0 0,1 1 0 0 0,0 0 0 0 0,0-1-4 0 0,0 0 0 0 0,0 0 0 0 0,0 0 0 0 0,1 0 0 0 0,-1 0 0 0 0,0-1 0 0 0,0 1 0 0 0,1 0 0 0 0,-1-1 0 0 0,1 1 0 0 0,-1-1 0 0 0,1 1 0 0 0,-1-1 0 0 0,0 0 0 0 0,1 0 0 0 0,2 1 0 0 0,9-1-17 0 0,0-1 0 0 0,0 0 0 0 0,20-4 0 0 0,-25 4 0 0 0,291-60-2990 0 0,-101 11-2034 0 0,-23 6-3960 0 0,-95 24 675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24 2228 0 0,'-3'0'5247'0'0,"-9"0"-153"0"0,9 0-4189 0 0,-10-1 2404 0 0,29-3-2804 0 0,36-2-802 0 0,66 1-1 0 0,-39 2-5688 0 0,-62 2 2509 0 0,0-2-1349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0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65 1056 0 0,'-1'-4'973'0'0,"1"0"-1"0"0,-1 1 1 0 0,0-1 0 0 0,0 0-1 0 0,0 0 1 0 0,-2-4 0 0 0,2 4 93 0 0,-1 0 1 0 0,1 0 0 0 0,0 0-1 0 0,0 0 1 0 0,0 0 0 0 0,0-5-1 0 0,-12 25 1103 0 0,0 63-196 0 0,-3 84 0 0 0,12-113-1768 0 0,-10 138 215 0 0,12-153-287 0 0,2-22-31 0 0,1-17-4 0 0,3-12-108 0 0,1-1 0 0 0,0 1 0 0 0,2-1 0 0 0,0 2 0 0 0,0-1 0 0 0,2 1 0 0 0,-1 0 0 0 0,2 1 1 0 0,0 0-1 0 0,1 0 0 0 0,1 1 0 0 0,19-18 0 0 0,-26 27 4 0 0,1 0-1 0 0,-1 0 1 0 0,1 0 0 0 0,0 0 0 0 0,0 1 0 0 0,0 0-1 0 0,0 1 1 0 0,1-1 0 0 0,-1 1 0 0 0,1 0 0 0 0,0 1-1 0 0,-1-1 1 0 0,1 1 0 0 0,0 1 0 0 0,0-1 0 0 0,0 1 0 0 0,-1 0-1 0 0,15 3 1 0 0,-16-2 9 0 0,1 0-1 0 0,-1 1 1 0 0,1 0 0 0 0,-1 0-1 0 0,1 1 1 0 0,-1-1 0 0 0,0 1-1 0 0,0 0 1 0 0,-1 1 0 0 0,1-1-1 0 0,0 1 1 0 0,-1 0 0 0 0,0 0-1 0 0,0 0 1 0 0,0 1 0 0 0,-1-1-1 0 0,1 1 1 0 0,-1 0-1 0 0,0 0 1 0 0,-1 0 0 0 0,1 0-1 0 0,2 10 1 0 0,-3-9 2 0 0,0-1-1 0 0,-1 1 1 0 0,0 0 0 0 0,-1-1-1 0 0,1 1 1 0 0,-1 0 0 0 0,0 0-1 0 0,0 0 1 0 0,-1-1 0 0 0,0 1-1 0 0,0 0 1 0 0,0-1 0 0 0,-1 1-1 0 0,1-1 1 0 0,-2 1 0 0 0,1-1-1 0 0,0 0 1 0 0,-1 0-1 0 0,0 0 1 0 0,0 0 0 0 0,0 0-1 0 0,-1-1 1 0 0,0 1 0 0 0,0-1-1 0 0,-6 5 1 0 0,1-1 4 0 0,0-1-1 0 0,0 0 1 0 0,0-1-1 0 0,-1 0 1 0 0,0-1-1 0 0,-1 0 1 0 0,1 0-1 0 0,-1-1 1 0 0,0-1-1 0 0,1 0 1 0 0,-2 0 0 0 0,-10 1-1 0 0,7-3-72 0 0,0 0-1 0 0,0-1 1 0 0,1-1-1 0 0,-28-5 1 0 0,27-1-1215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0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1036 0 0,'10'-4'12228'0'0,"16"-3"-4964"0"0,-16 5-6868 0 0,0 0 0 0 0,20 0 0 0 0,125-5-2060 0 0,-101-1-2794 0 0,-4-3-3711 0 0,-34 7 3148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1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55 564 0 0,'2'-5'1757'0'0,"-1"1"0"0"0,0-1 0 0 0,0 1 0 0 0,0-1 0 0 0,0 0 0 0 0,-1 1 0 0 0,0-1 0 0 0,0 0 0 0 0,-1-8 3163 0 0,-12 22-2773 0 0,5 9-1357 0 0,1 0 0 0 0,1 0 0 0 0,1 0 0 0 0,-5 36-1 0 0,-2 80-49 0 0,12-66-461 0 0,1-63-450 0 0,-1-1 0 0 0,1 0 0 0 0,-1 0-1 0 0,1 0 1 0 0,1 1 0 0 0,-1-1 0 0 0,0 0 0 0 0,1 0-1 0 0,0-1 1 0 0,0 1 0 0 0,0 0 0 0 0,5 6-1 0 0,-6-9-20 0 0,1 0 0 0 0,-1-1-1 0 0,0 1 1 0 0,0 0 0 0 0,1-1-1 0 0,-1 1 1 0 0,1-1 0 0 0,-1 1-1 0 0,0-1 1 0 0,1 0 0 0 0,-1 0-1 0 0,1 0 1 0 0,-1 1 0 0 0,1-1-1 0 0,-1-1 1 0 0,0 1 0 0 0,1 0-1 0 0,-1 0 1 0 0,1 0-1 0 0,-1-1 1 0 0,3 0 0 0 0,1-1-656 0 0,0 0 1 0 0,0 0-1 0 0,0 0 1 0 0,8-6 0 0 0,-9 5-446 0 0,0 0 0 0 0,1-1 0 0 0,-1 0 0 0 0,-1 0 0 0 0,5-4 0 0 0,3-11-6263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1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58 117 1104 0 0,'-13'-33'5979'0'0,"-21"-40"1"0"0,29 64-5403 0 0,4 7-360 0 0,-1 5-1324 0 0,2-2 914 0 0,0-1 0 0 0,-1 1-1 0 0,1 0 1 0 0,0-1-1 0 0,0 1 1 0 0,-1 0 0 0 0,1 0-1 0 0,0-1 1 0 0,0 1-1 0 0,0 0 1 0 0,0 1 0 0 0,4 12-3126 0 0,1-2-1388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311 335 1712 0 0,'0'0'10369'0'0,"-10"-11"-6522"0"0,4 9-3526 0 0,0 0-1 0 0,0 1 1 0 0,0 0 0 0 0,0 0 0 0 0,0 0-1 0 0,0 1 1 0 0,0 0 0 0 0,0 0-1 0 0,0 1 1 0 0,0-1 0 0 0,0 1-1 0 0,0 0 1 0 0,0 1 0 0 0,0 0-1 0 0,0 0 1 0 0,-6 3 0 0 0,1 0-209 0 0,1 0 0 0 0,-1 1 1 0 0,1 0-1 0 0,1 1 0 0 0,-1 0 0 0 0,1 0 1 0 0,-13 15-1 0 0,11-10-83 0 0,0 1-1 0 0,2-1 1 0 0,-1 2 0 0 0,2-1 0 0 0,0 1-1 0 0,0 0 1 0 0,1 1 0 0 0,1 0 0 0 0,1 0-1 0 0,0 0 1 0 0,1 1 0 0 0,-4 23-1 0 0,8-35-22 0 0,0-1-1 0 0,0 1 0 0 0,0 0 0 0 0,0-1 0 0 0,1 1 1 0 0,-1 0-1 0 0,1-1 0 0 0,0 1 0 0 0,0-1 0 0 0,0 1 1 0 0,0-1-1 0 0,1 1 0 0 0,0-1 0 0 0,-1 0 0 0 0,1 0 1 0 0,0 0-1 0 0,1 0 0 0 0,-1 0 0 0 0,0 0 1 0 0,1 0-1 0 0,3 2 0 0 0,-3-3-8 0 0,-1 0 1 0 0,1-1-1 0 0,0 1 1 0 0,0-1-1 0 0,0 0 0 0 0,0 1 1 0 0,0-1-1 0 0,0-1 1 0 0,0 1-1 0 0,0 0 1 0 0,0-1-1 0 0,0 1 0 0 0,0-1 1 0 0,0 0-1 0 0,1 0 1 0 0,-1 0-1 0 0,0-1 0 0 0,0 1 1 0 0,0-1-1 0 0,0 0 1 0 0,0 0-1 0 0,0 0 0 0 0,0 0 1 0 0,0 0-1 0 0,3-2 1 0 0,8-6-55 0 0,0 0 0 0 0,0-1 0 0 0,-1 0-1 0 0,0-1 1 0 0,-1 0 0 0 0,0-1 0 0 0,-1-1 0 0 0,0 0 0 0 0,-1 0 0 0 0,-1-1 0 0 0,0 0 0 0 0,-1-1 0 0 0,10-23 0 0 0,-4 1-40 0 0,-1 0 1 0 0,-2-1 0 0 0,-1-1-1 0 0,7-63 1 0 0,-13 45 99 0 0,-2-65 1 0 0,-2 76 188 0 0,-3 34-148 0 0,-2 14 97 0 0,-4 17 41 0 0,4 4-27 0 0,2 0 0 0 0,0 0 0 0 0,1 0 0 0 0,2 38 0 0 0,16 93 39 0 0,-12-128-196 0 0,0 0-485 0 0,1-1 0 0 0,14 44 0 0 0,-13-54-1643 0 0,0 0 0 0 0,17 27-1 0 0,-12-28-2861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2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392 126 2804 0 0,'-5'-111'9942'0'0,"5"111"-9864"0"0,0-1-1 0 0,0 1 1 0 0,0-1 0 0 0,0 1 0 0 0,0-1 0 0 0,0 1-1 0 0,0-1 1 0 0,0 1 0 0 0,0-1 0 0 0,0 1 0 0 0,0-1 0 0 0,0 1-1 0 0,0-1 1 0 0,1 1 0 0 0,-1-1 0 0 0,0 1 0 0 0,0 0-1 0 0,0-1 1 0 0,1 1 0 0 0,-1-1 0 0 0,0 1 0 0 0,1-1-1 0 0,-1 1 1 0 0,0 0 0 0 0,1-1 0 0 0,-1 1 0 0 0,0 0-1 0 0,1 0 1 0 0,-1-1 0 0 0,1 1 0 0 0,-1 0 0 0 0,0 0-1 0 0,1-1 1 0 0,-1 1 0 0 0,1 0 0 0 0,-1 0 0 0 0,1 0 0 0 0,-1 0-1 0 0,1 0 1 0 0,-1 0 0 0 0,1 0 0 0 0,-1 0 0 0 0,1 0-1 0 0,-1 0 1 0 0,1 0 0 0 0,-1 0 0 0 0,1 0 0 0 0,-1 0-1 0 0,1 0 1 0 0,-1 0 0 0 0,1 0 0 0 0,-1 1 0 0 0,1-1-1 0 0,-1 0 1 0 0,0 0 0 0 0,1 1 0 0 0,0-1 0 0 0,2 2 89 0 0,1 1 1 0 0,0-1 0 0 0,-1 0 0 0 0,0 1-1 0 0,6 5 1 0 0,13 17 255 0 0,0 2 0 0 0,-2 0 0 0 0,-1 2 1 0 0,-1 0-1 0 0,-2 1 0 0 0,-1 0 0 0 0,-1 1 0 0 0,-2 1 0 0 0,-1 1 0 0 0,-1-1 0 0 0,-2 1 1 0 0,-2 1-1 0 0,0-1 0 0 0,0 50 0 0 0,-5-36-354 0 0,-2-1 0 0 0,-2 1 1 0 0,-2-1-1 0 0,-3 0 0 0 0,-1 0 0 0 0,-2-1 1 0 0,-2 0-1 0 0,-2-1 0 0 0,-2-1 0 0 0,-24 45 1 0 0,16-43-593 0 0,-2 0 0 0 0,-2-2 0 0 0,-2-1 1 0 0,-45 47-1 0 0,49-62-889 0 0,0-2-1 0 0,-42 30 1 0 0,45-38-829 0 0,-1-2 0 0 0,0-1 0 0 0,-42 18 0 0 0,5-10-4914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2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40 32 0 0,'0'-39'15406'0'0,"-5"49"-13644"0"0,3 14-494 0 0,-1 1-1 0 0,-12 44 0 0 0,4-16-593 0 0,2-6-295 0 0,-11 57 479 0 0,-13 189 1 0 0,33-255-784 0 0,1 0 0 0 0,2 1 0 0 0,9 43 0 0 0,-6-56-45 0 0,1-2 1 0 0,1 1-1 0 0,0-1 1 0 0,2 0-1 0 0,22 37 0 0 0,-21-42-169 0 0,2-1 1 0 0,0-1-1 0 0,1 0 0 0 0,1-1 0 0 0,0 0 1 0 0,1-1-1 0 0,1-1 0 0 0,1-1 0 0 0,36 22 0 0 0,-32-23-811 0 0,1 0 0 0 0,1-2-1 0 0,26 7 1 0 0,-22-9-1802 0 0,0-1 0 0 0,45 4 1 0 0,-11-8-5655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7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48 468 0 0,'1'-3'1725'0'0,"9"-42"7858"0"0,-12 47-9413 0 0,0 0 0 0 0,0-1 0 0 0,0 1 0 0 0,0 0 0 0 0,1 0 1 0 0,-1 0-1 0 0,0 0 0 0 0,1 0 0 0 0,-2 4 0 0 0,3-6-150 0 0,-47 86 1125 0 0,5 2 1 0 0,3 1-1 0 0,-46 161 1 0 0,73-208-1051 0 0,2 0 0 0 0,2 1 0 0 0,2 0 0 0 0,-1 45 0 0 0,6-71-220 0 0,1 1-1 0 0,1-1 0 0 0,1 1 0 0 0,1-1 0 0 0,0 0 0 0 0,1 0 0 0 0,0 0 1 0 0,2-1-1 0 0,0 1 0 0 0,1-1 0 0 0,0-1 0 0 0,19 29 0 0 0,-21-38-158 0 0,0 0 0 0 0,0-1 0 0 0,0 1 0 0 0,0-1 0 0 0,1 0 1 0 0,0-1-1 0 0,0 1 0 0 0,0-1 0 0 0,1-1 0 0 0,0 1 0 0 0,-1-1 0 0 0,1 0 0 0 0,0-1 0 0 0,10 3 0 0 0,-10-3-358 0 0,0-1 0 0 0,1 0 0 0 0,-1-1 0 0 0,0 0 0 0 0,1 0 0 0 0,-1 0 0 0 0,0-1 0 0 0,1 0 0 0 0,7-3 0 0 0,11-5-3193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7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212 287 948 0 0,'7'-26'1590'0'0,"1"-1"280"0"0,-2 0-1 0 0,5-38 1 0 0,-10 57-1490 0 0,-1 1 1 0 0,1-1-1 0 0,-2 0 0 0 0,1 0 0 0 0,-1 0 1 0 0,0 1-1 0 0,-1-1 0 0 0,0 1 1 0 0,0-1-1 0 0,-1 1 0 0 0,1-1 1 0 0,-2 1-1 0 0,-4-8 0 0 0,7 13-262 0 0,0 0 0 0 0,0 0 0 0 0,-1 0-1 0 0,1 1 1 0 0,0-1 0 0 0,-1 0 0 0 0,0 1-1 0 0,1-1 1 0 0,-1 1 0 0 0,0 0 0 0 0,0-1-1 0 0,0 1 1 0 0,0 0 0 0 0,0 0 0 0 0,0 0-1 0 0,0 0 1 0 0,0 1 0 0 0,0-1 0 0 0,0 0 0 0 0,0 1-1 0 0,-4-1 1 0 0,2 2 1 0 0,1-1 0 0 0,0 1 0 0 0,-1-1 0 0 0,1 1 1 0 0,0 0-1 0 0,-1 0 0 0 0,1 0 0 0 0,0 1 0 0 0,0-1 0 0 0,0 1 0 0 0,0 0 0 0 0,-4 3 0 0 0,-4 4 162 0 0,1 0 0 0 0,1 1-1 0 0,0-1 1 0 0,0 2 0 0 0,-14 22-1 0 0,14-18-152 0 0,0 1-1 0 0,1 1 1 0 0,1 0-1 0 0,0 0 0 0 0,2 0 1 0 0,-6 23-1 0 0,10-33-105 0 0,-1 1-1 0 0,2-1 0 0 0,-1 0 0 0 0,0 0 1 0 0,1 1-1 0 0,1-1 0 0 0,-1 0 1 0 0,1 1-1 0 0,1-1 0 0 0,-1 0 0 0 0,1 0 1 0 0,0 0-1 0 0,1 0 0 0 0,-1 0 0 0 0,2 0 1 0 0,-1-1-1 0 0,1 0 0 0 0,5 8 1 0 0,-7-12-18 0 0,-1 0 0 0 0,1 0 1 0 0,0 0-1 0 0,0-1 1 0 0,-1 1-1 0 0,1-1 0 0 0,1 1 1 0 0,-1-1-1 0 0,0 0 1 0 0,0 0-1 0 0,0 0 1 0 0,1 0-1 0 0,-1 0 0 0 0,0 0 1 0 0,1-1-1 0 0,-1 1 1 0 0,1-1-1 0 0,-1 0 0 0 0,1 0 1 0 0,-1 1-1 0 0,1-2 1 0 0,-1 1-1 0 0,1 0 1 0 0,-1 0-1 0 0,0-1 0 0 0,1 1 1 0 0,-1-1-1 0 0,1 0 1 0 0,-1 0-1 0 0,0 0 1 0 0,0 0-1 0 0,1 0 0 0 0,-1 0 1 0 0,2-3-1 0 0,4-1-11 0 0,0-1-1 0 0,-1 0 0 0 0,0-1 1 0 0,0 0-1 0 0,0 0 0 0 0,-1 0 1 0 0,8-13-1 0 0,2-7-18 0 0,-2-1 0 0 0,-1-1 1 0 0,-1 0-1 0 0,14-56 0 0 0,-26 83 128 0 0,3 3 75 0 0,-2-1-169 0 0,-1 0-1 0 0,0 0 1 0 0,0 0-1 0 0,0 0 1 0 0,1 0-1 0 0,-1 0 1 0 0,0 0-1 0 0,0 0 1 0 0,0 0-1 0 0,1 1 1 0 0,-1-1-1 0 0,0 0 1 0 0,0 0-1 0 0,0 0 1 0 0,1 0-1 0 0,-1 0 1 0 0,0 0-1 0 0,0 0 1 0 0,0 0-1 0 0,1 1 1 0 0,-1-1-1 0 0,0 0 1 0 0,0 0-1 0 0,0 0 1 0 0,0 0-1 0 0,0 0 1 0 0,1 1-1 0 0,-1-1 1 0 0,0 0-1 0 0,0 0 1 0 0,0 0-1 0 0,0 1 1 0 0,0-1-1 0 0,0 0 1 0 0,0 0-1 0 0,0 1 1 0 0,4 37 394 0 0,7 42 358 0 0,-10-71-1209 0 0,2-1 0 0 0,-1 1 0 0 0,1-1 1 0 0,0 1-1 0 0,1-1 0 0 0,0-1 0 0 0,5 9 0 0 0,-7-13 29 0 0,0-1 1 0 0,0 0-1 0 0,0 0 0 0 0,1 0 0 0 0,-1 0 1 0 0,0 0-1 0 0,1 0 0 0 0,4 2 0 0 0,15 4-5646 0 0,-6-6-369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7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2 121 2328 0 0,'-1'-12'7244'0'0,"1"10"-6598"0"0,0 0 0 0 0,0 0 1 0 0,0 0-1 0 0,0 0 0 0 0,0 0 1 0 0,0 0-1 0 0,0 0 0 0 0,1 0 0 0 0,-1 0 1 0 0,1-3-1 0 0,0 4-439 0 0,0 0 0 0 0,-1-1 0 0 0,1 1 0 0 0,0 0 0 0 0,0 0-1 0 0,0-1 1 0 0,0 1 0 0 0,0 0 0 0 0,0 0 0 0 0,0 0 0 0 0,2-1 0 0 0,2-1-108 0 0,-1 1 1 0 0,1 0-1 0 0,1-1 1 0 0,-1 2-1 0 0,0-1 1 0 0,9-1-1 0 0,87-19 361 0 0,-39 9-1998 0 0,0-1-3975 0 0,-49 10 1219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23 2544 0 0,'-13'-8'4797'0'0,"9"6"-3707"0"0,0-1-1 0 0,0 1 1 0 0,0 0-1 0 0,0 0 1 0 0,-7-2 0 0 0,10 4-926 0 0,-1 0 0 0 0,1 0 1 0 0,0 1-1 0 0,0-1 0 0 0,-1 0 1 0 0,1 1-1 0 0,0-1 1 0 0,0 0-1 0 0,0 1 0 0 0,-1-1 1 0 0,1 1-1 0 0,0 0 0 0 0,0-1 1 0 0,0 1-1 0 0,0 0 0 0 0,0 0 1 0 0,0 0-1 0 0,0 0 1 0 0,0 0-1 0 0,0 0 0 0 0,1 0 1 0 0,-2 2-1 0 0,-14 23 1633 0 0,3 4-1174 0 0,1 0 1 0 0,2 2-1 0 0,1-1 1 0 0,2 1-1 0 0,-6 45 1 0 0,10-44-2103 0 0,2 0 1 0 0,4 60-1 0 0,3-64-2132 0 0,0-10-1863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58 1168 0 0,'8'-57'18826'0'0,"-19"76"-14680"0"0,5 1-2676 0 0,0 0 1 0 0,-3 26 0 0 0,6-24-1150 0 0,0 0 1 0 0,2 1-1 0 0,3 42 0 0 0,-1-58-258 0 0,0 1 0 0 0,0-1 0 0 0,1 1 0 0 0,0-1 0 0 0,5 14 1 0 0,-6-19-145 0 0,1 0 0 0 0,-1 1 0 0 0,0-1 1 0 0,1 0-1 0 0,-1 0 0 0 0,1 0 1 0 0,0-1-1 0 0,-1 1 0 0 0,1 0 1 0 0,0-1-1 0 0,0 1 0 0 0,0-1 1 0 0,0 1-1 0 0,1-1 0 0 0,-1 0 1 0 0,0 0-1 0 0,0 0 0 0 0,1 0 1 0 0,-1 0-1 0 0,3 0 0 0 0,-2-1-224 0 0,0 0 0 0 0,0 0 0 0 0,0 0 0 0 0,-1 0 0 0 0,1-1 0 0 0,0 1 0 0 0,0-1 0 0 0,-1 0 0 0 0,1 0 0 0 0,0 0 0 0 0,-1 0 0 0 0,1 0 0 0 0,-1 0 0 0 0,1-1 0 0 0,-1 1 0 0 0,0-1 0 0 0,1 0 0 0 0,2-2 0 0 0,2-3-1452 0 0,0 0 0 0 0,0-1 0 0 0,9-12 0 0 0,-3-2-3529 0 0,1-1-2722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8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71 1468 0 0,'-7'-9'1187'0'0,"-1"1"-1"0"0,-1 0 1 0 0,0 1-1 0 0,0 0 1 0 0,0 0-1 0 0,-1 1 1 0 0,-20-10-1 0 0,29 16-1144 0 0,-1-1 0 0 0,1 1-1 0 0,0 0 1 0 0,0-1 0 0 0,-1 1-1 0 0,1 0 1 0 0,-1 0 0 0 0,1 0-1 0 0,0 0 1 0 0,-1 0 0 0 0,1 0-1 0 0,0 0 1 0 0,-1 0 0 0 0,1 0-1 0 0,0 1 1 0 0,-1-1 0 0 0,1 0 0 0 0,0 1-1 0 0,0-1 1 0 0,-1 1 0 0 0,1 0-1 0 0,0-1 1 0 0,0 1 0 0 0,0 0-1 0 0,0 0 1 0 0,0 0 0 0 0,0 0-1 0 0,0 0 1 0 0,0 0 0 0 0,0 0-1 0 0,0 0 1 0 0,0 0 0 0 0,1 0-1 0 0,-1 0 1 0 0,0 2 0 0 0,-1 1-605 0 0,1 0 0 0 0,0 0 1 0 0,0-1-1 0 0,0 1 0 0 0,0 0 1 0 0,1 1-1 0 0,0-1 0 0 0,-1 0 1 0 0,1 0-1 0 0,1 5 0 0 0,2 5-3304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10 2960 0 0,'-6'-10'13566'0'0,"2"11"-13275"0"0,0 0 0 0 0,1 0 0 0 0,-1 0 0 0 0,0 0 0 0 0,0 0 0 0 0,1 1 0 0 0,-1 0 1 0 0,1 0-1 0 0,-1 0 0 0 0,1 0 0 0 0,0 0 0 0 0,0 1 0 0 0,0-1 0 0 0,0 1 1 0 0,0 0-1 0 0,1 0 0 0 0,-1 0 0 0 0,1 0 0 0 0,-3 5 0 0 0,-7 11 297 0 0,1 0-1 0 0,-9 23 0 0 0,18-37-465 0 0,-12 24 228 0 0,2 0 0 0 0,-13 53 0 0 0,22-68-322 0 0,0 0 1 0 0,1 0 0 0 0,0 0 0 0 0,2 0 0 0 0,0 1 0 0 0,0-1-1 0 0,1 0 1 0 0,4 19 0 0 0,-5-31-174 0 0,1 0 1 0 0,0 1-1 0 0,-1-1 0 0 0,1 0 0 0 0,0 0 1 0 0,0 0-1 0 0,0 0 0 0 0,1 0 0 0 0,-1 0 1 0 0,0 0-1 0 0,1 0 0 0 0,-1 0 0 0 0,1 0 1 0 0,0-1-1 0 0,-1 1 0 0 0,1-1 0 0 0,0 1 1 0 0,0-1-1 0 0,0 0 0 0 0,0 0 0 0 0,0 0 1 0 0,0 0-1 0 0,0 0 0 0 0,1 0 0 0 0,-1 0 1 0 0,0-1-1 0 0,1 1 0 0 0,-1-1 0 0 0,0 0 1 0 0,1 0-1 0 0,-1 0 0 0 0,0 0 0 0 0,4 0 1 0 0,1-1-1008 0 0,1 0 0 0 0,-1 0 0 0 0,0-1 0 0 0,0 0 0 0 0,0 0 0 0 0,0-1 0 0 0,0 0 0 0 0,0 0 0 0 0,8-6 0 0 0,6-6-5544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3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58 940 0 0,'-12'-29'4750'0'0,"3"1"5605"0"0,21 45-9408 0 0,10 20 469 0 0,-1 1-1 0 0,31 77 1 0 0,-37-73-1159 0 0,-2 2 0 0 0,-2 0 0 0 0,-1 0 1 0 0,-3 1-1 0 0,3 49 0 0 0,-10-50-175 0 0,-2 0 0 0 0,-1-1 0 0 0,-2 1 0 0 0,-3-1 0 0 0,-20 68 0 0 0,8-47-1678 0 0,-4-1 1 0 0,-62 118-1 0 0,66-148-2438 0 0,-26 35 0 0 0,10-21-3981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0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133 102 432 0 0,'-8'-8'4584'0'0,"-30"-12"1376"0"0,23 11-3148 0 0,0 1 1 0 0,-22-9 0 0 0,35 16-2317 0 0,-12-4 882 0 0,10 3-592 0 0,7 9-675 0 0,-1-6-108 0 0,-1 1 1 0 0,1-1-1 0 0,-1 0 1 0 0,1 0 0 0 0,0 0-1 0 0,-1 0 1 0 0,1-1-1 0 0,0 1 1 0 0,-1 0 0 0 0,1-1-1 0 0,0 1 1 0 0,0-1-1 0 0,0 1 1 0 0,0-1 0 0 0,2 0-1 0 0,5 2 20 0 0,11 3-11 0 0,0-2 0 0 0,-1 0 0 0 0,1-1 0 0 0,0-1 0 0 0,33-2 0 0 0,-12-3-1570 0 0,70-15 0 0 0,-104 17 1146 0 0,6-1-942 0 0,1 0 1 0 0,19-9-1 0 0,-29 11 369 0 0,0-1 0 0 0,0 0 0 0 0,-1-1 0 0 0,1 1 0 0 0,-1-1 0 0 0,0 1 0 0 0,5-6 0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24 2244 0 0,'-5'-3'1449'0'0,"0"-1"-1"0"0,-1 1 0 0 0,1 0 0 0 0,-1 0 1 0 0,0 1-1 0 0,-10-3 871 0 0,14 5-1533 0 0,0 0-598 0 0,0 1 0 0 0,0 0 0 0 0,0 0 1 0 0,0 0-1 0 0,0 0 0 0 0,0 0 0 0 0,0 0 1 0 0,1 0-1 0 0,-1 1 0 0 0,0-1 0 0 0,1 0 1 0 0,-1 1-1 0 0,1 0 0 0 0,0-1 0 0 0,-1 1 1 0 0,1 0-1 0 0,0-1 0 0 0,0 1 0 0 0,0 0 1 0 0,0 0-1 0 0,0 0 0 0 0,1 0 0 0 0,-1 0 1 0 0,0 4-1 0 0,-3 9 229 0 0,1 0 1 0 0,-1 21-1 0 0,3-25-188 0 0,-8 62 107 0 0,-8 97 334 0 0,15-142-1837 0 0,2 1 0 0 0,2-1 0 0 0,9 54 0 0 0,0-45-1907 0 0,0-14-1817 0 0,0-7-1304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0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212 123 2048 0 0,'19'-54'5340'0'0,"-18"51"-4850"0"0,-1-1 0 0 0,1 0-1 0 0,0 0 1 0 0,-1-1-1 0 0,0 1 1 0 0,0 0 0 0 0,0 0-1 0 0,0 0 1 0 0,-1 0 0 0 0,0 0-1 0 0,-1-5 1 0 0,2 8-412 0 0,-1 0 1 0 0,0 0-1 0 0,1 0 0 0 0,-1 0 1 0 0,1 0-1 0 0,-1 0 0 0 0,0 0 1 0 0,0 1-1 0 0,1-1 0 0 0,-1 0 1 0 0,0 0-1 0 0,0 1 0 0 0,0-1 1 0 0,0 1-1 0 0,0-1 0 0 0,0 1 1 0 0,0-1-1 0 0,0 1 0 0 0,0-1 1 0 0,0 1-1 0 0,0 0 0 0 0,0 0 1 0 0,-1-1-1 0 0,1 1 0 0 0,0 0 1 0 0,0 0-1 0 0,0 0 0 0 0,0 0 1 0 0,0 0-1 0 0,0 1 0 0 0,0-1 1 0 0,-1 0-1 0 0,1 0 0 0 0,0 1 1 0 0,0-1-1 0 0,0 1 0 0 0,0-1 1 0 0,0 1-1 0 0,0-1 0 0 0,-1 2 1 0 0,-4 1 144 0 0,0 1 0 0 0,0-1 0 0 0,0 1 0 0 0,-9 9 0 0 0,0 3-32 0 0,0 0 1 0 0,1 0-1 0 0,1 2 1 0 0,1 0-1 0 0,0 0 1 0 0,1 1-1 0 0,2 0 1 0 0,-1 1-1 0 0,2 0 1 0 0,1 1-1 0 0,0-1 1 0 0,2 1-1 0 0,-5 35 1 0 0,9-52-179 0 0,1-1 0 0 0,-1 1 0 0 0,1-1 0 0 0,0 1 0 0 0,0 0 0 0 0,0-1 0 0 0,1 1 0 0 0,-1-1 0 0 0,1 1 0 0 0,0-1 0 0 0,0 1 0 0 0,0-1 0 0 0,0 0 0 0 0,1 1 0 0 0,-1-1 0 0 0,1 0 0 0 0,0 0 0 0 0,0 0 0 0 0,0 0 0 0 0,0 0 0 0 0,1-1 0 0 0,-1 1 0 0 0,1 0 0 0 0,-1-1 0 0 0,1 0 0 0 0,0 0 0 0 0,0 0 0 0 0,6 3 0 0 0,-5-4-6 0 0,0 1 0 0 0,1-1-1 0 0,-1 0 1 0 0,0-1 0 0 0,1 1-1 0 0,-1-1 1 0 0,0 0 0 0 0,1 0-1 0 0,-1 0 1 0 0,1-1 0 0 0,-1 0 0 0 0,0 1-1 0 0,0-1 1 0 0,1-1 0 0 0,-1 1-1 0 0,0-1 1 0 0,0 1 0 0 0,0-1-1 0 0,0-1 1 0 0,-1 1 0 0 0,1 0 0 0 0,0-1-1 0 0,3-3 1 0 0,4-4 2 0 0,0 0 0 0 0,-1 0 0 0 0,0-1 0 0 0,-1 0 0 0 0,13-21 1 0 0,-10 12-3 0 0,-2 0 0 0 0,11-31 0 0 0,6-12 66 0 0,-12 30-29 0 0,-15 32 90 0 0,7 12 450 0 0,-6 12-207 0 0,0 0-1 0 0,-2 0 1 0 0,-8 45-1 0 0,5-35-1353 0 0,-2 39 0 0 0,6-60-399 0 0,1-1 0 0 0,0 1 1 0 0,1-1-1 0 0,2 12 1 0 0,1-12-3388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1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2792 0 0,'2'-9'2219'0'0,"0"2"245"0"0,-1 0 0 0 0,1 0 0 0 0,6-13 0 0 0,-7 17-2224 0 0,1 1 0 0 0,-1 0 0 0 0,1-1 1 0 0,0 1-1 0 0,0 0 0 0 0,0 0 0 0 0,0 0 0 0 0,0 0 0 0 0,0 0 0 0 0,0 0 1 0 0,0 1-1 0 0,1-1 0 0 0,4-1 0 0 0,21-9 198 0 0,0 2 1 0 0,29-6-1 0 0,9-3-668 0 0,-52 15-650 0 0,20-8-1205 0 0,-14-3-6160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1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24 732 0 0,'-2'-2'2546'0'0,"-5"-2"-166"0"0,0 0 0 0 0,0 0 1 0 0,0 0-1 0 0,-9-2 0 0 0,16 6-2264 0 0,-1 1-1 0 0,1-1 1 0 0,-1 0 0 0 0,0 0-1 0 0,1 0 1 0 0,-1 0-1 0 0,1 1 1 0 0,-1-1-1 0 0,1 0 1 0 0,-1 0-1 0 0,1 1 1 0 0,-1-1 0 0 0,1 0-1 0 0,-1 1 1 0 0,1-1-1 0 0,0 0 1 0 0,-1 1-1 0 0,1-1 1 0 0,-1 1-1 0 0,1-1 1 0 0,0 1 0 0 0,-1-1-1 0 0,1 1 1 0 0,0-1-1 0 0,-1 2 1 0 0,-5 14 1259 0 0,-13 160 2932 0 0,14-102-4018 0 0,1-33-647 0 0,-2 33-3420 0 0,9-26-7584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1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91 48 0 0,'23'-81'17915'0'0,"-23"80"-17761"0"0,1 1-1 0 0,-1 0 1 0 0,0-1-1 0 0,0 1 1 0 0,0 0 0 0 0,0-1-1 0 0,0 1 1 0 0,0-1-1 0 0,0 1 1 0 0,0 0 0 0 0,0-1-1 0 0,0 1 1 0 0,-2-4 1382 0 0,2 3-1383 0 0,-4 4 137 0 0,1-1 0 0 0,0 1 1 0 0,0 0-1 0 0,0-1 0 0 0,0 1 0 0 0,0 0 0 0 0,1 1 0 0 0,-1-1 0 0 0,1 0 0 0 0,0 1 0 0 0,-3 5 0 0 0,-19 48 922 0 0,21-46-983 0 0,-8 15-47 0 0,1 1 0 0 0,2 0 0 0 0,1 1 1 0 0,1-1-1 0 0,2 1 0 0 0,0 1 0 0 0,1 49 0 0 0,3-76-291 0 0,0-1 1 0 0,0 1-1 0 0,0-1 1 0 0,0 0-1 0 0,0 1 1 0 0,1-1-1 0 0,-1 0 1 0 0,0 1-1 0 0,1-1 0 0 0,-1 0 1 0 0,1 0-1 0 0,-1 1 1 0 0,1-1-1 0 0,-1 0 1 0 0,1 0-1 0 0,0 0 1 0 0,0 0-1 0 0,0 0 1 0 0,0 0-1 0 0,0 0 0 0 0,0 0 1 0 0,0 0-1 0 0,0 0 1 0 0,0 0-1 0 0,0-1 1 0 0,0 1-1 0 0,0 0 1 0 0,1-1-1 0 0,-1 1 1 0 0,0-1-1 0 0,1 1 0 0 0,-1-1 1 0 0,0 0-1 0 0,0 0 1 0 0,1 1-1 0 0,-1-1 1 0 0,1 0-1 0 0,-1 0 1 0 0,0 0-1 0 0,2-1 0 0 0,1 0-473 0 0,1 0 0 0 0,-1 0 0 0 0,0 0 0 0 0,0-1 0 0 0,0 0 0 0 0,0 0 0 0 0,0 0 0 0 0,7-6 0 0 0,15-18-7379 0 0,-11 7-13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1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60 1252 0 0,'-7'-10'2208'0'0,"0"0"-368"0"0,1 3 993 0 0,-1-5-1757 0 0,0 5 376 0 0,2-1-524 0 0,-4 3-128 0 0,4 13-1524 0 0,7 2-2084 0 0,1 6-3645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2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0 2872 0 0,'0'0'14345'0'0,"-3"1"-13693"0"0,-4 2-364 0 0,1 1 0 0 0,-1-1 0 0 0,1 1-1 0 0,0 0 1 0 0,0 1 0 0 0,0 0 0 0 0,0 0 0 0 0,1 0 0 0 0,0 1-1 0 0,0-1 1 0 0,-7 13 0 0 0,-5 7 435 0 0,-20 43 0 0 0,22-38-251 0 0,-18 50-1 0 0,30-71-424 0 0,1 0-1 0 0,0-1 1 0 0,0 1-1 0 0,0 0 1 0 0,1 0-1 0 0,0 0 1 0 0,1 0-1 0 0,0 0 1 0 0,1 1-1 0 0,0-1 1 0 0,2 9-1 0 0,-3-16-83 0 0,1-1 0 0 0,-1 1 0 0 0,1-1 0 0 0,-1 1 0 0 0,1-1 0 0 0,0 0 0 0 0,-1 1 0 0 0,1-1 0 0 0,0 0 0 0 0,0 0 0 0 0,0 0 0 0 0,0 0 0 0 0,0 1 0 0 0,0-1-1 0 0,1-1 1 0 0,-1 1 0 0 0,0 0 0 0 0,0 0 0 0 0,1 0 0 0 0,-1-1 0 0 0,3 2 0 0 0,-1-1-197 0 0,1-1 0 0 0,-1 1 0 0 0,0-1 0 0 0,0 0 0 0 0,0 0 0 0 0,0 0 0 0 0,0 0 0 0 0,0-1 0 0 0,1 1 0 0 0,3-2 0 0 0,2-1-1070 0 0,1 0 1 0 0,-1-1-1 0 0,0 0 1 0 0,0 0-1 0 0,16-12 1 0 0,-3-3-3049 0 0,2-4-1952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55 268 0 0,'-3'-12'2783'0'0,"-9"-31"8710"0"0,15 63-10010 0 0,6 25 1265 0 0,22 64 1 0 0,0-1-1369 0 0,-18-51-1076 0 0,-3 2 0 0 0,-2-1 0 0 0,-3 1 0 0 0,-3 0 0 0 0,-6 72 0 0 0,0-86-398 0 0,-3 1 0 0 0,-1-1 1 0 0,-3 0-1 0 0,-1 0 1 0 0,-3-2-1 0 0,-1 1 0 0 0,-27 49 1 0 0,21-54-1089 0 0,-1 0-1 0 0,-45 57 1 0 0,46-71-1841 0 0,-1-1 0 0 0,-29 25 1 0 0,7-12-5938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 1444 0 0,'2'-10'8389'0'0,"-2"10"-8345"0"0,0 0 0 0 0,0 0 0 0 0,0 0 0 0 0,0-1 0 0 0,0 1 0 0 0,0 0 0 0 0,0 0 0 0 0,0 0 0 0 0,0 0 0 0 0,0 0 0 0 0,0-1 0 0 0,0 1 0 0 0,0 0 0 0 0,0 0 0 0 0,0 0 0 0 0,0 0 0 0 0,0 0 0 0 0,0-1-1 0 0,-1 1 1 0 0,1 0 0 0 0,0 0 0 0 0,0 0 0 0 0,0 0 0 0 0,0 0 0 0 0,0 0 0 0 0,0-1 0 0 0,0 1 0 0 0,0 0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0,-1 0 0 0 0,1 0 0 0 0,0 0 0 0 0,0 1 0 0 0,0-1 0 0 0,0 0-1 0 0,0 0 1 0 0,0 0 0 0 0,0 0 0 0 0,-1 0 0 0 0,-13 15 773 0 0,-11 21-338 0 0,-5 20-147 0 0,2 0 0 0 0,3 2 0 0 0,2 1 0 0 0,3 1 0 0 0,3 1 0 0 0,-12 79 0 0 0,23-108-266 0 0,2 1-1 0 0,2 0 1 0 0,0 0 0 0 0,3 0-1 0 0,0 0 1 0 0,3 0 0 0 0,0-1-1 0 0,14 47 1 0 0,-12-57-416 0 0,2-1 1 0 0,1 0-1 0 0,0 0 1 0 0,2-1-1 0 0,18 27 0 0 0,-18-31-749 0 0,2 0 0 0 0,0-1-1 0 0,1 0 1 0 0,0-2 0 0 0,1 1 0 0 0,29 18-1 0 0,-1-6-3737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70 1856 0 0,'0'-3'1759'0'0,"5"-45"7183"0"0,-4 41-7769 0 0,1-5 879 0 0,-2 19-1182 0 0,-50 321 4115 0 0,8-83-4354 0 0,35-183-439 0 0,2 124-1 0 0,6-165-324 0 0,1 0 1 0 0,0 0-1 0 0,2 0 0 0 0,1-1 1 0 0,0 1-1 0 0,2-1 0 0 0,12 28 1 0 0,-14-40-293 0 0,-1 0 0 0 0,1 0-1 0 0,1 0 1 0 0,-1-1 0 0 0,1 0 0 0 0,1 0 0 0 0,-1 0-1 0 0,11 7 1 0 0,-12-10-313 0 0,1 0-1 0 0,0 0 1 0 0,1-1-1 0 0,-1 0 0 0 0,0 0 1 0 0,1-1-1 0 0,0 0 1 0 0,0 0-1 0 0,-1 0 1 0 0,1-1-1 0 0,0 0 1 0 0,9 0-1 0 0,9-1-5019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87 117 1792 0 0,'-24'-116'15407'0'0,"23"118"-14775"0"0,-1 19 453 0 0,1-1 0 0 0,0 1 0 0 0,3 27 0 0 0,0-16-410 0 0,-2 93 313 0 0,-5 1 0 0 0,-31 177 0 0 0,36-303-1005 0 0,0 1 0 0 0,0-1 0 0 0,0 0 0 0 0,0 1 0 0 0,0-1 0 0 0,0 1 0 0 0,0-1 0 0 0,0 0 1 0 0,0 1-1 0 0,0-1 0 0 0,0 1 0 0 0,0-1 0 0 0,0 0 0 0 0,0 1 0 0 0,0-1 0 0 0,0 1 0 0 0,0-1 0 0 0,-1 0 0 0 0,1 1 1 0 0,0-1-1 0 0,0 0 0 0 0,0 1 0 0 0,-1-1 0 0 0,1 0 0 0 0,0 1 0 0 0,0-1 0 0 0,-1 0 0 0 0,1 0 0 0 0,0 1 1 0 0,-1-1-1 0 0,1 0 0 0 0,0 0 0 0 0,-1 0 0 0 0,1 0 0 0 0,0 1 0 0 0,-1-1 0 0 0,1 0 0 0 0,-1 0 0 0 0,1 0 0 0 0,0 0 1 0 0,-1 0-1 0 0,1 0 0 0 0,-1 0 0 0 0,1 0 0 0 0,0 0 0 0 0,-1 0 0 0 0,1 0 0 0 0,-1 0 0 0 0,1 0 0 0 0,0 0 1 0 0,-1 0-1 0 0,1-1 0 0 0,0 1 0 0 0,-1 0 0 0 0,0 0 0 0 0,1-1-3 0 0,-1 0 0 0 0,1 1 0 0 0,-1-1 0 0 0,1 0 0 0 0,-1 0 1 0 0,1 0-1 0 0,0 0 0 0 0,-1 1 0 0 0,1-1 0 0 0,0 0 0 0 0,0 0 0 0 0,-1 0 0 0 0,1 0 0 0 0,0 0 0 0 0,0 0 1 0 0,0 0-1 0 0,0-1 0 0 0,0 2-13 0 0,-1-10-66 0 0,0-1 0 0 0,1 0 0 0 0,0 1 0 0 0,1-1 0 0 0,0 1 0 0 0,1-1 0 0 0,0 1 1 0 0,5-16-1 0 0,-2 11 32 0 0,0 1 1 0 0,2-1-1 0 0,-1 1 1 0 0,2 0-1 0 0,9-13 1 0 0,-14 23 47 0 0,0 0 0 0 0,1 0 0 0 0,-1 0 0 0 0,1 0 0 0 0,0 1 0 0 0,0 0 0 0 0,0 0 0 0 0,0 0 0 0 0,0 0 0 0 0,1 1 0 0 0,-1-1 0 0 0,1 1 1 0 0,0 0-1 0 0,-1 1 0 0 0,1-1 0 0 0,5 0 0 0 0,-7 2 12 0 0,-1 0 1 0 0,1 0-1 0 0,0 0 1 0 0,-1 0 0 0 0,1 1-1 0 0,-1-1 1 0 0,1 1-1 0 0,-1-1 1 0 0,1 1-1 0 0,-1 0 1 0 0,0 0 0 0 0,1 0-1 0 0,-1 1 1 0 0,0-1-1 0 0,3 2 1 0 0,27 25-33 0 0,-27-21 81 0 0,0 0 0 0 0,0 0 0 0 0,0 0 0 0 0,-1 0-1 0 0,-1 1 1 0 0,1-1 0 0 0,-1 1 0 0 0,0 0 0 0 0,-1 0 0 0 0,0 0-1 0 0,0 1 1 0 0,-1-1 0 0 0,0 0 0 0 0,0 10 0 0 0,0-13 38 0 0,-1 0 1 0 0,-1-1-1 0 0,1 1 0 0 0,0 0 1 0 0,-1-1-1 0 0,0 1 1 0 0,0-1-1 0 0,-1 1 1 0 0,1-1-1 0 0,-1 1 1 0 0,0-1-1 0 0,0 0 1 0 0,0 0-1 0 0,-1 0 1 0 0,1 0-1 0 0,-1 0 0 0 0,0-1 1 0 0,0 1-1 0 0,0-1 1 0 0,-1 0-1 0 0,1 1 1 0 0,-1-2-1 0 0,0 1 1 0 0,0 0-1 0 0,0-1 1 0 0,-6 3-1 0 0,-2 0-47 0 0,0-1 0 0 0,0 0 0 0 0,0-1 0 0 0,0 0 0 0 0,-1-1 0 0 0,1-1 0 0 0,-1 0 0 0 0,-21-1 0 0 0,25-1-1232 0 0,-1-1-1 0 0,1 0 0 0 0,0 0 0 0 0,-11-4 1 0 0,22-20-9767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2860 0 0,'14'-6'10164'0'0,"19"2"-5063"0"0,24 2-3786 0 0,10 0-1255 0 0,-52 1-672 0 0,1-2 0 0 0,-1 0 0 0 0,20-7 0 0 0,-28 7-1305 0 0,1 0 1 0 0,-1 0-1 0 0,0-1 0 0 0,12-8 0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4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22 2524 0 0,'-18'-21'13382'0'0,"17"21"-13214"0"0,1 0-1 0 0,0 0 1 0 0,-1 0 0 0 0,-5 1 2686 0 0,5 0-2686 0 0,-6 16 2627 0 0,5 31-830 0 0,2-42-1324 0 0,0 230 3498 0 0,0-78-7687 0 0,2-134 468 0 0,3-10-1009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5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1 105 640 0 0,'16'-43'9244'0'0,"-11"31"-5507"0"0,0 0 0 0 0,8-25 5041 0 0,-13 37-8621 0 0,6 6 1393 0 0,1 13-742 0 0,0 71 1608 0 0,-5-49-2390 0 0,12 62-1 0 0,-14-103-122 0 0,1 1 1 0 0,-1 0-1 0 0,0-1 0 0 0,0 1 1 0 0,0 0-1 0 0,0-1 0 0 0,1 1 1 0 0,-1 0-1 0 0,0-1 0 0 0,1 1 1 0 0,-1 0-1 0 0,0-1 0 0 0,1 1 1 0 0,-1-1-1 0 0,1 1 0 0 0,-1-1 1 0 0,1 1-1 0 0,-1-1 0 0 0,1 1 0 0 0,0-1 1 0 0,-1 0-1 0 0,1 1 0 0 0,-1-1 1 0 0,1 0-1 0 0,0 0 0 0 0,-1 1 1 0 0,1-1-1 0 0,0 0 0 0 0,-1 0 1 0 0,1 0-1 0 0,0 0 0 0 0,-1 0 1 0 0,1 1-1 0 0,0-1 0 0 0,0-1 0 0 0,-1 1 1 0 0,1 0-1 0 0,0 0 0 0 0,-1 0 1 0 0,1 0-1 0 0,1-1 0 0 0,0 0-283 0 0,1 0 1 0 0,-1 0-1 0 0,1 0 0 0 0,-1 0 0 0 0,1-1 0 0 0,-1 1 0 0 0,3-3 0 0 0,20-26-5474 0 0,-12 7-980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5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55 2140 0 0,'-5'-10'1944'0'0,"0"2"-399"0"0,0-1 699 0 0,-2-3-760 0 0,0 2-280 0 0,-1 5-984 0 0,1 17-1644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5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267 528 496 0 0,'3'-2'2726'0'0,"-1"0"-2081"0"0,0 0 0 0 0,1 0 0 0 0,-1 0 0 0 0,0-1 0 0 0,0 1 0 0 0,-1-1 1 0 0,1 1-1 0 0,0-1 0 0 0,-1 0 0 0 0,1 0 0 0 0,-1 1 0 0 0,0-1 0 0 0,0 0 1 0 0,0 0-1 0 0,-1 0 0 0 0,2-4 0 0 0,-2 3-335 0 0,0 1 1 0 0,0-1-1 0 0,0 1 1 0 0,0-1-1 0 0,-1 1 0 0 0,1-1 1 0 0,-1 1-1 0 0,0 0 1 0 0,0-1-1 0 0,0 1 0 0 0,0 0 1 0 0,-1 0-1 0 0,1 0 1 0 0,-1 0-1 0 0,0 0 0 0 0,-2-3 1 0 0,2 4-244 0 0,0-1 0 0 0,0 1 0 0 0,0 0-1 0 0,-1 1 1 0 0,1-1 0 0 0,-1 0 0 0 0,1 1 0 0 0,-1-1 0 0 0,1 1 0 0 0,-1 0 0 0 0,0 0 0 0 0,0 0 0 0 0,0 0-1 0 0,1 0 1 0 0,-1 0 0 0 0,0 1 0 0 0,0 0 0 0 0,0 0 0 0 0,0-1 0 0 0,0 2 0 0 0,0-1 0 0 0,0 0 0 0 0,0 0 0 0 0,0 1-1 0 0,0 0 1 0 0,0 0 0 0 0,0 0 0 0 0,1 0 0 0 0,-5 2 0 0 0,-2 1-54 0 0,-1 1 0 0 0,1 0 0 0 0,0 0 0 0 0,1 1 0 0 0,-1 0 0 0 0,1 1 0 0 0,-10 10 0 0 0,2 0 4 0 0,1 1 0 0 0,2 0 1 0 0,-1 1-1 0 0,-13 26 0 0 0,23-37-3 0 0,-1 1 0 0 0,1-1 0 0 0,1 1 0 0 0,0 1 1 0 0,0-1-1 0 0,1 0 0 0 0,0 1 0 0 0,0-1 0 0 0,1 1 0 0 0,0 0 0 0 0,1-1 0 0 0,1 18 0 0 0,0-24 0 0 0,0-1 0 0 0,-1 1 0 0 0,1 0 0 0 0,0 0 1 0 0,0 0-1 0 0,0 0 0 0 0,1-1 0 0 0,-1 1 0 0 0,3 2 0 0 0,-3-4-10 0 0,0 0-1 0 0,0 0 1 0 0,0 0-1 0 0,0 0 1 0 0,0 0 0 0 0,0 0-1 0 0,0 0 1 0 0,1 0-1 0 0,-1-1 1 0 0,0 1-1 0 0,1-1 1 0 0,-1 1 0 0 0,0-1-1 0 0,1 1 1 0 0,-1-1-1 0 0,0 0 1 0 0,1 1-1 0 0,-1-1 1 0 0,1 0-1 0 0,-1 0 1 0 0,1 0 0 0 0,-1 0-1 0 0,2-1 1 0 0,3 0-3 0 0,-1 0 1 0 0,1 0 0 0 0,-1-1-1 0 0,1 0 1 0 0,-1 0 0 0 0,0-1-1 0 0,0 1 1 0 0,0-1 0 0 0,0 0-1 0 0,9-7 1 0 0,-6 3-38 0 0,0-1-1 0 0,-1 0 1 0 0,0 0 0 0 0,0-1 0 0 0,7-11-1 0 0,2-9-178 0 0,-2 1-1 0 0,22-62 1 0 0,-12 12 16 0 0,-4 0 0 0 0,14-99 1 0 0,-10-7 2243 0 0,-13 224-1330 0 0,7 140 1721 0 0,0-1-1481 0 0,-11-137-2053 0 0,1 0 0 0 0,16 48 1 0 0,-22-84 377 0 0,1 1 1 0 0,0-1 0 0 0,0 0-1 0 0,0 0 1 0 0,5 6 0 0 0,14 7-8656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5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6 180 2196 0 0,'-5'-172'15410'0'0,"5"172"-15376"0"0,0 0 1 0 0,0 0-1 0 0,-1-1 1 0 0,1 1-1 0 0,0 0 1 0 0,0 0-1 0 0,0 0 1 0 0,0-1-1 0 0,0 1 1 0 0,0 0-1 0 0,0 0 1 0 0,0 0-1 0 0,0-1 1 0 0,0 1-1 0 0,0 0 1 0 0,0 0-1 0 0,0 0 1 0 0,0-1-1 0 0,0 1 1 0 0,0 0-1 0 0,0 0 1 0 0,0-1-1 0 0,1 1 1 0 0,-1 0-1 0 0,0 0 1 0 0,0 0-1 0 0,0 0 1 0 0,0-1-1 0 0,0 1 1 0 0,0 0-1 0 0,1 0 1 0 0,-1 0-1 0 0,0 0 1 0 0,0 0-1 0 0,0-1 1 0 0,0 1-1 0 0,1 0 1 0 0,-1 0-1 0 0,0 0 1 0 0,0 0-1 0 0,0 0 1 0 0,1 0-1 0 0,-1 0 1 0 0,0 0-1 0 0,0 0 1 0 0,0 0-1 0 0,1 0 1 0 0,-1 0-1 0 0,0 0 1 0 0,0 0-1 0 0,0 0 1 0 0,1 0-1 0 0,-1 0 1 0 0,0 0-1 0 0,0 0 1 0 0,0 0-1 0 0,1 0 1 0 0,-1 0 0 0 0,0 0-1 0 0,0 0 1 0 0,0 0-1 0 0,1 0 1 0 0,-1 1-1 0 0,10 8 812 0 0,7 18 158 0 0,-1 0 0 0 0,-1 2 0 0 0,20 52 0 0 0,-22-51-666 0 0,6 22-57 0 0,-2 0 0 0 0,-2 2 0 0 0,-2-1 0 0 0,-3 2 0 0 0,-2-1 0 0 0,1 95 0 0 0,-10-54-741 0 0,-5 1 0 0 0,-3-1 1 0 0,-23 94-1 0 0,21-141-1162 0 0,-2 0 0 0 0,-21 53 0 0 0,18-64-3137 0 0,-27 47 0 0 0,12-34-3595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8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34 952 0 0,'-64'-21'17094'0'0,"52"18"-14920"0"0,6-1-1286 0 0,65-1-1718 0 0,111 5-1 0 0,-16 12-9054 0 0,-121-10 2727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9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 1220 0 0,'-22'3'3491'0'0,"-1"0"-1"0"0,-43 14 1 0 0,66-17-3472 0 0,0 0 0 0 0,-1 0 0 0 0,1 0-1 0 0,0 1 1 0 0,-1-1 0 0 0,1 0 0 0 0,0 0 0 0 0,-1 1 0 0 0,1-1 0 0 0,0 0 0 0 0,0 1 0 0 0,-1-1 0 0 0,1 0 0 0 0,0 0 0 0 0,0 1 0 0 0,0-1 0 0 0,-1 1 0 0 0,1-1 0 0 0,0 0-1 0 0,0 1 1 0 0,0-1 0 0 0,0 0 0 0 0,0 1 0 0 0,0-1 0 0 0,0 1 0 0 0,0-1 0 0 0,0 0 0 0 0,0 1 0 0 0,0-1 0 0 0,0 0 0 0 0,0 1 0 0 0,0-1 0 0 0,0 1 0 0 0,0-1 0 0 0,0 0-1 0 0,1 1 1 0 0,-1-1 0 0 0,0 0 0 0 0,0 1 0 0 0,0-1 0 0 0,1 0 0 0 0,-1 1 0 0 0,0-1 0 0 0,0 0 0 0 0,1 1 0 0 0,-1-1 0 0 0,0 0 0 0 0,0 0 0 0 0,1 0 0 0 0,-1 1 0 0 0,0-1-1 0 0,1 0 1 0 0,-1 0 0 0 0,1 0 0 0 0,-1 0 0 0 0,1 1 0 0 0,4 1 25 0 0,1 1 0 0 0,-1-1 0 0 0,1 0 0 0 0,0 0 0 0 0,0-1 0 0 0,0 0 0 0 0,0 0 0 0 0,0 0 0 0 0,0-1-1 0 0,9 0 1 0 0,3 1 27 0 0,300 1-787 0 0,-110-16-4740 0 0,-129 5 707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21 1480 0 0,'-14'-3'14814'0'0,"6"2"-13705"0"0,17 0-855 0 0,19 0-231 0 0,109 0 179 0 0,-73 2-165 0 0,73-8 0 0 0,-130 7-29 0 0,61-3 41 0 0,-66 2-50 0 0,32-2-5787 0 0,-22 3 3474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1012 0 0,'0'0'5760'0'0,"0"-8"-5604"0"0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4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9 1056 0 0,'1'-9'14997'0'0,"4"26"-14282"0"0,0-1 0 0 0,-1 1 0 0 0,0 0 0 0 0,-1 0 0 0 0,0 27 0 0 0,-5 92 681 0 0,0-89-905 0 0,-69 615 2560 0 0,46-480-2602 0 0,-16 175 126 0 0,-50 304 531 0 0,60-531-726 0 0,-83 219 1 0 0,99-304-285 0 0,-8 20 629 0 0,22-64-692 0 0,1-1 0 0 0,-1 1 0 0 0,1 0 0 0 0,0 0 1 0 0,-1 0-1 0 0,1 0 0 0 0,0 0 0 0 0,-1 0 0 0 0,1 0 0 0 0,0 0 1 0 0,0 0-1 0 0,0 0 0 0 0,0 0 0 0 0,0 0 0 0 0,0 0 1 0 0,1 0-1 0 0,-1 0 0 0 0,0 0 0 0 0,0 0 0 0 0,1 0 0 0 0,-1 0 1 0 0,0 0-1 0 0,1 0 0 0 0,-1 0 0 0 0,1 0 0 0 0,-1 0 1 0 0,1-1-1 0 0,0 1 0 0 0,-1 0 0 0 0,1 0 0 0 0,0-1 0 0 0,0 1 1 0 0,-1 0-1 0 0,1-1 0 0 0,0 1 0 0 0,0-1 0 0 0,0 1 1 0 0,0-1-1 0 0,0 1 0 0 0,0-1 0 0 0,-1 0 0 0 0,1 1 0 0 0,0-1 1 0 0,0 0-1 0 0,0 0 0 0 0,2 0 0 0 0,7 2 37 0 0,0 0 0 0 0,-1-1 0 0 0,19 0 0 0 0,-21-1-7 0 0,949 50 411 0 0,-431 0-437 0 0,-515-49-51 0 0,0-1 1 0 0,-1 0 0 0 0,1 0 0 0 0,0-1 0 0 0,-1 0-1 0 0,12-4 1 0 0,8-8-2547 0 0,-28 12 2153 0 0,0-1 1 0 0,1 1-1 0 0,-1 0 1 0 0,0-1 0 0 0,0 1-1 0 0,0-1 1 0 0,0 0-1 0 0,0 1 1 0 0,0-1 0 0 0,0 0-1 0 0,-1 1 1 0 0,1-1 0 0 0,0 0-1 0 0,-1 0 1 0 0,1-3-1 0 0,1-27-8582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4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61 636 0 0,'0'-17'5704'0'0,"-1"-27"7135"0"0,-2 55-12051 0 0,1-1 0 0 0,-1 1-1 0 0,2 0 1 0 0,-1 14 0 0 0,-2 11 302 0 0,-29 224 2287 0 0,24-179-3095 0 0,4-43 39 0 0,-3 19-1805 0 0,7-48 410 0 0,1 0 1 0 0,0 0-1 0 0,0 0 1 0 0,2 9-1 0 0,0-11-247 0 0,0 0-1 0 0,1 0 1 0 0,-1 0 0 0 0,1-1 0 0 0,0 1 0 0 0,1-1-1 0 0,0 0 1 0 0,7 10 0 0 0,6 5-5720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6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81 313 1084 0 0,'4'-4'1320'0'0,"0"0"1"0"0,0-1-1 0 0,0 1 0 0 0,-1-1 1 0 0,0 0-1 0 0,0 0 1 0 0,0 0-1 0 0,3-9 890 0 0,-2-4 2955 0 0,-12 23-5046 0 0,1 0 0 0 0,0 1 0 0 0,0 0 0 0 0,0 0 0 0 0,1 1 0 0 0,0 0 0 0 0,1 0 0 0 0,-1 0 0 0 0,-4 10 0 0 0,1-2 38 0 0,1 0-1 0 0,0 1 1 0 0,2 0 0 0 0,-7 20-1 0 0,12-31-112 0 0,0 0-1 0 0,0 0 1 0 0,0 0-1 0 0,0 0 1 0 0,1 0-1 0 0,0 0 1 0 0,0 0-1 0 0,0 0 1 0 0,1 0-1 0 0,-1 0 1 0 0,3 8-1 0 0,-1-10-24 0 0,-1 0 1 0 0,0 0-1 0 0,1 0 0 0 0,0 0 1 0 0,0 0-1 0 0,-1 0 1 0 0,2-1-1 0 0,-1 1 0 0 0,0-1 1 0 0,0 1-1 0 0,1-1 0 0 0,0 0 1 0 0,-1 0-1 0 0,1 0 0 0 0,0 0 1 0 0,0-1-1 0 0,0 1 0 0 0,5 1 1 0 0,7 2 13 0 0,0-1-1 0 0,0 0 1 0 0,0-1 0 0 0,1-1 0 0 0,-1-1 0 0 0,1 0 0 0 0,-1-1-1 0 0,1 0 1 0 0,-1-2 0 0 0,1 1 0 0 0,-1-2 0 0 0,0 0 0 0 0,0-1-1 0 0,0-1 1 0 0,0 0 0 0 0,-1-1 0 0 0,0 0 0 0 0,15-10 0 0 0,-19 10-13 0 0,0-1 1 0 0,0 0 0 0 0,-1 0 0 0 0,0-1-1 0 0,0 0 1 0 0,-1-1 0 0 0,0 0-1 0 0,0 0 1 0 0,-1-1 0 0 0,9-16-1 0 0,-11 17-13 0 0,-2 0 0 0 0,1-1 0 0 0,-1 1 0 0 0,0 0 0 0 0,-1-1 0 0 0,0 0 0 0 0,0 0-1 0 0,-1 1 1 0 0,-1-1 0 0 0,0 0 0 0 0,0 0 0 0 0,-1 0 0 0 0,-3-19 0 0 0,1 16 15 0 0,-1 0 1 0 0,0 1 0 0 0,-1-1 0 0 0,-1 1-1 0 0,1 0 1 0 0,-2 1 0 0 0,0-1-1 0 0,0 1 1 0 0,-18-19 0 0 0,13 17-450 0 0,0 1 1 0 0,-22-17 0 0 0,19 18-1310 0 0,-1 1 0 0 0,-19-10 0 0 0,26 17-95 0 0,3 2 380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5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34 2360 0 0,'21'-25'13946'0'0,"-12"16"-9939"0"0,-11 20-1070 0 0,-12 23-1095 0 0,-3 7-834 0 0,-13 52 0 0 0,-5 12 1745 0 0,35-104-2540 0 0,-9 38 2480 0 0,5-31-2693 0 0,1 1 0 0 0,-10 68 0 0 0,-9 69 0 0 0,20-133 0 0 0,2-2 0 0 0,-3-1 0 0 0,1 2 0 0 0,2-3 0 0 0,-3 1 0 0 0,1 0 0 0 0,0 1 0 0 0,1-1 0 0 0,-1 0 0 0 0,0-1 0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6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192 101 48 0 0,'4'-16'3669'0'0,"-1"0"0"0"0,0 0 0 0 0,1-31-1 0 0,-4 45-3250 0 0,-9 0 366 0 0,8 2-767 0 0,1 0 0 0 0,-1 0 0 0 0,1-1-1 0 0,-1 1 1 0 0,1 0 0 0 0,0 0 0 0 0,-1 0 0 0 0,1 0 0 0 0,-1 0-1 0 0,1 0 1 0 0,-1 0 0 0 0,1 0 0 0 0,-1 0 0 0 0,1 0 0 0 0,-1 0-1 0 0,1 0 1 0 0,-1 0 0 0 0,1 0 0 0 0,-1 0 0 0 0,1 1 0 0 0,0-1-1 0 0,-1 0 1 0 0,1 0 0 0 0,-1 0 0 0 0,0 1 0 0 0,-6 3 234 0 0,1 1 1 0 0,-1 0-1 0 0,0 1 1 0 0,1-1 0 0 0,0 1-1 0 0,1 1 1 0 0,-1-1-1 0 0,-4 8 1 0 0,-34 59 1308 0 0,41-68-1465 0 0,-12 23 440 0 0,1 0 0 0 0,-13 40 1 0 0,22-53-404 0 0,1 0 0 0 0,1 0 0 0 0,0 1 0 0 0,0 0 0 0 0,2-1 1 0 0,0 26-1 0 0,1-37-70 0 0,0 0 1 0 0,0-1 0 0 0,1 1-1 0 0,-1 0 1 0 0,1 0-1 0 0,0 0 1 0 0,0 0 0 0 0,1-1-1 0 0,-1 1 1 0 0,1-1-1 0 0,0 1 1 0 0,0-1 0 0 0,0 1-1 0 0,0-1 1 0 0,0 0-1 0 0,1 0 1 0 0,-1 0 0 0 0,1 0-1 0 0,0-1 1 0 0,0 1-1 0 0,0-1 1 0 0,0 0 0 0 0,1 1-1 0 0,-1-1 1 0 0,0-1-1 0 0,1 1 1 0 0,4 1 0 0 0,-6-2 31 0 0,1-1 0 0 0,0 1 0 0 0,0-1 0 0 0,-1 0 1 0 0,1 0-1 0 0,0 0 0 0 0,0 0 0 0 0,0 0 0 0 0,0-1 1 0 0,-1 1-1 0 0,1-1 0 0 0,0 1 0 0 0,-1-1 1 0 0,1 0-1 0 0,0 0 0 0 0,-1-1 0 0 0,1 1 0 0 0,-1 0 1 0 0,5-4-1 0 0,-1 0 49 0 0,0 0 0 0 0,0-1-1 0 0,0 1 1 0 0,-1-1 0 0 0,6-8 0 0 0,-4 4-114 0 0,1-1-1 0 0,-2 0 0 0 0,0 0 1 0 0,0 0-1 0 0,-1-1 0 0 0,0 0 1 0 0,-1 0-1 0 0,0 0 1 0 0,-1-1-1 0 0,-1 1 0 0 0,0-1 1 0 0,-1 1-1 0 0,0-1 0 0 0,0 0 1 0 0,-2 0-1 0 0,1 1 0 0 0,-2-1 1 0 0,0 0-1 0 0,0 1 1 0 0,-1-1-1 0 0,-1 1 0 0 0,0 0 1 0 0,-1 0-1 0 0,0 0 0 0 0,0 1 1 0 0,-10-14-1 0 0,-6-11-3262 0 0,6 10-4237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07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424 142 1608 0 0,'1'-5'1158'0'0,"1"-15"5387"0"0,1 1-1 0 0,10-32 1 0 0,-11 41-4627 0 0,-2 9-1822 0 0,0 0 0 0 0,0 0-1 0 0,0 0 1 0 0,0 1 0 0 0,0-1-1 0 0,0 0 1 0 0,1 0 0 0 0,-1 0-1 0 0,0 0 1 0 0,1 0 0 0 0,-1 0 0 0 0,1 0-1 0 0,-1 1 1 0 0,1-1 0 0 0,-1 0-1 0 0,1 0 1 0 0,0 1 0 0 0,-1-1-1 0 0,1 0 1 0 0,0 1 0 0 0,-1-1-1 0 0,1 1 1 0 0,0-1 0 0 0,0 1-1 0 0,0-1 1 0 0,-1 1 0 0 0,1-1-1 0 0,0 1 1 0 0,0 0 0 0 0,1-1-1 0 0,15-3 53 0 0,1 0 0 0 0,0 1 0 0 0,30-1-1 0 0,61 4 88 0 0,-50 1-161 0 0,4-1-16 0 0,132 3 55 0 0,-193-3-105 0 0,1 1 1 0 0,-1-1 0 0 0,1 1-1 0 0,-1 0 1 0 0,1-1 0 0 0,-1 1-1 0 0,0 0 1 0 0,0 0 0 0 0,1 1-1 0 0,-1-1 1 0 0,0 0 0 0 0,0 1-1 0 0,0-1 1 0 0,0 1 0 0 0,-1 0-1 0 0,1-1 1 0 0,0 1 0 0 0,-1 0-1 0 0,1 0 1 0 0,-1 0-1 0 0,0 0 1 0 0,1 0 0 0 0,-1 1-1 0 0,0-1 1 0 0,0 0 0 0 0,-1 1-1 0 0,1-1 1 0 0,0 0 0 0 0,-1 1-1 0 0,1 4 1 0 0,1 6 148 0 0,-2 0-1 0 0,1 0 0 0 0,-2 1 1 0 0,-1 17-1 0 0,1-22 10 0 0,-31 194 1627 0 0,3-14-390 0 0,-10 480-1403 0 0,39-565 0 0 0,-3 256 0 0 0,-21-1 0 0 0,12-255 0 0 0,-48 457 0 0 0,48-362 0 0 0,-5 48 0 0 0,12-141 0 0 0,4-92 0 0 0,1-3 0 0 0,0-1 0 0 0,-2 1 0 0 0,-4-2 0 0 0,0-8 0 0 0,-1 0 0 0 0,1-1 0 0 0,0 0 0 0 0,-1 0 0 0 0,1 0 0 0 0,-11-2 0 0 0,-3 0 0 0 0,-162-12 140 0 0,-101-3-916 0 0,201 16-3503 0 0,0 2-5130 0 0,-11 3-6630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0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22 1140 0 0,'-10'9'18537'0'0,"8"-7"-17518"0"0,8 0-877 0 0,0-1 0 0 0,1 0 0 0 0,-1 0 1 0 0,1-1-1 0 0,-1 0 0 0 0,1 0 0 0 0,-1-1 0 0 0,0 1 0 0 0,12-4 1 0 0,2 1 9 0 0,212-20-568 0 0,-77 16-5072 0 0,-145 8 3718 0 0,0-1-1 0 0,-1 1 0 0 0,13 4 1 0 0,-1-2-5110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0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66 1392 0 0,'-116'63'16370'0'0,"88"-49"-10920"0"0,47-14-4707 0 0,20-3-307 0 0,62-15 0 0 0,-21 3-498 0 0,232-38-4286 0 0,-107 13-5387 0 0,-132 26 1457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0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280 120 1084 0 0,'0'-2'1735'0'0,"1"-6"-596"0"0,0 1 0 0 0,-1-1 0 0 0,0 0 0 0 0,-1 1 1 0 0,0-1-1 0 0,-2-12 0 0 0,2 17-951 0 0,0 0 1 0 0,0 0 0 0 0,-1-1 0 0 0,1 1-1 0 0,-1 0 1 0 0,1 0 0 0 0,-1 0-1 0 0,0 1 1 0 0,0-1 0 0 0,-1 0-1 0 0,1 1 1 0 0,0-1 0 0 0,-1 1 0 0 0,0 0-1 0 0,1 0 1 0 0,-6-3 0 0 0,7 4-158 0 0,-1 1 1 0 0,1-1-1 0 0,-1 1 0 0 0,1 0 1 0 0,-1-1-1 0 0,1 1 1 0 0,-1 0-1 0 0,1 0 1 0 0,-1 0-1 0 0,1 0 1 0 0,-1 0-1 0 0,1 1 0 0 0,-1-1 1 0 0,1 0-1 0 0,-1 1 1 0 0,1-1-1 0 0,-2 1 1 0 0,-24 13 205 0 0,13-3-104 0 0,0 1 1 0 0,0 1-1 0 0,1 0 0 0 0,1 0 1 0 0,0 1-1 0 0,-16 26 0 0 0,15-19-68 0 0,1 0 0 0 0,0 1 0 0 0,2 0 0 0 0,-11 37-1 0 0,19-52-48 0 0,0 1-1 0 0,0-1 0 0 0,1 1 1 0 0,0-1-1 0 0,1 1 0 0 0,0-1 0 0 0,0 1 1 0 0,0-1-1 0 0,4 15 0 0 0,-4-19-9 0 0,1-1 0 0 0,0 1 0 0 0,0 0 0 0 0,0-1 0 0 0,0 1 1 0 0,1-1-1 0 0,-1 1 0 0 0,1-1 0 0 0,-1 0 0 0 0,1 1 0 0 0,0-1 0 0 0,0 0 0 0 0,0 0 0 0 0,0 0 0 0 0,0 0 0 0 0,0-1 0 0 0,1 1 0 0 0,-1-1 0 0 0,1 1 0 0 0,-1-1 1 0 0,1 0-1 0 0,-1 0 0 0 0,1 0 0 0 0,0 0 0 0 0,-1 0 0 0 0,1-1 0 0 0,0 1 0 0 0,0-1 0 0 0,3 0 0 0 0,5 1-6 0 0,-1-2-1 0 0,0 0 1 0 0,1 0-1 0 0,-1-1 1 0 0,0 0-1 0 0,0 0 0 0 0,0-1 1 0 0,0-1-1 0 0,-1 0 1 0 0,1 0-1 0 0,-1 0 1 0 0,0-2-1 0 0,0 1 1 0 0,-1-1-1 0 0,1 0 1 0 0,-1-1-1 0 0,-1 1 1 0 0,11-13-1 0 0,-7 7 40 0 0,-1-1 0 0 0,-1 0 0 0 0,0-1 0 0 0,0 0 0 0 0,-1 0-1 0 0,-1-1 1 0 0,-1 0 0 0 0,0 0 0 0 0,0 0 0 0 0,-2-1 0 0 0,3-17 0 0 0,-7 32 45 0 0,2-21 398 0 0,-2 22-471 0 0,0 0-1 0 0,0-1 1 0 0,0 1-1 0 0,0 0 1 0 0,0 0-1 0 0,0-1 1 0 0,0 1-1 0 0,0 0 1 0 0,0-1-1 0 0,0 1 1 0 0,0 0 0 0 0,0 0-1 0 0,0-1 1 0 0,0 1-1 0 0,-1 0 1 0 0,1 0-1 0 0,0-1 1 0 0,0 1-1 0 0,0 0 1 0 0,0 0-1 0 0,-1 0 1 0 0,1-1-1 0 0,0 1 1 0 0,0 0 0 0 0,-1 0-1 0 0,1 0 1 0 0,0 0-1 0 0,0 0 1 0 0,-1-1-1 0 0,1 1 1 0 0,0 0-1 0 0,0 0 1 0 0,-1 0-1 0 0,1 0 1 0 0,0 0 0 0 0,0 0-1 0 0,-1 0 1 0 0,1 0-1 0 0,0 0 1 0 0,-1 0-1 0 0,1 0 1 0 0,0 0-1 0 0,0 0 1 0 0,-1 0-1 0 0,1 0 1 0 0,0 0 0 0 0,0 0-1 0 0,-1 0 1 0 0,1 1-1 0 0,0-1 1 0 0,0 0-1 0 0,-1 0 1 0 0,1 0-1 0 0,0 0 1 0 0,0 1-1 0 0,-1-1 1 0 0,1 0-1 0 0,0 0 1 0 0,-6 5 128 0 0,1 1 1 0 0,0-1-1 0 0,0 1 1 0 0,0 0-1 0 0,1 0 1 0 0,0 0-1 0 0,0 0 1 0 0,0 1-1 0 0,1 0 1 0 0,0 0-1 0 0,-2 7 1 0 0,0-4 3 0 0,0 4 7 0 0,-7 13 151 0 0,-16 52 1 0 0,26-72-278 0 0,0 1 0 0 0,1-1 1 0 0,0 1-1 0 0,0 0 0 0 0,1-1 1 0 0,-1 1-1 0 0,2 0 0 0 0,-1 0 1 0 0,1-1-1 0 0,0 1 1 0 0,1-1-1 0 0,3 11 0 0 0,-4-15-150 0 0,1-1 0 0 0,-1 1-1 0 0,1 0 1 0 0,0 0-1 0 0,0-1 1 0 0,0 1 0 0 0,0-1-1 0 0,0 0 1 0 0,1 0 0 0 0,-1 0-1 0 0,1 0 1 0 0,-1 0-1 0 0,1 0 1 0 0,0 0 0 0 0,-1-1-1 0 0,1 0 1 0 0,0 1 0 0 0,0-1-1 0 0,0 0 1 0 0,0 0-1 0 0,1-1 1 0 0,-1 1 0 0 0,4 0-1 0 0,0-1-992 0 0,1 1 0 0 0,0-1 0 0 0,-1-1 0 0 0,1 1 0 0 0,0-1 0 0 0,-1-1 0 0 0,1 1 0 0 0,12-6 0 0 0,7-4-4300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0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80 1352 0 0,'-16'-20'10996'0'0,"-1"5"-3754"0"0,36 22-4657 0 0,-4-3-2560 0 0,-1-2 0 0 0,0 0 1 0 0,1 0-1 0 0,-1-2 0 0 0,1 0 1 0 0,-1 0-1 0 0,29-5 0 0 0,32-12-2904 0 0,-6-5-4359 0 0,-51 14 3184 0 0,-1-1-1748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0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63 2172 0 0,'9'-26'11840'0'0,"2"-11"1384"0"0,-16 67-10110 0 0,-21 103-2411 0 0,-6 28 429 0 0,28-128-938 0 0,1 0 0 0 0,2 63 0 0 0,1-94-268 0 0,0-1 0 0 0,0 1 0 0 0,0-1 0 0 0,0 1 0 0 0,1 0 0 0 0,-1-1 0 0 0,1 0 0 0 0,-1 1 0 0 0,1-1 0 0 0,-1 1 0 0 0,1-1 0 0 0,0 0 0 0 0,-1 1 0 0 0,1-1 0 0 0,0 0 0 0 0,2 2 0 0 0,-2-2-70 0 0,-1-1 0 0 0,1 1 0 0 0,0-1 0 0 0,0 1 0 0 0,0-1 0 0 0,0 0 0 0 0,0 1 0 0 0,0-1 0 0 0,0 0 0 0 0,0 0 0 0 0,0 0 0 0 0,0 1 0 0 0,0-1 0 0 0,0 0 0 0 0,0-1 0 0 0,0 1 0 0 0,0 0 0 0 0,0 0-1 0 0,1 0 1 0 0,4-2-609 0 0,-1-1-1 0 0,1 1 0 0 0,0-1 0 0 0,-1 0 0 0 0,0 0 0 0 0,10-8 0 0 0,6-6-2618 0 0,0-1 1 0 0,-1-2-1 0 0,22-27 1 0 0,-14 13-4090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0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55 2556 0 0,'-76'-52'11190'0'0,"76"52"-11204"0"0,-1 0 0 0 0,1-1-1 0 0,-1 1 1 0 0,0 0 0 0 0,1-1 0 0 0,-1 1 0 0 0,0 0 0 0 0,1 0 0 0 0,-1 0-1 0 0,0-1 1 0 0,0 1 0 0 0,1 0 0 0 0,-1 0 0 0 0,0 0 0 0 0,1 0-1 0 0,-1 0 1 0 0,0 0 0 0 0,1 0 0 0 0,-1 1 0 0 0,0-1 0 0 0,0 0 0 0 0,1 0-1 0 0,-1 1 1 0 0,0-1 0 0 0,1 0 0 0 0,-1 0 0 0 0,1 1 0 0 0,-1-1-1 0 0,0 1 1 0 0,1-1 0 0 0,-1 1 0 0 0,1-1 0 0 0,-1 1 0 0 0,1-1 0 0 0,0 1-1 0 0,-1-1 1 0 0,1 1 0 0 0,-1 0 0 0 0,1-1 0 0 0,0 1 0 0 0,-1-1 0 0 0,1 1-1 0 0,0 0 1 0 0,0-1 0 0 0,0 1 0 0 0,-1 0 0 0 0,1 0 0 0 0,0-1-1 0 0,0 1 1 0 0,0 0 0 0 0,0-1 0 0 0,0 1 0 0 0,0 0 0 0 0,1-1 0 0 0,-1 1-1 0 0,0 1 1 0 0,8 36-6368 0 0,-5-25 2229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1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58 1648 0 0,'9'-27'12621'0'0,"-9"26"-12428"0"0,0 0-1 0 0,0-1 1 0 0,0 1-1 0 0,0 0 1 0 0,0-1 0 0 0,-1 1-1 0 0,1 0 1 0 0,0 0-1 0 0,-1 0 1 0 0,1-1-1 0 0,-1 1 1 0 0,0 0-1 0 0,1 0 1 0 0,-1 0 0 0 0,0 0-1 0 0,0 0 1 0 0,0 0-1 0 0,0 0 1 0 0,0 0-1 0 0,0 0 1 0 0,0 0-1 0 0,0 1 1 0 0,0-1-1 0 0,0 0 1 0 0,0 1 0 0 0,0-1-1 0 0,0 1 1 0 0,-1-1-1 0 0,1 1 1 0 0,0-1-1 0 0,0 1 1 0 0,-1 0-1 0 0,-1-1 1 0 0,-4 2-39 0 0,1-1 0 0 0,-1 1 0 0 0,0 0 0 0 0,0 0 0 0 0,1 1 0 0 0,-1 0 0 0 0,1 0 0 0 0,-1 0 0 0 0,1 1 0 0 0,0 0 0 0 0,0 0 0 0 0,0 1 0 0 0,0-1 0 0 0,1 1 0 0 0,0 1 0 0 0,-1-1 0 0 0,1 1 0 0 0,-5 6 0 0 0,-7 8 58 0 0,2 0 1 0 0,-1 1 0 0 0,-20 39-1 0 0,24-37-124 0 0,0 1 1 0 0,-8 26-1 0 0,16-37-61 0 0,0-1 1 0 0,1 1 0 0 0,1-1 0 0 0,0 1 0 0 0,0 0 0 0 0,1 20 0 0 0,1-28-31 0 0,0 0 1 0 0,0 0 0 0 0,1 0-1 0 0,0 0 1 0 0,-1 0-1 0 0,1 0 1 0 0,1 0 0 0 0,-1-1-1 0 0,1 1 1 0 0,-1 0 0 0 0,1-1-1 0 0,0 1 1 0 0,0-1 0 0 0,1 1-1 0 0,-1-1 1 0 0,1 0 0 0 0,-1 0-1 0 0,1 0 1 0 0,5 4-1 0 0,-4-5-258 0 0,1 0-1 0 0,-1 1 0 0 0,1-2 0 0 0,-1 1 0 0 0,1 0 0 0 0,0-1 0 0 0,0 0 1 0 0,0 0-1 0 0,0 0 0 0 0,0-1 0 0 0,0 0 0 0 0,0 0 0 0 0,0 0 0 0 0,0 0 0 0 0,7-2 1 0 0,3-1-1703 0 0,0-1 1 0 0,-1-1-1 0 0,1 1 1 0 0,-1-2 0 0 0,25-14-1 0 0,-4-1-4666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1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495 136 1968 0 0,'-9'-21'2336'0'0,"-5"-12"4409"0"0,-14-49 2512 0 0,32 84-8357 0 0,4 2-493 0 0,0 0-1 0 0,0 1 1 0 0,-1 0 0 0 0,0 0 0 0 0,0 1-1 0 0,0 0 1 0 0,0 0 0 0 0,-1 1-1 0 0,0 0 1 0 0,9 14 0 0 0,4 7 590 0 0,24 48 1 0 0,-29-46-796 0 0,-1-1 0 0 0,-2 1 0 0 0,-1 1 1 0 0,-1 0-1 0 0,-2 1 0 0 0,-1-1 0 0 0,2 36 1 0 0,-6-26-50 0 0,-2 0 1 0 0,-1 0-1 0 0,-3 0 0 0 0,-1 0 1 0 0,-11 42-1 0 0,0-24-375 0 0,-3-2 0 0 0,-2 0 1 0 0,-2-2-1 0 0,-3 0 0 0 0,-2-2 0 0 0,-3-1 0 0 0,-62 81 0 0 0,59-90-1955 0 0,-3-2 0 0 0,-80 71 1 0 0,87-88-1483 0 0,-1-1 0 0 0,-56 30 0 0 0,30-26-4868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2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61 1648 0 0,'0'-3'2062'0'0,"0"0"-1488"0"0,0 1-1 0 0,0-1 0 0 0,-1 0 1 0 0,1 0-1 0 0,0 0 1 0 0,-1 1-1 0 0,0-1 0 0 0,1 0 1 0 0,-1 0-1 0 0,0 1 1 0 0,-1-1-1 0 0,1 1 0 0 0,0-1 1 0 0,-1 1-1 0 0,1 0 1 0 0,-1-1-1 0 0,0 1 0 0 0,0 0 1 0 0,-3-2-1 0 0,4 3-480 0 0,0 0 0 0 0,0 1 0 0 0,-1-1 0 0 0,1 1 0 0 0,-1-1 0 0 0,1 1 0 0 0,0 0 0 0 0,-1-1 0 0 0,1 1 0 0 0,-1 0 0 0 0,1 0 0 0 0,-1 0 0 0 0,1 0 0 0 0,-1 0 0 0 0,1 1 0 0 0,-1-1 0 0 0,1 0 0 0 0,0 1 0 0 0,-1-1 0 0 0,1 1 0 0 0,-1-1 0 0 0,-1 2 0 0 0,-28 16 1147 0 0,10-2-747 0 0,0 2 0 0 0,1 0 0 0 0,1 1 0 0 0,1 1 1 0 0,1 0-1 0 0,-21 33 0 0 0,-73 143 983 0 0,-4 56-328 0 0,102-218-1022 0 0,2 1 1 0 0,2 0-1 0 0,1 0 1 0 0,1 0 0 0 0,-2 61-1 0 0,9-84-120 0 0,0 1-1 0 0,1-1 1 0 0,0 1-1 0 0,1-1 1 0 0,1 0-1 0 0,0 1 0 0 0,0-1 1 0 0,1-1-1 0 0,1 1 1 0 0,0 0-1 0 0,0-1 1 0 0,1 0-1 0 0,1 0 1 0 0,0-1-1 0 0,0 0 1 0 0,1 0-1 0 0,1-1 0 0 0,-1 0 1 0 0,1 0-1 0 0,1-1 1 0 0,0 0-1 0 0,0-1 1 0 0,0 0-1 0 0,1 0 1 0 0,0-1-1 0 0,0-1 0 0 0,1 0 1 0 0,16 5-1 0 0,-2-3-537 0 0,0-1-1 0 0,1-1 0 0 0,-1-2 0 0 0,1-1 1 0 0,42-1-1 0 0,-14-5-4701 0 0,91-17 0 0 0,-58 3-4248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8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18 720 0 0,'6'-17'10914'0'0,"-11"20"-10580"0"0,0 0-1 0 0,0 0 1 0 0,1 1-1 0 0,0 0 1 0 0,0 0-1 0 0,0 0 1 0 0,0 0-1 0 0,0 1 1 0 0,-3 6-1 0 0,-32 54 1400 0 0,25-42-1295 0 0,-35 67 454 0 0,4 1 1 0 0,4 3-1 0 0,-32 109 1 0 0,55-144-610 0 0,-20 109 0 0 0,35-148-317 0 0,0 1 1 0 0,2 0-1 0 0,1-1 0 0 0,0 1 1 0 0,1 0-1 0 0,2-1 1 0 0,0 1-1 0 0,1-1 1 0 0,7 23-1 0 0,-6-32-353 0 0,-1 0 1 0 0,1 0-1 0 0,1 0 1 0 0,0-1 0 0 0,12 16-1 0 0,-13-21-207 0 0,-1 0 0 0 0,2 1 0 0 0,-1-1 0 0 0,7 4 0 0 0,-7-5-510 0 0,0-1 0 0 0,0-1-1 0 0,0 1 1 0 0,0-1 0 0 0,11 4 0 0 0,6-2-5518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8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153 219 572 0 0,'9'-58'8238'0'0,"1"-101"0"0"0,-10 157-7573 0 0,-5 23 1054 0 0,-15 131 589 0 0,-33 230-1295 0 0,22-201-721 0 0,25-162-184 0 0,5-17-102 0 0,1-3-6 0 0,0 1-1 0 0,-1 0 0 0 0,1-1 0 0 0,0 1 0 0 0,-1 0 0 0 0,1-1 0 0 0,0 1 0 0 0,0-1 0 0 0,-1 1 0 0 0,1 0 0 0 0,0-1 0 0 0,0 1 0 0 0,0-1 0 0 0,0 1 0 0 0,-1-1 0 0 0,1 1 0 0 0,0 0 0 0 0,0-1 0 0 0,0 1 1 0 0,0-1-1 0 0,0 1 0 0 0,0-1 0 0 0,0 1 0 0 0,0-1 0 0 0,0 1 0 0 0,0-1 0 0 0,1 1 0 0 0,-1 0 0 0 0,0-1 0 0 0,0 0 0 0 0,4-16-15 0 0,-4 16 16 0 0,9-30-24 0 0,2 0-1 0 0,1 0 1 0 0,30-55-1 0 0,-36 74 17 0 0,2 0 1 0 0,-1 1-1 0 0,1 0 0 0 0,1 1 0 0 0,0 0 1 0 0,1 0-1 0 0,0 1 0 0 0,0 0 0 0 0,1 0 1 0 0,0 1-1 0 0,0 1 0 0 0,17-8 0 0 0,-21 12 8 0 0,0 1-1 0 0,0 0 0 0 0,0 0 0 0 0,0 1 0 0 0,0 0 0 0 0,1 0 0 0 0,-1 1 0 0 0,0 0 1 0 0,1 0-1 0 0,-1 0 0 0 0,0 1 0 0 0,1 0 0 0 0,-1 1 0 0 0,0 0 0 0 0,0 0 0 0 0,0 0 1 0 0,0 1-1 0 0,0 0 0 0 0,7 4 0 0 0,-10-4 21 0 0,0-1-1 0 0,1 1 1 0 0,-1 1-1 0 0,0-1 1 0 0,0 0-1 0 0,-1 1 1 0 0,1 0 0 0 0,-1 0-1 0 0,1 0 1 0 0,-1 0-1 0 0,-1 0 1 0 0,1 1 0 0 0,-1-1-1 0 0,1 1 1 0 0,-1 0-1 0 0,0 0 1 0 0,-1 0-1 0 0,0 0 1 0 0,1 0 0 0 0,-1 0-1 0 0,-1 0 1 0 0,1 0-1 0 0,-1 0 1 0 0,0 0-1 0 0,0 1 1 0 0,0-1 0 0 0,-3 9-1 0 0,0-2 139 0 0,-1-1-1 0 0,0 1 0 0 0,-1-1 1 0 0,0 1-1 0 0,-1-1 1 0 0,0-1-1 0 0,-1 1 0 0 0,0-1 1 0 0,0 0-1 0 0,-1-1 1 0 0,-1 0-1 0 0,-16 14 0 0 0,10-10 8 0 0,-1-1 0 0 0,0-1 0 0 0,-1-1-1 0 0,0 0 1 0 0,-1-1 0 0 0,0-1 0 0 0,-24 8-1 0 0,27-12-139 0 0,0 0-1 0 0,0-2 1 0 0,0 0-1 0 0,0 0 1 0 0,0-1-1 0 0,0-1 1 0 0,-1-1-1 0 0,1 0 0 0 0,0-1 1 0 0,0 0-1 0 0,-16-5 1 0 0,30 6-127 0 0,-1 1-1 0 0,1 0 1 0 0,-1-1 0 0 0,1 1 0 0 0,-1-1 0 0 0,1 0-1 0 0,0 1 1 0 0,-1-1 0 0 0,1 0 0 0 0,0 0-1 0 0,0 0 1 0 0,-1 0 0 0 0,1 0 0 0 0,0 0 0 0 0,0 0-1 0 0,0 0 1 0 0,0-1 0 0 0,-1-1 0 0 0,2 2-59 0 0,0 0 1 0 0,0 0 0 0 0,-1 0 0 0 0,1 0-1 0 0,0 0 1 0 0,0 0 0 0 0,0-1 0 0 0,0 1-1 0 0,1 0 1 0 0,-1 0 0 0 0,0 0-1 0 0,0 0 1 0 0,1 0 0 0 0,-1 0 0 0 0,0 0-1 0 0,1 0 1 0 0,-1 0 0 0 0,1 0 0 0 0,0-1-1 0 0,4-4-894 0 0,-1 1 0 0 0,0 0-1 0 0,1 1 1 0 0,0-1 0 0 0,0 1 0 0 0,10-7-1 0 0,4-2-3781 0 0,4 1-2491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8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3152 0 0,'28'-24'14065'0'0,"-21"20"-12542"0"0,-3 3-1145 0 0,0 0 0 0 0,-1 0 0 0 0,1 1 0 0 0,0-1-1 0 0,-1 1 1 0 0,7 0 0 0 0,47 2 319 0 0,-21 0-227 0 0,42-3-1 0 0,-69 0-1129 0 0,1 0 1 0 0,0-1 0 0 0,-1 1-1 0 0,1-2 1 0 0,-1 0-1 0 0,1 0 1 0 0,-1 0 0 0 0,0-1-1 0 0,10-6 1 0 0,-16 7-509 0 0,1 1 0 0 0,-1-1 0 0 0,1 0 0 0 0,-1 0 0 0 0,4-5 1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9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34 564 0 0,'-12'-14'7467'0'0,"-6"-1"-2517"0"0,13 12-3322 0 0,5 2-1481 0 0,-1 1-1 0 0,0 0 1 0 0,0 0-1 0 0,1 0 0 0 0,-1 0 1 0 0,0 0-1 0 0,0 0 1 0 0,1 0-1 0 0,-1 0 1 0 0,0 0-1 0 0,0 0 0 0 0,0 0 1 0 0,1 1-1 0 0,-1-1 1 0 0,0 0-1 0 0,1 1 1 0 0,-1-1-1 0 0,0 0 0 0 0,1 1 1 0 0,-1-1-1 0 0,0 1 1 0 0,1-1-1 0 0,-1 1 0 0 0,1-1 1 0 0,-1 1-1 0 0,0 0 1 0 0,-15 16 1665 0 0,7-4-845 0 0,0 1 0 0 0,1 1 0 0 0,1-1 0 0 0,0 1 0 0 0,-5 19 1 0 0,-20 82 1032 0 0,23-80-1609 0 0,-2 11-399 0 0,2 0 0 0 0,2 0-1 0 0,2 1 1 0 0,2 73 0 0 0,3-114-625 0 0,1-1 0 0 0,-1 1 0 0 0,2-1 0 0 0,-1 1 0 0 0,5 10 0 0 0,7 5-3815 0 0,8-8-4373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9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68 1564 0 0,'0'-3'1654'0'0,"-5"-43"3759"0"0,5 44-5150 0 0,-1-15 262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23 2224 0 0,'-7'-22'20355'0'0,"6"22"-20080"0"0,-1 0-36 0 0,1 1-1 0 0,0-1 1 0 0,0 1-1 0 0,0-1 1 0 0,0 1-1 0 0,0 0 1 0 0,0 0-1 0 0,0 0 1 0 0,0-1-1 0 0,0 1 1 0 0,0 0 0 0 0,-1 2-1 0 0,-28 43-372 0 0,26-40 1132 0 0,-12 24-606 0 0,1 0 0 0 0,2 1 0 0 0,0 1-1 0 0,3 0 1 0 0,-12 55 0 0 0,20-77-343 0 0,1-1-1 0 0,0 1 1 0 0,0-1 0 0 0,1 1-1 0 0,0-1 1 0 0,1 1 0 0 0,0 0-1 0 0,0-1 1 0 0,5 14-1 0 0,-6-21-74 0 0,1 1-1 0 0,0 0 1 0 0,1 0-1 0 0,-1 0 0 0 0,0 0 1 0 0,1-1-1 0 0,0 1 0 0 0,0-1 1 0 0,-1 1-1 0 0,1-1 0 0 0,1 0 1 0 0,-1 0-1 0 0,0 0 1 0 0,1 0-1 0 0,-1 0 0 0 0,1 0 1 0 0,-1-1-1 0 0,1 1 0 0 0,0-1 1 0 0,-1 1-1 0 0,1-1 0 0 0,0 0 1 0 0,0 0-1 0 0,0-1 0 0 0,0 1 1 0 0,0-1-1 0 0,0 1 1 0 0,0-1-1 0 0,0 0 0 0 0,0 0 1 0 0,0 0-1 0 0,5-1 0 0 0,-1 0-529 0 0,1-1 1 0 0,-1 0-1 0 0,0 0 0 0 0,1-1 0 0 0,-1 1 0 0 0,0-2 0 0 0,0 1 0 0 0,-1-1 1 0 0,1 0-1 0 0,-1 0 0 0 0,0-1 0 0 0,11-10 0 0 0,-6 4-1348 0 0,0-1 0 0 0,-1 0-1 0 0,-1-1 1 0 0,0 0 0 0 0,10-18 0 0 0,-2-6-5818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1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99 1124 0 0,'-8'-12'2695'0'0,"-1"0"0"0"0,-20-20 1 0 0,24 27-2219 0 0,0 0 0 0 0,-1 1 0 0 0,1 0 1 0 0,-1 0-1 0 0,0 0 0 0 0,0 1 1 0 0,0 0-1 0 0,-8-3 0 0 0,13 5-449 0 0,-1 1-1 0 0,1-1 0 0 0,0 1 1 0 0,0-1-1 0 0,-1 1 1 0 0,1-1-1 0 0,0 1 0 0 0,0 0 1 0 0,-1 0-1 0 0,1 0 1 0 0,0 0-1 0 0,-1 0 1 0 0,1 0-1 0 0,0 0 0 0 0,-1 0 1 0 0,1 0-1 0 0,0 0 1 0 0,-1 1-1 0 0,1-1 0 0 0,0 1 1 0 0,0-1-1 0 0,-1 1 1 0 0,1-1-1 0 0,0 1 0 0 0,0 0 1 0 0,0 0-1 0 0,0-1 1 0 0,0 1-1 0 0,0 0 0 0 0,0 0 1 0 0,0 0-1 0 0,0 0 1 0 0,0 0-1 0 0,1 0 0 0 0,-1 0 1 0 0,0 1-1 0 0,1-1 1 0 0,-2 2-1 0 0,1 1-223 0 0,0 0 0 0 0,1 0 0 0 0,-1 0 0 0 0,1 0 0 0 0,0 0 0 0 0,0 0 0 0 0,0 0 0 0 0,0 0 0 0 0,1 0 0 0 0,0 0 0 0 0,1 5 0 0 0,15 27-4807 0 0,-7-16 188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349 483 2272 0 0,'14'-15'10857'0'0,"-15"14"-10537"0"0,1-1 0 0 0,0 1 0 0 0,-1 0 0 0 0,1-1 0 0 0,0 1 0 0 0,-1 0 0 0 0,0 0 1 0 0,1-1-1 0 0,-1 1 0 0 0,0 0 0 0 0,0 0 0 0 0,1 0 0 0 0,-1 0 0 0 0,0 0 0 0 0,0 0 0 0 0,0 0 0 0 0,0 0 0 0 0,-2-1 0 0 0,1 1-71 0 0,0 0 1 0 0,0 0-1 0 0,0 1 0 0 0,0-1 1 0 0,0 0-1 0 0,-1 1 0 0 0,1-1 1 0 0,0 1-1 0 0,0 0 0 0 0,-4 0 1 0 0,0 0 5 0 0,-1 0 1 0 0,0 1 0 0 0,1 0-1 0 0,-1 1 1 0 0,0 0 0 0 0,-11 4-1 0 0,3 2-97 0 0,1 0-1 0 0,0 0 1 0 0,0 1 0 0 0,1 1-1 0 0,0 0 1 0 0,1 1-1 0 0,0 1 1 0 0,1 0 0 0 0,0 0-1 0 0,1 1 1 0 0,-13 21-1 0 0,7-9-81 0 0,2 2-1 0 0,1 0 1 0 0,1 1-1 0 0,1 0 0 0 0,-10 41 1 0 0,17-51-27 0 0,0-1 1 0 0,-1 21-1 0 0,5-33-37 0 0,-1 0-1 0 0,1 0 0 0 0,0-1 1 0 0,1 1-1 0 0,-1 0 0 0 0,1 0 1 0 0,0-1-1 0 0,0 1 0 0 0,0 0 1 0 0,1-1-1 0 0,0 1 0 0 0,-1-1 1 0 0,4 5-1 0 0,-3-7-10 0 0,-1-1 0 0 0,1 1 1 0 0,0-1-1 0 0,-1 0 0 0 0,1 0 0 0 0,0 0 0 0 0,0 0 1 0 0,-1 0-1 0 0,1 0 0 0 0,0 0 0 0 0,0 0 0 0 0,0-1 1 0 0,0 1-1 0 0,0-1 0 0 0,0 0 0 0 0,1 1 0 0 0,-1-1 1 0 0,0 0-1 0 0,0 0 0 0 0,0 0 0 0 0,0-1 0 0 0,0 1 0 0 0,0 0 1 0 0,3-2-1 0 0,3 0-74 0 0,0 0 1 0 0,0-1-1 0 0,0 0 1 0 0,13-8-1 0 0,-2-1-107 0 0,-2 0-1 0 0,1-2 0 0 0,-2 0 1 0 0,0-1-1 0 0,-1-1 0 0 0,0 0 1 0 0,-1-1-1 0 0,-1 0 0 0 0,-1-1 1 0 0,13-25-1 0 0,-3 1-106 0 0,-3-2 0 0 0,-1 0 0 0 0,20-76 0 0 0,-20 47 170 0 0,-3 0 1 0 0,-4-1-1 0 0,-3-1 0 0 0,-2-82 0 0 0,-6 154 120 0 0,0-1 1 0 0,0 0-1 0 0,-1 0 1 0 0,0 0-1 0 0,0 0 1 0 0,0 1 0 0 0,0-1-1 0 0,-3-5 1 0 0,3 7 40 0 0,-2 4 80 0 0,0 0-71 0 0,-1 1 0 0 0,1 0-1 0 0,0 0 1 0 0,0 0-1 0 0,1 1 1 0 0,-1-1 0 0 0,0 1-1 0 0,1-1 1 0 0,0 1-1 0 0,0 0 1 0 0,0 0 0 0 0,0-1-1 0 0,1 2 1 0 0,0-1-1 0 0,-2 6 1 0 0,-2 14 319 0 0,-4 36 0 0 0,8-50-264 0 0,-9 86 627 0 0,3 101 0 0 0,9-134-1753 0 0,3-1 1 0 0,20 104 0 0 0,-13-126-2631 0 0,0-15-4838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0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328 204 1348 0 0,'-36'-182'14276'0'0,"36"181"-14192"0"0,0 0 0 0 0,-1 1-1 0 0,1-1 1 0 0,0 0 0 0 0,0 0-1 0 0,-1 0 1 0 0,1 1 0 0 0,0-1 0 0 0,0 0-1 0 0,0 0 1 0 0,0 0 0 0 0,0 0 0 0 0,0 1-1 0 0,0-1 1 0 0,0 0 0 0 0,0 0-1 0 0,1 0 1 0 0,-1 0 0 0 0,0 1 0 0 0,0-1-1 0 0,1 0 1 0 0,-1 0 0 0 0,1 1 0 0 0,0-2-1 0 0,-1 2-9 0 0,1 0 0 0 0,0 0 0 0 0,0 0 0 0 0,-1 0 0 0 0,1 0 0 0 0,0 0 0 0 0,0 0 0 0 0,-1 0 0 0 0,1 0 0 0 0,0 0-1 0 0,0 1 1 0 0,-1-1 0 0 0,1 0 0 0 0,0 1 0 0 0,0-1 0 0 0,-1 0 0 0 0,1 1 0 0 0,-1-1 0 0 0,2 2 0 0 0,4 2 317 0 0,0 1 0 0 0,-1 0 0 0 0,10 11 1 0 0,9 19 111 0 0,-1 0 0 0 0,-2 2 1 0 0,-2 1-1 0 0,-1 0 1 0 0,-2 2-1 0 0,-2-1 1 0 0,-1 2-1 0 0,-3 0 1 0 0,-1 0-1 0 0,-2 1 1 0 0,2 50-1 0 0,-7-30-372 0 0,-2 0 0 0 0,-4 0 1 0 0,-2 0-1 0 0,-3-1 0 0 0,-2 0 0 0 0,-3 0 0 0 0,-23 59 0 0 0,-10 4-19 0 0,-5-3 0 0 0,-95 164 0 0 0,16-72-3979 0 0,91-153-96 0 0,13-22-5082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1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19 139 80 0 0,'-19'-20'18362'0'0,"20"19"-18304"0"0,-1 0 0 0 0,0 1 1 0 0,0-1-1 0 0,1 1 0 0 0,-1-1 1 0 0,0 0-1 0 0,1 1 0 0 0,-1-1 1 0 0,0 1-1 0 0,1-1 0 0 0,-1 1 1 0 0,1-1-1 0 0,-1 1 0 0 0,1-1 1 0 0,-1 1-1 0 0,1-1 0 0 0,0 1 1 0 0,-1 0-1 0 0,1-1 0 0 0,-1 1 1 0 0,1 0-1 0 0,0-1 0 0 0,-1 1 1 0 0,1 0-1 0 0,0 0 0 0 0,-1 0 1 0 0,1 0-1 0 0,0 0 0 0 0,0 0 1 0 0,1 0-1 0 0,32-5 402 0 0,-22 4-329 0 0,160-28 409 0 0,-45 6-396 0 0,-94 17-487 0 0,37-10 0 0 0,-58 12-1297 0 0,-1 0 1 0 0,0 0-1 0 0,17-10 1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46 548 0 0,'-46'-44'14112'0'0,"45"42"-13553"0"0,-10 9 1273 0 0,7 13-804 0 0,1 0 0 0 0,-2 35 1 0 0,0 2-524 0 0,-8 32-426 0 0,-10 94 470 0 0,19-92-4050 0 0,9 1-5168 0 0,-1-72 1974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1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274 110 2228 0 0,'1'-15'1295'0'0,"0"7"-455"0"0,0 1 0 0 0,0-1 1 0 0,-1 0-1 0 0,0 0 0 0 0,-1 0 0 0 0,0 0 0 0 0,0 1 0 0 0,0-1 0 0 0,-4-9 0 0 0,5 16-782 0 0,0 1 0 0 0,0 0 0 0 0,-1-1 0 0 0,1 1 0 0 0,0-1 0 0 0,-1 1 0 0 0,1 0 0 0 0,0-1-1 0 0,-1 1 1 0 0,1-1 0 0 0,0 1 0 0 0,-1 0 0 0 0,1 0 0 0 0,-1-1 0 0 0,1 1 0 0 0,0 0 0 0 0,-1 0 0 0 0,1 0 0 0 0,-1-1 0 0 0,1 1 0 0 0,-1 0 0 0 0,1 0 0 0 0,-1 0 0 0 0,1 0 0 0 0,-1 0 0 0 0,1 0 0 0 0,-1 0 0 0 0,1 0 0 0 0,-1 0 0 0 0,1 0 0 0 0,-1 0 0 0 0,1 0 0 0 0,-1 0 0 0 0,1 0 0 0 0,0 1 0 0 0,-1-1 0 0 0,1 0 0 0 0,-1 0 0 0 0,1 1 0 0 0,-1-1 0 0 0,1 0-1 0 0,0 0 1 0 0,-1 1 0 0 0,-16 15 589 0 0,16-15-506 0 0,-9 12 279 0 0,0 0-1 0 0,2 0 1 0 0,-1 1 0 0 0,2 0-1 0 0,-7 16 1 0 0,-25 77 920 0 0,38-105-1312 0 0,-35 126 1005 0 0,6 1 0 0 0,-26 250 0 0 0,44-195-549 0 0,12-151-1209 0 0,1 1-1 0 0,2 0 1 0 0,10 46 0 0 0,-10-70-76 0 0,-1-1 1 0 0,1 0 0 0 0,6 13-1 0 0,-7-19-244 0 0,0 0-1 0 0,0 1 0 0 0,0-1 1 0 0,0 0-1 0 0,1 0 1 0 0,5 5-1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2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184 170 1220 0 0,'7'-44'7498'0'0,"3"-80"0"0"0,-10 122-6709 0 0,-4 32 1454 0 0,-33 266 2879 0 0,-54 142-3532 0 0,84-413-1544 0 0,-30 126 18 0 0,36-150-284 0 0,7-10-914 0 0,13-25 566 0 0,18-49 0 0 0,-8 19 431 0 0,-17 38 75 0 0,0-3-12 0 0,2 0 0 0 0,1 1 1 0 0,2 1-1 0 0,0 0 0 0 0,22-24 0 0 0,-37 49 70 0 0,0 0 0 0 0,0 0 0 0 0,1 0 1 0 0,-1 0-1 0 0,1 0 0 0 0,-1 0 0 0 0,1 1 0 0 0,-1-1 0 0 0,1 1 0 0 0,0-1 0 0 0,0 1 0 0 0,0 0 0 0 0,0 1 1 0 0,0-1-1 0 0,0 0 0 0 0,0 1 0 0 0,0-1 0 0 0,0 1 0 0 0,0 0 0 0 0,0 0 0 0 0,0 0 0 0 0,0 1 1 0 0,0-1-1 0 0,0 1 0 0 0,4 1 0 0 0,-3-1 11 0 0,0 1 0 0 0,0 0 0 0 0,0 0 0 0 0,0 1 0 0 0,0-1 0 0 0,0 1 0 0 0,-1 0 0 0 0,1 0 0 0 0,-1 0 0 0 0,0 0 0 0 0,0 1 0 0 0,0-1 1 0 0,0 1-1 0 0,0 0 0 0 0,-1 0 0 0 0,3 5 0 0 0,0 4 171 0 0,-1-1 0 0 0,0 1-1 0 0,-1 0 1 0 0,0 0 0 0 0,-1 0 0 0 0,0 0 0 0 0,-2 0 0 0 0,1 0 0 0 0,-1 0-1 0 0,-1 1 1 0 0,-1-1 0 0 0,1 0 0 0 0,-2 0 0 0 0,0 0 0 0 0,-1-1 0 0 0,0 1 0 0 0,0-1-1 0 0,-2 1 1 0 0,-11 19 0 0 0,11-22 16 0 0,0 0 0 0 0,-1-1-1 0 0,-1 0 1 0 0,1 0 0 0 0,-2 0-1 0 0,1-1 1 0 0,-1 0 0 0 0,0 0-1 0 0,-20 11 1 0 0,21-15-133 0 0,0 0 0 0 0,-1 0 1 0 0,1 0-1 0 0,-1-1 0 0 0,0-1 0 0 0,0 0 0 0 0,0 0 1 0 0,0-1-1 0 0,-1 0 0 0 0,1 0 0 0 0,0-1 1 0 0,0 0-1 0 0,-15-2 0 0 0,20 1-109 0 0,-12-1 124 0 0,1-1 0 0 0,-19-6 0 0 0,31 8-249 0 0,0 0 1 0 0,0 0-1 0 0,0 0 1 0 0,0-1 0 0 0,0 1-1 0 0,0-1 1 0 0,0 0-1 0 0,0 1 1 0 0,1-1-1 0 0,-1-1 1 0 0,1 1-1 0 0,-1 0 1 0 0,1 0-1 0 0,0-1 1 0 0,0 0-1 0 0,0 1 1 0 0,-2-5-1 0 0,4 5-97 0 0,0 1 0 0 0,-1-1 0 0 0,1 0 0 0 0,0 0 0 0 0,0 0-1 0 0,0 1 1 0 0,0-1 0 0 0,1 0 0 0 0,-1 0 0 0 0,0 1 0 0 0,1-1 0 0 0,-1 0 0 0 0,1 0-1 0 0,0 1 1 0 0,-1-1 0 0 0,1 1 0 0 0,0-1 0 0 0,0 0 0 0 0,0 1 0 0 0,0 0 0 0 0,2-2 0 0 0,26-27-5139 0 0,-9 15 399 0 0,3-2-2608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55 788 0 0,'2'-1'3097'0'0,"27"-11"6303"0"0,-21 10-7704 0 0,1 0 1 0 0,-1 0 0 0 0,18-1-1 0 0,61 5 1071 0 0,-60 0-2556 0 0,43-3 0 0 0,-54 0-1339 0 0,0-2 0 0 0,27-7 0 0 0,-35 8-738 0 0,-1-1 0 0 0,0 0 0 0 0,0 0 0 0 0,11-8 0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2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9 2836 0 0,'1'-8'13369'0'0,"-6"24"-10882"0"0,0 0 0 0 0,1 1-1 0 0,-3 33 1 0 0,-1 7 106 0 0,-62 233 1429 0 0,64-270-4022 0 0,-1 2 0 0 0,2-1 0 0 0,0 1 0 0 0,1 0 0 0 0,-1 24 0 0 0,5-45-45 0 0,0-1 1 0 0,0 1-1 0 0,0 0 1 0 0,0 0-1 0 0,0 0 1 0 0,0 0-1 0 0,0 0 1 0 0,1 0-1 0 0,-1-1 1 0 0,0 1-1 0 0,0 0 1 0 0,1 0-1 0 0,-1 0 1 0 0,1 0-1 0 0,-1-1 1 0 0,1 1-1 0 0,-1 0 1 0 0,1-1-1 0 0,-1 1 1 0 0,1 0-1 0 0,0-1 1 0 0,-1 1-1 0 0,1 0 1 0 0,1 0-1 0 0,-1-1-137 0 0,1 1 0 0 0,-1-1 0 0 0,1 1 0 0 0,-1-1 0 0 0,1 0-1 0 0,-1 0 1 0 0,1 0 0 0 0,-1 0 0 0 0,1 0 0 0 0,0 0 0 0 0,-1 0 0 0 0,1 0 0 0 0,1-1 0 0 0,3-1-596 0 0,1 0 0 0 0,-1 0 0 0 0,1-1 0 0 0,-1 0 0 0 0,9-5 1 0 0,7-8-1720 0 0,0-1 0 0 0,-1-1 0 0 0,-1-1 0 0 0,-1-1 0 0 0,24-32 0 0 0,-10 10-4555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3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31 2640 0 0,'-19'-8'1960'0'0,"4"3"-387"0"0,1 0-289 0 0,1 0-260 0 0,1 1-232 0 0,0 1 284 0 0,-7 3-356 0 0,2 8-488 0 0,12-1-176 0 0,2 0-184 0 0,-1 3-412 0 0,3 2-276 0 0,1 0-532 0 0,0 3-1348 0 0,1 0-729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3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340 528 3128 0 0,'2'-1'2379'0'0,"0"-2"-1748"0"0,0 0 1 0 0,0 0-1 0 0,-1 0 1 0 0,1 0-1 0 0,0 0 1 0 0,-1-1-1 0 0,0 1 1 0 0,0 0-1 0 0,0-1 1 0 0,0 1-1 0 0,0 0 1 0 0,-1-1 0 0 0,0 1-1 0 0,1-1 1 0 0,-1 1-1 0 0,-1-1 1 0 0,0-4-1 0 0,1 5-451 0 0,0 0 0 0 0,0 0 0 0 0,-1 0-1 0 0,0 0 1 0 0,1 1 0 0 0,-1-1 0 0 0,0 0 0 0 0,-1 1-1 0 0,1-1 1 0 0,0 1 0 0 0,-1-1 0 0 0,1 1-1 0 0,-1-1 1 0 0,0 1 0 0 0,0 0 0 0 0,0 0 0 0 0,0 0-1 0 0,0 0 1 0 0,0 0 0 0 0,0 1 0 0 0,-1-1-1 0 0,-2-1 1 0 0,1 2-133 0 0,0 0-1 0 0,0 0 1 0 0,1 0-1 0 0,-1 1 1 0 0,0 0-1 0 0,0 0 1 0 0,0 0-1 0 0,1 0 1 0 0,-1 0 0 0 0,0 1-1 0 0,0 0 1 0 0,0 0-1 0 0,1 0 1 0 0,-1 0-1 0 0,1 0 1 0 0,-1 1-1 0 0,-4 2 1 0 0,-4 3 9 0 0,0 0 0 0 0,0 1 0 0 0,-12 12 0 0 0,2-1 22 0 0,0 1 0 0 0,2 1 0 0 0,0 1 0 0 0,-26 39 1 0 0,38-49-67 0 0,1 0 1 0 0,0 1-1 0 0,0 0 1 0 0,1 0 0 0 0,1 1-1 0 0,0 0 1 0 0,1 0-1 0 0,1 0 1 0 0,0 0 0 0 0,1 0-1 0 0,-1 18 1 0 0,3-29-6 0 0,0 0-1 0 0,0 0 1 0 0,0 0 0 0 0,0 0 0 0 0,1 0-1 0 0,0 0 1 0 0,-1 0 0 0 0,1-1 0 0 0,0 1 0 0 0,0 0-1 0 0,1 0 1 0 0,-1-1 0 0 0,0 1 0 0 0,1-1-1 0 0,0 1 1 0 0,-1-1 0 0 0,1 1 0 0 0,0-1 0 0 0,0 0-1 0 0,1 0 1 0 0,4 3 0 0 0,-5-3-10 0 0,1-1 0 0 0,0 0 0 0 0,0 0 0 0 0,0 0 1 0 0,0 0-1 0 0,0 0 0 0 0,0-1 0 0 0,0 0 0 0 0,0 1 0 0 0,1-1 1 0 0,-1 0-1 0 0,0 0 0 0 0,0-1 0 0 0,0 1 0 0 0,0-1 0 0 0,0 1 0 0 0,0-1 1 0 0,0 0-1 0 0,0 0 0 0 0,5-3 0 0 0,6-4-119 0 0,-1 0-1 0 0,0-1 0 0 0,0 0 1 0 0,-1-1-1 0 0,-1 0 1 0 0,1-1-1 0 0,-2 0 1 0 0,0-1-1 0 0,16-23 1 0 0,-2-3-262 0 0,-2 0 0 0 0,21-49 1 0 0,-5-3 220 0 0,-3-2 0 0 0,-5-1 0 0 0,33-167 0 0 0,-59 241 701 0 0,-4 19-501 0 0,-4 30 1050 0 0,1-8-825 0 0,-13 324 1806 0 0,14-257-1909 0 0,3 19-1995 0 0,7-39-5701 0 0,-5-58 2670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160 203 1744 0 0,'-5'-73'5409'0'0,"-7"-49"3858"0"0,12 122-9235 0 0,1 0 1 0 0,-1 0 0 0 0,0 1 0 0 0,0-1 0 0 0,0 0 0 0 0,1 0 0 0 0,-1 0 0 0 0,0 0 0 0 0,0 0 0 0 0,0 0 0 0 0,1 0 0 0 0,-1 0 0 0 0,0 0 0 0 0,0 0 0 0 0,0 0 0 0 0,1 0 0 0 0,-1 0 0 0 0,0 0 0 0 0,0 0 0 0 0,1 0 0 0 0,-1 0 0 0 0,0 0 0 0 0,0 0 0 0 0,0 0 0 0 0,1 0 0 0 0,-1 0 0 0 0,0 0 0 0 0,0 0 0 0 0,0-1 0 0 0,1 1 0 0 0,-1 0 0 0 0,0 0 0 0 0,0 0 0 0 0,0 0 0 0 0,0 0 0 0 0,1-1 0 0 0,-1 1 0 0 0,0 0-1 0 0,0 0 1 0 0,0 0 0 0 0,0-1 0 0 0,0 1 0 0 0,0 0 0 0 0,0 0 0 0 0,0 0 0 0 0,0-1 0 0 0,1 1 0 0 0,-1 0 0 0 0,0 0 0 0 0,0 0 0 0 0,0-1 0 0 0,0 1 0 0 0,0 0 0 0 0,0 0 0 0 0,0-1 0 0 0,0 1 0 0 0,-1 0 0 0 0,1 0 0 0 0,0 0 0 0 0,0-1 0 0 0,0 1 0 0 0,0 0 0 0 0,0 0 0 0 0,0 0 0 0 0,0-1 0 0 0,0 1 0 0 0,-1 0 0 0 0,1 0 0 0 0,11 9 690 0 0,5 12 39 0 0,0 1-1 0 0,-2 1 1 0 0,-1 0-1 0 0,19 48 1 0 0,-25-58-543 0 0,11 32 90 0 0,-1 0 0 0 0,-2 1-1 0 0,-2 0 1 0 0,-2 1 0 0 0,-2 0 0 0 0,-2 1 0 0 0,-2 0 0 0 0,-3 0 0 0 0,-1 0 0 0 0,-7 53-1 0 0,-7 8-62 0 0,-31 124 0 0 0,28-170-1101 0 0,-3-1-1 0 0,-2-1 1 0 0,-42 80-1 0 0,48-112-663 0 0,-2-1-1 0 0,-31 42 1 0 0,37-57-772 0 0,0-1 1 0 0,-1 0-1 0 0,-24 19 1 0 0,12-13-5498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67 2248 0 0,'-20'-66'15520'0'0,"3"70"-14085"0"0,12-1-1221 0 0,1 0 0 0 0,0 0 0 0 0,1 0 0 0 0,-1 0 0 0 0,0 1 0 0 0,1 0 0 0 0,-6 7 1 0 0,-4 4 252 0 0,-42 51 908 0 0,3 1 0 0 0,-82 144 0 0 0,97-146-1007 0 0,4 1 1 0 0,-38 103 0 0 0,57-128-281 0 0,2 1 0 0 0,2 0 0 0 0,1 1 0 0 0,3 0 0 0 0,-2 71 0 0 0,8-91-313 0 0,1 0 1 0 0,2 0-1 0 0,0 0 0 0 0,2 0 1 0 0,0 0-1 0 0,1-1 1 0 0,17 40-1 0 0,-17-51-361 0 0,0 0-1 0 0,0-1 1 0 0,1 1 0 0 0,0-1 0 0 0,1-1-1 0 0,0 1 1 0 0,10 8 0 0 0,-12-12-346 0 0,1-1-1 0 0,0 0 1 0 0,1 0 0 0 0,-1-1 0 0 0,1 1 0 0 0,0-2 0 0 0,0 1-1 0 0,0-1 1 0 0,0 0 0 0 0,16 3 0 0 0,9-1-7065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4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259 343 120 0 0,'16'-38'4026'0'0,"21"-69"-1"0"0,-34 95-3319 0 0,0 0-1 0 0,-1 0 0 0 0,-1 0 1 0 0,0 0-1 0 0,0 0 0 0 0,-1 0 1 0 0,-1 0-1 0 0,0-1 0 0 0,0 1 1 0 0,-6-19-1 0 0,7 29-578 0 0,-1-1 0 0 0,0 1-1 0 0,0-1 1 0 0,0 1 0 0 0,0-1-1 0 0,0 1 1 0 0,-1 0 0 0 0,1-1-1 0 0,-1 1 1 0 0,0 0 0 0 0,1 0 0 0 0,-1 0-1 0 0,0 0 1 0 0,0 0 0 0 0,0 1-1 0 0,0-1 1 0 0,-1 1 0 0 0,1-1 0 0 0,-4-1-1 0 0,3 2-14 0 0,0 1 0 0 0,0-1 0 0 0,0 1 0 0 0,-1-1 0 0 0,1 1 0 0 0,0 0 0 0 0,0 0 0 0 0,0 0 0 0 0,0 1 0 0 0,-1-1 0 0 0,1 1 0 0 0,0 0 0 0 0,0 0 0 0 0,-3 1 0 0 0,-5 3 73 0 0,0 1 0 0 0,1-1 0 0 0,0 2 0 0 0,0 0 0 0 0,0 0 1 0 0,1 0-1 0 0,-13 15 0 0 0,6-4-44 0 0,1 0 1 0 0,1 1 0 0 0,1 1 0 0 0,0 0 0 0 0,2 0 0 0 0,-17 42-1 0 0,23-49-110 0 0,0 0-1 0 0,1 1 0 0 0,1-1 0 0 0,0 1 1 0 0,1 0-1 0 0,1 0 0 0 0,0 0 0 0 0,1 0 1 0 0,0 0-1 0 0,1 0 0 0 0,1 0 0 0 0,6 26 1 0 0,-7-35-40 0 0,0-1-1 0 0,1 1 1 0 0,0-1 0 0 0,0 0-1 0 0,0 1 1 0 0,0-1 0 0 0,1 0 0 0 0,0-1-1 0 0,-1 1 1 0 0,1 0 0 0 0,1-1 0 0 0,-1 1-1 0 0,0-1 1 0 0,1 0 0 0 0,0 0 0 0 0,0-1-1 0 0,-1 1 1 0 0,2-1 0 0 0,-1 0 0 0 0,8 3-1 0 0,-7-3-82 0 0,1-1-1 0 0,0 0 0 0 0,-1-1 1 0 0,1 1-1 0 0,0-1 0 0 0,0 0 1 0 0,-1-1-1 0 0,1 1 1 0 0,0-1-1 0 0,-1 0 0 0 0,1-1 1 0 0,0 1-1 0 0,-1-1 0 0 0,0 0 1 0 0,1 0-1 0 0,7-5 0 0 0,6-5-216 0 0,0-1-1 0 0,-1 0 0 0 0,-1-1 0 0 0,0-1 1 0 0,-1-1-1 0 0,0 0 0 0 0,14-21 1 0 0,85-135-488 0 0,-95 140 762 0 0,-15 23 85 0 0,3-6 11 0 0,-8 15-40 0 0,1 0 1 0 0,-1 0-1 0 0,0 0 1 0 0,0-1-1 0 0,0 1 1 0 0,1 0-1 0 0,-1 0 0 0 0,0 0 1 0 0,0 0-1 0 0,0 0 1 0 0,1 0-1 0 0,-1 0 1 0 0,0 0-1 0 0,0 0 1 0 0,1 0-1 0 0,-1 0 0 0 0,0 0 1 0 0,0 0-1 0 0,1 0 1 0 0,-1 0-1 0 0,0 0 1 0 0,0 0-1 0 0,1 0 0 0 0,-1 0 1 0 0,0 0-1 0 0,0 0 1 0 0,0 0-1 0 0,1 0 1 0 0,-1 0-1 0 0,0 0 0 0 0,0 1 1 0 0,0-1-1 0 0,1 0 1 0 0,-1 0-1 0 0,0 0 1 0 0,0 0-1 0 0,0 1 1 0 0,0-1-1 0 0,1 0 0 0 0,-1 0 1 0 0,0 0-1 0 0,0 1 1 0 0,0-1-1 0 0,0 0 1 0 0,0 0-1 0 0,0 0 0 0 0,0 1 1 0 0,0-1-1 0 0,0 0 1 0 0,0 0-1 0 0,1 1 1 0 0,-1-1-1 0 0,0 3 105 0 0,0 1-1 0 0,1-1 1 0 0,-1 0 0 0 0,0 0-1 0 0,-1 1 1 0 0,1-1 0 0 0,-1 0-1 0 0,1 0 1 0 0,-1 1 0 0 0,-2 4-1 0 0,1 0 161 0 0,-10 45 594 0 0,-8 47-137 0 0,18-87-725 0 0,1 0-1 0 0,1 0 1 0 0,0 0-1 0 0,0 0 1 0 0,4 20-1 0 0,-3-29-253 0 0,0 0 0 0 0,0 1-1 0 0,0-1 1 0 0,1 0-1 0 0,0-1 1 0 0,0 1 0 0 0,0 0-1 0 0,0 0 1 0 0,0-1-1 0 0,1 1 1 0 0,0-1 0 0 0,-1 0-1 0 0,1 0 1 0 0,1 0-1 0 0,-1 0 1 0 0,0 0 0 0 0,5 2-1 0 0,-3-2-869 0 0,1 0-1 0 0,-1-1 0 0 0,0 0 1 0 0,1 0-1 0 0,0 0 0 0 0,-1 0 1 0 0,10 0-1 0 0,8 1-5956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1052 0 0,'3'-25'6875'0'0,"0"-3"614"0"0,1 12-5482 0 0,-4 15-1928 0 0,1-1-1 0 0,0 1 1 0 0,0 0 0 0 0,0 0-1 0 0,0 0 1 0 0,0 0 0 0 0,0 0-1 0 0,0 0 1 0 0,0 0 0 0 0,0 0-1 0 0,0 0 1 0 0,1 0 0 0 0,-1 1-1 0 0,0-1 1 0 0,1 0 0 0 0,-1 1-1 0 0,0-1 1 0 0,1 1 0 0 0,-1 0-1 0 0,1-1 1 0 0,-1 1 0 0 0,1 0-1 0 0,-1 0 1 0 0,2 0 0 0 0,89-6 569 0 0,4-1-3574 0 0,-34-5-5145 0 0,-41 5 1434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17 3272 0 0,'6'-16'18905'0'0,"-53"192"-13730"0"0,-6 25 240 0 0,51-192-5415 0 0,-10 63 0 0 0,11-65 0 0 0,0-1 0 0 0,1 1 0 0 0,0 0 0 0 0,0 0 0 0 0,1 0 0 0 0,0 0 0 0 0,0-1 0 0 0,3 9 0 0 0,-3-13-176 0 0,0 0 0 0 0,0 0 1 0 0,0 0-1 0 0,0-1 0 0 0,1 1 0 0 0,-1 0 1 0 0,1-1-1 0 0,-1 1 0 0 0,1 0 0 0 0,-1-1 1 0 0,1 0-1 0 0,0 1 0 0 0,0-1 0 0 0,0 0 1 0 0,0 0-1 0 0,0 0 0 0 0,0 0 0 0 0,0 0 1 0 0,0-1-1 0 0,0 1 0 0 0,0-1 0 0 0,0 1 1 0 0,0-1-1 0 0,1 0 0 0 0,-1 0 0 0 0,0 0 1 0 0,0 0-1 0 0,5-1 0 0 0,2 0-937 0 0,0 0 0 0 0,0-1 0 0 0,0 0 0 0 0,0-1-1 0 0,12-5 1 0 0,-13 5-501 0 0,0-1 0 0 0,-1 0 0 0 0,1-1 1 0 0,-1 1-1 0 0,10-10 0 0 0,11-13-7290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5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150 109 508 0 0,'-17'-22'2796'0'0,"-2"1"-796"0"0,2 5-471 0 0,2 0-281 0 0,3 4-220 0 0,-2 1-260 0 0,3 4-168 0 0,0 3 276 0 0,-6 4-320 0 0,6 9-472 0 0,7 1-124 0 0,2 2-236 0 0,4 0-376 0 0,0 5-668 0 0,1 0-1760 0 0,2 1-1141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78 2760 0 0,'2'-2'960'0'0,"-1"0"0"0"0,1 0-1 0 0,-1-1 1 0 0,0 1 0 0 0,0 0-1 0 0,0-1 1 0 0,0 1-1 0 0,-1-1 1 0 0,1 1 0 0 0,0-1-1 0 0,-1 0 1 0 0,0 1 0 0 0,0-4-1 0 0,0 4-630 0 0,0 0 0 0 0,0 0 0 0 0,0 0 0 0 0,-1-1 0 0 0,1 1 0 0 0,-1 0-1 0 0,0 0 1 0 0,1 0 0 0 0,-1 0 0 0 0,0 0 0 0 0,0 1 0 0 0,0-1 0 0 0,-1 0 0 0 0,1 0-1 0 0,-2-2 1 0 0,1 3-216 0 0,1 0-1 0 0,0 1 1 0 0,-1-1-1 0 0,1 0 0 0 0,-1 1 1 0 0,1-1-1 0 0,-1 1 1 0 0,1 0-1 0 0,-1-1 0 0 0,0 1 1 0 0,1 0-1 0 0,-1 0 1 0 0,1 0-1 0 0,-1 0 1 0 0,-2 0-1 0 0,-24 6 746 0 0,17-2-649 0 0,1 1 1 0 0,0 0 0 0 0,0 1 0 0 0,0 0 0 0 0,1 0 0 0 0,0 1-1 0 0,0 0 1 0 0,0 1 0 0 0,1 0 0 0 0,1 1 0 0 0,-10 12 0 0 0,-1 3 64 0 0,1 2-1 0 0,2 0 1 0 0,-13 30 0 0 0,21-41-198 0 0,1 1 0 0 0,1-1 0 0 0,1 1 1 0 0,-4 18-1 0 0,7-26-41 0 0,0 1 1 0 0,0-1 0 0 0,1 1 0 0 0,0-1 0 0 0,0 0 0 0 0,1 1-1 0 0,0-1 1 0 0,0 1 0 0 0,5 13 0 0 0,-4-18-86 0 0,-1-1 1 0 0,1 1-1 0 0,0-1 1 0 0,1 1-1 0 0,-1-1 0 0 0,0 0 1 0 0,1 0-1 0 0,0 0 1 0 0,0-1-1 0 0,-1 1 1 0 0,2 0-1 0 0,-1-1 0 0 0,0 0 1 0 0,0 0-1 0 0,1 0 1 0 0,-1 0-1 0 0,1-1 0 0 0,0 1 1 0 0,-1-1-1 0 0,1 0 1 0 0,0 0-1 0 0,0 0 0 0 0,0 0 1 0 0,0-1-1 0 0,0 0 1 0 0,0 0-1 0 0,5 0 1 0 0,3-1-769 0 0,0 0 0 0 0,-1-1 0 0 0,1 0 0 0 0,0 0 0 0 0,-1-2 0 0 0,0 1 0 0 0,22-11 1 0 0,-8 0-2793 0 0,0-1 1 0 0,29-23 0 0 0,-18 9-3694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27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1808 221 1608 0 0,'47'-134'16314'0'0,"-47"132"-15847"0"0,0 1-378 0 0,0 0 1 0 0,1-1-1 0 0,-1 1 1 0 0,0 0-1 0 0,1-1 0 0 0,-1 1 1 0 0,0 0-1 0 0,1-1 1 0 0,0 1-1 0 0,-1 0 1 0 0,1 0-1 0 0,0 0 0 0 0,-1 0 1 0 0,1-1-1 0 0,0 1 1 0 0,0 0-1 0 0,0 0 0 0 0,0 1 1 0 0,0-1-1 0 0,0 0 1 0 0,0 0-1 0 0,0 0 1 0 0,1 1-1 0 0,-1-1 0 0 0,0 1 1 0 0,0-1-1 0 0,1 1 1 0 0,-1-1-1 0 0,0 1 0 0 0,1 0 1 0 0,-1-1-1 0 0,2 1 1 0 0,6-1 71 0 0,1 0 0 0 0,0 0 1 0 0,15 2-1 0 0,-10-1-79 0 0,77-4 118 0 0,90-16 0 0 0,-113 10-110 0 0,68-8 1348 0 0,-134 18-1377 0 0,19 7 349 0 0,-20-5-319 0 0,-1-1 1 0 0,1 1 0 0 0,-1 0 0 0 0,0-1 0 0 0,1 1 0 0 0,-1 0-1 0 0,0 0 1 0 0,0 0 0 0 0,0 0 0 0 0,0 0 0 0 0,-1 0 0 0 0,1 0 0 0 0,-1 1-1 0 0,1-1 1 0 0,-1 0 0 0 0,0 0 0 0 0,1 0 0 0 0,-1 4 0 0 0,-2 42 887 0 0,1-48-972 0 0,-12 120 2002 0 0,-19 245 1176 0 0,26-178-3095 0 0,-23 812 196 0 0,-43 191-286 0 0,63-1129 0 0 0,-2-2 0 0 0,-29 85 0 0 0,-56 110 0 0 0,68-188 0 0 0,-57 156 0 0 0,82-214 0 0 0,0-1 0 0 0,-1 1 0 0 0,1-1 0 0 0,-2 0 0 0 0,1 0 0 0 0,-1 0 0 0 0,0-1 0 0 0,0 0 0 0 0,-1 0 0 0 0,0 0 0 0 0,0-1 0 0 0,0 1 0 0 0,0-1 0 0 0,-1-1 0 0 0,0 1 0 0 0,0-1 0 0 0,-14 5 0 0 0,-9 3 0 0 0,-2-1 0 0 0,1-2 0 0 0,-36 6 0 0 0,39-9 0 0 0,-378 55-1608 0 0,-5-34-1470 0 0,238-18 1976 0 0,-129 9-4029 0 0,41-2-3310 0 0,60-3-2562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2592 0 0,'10'19'15833'0'0,"-4"-14"-15662"0"0,109-11-17 0 0,-39 4-2769 0 0,0-5-5329 0 0,-54 3 2157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7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72 2656 0 0,'4'-43'11423'0'0,"-2"17"-7147"0"0,-1 24-3337 0 0,-2 16-367 0 0,-56 365 2229 0 0,27-213-2209 0 0,25-154-382 0 0,-1-16-133 0 0,-2-16-125 0 0,9 9 32 0 0,-1 0 1 0 0,2 0-1 0 0,0 0 1 0 0,0 0-1 0 0,1 1 0 0 0,0-1 1 0 0,1 1-1 0 0,0 0 0 0 0,1-1 1 0 0,0 2-1 0 0,0-1 0 0 0,1 1 1 0 0,0 0-1 0 0,1 0 0 0 0,0 1 1 0 0,1-1-1 0 0,-1 2 0 0 0,1-1 1 0 0,1 1-1 0 0,18-12 0 0 0,-21 16 4 0 0,0 0 0 0 0,0 1-1 0 0,1 0 1 0 0,-1 0-1 0 0,1 0 1 0 0,-1 1-1 0 0,1 0 1 0 0,0 0 0 0 0,0 1-1 0 0,-1-1 1 0 0,1 2-1 0 0,0-1 1 0 0,0 1 0 0 0,-1 0-1 0 0,1 0 1 0 0,-1 1-1 0 0,1 0 1 0 0,-1 0-1 0 0,1 0 1 0 0,6 4 0 0 0,-9-4 15 0 0,0 1 0 0 0,1-1 1 0 0,-1 1-1 0 0,0 0 1 0 0,0 0-1 0 0,-1 0 0 0 0,1 1 1 0 0,-1 0-1 0 0,1-1 0 0 0,-1 1 1 0 0,0 0-1 0 0,-1 0 1 0 0,1 1-1 0 0,-1-1 0 0 0,1 0 1 0 0,-1 1-1 0 0,-1 0 1 0 0,1-1-1 0 0,-1 1 0 0 0,0 0 1 0 0,0 0-1 0 0,0 0 1 0 0,0 0-1 0 0,-1 0 0 0 0,0 0 1 0 0,0 0-1 0 0,-2 9 0 0 0,0-4 65 0 0,0 0-1 0 0,-2 0 0 0 0,1 0 0 0 0,-1 0 0 0 0,0 0 0 0 0,-1-1 0 0 0,0 0 0 0 0,-1 0 0 0 0,0 0 0 0 0,0-1 0 0 0,-1 0 0 0 0,0 0 0 0 0,0 0 1 0 0,-10 6-1 0 0,6-5 54 0 0,0 0 0 0 0,-1-1 0 0 0,0-1 1 0 0,-1 0-1 0 0,1 0 0 0 0,-1-1 1 0 0,0-1-1 0 0,-1 0 0 0 0,-26 5 0 0 0,31-8-143 0 0,1-2-1 0 0,0 1 1 0 0,-1-1-1 0 0,1 0 0 0 0,-1 0 1 0 0,1-1-1 0 0,0-1 1 0 0,-11-2-1 0 0,18 4-106 0 0,0 0 0 0 0,0 0 0 0 0,0-1 0 0 0,0 1 0 0 0,0-1 0 0 0,1 1 0 0 0,-1 0 0 0 0,0-1-1 0 0,0 1 1 0 0,0-1 0 0 0,1 0 0 0 0,-1 1 0 0 0,0-1 0 0 0,1 0 0 0 0,-1 1 0 0 0,1-1 0 0 0,-1 0 0 0 0,1 0 0 0 0,-1 1 0 0 0,1-1 0 0 0,-1 0 0 0 0,1 0 0 0 0,0 0 0 0 0,-1 0 0 0 0,1 0 0 0 0,0 0 0 0 0,0 0-1 0 0,-1 1 1 0 0,1-1 0 0 0,0 0 0 0 0,0 0 0 0 0,0 0 0 0 0,0 0 0 0 0,1 0 0 0 0,-1 0 0 0 0,0 0 0 0 0,0 0 0 0 0,0 0 0 0 0,1 0 0 0 0,-1 1 0 0 0,1-1 0 0 0,-1 0 0 0 0,0 0 0 0 0,1 0 0 0 0,-1 0 0 0 0,1 1-1 0 0,0-1 1 0 0,0-1 0 0 0,2-2-1245 0 0,1-1 0 0 0,-1 1 0 0 0,1 0 0 0 0,0 0 0 0 0,0 0 0 0 0,7-4 0 0 0,5-2-5299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8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2272 0 0,'31'-15'16216'0'0,"-21"12"-13767"0"0,-6 4-2416 0 0,2 1 35 0 0,0-1 1 0 0,0 1 0 0 0,-1-2-1 0 0,1 1 1 0 0,0-1 0 0 0,1 1 0 0 0,8-2-1 0 0,1 1-30 0 0,12 1-1753 0 0,45-6 0 0 0,-57 3-1646 0 0,1-1 1 0 0,16-6 0 0 0,-16 4-2282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8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25 2752 0 0,'4'-9'7752'0'0,"1"-6"-2363"0"0,-6 24-1649 0 0,-7 30-525 0 0,-4 23-1551 0 0,2 1-1 0 0,-2 116 1 0 0,12-177-1691 0 0,0-1 0 0 0,0 0 0 0 0,0 0 0 0 0,0 0 0 0 0,0 1 1 0 0,0-1-1 0 0,0 0 0 0 0,1 0 0 0 0,-1 0 0 0 0,1 0 0 0 0,-1 0 1 0 0,0 1-1 0 0,1-1 0 0 0,0 0 0 0 0,-1 0 0 0 0,1 0 0 0 0,0 0 1 0 0,0-1-1 0 0,-1 1 0 0 0,1 0 0 0 0,0 0 0 0 0,0 0 0 0 0,0-1 1 0 0,0 1-1 0 0,0 0 0 0 0,0-1 0 0 0,0 1 0 0 0,0-1 0 0 0,0 1 1 0 0,0-1-1 0 0,1 1 0 0 0,-1-1 0 0 0,0 0 0 0 0,0 0 0 0 0,2 1 1 0 0,1-1-236 0 0,-1 0 1 0 0,1 0 0 0 0,0-1 0 0 0,-1 1 0 0 0,1-1 0 0 0,-1 1 0 0 0,1-1 0 0 0,-1 0-1 0 0,1-1 1 0 0,5-2 0 0 0,1-1-932 0 0,-1-1-1 0 0,0 0 0 0 0,0 0 1 0 0,8-9-1 0 0,14-19-6382 0 0,-14 11-476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39 1556 0 0,'-11'-7'2360'0'0,"-1"1"-459"0"0,5 1 975 0 0,-5-6-1088 0 0,2 5-312 0 0,-2 2-1124 0 0,5 9-620 0 0,7 9-1532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8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225 326 1440 0 0,'7'-8'7013'0'0,"-6"5"-6295"0"0,-1 1 0 0 0,0 0 0 0 0,0-1 0 0 0,0 1 0 0 0,0 0 0 0 0,0 0 1 0 0,-1-1-1 0 0,1 1 0 0 0,-2-4 0 0 0,2 5-397 0 0,-1-1 0 0 0,0 0 1 0 0,0 1-1 0 0,1-1 0 0 0,-1 1 0 0 0,0-1 0 0 0,-1 1 1 0 0,1-1-1 0 0,0 1 0 0 0,-3-2 0 0 0,2 1-229 0 0,0 1-1 0 0,0 0 1 0 0,0-1 0 0 0,0 1-1 0 0,-1 0 1 0 0,1 1 0 0 0,0-1-1 0 0,-1 0 1 0 0,1 1-1 0 0,0-1 1 0 0,-1 1 0 0 0,1 0-1 0 0,-1-1 1 0 0,1 1-1 0 0,-1 1 1 0 0,1-1 0 0 0,-1 0-1 0 0,-3 1 1 0 0,-2 2-58 0 0,2-1 0 0 0,-1 1 0 0 0,0 0-1 0 0,0 1 1 0 0,1-1 0 0 0,0 1 0 0 0,0 1 0 0 0,0-1 0 0 0,0 1 0 0 0,1 0-1 0 0,-1 0 1 0 0,1 1 0 0 0,1-1 0 0 0,-1 1 0 0 0,1 0 0 0 0,-5 9 0 0 0,-4 8 2 0 0,1 1 1 0 0,1 1 0 0 0,-8 26 0 0 0,17-44-6 0 0,-1 1 0 0 0,1 0 0 0 0,1 0 0 0 0,0 0 1 0 0,0 0-1 0 0,0 0 0 0 0,1 8 0 0 0,0-14-30 0 0,0 0 0 0 0,0 0 0 0 0,1 0 0 0 0,-1 0 0 0 0,0 0 0 0 0,1 0 0 0 0,-1 0 0 0 0,1-1 0 0 0,0 1 0 0 0,0 0 0 0 0,-1 0 0 0 0,1-1 0 0 0,0 1 0 0 0,1 0-1 0 0,-1-1 1 0 0,0 1 0 0 0,0-1 0 0 0,1 1 0 0 0,-1-1 0 0 0,0 0 0 0 0,1 0 0 0 0,-1 1 0 0 0,1-1 0 0 0,0 0 0 0 0,-1-1 0 0 0,1 1 0 0 0,0 0 0 0 0,0 0 0 0 0,0-1 0 0 0,0 1 0 0 0,-1-1 0 0 0,1 1 0 0 0,0-1 0 0 0,0 0-1 0 0,0 0 1 0 0,3 0 0 0 0,0 0-90 0 0,1 0-1 0 0,-1-1 1 0 0,1 0 0 0 0,-1 0-1 0 0,0 0 1 0 0,1-1-1 0 0,-1 0 1 0 0,0 0-1 0 0,0 0 1 0 0,0 0-1 0 0,0-1 1 0 0,8-6 0 0 0,-5 2-38 0 0,0 0 0 0 0,0 0 0 0 0,-1-1 0 0 0,0 0 0 0 0,-1 0 0 0 0,8-13 0 0 0,0-4-26 0 0,-1-2 0 0 0,-1 1-1 0 0,-1-2 1 0 0,7-29 0 0 0,-2-9 458 0 0,-4 0 1 0 0,5-78 0 0 0,-11 91 564 0 0,-6 51-756 0 0,2 15-76 0 0,0 0 0 0 0,-1 1 0 0 0,-1-1 0 0 0,-1 23 1 0 0,-1 2 92 0 0,0 64 36 0 0,0 55 52 0 0,4-127-1681 0 0,7 42-1 0 0,-7-64 745 0 0,4 20-1878 0 0,4-12-3180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317 231 536 0 0,'28'-212'15577'0'0,"-28"211"-15477"0"0,0 0-1 0 0,0 0 1 0 0,0-1 0 0 0,1 1 0 0 0,-1 0-1 0 0,0 0 1 0 0,1 0 0 0 0,-1-1 0 0 0,0 1-1 0 0,1 0 1 0 0,0 0 0 0 0,-1 0-1 0 0,1 0 1 0 0,1-1 0 0 0,-2 2-51 0 0,0 0 0 0 0,1-1 0 0 0,-1 1 1 0 0,0 0-1 0 0,1 0 0 0 0,-1 1 0 0 0,0-1 0 0 0,1 0 0 0 0,-1 0 1 0 0,0 0-1 0 0,1 0 0 0 0,-1 0 0 0 0,0 0 0 0 0,1 0 0 0 0,-1 0 0 0 0,0 1 1 0 0,0-1-1 0 0,1 0 0 0 0,-1 0 0 0 0,0 0 0 0 0,0 1 0 0 0,1-1 1 0 0,-1 0-1 0 0,0 0 0 0 0,0 1 0 0 0,0-1 0 0 0,1 0 0 0 0,-1 0 0 0 0,0 1 1 0 0,0-1-1 0 0,0 0 0 0 0,0 1 0 0 0,17 37 1996 0 0,-15-33-2023 0 0,18 57 1236 0 0,-2 1 1 0 0,17 115-1 0 0,-12 135-566 0 0,-23-206-466 0 0,-18 143 0 0 0,12-203-584 0 0,-3 0 0 0 0,-2 0 1 0 0,-1-2-1 0 0,-3 1 1 0 0,-30 64-1 0 0,32-85-404 0 0,-1-1 1 0 0,0 0 0 0 0,-2-1-1 0 0,-1-1 1 0 0,-1 0-1 0 0,-1-2 1 0 0,-25 23-1 0 0,25-28-792 0 0,-1 0-1 0 0,0-1 0 0 0,-1-1 0 0 0,0-1 1 0 0,-25 9-1 0 0,-11 2-4692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49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80 808 0 0,'15'-15'3114'0'0,"40"-37"8386"0"0,-35 39-4871 0 0,-17 17-5111 0 0,-5 11-1127 0 0,-23 66 2495 0 0,-65 143 1 0 0,61-156-2355 0 0,-6 12-313 0 0,-54 132 558 0 0,67-153-533 0 0,-23 103-1 0 0,39-130-358 0 0,1 1 0 0 0,2-1 1 0 0,1 1-1 0 0,4 60 0 0 0,1-69-185 0 0,0-1 0 0 0,2 1-1 0 0,1-1 1 0 0,1 0 0 0 0,1 0 0 0 0,0-1-1 0 0,19 33 1 0 0,-16-37-216 0 0,1 0 0 0 0,0-1-1 0 0,1-1 1 0 0,1 0 0 0 0,0-1 0 0 0,1 0-1 0 0,1-1 1 0 0,0-1 0 0 0,31 19 0 0 0,-19-16-1387 0 0,1-1 0 0 0,1-1-1 0 0,0-2 1 0 0,1-1 0 0 0,51 11 0 0 0,26-2-7884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0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87 1500 0 0,'14'-85'15641'0'0,"-14"83"-15171"0"0,-9 10 341 0 0,-10 15-214 0 0,0 0-1 0 0,2 2 1 0 0,1 0 0 0 0,-18 37 0 0 0,22-41-388 0 0,-20 39 100 0 0,2 1 1 0 0,4 1-1 0 0,1 2 1 0 0,-23 101-1 0 0,43-142-269 0 0,1 0 0 0 0,2 0 0 0 0,0 0-1 0 0,2 0 1 0 0,4 44 0 0 0,-3-57-258 0 0,0 0-1 0 0,1-1 1 0 0,0 1 0 0 0,1-1-1 0 0,0 1 1 0 0,1-1 0 0 0,-1 0 0 0 0,2 0-1 0 0,-1 0 1 0 0,2-1 0 0 0,-1 1-1 0 0,1-1 1 0 0,0-1 0 0 0,0 1-1 0 0,1-1 1 0 0,9 8 0 0 0,-12-12-266 0 0,1 0 0 0 0,-1-1 0 0 0,1 1 0 0 0,-1-1 0 0 0,1 0 0 0 0,0 0 0 0 0,-1-1 0 0 0,8 2 1 0 0,-8-2-578 0 0,0-1 0 0 0,1 1 1 0 0,-1-1-1 0 0,1 0 1 0 0,8-1-1 0 0,10-5-5506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0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135 117 2720 0 0,'4'-14'1571'0'0,"16"-87"9007"0"0,-20 99-9775 0 0,-1 13 103 0 0,-36 154 2809 0 0,-8 37-2107 0 0,5-2-892 0 0,30-139-102 0 0,9-59-426 0 0,12-30-44 0 0,0-3-131 0 0,1 1 0 0 0,1 1 0 0 0,24-39 0 0 0,-31 58-26 0 0,1 1 0 0 0,0 0 0 0 0,1 0 0 0 0,0 0 0 0 0,13-10 0 0 0,-16 15-3 0 0,0 0 0 0 0,1 1 0 0 0,-1 0 1 0 0,1 0-1 0 0,0 0 0 0 0,0 0 0 0 0,0 1 0 0 0,0 0 0 0 0,0 1 1 0 0,12-3-1 0 0,-13 4 6 0 0,1-1 1 0 0,-1 1 0 0 0,0 0-1 0 0,0 0 1 0 0,0 1-1 0 0,0 0 1 0 0,1 0 0 0 0,-1 0-1 0 0,0 0 1 0 0,0 1 0 0 0,-1 0-1 0 0,1 0 1 0 0,0 0-1 0 0,-1 1 1 0 0,1-1 0 0 0,-1 1-1 0 0,1 0 1 0 0,-1 0-1 0 0,0 1 1 0 0,-1-1 0 0 0,1 1-1 0 0,-1 0 1 0 0,1 0 0 0 0,-1 0-1 0 0,0 1 1 0 0,-1-1-1 0 0,5 10 1 0 0,-4-9 31 0 0,-1 1 0 0 0,0 0 1 0 0,-1-1-1 0 0,1 1 0 0 0,-1 0 0 0 0,0 0 1 0 0,0 0-1 0 0,-1 0 0 0 0,0 0 1 0 0,0 0-1 0 0,0 0 0 0 0,-1 0 0 0 0,0 0 1 0 0,0 0-1 0 0,-1 0 0 0 0,1 0 0 0 0,-1-1 1 0 0,0 1-1 0 0,-1-1 0 0 0,1 1 0 0 0,-1-1 1 0 0,-1 0-1 0 0,-3 6 0 0 0,-2-1 65 0 0,0-1 0 0 0,-1-1 1 0 0,0 1-1 0 0,0-2 0 0 0,-1 1 0 0 0,0-2 0 0 0,0 1 0 0 0,-1-1 1 0 0,1-1-1 0 0,-14 4 0 0 0,-11 3 26 0 0,-1-2-1 0 0,-41 6 1 0 0,25-9-1174 0 0,50-7 307 0 0,-1-1-691 0 0,-6-2 990 0 0,13-12-5761 0 0,-2 13 5515 0 0,1-1 0 0 0,0 1 0 0 0,0-1 0 0 0,0 1 0 0 0,0 0 0 0 0,0 0-1 0 0,0 0 1 0 0,3-2 0 0 0,13-8-5585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3236 0 0,'29'-27'18243'0'0,"-25"27"-18093"0"0,65-3 358 0 0,-48 2-589 0 0,100-6-970 0 0,-62-2-2789 0 0,-3-7-4570 0 0,-40 10 2059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38 2380 0 0,'-25'-37'13410'0'0,"19"39"-12036"0"0,5-2-1298 0 0,1 0 0 0 0,-1 0 0 0 0,0 0 0 0 0,1 0-1 0 0,-1 0 1 0 0,0 0 0 0 0,1 1 0 0 0,-1-1 0 0 0,0 0 0 0 0,1 0 0 0 0,-1 1 0 0 0,0-1-1 0 0,1 0 1 0 0,-1 1 0 0 0,1-1 0 0 0,-1 0 0 0 0,1 1 0 0 0,-2 0 0 0 0,-7 16 1124 0 0,1 0 1 0 0,0 0-1 0 0,1 0 1 0 0,-9 35-1 0 0,-9 79 208 0 0,24-125-1432 0 0,-10 99 555 0 0,10-94-1120 0 0,1 1 0 0 0,1-1 0 0 0,0 0 0 0 0,1 1 0 0 0,0-1 0 0 0,0 0 0 0 0,5 12 0 0 0,-5-19-81 0 0,0 0 0 0 0,0 0 0 0 0,0 0 0 0 0,0-1 1 0 0,0 1-1 0 0,1-1 0 0 0,6 7 0 0 0,14 7-6146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81 2892 0 0,'-2'-81'19569'0'0,"-7"109"-17005"0"0,5-1-1460 0 0,-2 10-228 0 0,1 1-1 0 0,2 0 0 0 0,4 65 1 0 0,-1-99-884 0 0,0 0 1 0 0,1-1 0 0 0,0 1 0 0 0,0-1-1 0 0,0 1 1 0 0,0-1 0 0 0,0 1 0 0 0,1-1-1 0 0,-1 1 1 0 0,1-1 0 0 0,0 0 0 0 0,0 0-1 0 0,0 0 1 0 0,1 0 0 0 0,-1-1 0 0 0,3 4-1 0 0,-2-4-201 0 0,0-1 0 0 0,-1 1 0 0 0,1-1 0 0 0,0 0 0 0 0,0 1 0 0 0,0-1 0 0 0,0 0 0 0 0,0-1 0 0 0,0 1 0 0 0,0 0-1 0 0,0-1 1 0 0,0 0 0 0 0,1 0 0 0 0,-1 0 0 0 0,0 0 0 0 0,0 0 0 0 0,0-1 0 0 0,0 1 0 0 0,5-2 0 0 0,0 0-766 0 0,-1-1 1 0 0,1 0 0 0 0,0 0 0 0 0,-1-1-1 0 0,0 0 1 0 0,10-6 0 0 0,18-20-6914 0 0,-16 7-326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116 131 1716 0 0,'-10'-21'2256'0'0,"0"6"-351"0"0,0-2-273 0 0,1 4-184 0 0,-1-1-328 0 0,3 4-200 0 0,-1 0-220 0 0,1 0-144 0 0,2 1-112 0 0,-2 2 196 0 0,-3 2-544 0 0,0 10-796 0 0,6 2-188 0 0,1 3-276 0 0,0 4-2204 0 0,1-1-1541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227 353 348 0 0,'30'-22'20909'0'0,"-30"18"-19320"0"0,-15 8-675 0 0,-4 11-719 0 0,1 0-1 0 0,0 2 0 0 0,1 0 1 0 0,1 0-1 0 0,0 2 1 0 0,-17 27-1 0 0,14-16 78 0 0,1 1 0 0 0,1 1 1 0 0,-20 59-1 0 0,34-83-226 0 0,0 1 1 0 0,1 0-1 0 0,0-1 1 0 0,0 1-1 0 0,1 9 1 0 0,0-16-38 0 0,1 0 0 0 0,0 0 1 0 0,0-1-1 0 0,0 1 0 0 0,0 0 1 0 0,1 0-1 0 0,-1-1 0 0 0,0 1 0 0 0,1 0 1 0 0,-1 0-1 0 0,1-1 0 0 0,0 1 0 0 0,-1 0 1 0 0,1-1-1 0 0,0 1 0 0 0,0-1 1 0 0,0 1-1 0 0,0-1 0 0 0,0 0 0 0 0,0 1 1 0 0,1-1-1 0 0,-1 0 0 0 0,0 0 1 0 0,1 0-1 0 0,-1 1 0 0 0,1-2 0 0 0,-1 1 1 0 0,1 0-1 0 0,-1 0 0 0 0,3 0 0 0 0,0 0-12 0 0,0 0 0 0 0,0-1-1 0 0,1 0 1 0 0,-1 0-1 0 0,0 0 1 0 0,0 0-1 0 0,0-1 1 0 0,0 0-1 0 0,0 0 1 0 0,0 0-1 0 0,0 0 1 0 0,0 0 0 0 0,0-1-1 0 0,0 0 1 0 0,4-3-1 0 0,5-2-134 0 0,-1-1-1 0 0,22-18 1 0 0,-14 7-61 0 0,-1-1 0 0 0,-1-1 1 0 0,0 0-1 0 0,-2-2 0 0 0,-1 1 1 0 0,0-2-1 0 0,14-33 0 0 0,2-13-187 0 0,30-102-1 0 0,-2-41 78 0 0,-46 164 127 0 0,-12 47 140 0 0,-1 5 1 0 0,-3 36 89 0 0,-11 66 1 0 0,2-32 55 0 0,10-60-170 0 0,-4 31-143 0 0,1 1-1 0 0,2-1 1 0 0,2 1-1 0 0,6 56 1 0 0,-3-84-687 0 0,6 24-3545 0 0,-8-39 3686 0 0,1 0 0 0 0,0 1-1 0 0,1-1 1 0 0,-1 0 0 0 0,0 0-1 0 0,1 0 1 0 0,-1 0 0 0 0,1 0-1 0 0,1 2 1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2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677 215 2224 0 0,'-8'-47'4986'0'0,"3"22"-932"0"0,-2-48 1 0 0,-2 22-1139 0 0,7 33 1660 0 0,6 22-4581 0 0,-1 0 0 0 0,1 1 0 0 0,-1-1 0 0 0,0 1 0 0 0,-1 0 0 0 0,1 0-1 0 0,-1 0 1 0 0,0 0 0 0 0,0 0 0 0 0,-1 0 0 0 0,2 6 0 0 0,5 12 14 0 0,13 37 34 0 0,-3 0-1 0 0,19 101 1 0 0,-5 129 113 0 0,-29-216-131 0 0,-2-1 1 0 0,-4 1-1 0 0,-3 0 0 0 0,-3-1 1 0 0,-3 0-1 0 0,-4-1 0 0 0,-3-1 1 0 0,-2 0-1 0 0,-4-2 1 0 0,-3-1-1 0 0,-3 0 0 0 0,-56 90 1 0 0,22-60-1552 0 0,-142 163 0 0 0,140-190-3837 0 0,-80 66 0 0 0,93-93-1828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3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21 113 1556 0 0,'-20'-6'19391'0'0,"34"2"-19346"0"0,-1 0 0 0 0,1 1 0 0 0,0 1 0 0 0,27-1 0 0 0,3-1-84 0 0,-4-1-315 0 0,80-13-2101 0 0,-103 14 976 0 0,-1 0 0 0 0,0-1-1 0 0,0-1 1 0 0,30-15 0 0 0,-31 10-2104 0 0,-2-1-1358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3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33 1468 0 0,'-45'-31'10440'0'0,"44"30"-9836"0"0,-3 1 94 0 0,4 0-664 0 0,0 0 1 0 0,-1 0-1 0 0,1 0 1 0 0,-1 0 0 0 0,1 0-1 0 0,-1 0 1 0 0,1 0-1 0 0,-1 0 1 0 0,1 0-1 0 0,0 1 1 0 0,-1-1-1 0 0,1 0 1 0 0,-1 0 0 0 0,1 0-1 0 0,0 0 1 0 0,-1 1-1 0 0,1-1 1 0 0,-1 0-1 0 0,1 0 1 0 0,0 1-1 0 0,-1-1 1 0 0,0 1 0 0 0,-2 5 305 0 0,0 1 0 0 0,0-1 0 0 0,1 1 0 0 0,0 0 0 0 0,0-1 0 0 0,1 1 0 0 0,-2 13 0 0 0,-1 56 1036 0 0,4-49-1061 0 0,3 184 1355 0 0,12-105-3385 0 0,-10-83-1324 0 0,2 0 0 0 0,12 30 0 0 0,-11-35-3811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4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331 213 556 0 0,'7'-15'3458'0'0,"-1"0"-1"0"0,9-31 1 0 0,-12 34-2382 0 0,-1 0-1 0 0,0 0 1 0 0,0 0 0 0 0,-1 0-1 0 0,-1 0 1 0 0,0 0 0 0 0,-4-20-1 0 0,4 31-1051 0 0,0 0-1 0 0,0 0 0 0 0,0 0 0 0 0,0 0 0 0 0,-1 0 0 0 0,1 0 0 0 0,0 1 0 0 0,-1-1 1 0 0,1 0-1 0 0,-1 0 0 0 0,1 0 0 0 0,-1 0 0 0 0,1 1 0 0 0,-1-1 0 0 0,1 0 0 0 0,-1 1 0 0 0,0-1 1 0 0,1 0-1 0 0,-1 1 0 0 0,0-1 0 0 0,0 1 0 0 0,0-1 0 0 0,1 1 0 0 0,-1-1 0 0 0,0 1 1 0 0,0 0-1 0 0,0-1 0 0 0,0 1 0 0 0,0 0 0 0 0,0 0 0 0 0,0 0 0 0 0,0 0 0 0 0,1 0 0 0 0,-1 0 1 0 0,0 0-1 0 0,0 0 0 0 0,0 0 0 0 0,0 0 0 0 0,0 0 0 0 0,0 0 0 0 0,0 1 0 0 0,0-1 1 0 0,0 0-1 0 0,1 1 0 0 0,-1-1 0 0 0,-1 1 0 0 0,-5 3 3 0 0,1-1 0 0 0,-1 0 0 0 0,1 1 0 0 0,-7 6 0 0 0,-13 12 14 0 0,1 1 0 0 0,1 2 0 0 0,1 0 1 0 0,-37 52-1 0 0,34-38-8 0 0,3 1 0 0 0,1 1 0 0 0,-18 47 1 0 0,35-77-15 0 0,1 1 1 0 0,1 0 0 0 0,0 1 0 0 0,0-1-1 0 0,1 1 1 0 0,-1 23 0 0 0,3-33-16 0 0,0 0 1 0 0,0-1-1 0 0,0 1 1 0 0,0 0-1 0 0,1 0 0 0 0,-1 0 1 0 0,1 0-1 0 0,0 0 1 0 0,0 0-1 0 0,0-1 0 0 0,0 1 1 0 0,0 0-1 0 0,1-1 1 0 0,-1 1-1 0 0,1-1 1 0 0,-1 1-1 0 0,1-1 0 0 0,0 0 1 0 0,0 0-1 0 0,0 1 1 0 0,1-2-1 0 0,-1 1 0 0 0,0 0 1 0 0,1 0-1 0 0,-1-1 1 0 0,1 1-1 0 0,-1-1 0 0 0,1 0 1 0 0,0 0-1 0 0,0 0 1 0 0,-1 0-1 0 0,1 0 0 0 0,0 0 1 0 0,4-1-1 0 0,-2 1-5 0 0,1-1-1 0 0,0-1 1 0 0,-1 1-1 0 0,1-1 1 0 0,0 0-1 0 0,-1 0 1 0 0,1-1-1 0 0,-1 0 1 0 0,1 0-1 0 0,-1 0 1 0 0,0 0-1 0 0,0-1 1 0 0,0 0-1 0 0,0 0 1 0 0,0 0-1 0 0,-1-1 1 0 0,1 0-1 0 0,-1 0 1 0 0,7-7-1 0 0,-1-1-6 0 0,0-1 0 0 0,0 0 1 0 0,-1 0-1 0 0,-1-1 0 0 0,11-25 0 0 0,22-78-43 0 0,-3 7 27 0 0,-34 97 19 0 0,0 4 6 0 0,2 17 28 0 0,-4 0 4 0 0,0-1-1 0 0,-1 1 1 0 0,0 0-1 0 0,0 0 1 0 0,-1 0-1 0 0,0 11 1 0 0,0 2 19 0 0,2 13 151 0 0,1 0 1 0 0,1-1-1 0 0,13 51 1 0 0,-12-71-669 0 0,-1 0 0 0 0,2 0 1 0 0,-1 0-1 0 0,14 20 0 0 0,-14-26-590 0 0,0 0 0 0 0,0 0-1 0 0,1-1 1 0 0,0 0-1 0 0,0 0 1 0 0,1 0 0 0 0,-1-1-1 0 0,13 8 1 0 0,2-4-6959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2648 0 0,'4'-27'6181'0'0,"1"-8"2422"0"0,-2 16-6345 0 0,-3 17-1832 0 0,0 2-389 0 0,0-1 1 0 0,0 1 0 0 0,0-1-1 0 0,0 1 1 0 0,0-1 0 0 0,0 0-1 0 0,0 1 1 0 0,0-1 0 0 0,0 1-1 0 0,0-1 1 0 0,0 1 0 0 0,0-1-1 0 0,0 1 1 0 0,1-1 0 0 0,-1 1-1 0 0,0-1 1 0 0,0 1-1 0 0,1-1 1 0 0,-1 1 0 0 0,0 0-1 0 0,0-1 1 0 0,1 1 0 0 0,-1-1-1 0 0,1 1 1 0 0,-1 0 0 0 0,1-1-1 0 0,17-7 372 0 0,26 4-330 0 0,-38 4-17 0 0,38-2 63 0 0,75-7-2063 0 0,-105 7 209 0 0,0-1 0 0 0,0-1 1 0 0,18-7-1 0 0,-18 4-2484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4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43 1380 0 0,'-30'-42'14201'0'0,"28"42"-14121"0"0,1 0 1 0 0,0 1 0 0 0,-1-1 0 0 0,1 1-1 0 0,0-1 1 0 0,0 1 0 0 0,-1-1-1 0 0,1 1 1 0 0,0 0 0 0 0,0 0-1 0 0,0 0 1 0 0,0 0 0 0 0,0-1-1 0 0,0 1 1 0 0,0 1 0 0 0,0-1 0 0 0,0 0-1 0 0,0 0 1 0 0,1 0 0 0 0,-1 0-1 0 0,0 1 1 0 0,1-1 0 0 0,-1 0-1 0 0,1 0 1 0 0,-1 2 0 0 0,-10 37 1325 0 0,10-35-1258 0 0,-31 218 2534 0 0,21-74-3666 0 0,11-143 426 0 0,0 0 0 0 0,0 1 0 0 0,1-1 0 0 0,2 10 0 0 0,7 8-7432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5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91 1248 0 0,'-2'-91'21061'0'0,"-9"213"-13871"0"0,9 67-4727 0 0,2-184-2440 0 0,0 1 0 0 0,1-1 0 0 0,-1 0 0 0 0,1 1 1 0 0,1-1-1 0 0,-1 0 0 0 0,1 1 0 0 0,0-1 0 0 0,5 9 1 0 0,-6-13-104 0 0,0 0 1 0 0,0 0-1 0 0,0 0 1 0 0,0 0 0 0 0,1 0-1 0 0,-1-1 1 0 0,0 1-1 0 0,0 0 1 0 0,1-1 0 0 0,-1 1-1 0 0,1-1 1 0 0,-1 1-1 0 0,1-1 1 0 0,-1 0 0 0 0,1 1-1 0 0,-1-1 1 0 0,1 0 0 0 0,2 0-1 0 0,25-5-2012 0 0,-20 1 1310 0 0,-1 0 0 0 0,0 0 1 0 0,0-1-1 0 0,0 0 0 0 0,0 0 0 0 0,-1-1 0 0 0,0 0 0 0 0,0-1 0 0 0,7-7 0 0 0,0-3-2831 0 0,-1-1 0 0 0,19-32-1 0 0,-15 19-3916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5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67 748 0 0,'-14'-10'2300'0'0,"2"0"-456"0"0,0 1-303 0 0,4 2-305 0 0,-2 1-164 0 0,-1-3-236 0 0,3 4 300 0 0,-7-3-412 0 0,1 6-284 0 0,1 5-524 0 0,4 2-212 0 0,4 2-504 0 0,0 3-344 0 0,0 0-1888 0 0,0 1-1085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5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23 512 0 0,'31'-23'20235'0'0,"-35"31"-17886"0"0,-21 25-2361 0 0,17-22 864 0 0,-12 17 22 0 0,1 1-1 0 0,-26 55 1 0 0,37-66-716 0 0,1 0 0 0 0,1 0 0 0 0,0 1 0 0 0,1-1 0 0 0,2 1 0 0 0,-4 29 0 0 0,7-43-198 0 0,0-1 0 0 0,0 1 0 0 0,0 0 0 0 0,1 0-1 0 0,-1 0 1 0 0,1-1 0 0 0,1 1 0 0 0,-1 0 0 0 0,0-1-1 0 0,1 1 1 0 0,0-1 0 0 0,0 1 0 0 0,0-1 0 0 0,1 0 0 0 0,0 0-1 0 0,3 5 1 0 0,-2-6-217 0 0,0 1 1 0 0,-1-1-1 0 0,1 0 0 0 0,1 0 0 0 0,-1-1 1 0 0,0 1-1 0 0,0-1 0 0 0,1 0 0 0 0,0 0 1 0 0,-1 0-1 0 0,1-1 0 0 0,0 0 0 0 0,0 0 1 0 0,0 0-1 0 0,8 0 0 0 0,1 0-1104 0 0,-1-1-1 0 0,0-1 1 0 0,1 0-1 0 0,-1-1 1 0 0,0-1-1 0 0,0 0 1 0 0,0 0-1 0 0,0-2 1 0 0,17-7 0 0 0,6-6-5493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5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701 179 496 0 0,'1'-52'5199'0'0,"1"30"-2525"0"0,-2 0 0 0 0,0 0-1 0 0,-5-28 1 0 0,5 39-1834 0 0,4 14-295 0 0,8 17-155 0 0,16 53 276 0 0,-4 1 1 0 0,-2 0-1 0 0,-4 2 0 0 0,-4 1 0 0 0,-2 0 1 0 0,-4 0-1 0 0,-3 129 0 0 0,-9-148-605 0 0,-2-1 1 0 0,-3 1-1 0 0,-2-1 0 0 0,-26 78 0 0 0,21-89-75 0 0,-3-1 0 0 0,-1 0 0 0 0,-3-2 0 0 0,-1-1 0 0 0,-51 68 0 0 0,48-76-507 0 0,-2-2 0 0 0,-1-1 0 0 0,-1-1 0 0 0,-2-2 0 0 0,-1-1 0 0 0,-67 41 0 0 0,64-48-1448 0 0,0-1 0 0 0,-1-3 0 0 0,-1 0-1 0 0,-45 10 1 0 0,3-8-5851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6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97 392 0 0,'9'-24'4993'0'0,"-6"17"-3407"0"0,0 0 1 0 0,0 0 0 0 0,-1 0 0 0 0,0-1 0 0 0,-1 1-1 0 0,2-16 1 0 0,-3 23-1561 0 0,0 0-1 0 0,0 0 1 0 0,0-1 0 0 0,0 1-1 0 0,0 0 1 0 0,-1-1 0 0 0,1 1-1 0 0,0 0 1 0 0,0 0 0 0 0,0-1-1 0 0,0 1 1 0 0,0 0 0 0 0,0 0-1 0 0,-1-1 1 0 0,1 1 0 0 0,0 0-1 0 0,0 0 1 0 0,0 0-1 0 0,-1-1 1 0 0,1 1 0 0 0,0 0-1 0 0,0 0 1 0 0,-1 0 0 0 0,1 0-1 0 0,0 0 1 0 0,0-1 0 0 0,-1 1-1 0 0,1 0 1 0 0,0 0 0 0 0,-1 0-1 0 0,1 0 1 0 0,0 0-1 0 0,0 0 1 0 0,-1 0 0 0 0,1 0-1 0 0,0 0 1 0 0,-1 0 0 0 0,1 0-1 0 0,0 0 1 0 0,0 0 0 0 0,-1 0-1 0 0,1 0 1 0 0,0 0 0 0 0,-1 0-1 0 0,1 1 1 0 0,0-1 0 0 0,0 0-1 0 0,-1 0 1 0 0,1 0-1 0 0,0 0 1 0 0,0 1 0 0 0,0-1-1 0 0,-1 0 1 0 0,1 0 0 0 0,0 0-1 0 0,0 1 1 0 0,-1-1 0 0 0,-17 14 132 0 0,16-13-59 0 0,-34 32 289 0 0,1 2-1 0 0,1 2 1 0 0,-50 73-1 0 0,70-91-318 0 0,-29 41 175 0 0,-52 96 0 0 0,73-111-160 0 0,1 0 0 0 0,2 1 1 0 0,-15 60-1 0 0,26-76-55 0 0,2 2-1 0 0,1-1 1 0 0,1 1 0 0 0,2-1 0 0 0,3 63-1 0 0,2-69-28 0 0,1 0-1 0 0,0 0 0 0 0,2-1 0 0 0,2 1 1 0 0,0-2-1 0 0,1 1 0 0 0,1-1 0 0 0,18 29 1 0 0,-13-28-435 0 0,1 0 1 0 0,1-2 0 0 0,0 0-1 0 0,2 0 1 0 0,1-2 0 0 0,1-1-1 0 0,30 23 1 0 0,-28-27-1241 0 0,0 0 0 0 0,2-1 0 0 0,-1-1 0 0 0,37 13 0 0 0,14-2-4918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6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77 20 0 0,'7'-18'3543'0'0,"-3"10"-1601"0"0,-1 1 0 0 0,0 0 0 0 0,-1-1 0 0 0,0 1 0 0 0,2-15 0 0 0,-17 41-819 0 0,-28 46 109 0 0,2 1 1 0 0,-39 94-1 0 0,-39 147-124 0 0,88-226-887 0 0,4 2 0 0 0,4 0 1 0 0,-22 169-1 0 0,42-229-204 0 0,0 1 1 0 0,2-1-1 0 0,0 1 1 0 0,2-1-1 0 0,0 0 0 0 0,2 0 1 0 0,0 0-1 0 0,12 28 1 0 0,-13-41-340 0 0,0 0 0 0 0,1-1 0 0 0,0 0 0 0 0,1 0 0 0 0,0 0 1 0 0,0-1-1 0 0,1 0 0 0 0,15 14 0 0 0,-16-17-427 0 0,1 0-1 0 0,0-1 0 0 0,-1 0 1 0 0,1 0-1 0 0,1 0 1 0 0,-1-1-1 0 0,0 0 1 0 0,1-1-1 0 0,0 0 1 0 0,-1 0-1 0 0,1 0 1 0 0,16 0-1 0 0,5-2-6390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299 253 820 0 0,'2'-21'1433'0'0,"0"1"0"0"0,-2 0 0 0 0,0-1 0 0 0,-1 1 0 0 0,-1 0 0 0 0,-1 0 0 0 0,-1 0 0 0 0,-1 0 0 0 0,-10-27 0 0 0,15 45-1374 0 0,-1 1 0 0 0,1 0 0 0 0,-1 0 0 0 0,1-1 0 0 0,-1 1 0 0 0,0 0-1 0 0,0 0 1 0 0,0 0 0 0 0,0-1 0 0 0,0 1 0 0 0,0 0 0 0 0,0 1 0 0 0,0-1 0 0 0,0 0 0 0 0,0 0 0 0 0,0 0 0 0 0,-1 1-1 0 0,1-1 1 0 0,0 0 0 0 0,0 1 0 0 0,-1-1 0 0 0,1 1 0 0 0,-1 0 0 0 0,1-1 0 0 0,-2 1 0 0 0,0 0 5 0 0,0 0 0 0 0,0 1-1 0 0,0-1 1 0 0,0 1 0 0 0,0 0 0 0 0,0 0 0 0 0,0 0 0 0 0,0 0 0 0 0,0 0 0 0 0,1 1 0 0 0,-4 1 0 0 0,-7 6 121 0 0,1 0 0 0 0,0 1 0 0 0,-17 19 0 0 0,13-12-86 0 0,0 1 0 0 0,2 0 0 0 0,0 1 0 0 0,1 1 0 0 0,1 0 0 0 0,0 1 0 0 0,2 0 0 0 0,1 1-1 0 0,-12 39 1 0 0,20-57-85 0 0,0 0-1 0 0,0 1 1 0 0,1-1-1 0 0,-1 1 1 0 0,1-1 0 0 0,0 1-1 0 0,1 0 1 0 0,-1-1-1 0 0,1 1 1 0 0,0-1-1 0 0,0 0 1 0 0,0 1-1 0 0,0-1 1 0 0,1 0-1 0 0,0 0 1 0 0,0 0-1 0 0,0 0 1 0 0,4 6-1 0 0,-4-8-55 0 0,0 1 0 0 0,1-1 1 0 0,-1 0-1 0 0,0 0 0 0 0,1 0 0 0 0,-1-1 0 0 0,1 1 0 0 0,0 0 0 0 0,0-1 0 0 0,0 0 0 0 0,-1 0 0 0 0,1 0 0 0 0,0 0 0 0 0,0 0 1 0 0,1 0-1 0 0,-1-1 0 0 0,0 1 0 0 0,0-1 0 0 0,0 0 0 0 0,0 0 0 0 0,0 0 0 0 0,0-1 0 0 0,0 1 0 0 0,1-1 0 0 0,-1 0 0 0 0,0 1 1 0 0,4-3-1 0 0,2-1-75 0 0,-1 0 1 0 0,1 0 0 0 0,-1-1-1 0 0,1 0 1 0 0,-1 0 0 0 0,-1-1-1 0 0,1 0 1 0 0,-1 0 0 0 0,0-1-1 0 0,-1 0 1 0 0,0 0-1 0 0,0-1 1 0 0,0 0 0 0 0,-1 0-1 0 0,5-9 1 0 0,6-16 307 0 0,-1 0-1 0 0,17-57 1 0 0,-25 67 239 0 0,10-31 882 0 0,-16 52-1197 0 0,-1 2-106 0 0,1 1 1 0 0,-1-1-1 0 0,1 0 0 0 0,-1 1 1 0 0,0-1-1 0 0,1 0 0 0 0,-1 1 0 0 0,1-1 1 0 0,-1 1-1 0 0,0-1 0 0 0,1 1 1 0 0,-1-1-1 0 0,0 1 0 0 0,0-1 1 0 0,1 1-1 0 0,-1-1 0 0 0,0 1 0 0 0,0-1 1 0 0,0 2-1 0 0,-3 68 929 0 0,0-52-815 0 0,2 0 1 0 0,0 0 0 0 0,1 0-1 0 0,1 0 1 0 0,0 0-1 0 0,1 0 1 0 0,8 27-1 0 0,-8-41-248 0 0,-1 0-1 0 0,1 0 0 0 0,1 0 0 0 0,-1-1 1 0 0,0 1-1 0 0,1-1 0 0 0,0 1 0 0 0,-1-1 1 0 0,1 0-1 0 0,1 0 0 0 0,-1 0 0 0 0,0 0 1 0 0,1-1-1 0 0,7 4 0 0 0,-6-3-825 0 0,1 0 1 0 0,0-1-1 0 0,0 1 0 0 0,1-1 1 0 0,-1-1-1 0 0,0 0 0 0 0,1 1 1 0 0,-1-2-1 0 0,9 1 0 0 0,7-1-6193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7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2528 0 0,'5'-38'9240'0'0,"-1"3"-4777"0"0,-4 34-4428 0 0,1 0 1 0 0,-1 0-1 0 0,1 0 1 0 0,0 0-1 0 0,-1 1 1 0 0,1-1-1 0 0,0 0 1 0 0,-1 0-1 0 0,1 1 1 0 0,0-1-1 0 0,0 0 1 0 0,0 1-1 0 0,0-1 0 0 0,0 1 1 0 0,0-1-1 0 0,-1 1 1 0 0,1-1-1 0 0,0 1 1 0 0,1 0-1 0 0,-1-1 1 0 0,0 1-1 0 0,0 0 1 0 0,1 0-1 0 0,31-5-678 0 0,37 1 0 0 0,-48 3-1034 0 0,-4-1 151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7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40 2316 0 0,'1'-2'2380'0'0,"5"-7"693"0"0,-4 6-1896 0 0,0 0 0 0 0,0 0 0 0 0,0 0 0 0 0,0 0 0 0 0,-1 0 0 0 0,0 0-1 0 0,2-4 1 0 0,-5 47 2523 0 0,-9 52 0 0 0,0-7-1469 0 0,7-44-1480 0 0,0-14-367 0 0,2-1 0 0 0,2 37 0 0 0,0-60-541 0 0,1-1-1 0 0,-1 1 1 0 0,1-1 0 0 0,0 0 0 0 0,0 1-1 0 0,0-1 1 0 0,0 0 0 0 0,0 1 0 0 0,0-1-1 0 0,3 3 1 0 0,-4-5-57 0 0,1 1 0 0 0,-1 0 0 0 0,1 0 0 0 0,0 0 0 0 0,-1-1 0 0 0,1 1 0 0 0,0 0 0 0 0,0-1 0 0 0,-1 1 0 0 0,1-1 0 0 0,0 1 0 0 0,0-1 0 0 0,0 1 0 0 0,0-1 0 0 0,0 0 0 0 0,0 1 0 0 0,0-1 0 0 0,0 0 0 0 0,0 0 0 0 0,0 1 0 0 0,0-1 0 0 0,0 0 0 0 0,0 0 0 0 0,0 0 0 0 0,0-1 1 0 0,0 1-1 0 0,0 0 0 0 0,1 0 0 0 0,4-3-1356 0 0,-1 1 1 0 0,0-1 0 0 0,0 0 0 0 0,0 0 0 0 0,0 0-1 0 0,5-5 1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7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106 101 920 0 0,'-17'-32'6218'0'0,"-22"-30"1"0"0,38 61-6226 0 0,1 1 1 0 0,0-1-1 0 0,-1 1 1 0 0,1-1 0 0 0,-1 1-1 0 0,1-1 1 0 0,-1 1 0 0 0,1 0-1 0 0,-1-1 1 0 0,1 1 0 0 0,-1 0-1 0 0,0-1 1 0 0,1 1-1 0 0,-1 0 1 0 0,1 0 0 0 0,-1-1-1 0 0,0 1 1 0 0,1 0 0 0 0,-1 0-1 0 0,0 0 1 0 0,1 0 0 0 0,-1 0-1 0 0,1 0 1 0 0,-1 0-1 0 0,0 0 1 0 0,1 0 0 0 0,-1 0-1 0 0,0 1 1 0 0,1-1 0 0 0,-1 0-1 0 0,1 0 1 0 0,-1 1 0 0 0,0-1-1 0 0,1 0 1 0 0,-1 1-1 0 0,1-1 1 0 0,-1 0 0 0 0,1 1-1 0 0,-1-1 1 0 0,1 1 0 0 0,-1-1-1 0 0,1 1 1 0 0,0-1-1 0 0,-1 1 1 0 0,0 0 0 0 0,-15 25-3680 0 0,11-15 677 0 0,3 1-956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 1492 0 0,'3'0'4822'0'0,"5"0"-3671"0"0,19-3 9238 0 0,-19 1-7336 0 0,-8 13-1739 0 0,-20 25 1003 0 0,-24 59 1 0 0,38-79-2103 0 0,0 1 1 0 0,1 0 0 0 0,1 0 0 0 0,1 1 0 0 0,1-1 0 0 0,-1 25 0 0 0,2-40-291 0 0,1 0 1 0 0,0 0 0 0 0,0 0 0 0 0,0 0 0 0 0,1 0 0 0 0,-1 0-1 0 0,0 0 1 0 0,1 0 0 0 0,-1-1 0 0 0,1 1 0 0 0,0 0 0 0 0,-1 0-1 0 0,1 0 1 0 0,0-1 0 0 0,0 1 0 0 0,0 0 0 0 0,0-1 0 0 0,1 1 0 0 0,-1-1-1 0 0,0 1 1 0 0,1-1 0 0 0,-1 0 0 0 0,1 0 0 0 0,-1 1 0 0 0,1-1-1 0 0,0 0 1 0 0,-1 0 0 0 0,1 0 0 0 0,0-1 0 0 0,0 1 0 0 0,0 0-1 0 0,-1-1 1 0 0,1 1 0 0 0,0-1 0 0 0,0 0 0 0 0,0 1 0 0 0,0-1-1 0 0,0 0 1 0 0,0 0 0 0 0,0 0 0 0 0,0-1 0 0 0,0 1 0 0 0,2-1-1 0 0,4 0-818 0 0,-1-1-1 0 0,1 0 0 0 0,-1 0 0 0 0,1-1 0 0 0,-1 1 0 0 0,0-2 0 0 0,0 1 0 0 0,-1-1 0 0 0,13-9 0 0 0,3-7-4531 0 0,2-6-2910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0:58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47 3072 0 0,'-3'-47'14125'0'0,"0"71"-12210"0"0,0 122 1907 0 0,2-23-2692 0 0,-5-41-661 0 0,-4-1 1 0 0,-41 160-1 0 0,30-176-1168 0 0,-28 64 0 0 0,25-76-2091 0 0,-47 75 0 0 0,40-82-3404 0 0,-2-5-3702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2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22 234 464 0 0,'-21'-13'19354'0'0,"21"17"-19700"0"0,3-2 368 0 0,0 0 1 0 0,-1-1 0 0 0,1 1-1 0 0,0-1 1 0 0,0 1-1 0 0,-1-1 1 0 0,1 0 0 0 0,0 0-1 0 0,0 0 1 0 0,1-1 0 0 0,-1 1-1 0 0,5-1 1 0 0,75 4 78 0 0,149-11 0 0 0,-121 0-78 0 0,1728-73 59 0 0,-1280 57-37 0 0,1273 4-5 0 0,88-16-69 0 0,79-37-9 0 0,-837 76 95 0 0,-375 3-64 0 0,-656-12-459 0 0,-11 1-3326 0 0,-104 2 1749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3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153 144 980 0 0,'-23'-8'2980'0'0,"1"-1"1"0"0,0-1-1 0 0,0-2 0 0 0,-36-24 0 0 0,57 35-2718 0 0,1 1-239 0 0,0 0-1 0 0,-1-1 0 0 0,1 1 1 0 0,0 0-1 0 0,-1 0 0 0 0,1 0 1 0 0,0-1-1 0 0,0 1 0 0 0,-1 0 1 0 0,1 0-1 0 0,0-1 0 0 0,0 1 1 0 0,0 0-1 0 0,-1 0 0 0 0,1-1 1 0 0,0 1-1 0 0,0 0 0 0 0,0-1 1 0 0,0 1-1 0 0,0 0 0 0 0,0-1 1 0 0,0 1-1 0 0,0 0 0 0 0,0-1 1 0 0,0 1-1 0 0,0-1 0 0 0,16-4 27 0 0,0 0-1 0 0,1 1 1 0 0,-1 1-1 0 0,1 0 1 0 0,0 2-1 0 0,24 0 0 0 0,-9-1-25 0 0,1164-33 90 0 0,-228 76-79 0 0,250 4 28 0 0,-1110-54-1554 0 0,-106 9 670 0 0,23 3-7186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5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58 996 0 0,'17'-29'4861'0'0,"-15"26"-4285"0"0,3-23 9036 0 0,-8 26-9374 0 0,-11 0-26 0 0,11 0-18 0 0,-1 0-4 0 0,-268 2 1070 0 0,266-3-1261 0 0,2 1-1 0 0,0 0 0 0 0,0-1 1 0 0,0 1-1 0 0,1 1 0 0 0,-1-1 1 0 0,0 1-1 0 0,0-1 0 0 0,0 1 1 0 0,1 0-1 0 0,-1 0 1 0 0,0 1-1 0 0,-4 1 0 0 0,5 0 1 0 0,0-1 0 0 0,1 0-1 0 0,-1 1 1 0 0,1-1 0 0 0,-1 1-1 0 0,1 0 1 0 0,0 0 0 0 0,0 0-1 0 0,0 0 1 0 0,0 0 0 0 0,1 0-1 0 0,-1 1 1 0 0,1-1-1 0 0,0 0 1 0 0,0 1 0 0 0,0-1-1 0 0,0 6 1 0 0,-2 0 5 0 0,3-5-1 0 0,-3 45 26 0 0,1-3 97 0 0,37 417 3011 0 0,-26-125-1901 0 0,-6-160-989 0 0,-3 658 737 0 0,-57-57-669 0 0,7-461 1334 0 0,48-300-1584 0 0,-6 46 201 0 0,8-63-255 0 0,1 0 0 0 0,-1 0-1 0 0,0 0 1 0 0,0 0 0 0 0,1 0 0 0 0,-1 0-1 0 0,0 0 1 0 0,1 0 0 0 0,-1 0 0 0 0,1 0-1 0 0,0 0 1 0 0,-1 0 0 0 0,1 0 0 0 0,0-1 0 0 0,-1 1-1 0 0,1 0 1 0 0,0 0 0 0 0,0-1 0 0 0,0 1-1 0 0,0 0 1 0 0,0-1 0 0 0,0 1 0 0 0,-1-1-1 0 0,1 1 1 0 0,0-1 0 0 0,2 1 0 0 0,27 6 97 0 0,-28-7-90 0 0,28 3 15 0 0,0-1 0 0 0,1-2 0 0 0,-1-1-1 0 0,45-8 1 0 0,-30 4-101 0 0,398-51-3321 0 0,-117 14-3533 0 0,-239 32 1453 0 0,-12-2-3013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6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96 2192 0 0,'4'-12'4579'0'0,"-4"8"-4177"0"0,1 1 0 0 0,-1 0 1 0 0,0 0-1 0 0,0-1 0 0 0,-1 1 1 0 0,1 0-1 0 0,-1 0 0 0 0,1 0 1 0 0,-1-1-1 0 0,0 1 0 0 0,0 0 0 0 0,0 0 1 0 0,-1 0-1 0 0,1 0 0 0 0,-1 0 1 0 0,1 1-1 0 0,-4-5 0 0 0,3 5-338 0 0,0 0-1 0 0,0 0 0 0 0,0 0 0 0 0,-1 0 0 0 0,1 1 0 0 0,0-1 0 0 0,-1 1 0 0 0,1-1 0 0 0,-1 1 1 0 0,0 0-1 0 0,1 0 0 0 0,-1 0 0 0 0,0 0 0 0 0,0 0 0 0 0,0 1 0 0 0,0-1 0 0 0,1 1 0 0 0,-1 0 0 0 0,0 0 1 0 0,0 0-1 0 0,0 0 0 0 0,0 0 0 0 0,0 1 0 0 0,0 0 0 0 0,1-1 0 0 0,-1 1 0 0 0,0 0 0 0 0,0 0 1 0 0,1 0-1 0 0,-4 2 0 0 0,-5 4-31 0 0,0 0 0 0 0,1 1 0 0 0,-1 0 0 0 0,1 1 1 0 0,1 0-1 0 0,0 0 0 0 0,0 1 0 0 0,-13 20 0 0 0,14-17-15 0 0,-1 1 1 0 0,2 0-1 0 0,0 0 0 0 0,0 1 0 0 0,2-1 1 0 0,-9 32-1 0 0,13-39-10 0 0,0 0-1 0 0,0 0 1 0 0,1 0 0 0 0,-1 1-1 0 0,2-1 1 0 0,-1 0 0 0 0,1 0-1 0 0,0 0 1 0 0,0 0 0 0 0,1 0-1 0 0,5 13 1 0 0,-5-15 7 0 0,0-1 0 0 0,0 0-1 0 0,1 0 1 0 0,0 0 0 0 0,-1 0 0 0 0,1-1 0 0 0,1 1 0 0 0,-1-1 0 0 0,0 1-1 0 0,1-1 1 0 0,0 0 0 0 0,0-1 0 0 0,0 1 0 0 0,0-1 0 0 0,0 1 0 0 0,0-1-1 0 0,1 0 1 0 0,7 2 0 0 0,-9-3-3 0 0,1-1-1 0 0,-1 1 1 0 0,1 0 0 0 0,-1-1-1 0 0,1 0 1 0 0,-1 0 0 0 0,1 0-1 0 0,-1 0 1 0 0,1 0 0 0 0,-1-1-1 0 0,1 1 1 0 0,-1-1-1 0 0,0 0 1 0 0,1 0 0 0 0,-1-1-1 0 0,0 1 1 0 0,3-2 0 0 0,-1 0-4 0 0,0-1 1 0 0,0 0 0 0 0,-1 0 0 0 0,1 0 0 0 0,-1 0-1 0 0,0 0 1 0 0,0-1 0 0 0,-1 0 0 0 0,4-6 0 0 0,3-8 5 0 0,0-1 1 0 0,-2 0 0 0 0,0 0-1 0 0,6-29 1 0 0,5-9 217 0 0,-18 56-202 0 0,3 4-18 0 0,-4-2-11 0 0,1-1 1 0 0,-1 1-1 0 0,0 0 0 0 0,1 0 1 0 0,-1 1-1 0 0,1-1 1 0 0,-1 0-1 0 0,0 0 1 0 0,1 0-1 0 0,-1 0 1 0 0,1 0-1 0 0,-1 0 1 0 0,0 0-1 0 0,1 1 0 0 0,-1-1 1 0 0,0 0-1 0 0,1 0 1 0 0,-1 0-1 0 0,0 1 1 0 0,0-1-1 0 0,1 0 1 0 0,-1 0-1 0 0,0 1 1 0 0,1-1-1 0 0,-1 0 0 0 0,0 1 1 0 0,20 52 42 0 0,-15-37-22 0 0,1-1-1 0 0,0 1 1 0 0,2-1-1 0 0,-1 0 1 0 0,15 20-1 0 0,-14-25-343 0 0,-1-1 1 0 0,1-1-1 0 0,1 0 0 0 0,-1 0 1 0 0,13 8-1 0 0,-14-12-1017 0 0,-1 0 0 0 0,1 0 0 0 0,0-1 0 0 0,0 0 0 0 0,9 3 0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6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0 172 1700 0 0,'1'-40'5535'0'0,"7"-55"1"0"0,-8 93-5467 0 0,1 1 1 0 0,-1-1 0 0 0,0 0 0 0 0,1 1-1 0 0,-1-1 1 0 0,1 1 0 0 0,-1-1 0 0 0,1 1-1 0 0,0-1 1 0 0,0 1 0 0 0,0-1 0 0 0,0 1-1 0 0,0-1 1 0 0,0 1 0 0 0,0 0 0 0 0,0 0-1 0 0,0 0 1 0 0,1-1 0 0 0,-1 1 0 0 0,0 0-1 0 0,1 1 1 0 0,2-3 0 0 0,-2 3-28 0 0,1-1 1 0 0,0 0-1 0 0,0 1 0 0 0,0-1 1 0 0,-1 1-1 0 0,1 0 0 0 0,0 0 1 0 0,0 0-1 0 0,0 0 1 0 0,-1 1-1 0 0,1-1 0 0 0,4 2 1 0 0,0 0-19 0 0,0 0 1 0 0,-1 1 0 0 0,1 0 0 0 0,-1 0-1 0 0,0 0 1 0 0,0 1 0 0 0,0 0 0 0 0,0 0 0 0 0,-1 0-1 0 0,7 7 1 0 0,-9-7 79 0 0,0 0 0 0 0,0 1 0 0 0,0-1 1 0 0,-1 1-1 0 0,1 0 0 0 0,-1 0 0 0 0,0 0 0 0 0,-1 0 0 0 0,1 0 0 0 0,-1 0 0 0 0,0 0 1 0 0,0 1-1 0 0,0-1 0 0 0,-1 0 0 0 0,0 1 0 0 0,0-1 0 0 0,0 0 0 0 0,-1 1 0 0 0,0-1 1 0 0,-2 10-1 0 0,-4 4 168 0 0,0 1 1 0 0,-2-1 0 0 0,0 0 0 0 0,-12 18 0 0 0,-3 7-132 0 0,17-32-68 0 0,-3 6 116 0 0,10-18-180 0 0,0 1-1 0 0,0 0 1 0 0,-1-1-1 0 0,1 1 0 0 0,0-1 1 0 0,0 1-1 0 0,0 0 1 0 0,0-1-1 0 0,0 1 0 0 0,0 0 1 0 0,1-1-1 0 0,-1 1 1 0 0,0-1-1 0 0,0 1 0 0 0,0 0 1 0 0,0-1-1 0 0,1 1 1 0 0,-1-1-1 0 0,0 1 0 0 0,1-1 1 0 0,-1 1-1 0 0,0-1 1 0 0,1 1-1 0 0,-1-1 1 0 0,1 1-1 0 0,-1-1 0 0 0,1 1 1 0 0,0-1-6 0 0,0 1 1 0 0,0-1-1 0 0,0 1 1 0 0,1-1-1 0 0,-1 0 1 0 0,0 1-1 0 0,0-1 1 0 0,0 0-1 0 0,1 0 1 0 0,-1 0-1 0 0,0 0 1 0 0,0 0-1 0 0,1 0 1 0 0,-1 0-1 0 0,0 0 1 0 0,2-1-1 0 0,1 0 6 0 0,37-2-154 0 0,46-11 1 0 0,-5 1-1265 0 0,26 3-2144 0 0,-34 5-2175 0 0,-27 3-345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 84 0 0,'-37'13'7740'0'0,"-31"10"4354"0"0,72-21-11746 0 0,-3-2-338 0 0,-1 1 1 0 0,0-1 0 0 0,0 1-1 0 0,1-1 1 0 0,-1 1-1 0 0,0-1 1 0 0,1 0 0 0 0,-1 1-1 0 0,0-1 1 0 0,1 0 0 0 0,-1 1-1 0 0,1-1 1 0 0,-1 0-1 0 0,1 0 1 0 0,-1 1 0 0 0,1-1-1 0 0,-1 0 1 0 0,1 0-1 0 0,-1 0 1 0 0,0 0 0 0 0,1 0-1 0 0,0 1 1 0 0,0-1 0 0 0,157 10-189 0 0,-50-11-6385 0 0,-87 0 2023 0 0,-2-1-2296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19 2172 0 0,'-3'-2'2866'0'0,"-27"-15"5637"0"0,17 24-5194 0 0,9 3-2631 0 0,1 0 0 0 0,-1 0 1 0 0,1 0-1 0 0,1 1 1 0 0,-2 15-1 0 0,-2 61 583 0 0,5-52-903 0 0,-2 0-260 0 0,-2 109 491 0 0,6-112-1905 0 0,5 32 0 0 0,-5-57 737 0 0,0 0-1 0 0,1 0 1 0 0,0 0 0 0 0,0 0-1 0 0,4 7 1 0 0,-4-10-600 0 0,0 0 0 0 0,0 0 0 0 0,1-1 0 0 0,0 1 0 0 0,4 4 0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7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86 2376 0 0,'5'-20'2789'0'0,"14"-43"5183"0"0,-18 61-7279 0 0,8 20 1964 0 0,-2 26-1305 0 0,-3 1 0 0 0,-1 0 0 0 0,-4 59 0 0 0,0-30-840 0 0,1-66-450 0 0,-5 140 1083 0 0,4-146-843 0 0,12-22-186 0 0,-5 9-127 0 0,1 0 0 0 0,0 1 0 0 0,1 0 0 0 0,0 1 0 0 0,0 0 0 0 0,1 0 0 0 0,0 0 0 0 0,0 1 0 0 0,1 1 0 0 0,1 0 0 0 0,-1 0 0 0 0,14-6 0 0 0,-18 10 0 0 0,-1 1 1 0 0,1 0 0 0 0,-1 0 0 0 0,1 1-1 0 0,0-1 1 0 0,0 1 0 0 0,0 0 0 0 0,-1 1 0 0 0,1 0-1 0 0,0 0 1 0 0,0 0 0 0 0,0 0 0 0 0,0 1-1 0 0,0 0 1 0 0,0 0 0 0 0,-1 1 0 0 0,1-1-1 0 0,0 1 1 0 0,-1 1 0 0 0,1-1 0 0 0,-1 1 0 0 0,0 0-1 0 0,0 0 1 0 0,0 0 0 0 0,0 1 0 0 0,-1 0-1 0 0,6 6 1 0 0,-6-7 62 0 0,-1 0 0 0 0,0 1 0 0 0,0 0 0 0 0,0-1-1 0 0,-1 1 1 0 0,0 0 0 0 0,1 1 0 0 0,-1-1 0 0 0,-1 0 0 0 0,1 0-1 0 0,0 1 1 0 0,-1-1 0 0 0,0 1 0 0 0,0 0 0 0 0,-1-1 0 0 0,1 1 0 0 0,-1 0-1 0 0,0-1 1 0 0,0 1 0 0 0,-1 0 0 0 0,1-1 0 0 0,-1 1 0 0 0,0 0-1 0 0,0-1 1 0 0,-3 6 0 0 0,2-4 72 0 0,-1 0-1 0 0,0-1 1 0 0,0 0-1 0 0,0 1 0 0 0,-1-1 1 0 0,1-1-1 0 0,-1 1 1 0 0,0 0-1 0 0,-1-1 1 0 0,1 0-1 0 0,-1 0 1 0 0,0 0-1 0 0,0-1 0 0 0,0 0 1 0 0,-1 1-1 0 0,1-2 1 0 0,-1 1-1 0 0,1-1 1 0 0,-7 2-1 0 0,-2-1-34 0 0,1 0 0 0 0,-1-1-1 0 0,1 0 1 0 0,-1-2-1 0 0,0 1 1 0 0,0-2 0 0 0,1 1-1 0 0,-1-2 1 0 0,-15-3 0 0 0,18 2-370 0 0,-1 0 0 0 0,1-1-1 0 0,-1 0 1 0 0,-15-9 0 0 0,20 9-415 0 0,0-1 0 0 0,-1 0 0 0 0,1 0-1 0 0,1-1 1 0 0,-1 0 0 0 0,-9-10 0 0 0,14 13 123 0 0,0 0 1 0 0,0 0 0 0 0,0 0 0 0 0,0-1-1 0 0,1 1 1 0 0,-1 0 0 0 0,1-1-1 0 0,0 1 1 0 0,-1-7 0 0 0,1-20-6283 0 0,7 7-190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8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1140 0 0,'14'-24'4187'0'0,"17"-35"4861"0"0,-30 57-8947 0 0,0 1 0 0 0,0 0 0 0 0,0-1 0 0 0,0 1 0 0 0,0 0 0 0 0,0 0 0 0 0,0-1 0 0 0,0 1 0 0 0,0 0 0 0 0,1 0 0 0 0,-1 0 0 0 0,0 0 0 0 0,1 1 0 0 0,-1-1 0 0 0,1 0 0 0 0,-1 0 0 0 0,1 1 0 0 0,-1-1 0 0 0,1 1 0 0 0,-1 0 0 0 0,1-1 0 0 0,-1 1 0 0 0,1 0 0 0 0,0 0 0 0 0,-1 0 0 0 0,1 0 1 0 0,-1 0-1 0 0,1 0 0 0 0,2 1 0 0 0,2 0 9 0 0,-1 0 0 0 0,1 0 0 0 0,0 1 0 0 0,-1 0 1 0 0,1 0-1 0 0,8 5 0 0 0,-10-5-14 0 0,0 0 0 0 0,0 1 1 0 0,-1-1-1 0 0,1 1 0 0 0,0 0 0 0 0,-1 0 0 0 0,0 1 1 0 0,0-1-1 0 0,0 1 0 0 0,0-1 0 0 0,-1 1 0 0 0,1 0 0 0 0,-1 0 1 0 0,0 0-1 0 0,0 0 0 0 0,3 9 0 0 0,-4-6 52 0 0,0-1-1 0 0,0 1 0 0 0,-1-1 1 0 0,0 1-1 0 0,0-1 0 0 0,-1 1 1 0 0,1-1-1 0 0,-2 1 0 0 0,1-1 1 0 0,-4 11-1 0 0,-5 8 322 0 0,-1 0 1 0 0,-2-1-1 0 0,0 0 1 0 0,-25 33-1 0 0,36-55-444 0 0,-7 10 84 0 0,5-7 53 0 0,0 1-1 0 0,0-1 1 0 0,1 0-1 0 0,0 1 1 0 0,0 0-1 0 0,-3 7 1 0 0,23-9-15 0 0,-5-4-211 0 0,1 0 1 0 0,-1-1 0 0 0,0-1 0 0 0,1 0-1 0 0,-1 0 1 0 0,13-5 0 0 0,18-3-978 0 0,102-9-4897 0 0,-47 14-2258 0 0,-52 5 1026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8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1000 0 0,'-50'37'13897'0'0,"42"-30"-11189"0"0,8-7-2671 0 0,0 1-1 0 0,0-1 1 0 0,0 0 0 0 0,0 1 0 0 0,0-1 0 0 0,-1 0 0 0 0,1 1 0 0 0,0-1 0 0 0,0 0 0 0 0,0 1-1 0 0,0-1 1 0 0,0 0 0 0 0,0 1 0 0 0,0-1 0 0 0,0 0 0 0 0,0 1 0 0 0,1-1 0 0 0,-1 0 0 0 0,0 1-1 0 0,0-1 1 0 0,0 0 0 0 0,0 1 0 0 0,0-1 0 0 0,0 0 0 0 0,1 1 0 0 0,16 3 366 0 0,-1-1 1 0 0,1-1-1 0 0,0-1 0 0 0,29 0 1 0 0,70-11-1549 0 0,-69 1-2084 0 0,-18-2-3404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8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 2936 0 0,'-2'-1'2756'0'0,"-23"-5"3792"0"0,10 9-2810 0 0,14-1-3375 0 0,0 0 0 0 0,-1 0 0 0 0,1 0 0 0 0,0 1 0 0 0,0-1 0 0 0,0 0 0 0 0,0 1 0 0 0,1-1-1 0 0,-1 0 1 0 0,0 1 0 0 0,1-1 0 0 0,0 1 0 0 0,0 2 0 0 0,0 41 2583 0 0,1-26-1922 0 0,-8 118 1636 0 0,2 44-4777 0 0,5-172 928 0 0,1-1 0 0 0,0 1 0 0 0,4 12 0 0 0,-5-20 581 0 0,1 1 0 0 0,0-1-1 0 0,0 0 1 0 0,0 1 0 0 0,0-1 0 0 0,0 0 0 0 0,1 1-1 0 0,-1-1 1 0 0,1 0 0 0 0,-1 0 0 0 0,1 0 0 0 0,0-1-1 0 0,0 1 1 0 0,-1 0 0 0 0,1 0 0 0 0,0-1-1 0 0,3 2 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8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84 788 0 0,'16'-59'14085'0'0,"-16"59"-13965"0"0,1-1-1 0 0,-1 0 1 0 0,0 1 0 0 0,1-1 0 0 0,-1 0 0 0 0,0 1-1 0 0,0-1 1 0 0,0 0 0 0 0,0 0 0 0 0,0 1 0 0 0,0-1 0 0 0,0 0-1 0 0,0 0 1 0 0,0 1 0 0 0,0-1 0 0 0,0 0 0 0 0,0 1 0 0 0,-1-1-1 0 0,1 0 1 0 0,0 0 0 0 0,0 1 0 0 0,-1-1 0 0 0,1 0-1 0 0,-1 1 1 0 0,1-1 0 0 0,0 1 0 0 0,-1-1 0 0 0,1 1 0 0 0,-1-1-1 0 0,1 0 1 0 0,-1 1 0 0 0,0 0 0 0 0,1-1 0 0 0,-1 1 0 0 0,1-1-1 0 0,-1 1 1 0 0,0 0 0 0 0,1-1 0 0 0,-1 1 0 0 0,0 0 0 0 0,0 0-1 0 0,1-1 1 0 0,-1 1 0 0 0,0 0 0 0 0,1 0 0 0 0,-1 0-1 0 0,0 0 1 0 0,0 0 0 0 0,1 0 0 0 0,-2 0 0 0 0,-1 1 52 0 0,-1-1-1 0 0,1 1 1 0 0,-1 0 0 0 0,1 0 0 0 0,-1 0 0 0 0,1 0-1 0 0,0 1 1 0 0,-4 1 0 0 0,-1 3 109 0 0,0 0-1 0 0,1 1 1 0 0,0 0 0 0 0,0 0-1 0 0,0 1 1 0 0,1-1-1 0 0,0 1 1 0 0,1 1 0 0 0,-1-1-1 0 0,-4 13 1 0 0,2-4-31 0 0,1 0-1 0 0,1 1 1 0 0,1 0-1 0 0,-6 28 1 0 0,10-40-239 0 0,1-1 0 0 0,-1 1 0 0 0,1 0 0 0 0,0 0 0 0 0,0 0 0 0 0,0 0 1 0 0,1 0-1 0 0,0 0 0 0 0,0-1 0 0 0,0 1 0 0 0,1 0 0 0 0,0-1 0 0 0,0 1 0 0 0,1-1 0 0 0,-1 0 0 0 0,1 1 0 0 0,0-1 0 0 0,1-1 0 0 0,-1 1 0 0 0,1 0 0 0 0,0-1 0 0 0,0 0 1 0 0,9 7-1 0 0,-8-7-391 0 0,0-1-1 0 0,1 0 1 0 0,0 0 0 0 0,-1 0 0 0 0,1-1 0 0 0,0 0 0 0 0,0 0 0 0 0,0-1 0 0 0,0 0 0 0 0,1 0 0 0 0,-1 0 0 0 0,0-1 0 0 0,0 0 0 0 0,11-1 0 0 0,-4 0-1445 0 0,-1-2 1 0 0,1 1-1 0 0,-1-2 0 0 0,0 0 0 0 0,19-8 1 0 0,5-5-6254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42 150 1932 0 0,'-39'-135'16770'0'0,"38"135"-16709"0"0,1-1 0 0 0,0 1 0 0 0,-1-1 0 0 0,1 0-1 0 0,0 1 1 0 0,0-1 0 0 0,0 1 0 0 0,0-1 0 0 0,0 1 0 0 0,-1-1-1 0 0,1 0 1 0 0,0 1 0 0 0,0-1 0 0 0,1 1 0 0 0,-1-1-1 0 0,0 1 1 0 0,0-1 0 0 0,0 0 0 0 0,0 1 0 0 0,0-1 0 0 0,0 1-1 0 0,1-1 1 0 0,9-1 317 0 0,14 13-276 0 0,-22-11-11 0 0,4 4 26 0 0,1 0 0 0 0,-1 1 0 0 0,0-1 1 0 0,0 1-1 0 0,-1 0 0 0 0,1 0 0 0 0,-1 1 0 0 0,0 0 1 0 0,-1 0-1 0 0,1 0 0 0 0,-1 0 0 0 0,-1 1 0 0 0,1 0 0 0 0,-1-1 1 0 0,0 1-1 0 0,0 0 0 0 0,-1 1 0 0 0,0-1 0 0 0,0 0 1 0 0,-1 1-1 0 0,0-1 0 0 0,0 1 0 0 0,-1-1 0 0 0,0 1 0 0 0,0 0 1 0 0,-1-1-1 0 0,0 1 0 0 0,-3 11 0 0 0,-6 14 461 0 0,-2 0 1 0 0,-1-1-1 0 0,-18 30 0 0 0,26-51-473 0 0,-2 0 98 0 0,6-10-169 0 0,0 0-1 0 0,1 0 1 0 0,-1 1-1 0 0,0-1 0 0 0,0 0 1 0 0,1 1-1 0 0,-1-1 1 0 0,1 0-1 0 0,-1 1 1 0 0,1-1-1 0 0,-1 1 0 0 0,1-1 1 0 0,0 1-1 0 0,0-1 1 0 0,0 1-1 0 0,0-1 0 0 0,0 1 1 0 0,0-1-1 0 0,0 0 1 0 0,1 2-1 0 0,-1-2-27 0 0,1-1 0 0 0,0 1 0 0 0,0-1 0 0 0,-1 1 0 0 0,1-1 0 0 0,0 1 0 0 0,0-1 0 0 0,0 0 0 0 0,0 0 0 0 0,-1 1 0 0 0,1-1 0 0 0,0 0 0 0 0,0 0 0 0 0,0 0 0 0 0,0 0 0 0 0,0 0 0 0 0,0 0 0 0 0,0 0 0 0 0,0 0 4 0 0,23-1-816 0 0,-1 0 1 0 0,46-9 0 0 0,1 0-2125 0 0,136 4-9248 0 0,-142 9 4589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9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 2108 0 0,'-150'16'20919'0'0,"196"-11"-19077"0"0,47-4-1091 0 0,49 0-2386 0 0,-49-8-3840 0 0,-40-3-2811 0 0,-30 3 466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9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8 2512 0 0,'-3'-2'1143'0'0,"-1"1"0"0"0,1 0 1 0 0,-1 0-1 0 0,1 0 0 0 0,-1 1 0 0 0,0-1 0 0 0,1 1 0 0 0,-1 0 0 0 0,-7 0 0 0 0,10 1-879 0 0,-1 0 0 0 0,1-1 0 0 0,-1 1-1 0 0,1 0 1 0 0,-1 0 0 0 0,1 0 0 0 0,-1 0 0 0 0,1 0 0 0 0,0 0-1 0 0,0 0 1 0 0,0 0 0 0 0,-1 0 0 0 0,1 1 0 0 0,0-1-1 0 0,0 0 1 0 0,1 1 0 0 0,-1-1 0 0 0,0 1 0 0 0,0-1-1 0 0,1 1 1 0 0,-1 0 0 0 0,1-1 0 0 0,-1 1 0 0 0,1 1 0 0 0,-17 74 5135 0 0,5 40-2772 0 0,0-8-1805 0 0,11-102-804 0 0,-3 18-813 0 0,1 0-1 0 0,1 42 1 0 0,2-58-95 0 0,1-1 0 0 0,1 0 0 0 0,-1 0 0 0 0,1 0 0 0 0,3 8 0 0 0,-3-11-111 0 0,0-1-1 0 0,0 1 1 0 0,1-1-1 0 0,-1 0 1 0 0,1 0-1 0 0,0 0 1 0 0,0 0-1 0 0,0 0 1 0 0,6 4-1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1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403 419 2780 0 0,'4'-7'1092'0'0,"-1"-1"1"0"0,0 0-1 0 0,0 1 0 0 0,0-1 0 0 0,-1-1 0 0 0,0 1 0 0 0,-1 0 1 0 0,0 0-1 0 0,0-15 0 0 0,-1 20-907 0 0,0 0-1 0 0,-1 0 1 0 0,0 0-1 0 0,1 0 1 0 0,-1 0-1 0 0,0 0 1 0 0,0 0-1 0 0,0 0 1 0 0,-1 0-1 0 0,1 0 1 0 0,-1 1 0 0 0,0-1-1 0 0,1 0 1 0 0,-1 1-1 0 0,0 0 1 0 0,-1-1-1 0 0,1 1 1 0 0,0 0-1 0 0,-1 0 1 0 0,1 0 0 0 0,-1 0-1 0 0,1 1 1 0 0,-1-1-1 0 0,0 1 1 0 0,0 0-1 0 0,0-1 1 0 0,0 1-1 0 0,0 0 1 0 0,-3 0-1 0 0,-4-1-72 0 0,1 1 0 0 0,-1 0 0 0 0,1 0 0 0 0,-1 1 0 0 0,0 0 0 0 0,1 1 0 0 0,-1 0 0 0 0,0 1 0 0 0,1 0 0 0 0,0 0 0 0 0,-1 1 0 0 0,1 0 0 0 0,0 1 0 0 0,0 0 0 0 0,1 0 0 0 0,-1 1 0 0 0,1 0 0 0 0,-9 7 0 0 0,0 0 30 0 0,2 2-1 0 0,-1-1 1 0 0,1 2-1 0 0,1 0 1 0 0,1 1-1 0 0,0 0 1 0 0,-15 28-1 0 0,20-30-44 0 0,0 0 0 0 0,1 1 0 0 0,1 0 0 0 0,1 0-1 0 0,0 1 1 0 0,1-1 0 0 0,-4 31 0 0 0,7-40-57 0 0,1-1 0 0 0,0 1 0 0 0,1-1 0 0 0,-1 1 1 0 0,1-1-1 0 0,0 0 0 0 0,0 1 0 0 0,0-1 0 0 0,1 0 0 0 0,0 0 0 0 0,4 9 0 0 0,-3-10-22 0 0,-1-1 0 0 0,1 1 0 0 0,0-1 0 0 0,0 0 0 0 0,0 0 0 0 0,0 0 0 0 0,0-1 0 0 0,1 1 0 0 0,-1-1 0 0 0,1 1 0 0 0,0-1 0 0 0,0 0 0 0 0,0-1 0 0 0,0 1 0 0 0,0-1 0 0 0,8 2 0 0 0,-7-2-65 0 0,0 0 1 0 0,1 0 0 0 0,-1-1 0 0 0,0 0 0 0 0,1 0-1 0 0,-1 0 1 0 0,0-1 0 0 0,0 1 0 0 0,1-1-1 0 0,-1-1 1 0 0,8-2 0 0 0,-4 1-109 0 0,0-2 1 0 0,-1 1-1 0 0,1-1 1 0 0,-1 0-1 0 0,13-12 0 0 0,0-1-273 0 0,-2-2 0 0 0,-1 0-1 0 0,24-34 1 0 0,-24 28 168 0 0,-1-1 0 0 0,-1-1-1 0 0,-1-1 1 0 0,-2 0 0 0 0,16-51 0 0 0,-10 10 254 0 0,14-101 0 0 0,-18 77 779 0 0,-15 93-670 0 0,0 3-61 0 0,8 97 2363 0 0,-2-8-430 0 0,-1-36-1485 0 0,18 114 1022 0 0,-17-137-2566 0 0,16 45-1 0 0,-20-72 373 0 0,0 0 0 0 0,0 0 0 0 0,0 0 0 0 0,1 0-1 0 0,5 6 1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2 185 528 0 0,'0'-33'3881'0'0,"-1"13"-1582"0"0,1 1 0 0 0,1-1-1 0 0,0 0 1 0 0,5-20 0 0 0,-5 38-2176 0 0,-1 1 0 0 0,1-1 1 0 0,-1 0-1 0 0,1 1 0 0 0,0-1 1 0 0,-1 1-1 0 0,1-1 0 0 0,0 1 1 0 0,0-1-1 0 0,0 1 0 0 0,0-1 0 0 0,1 1 1 0 0,-1 0-1 0 0,0 0 0 0 0,1 0 1 0 0,-1 0-1 0 0,0 0 0 0 0,1 0 1 0 0,-1 0-1 0 0,1 0 0 0 0,3-1 0 0 0,-2 1 3 0 0,1 0-1 0 0,-1 1 0 0 0,1-1 1 0 0,0 1-1 0 0,-1 0 0 0 0,1 0 1 0 0,0 0-1 0 0,-1 1 0 0 0,1-1 1 0 0,3 2-1 0 0,6 1 89 0 0,-1 1 0 0 0,1 1 0 0 0,-1 0 0 0 0,22 13 0 0 0,-24-12-114 0 0,-1 1 0 0 0,1 0 0 0 0,-1 0 0 0 0,-1 1-1 0 0,1 0 1 0 0,-1 0 0 0 0,-1 1 0 0 0,1 0 0 0 0,9 16 0 0 0,-14-19 55 0 0,0 0 0 0 0,0 1 0 0 0,-1-1 0 0 0,1 0 0 0 0,-1 1-1 0 0,-1 0 1 0 0,1-1 0 0 0,-1 1 0 0 0,0 0 0 0 0,-1 0 0 0 0,0 0 0 0 0,0 0 0 0 0,0-1 0 0 0,-1 1 0 0 0,0 0 0 0 0,0 0 0 0 0,-4 10 0 0 0,-1-3 274 0 0,0 0 0 0 0,-1 0 0 0 0,0 0 0 0 0,-1-1 0 0 0,-14 18 0 0 0,-57 59 1473 0 0,51-59-1363 0 0,27-30-509 0 0,-1 0 1 0 0,1 0 0 0 0,0 1-1 0 0,0-1 1 0 0,0 0 0 0 0,0 0-1 0 0,0 1 1 0 0,1-1-1 0 0,-1 1 1 0 0,0-1 0 0 0,1 1-1 0 0,-1-1 1 0 0,0 1 0 0 0,1-1-1 0 0,0 1 1 0 0,-1-1 0 0 0,1 1-1 0 0,0 0 1 0 0,0-1-1 0 0,0 3 1 0 0,1-3-18 0 0,0 0 0 0 0,0 0 0 0 0,0 1-1 0 0,0-1 1 0 0,0 0 0 0 0,0 0 0 0 0,0 0 0 0 0,0 0-1 0 0,0 0 1 0 0,0 0 0 0 0,1 0 0 0 0,-1-1 0 0 0,0 1-1 0 0,1 0 1 0 0,-1-1 0 0 0,1 1 0 0 0,-1-1 0 0 0,1 1 0 0 0,-1-1-1 0 0,1 0 1 0 0,-1 1 0 0 0,4-1 0 0 0,21 4 5 0 0,0-2 1 0 0,0 0 0 0 0,31-3-1 0 0,81-12-1893 0 0,-32 2-815 0 0,-104 11 2621 0 0,118-9-5167 0 0,-41 1-4622 0 0,-50 5 1111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309 223 2580 0 0,'12'-15'14527'0'0,"-13"14"-14411"0"0,0 1 0 0 0,0-1 0 0 0,-1 0-1 0 0,1 1 1 0 0,0-1 0 0 0,-1 1 0 0 0,1-1 0 0 0,-1 1 0 0 0,1-1 0 0 0,0 1-1 0 0,-1 0 1 0 0,1 0 0 0 0,-1 0 0 0 0,1 0 0 0 0,-1 0 0 0 0,1 0 0 0 0,-1 0 0 0 0,1 1-1 0 0,0-1 1 0 0,-1 0 0 0 0,1 1 0 0 0,-1-1 0 0 0,1 1 0 0 0,-3 1 0 0 0,-38 18 645 0 0,39-18-618 0 0,-16 9-8 0 0,1 1 0 0 0,0 1 0 0 0,1 1-1 0 0,1 1 1 0 0,0 0 0 0 0,1 1 0 0 0,1 0 0 0 0,0 1 0 0 0,1 1 0 0 0,1 0 0 0 0,1 1-1 0 0,1 0 1 0 0,0 1 0 0 0,1 0 0 0 0,1 1 0 0 0,-7 29 0 0 0,14-43-111 0 0,0 0 1 0 0,0 0 0 0 0,1 0-1 0 0,-1 0 1 0 0,1 0-1 0 0,1 0 1 0 0,0 0 0 0 0,0 0-1 0 0,0 0 1 0 0,1 0 0 0 0,-1 0-1 0 0,2-1 1 0 0,-1 1-1 0 0,1-1 1 0 0,0 1 0 0 0,0-1-1 0 0,1 0 1 0 0,7 9-1 0 0,-5-7-2 0 0,1-1 0 0 0,0 0-1 0 0,1 0 1 0 0,0-1 0 0 0,0 0-1 0 0,0 0 1 0 0,1-1-1 0 0,0 0 1 0 0,0-1 0 0 0,0 0-1 0 0,0 0 1 0 0,15 3 0 0 0,12 1 16 0 0,-1-2 1 0 0,2-1 0 0 0,-1-2 0 0 0,0-2 0 0 0,1-1-1 0 0,-1-2 1 0 0,0-1 0 0 0,0-2 0 0 0,65-18 0 0 0,-85 19-16 0 0,1-1 0 0 0,-2-1 0 0 0,1-1 1 0 0,-1 0-1 0 0,0-1 0 0 0,0 0 0 0 0,-1-2 1 0 0,0 1-1 0 0,0-2 0 0 0,22-22 0 0 0,-28 23-25 0 0,0 1 1 0 0,-1-1-1 0 0,0 0 0 0 0,-1-1 0 0 0,0 1 0 0 0,-1-1 0 0 0,0 0 0 0 0,0-1 1 0 0,-1 1-1 0 0,-1-1 0 0 0,0 0 0 0 0,-1 0 0 0 0,0 0 0 0 0,0 0 0 0 0,-1-22 1 0 0,-3 12-5 0 0,0 1 0 0 0,-2 0 1 0 0,0 0-1 0 0,-1 0 0 0 0,-1 1 1 0 0,-1-1-1 0 0,-1 1 0 0 0,0 1 1 0 0,-2 0-1 0 0,0 0 0 0 0,-1 1 1 0 0,-22-28-1 0 0,23 33-155 0 0,-1 1-1 0 0,0 0 0 0 0,-1 0 1 0 0,0 1-1 0 0,0 1 1 0 0,-1 0-1 0 0,-1 1 0 0 0,0 0 1 0 0,0 1-1 0 0,-1 0 1 0 0,0 1-1 0 0,0 1 0 0 0,0 1 1 0 0,-1 0-1 0 0,0 1 1 0 0,0 0-1 0 0,-17-1 0 0 0,26 5-214 0 0,-1 0 0 0 0,0 0 0 0 0,1 1 1 0 0,0-1-1 0 0,-1 2 0 0 0,1-1 0 0 0,-1 1 0 0 0,1 0 0 0 0,0 1 0 0 0,-12 5 0 0 0,14-5-392 0 0,1 0 1 0 0,0-1-1 0 0,0 2 0 0 0,0-1 0 0 0,0 0 1 0 0,0 1-1 0 0,0 0 0 0 0,1 0 0 0 0,0 0 1 0 0,-4 5-1 0 0,-2 8-5829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1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146 300 1648 0 0,'7'-10'1891'0'0,"-1"1"0"0"0,0-1 0 0 0,-1 0 0 0 0,0 0-1 0 0,-1 0 1 0 0,6-18 0 0 0,-8 18-343 0 0,0 1 200 0 0,-11 13-1333 0 0,-1 5-154 0 0,1 0-1 0 0,0 1 1 0 0,1 0 0 0 0,-14 21-1 0 0,-24 49 671 0 0,29-47-620 0 0,0 1 0 0 0,-12 41 1 0 0,25-63-211 0 0,1 0 1 0 0,0 0-1 0 0,0 0 1 0 0,2 0-1 0 0,-1 0 1 0 0,2 0-1 0 0,-1 1 1 0 0,2-1-1 0 0,0 0 1 0 0,4 21-1 0 0,-4-27-15 0 0,1 0-1 0 0,0 0 0 0 0,1-1 0 0 0,-1 1 0 0 0,1-1 0 0 0,0 0 0 0 0,0 0 0 0 0,1 0 1 0 0,0 0-1 0 0,0 0 0 0 0,0-1 0 0 0,7 6 0 0 0,-4-4 5 0 0,1-1-1 0 0,0 0 0 0 0,0 0 1 0 0,0-1-1 0 0,0 0 1 0 0,1-1-1 0 0,13 5 1 0 0,-3-4 3 0 0,0 0 0 0 0,0-2-1 0 0,0 0 1 0 0,0-1 0 0 0,0-1 0 0 0,0 0 0 0 0,26-5 0 0 0,-25 0-38 0 0,-1 1 0 0 0,0-2 0 0 0,0-1 1 0 0,0 0-1 0 0,-1-2 0 0 0,0 0 0 0 0,-1 0 0 0 0,0-2 0 0 0,0 0 0 0 0,-1-1 1 0 0,-1-1-1 0 0,0 0 0 0 0,-1-1 0 0 0,0-1 0 0 0,-1 0 0 0 0,13-19 1 0 0,-9 8-57 0 0,-1 0 1 0 0,0-1-1 0 0,-2 0 1 0 0,-2-1-1 0 0,0-1 1 0 0,-2 0-1 0 0,-1-1 1 0 0,-1 0-1 0 0,6-56 1 0 0,-13 75-33 0 0,0-1 0 0 0,-1 1 0 0 0,0 0 0 0 0,-1 0 0 0 0,0 0 0 0 0,-1 0 1 0 0,0 0-1 0 0,-1 0 0 0 0,0 0 0 0 0,-1 1 0 0 0,-8-18 0 0 0,9 22-85 0 0,-1 0-1 0 0,0 1 1 0 0,0-1 0 0 0,0 1-1 0 0,-1 0 1 0 0,0 0-1 0 0,0 1 1 0 0,0-1 0 0 0,0 1-1 0 0,-1 0 1 0 0,0 0-1 0 0,0 1 1 0 0,0 0 0 0 0,0 0-1 0 0,0 0 1 0 0,-1 1-1 0 0,1 0 1 0 0,-1 0 0 0 0,1 0-1 0 0,-10 0 1 0 0,1 1-347 0 0,1 0 1 0 0,-1 1 0 0 0,1 1-1 0 0,-1 1 1 0 0,1 0 0 0 0,-1 0-1 0 0,1 1 1 0 0,0 1 0 0 0,0 1-1 0 0,-25 12 1 0 0,-4 5-2669 0 0,1 2 0 0 0,-38 29-1 0 0,22-10-3451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3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393 158 480 0 0,'2'-7'1319'0'0,"-1"1"-1"0"0,0-1 1 0 0,-1 0 0 0 0,1 0-1 0 0,-1 1 1 0 0,-1-10 0 0 0,0 10-793 0 0,0 0-1 0 0,-1 0 1 0 0,1 0 0 0 0,-1 0 0 0 0,0 0 0 0 0,-1 1-1 0 0,-3-7 1 0 0,4 9-432 0 0,0-1-1 0 0,0 1 0 0 0,-1 0 1 0 0,1-1-1 0 0,-1 1 0 0 0,0 0 1 0 0,0 1-1 0 0,0-1 1 0 0,0 1-1 0 0,0-1 0 0 0,-1 1 1 0 0,1 0-1 0 0,-1 0 0 0 0,0 0 1 0 0,1 1-1 0 0,-1-1 0 0 0,0 1 1 0 0,0 0-1 0 0,0 0 1 0 0,0 0-1 0 0,0 1 0 0 0,0-1 1 0 0,0 1-1 0 0,0 0 0 0 0,-6 1 1 0 0,-2 1-60 0 0,1 0 1 0 0,0 1-1 0 0,-1 0 1 0 0,1 1-1 0 0,1 1 1 0 0,-1-1-1 0 0,1 2 1 0 0,-1-1-1 0 0,1 1 1 0 0,1 1-1 0 0,-1 0 1 0 0,1 0-1 0 0,-14 16 1 0 0,7-6-34 0 0,1 0 0 0 0,1 1 0 0 0,0 1-1 0 0,2 0 1 0 0,0 1 0 0 0,-10 23 0 0 0,19-35 3 0 0,-1 1-1 0 0,1 0 1 0 0,1 0 0 0 0,-1 0-1 0 0,1 0 1 0 0,1 0-1 0 0,0 0 1 0 0,0 0 0 0 0,1 0-1 0 0,0 1 1 0 0,3 15-1 0 0,-3-20 8 0 0,2-1 0 0 0,-1 1 0 0 0,0-1 0 0 0,1 1-1 0 0,0-1 1 0 0,0 0 0 0 0,0 0 0 0 0,0 0-1 0 0,1 0 1 0 0,0 0 0 0 0,0 0 0 0 0,0-1 0 0 0,0 1-1 0 0,0-1 1 0 0,1 0 0 0 0,-1 0 0 0 0,1 0-1 0 0,0-1 1 0 0,0 1 0 0 0,0-1 0 0 0,0 0-1 0 0,0 0 1 0 0,1 0 0 0 0,-1-1 0 0 0,5 2 0 0 0,1-1 4 0 0,-1 0 1 0 0,1-1 0 0 0,-1 0 0 0 0,1 0 0 0 0,0-1 0 0 0,-1 0-1 0 0,1-1 1 0 0,0 0 0 0 0,-1 0 0 0 0,1-1 0 0 0,-1-1 0 0 0,0 1-1 0 0,0-1 1 0 0,0-1 0 0 0,0 0 0 0 0,0 0 0 0 0,-1-1 0 0 0,1 0-1 0 0,-1 0 1 0 0,9-9 0 0 0,-4 3-2 0 0,0-2 0 0 0,-1 1 0 0 0,-1-1 0 0 0,0-1 0 0 0,0 0 1 0 0,-2-1-1 0 0,0 0 0 0 0,0 0 0 0 0,-2-1 0 0 0,9-22 0 0 0,22-90 149 0 0,-25 83-28 0 0,-12 42-153 0 0,0 8-2 0 0,-3 19-18 0 0,-4 33 4 0 0,2-20 63 0 0,1 55-1 0 0,4-79-140 0 0,-1-1 0 0 0,2 1-1 0 0,0-1 1 0 0,0 0 0 0 0,1 0-1 0 0,1 0 1 0 0,0 0 0 0 0,7 15 0 0 0,-8-22-326 0 0,0-1 0 0 0,0 1 0 0 0,1 0 0 0 0,-1-1 0 0 0,1 0 0 0 0,0 1 0 0 0,6 3 0 0 0,-7-5-323 0 0,0-1 0 0 0,0-1 0 0 0,0 1 0 0 0,1 0 0 0 0,-1-1 0 0 0,0 1 0 0 0,7 1 0 0 0,5-1-4123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3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38 216 2276 0 0,'-6'-43'2954'0'0,"2"26"-1821"0"0,2-1 0 0 0,0 1 0 0 0,1-1 0 0 0,1 1 0 0 0,3-33 0 0 0,-3 48-1078 0 0,1 0-1 0 0,-1 0 1 0 0,0 1 0 0 0,1-1 0 0 0,0 0 0 0 0,-1 0 0 0 0,1 0 0 0 0,0 1 0 0 0,0-1-1 0 0,0 0 1 0 0,0 1 0 0 0,0-1 0 0 0,1 1 0 0 0,-1-1 0 0 0,0 1 0 0 0,1-1-1 0 0,1 0 1 0 0,-1 1-19 0 0,-1 0 0 0 0,0 1-1 0 0,1-1 1 0 0,-1 1-1 0 0,1-1 1 0 0,-1 1 0 0 0,1 0-1 0 0,-1 0 1 0 0,1 0-1 0 0,-1-1 1 0 0,1 2 0 0 0,-1-1-1 0 0,1 0 1 0 0,-1 0-1 0 0,1 0 1 0 0,-1 1 0 0 0,3 0-1 0 0,0 0 50 0 0,-1 1-1 0 0,1 0 0 0 0,-1 0 1 0 0,1 0-1 0 0,-1 0 1 0 0,0 0-1 0 0,0 1 0 0 0,0-1 1 0 0,0 1-1 0 0,0 0 1 0 0,-1 0-1 0 0,1 0 0 0 0,-1 0 1 0 0,0 1-1 0 0,4 5 1 0 0,-4-1 110 0 0,0-1 0 0 0,0 1-1 0 0,0-1 1 0 0,-1 1 0 0 0,0-1 0 0 0,-1 1 0 0 0,1 0 0 0 0,-2-1 0 0 0,1 1 0 0 0,-1 0 0 0 0,0-1 0 0 0,0 1-1 0 0,-1-1 1 0 0,0 1 0 0 0,-1-1 0 0 0,0 0 0 0 0,-5 11 0 0 0,-7 10 271 0 0,-1-1 1 0 0,-36 47-1 0 0,47-67-424 0 0,2-4 17 0 0,0 0 0 0 0,0 1 1 0 0,0-1-1 0 0,1 1 0 0 0,-1 0 1 0 0,1 0-1 0 0,0 0 1 0 0,-2 4-1 0 0,5-7-51 0 0,-1-1 1 0 0,1 0-1 0 0,0 1 0 0 0,-1-1 1 0 0,1 0-1 0 0,0 1 1 0 0,0-1-1 0 0,-1 0 0 0 0,1 0 1 0 0,0 1-1 0 0,0-1 1 0 0,-1 0-1 0 0,1 0 0 0 0,0 0 1 0 0,0 0-1 0 0,-1 0 1 0 0,1 0-1 0 0,0 0 0 0 0,0-1 1 0 0,1 1-1 0 0,17-3 15 0 0,-19 3-20 0 0,140-27-10 0 0,-24 4-2614 0 0,120-8 0 0 0,-135 24-4049 0 0,-53 5 301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13 268 0 0,'-160'51'24544'0'0,"161"-51"-24247"0"0,9 4-40 0 0,8-4-104 0 0,1 0 0 0 0,-1-1 0 0 0,26-5 0 0 0,-3 0-92 0 0,-28 5-258 0 0,134-19-3507 0 0,-121 14-2455 0 0,42-13 0 0 0,-47 11-1257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3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48 1556 0 0,'-53'-46'10617'0'0,"51"45"-10078"0"0,2 1-475 0 0,-1 0 0 0 0,0 0 0 0 0,0 0-1 0 0,0 0 1 0 0,0 0 0 0 0,1 0-1 0 0,-1 0 1 0 0,0 0 0 0 0,0 0-1 0 0,0 1 1 0 0,1-1 0 0 0,-1 0-1 0 0,0 1 1 0 0,0-1 0 0 0,1 0-1 0 0,-1 1 1 0 0,-1 0 0 0 0,-1 6 141 0 0,0 1 1 0 0,0-1 0 0 0,0 1 0 0 0,1-1-1 0 0,0 1 1 0 0,1-1 0 0 0,-1 9 0 0 0,-3 64 714 0 0,4-55-714 0 0,-5 84 207 0 0,-1 18-1010 0 0,10 136 1 0 0,3-213-2079 0 0,4-17-2364 0 0,-1-11-694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2864 0 0,'41'-187'12887'0'0,"-41"187"-12870"0"0,0 0 0 0 0,0 0 0 0 0,0 0-1 0 0,-1 0 1 0 0,1-1 0 0 0,0 1 0 0 0,0 0-1 0 0,0 0 1 0 0,0 0 0 0 0,0 0-1 0 0,0 0 1 0 0,0 0 0 0 0,0 0 0 0 0,0 0-1 0 0,0-1 1 0 0,0 1 0 0 0,0 0-1 0 0,0 0 1 0 0,0 0 0 0 0,0 0 0 0 0,0 0-1 0 0,0 0 1 0 0,0 0 0 0 0,0-1 0 0 0,0 1-1 0 0,0 0 1 0 0,0 0 0 0 0,0 0-1 0 0,0 0 1 0 0,0 0 0 0 0,1 0 0 0 0,-1 0-1 0 0,0 0 1 0 0,0-1 0 0 0,0 1-1 0 0,0 0 1 0 0,0 0 0 0 0,0 0 0 0 0,0 0-1 0 0,0 0 1 0 0,0 0 0 0 0,0 0 0 0 0,1 0-1 0 0,-1 0 1 0 0,0 0 0 0 0,0 0-1 0 0,0 0 1 0 0,0 0 0 0 0,0 0 0 0 0,0 0-1 0 0,0 0 1 0 0,0 0 0 0 0,1 0-1 0 0,-1 0 1 0 0,0 0 0 0 0,0 0 0 0 0,0 0-1 0 0,0 0 1 0 0,0 0 0 0 0,0 0 0 0 0,0 0-1 0 0,1 0 1 0 0,-1 0 0 0 0,0 0-1 0 0,0 0 1 0 0,0 0 0 0 0,0 0 0 0 0,4 11 476 0 0,1 17 149 0 0,-1 101 1369 0 0,-17 185 0 0 0,4-173-1508 0 0,5-89 371 0 0,4-50-443 0 0,2-18-226 0 0,0 2-192 0 0,1 0-1 0 0,0 0 1 0 0,1 0 0 0 0,1 0-1 0 0,0 1 1 0 0,1 0 0 0 0,0 0 0 0 0,1 0-1 0 0,0 1 1 0 0,1 0 0 0 0,1 0-1 0 0,0 1 1 0 0,17-17 0 0 0,-19 22-25 0 0,-1 1 0 0 0,1 0 0 0 0,0 0 0 0 0,1 0 0 0 0,-1 1 0 0 0,1 0 0 0 0,0 0 0 0 0,0 1 1 0 0,0 0-1 0 0,12-3 0 0 0,-13 5 1 0 0,0 0 0 0 0,0 0 0 0 0,0 1 0 0 0,0 0 0 0 0,0 0-1 0 0,0 1 1 0 0,0 0 0 0 0,-1 0 0 0 0,1 1 0 0 0,0 0 0 0 0,0 0 0 0 0,-1 0 0 0 0,1 1 0 0 0,6 3 0 0 0,-7-2 46 0 0,1 0 0 0 0,-1 1 0 0 0,0 0 0 0 0,0 0 0 0 0,0 0 0 0 0,0 0 0 0 0,-1 1 0 0 0,0 0 0 0 0,-1 0 0 0 0,1 1 0 0 0,-1-1 0 0 0,0 1 0 0 0,-1 0 0 0 0,1 0 0 0 0,-1 0 0 0 0,-1 0 0 0 0,1 1 0 0 0,-1-1 0 0 0,-1 1 0 0 0,1 0 0 0 0,-1-1 0 0 0,-1 1-1 0 0,0 0 1 0 0,0 0 0 0 0,-1 12 0 0 0,0-12 170 0 0,0 1 0 0 0,-1 0 0 0 0,0-1 0 0 0,0 1 0 0 0,-1-1-1 0 0,0 0 1 0 0,0 0 0 0 0,-1 0 0 0 0,0 0 0 0 0,0-1 0 0 0,-1 1-1 0 0,0-1 1 0 0,0 0 0 0 0,-1-1 0 0 0,0 1 0 0 0,0-1 0 0 0,0 0 0 0 0,-1-1-1 0 0,0 1 1 0 0,0-1 0 0 0,-1-1 0 0 0,-13 7 0 0 0,8-6-27 0 0,-1-1 1 0 0,0 0 0 0 0,0-1 0 0 0,-1-1-1 0 0,1 0 1 0 0,0-1 0 0 0,-1 0 0 0 0,1-1-1 0 0,-24-4 1 0 0,30 3-254 0 0,-1-1 1 0 0,1 0-1 0 0,-1 0 0 0 0,1-1 0 0 0,0 0 1 0 0,0-1-1 0 0,-13-7 0 0 0,17 8-223 0 0,0 0 0 0 0,-1 0 0 0 0,1-1 0 0 0,1 1 0 0 0,-1-1 0 0 0,0 0 1 0 0,1 0-1 0 0,0 0 0 0 0,0-1 0 0 0,0 1 0 0 0,1-1 0 0 0,-1 0 0 0 0,-1-6 0 0 0,2 4-362 0 0,0 1 0 0 0,1 0 0 0 0,0 0 0 0 0,1 0 0 0 0,-1-1 0 0 0,1 1 0 0 0,0 0 0 0 0,1 0 0 0 0,1-10 0 0 0,2-1-2335 0 0,0 0 1 0 0,8-18 0 0 0,3-4-5598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4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1 127 652 0 0,'13'-79'14155'0'0,"-7"50"-10619"0"0,-5 28-3473 0 0,-1 0 1 0 0,1 0-1 0 0,0-1 1 0 0,-1 1-1 0 0,1 0 0 0 0,0 0 1 0 0,0 0-1 0 0,0 0 1 0 0,0 0-1 0 0,0 1 0 0 0,0-1 1 0 0,0 0-1 0 0,0 0 1 0 0,0 1-1 0 0,0-1 0 0 0,0 0 1 0 0,1 1-1 0 0,-1-1 0 0 0,0 1 1 0 0,0 0-1 0 0,1-1 1 0 0,-1 1-1 0 0,0 0 0 0 0,0 0 1 0 0,1 0-1 0 0,-1 0 1 0 0,0 0-1 0 0,3 0 0 0 0,3 0 1 0 0,1 1 0 0 0,-1 0-1 0 0,13 3 1 0 0,-12-3-39 0 0,0 1 1 0 0,0 1-1 0 0,-1 0 1 0 0,0 0-1 0 0,1 0 1 0 0,-1 1 0 0 0,13 8-1 0 0,-18-10 36 0 0,-1 0 1 0 0,1-1-1 0 0,0 1 0 0 0,0 0 1 0 0,-1 0-1 0 0,1 0 0 0 0,-1 0 1 0 0,0 1-1 0 0,0-1 0 0 0,0 0 0 0 0,0 0 1 0 0,0 1-1 0 0,0-1 0 0 0,0 0 1 0 0,-1 1-1 0 0,1-1 0 0 0,-1 1 1 0 0,0-1-1 0 0,0 1 0 0 0,0-1 1 0 0,0 1-1 0 0,0-1 0 0 0,0 1 1 0 0,-1-1-1 0 0,1 1 0 0 0,-1-1 0 0 0,0 1 1 0 0,-1 3-1 0 0,-2 4 332 0 0,-1-2 0 0 0,0 1 0 0 0,0 0 0 0 0,0-1 0 0 0,-13 14-1 0 0,-37 35 1274 0 0,35-37-622 0 0,9-8 157 0 0,12-7-529 0 0,22-8-296 0 0,-19 2-373 0 0,301-72-3503 0 0,-205 43-2056 0 0,0-2-4407 0 0,-70 22 1649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7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47 261 108 0 0,'-8'-13'3664'0'0,"2"-1"0"0"0,0 0 1 0 0,1-1-1 0 0,-6-20 0 0 0,5 20-888 0 0,1 2-1610 0 0,6 13-1157 0 0,-1-1 1 0 0,0 1-1 0 0,0-1 1 0 0,0 1-1 0 0,1-1 1 0 0,-1 1-1 0 0,0-1 1 0 0,0 1-1 0 0,1 0 1 0 0,-1-1-1 0 0,0 1 1 0 0,1 0-1 0 0,-1-1 1 0 0,1 1-1 0 0,-1 0 1 0 0,0-1-1 0 0,1 1 1 0 0,-1 0-1 0 0,1 0 1 0 0,-1-1-1 0 0,1 1 0 0 0,-1 0 1 0 0,0 0-1 0 0,1 0 1 0 0,-1 0-1 0 0,1 0 1 0 0,-1 0-1 0 0,1 0 1 0 0,0 0-1 0 0,26-6-75 0 0,207-44 460 0 0,-79 8-4759 0 0,-112 24 272 0 0,-18 0-3011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37 2700 0 0,'-7'-6'2338'0'0,"-1"0"-1"0"0,0 1 0 0 0,0 0 1 0 0,0 1-1 0 0,-15-7 0 0 0,22 11-2296 0 0,1 0-1 0 0,-1 0 0 0 0,1 0 1 0 0,-1 0-1 0 0,1 0 1 0 0,-1 1-1 0 0,1-1 1 0 0,-1 0-1 0 0,1 0 0 0 0,0 0 1 0 0,-1 0-1 0 0,1 1 1 0 0,-1-1-1 0 0,1 0 0 0 0,-1 0 1 0 0,1 1-1 0 0,0-1 1 0 0,-1 0-1 0 0,1 1 0 0 0,0-1 1 0 0,-1 1-1 0 0,1-1 1 0 0,0 0-1 0 0,0 1 1 0 0,-1-1-1 0 0,1 1 0 0 0,0-1 1 0 0,0 0-1 0 0,0 1 1 0 0,-1 0-1 0 0,-4 15 884 0 0,5-14-761 0 0,-9 37 682 0 0,2-1 1 0 0,1 2 0 0 0,0 42 0 0 0,10 118-296 0 0,-2-181-816 0 0,0-1 0 0 0,6 24 0 0 0,-6-34-299 0 0,0-1 0 0 0,1 1-1 0 0,0 0 1 0 0,0-1 0 0 0,1 0 0 0 0,0 0-1 0 0,8 11 1 0 0,-11-16-67 0 0,1 0-1 0 0,0 0 1 0 0,-1-1 0 0 0,1 1-1 0 0,0-1 1 0 0,0 0 0 0 0,0 1-1 0 0,0-1 1 0 0,0 0 0 0 0,1 0-1 0 0,3 1 1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7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92 996 0 0,'49'-91'15477'0'0,"-66"102"-13360"0"0,1 9-1157 0 0,0 0 0 0 0,1 1 0 0 0,1 1-1 0 0,1 0 1 0 0,-18 42 0 0 0,23-46-739 0 0,1 1 1 0 0,0-1-1 0 0,1 2 1 0 0,1-1-1 0 0,1 1 0 0 0,1 0 1 0 0,-1 31-1 0 0,4-44-174 0 0,0 0 1 0 0,1-1-1 0 0,0 1 0 0 0,0-1 0 0 0,0 0 1 0 0,1 1-1 0 0,0-1 0 0 0,0 0 0 0 0,1 0 0 0 0,0 0 1 0 0,6 9-1 0 0,-6-11-27 0 0,1 0 1 0 0,0 1-1 0 0,0-2 1 0 0,0 1-1 0 0,0 0 1 0 0,1-1-1 0 0,-1 0 1 0 0,1 0-1 0 0,0 0 1 0 0,0-1-1 0 0,0 1 1 0 0,0-1-1 0 0,1 0 1 0 0,-1-1-1 0 0,9 2 0 0 0,0 0-403 0 0,-1-2 0 0 0,1 1 0 0 0,-1-2 0 0 0,1 0-1 0 0,-1 0 1 0 0,1-1 0 0 0,-1-1 0 0 0,1 0 0 0 0,-1-1-1 0 0,15-5 1 0 0,-9 1-1355 0 0,-1-1-1 0 0,0-1 1 0 0,0 0-1 0 0,-1-1 1 0 0,0-1-1 0 0,20-17 1 0 0,3-6-6488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8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132 165 1704 0 0,'-105'-150'15046'0'0,"105"149"-15024"0"0,-1 1 1 0 0,1 0-1 0 0,0 0 1 0 0,0-1 0 0 0,-1 1-1 0 0,1 0 1 0 0,0-1 0 0 0,0 1-1 0 0,0 0 1 0 0,0-1 0 0 0,0 1-1 0 0,0-1 1 0 0,-1 1-1 0 0,1 0 1 0 0,0-1 0 0 0,0 1-1 0 0,0 0 1 0 0,0-1 0 0 0,0 1-1 0 0,1-1 1 0 0,-1 1 0 0 0,0 0-1 0 0,0-1 1 0 0,0 1-1 0 0,0 0 1 0 0,0-1 0 0 0,0 1-1 0 0,1-1 1 0 0,-1 1 0 0 0,0 0-1 0 0,0 0 1 0 0,0-1 0 0 0,1 1-1 0 0,-1 0 1 0 0,0-1-1 0 0,0 1 1 0 0,1 0 0 0 0,-1 0-1 0 0,0-1 1 0 0,1 1 0 0 0,-1 0-1 0 0,0 0 1 0 0,1 0 0 0 0,-1 0-1 0 0,0-1 1 0 0,1 1-1 0 0,-1 0 1 0 0,1 0 0 0 0,-1 0-1 0 0,0 0 1 0 0,1 0 0 0 0,-1 0-1 0 0,0 0 1 0 0,1 0 0 0 0,-1 0-1 0 0,1 0 1 0 0,-1 0-1 0 0,0 0 1 0 0,1 1 0 0 0,23-1 310 0 0,-18 1-279 0 0,0 0 1 0 0,0 1-1 0 0,-1-1 0 0 0,1 1 1 0 0,0 0-1 0 0,-1 1 0 0 0,1-1 1 0 0,-1 1-1 0 0,0 0 1 0 0,0 0-1 0 0,0 1 0 0 0,0 0 1 0 0,-1 0-1 0 0,1 0 0 0 0,-1 0 1 0 0,0 1-1 0 0,0-1 0 0 0,-1 1 1 0 0,1 0-1 0 0,-1 0 0 0 0,0 0 1 0 0,2 6-1 0 0,-2-4 145 0 0,-1 1-1 0 0,0-1 1 0 0,0 0-1 0 0,-1 1 1 0 0,1 0-1 0 0,-2-1 1 0 0,1 1-1 0 0,-1-1 1 0 0,0 1-1 0 0,-1 0 1 0 0,0-1-1 0 0,0 1 0 0 0,0-1 1 0 0,-1 1-1 0 0,0-1 1 0 0,-6 12-1 0 0,-12 19 567 0 0,-1-2 0 0 0,-3 0 0 0 0,0-2 0 0 0,-45 49 0 0 0,68-83-751 0 0,0 1 1 0 0,1-1 0 0 0,-1 1-1 0 0,0 0 1 0 0,1-1 0 0 0,-1 1-1 0 0,1 0 1 0 0,-1 0 0 0 0,1-1-1 0 0,0 1 1 0 0,-1 0 0 0 0,1 0-1 0 0,0 0 1 0 0,-1 0-1 0 0,1-1 1 0 0,0 1 0 0 0,0 0-1 0 0,0 0 1 0 0,0 0 0 0 0,0 0-1 0 0,0 0 1 0 0,0 0 0 0 0,0-1-1 0 0,0 1 1 0 0,1 2 0 0 0,-1-2-4 0 0,1 0 0 0 0,0 0 0 0 0,0 0 0 0 0,0 0 1 0 0,0 0-1 0 0,0-1 0 0 0,0 1 0 0 0,0 0 1 0 0,0 0-1 0 0,0-1 0 0 0,0 1 0 0 0,1-1 0 0 0,-1 1 1 0 0,0-1-1 0 0,3 1 0 0 0,7 1-27 0 0,0 0-1 0 0,0-1 1 0 0,15 0 0 0 0,-21 0-21 0 0,139-1-4114 0 0,-56 0-517 0 0,-1 2-3319 0 0,-37 1-151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8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53 1576 0 0,'-35'4'4792'0'0,"-2"1"2841"0"0,-42 11-1 0 0,77-16-7163 0 0,156-5 1339 0 0,-87-1-1690 0 0,69-9-2126 0 0,-114 11-1186 0 0,42-14-1 0 0,-26 0-3988 0 0,-22 6 1139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8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42 3096 0 0,'-46'-39'13237'0'0,"45"39"-13106"0"0,0-1 1 0 0,1 1-1 0 0,-1 0 1 0 0,0-1-1 0 0,0 1 1 0 0,1 0-1 0 0,-1 0 1 0 0,0 0-1 0 0,0 0 1 0 0,0 0-1 0 0,0 0 1 0 0,1 0-1 0 0,-1 0 1 0 0,-1 0-1 0 0,-1 6 313 0 0,0 0-1 0 0,1 0 1 0 0,0 0 0 0 0,0 0-1 0 0,0 1 1 0 0,1-1-1 0 0,0 0 1 0 0,0 1 0 0 0,1-1-1 0 0,0 10 1 0 0,-2 15 707 0 0,-13 185 1694 0 0,11-117-2422 0 0,1-61-298 0 0,-1 53-1072 0 0,5-79-180 0 0,-1 0 0 0 0,2 0 0 0 0,-1 0 0 0 0,2-1 0 0 0,4 18 1 0 0,-6-27 311 0 0,0 1 0 0 0,1-1 0 0 0,-1 1 1 0 0,0-1-1 0 0,1 0 0 0 0,-1 1 1 0 0,1-1-1 0 0,0 0 0 0 0,0 0 1 0 0,4 4-1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9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397 502 2380 0 0,'2'-11'1517'0'0,"-2"-1"-1"0"0,0 1 1 0 0,0-1-1 0 0,-1 1 1 0 0,0 0 0 0 0,-3-12-1 0 0,3 20-1343 0 0,0 1 0 0 0,1-1 0 0 0,-1 1 0 0 0,0-1 0 0 0,-1 1-1 0 0,1 0 1 0 0,0-1 0 0 0,-1 1 0 0 0,1 0 0 0 0,-1 0 0 0 0,0 0 0 0 0,1 0 0 0 0,-1 0 0 0 0,0 0 0 0 0,0 1-1 0 0,0-1 1 0 0,-1 1 0 0 0,1-1 0 0 0,0 1 0 0 0,-1 0 0 0 0,1 0 0 0 0,0 0 0 0 0,-1 0 0 0 0,1 0 0 0 0,-1 1-1 0 0,0-1 1 0 0,1 1 0 0 0,-1-1 0 0 0,1 1 0 0 0,-1 0 0 0 0,0 0 0 0 0,-2 1 0 0 0,-4 0-4 0 0,0 0 0 0 0,1 1 0 0 0,-1 0 1 0 0,1 0-1 0 0,-1 1 0 0 0,1 1 0 0 0,0-1 1 0 0,0 1-1 0 0,0 0 0 0 0,-10 8 0 0 0,1 1 64 0 0,0 1 0 0 0,0 0 0 0 0,-14 18 0 0 0,15-15-107 0 0,2 0-1 0 0,0 1 1 0 0,1 0-1 0 0,1 2 1 0 0,1-1-1 0 0,0 1 1 0 0,2 0-1 0 0,0 1 1 0 0,2 0-1 0 0,0 1 1 0 0,1 0-1 0 0,-6 43 1 0 0,12-59-100 0 0,0 0 1 0 0,0 0 0 0 0,0 0-1 0 0,1 1 1 0 0,0-1 0 0 0,0 0-1 0 0,1 0 1 0 0,-1 0 0 0 0,1 0-1 0 0,1-1 1 0 0,-1 1 0 0 0,1 0-1 0 0,0-1 1 0 0,0 0 0 0 0,1 1-1 0 0,-1-1 1 0 0,1-1 0 0 0,0 1 0 0 0,5 4-1 0 0,-6-6-17 0 0,1-1 1 0 0,-1 1-1 0 0,1-1 0 0 0,0 1 0 0 0,0-1 0 0 0,0-1 1 0 0,0 1-1 0 0,0 0 0 0 0,0-1 0 0 0,0 0 1 0 0,1 0-1 0 0,-1 0 0 0 0,0-1 0 0 0,1 1 0 0 0,-1-1 1 0 0,0 0-1 0 0,1 0 0 0 0,-1-1 0 0 0,0 1 0 0 0,1-1 1 0 0,-1 0-1 0 0,0 0 0 0 0,0 0 0 0 0,1-1 1 0 0,-1 1-1 0 0,0-1 0 0 0,5-4 0 0 0,3-2-21 0 0,0 0-1 0 0,0-1 0 0 0,-1 0 1 0 0,-1-1-1 0 0,0-1 0 0 0,0 1 1 0 0,-1-1-1 0 0,0-1 0 0 0,10-17 1 0 0,1-6-70 0 0,-2-1 0 0 0,16-43 1 0 0,-5 1 137 0 0,-4-2-1 0 0,-3 0 1 0 0,-4-2 0 0 0,14-145 0 0 0,-22 141 668 0 0,-18 106-638 0 0,-5 43 1598 0 0,-6 85 0 0 0,7 68-54 0 0,10-163-1410 0 0,-2 15-119 0 0,-1 79 53 0 0,6-116-2282 0 0,5 34-1 0 0,-5-61 1498 0 0,0 0 0 0 0,0 0-1 0 0,0 0 1 0 0,1 0-1 0 0,2 6 1 0 0,7 7-4751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29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44 212 1404 0 0,'-1'-3'549'0'0,"-29"-81"7791"0"0,26 73-7440 0 0,2 1 0 0 0,-1-1 1 0 0,2 0-1 0 0,-1 1 0 0 0,2-1 1 0 0,-1-13-1 0 0,1 23-844 0 0,1-1 0 0 0,-1 1 0 0 0,0-1 0 0 0,0 1 0 0 0,1-1 0 0 0,-1 1 0 0 0,1-1 0 0 0,-1 1 0 0 0,1-1 0 0 0,0 1 0 0 0,-1 0 0 0 0,1-1-1 0 0,0 1 1 0 0,0 0 0 0 0,0 0 0 0 0,0-1 0 0 0,0 1 0 0 0,0 0 0 0 0,1 0 0 0 0,-1 0 0 0 0,2-1 0 0 0,0 1-13 0 0,0 0 0 0 0,-1 0 0 0 0,1 0 0 0 0,0 0-1 0 0,0 1 1 0 0,-1-1 0 0 0,1 1 0 0 0,0 0 0 0 0,0 0 0 0 0,0 0 0 0 0,3 0-1 0 0,2 1-7 0 0,-1 0-1 0 0,0 1 0 0 0,0 0 0 0 0,0 0 0 0 0,0 1 0 0 0,0-1 0 0 0,-1 1 1 0 0,12 8-1 0 0,-14-9 105 0 0,0 1 1 0 0,0 1-1 0 0,0-1 1 0 0,0 1 0 0 0,-1-1-1 0 0,1 1 1 0 0,-1 0-1 0 0,0 0 1 0 0,-1 1 0 0 0,1-1-1 0 0,-1 1 1 0 0,1-1-1 0 0,-1 1 1 0 0,-1 0-1 0 0,1 0 1 0 0,-1-1 0 0 0,2 7-1 0 0,-3-5 207 0 0,0 1 0 0 0,0-1 0 0 0,0 0 0 0 0,-1 1 1 0 0,0-1-1 0 0,0 0 0 0 0,-1 0 0 0 0,1 0 0 0 0,-1 0 0 0 0,-1 0 0 0 0,1 0 0 0 0,-1 0 0 0 0,-4 7 0 0 0,-12 15 1414 0 0,-40 47-1 0 0,14-20-505 0 0,45-54-1244 0 0,-1-1 1 0 0,1 0-1 0 0,-1 1 0 0 0,1-1 0 0 0,0 1 1 0 0,0-1-1 0 0,-1 1 0 0 0,1-1 0 0 0,0 1 0 0 0,0-1 1 0 0,-1 1-1 0 0,1-1 0 0 0,0 1 0 0 0,0-1 1 0 0,0 1-1 0 0,0-1 0 0 0,0 1 0 0 0,0-1 0 0 0,0 1 1 0 0,0-1-1 0 0,0 1 0 0 0,0-1 0 0 0,0 1 1 0 0,0-1-1 0 0,0 1 0 0 0,0 0 0 0 0,1-1 1 0 0,-1 1-1 0 0,0-1 0 0 0,1 1 0 0 0,-1 0 2 0 0,1 0 1 0 0,0-1-1 0 0,0 1 0 0 0,0 0 1 0 0,0-1-1 0 0,0 1 0 0 0,0-1 0 0 0,1 1 1 0 0,-1-1-1 0 0,0 1 0 0 0,0-1 0 0 0,2 1 1 0 0,39 2 83 0 0,-39-3-87 0 0,48-2-479 0 0,1-1 0 0 0,0-3 0 0 0,-1-3 1 0 0,52-14-1 0 0,-46 6-2454 0 0,-1-2-1 0 0,-1-3 1 0 0,68-37 0 0 0,-77 32-2961 0 0,-2-3-3140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0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88 146 2788 0 0,'-4'-18'3765'0'0,"-1"-1"0"0"0,-1 1 0 0 0,-14-28 0 0 0,20 45-3729 0 0,-1 1 0 0 0,1-1 1 0 0,0 1-1 0 0,-1 0 0 0 0,1-1 0 0 0,0 1 0 0 0,-1-1 0 0 0,1 1 0 0 0,0-1 0 0 0,-1 1 0 0 0,1-1 0 0 0,0 0 0 0 0,0 1 0 0 0,0-1 1 0 0,0 1-1 0 0,-1-1 0 0 0,1 1 0 0 0,0-1 0 0 0,0 1 0 0 0,0-1 0 0 0,0 0 0 0 0,0 1 0 0 0,0-1 0 0 0,1 1 0 0 0,-1-1 0 0 0,0 1 0 0 0,0-1 1 0 0,0 0-1 0 0,0 1 0 0 0,1-1 0 0 0,-1 1 0 0 0,0-1 0 0 0,0 1 0 0 0,1-1 0 0 0,-1 1 0 0 0,1 0 0 0 0,-1-1 0 0 0,0 1 0 0 0,1-1 1 0 0,-1 1-1 0 0,1 0 0 0 0,-1-1 0 0 0,1 1 0 0 0,-1 0 0 0 0,1-1 0 0 0,0 1 0 0 0,28-2 87 0 0,-22 3-36 0 0,528-17 1365 0 0,-481 11-925 0 0,-51 5-498 0 0,0 1-14 0 0,-1-1-13 0 0,0 0-1 0 0,0 1 0 0 0,0-1 1 0 0,-1 1-1 0 0,1-1 0 0 0,0 1 1 0 0,0 0-1 0 0,-1 0 0 0 0,1 0 1 0 0,0 0-1 0 0,-1 0 0 0 0,1 0 1 0 0,-1 0-1 0 0,1 1 0 0 0,-1-1 1 0 0,1 1-1 0 0,-1-1 0 0 0,0 1 1 0 0,0-1-1 0 0,0 1 0 0 0,0 0 1 0 0,0-1-1 0 0,0 1 0 0 0,1 3 1 0 0,9 34 481 0 0,-2 0 1 0 0,-1 2 0 0 0,-2-1-1 0 0,1 46 1 0 0,-5-63-187 0 0,23 560 4726 0 0,0 11-2580 0 0,14-230-2055 0 0,127 524-1 0 0,-112-671-387 0 0,64 316 0 0 0,-115-512 0 0 0,-1 1 0 0 0,-1-1 0 0 0,0 0 0 0 0,-2 1 0 0 0,-1-1 0 0 0,0 0 0 0 0,-1 0 0 0 0,-9 27 0 0 0,10-40 0 0 0,-1-1 0 0 0,0 1 0 0 0,0-1 0 0 0,0 0 0 0 0,-1 0 0 0 0,-1 0 0 0 0,1 0 0 0 0,-1-1 0 0 0,0 1 0 0 0,0-1 0 0 0,-1-1 0 0 0,0 1 0 0 0,0-1 0 0 0,0 0 0 0 0,-1 0 0 0 0,0-1 0 0 0,0 0 0 0 0,0 0 0 0 0,0 0 0 0 0,0-1 0 0 0,-1 0 0 0 0,0-1 0 0 0,1 1 0 0 0,-15 1 0 0 0,-2-1 0 0 0,-1-2 0 0 0,1 0 0 0 0,0-2 0 0 0,-1-1 0 0 0,-41-8 0 0 0,-120-38 0 0 0,154 38 0 0 0,-482-173-2044 0 0,501 178 1944 0 0,7 3-507 0 0,-51-22-6338 0 0,23 4-3858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0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41 3204 0 0,'-13'-10'5853'0'0,"8"7"-3739"0"0,0 0 0 0 0,-11-5 1301 0 0,0-4 1454 0 0,118 8-5089 0 0,118 10 0 0 0,-104 3-3417 0 0,-40 2-4495 0 0,-52-7 1176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0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15 212 0 0,'-9'4'1714'0'0,"-138"55"14052"0"0,145-59-15366 0 0,245-9 205 0 0,119-28-7131 0 0,-253 22 2513 0 0,5-2-1741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1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582 182 2376 0 0,'5'-14'2303'0'0,"0"0"0"0"0,-2 0-1 0 0,0 0 1 0 0,2-28 0 0 0,-4 39-2130 0 0,-1 0 1 0 0,0 0-1 0 0,0 0 0 0 0,0 0 1 0 0,-1 0-1 0 0,1 0 1 0 0,-1 0-1 0 0,0 0 0 0 0,0 0 1 0 0,0 0-1 0 0,0 0 1 0 0,0 1-1 0 0,0-1 1 0 0,-1 0-1 0 0,1 1 0 0 0,-1-1 1 0 0,0 1-1 0 0,0 0 1 0 0,0 0-1 0 0,0-1 1 0 0,0 1-1 0 0,0 0 0 0 0,-1 1 1 0 0,1-1-1 0 0,-1 0 1 0 0,1 1-1 0 0,-1-1 0 0 0,0 1 1 0 0,0 0-1 0 0,-4-2 1 0 0,-5 1-39 0 0,-1-1 1 0 0,0 2-1 0 0,0 0 1 0 0,0 0-1 0 0,0 1 1 0 0,0 0-1 0 0,1 2 1 0 0,-1-1-1 0 0,0 2 1 0 0,0-1-1 0 0,-18 8 1 0 0,9-2-92 0 0,0 1 0 0 0,1 0 1 0 0,1 2-1 0 0,0 0 0 0 0,-31 24 0 0 0,38-25-28 0 0,0 1 0 0 0,1 1-1 0 0,1 0 1 0 0,0 1 0 0 0,0 0 0 0 0,1 0-1 0 0,-13 26 1 0 0,12-18 31 0 0,1 1 1 0 0,2 1-1 0 0,0-1 0 0 0,-8 41 0 0 0,6 7 107 0 0,3 0 1 0 0,3 118-1 0 0,4-145-121 0 0,10 307 12 0 0,-2-109 74 0 0,-14 753 2838 0 0,-19-578-552 0 0,-5 95 483 0 0,29-482-2748 0 0,-1 27 221 0 0,5 68 1 0 0,-1-109-299 0 0,0 0 0 0 0,0 1 0 0 0,2-1 1 0 0,-1 0-1 0 0,2 0 0 0 0,0-1 0 0 0,1 0 1 0 0,1 1-1 0 0,10 16 0 0 0,-13-25-81 0 0,1-1 0 0 0,-1 0 0 0 0,1 0 0 0 0,0 0 0 0 0,0-1 0 0 0,1 1 0 0 0,-1-1 0 0 0,1 0 0 0 0,0-1 0 0 0,0 0 0 0 0,1 0 0 0 0,-1 0 0 0 0,0-1 0 0 0,1 1-1 0 0,0-2 1 0 0,-1 1 0 0 0,1-1 0 0 0,0 0 0 0 0,0 0 0 0 0,0-1 0 0 0,0 0 0 0 0,8-1 0 0 0,12-1-563 0 0,1-2 0 0 0,-1-1 0 0 0,0-1-1 0 0,33-13 1 0 0,23-10-2857 0 0,139-72 0 0 0,-30-7-5543 0 0,-70 33-1361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1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54 168 0 0,'-27'-46'15639'0'0,"27"46"-15507"0"0,0-1-1 0 0,0 1 0 0 0,-1-1 0 0 0,1 1 0 0 0,0 0 0 0 0,0-1 0 0 0,-1 1 0 0 0,1 0 0 0 0,0-1 0 0 0,0 1 0 0 0,-1 0 0 0 0,1-1 0 0 0,0 1 1 0 0,-1 0-1 0 0,1 0 0 0 0,-1-1 0 0 0,1 1 0 0 0,0 0 0 0 0,-1 0 0 0 0,1 0 0 0 0,-1-1 0 0 0,1 1 0 0 0,0 0 0 0 0,-1 0 0 0 0,-1 2-56 0 0,1 0-1 0 0,-1 0 1 0 0,1 0-1 0 0,0 0 1 0 0,0 0 0 0 0,0 0-1 0 0,0 0 1 0 0,0 0-1 0 0,1 0 1 0 0,-1 1-1 0 0,1-1 1 0 0,-1 0-1 0 0,1 3 1 0 0,-3 41 642 0 0,1-20-436 0 0,-26 278 543 0 0,18-173-4714 0 0,9-93 194 0 0,5-13-1942 0 0,1-10-684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391 226 2924 0 0,'16'-20'5540'0'0,"0"2"-1"0"0,40-34 639 0 0,-59 70-5536 0 0,-21 25 50 0 0,-44 85 265 0 0,36-47-756 0 0,18-26-67 0 0,12-48-118 0 0,1 1-1 0 0,0 0 1 0 0,0 0-1 0 0,1-1 1 0 0,0 1 0 0 0,1 0-1 0 0,-1-1 1 0 0,1 1-1 0 0,1 0 1 0 0,2 9-1 0 0,-2-12-2 0 0,0-1 1 0 0,0 0-1 0 0,0 0 0 0 0,1 0 1 0 0,-1 0-1 0 0,1-1 0 0 0,0 1 1 0 0,0-1-1 0 0,0 0 0 0 0,1 1 0 0 0,-1-1 1 0 0,1-1-1 0 0,0 1 0 0 0,0 0 1 0 0,0-1-1 0 0,0 0 0 0 0,0 0 1 0 0,7 2-1 0 0,-2-1 26 0 0,0 0-1 0 0,0 0 1 0 0,0-1 0 0 0,0 0-1 0 0,1-1 1 0 0,-1 0 0 0 0,0-1 0 0 0,1 0-1 0 0,-1 0 1 0 0,1-1 0 0 0,-1 0 0 0 0,0-1-1 0 0,16-4 1 0 0,-13 1-5 0 0,0 0 1 0 0,0-1-1 0 0,0 0 0 0 0,-1 0 0 0 0,0-1 1 0 0,0-1-1 0 0,-1 0 0 0 0,0 0 1 0 0,10-12-1 0 0,-5 4-15 0 0,-1-1 0 0 0,-1-1 0 0 0,0 0 1 0 0,-1-1-1 0 0,-1-1 0 0 0,-1 1 0 0 0,-1-1 0 0 0,-1-1 1 0 0,0 0-1 0 0,-1 0 0 0 0,4-29 0 0 0,-9 40-27 0 0,-1-1-1 0 0,0 1 0 0 0,-1-1 0 0 0,0 1 1 0 0,-1-1-1 0 0,0 1 0 0 0,-1-1 1 0 0,0 1-1 0 0,0 0 0 0 0,-1 0 1 0 0,0 0-1 0 0,-1 0 0 0 0,0 0 1 0 0,-1 1-1 0 0,0 0 0 0 0,0 0 1 0 0,-1 0-1 0 0,0 0 0 0 0,-1 1 1 0 0,0 0-1 0 0,0 1 0 0 0,0-1 0 0 0,-1 1 1 0 0,0 1-1 0 0,-1-1 0 0 0,1 2 1 0 0,-1-1-1 0 0,-1 1 0 0 0,1 0 1 0 0,-1 1-1 0 0,1 0 0 0 0,-1 1 1 0 0,0 0-1 0 0,-1 0 0 0 0,1 1 1 0 0,-16-1-1 0 0,5 3-312 0 0,-1 1 1 0 0,1 2-1 0 0,0 0 1 0 0,0 1 0 0 0,0 1-1 0 0,0 1 1 0 0,1 0-1 0 0,0 2 1 0 0,0 1-1 0 0,1 0 1 0 0,0 1-1 0 0,-20 15 1 0 0,2 0-1160 0 0,2 2 0 0 0,0 2 0 0 0,2 1 1 0 0,-53 63-1 0 0,49-46-2569 0 0,1 1-1958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2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247 235 2548 0 0,'-7'0'1592'0'0,"-1"0"1"0"0,1 1-1 0 0,-1 0 0 0 0,-9 2 0 0 0,12-1-1303 0 0,0-1-1 0 0,1 1 0 0 0,-1 0 1 0 0,1 1-1 0 0,0-1 0 0 0,0 1 1 0 0,0-1-1 0 0,0 1 1 0 0,0 1-1 0 0,0-1 0 0 0,1 0 1 0 0,-5 6-1 0 0,-9 13 288 0 0,1 1 0 0 0,1 1 1 0 0,0 0-1 0 0,2 1 0 0 0,1 0 0 0 0,-10 32 0 0 0,15-34-331 0 0,0-1-1 0 0,2 1 0 0 0,0 0 0 0 0,2 0 0 0 0,0 1 1 0 0,2-1-1 0 0,2 42 0 0 0,-1-59-198 0 0,1-1-1 0 0,-1 0 1 0 0,1 0-1 0 0,0 0 1 0 0,1 0-1 0 0,-1 0 1 0 0,1 0-1 0 0,0 0 0 0 0,0 0 1 0 0,1-1-1 0 0,-1 1 1 0 0,1-1-1 0 0,0 0 1 0 0,1 0-1 0 0,-1 0 1 0 0,0 0-1 0 0,1 0 1 0 0,0-1-1 0 0,0 1 1 0 0,0-1-1 0 0,0 0 1 0 0,1 0-1 0 0,-1-1 1 0 0,1 1-1 0 0,0-1 1 0 0,0 0-1 0 0,-1 0 0 0 0,1-1 1 0 0,1 1-1 0 0,-1-1 1 0 0,0 0-1 0 0,0-1 1 0 0,0 1-1 0 0,0-1 1 0 0,1 0-1 0 0,-1 0 1 0 0,0-1-1 0 0,7-1 1 0 0,-1 0-21 0 0,0-1 0 0 0,-1 0 0 0 0,0-1 0 0 0,0 0 0 0 0,0 0 0 0 0,0-1 1 0 0,0-1-1 0 0,-1 0 0 0 0,0 0 0 0 0,0 0 0 0 0,10-11 0 0 0,-1-1-17 0 0,-1 0 1 0 0,0-1-1 0 0,25-38 0 0 0,-27 32 12 0 0,-1 0-1 0 0,0-1 0 0 0,-2-1 1 0 0,-1 0-1 0 0,-2-1 0 0 0,0 0 0 0 0,6-43 1 0 0,-11 51 85 0 0,-2-1 0 0 0,0 0 1 0 0,-1 0-1 0 0,-1 1 0 0 0,-2-1 1 0 0,0 0-1 0 0,-1 0 0 0 0,0 1 1 0 0,-2 0-1 0 0,-1 0 0 0 0,-10-25 1 0 0,13 37-95 0 0,-1 0 1 0 0,0 0 0 0 0,-1 0 0 0 0,0 1 0 0 0,0 0 0 0 0,-1 0 0 0 0,0 0 0 0 0,0 0 0 0 0,0 1 0 0 0,-1 0 0 0 0,-15-10 0 0 0,18 14-32 0 0,-1-1 1 0 0,0 1-1 0 0,0 0 0 0 0,-1 0 1 0 0,1 0-1 0 0,0 1 0 0 0,-1 0 0 0 0,1 0 1 0 0,-1 0-1 0 0,1 1 0 0 0,-1 0 0 0 0,1 0 1 0 0,-1 0-1 0 0,1 1 0 0 0,0-1 0 0 0,-1 2 1 0 0,1-1-1 0 0,-1 0 0 0 0,1 1 1 0 0,-7 3-1 0 0,7-3-197 0 0,0 1 1 0 0,0-1-1 0 0,1 1 1 0 0,-1 0-1 0 0,1 0 1 0 0,-1 1-1 0 0,1-1 0 0 0,1 1 1 0 0,-1 0-1 0 0,0 0 1 0 0,1 0-1 0 0,0 1 1 0 0,0-1-1 0 0,0 1 1 0 0,0-1-1 0 0,1 1 0 0 0,0 0 1 0 0,0 0-1 0 0,0 0 1 0 0,1 1-1 0 0,-1-1 1 0 0,0 6-1 0 0,2-6-477 0 0,0 1 0 0 0,0-1 0 0 0,0 0 0 0 0,0 1-1 0 0,1-1 1 0 0,0 0 0 0 0,0 1 0 0 0,1-1 0 0 0,-1 0 0 0 0,1 0 0 0 0,0 0-1 0 0,0 0 1 0 0,1 0 0 0 0,4 6 0 0 0,7 9-5010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3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61 103 1504 0 0,'-17'-102'28463'0'0,"17"104"-28492"0"0,-22 268 227 0 0,7-132-1411 0 0,8-1-5030 0 0,12-80-3629 0 0,0-32-532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34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462 160 96 0 0,'5'-134'16226'0'0,"-5"132"-16020"0"0,1-4 248 0 0,-1 5-435 0 0,0 0-1 0 0,0 0 1 0 0,0 1-1 0 0,0-1 0 0 0,0 0 1 0 0,0 0-1 0 0,0 1 1 0 0,0-1-1 0 0,0 0 1 0 0,0 1-1 0 0,1-1 1 0 0,-1 0-1 0 0,0 0 1 0 0,0 1-1 0 0,1-1 1 0 0,-1 1-1 0 0,1-1 1 0 0,-1 0-1 0 0,0 1 1 0 0,1-1-1 0 0,-1 1 1 0 0,1-1-1 0 0,1 0 1 0 0,40 3 371 0 0,49 9 0 0 0,-10-1-205 0 0,285 33 1763 0 0,-364-43-1940 0 0,0 0 0 0 0,1 1 0 0 0,-1-1 0 0 0,0 1 0 0 0,0-1 0 0 0,0 1 0 0 0,0 0-1 0 0,0 0 1 0 0,0 0 0 0 0,-1 0 0 0 0,1 1 0 0 0,0-1 0 0 0,0 0 0 0 0,-1 1 0 0 0,1-1 0 0 0,-1 1 0 0 0,1-1-1 0 0,-1 1 1 0 0,0 0 0 0 0,0 0 0 0 0,1 0 0 0 0,-1-1 0 0 0,-1 1 0 0 0,1 0 0 0 0,0 0 0 0 0,0 1 0 0 0,-1-1-1 0 0,1 3 1 0 0,1 6 83 0 0,0 0 0 0 0,-1 0 0 0 0,0 0 0 0 0,-2 14-1 0 0,1-12 19 0 0,-16 214 1823 0 0,4-110-1092 0 0,-12 186 738 0 0,-29 402 607 0 0,29 1-1638 0 0,36-264-268 0 0,0 100 98 0 0,-12-540-378 0 0,-6 106 1451 0 0,4-92-969 0 0,0 0 1 0 0,-1 0-1 0 0,-1-1 0 0 0,-10 26 0 0 0,11-36-478 0 0,0 0 0 0 0,0 0 0 0 0,0 0 0 0 0,-1-1-1 0 0,0 1 1 0 0,0-1 0 0 0,0 0 0 0 0,0 0 0 0 0,-1 0-1 0 0,1-1 1 0 0,-1 0 0 0 0,0 1 0 0 0,0-2 0 0 0,0 1-1 0 0,-1-1 1 0 0,1 1 0 0 0,-1-1 0 0 0,-6 1 0 0 0,-12 3-7 0 0,-1-1 1 0 0,-45 3-1 0 0,67-7 4 0 0,-324 9-5140 0 0,24-2-1867 0 0,240-3 4 0 0,0-1-4210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4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429 201 1468 0 0,'3'-58'6500'0'0,"-3"49"-5880"0"0,0 0-1 0 0,-1 1 0 0 0,-1-1 1 0 0,1 1-1 0 0,-1-1 0 0 0,-1 1 1 0 0,-6-16-1 0 0,7 19-406 0 0,0 0 0 0 0,-1 0 0 0 0,0 0 0 0 0,0 0 0 0 0,0 1 0 0 0,0-1 0 0 0,0 1 0 0 0,-1 0 0 0 0,-5-5 0 0 0,7 8-177 0 0,0 0-1 0 0,-1 0 0 0 0,1 0 0 0 0,0 0 0 0 0,0 0 1 0 0,0 1-1 0 0,-1-1 0 0 0,1 1 0 0 0,0-1 0 0 0,-1 1 1 0 0,1 0-1 0 0,0 0 0 0 0,-1 0 0 0 0,1 0 0 0 0,0 1 1 0 0,-1-1-1 0 0,1 1 0 0 0,0-1 0 0 0,0 1 0 0 0,0 0 1 0 0,-1 0-1 0 0,1 0 0 0 0,0 0 0 0 0,-4 2 0 0 0,-12 8 66 0 0,0 1-1 0 0,0 1 0 0 0,1 0 0 0 0,0 1 1 0 0,-23 26-1 0 0,8-4 78 0 0,-38 58-1 0 0,54-71-107 0 0,2 0 0 0 0,1 1 0 0 0,-16 38 1 0 0,26-54-53 0 0,0 0 0 0 0,1 0 0 0 0,-1 0 1 0 0,1 0-1 0 0,1 0 0 0 0,0 1 0 0 0,0-1 1 0 0,1 0-1 0 0,-1 1 0 0 0,2-1 1 0 0,-1 1-1 0 0,1-1 0 0 0,1 0 0 0 0,0 0 1 0 0,4 14-1 0 0,-4-19-10 0 0,-1 1 0 0 0,1-1 0 0 0,0 1 0 0 0,1-1 0 0 0,-1 0 1 0 0,0 0-1 0 0,1 0 0 0 0,0 0 0 0 0,0 0 0 0 0,0-1 0 0 0,0 1 0 0 0,0-1 0 0 0,0 0 0 0 0,1 0 0 0 0,-1 0 1 0 0,4 1-1 0 0,-1-1 0 0 0,0 0 0 0 0,0-1 0 0 0,0 1 0 0 0,0-1 0 0 0,0-1 1 0 0,0 1-1 0 0,0-1 0 0 0,1 0 0 0 0,9-2 0 0 0,-4 0-8 0 0,-1 0 0 0 0,1-1 1 0 0,0-1-1 0 0,-1 0 0 0 0,0-1 0 0 0,0 0 0 0 0,0 0 0 0 0,0-1 0 0 0,-1 0 0 0 0,10-9 1 0 0,-4 0-26 0 0,-2 1 1 0 0,1-2 0 0 0,-2 0-1 0 0,0-1 1 0 0,-1 0-1 0 0,-1-1 1 0 0,0-1 0 0 0,13-32-1 0 0,0-14 647 0 0,22-86-1 0 0,-42 133-297 0 0,-1 14 723 0 0,-2 5-327 0 0,3 14 8 0 0,-1 21-205 0 0,-3-20-468 0 0,14 153 772 0 0,-10-145-1054 0 0,0 1 1 0 0,2-2 0 0 0,1 1 0 0 0,17 42 0 0 0,-21-60-381 0 0,0 0-1 0 0,1 0 1 0 0,-1 0 0 0 0,1-1-1 0 0,0 1 1 0 0,9 7-1 0 0,-10-10-273 0 0,-1-1-1 0 0,1 0 0 0 0,0 0 0 0 0,0 0 0 0 0,0 0 0 0 0,0-1 1 0 0,1 1-1 0 0,-1-1 0 0 0,4 1 0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4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44 166 1600 0 0,'-2'-8'1001'0'0,"-3"-14"2509"0"0,-4-33 0 0 0,8 51-3188 0 0,1-1 0 0 0,0 1-1 0 0,0-1 1 0 0,0 1 0 0 0,0-1 0 0 0,1 0 0 0 0,0 1 0 0 0,-1-1-1 0 0,2 1 1 0 0,-1 0 0 0 0,0-1 0 0 0,1 1 0 0 0,4-8 0 0 0,-5 11-279 0 0,0 0 1 0 0,0 0 0 0 0,0 0-1 0 0,0 1 1 0 0,1-1 0 0 0,-1 0-1 0 0,0 0 1 0 0,0 1-1 0 0,1-1 1 0 0,-1 1 0 0 0,0-1-1 0 0,1 1 1 0 0,-1-1 0 0 0,0 1-1 0 0,1 0 1 0 0,-1 0 0 0 0,1 0-1 0 0,-1 0 1 0 0,0 0 0 0 0,3 0-1 0 0,-2 0-3 0 0,1 0 0 0 0,-1 1-1 0 0,1-1 1 0 0,-1 1 0 0 0,1-1 0 0 0,-1 1-1 0 0,0 0 1 0 0,1 0 0 0 0,-1 0-1 0 0,3 2 1 0 0,-2 0 83 0 0,0-1-1 0 0,0 1 0 0 0,0 0 1 0 0,0 0-1 0 0,-1 0 1 0 0,1 0-1 0 0,-1 0 1 0 0,0 1-1 0 0,0-1 0 0 0,0 1 1 0 0,-1-1-1 0 0,1 1 1 0 0,-1 0-1 0 0,2 7 1 0 0,-2-4 64 0 0,0 0 1 0 0,0 0 0 0 0,-1 1-1 0 0,0-1 1 0 0,0 0 0 0 0,-1 0 0 0 0,-2 11-1 0 0,-4 6 292 0 0,0-1 0 0 0,-1 0 1 0 0,-21 37-1 0 0,5-12-43 0 0,6-17-63 0 0,-20 57 0 0 0,38-88-370 0 0,-1 1 0 0 0,1-1-1 0 0,0 1 1 0 0,0 0 0 0 0,0-1-1 0 0,-1 1 1 0 0,1-1 0 0 0,0 1-1 0 0,0 0 1 0 0,0-1 0 0 0,0 1 0 0 0,0 0-1 0 0,0-1 1 0 0,0 1 0 0 0,1-1-1 0 0,-1 1 1 0 0,0 0 0 0 0,0-1-1 0 0,0 1 1 0 0,1-1 0 0 0,-1 1-1 0 0,0 0 1 0 0,1-1 0 0 0,-1 1-1 0 0,0-1 1 0 0,1 1 0 0 0,-1-1-1 0 0,1 1 1 0 0,-1-1 0 0 0,0 0 0 0 0,1 1-1 0 0,-1-1 1 0 0,1 1 0 0 0,0-1-1 0 0,-1 0 1 0 0,1 0 0 0 0,-1 1-1 0 0,1-1 1 0 0,0 0 0 0 0,25 3 19 0 0,-24-3-24 0 0,29-2-393 0 0,0-1 0 0 0,0-2-1 0 0,44-12 1 0 0,-11 2-1083 0 0,64-7-3218 0 0,-44 11-1757 0 0,-47 7 1020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1 164 0 0,'-88'60'12520'0'0,"21"-15"-4327"0"0,67-45-8154 0 0,-1 0 0 0 0,1 1 0 0 0,-1-1 0 0 0,1 0 0 0 0,0 0 0 0 0,-1 1 0 0 0,1-1 0 0 0,0 0 0 0 0,-1 1 0 0 0,1-1 0 0 0,0 0 0 0 0,0 1 0 0 0,-1-1 1 0 0,1 0-1 0 0,0 1 0 0 0,0-1 0 0 0,-1 0 0 0 0,1 1 0 0 0,0-1 0 0 0,0 1 0 0 0,0-1 0 0 0,0 1 0 0 0,0-1 0 0 0,0 0 0 0 0,0 1 0 0 0,0-1 0 0 0,0 1 1 0 0,0-1-1 0 0,0 1 0 0 0,0 0 0 0 0,11 7 408 0 0,20-3-211 0 0,27-4-318 0 0,82-9 0 0 0,-9-8-6351 0 0,-90 7-773 0 0,-22 4 642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53 2060 0 0,'-44'-49'18096'0'0,"44"49"-18022"0"0,0 0 1 0 0,0-1 0 0 0,0 1-1 0 0,-1 0 1 0 0,1 0 0 0 0,0 0-1 0 0,0-1 1 0 0,0 1-1 0 0,-1 0 1 0 0,1 0 0 0 0,0 0-1 0 0,0-1 1 0 0,-1 1 0 0 0,1 0-1 0 0,0 0 1 0 0,-1 0-1 0 0,1 0 1 0 0,0 0 0 0 0,0 0-1 0 0,-1 0 1 0 0,1 0 0 0 0,0 0-1 0 0,-1 0 1 0 0,1 0 0 0 0,0 0-1 0 0,-1 0 1 0 0,1 0-1 0 0,0 0 1 0 0,-4 10 218 0 0,1-1 1 0 0,1 1-1 0 0,0 1 1 0 0,0-1-1 0 0,1 0 0 0 0,0 19 1 0 0,-2 16 18 0 0,-7 25-295 0 0,-13 103 85 0 0,17-57-3490 0 0,10-64-745 0 0,4-20-3422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5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77 124 124 0 0,'35'-122'16483'0'0,"-35"120"-15752"0"0,2 18 30 0 0,0 0 0 0 0,-1 0 0 0 0,-1-1 0 0 0,-1 1 1 0 0,-3 24-1 0 0,1-6-125 0 0,-55 430 1279 0 0,54-441-1823 0 0,-2 12 596 0 0,6-25 757 0 0,0-10-1412 0 0,11-26 42 0 0,2 0-1 0 0,1 1 0 0 0,0 0 0 0 0,2 1 0 0 0,1 1 0 0 0,25-28 0 0 0,-36 45-89 0 0,0-1-1 0 0,1 1 0 0 0,-1 0 1 0 0,1 1-1 0 0,0-1 1 0 0,1 1-1 0 0,0 1 0 0 0,-1-1 1 0 0,1 2-1 0 0,1-1 1 0 0,8-2-1 0 0,-12 4 8 0 0,0 1-1 0 0,-1 1 1 0 0,1-1 0 0 0,0 1-1 0 0,0 0 1 0 0,-1 0-1 0 0,1 0 1 0 0,0 0 0 0 0,0 1-1 0 0,-1 0 1 0 0,1 0 0 0 0,0 0-1 0 0,-1 1 1 0 0,1 0 0 0 0,-1 0-1 0 0,0 0 1 0 0,1 0 0 0 0,-1 0-1 0 0,0 1 1 0 0,0 0-1 0 0,-1 0 1 0 0,5 4 0 0 0,-1-1-3 0 0,-2 0 0 0 0,1 1 0 0 0,-1 0 0 0 0,1 0 1 0 0,-2 0-1 0 0,1 1 0 0 0,-1-1 0 0 0,-1 1 0 0 0,1 0 0 0 0,-1 0 1 0 0,0 1-1 0 0,-1-1 0 0 0,0 0 0 0 0,-1 1 0 0 0,2 15 0 0 0,-3-17 106 0 0,0 0-1 0 0,0 0 0 0 0,-1 0 0 0 0,0 1 0 0 0,0-1 0 0 0,-1 0 0 0 0,0 0 0 0 0,0-1 0 0 0,-1 1 0 0 0,0 0 0 0 0,0-1 0 0 0,0 1 0 0 0,-1-1 0 0 0,0 0 1 0 0,0 0-1 0 0,0-1 0 0 0,-1 1 0 0 0,0-1 0 0 0,-7 6 0 0 0,3-4 84 0 0,0-1 1 0 0,0 0-1 0 0,0-1 0 0 0,-1 0 1 0 0,0-1-1 0 0,0 0 0 0 0,0 0 0 0 0,0-1 1 0 0,-1 0-1 0 0,1-1 0 0 0,-1 0 1 0 0,0-1-1 0 0,1 0 0 0 0,-16-1 1 0 0,13 0-87 0 0,0-2 0 0 0,-1 1 0 0 0,1-1 0 0 0,0-1 0 0 0,0-1 0 0 0,1 0 0 0 0,-1 0 0 0 0,1-1 0 0 0,0-1 0 0 0,0 0 0 0 0,-15-10 0 0 0,24 14-175 0 0,-1-1 0 0 0,1 1 0 0 0,0-1 0 0 0,0 0 1 0 0,0 0-1 0 0,1 0 0 0 0,-1 0 0 0 0,1-1 0 0 0,-1 1 0 0 0,1 0 0 0 0,0-1 0 0 0,0 0 0 0 0,1 0 1 0 0,-1 1-1 0 0,1-1 0 0 0,-2-6 0 0 0,3 4-286 0 0,-1 0-1 0 0,1 1 1 0 0,0-1-1 0 0,1 0 1 0 0,-1 0 0 0 0,1 1-1 0 0,0-1 1 0 0,1 1-1 0 0,-1-1 1 0 0,4-8 0 0 0,5-5-1383 0 0,0 0 1 0 0,1 1-1 0 0,0 0 1 0 0,2 1 0 0 0,17-19-1 0 0,-4 6-3744 0 0,5-4-2964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5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2572 0 0,'7'-27'5048'0'0,"-5"16"-2716"0"0,1 0 0 0 0,1 1 0 0 0,6-16 0 0 0,-9 23-2049 0 0,1-1-1 0 0,0 1 1 0 0,0 0 0 0 0,1 0-1 0 0,-1 0 1 0 0,1 1 0 0 0,-1-1-1 0 0,5-3 1 0 0,-4 5-234 0 0,0 0 1 0 0,-1 0 0 0 0,1 0-1 0 0,0 0 1 0 0,0 0 0 0 0,0 1-1 0 0,0 0 1 0 0,0-1-1 0 0,0 1 1 0 0,0 0 0 0 0,0 0-1 0 0,0 1 1 0 0,-1-1 0 0 0,1 0-1 0 0,0 1 1 0 0,0 0-1 0 0,0 0 1 0 0,0 0 0 0 0,-1 0-1 0 0,4 2 1 0 0,-3-2-30 0 0,0 1 0 0 0,0 0 0 0 0,0-1 0 0 0,-1 1 0 0 0,1 1 0 0 0,-1-1-1 0 0,1 0 1 0 0,-1 0 0 0 0,0 1 0 0 0,0 0 0 0 0,0-1 0 0 0,0 1 0 0 0,0 0 0 0 0,0 0 0 0 0,-1 0 0 0 0,2 5 0 0 0,-1-2 64 0 0,-1-1 0 0 0,0 1-1 0 0,0-1 1 0 0,-1 1 0 0 0,0-1 0 0 0,0 1 0 0 0,0-1 0 0 0,0 1 0 0 0,-2 7 0 0 0,-2 2 382 0 0,0 0 0 0 0,-1 0 1 0 0,-1-1-1 0 0,0 0 1 0 0,-1 0-1 0 0,-10 16 0 0 0,-62 91 6826 0 0,78-118-6958 0 0,1-3-331 0 0,-1 0 0 0 0,1 0 0 0 0,0 1 0 0 0,0-1 0 0 0,0 0 0 0 0,0 0 0 0 0,0 1 0 0 0,0-1 0 0 0,0 0 0 0 0,0 0 0 0 0,0 0 0 0 0,0 1-1 0 0,0-1 1 0 0,0 0 0 0 0,1 0 0 0 0,-1 1 0 0 0,0-1 0 0 0,0 0 0 0 0,0 0 0 0 0,0 0 0 0 0,0 1 0 0 0,0-1 0 0 0,0 0 0 0 0,1 0 0 0 0,-1 0 0 0 0,0 0 0 0 0,0 1 0 0 0,0-1-1 0 0,0 0 1 0 0,1 0 0 0 0,-1 0 0 0 0,0 0 0 0 0,0 0 0 0 0,0 0 0 0 0,1 1 0 0 0,-1-1 0 0 0,0 0 0 0 0,0 0 0 0 0,1 0 0 0 0,-1 0 0 0 0,0 0 0 0 0,0 0 0 0 0,0 0-1 0 0,1 0 1 0 0,-1 0 0 0 0,0 0 0 0 0,0 0 0 0 0,1 0 0 0 0,8-1 18 0 0,152-15-1277 0 0,42-1-1373 0 0,-171 17-810 0 0,52 9 0 0 0,-8 7-6893 0 0,-47-7 1064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6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 1808 0 0,'-118'38'19759'0'0,"117"-38"-19613"0"0,1 0 0 0 0,-1 1 0 0 0,0-1 0 0 0,0 0 0 0 0,1 0 0 0 0,-1 1 0 0 0,0-1 0 0 0,0 0 1 0 0,1 1-1 0 0,-1-1 0 0 0,0 1 0 0 0,1-1 0 0 0,-1 1 0 0 0,1-1 0 0 0,-1 1 0 0 0,1-1 0 0 0,-1 1 0 0 0,1 0 0 0 0,-1-1 0 0 0,1 1 0 0 0,-1 0 0 0 0,1-1 0 0 0,-1 2 0 0 0,1-1-71 0 0,1-1-1 0 0,-1 1 1 0 0,0-1 0 0 0,0 1 0 0 0,0-1 0 0 0,0 1 0 0 0,0-1-1 0 0,0 0 1 0 0,1 1 0 0 0,-1-1 0 0 0,0 1 0 0 0,0-1-1 0 0,1 1 1 0 0,-1-1 0 0 0,0 1 0 0 0,1-1 0 0 0,-1 0-1 0 0,1 1 1 0 0,-1-1 0 0 0,0 0 0 0 0,1 1 0 0 0,-1-1 0 0 0,1 0-1 0 0,-1 0 1 0 0,1 0 0 0 0,0 1 0 0 0,16 5 231 0 0,0-1 1 0 0,0-1-1 0 0,1 0 1 0 0,0-2-1 0 0,-1 0 1 0 0,36 0-1 0 0,-5 0-521 0 0,-33-1-366 0 0,72 2-3084 0 0,-44-8-1369 0 0,-36 3 3137 0 0,0 0 0 0 0,-1 0 0 0 0,0 0 0 0 0,8-4 0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6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28 2180 0 0,'-2'-2'2642'0'0,"-23"-20"8304"0"0,24 21-10737 0 0,1 1 0 0 0,-1 0 0 0 0,0-1 0 0 0,1 1 0 0 0,-1 0 0 0 0,1 0 1 0 0,-1-1-1 0 0,1 1 0 0 0,-1 0 0 0 0,0 0 0 0 0,1 0 0 0 0,-1 0 0 0 0,1 0 0 0 0,-1 0 0 0 0,0 0 0 0 0,-1 0 0 0 0,-1 5 430 0 0,0 1-1 0 0,0 0 0 0 0,1 0 0 0 0,0 0 0 0 0,0 0 0 0 0,0 0 1 0 0,1 0-1 0 0,0 1 0 0 0,-1 12 0 0 0,-1-2-6 0 0,-58 223 3094 0 0,8-45-8766 0 0,51-189 3943 0 0,1 0-1 0 0,0 0 0 0 0,1 1 0 0 0,0 10 0 0 0,0-15 282 0 0,0 1 0 0 0,1-1-1 0 0,-1 0 1 0 0,1 0-1 0 0,0 0 1 0 0,-1 0 0 0 0,1 0-1 0 0,0 0 1 0 0,0 0-1 0 0,2 3 1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255 111 2432 0 0,'7'-12'1863'0'0,"0"2"333"0"0,-1 0 0 0 0,-1 0 0 0 0,0 0 0 0 0,0-1 0 0 0,-1 1 0 0 0,5-20-1 0 0,-9 30-2161 0 0,1-1-1 0 0,-1 1 0 0 0,0 0 0 0 0,0 0 0 0 0,0-1 0 0 0,0 1 0 0 0,0 0 0 0 0,0-1 0 0 0,0 1 0 0 0,-1 0 1 0 0,1 0-1 0 0,0-1 0 0 0,0 1 0 0 0,0 0 0 0 0,0 0 0 0 0,0-1 0 0 0,0 1 0 0 0,0 0 0 0 0,-1 0 0 0 0,1-1 1 0 0,0 1-1 0 0,0 0 0 0 0,0 0 0 0 0,0 0 0 0 0,-1-1 0 0 0,1 1 0 0 0,0 0 0 0 0,0 0 0 0 0,0 0 0 0 0,-1 0 1 0 0,1 0-1 0 0,0-1 0 0 0,0 1 0 0 0,-1 0 0 0 0,1 0 0 0 0,0 0 0 0 0,-1 0 0 0 0,1 0 0 0 0,0 0 0 0 0,0 0 1 0 0,-1 0-1 0 0,1 0 0 0 0,0 0 0 0 0,0 0 0 0 0,-1 0 0 0 0,-11 3 332 0 0,12-3-343 0 0,-11 4 171 0 0,-1 1 0 0 0,1 0 0 0 0,1 1 1 0 0,-1 0-1 0 0,1 1 0 0 0,0 0 0 0 0,1 1 0 0 0,-13 12 0 0 0,-3 6 489 0 0,-33 44 0 0 0,42-48-363 0 0,1 0-1 0 0,-18 36 1 0 0,28-48-221 0 0,0 1 1 0 0,1 0-1 0 0,0 0 0 0 0,1 0 0 0 0,0 0 1 0 0,1 1-1 0 0,0 0 0 0 0,0 14 0 0 0,2-22-63 0 0,0 0 0 0 0,0-1-1 0 0,0 1 1 0 0,1 0-1 0 0,0-1 1 0 0,0 1-1 0 0,0-1 1 0 0,0 1-1 0 0,0-1 1 0 0,1 1-1 0 0,-1-1 1 0 0,1 0-1 0 0,0 1 1 0 0,0-1-1 0 0,0 0 1 0 0,1 0 0 0 0,4 4-1 0 0,-3-3-98 0 0,1-1-1 0 0,0 0 1 0 0,0 0 0 0 0,0 0 0 0 0,0 0-1 0 0,0-1 1 0 0,1 0 0 0 0,-1 0 0 0 0,1-1-1 0 0,8 2 1 0 0,1-1-683 0 0,1 0 0 0 0,-1-1 1 0 0,1-1-1 0 0,-1-1 0 0 0,1 0 0 0 0,-1-1 0 0 0,25-7 1 0 0,-23 4-1486 0 0,0-1 1 0 0,-1-1 0 0 0,19-10 0 0 0,9-8-6899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6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100 113 1872 0 0,'-16'-27'8707'0'0,"-24"-56"0"0"0,40 81-7974 0 0,3 2-702 0 0,1 1 0 0 0,-1 0 0 0 0,1 0 0 0 0,-1 0 0 0 0,1 0 0 0 0,-1 1 0 0 0,0-1 0 0 0,0 1 0 0 0,0 0 0 0 0,1 0 1 0 0,-2 0-1 0 0,1 0 0 0 0,0 0 0 0 0,0 1 0 0 0,-1-1 0 0 0,1 1 0 0 0,-1 0 0 0 0,0 0 0 0 0,0 0 0 0 0,0 0 1 0 0,0 0-1 0 0,0 0 0 0 0,1 5 0 0 0,0-1-4 0 0,1 1 0 0 0,-2-1 0 0 0,1 1-1 0 0,-1 0 1 0 0,0 0 0 0 0,-1-1 0 0 0,1 1 0 0 0,-2 0 0 0 0,1 14 0 0 0,-3-9 132 0 0,0-1 1 0 0,-1 0-1 0 0,0-1 1 0 0,0 1-1 0 0,-2 0 1 0 0,1-1-1 0 0,-9 13 1 0 0,-5 7 806 0 0,-25 31 0 0 0,9-14 188 0 0,33-46-799 0 0,1-2-349 0 0,0 0-1 0 0,0 0 1 0 0,0 1 0 0 0,0-1-1 0 0,0 0 1 0 0,0 0-1 0 0,0 0 1 0 0,0 0 0 0 0,0 1-1 0 0,0-1 1 0 0,0 0 0 0 0,0 0-1 0 0,0 0 1 0 0,0 1-1 0 0,0-1 1 0 0,0 0 0 0 0,0 0-1 0 0,0 0 1 0 0,0 1 0 0 0,0-1-1 0 0,0 0 1 0 0,0 0-1 0 0,0 0 1 0 0,0 0 0 0 0,0 1-1 0 0,0-1 1 0 0,0 0 0 0 0,1 0-1 0 0,-1 0 1 0 0,0 0 0 0 0,0 0-1 0 0,0 0 1 0 0,0 1-1 0 0,0-1 1 0 0,1 0 0 0 0,-1 0-1 0 0,0 0 1 0 0,0 0 0 0 0,1 0-1 0 0,10 3 110 0 0,8-4-60 0 0,-19 1-54 0 0,211-25 297 0 0,-59 4-2379 0 0,-117 16 511 0 0,9-2-2276 0 0,-13 8-5914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7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20 184 0 0,'-3'0'2770'0'0,"-3"1"-1432"0"0,-20 4 7672 0 0,17-3-5786 0 0,-3 4 1940 0 0,21-3-3411 0 0,36 3-1104 0 0,1-3 0 0 0,78-3 0 0 0,-88-3-2354 0 0,0-1-1 0 0,36-9 0 0 0,-29-1-2243 0 0,-16 2-2018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7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4 2228 0 0,'-3'-1'895'0'0,"-1"0"0"0"0,1 1 0 0 0,0-1 0 0 0,-1 1 0 0 0,1 0 0 0 0,0-1 0 0 0,-1 2-1 0 0,-5 0 1 0 0,7-1-570 0 0,0 1 0 0 0,1 0 0 0 0,-1 0 0 0 0,0 0 0 0 0,1 0 0 0 0,-1 0 1 0 0,1 0-1 0 0,-1 1 0 0 0,1-1 0 0 0,0 0 0 0 0,-1 1 0 0 0,1-1 0 0 0,0 1 0 0 0,0-1 0 0 0,0 1 0 0 0,0 0 0 0 0,-1 1 0 0 0,-42 93 7950 0 0,-11 56-5115 0 0,30-80-2490 0 0,15-46-914 0 0,-12 39-1938 0 0,20-58 1339 0 0,0 0 0 0 0,1 1-1 0 0,0 0 1 0 0,0-1 0 0 0,1 1 0 0 0,0 11 0 0 0,0-17 398 0 0,1 1 0 0 0,-1-1 0 0 0,1 1 0 0 0,0-1 0 0 0,-1 1 0 0 0,1-1 0 0 0,0 1 0 0 0,2 2 0 0 0,10 9-5422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7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421 506 2216 0 0,'3'-11'1340'0'0,"1"-5"1191"0"0,0-1-1 0 0,1-24 1 0 0,-5 37-2159 0 0,0 0 1 0 0,0-1-1 0 0,0 1 0 0 0,-1-1 0 0 0,1 1 0 0 0,-1 0 0 0 0,0 0 1 0 0,-1-1-1 0 0,1 1 0 0 0,-1 0 0 0 0,1 0 0 0 0,-1 0 1 0 0,0 0-1 0 0,-5-5 0 0 0,6 7-264 0 0,-1 0 0 0 0,0 0 0 0 0,0 0 0 0 0,1 1 1 0 0,-1-1-1 0 0,-1 1 0 0 0,1-1 0 0 0,0 1 0 0 0,0 0 0 0 0,0 0 1 0 0,-1 0-1 0 0,1 0 0 0 0,-1 0 0 0 0,1 1 0 0 0,-5-2 0 0 0,2 2 4 0 0,0 0-1 0 0,0 0 1 0 0,-1 0-1 0 0,1 0 1 0 0,0 1-1 0 0,0 0 0 0 0,-7 2 1 0 0,-2 2 48 0 0,0 0 1 0 0,1 1-1 0 0,0 1 1 0 0,-19 12-1 0 0,7-2 48 0 0,1 0 0 0 0,1 2-1 0 0,1 1 1 0 0,0 1 0 0 0,-19 25-1 0 0,30-33-129 0 0,1 0-1 0 0,1 1 1 0 0,0 0-1 0 0,1 1 0 0 0,1 0 1 0 0,0 0-1 0 0,1 0 1 0 0,0 1-1 0 0,2 0 0 0 0,-6 28 1 0 0,10-38-50 0 0,-1 0-1 0 0,1-1 1 0 0,0 1 0 0 0,1 0 0 0 0,-1 0 0 0 0,1 0 0 0 0,1 0 0 0 0,-1-1-1 0 0,1 1 1 0 0,0-1 0 0 0,0 1 0 0 0,0-1 0 0 0,1 1 0 0 0,0-1 0 0 0,0 0 0 0 0,0 0-1 0 0,0-1 1 0 0,1 1 0 0 0,0-1 0 0 0,0 0 0 0 0,6 5 0 0 0,-6-6-23 0 0,0 0 0 0 0,0 0 1 0 0,0-1-1 0 0,1 1 1 0 0,-1-1-1 0 0,1 0 0 0 0,0 0 1 0 0,-1-1-1 0 0,1 1 1 0 0,0-1-1 0 0,0 0 1 0 0,0 0-1 0 0,0-1 0 0 0,0 0 1 0 0,0 0-1 0 0,0 0 1 0 0,1 0-1 0 0,-1-1 0 0 0,0 1 1 0 0,0-1-1 0 0,-1-1 1 0 0,1 1-1 0 0,0-1 0 0 0,7-3 1 0 0,1-3-86 0 0,0 0 1 0 0,0 0 0 0 0,0-2-1 0 0,-2 1 1 0 0,1-2-1 0 0,-1 1 1 0 0,-1-2 0 0 0,1 1-1 0 0,-2-2 1 0 0,15-22 0 0 0,-4 0-177 0 0,-2-1 1 0 0,27-73 0 0 0,-22 39-35 0 0,21-110-1 0 0,-3-76 750 0 0,-40 248-401 0 0,0-5 8 0 0,-4 16-12 0 0,-4 22 88 0 0,0 13 359 0 0,-41 240 2241 0 0,39-205-2208 0 0,1 136 0 0 0,8-191-1072 0 0,2 1 0 0 0,4 23-1 0 0,-5-37 35 0 0,0-1-1 0 0,0 0 0 0 0,0 0 1 0 0,0 0-1 0 0,1 0 0 0 0,-1-1 0 0 0,1 1 1 0 0,0 0-1 0 0,0-1 0 0 0,1 1 0 0 0,-1-1 1 0 0,1 1-1 0 0,0-1 0 0 0,-1 0 1 0 0,2 0-1 0 0,4 3 0 0 0,4-2-4778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100 175 1368 0 0,'2'-38'4093'0'0,"-3"23"-2211"0"0,2 0-1 0 0,0 0 1 0 0,0 0 0 0 0,2 1 0 0 0,6-26 0 0 0,-8 39-1818 0 0,-1 0 0 0 0,1-1-1 0 0,-1 1 1 0 0,1 0 0 0 0,0 0 0 0 0,-1-1 0 0 0,1 1 0 0 0,0 0 0 0 0,0 0 0 0 0,0 0 0 0 0,0 0 0 0 0,0 0 0 0 0,0 0 0 0 0,0 0 0 0 0,0 1 0 0 0,0-1 0 0 0,0 0 0 0 0,1 1 0 0 0,-1-1 0 0 0,0 0 0 0 0,0 1 0 0 0,1 0 0 0 0,-1-1 0 0 0,0 1 0 0 0,1 0 0 0 0,-1-1 0 0 0,1 1 0 0 0,-1 0 0 0 0,0 0 0 0 0,1 0 0 0 0,-1 0 0 0 0,0 1 0 0 0,1-1 0 0 0,-1 0 0 0 0,0 0 0 0 0,1 1 0 0 0,-1-1 0 0 0,0 1 0 0 0,1-1 0 0 0,1 2 0 0 0,0 0 8 0 0,1 0-1 0 0,0 0 1 0 0,-1 1 0 0 0,0-1 0 0 0,1 1-1 0 0,-1 0 1 0 0,0-1 0 0 0,0 1-1 0 0,-1 1 1 0 0,1-1 0 0 0,-1 0-1 0 0,4 7 1 0 0,-4-4 90 0 0,1 0 0 0 0,-1 1-1 0 0,-1-1 1 0 0,1 1-1 0 0,-1 0 1 0 0,0 0 0 0 0,-1-1-1 0 0,0 1 1 0 0,0 0 0 0 0,0 0-1 0 0,-1 0 1 0 0,0-1 0 0 0,0 1-1 0 0,-1 0 1 0 0,0-1 0 0 0,0 1-1 0 0,0-1 1 0 0,-1 0 0 0 0,0 0-1 0 0,0 0 1 0 0,-7 10 0 0 0,-8 8 608 0 0,0 0 1 0 0,-2 0-1 0 0,-35 31 1 0 0,32-32-372 0 0,10-11-241 0 0,-26 30 521 0 0,39-42-667 0 0,0 1 1 0 0,0-1 0 0 0,-1 0-1 0 0,1 1 1 0 0,0-1-1 0 0,-1 1 1 0 0,1-1-1 0 0,0 1 1 0 0,0-1 0 0 0,0 1-1 0 0,0-1 1 0 0,-1 1-1 0 0,1-1 1 0 0,0 1-1 0 0,0-1 1 0 0,0 1 0 0 0,0-1-1 0 0,0 1 1 0 0,0-1-1 0 0,0 1 1 0 0,0-1 0 0 0,1 1-1 0 0,-1-1 1 0 0,0 1-1 0 0,0-1 1 0 0,0 1-1 0 0,0-1 1 0 0,1 1 0 0 0,-1-1-1 0 0,1 1 1 0 0,15 9 147 0 0,22-3-18 0 0,121-10-587 0 0,-54-1-1321 0 0,132 14-5411 0 0,-79 8-2599 0 0,-102-8 2470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8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1572 0 0,'-155'53'16230'0'0,"149"-51"-15563"0"0,-14 6 2453 0 0,17-3-1575 0 0,12 1-535 0 0,22 2-837 0 0,1-2 0 0 0,0-1 0 0 0,56 2-1 0 0,5 0-5009 0 0,-92-6 4471 0 0,23 1-2309 0 0,12-2-11878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8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0 2908 0 0,'-111'30'16038'0'0,"111"-30"-15976"0"0,0 0 0 0 0,-1 0 0 0 0,1 0 1 0 0,0 0-1 0 0,0 0 0 0 0,0 0 0 0 0,-1 0 1 0 0,1 0-1 0 0,0 0 0 0 0,0 0 0 0 0,0 0 1 0 0,-1 0-1 0 0,1 0 0 0 0,0 0 0 0 0,0 0 1 0 0,0 0-1 0 0,0 0 0 0 0,-1 0 0 0 0,1 0 1 0 0,0 0-1 0 0,0 0 0 0 0,0 0 0 0 0,-1 0 1 0 0,1 1-1 0 0,0-1 0 0 0,0 0 187 0 0,-1 0-187 0 0,1 1 1 0 0,0-1-1 0 0,0 0 0 0 0,0 0 0 0 0,0 0 1 0 0,0 0-1 0 0,0 1 0 0 0,0-1 0 0 0,0 0 1 0 0,0 0-1 0 0,0 0 0 0 0,-1 0 0 0 0,1 1 1 0 0,0-1-1 0 0,0 0 0 0 0,0 0 0 0 0,0 0 1 0 0,0 1-1 0 0,0-1 0 0 0,0 0 0 0 0,0 0 1 0 0,1 1-1 0 0,11 5 1151 0 0,20 2-641 0 0,11-2-772 0 0,0-2 1 0 0,0-2 0 0 0,44-3-1 0 0,21-8-4326 0 0,-1-8-3739 0 0,-50 6 228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1:49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91 2120 0 0,'-7'-50'18923'0'0,"4"17"-7658"0"0,3 31-10875 0 0,0-3-321 0 0,3 11-69 0 0,2 12 0 0 0,-1-1 0 0 0,0 0 0 0 0,-1 1 0 0 0,-2 0 0 0 0,1 0 0 0 0,-3 18 0 0 0,-11 108 0 0 0,-12 23-1881 0 0,-48 216-8143 0 0,64-349 2809 0 0,1-3-4028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979CB-1EF8-EEFC-2EA4-C0A77CA3D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71BAC-4A46-DF0A-6AAE-5D6BB890E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3DFC-F074-CE24-4560-88E2F9A7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05170-EE96-2FAF-0BCC-4374E0C5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70CB-8C88-1F53-59AF-CE57ECF3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8F47-6B81-FE3F-D993-2CF070BE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4923-31DB-1A3A-EBE2-E4E9789C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90EA6-4876-1DA7-6803-01FD645B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884E4-FD0A-EBB8-75D7-EF7D6A25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FB56F-4C07-6DDE-39FE-4B89C97A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7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9CB3-47EF-97B6-3855-2F735B0B2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DBF34-17D5-6200-18EA-B2F367B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35121-30D1-5281-48D6-59AB0274B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34E77-2F51-287A-CABB-2E998332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A5ED-198B-AE6B-64C1-6F270C85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47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2FAB-3F13-9A9C-ABA8-7C440FF3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50707-1F7B-BEBA-185A-5817F9CF2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F2C80-28C9-4275-305D-88ED97672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14B11-1C9B-6103-DF73-0C416E4E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F0C57-B36C-6EEA-32F7-1A35E720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38E99-5387-1A05-CE04-B5717BF5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67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482E-1ADE-6BF4-791B-60B23B70C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14CAD-C9D7-A8C1-776F-70C9EBD32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DDDD0-2F6D-32F5-4D1C-67F0397AE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BC2E0-6E3C-ED30-6E0B-D483E5A39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9C836-0D9B-702F-BCBD-4103AE173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74344-DE7F-5DCA-1546-962F45D1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271BC-51F6-70C0-ACE1-97C39DEA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A0EB0-FAFA-10D4-CBEB-B80791F7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39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B91E-41E2-608A-790F-784C83C5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7F0E3-25D5-5E6A-AFCE-BF46B72D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5CE8D-CE2B-A84C-1AD7-D2D86CA21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4006C-996C-C248-6331-1D0D589F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13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338BA-9B79-B848-200F-DBECBD5B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739D8-1DF4-AFB5-3D8E-6075CCDC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4BB5F-CCDB-8EE8-3F71-DDA61D8E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8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E06F-B66E-6428-9678-F75D8F7F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3039-8866-0975-2624-C7F21B94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C0092-E81F-896F-88F8-29D713B97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CC95C-6903-C9FD-68A8-97E33E75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6C6B9-5EFF-62CA-E8DE-DFF2B793A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2BEF0-520E-C38F-B66F-AE96E1358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39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9C6F-5C57-4FC6-89A9-6CEAF220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D1A0A-8E48-F1CA-A8C6-36407165D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0EB83-212E-568F-C79E-F52471B24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5EF80-DC70-C035-6A8C-66CD027E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E61A0-2A55-868E-5F4B-22093008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E120-951A-5B13-1520-9DCBC51C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46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3492-F930-3482-253D-4D894749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C2204-6687-CD97-D61A-70A09025C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34E31-CC95-FB8D-784B-19E0051B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C93AB-B6DE-B51D-C202-E657FE56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E6705-8817-EB4E-A611-9692BEFF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226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09421-1D2B-BCD6-CF1A-C63151AE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DA245-93E5-B664-EAC4-D2949708D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A0CCD-3CC9-2F84-AB16-D1F20E048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CEFB-B295-88A2-D598-81199F24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1559-0349-091C-8AE6-44750628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606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0BA04-32B0-F50E-1636-5D098A73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BD84B-0271-6732-077C-A29F08D30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6ED88-78AA-2410-68C2-C1737432E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A4AA2-BFA3-4005-B092-CE2F8F1B68F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82E7A-7205-F944-F80B-CDB3F3770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F3B59-0D09-0197-33E2-71CF5206F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F30C5-4C6D-492F-9D2D-55A138C59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1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99" Type="http://schemas.openxmlformats.org/officeDocument/2006/relationships/customXml" Target="../ink/ink150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80.xml"/><Relationship Id="rId324" Type="http://schemas.openxmlformats.org/officeDocument/2006/relationships/image" Target="../media/image161.png"/><Relationship Id="rId366" Type="http://schemas.openxmlformats.org/officeDocument/2006/relationships/customXml" Target="../ink/ink184.xml"/><Relationship Id="rId170" Type="http://schemas.openxmlformats.org/officeDocument/2006/relationships/image" Target="../media/image84.png"/><Relationship Id="rId226" Type="http://schemas.openxmlformats.org/officeDocument/2006/relationships/image" Target="../media/image112.png"/><Relationship Id="rId268" Type="http://schemas.openxmlformats.org/officeDocument/2006/relationships/image" Target="../media/image133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image" Target="../media/image63.png"/><Relationship Id="rId335" Type="http://schemas.openxmlformats.org/officeDocument/2006/relationships/customXml" Target="../ink/ink168.xml"/><Relationship Id="rId5" Type="http://schemas.openxmlformats.org/officeDocument/2006/relationships/image" Target="../media/image2.png"/><Relationship Id="rId181" Type="http://schemas.openxmlformats.org/officeDocument/2006/relationships/customXml" Target="../ink/ink91.xml"/><Relationship Id="rId237" Type="http://schemas.openxmlformats.org/officeDocument/2006/relationships/customXml" Target="../ink/ink119.xml"/><Relationship Id="rId279" Type="http://schemas.openxmlformats.org/officeDocument/2006/relationships/customXml" Target="../ink/ink140.xml"/><Relationship Id="rId43" Type="http://schemas.openxmlformats.org/officeDocument/2006/relationships/image" Target="../media/image21.png"/><Relationship Id="rId139" Type="http://schemas.openxmlformats.org/officeDocument/2006/relationships/customXml" Target="../ink/ink70.xml"/><Relationship Id="rId290" Type="http://schemas.openxmlformats.org/officeDocument/2006/relationships/image" Target="../media/image144.png"/><Relationship Id="rId304" Type="http://schemas.openxmlformats.org/officeDocument/2006/relationships/image" Target="../media/image151.png"/><Relationship Id="rId346" Type="http://schemas.openxmlformats.org/officeDocument/2006/relationships/image" Target="../media/image172.png"/><Relationship Id="rId85" Type="http://schemas.openxmlformats.org/officeDocument/2006/relationships/customXml" Target="../ink/ink43.xml"/><Relationship Id="rId150" Type="http://schemas.openxmlformats.org/officeDocument/2006/relationships/image" Target="../media/image74.png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248" Type="http://schemas.openxmlformats.org/officeDocument/2006/relationships/image" Target="../media/image123.png"/><Relationship Id="rId12" Type="http://schemas.openxmlformats.org/officeDocument/2006/relationships/customXml" Target="../ink/ink6.xml"/><Relationship Id="rId108" Type="http://schemas.openxmlformats.org/officeDocument/2006/relationships/image" Target="../media/image53.png"/><Relationship Id="rId315" Type="http://schemas.openxmlformats.org/officeDocument/2006/relationships/customXml" Target="../ink/ink158.xml"/><Relationship Id="rId357" Type="http://schemas.openxmlformats.org/officeDocument/2006/relationships/customXml" Target="../ink/ink179.xml"/><Relationship Id="rId54" Type="http://schemas.openxmlformats.org/officeDocument/2006/relationships/customXml" Target="../ink/ink27.xml"/><Relationship Id="rId96" Type="http://schemas.openxmlformats.org/officeDocument/2006/relationships/image" Target="../media/image47.png"/><Relationship Id="rId161" Type="http://schemas.openxmlformats.org/officeDocument/2006/relationships/customXml" Target="../ink/ink81.xml"/><Relationship Id="rId217" Type="http://schemas.openxmlformats.org/officeDocument/2006/relationships/customXml" Target="../ink/ink109.xml"/><Relationship Id="rId259" Type="http://schemas.openxmlformats.org/officeDocument/2006/relationships/customXml" Target="../ink/ink130.xml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270" Type="http://schemas.openxmlformats.org/officeDocument/2006/relationships/image" Target="../media/image134.png"/><Relationship Id="rId326" Type="http://schemas.openxmlformats.org/officeDocument/2006/relationships/image" Target="../media/image162.png"/><Relationship Id="rId65" Type="http://schemas.openxmlformats.org/officeDocument/2006/relationships/image" Target="../media/image32.png"/><Relationship Id="rId130" Type="http://schemas.openxmlformats.org/officeDocument/2006/relationships/image" Target="../media/image64.png"/><Relationship Id="rId368" Type="http://schemas.openxmlformats.org/officeDocument/2006/relationships/customXml" Target="../ink/ink185.xml"/><Relationship Id="rId172" Type="http://schemas.openxmlformats.org/officeDocument/2006/relationships/image" Target="../media/image85.png"/><Relationship Id="rId228" Type="http://schemas.openxmlformats.org/officeDocument/2006/relationships/image" Target="../media/image113.png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customXml" Target="../ink/ink71.xml"/><Relationship Id="rId7" Type="http://schemas.openxmlformats.org/officeDocument/2006/relationships/image" Target="../media/image3.png"/><Relationship Id="rId183" Type="http://schemas.openxmlformats.org/officeDocument/2006/relationships/customXml" Target="../ink/ink92.xml"/><Relationship Id="rId239" Type="http://schemas.openxmlformats.org/officeDocument/2006/relationships/customXml" Target="../ink/ink120.xml"/><Relationship Id="rId250" Type="http://schemas.openxmlformats.org/officeDocument/2006/relationships/image" Target="../media/image124.png"/><Relationship Id="rId292" Type="http://schemas.openxmlformats.org/officeDocument/2006/relationships/image" Target="../media/image145.png"/><Relationship Id="rId306" Type="http://schemas.openxmlformats.org/officeDocument/2006/relationships/image" Target="../media/image152.png"/><Relationship Id="rId45" Type="http://schemas.openxmlformats.org/officeDocument/2006/relationships/image" Target="../media/image22.png"/><Relationship Id="rId87" Type="http://schemas.openxmlformats.org/officeDocument/2006/relationships/customXml" Target="../ink/ink44.xml"/><Relationship Id="rId110" Type="http://schemas.openxmlformats.org/officeDocument/2006/relationships/image" Target="../media/image54.png"/><Relationship Id="rId348" Type="http://schemas.openxmlformats.org/officeDocument/2006/relationships/image" Target="../media/image173.png"/><Relationship Id="rId152" Type="http://schemas.openxmlformats.org/officeDocument/2006/relationships/image" Target="../media/image75.png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59.xml"/><Relationship Id="rId359" Type="http://schemas.openxmlformats.org/officeDocument/2006/relationships/image" Target="../media/image178.png"/><Relationship Id="rId98" Type="http://schemas.openxmlformats.org/officeDocument/2006/relationships/image" Target="../media/image48.png"/><Relationship Id="rId121" Type="http://schemas.openxmlformats.org/officeDocument/2006/relationships/customXml" Target="../ink/ink61.xml"/><Relationship Id="rId163" Type="http://schemas.openxmlformats.org/officeDocument/2006/relationships/customXml" Target="../ink/ink82.xml"/><Relationship Id="rId219" Type="http://schemas.openxmlformats.org/officeDocument/2006/relationships/customXml" Target="../ink/ink110.xml"/><Relationship Id="rId370" Type="http://schemas.openxmlformats.org/officeDocument/2006/relationships/customXml" Target="../ink/ink186.xml"/><Relationship Id="rId230" Type="http://schemas.openxmlformats.org/officeDocument/2006/relationships/image" Target="../media/image114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5.png"/><Relationship Id="rId328" Type="http://schemas.openxmlformats.org/officeDocument/2006/relationships/image" Target="../media/image163.png"/><Relationship Id="rId132" Type="http://schemas.openxmlformats.org/officeDocument/2006/relationships/image" Target="../media/image65.png"/><Relationship Id="rId174" Type="http://schemas.openxmlformats.org/officeDocument/2006/relationships/image" Target="../media/image86.png"/><Relationship Id="rId241" Type="http://schemas.openxmlformats.org/officeDocument/2006/relationships/customXml" Target="../ink/ink121.xml"/><Relationship Id="rId36" Type="http://schemas.openxmlformats.org/officeDocument/2006/relationships/customXml" Target="../ink/ink18.xml"/><Relationship Id="rId283" Type="http://schemas.openxmlformats.org/officeDocument/2006/relationships/customXml" Target="../ink/ink142.xml"/><Relationship Id="rId339" Type="http://schemas.openxmlformats.org/officeDocument/2006/relationships/customXml" Target="../ink/ink170.xml"/><Relationship Id="rId78" Type="http://schemas.openxmlformats.org/officeDocument/2006/relationships/customXml" Target="../ink/ink39.xml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0.png"/><Relationship Id="rId143" Type="http://schemas.openxmlformats.org/officeDocument/2006/relationships/customXml" Target="../ink/ink72.xml"/><Relationship Id="rId164" Type="http://schemas.openxmlformats.org/officeDocument/2006/relationships/image" Target="../media/image81.png"/><Relationship Id="rId185" Type="http://schemas.openxmlformats.org/officeDocument/2006/relationships/customXml" Target="../ink/ink93.xml"/><Relationship Id="rId350" Type="http://schemas.openxmlformats.org/officeDocument/2006/relationships/image" Target="../media/image174.png"/><Relationship Id="rId371" Type="http://schemas.openxmlformats.org/officeDocument/2006/relationships/image" Target="../media/image184.png"/><Relationship Id="rId9" Type="http://schemas.openxmlformats.org/officeDocument/2006/relationships/image" Target="../media/image4.png"/><Relationship Id="rId210" Type="http://schemas.openxmlformats.org/officeDocument/2006/relationships/image" Target="../media/image104.png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252" Type="http://schemas.openxmlformats.org/officeDocument/2006/relationships/image" Target="../media/image125.png"/><Relationship Id="rId273" Type="http://schemas.openxmlformats.org/officeDocument/2006/relationships/customXml" Target="../ink/ink137.xml"/><Relationship Id="rId294" Type="http://schemas.openxmlformats.org/officeDocument/2006/relationships/image" Target="../media/image146.png"/><Relationship Id="rId308" Type="http://schemas.openxmlformats.org/officeDocument/2006/relationships/image" Target="../media/image153.png"/><Relationship Id="rId329" Type="http://schemas.openxmlformats.org/officeDocument/2006/relationships/customXml" Target="../ink/ink165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customXml" Target="../ink/ink45.xml"/><Relationship Id="rId112" Type="http://schemas.openxmlformats.org/officeDocument/2006/relationships/image" Target="../media/image55.png"/><Relationship Id="rId133" Type="http://schemas.openxmlformats.org/officeDocument/2006/relationships/customXml" Target="../ink/ink67.xml"/><Relationship Id="rId154" Type="http://schemas.openxmlformats.org/officeDocument/2006/relationships/image" Target="../media/image76.png"/><Relationship Id="rId175" Type="http://schemas.openxmlformats.org/officeDocument/2006/relationships/customXml" Target="../ink/ink88.xml"/><Relationship Id="rId340" Type="http://schemas.openxmlformats.org/officeDocument/2006/relationships/image" Target="../media/image169.png"/><Relationship Id="rId361" Type="http://schemas.openxmlformats.org/officeDocument/2006/relationships/image" Target="../media/image179.png"/><Relationship Id="rId196" Type="http://schemas.openxmlformats.org/officeDocument/2006/relationships/image" Target="../media/image97.png"/><Relationship Id="rId200" Type="http://schemas.openxmlformats.org/officeDocument/2006/relationships/image" Target="../media/image99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242" Type="http://schemas.openxmlformats.org/officeDocument/2006/relationships/image" Target="../media/image120.png"/><Relationship Id="rId263" Type="http://schemas.openxmlformats.org/officeDocument/2006/relationships/customXml" Target="../ink/ink132.xml"/><Relationship Id="rId284" Type="http://schemas.openxmlformats.org/officeDocument/2006/relationships/image" Target="../media/image141.png"/><Relationship Id="rId319" Type="http://schemas.openxmlformats.org/officeDocument/2006/relationships/customXml" Target="../ink/ink160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image" Target="../media/image50.png"/><Relationship Id="rId123" Type="http://schemas.openxmlformats.org/officeDocument/2006/relationships/customXml" Target="../ink/ink62.xml"/><Relationship Id="rId144" Type="http://schemas.openxmlformats.org/officeDocument/2006/relationships/image" Target="../media/image71.png"/><Relationship Id="rId330" Type="http://schemas.openxmlformats.org/officeDocument/2006/relationships/image" Target="../media/image164.png"/><Relationship Id="rId90" Type="http://schemas.openxmlformats.org/officeDocument/2006/relationships/image" Target="../media/image44.png"/><Relationship Id="rId165" Type="http://schemas.openxmlformats.org/officeDocument/2006/relationships/customXml" Target="../ink/ink83.xml"/><Relationship Id="rId186" Type="http://schemas.openxmlformats.org/officeDocument/2006/relationships/image" Target="../media/image92.png"/><Relationship Id="rId351" Type="http://schemas.openxmlformats.org/officeDocument/2006/relationships/customXml" Target="../ink/ink176.xml"/><Relationship Id="rId372" Type="http://schemas.openxmlformats.org/officeDocument/2006/relationships/customXml" Target="../ink/ink187.xml"/><Relationship Id="rId211" Type="http://schemas.openxmlformats.org/officeDocument/2006/relationships/customXml" Target="../ink/ink106.xml"/><Relationship Id="rId232" Type="http://schemas.openxmlformats.org/officeDocument/2006/relationships/image" Target="../media/image115.png"/><Relationship Id="rId253" Type="http://schemas.openxmlformats.org/officeDocument/2006/relationships/customXml" Target="../ink/ink127.xml"/><Relationship Id="rId274" Type="http://schemas.openxmlformats.org/officeDocument/2006/relationships/image" Target="../media/image136.png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34" Type="http://schemas.openxmlformats.org/officeDocument/2006/relationships/image" Target="../media/image66.png"/><Relationship Id="rId320" Type="http://schemas.openxmlformats.org/officeDocument/2006/relationships/image" Target="../media/image159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87.png"/><Relationship Id="rId197" Type="http://schemas.openxmlformats.org/officeDocument/2006/relationships/customXml" Target="../ink/ink99.xml"/><Relationship Id="rId341" Type="http://schemas.openxmlformats.org/officeDocument/2006/relationships/customXml" Target="../ink/ink171.xml"/><Relationship Id="rId362" Type="http://schemas.openxmlformats.org/officeDocument/2006/relationships/customXml" Target="../ink/ink182.xml"/><Relationship Id="rId201" Type="http://schemas.openxmlformats.org/officeDocument/2006/relationships/customXml" Target="../ink/ink101.xml"/><Relationship Id="rId222" Type="http://schemas.openxmlformats.org/officeDocument/2006/relationships/image" Target="../media/image110.png"/><Relationship Id="rId243" Type="http://schemas.openxmlformats.org/officeDocument/2006/relationships/customXml" Target="../ink/ink122.xml"/><Relationship Id="rId264" Type="http://schemas.openxmlformats.org/officeDocument/2006/relationships/image" Target="../media/image131.png"/><Relationship Id="rId285" Type="http://schemas.openxmlformats.org/officeDocument/2006/relationships/customXml" Target="../ink/ink143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2.xml"/><Relationship Id="rId124" Type="http://schemas.openxmlformats.org/officeDocument/2006/relationships/image" Target="../media/image61.png"/><Relationship Id="rId310" Type="http://schemas.openxmlformats.org/officeDocument/2006/relationships/image" Target="../media/image154.png"/><Relationship Id="rId70" Type="http://schemas.openxmlformats.org/officeDocument/2006/relationships/customXml" Target="../ink/ink35.xml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66" Type="http://schemas.openxmlformats.org/officeDocument/2006/relationships/image" Target="../media/image82.png"/><Relationship Id="rId187" Type="http://schemas.openxmlformats.org/officeDocument/2006/relationships/customXml" Target="../ink/ink94.xml"/><Relationship Id="rId331" Type="http://schemas.openxmlformats.org/officeDocument/2006/relationships/customXml" Target="../ink/ink166.xml"/><Relationship Id="rId352" Type="http://schemas.openxmlformats.org/officeDocument/2006/relationships/image" Target="../media/image175.png"/><Relationship Id="rId373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5.png"/><Relationship Id="rId233" Type="http://schemas.openxmlformats.org/officeDocument/2006/relationships/customXml" Target="../ink/ink117.xml"/><Relationship Id="rId254" Type="http://schemas.openxmlformats.org/officeDocument/2006/relationships/image" Target="../media/image126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275" Type="http://schemas.openxmlformats.org/officeDocument/2006/relationships/customXml" Target="../ink/ink138.xml"/><Relationship Id="rId296" Type="http://schemas.openxmlformats.org/officeDocument/2006/relationships/image" Target="../media/image147.png"/><Relationship Id="rId300" Type="http://schemas.openxmlformats.org/officeDocument/2006/relationships/image" Target="../media/image149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customXml" Target="../ink/ink68.xml"/><Relationship Id="rId156" Type="http://schemas.openxmlformats.org/officeDocument/2006/relationships/image" Target="../media/image77.png"/><Relationship Id="rId177" Type="http://schemas.openxmlformats.org/officeDocument/2006/relationships/customXml" Target="../ink/ink89.xml"/><Relationship Id="rId198" Type="http://schemas.openxmlformats.org/officeDocument/2006/relationships/image" Target="../media/image98.png"/><Relationship Id="rId321" Type="http://schemas.openxmlformats.org/officeDocument/2006/relationships/customXml" Target="../ink/ink161.xml"/><Relationship Id="rId342" Type="http://schemas.openxmlformats.org/officeDocument/2006/relationships/image" Target="../media/image170.png"/><Relationship Id="rId363" Type="http://schemas.openxmlformats.org/officeDocument/2006/relationships/image" Target="../media/image180.png"/><Relationship Id="rId202" Type="http://schemas.openxmlformats.org/officeDocument/2006/relationships/image" Target="../media/image100.png"/><Relationship Id="rId223" Type="http://schemas.openxmlformats.org/officeDocument/2006/relationships/customXml" Target="../ink/ink112.xml"/><Relationship Id="rId244" Type="http://schemas.openxmlformats.org/officeDocument/2006/relationships/image" Target="../media/image12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3.xml"/><Relationship Id="rId286" Type="http://schemas.openxmlformats.org/officeDocument/2006/relationships/image" Target="../media/image142.png"/><Relationship Id="rId50" Type="http://schemas.openxmlformats.org/officeDocument/2006/relationships/customXml" Target="../ink/ink25.xml"/><Relationship Id="rId104" Type="http://schemas.openxmlformats.org/officeDocument/2006/relationships/image" Target="../media/image51.png"/><Relationship Id="rId125" Type="http://schemas.openxmlformats.org/officeDocument/2006/relationships/customXml" Target="../ink/ink63.xml"/><Relationship Id="rId146" Type="http://schemas.openxmlformats.org/officeDocument/2006/relationships/image" Target="../media/image72.png"/><Relationship Id="rId167" Type="http://schemas.openxmlformats.org/officeDocument/2006/relationships/customXml" Target="../ink/ink84.xml"/><Relationship Id="rId188" Type="http://schemas.openxmlformats.org/officeDocument/2006/relationships/image" Target="../media/image93.png"/><Relationship Id="rId311" Type="http://schemas.openxmlformats.org/officeDocument/2006/relationships/customXml" Target="../ink/ink156.xml"/><Relationship Id="rId332" Type="http://schemas.openxmlformats.org/officeDocument/2006/relationships/image" Target="../media/image165.png"/><Relationship Id="rId353" Type="http://schemas.openxmlformats.org/officeDocument/2006/relationships/customXml" Target="../ink/ink177.xml"/><Relationship Id="rId374" Type="http://schemas.openxmlformats.org/officeDocument/2006/relationships/customXml" Target="../ink/ink188.xml"/><Relationship Id="rId71" Type="http://schemas.openxmlformats.org/officeDocument/2006/relationships/image" Target="../media/image35.png"/><Relationship Id="rId92" Type="http://schemas.openxmlformats.org/officeDocument/2006/relationships/image" Target="../media/image45.png"/><Relationship Id="rId213" Type="http://schemas.openxmlformats.org/officeDocument/2006/relationships/customXml" Target="../ink/ink107.xml"/><Relationship Id="rId234" Type="http://schemas.openxmlformats.org/officeDocument/2006/relationships/image" Target="../media/image11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28.xml"/><Relationship Id="rId276" Type="http://schemas.openxmlformats.org/officeDocument/2006/relationships/image" Target="../media/image137.png"/><Relationship Id="rId297" Type="http://schemas.openxmlformats.org/officeDocument/2006/relationships/customXml" Target="../ink/ink149.xml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image" Target="../media/image67.png"/><Relationship Id="rId157" Type="http://schemas.openxmlformats.org/officeDocument/2006/relationships/customXml" Target="../ink/ink79.xml"/><Relationship Id="rId178" Type="http://schemas.openxmlformats.org/officeDocument/2006/relationships/image" Target="../media/image88.png"/><Relationship Id="rId301" Type="http://schemas.openxmlformats.org/officeDocument/2006/relationships/customXml" Target="../ink/ink151.xml"/><Relationship Id="rId322" Type="http://schemas.openxmlformats.org/officeDocument/2006/relationships/image" Target="../media/image160.png"/><Relationship Id="rId343" Type="http://schemas.openxmlformats.org/officeDocument/2006/relationships/customXml" Target="../ink/ink172.xml"/><Relationship Id="rId364" Type="http://schemas.openxmlformats.org/officeDocument/2006/relationships/customXml" Target="../ink/ink183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image" Target="../media/image9.png"/><Relationship Id="rId224" Type="http://schemas.openxmlformats.org/officeDocument/2006/relationships/image" Target="../media/image111.png"/><Relationship Id="rId245" Type="http://schemas.openxmlformats.org/officeDocument/2006/relationships/customXml" Target="../ink/ink123.xml"/><Relationship Id="rId266" Type="http://schemas.openxmlformats.org/officeDocument/2006/relationships/image" Target="../media/image132.png"/><Relationship Id="rId287" Type="http://schemas.openxmlformats.org/officeDocument/2006/relationships/customXml" Target="../ink/ink144.xml"/><Relationship Id="rId30" Type="http://schemas.openxmlformats.org/officeDocument/2006/relationships/customXml" Target="../ink/ink15.xml"/><Relationship Id="rId105" Type="http://schemas.openxmlformats.org/officeDocument/2006/relationships/customXml" Target="../ink/ink53.xml"/><Relationship Id="rId126" Type="http://schemas.openxmlformats.org/officeDocument/2006/relationships/image" Target="../media/image62.png"/><Relationship Id="rId147" Type="http://schemas.openxmlformats.org/officeDocument/2006/relationships/customXml" Target="../ink/ink74.xml"/><Relationship Id="rId168" Type="http://schemas.openxmlformats.org/officeDocument/2006/relationships/image" Target="../media/image83.png"/><Relationship Id="rId312" Type="http://schemas.openxmlformats.org/officeDocument/2006/relationships/image" Target="../media/image155.png"/><Relationship Id="rId333" Type="http://schemas.openxmlformats.org/officeDocument/2006/relationships/customXml" Target="../ink/ink167.xml"/><Relationship Id="rId354" Type="http://schemas.openxmlformats.org/officeDocument/2006/relationships/image" Target="../media/image176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customXml" Target="../ink/ink47.xml"/><Relationship Id="rId189" Type="http://schemas.openxmlformats.org/officeDocument/2006/relationships/customXml" Target="../ink/ink95.xml"/><Relationship Id="rId375" Type="http://schemas.openxmlformats.org/officeDocument/2006/relationships/image" Target="../media/image186.png"/><Relationship Id="rId3" Type="http://schemas.openxmlformats.org/officeDocument/2006/relationships/image" Target="../media/image1.png"/><Relationship Id="rId214" Type="http://schemas.openxmlformats.org/officeDocument/2006/relationships/image" Target="../media/image106.png"/><Relationship Id="rId235" Type="http://schemas.openxmlformats.org/officeDocument/2006/relationships/customXml" Target="../ink/ink118.xml"/><Relationship Id="rId256" Type="http://schemas.openxmlformats.org/officeDocument/2006/relationships/image" Target="../media/image127.png"/><Relationship Id="rId277" Type="http://schemas.openxmlformats.org/officeDocument/2006/relationships/customXml" Target="../ink/ink139.xml"/><Relationship Id="rId298" Type="http://schemas.openxmlformats.org/officeDocument/2006/relationships/image" Target="../media/image148.png"/><Relationship Id="rId116" Type="http://schemas.openxmlformats.org/officeDocument/2006/relationships/image" Target="../media/image57.png"/><Relationship Id="rId137" Type="http://schemas.openxmlformats.org/officeDocument/2006/relationships/customXml" Target="../ink/ink69.xml"/><Relationship Id="rId158" Type="http://schemas.openxmlformats.org/officeDocument/2006/relationships/image" Target="../media/image78.png"/><Relationship Id="rId302" Type="http://schemas.openxmlformats.org/officeDocument/2006/relationships/image" Target="../media/image150.png"/><Relationship Id="rId323" Type="http://schemas.openxmlformats.org/officeDocument/2006/relationships/customXml" Target="../ink/ink162.xml"/><Relationship Id="rId344" Type="http://schemas.openxmlformats.org/officeDocument/2006/relationships/image" Target="../media/image17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2.xml"/><Relationship Id="rId179" Type="http://schemas.openxmlformats.org/officeDocument/2006/relationships/customXml" Target="../ink/ink90.xml"/><Relationship Id="rId365" Type="http://schemas.openxmlformats.org/officeDocument/2006/relationships/image" Target="../media/image181.png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25" Type="http://schemas.openxmlformats.org/officeDocument/2006/relationships/customXml" Target="../ink/ink113.xml"/><Relationship Id="rId246" Type="http://schemas.openxmlformats.org/officeDocument/2006/relationships/image" Target="../media/image122.png"/><Relationship Id="rId267" Type="http://schemas.openxmlformats.org/officeDocument/2006/relationships/customXml" Target="../ink/ink134.xml"/><Relationship Id="rId288" Type="http://schemas.openxmlformats.org/officeDocument/2006/relationships/image" Target="../media/image143.png"/><Relationship Id="rId106" Type="http://schemas.openxmlformats.org/officeDocument/2006/relationships/image" Target="../media/image52.png"/><Relationship Id="rId127" Type="http://schemas.openxmlformats.org/officeDocument/2006/relationships/customXml" Target="../ink/ink64.xml"/><Relationship Id="rId313" Type="http://schemas.openxmlformats.org/officeDocument/2006/relationships/customXml" Target="../ink/ink1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image" Target="../media/image46.png"/><Relationship Id="rId148" Type="http://schemas.openxmlformats.org/officeDocument/2006/relationships/image" Target="../media/image73.png"/><Relationship Id="rId169" Type="http://schemas.openxmlformats.org/officeDocument/2006/relationships/customXml" Target="../ink/ink85.xml"/><Relationship Id="rId334" Type="http://schemas.openxmlformats.org/officeDocument/2006/relationships/image" Target="../media/image166.png"/><Relationship Id="rId355" Type="http://schemas.openxmlformats.org/officeDocument/2006/relationships/customXml" Target="../ink/ink178.xml"/><Relationship Id="rId4" Type="http://schemas.openxmlformats.org/officeDocument/2006/relationships/customXml" Target="../ink/ink2.xml"/><Relationship Id="rId180" Type="http://schemas.openxmlformats.org/officeDocument/2006/relationships/image" Target="../media/image89.png"/><Relationship Id="rId215" Type="http://schemas.openxmlformats.org/officeDocument/2006/relationships/customXml" Target="../ink/ink108.xml"/><Relationship Id="rId236" Type="http://schemas.openxmlformats.org/officeDocument/2006/relationships/image" Target="../media/image117.png"/><Relationship Id="rId257" Type="http://schemas.openxmlformats.org/officeDocument/2006/relationships/customXml" Target="../ink/ink129.xml"/><Relationship Id="rId278" Type="http://schemas.openxmlformats.org/officeDocument/2006/relationships/image" Target="../media/image138.png"/><Relationship Id="rId303" Type="http://schemas.openxmlformats.org/officeDocument/2006/relationships/customXml" Target="../ink/ink152.xml"/><Relationship Id="rId42" Type="http://schemas.openxmlformats.org/officeDocument/2006/relationships/customXml" Target="../ink/ink21.xml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345" Type="http://schemas.openxmlformats.org/officeDocument/2006/relationships/customXml" Target="../ink/ink173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107" Type="http://schemas.openxmlformats.org/officeDocument/2006/relationships/customXml" Target="../ink/ink54.xml"/><Relationship Id="rId289" Type="http://schemas.openxmlformats.org/officeDocument/2006/relationships/customXml" Target="../ink/ink145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customXml" Target="../ink/ink75.xml"/><Relationship Id="rId314" Type="http://schemas.openxmlformats.org/officeDocument/2006/relationships/image" Target="../media/image156.png"/><Relationship Id="rId356" Type="http://schemas.openxmlformats.org/officeDocument/2006/relationships/image" Target="../media/image177.png"/><Relationship Id="rId95" Type="http://schemas.openxmlformats.org/officeDocument/2006/relationships/customXml" Target="../ink/ink48.xml"/><Relationship Id="rId160" Type="http://schemas.openxmlformats.org/officeDocument/2006/relationships/image" Target="../media/image79.png"/><Relationship Id="rId216" Type="http://schemas.openxmlformats.org/officeDocument/2006/relationships/image" Target="../media/image107.png"/><Relationship Id="rId258" Type="http://schemas.openxmlformats.org/officeDocument/2006/relationships/image" Target="../media/image128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58.png"/><Relationship Id="rId325" Type="http://schemas.openxmlformats.org/officeDocument/2006/relationships/customXml" Target="../ink/ink163.xml"/><Relationship Id="rId367" Type="http://schemas.openxmlformats.org/officeDocument/2006/relationships/image" Target="../media/image182.png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Relationship Id="rId269" Type="http://schemas.openxmlformats.org/officeDocument/2006/relationships/customXml" Target="../ink/ink135.xml"/><Relationship Id="rId33" Type="http://schemas.openxmlformats.org/officeDocument/2006/relationships/image" Target="../media/image16.png"/><Relationship Id="rId129" Type="http://schemas.openxmlformats.org/officeDocument/2006/relationships/customXml" Target="../ink/ink65.xml"/><Relationship Id="rId280" Type="http://schemas.openxmlformats.org/officeDocument/2006/relationships/image" Target="../media/image139.png"/><Relationship Id="rId336" Type="http://schemas.openxmlformats.org/officeDocument/2006/relationships/image" Target="../media/image167.png"/><Relationship Id="rId75" Type="http://schemas.openxmlformats.org/officeDocument/2006/relationships/image" Target="../media/image37.png"/><Relationship Id="rId140" Type="http://schemas.openxmlformats.org/officeDocument/2006/relationships/image" Target="../media/image69.png"/><Relationship Id="rId182" Type="http://schemas.openxmlformats.org/officeDocument/2006/relationships/image" Target="../media/image90.png"/><Relationship Id="rId6" Type="http://schemas.openxmlformats.org/officeDocument/2006/relationships/customXml" Target="../ink/ink3.xml"/><Relationship Id="rId238" Type="http://schemas.openxmlformats.org/officeDocument/2006/relationships/image" Target="../media/image118.png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44" Type="http://schemas.openxmlformats.org/officeDocument/2006/relationships/customXml" Target="../ink/ink22.xml"/><Relationship Id="rId86" Type="http://schemas.openxmlformats.org/officeDocument/2006/relationships/image" Target="../media/image42.png"/><Relationship Id="rId151" Type="http://schemas.openxmlformats.org/officeDocument/2006/relationships/customXml" Target="../ink/ink76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5.xml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260" Type="http://schemas.openxmlformats.org/officeDocument/2006/relationships/image" Target="../media/image129.png"/><Relationship Id="rId316" Type="http://schemas.openxmlformats.org/officeDocument/2006/relationships/image" Target="../media/image157.png"/><Relationship Id="rId55" Type="http://schemas.openxmlformats.org/officeDocument/2006/relationships/image" Target="../media/image27.png"/><Relationship Id="rId97" Type="http://schemas.openxmlformats.org/officeDocument/2006/relationships/customXml" Target="../ink/ink49.xml"/><Relationship Id="rId120" Type="http://schemas.openxmlformats.org/officeDocument/2006/relationships/image" Target="../media/image59.png"/><Relationship Id="rId358" Type="http://schemas.openxmlformats.org/officeDocument/2006/relationships/customXml" Target="../ink/ink180.xml"/><Relationship Id="rId162" Type="http://schemas.openxmlformats.org/officeDocument/2006/relationships/image" Target="../media/image80.png"/><Relationship Id="rId218" Type="http://schemas.openxmlformats.org/officeDocument/2006/relationships/image" Target="../media/image108.png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customXml" Target="../ink/ink66.xml"/><Relationship Id="rId327" Type="http://schemas.openxmlformats.org/officeDocument/2006/relationships/customXml" Target="../ink/ink164.xml"/><Relationship Id="rId369" Type="http://schemas.openxmlformats.org/officeDocument/2006/relationships/image" Target="../media/image183.png"/><Relationship Id="rId173" Type="http://schemas.openxmlformats.org/officeDocument/2006/relationships/customXml" Target="../ink/ink87.xml"/><Relationship Id="rId229" Type="http://schemas.openxmlformats.org/officeDocument/2006/relationships/customXml" Target="../ink/ink115.xml"/><Relationship Id="rId240" Type="http://schemas.openxmlformats.org/officeDocument/2006/relationships/image" Target="../media/image119.png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image" Target="../media/image49.png"/><Relationship Id="rId282" Type="http://schemas.openxmlformats.org/officeDocument/2006/relationships/image" Target="../media/image140.png"/><Relationship Id="rId338" Type="http://schemas.openxmlformats.org/officeDocument/2006/relationships/image" Target="../media/image168.png"/><Relationship Id="rId8" Type="http://schemas.openxmlformats.org/officeDocument/2006/relationships/customXml" Target="../ink/ink4.xml"/><Relationship Id="rId142" Type="http://schemas.openxmlformats.org/officeDocument/2006/relationships/image" Target="../media/image70.png"/><Relationship Id="rId184" Type="http://schemas.openxmlformats.org/officeDocument/2006/relationships/image" Target="../media/image91.png"/><Relationship Id="rId251" Type="http://schemas.openxmlformats.org/officeDocument/2006/relationships/customXml" Target="../ink/ink126.xml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88" Type="http://schemas.openxmlformats.org/officeDocument/2006/relationships/image" Target="../media/image43.png"/><Relationship Id="rId111" Type="http://schemas.openxmlformats.org/officeDocument/2006/relationships/customXml" Target="../ink/ink56.xml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customXml" Target="../ink/ink181.xml"/><Relationship Id="rId220" Type="http://schemas.openxmlformats.org/officeDocument/2006/relationships/image" Target="../media/image109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30.png"/><Relationship Id="rId318" Type="http://schemas.openxmlformats.org/officeDocument/2006/relationships/image" Target="../media/image158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9.png"/><Relationship Id="rId299" Type="http://schemas.openxmlformats.org/officeDocument/2006/relationships/customXml" Target="../ink/ink338.xml"/><Relationship Id="rId21" Type="http://schemas.openxmlformats.org/officeDocument/2006/relationships/image" Target="../media/image18110.png"/><Relationship Id="rId63" Type="http://schemas.openxmlformats.org/officeDocument/2006/relationships/image" Target="../media/image202.png"/><Relationship Id="rId159" Type="http://schemas.openxmlformats.org/officeDocument/2006/relationships/image" Target="../media/image250.png"/><Relationship Id="rId324" Type="http://schemas.openxmlformats.org/officeDocument/2006/relationships/image" Target="../media/image331.png"/><Relationship Id="rId366" Type="http://schemas.openxmlformats.org/officeDocument/2006/relationships/image" Target="../media/image352.png"/><Relationship Id="rId170" Type="http://schemas.openxmlformats.org/officeDocument/2006/relationships/customXml" Target="../ink/ink273.xml"/><Relationship Id="rId226" Type="http://schemas.openxmlformats.org/officeDocument/2006/relationships/image" Target="../media/image282.png"/><Relationship Id="rId433" Type="http://schemas.openxmlformats.org/officeDocument/2006/relationships/customXml" Target="../ink/ink405.xml"/><Relationship Id="rId268" Type="http://schemas.openxmlformats.org/officeDocument/2006/relationships/image" Target="../media/image303.png"/><Relationship Id="rId32" Type="http://schemas.openxmlformats.org/officeDocument/2006/relationships/customXml" Target="../ink/ink204.xml"/><Relationship Id="rId74" Type="http://schemas.openxmlformats.org/officeDocument/2006/relationships/customXml" Target="../ink/ink225.xml"/><Relationship Id="rId128" Type="http://schemas.openxmlformats.org/officeDocument/2006/relationships/customXml" Target="../ink/ink252.xml"/><Relationship Id="rId335" Type="http://schemas.openxmlformats.org/officeDocument/2006/relationships/customXml" Target="../ink/ink356.xml"/><Relationship Id="rId377" Type="http://schemas.openxmlformats.org/officeDocument/2006/relationships/customXml" Target="../ink/ink377.xml"/><Relationship Id="rId5" Type="http://schemas.openxmlformats.org/officeDocument/2006/relationships/image" Target="../media/image17310.png"/><Relationship Id="rId181" Type="http://schemas.openxmlformats.org/officeDocument/2006/relationships/image" Target="../media/image261.png"/><Relationship Id="rId237" Type="http://schemas.openxmlformats.org/officeDocument/2006/relationships/customXml" Target="../ink/ink307.xml"/><Relationship Id="rId402" Type="http://schemas.openxmlformats.org/officeDocument/2006/relationships/image" Target="../media/image370.png"/><Relationship Id="rId279" Type="http://schemas.openxmlformats.org/officeDocument/2006/relationships/customXml" Target="../ink/ink328.xml"/><Relationship Id="rId444" Type="http://schemas.openxmlformats.org/officeDocument/2006/relationships/image" Target="../media/image391.png"/><Relationship Id="rId43" Type="http://schemas.openxmlformats.org/officeDocument/2006/relationships/image" Target="../media/image192.png"/><Relationship Id="rId139" Type="http://schemas.openxmlformats.org/officeDocument/2006/relationships/image" Target="../media/image240.png"/><Relationship Id="rId290" Type="http://schemas.openxmlformats.org/officeDocument/2006/relationships/image" Target="../media/image314.png"/><Relationship Id="rId304" Type="http://schemas.openxmlformats.org/officeDocument/2006/relationships/image" Target="../media/image321.png"/><Relationship Id="rId346" Type="http://schemas.openxmlformats.org/officeDocument/2006/relationships/image" Target="../media/image342.png"/><Relationship Id="rId388" Type="http://schemas.openxmlformats.org/officeDocument/2006/relationships/image" Target="../media/image363.png"/><Relationship Id="rId85" Type="http://schemas.openxmlformats.org/officeDocument/2006/relationships/image" Target="../media/image213.png"/><Relationship Id="rId150" Type="http://schemas.openxmlformats.org/officeDocument/2006/relationships/customXml" Target="../ink/ink263.xml"/><Relationship Id="rId192" Type="http://schemas.openxmlformats.org/officeDocument/2006/relationships/customXml" Target="../ink/ink284.xml"/><Relationship Id="rId206" Type="http://schemas.openxmlformats.org/officeDocument/2006/relationships/customXml" Target="../ink/ink291.xml"/><Relationship Id="rId413" Type="http://schemas.openxmlformats.org/officeDocument/2006/relationships/customXml" Target="../ink/ink395.xml"/><Relationship Id="rId248" Type="http://schemas.openxmlformats.org/officeDocument/2006/relationships/image" Target="../media/image293.png"/><Relationship Id="rId455" Type="http://schemas.openxmlformats.org/officeDocument/2006/relationships/customXml" Target="../ink/ink416.xml"/><Relationship Id="rId12" Type="http://schemas.openxmlformats.org/officeDocument/2006/relationships/customXml" Target="../ink/ink194.xml"/><Relationship Id="rId108" Type="http://schemas.openxmlformats.org/officeDocument/2006/relationships/customXml" Target="../ink/ink242.xml"/><Relationship Id="rId315" Type="http://schemas.openxmlformats.org/officeDocument/2006/relationships/customXml" Target="../ink/ink346.xml"/><Relationship Id="rId357" Type="http://schemas.openxmlformats.org/officeDocument/2006/relationships/customXml" Target="../ink/ink367.xml"/><Relationship Id="rId54" Type="http://schemas.openxmlformats.org/officeDocument/2006/relationships/customXml" Target="../ink/ink215.xml"/><Relationship Id="rId96" Type="http://schemas.openxmlformats.org/officeDocument/2006/relationships/customXml" Target="../ink/ink236.xml"/><Relationship Id="rId161" Type="http://schemas.openxmlformats.org/officeDocument/2006/relationships/image" Target="../media/image251.png"/><Relationship Id="rId217" Type="http://schemas.openxmlformats.org/officeDocument/2006/relationships/customXml" Target="../ink/ink297.xml"/><Relationship Id="rId399" Type="http://schemas.openxmlformats.org/officeDocument/2006/relationships/customXml" Target="../ink/ink388.xml"/><Relationship Id="rId259" Type="http://schemas.openxmlformats.org/officeDocument/2006/relationships/customXml" Target="../ink/ink318.xml"/><Relationship Id="rId424" Type="http://schemas.openxmlformats.org/officeDocument/2006/relationships/image" Target="../media/image381.png"/><Relationship Id="rId466" Type="http://schemas.openxmlformats.org/officeDocument/2006/relationships/image" Target="../media/image402.png"/><Relationship Id="rId23" Type="http://schemas.openxmlformats.org/officeDocument/2006/relationships/image" Target="../media/image18210.png"/><Relationship Id="rId119" Type="http://schemas.openxmlformats.org/officeDocument/2006/relationships/image" Target="../media/image230.png"/><Relationship Id="rId270" Type="http://schemas.openxmlformats.org/officeDocument/2006/relationships/image" Target="../media/image304.png"/><Relationship Id="rId326" Type="http://schemas.openxmlformats.org/officeDocument/2006/relationships/image" Target="../media/image332.png"/><Relationship Id="rId65" Type="http://schemas.openxmlformats.org/officeDocument/2006/relationships/image" Target="../media/image203.png"/><Relationship Id="rId130" Type="http://schemas.openxmlformats.org/officeDocument/2006/relationships/customXml" Target="../ink/ink253.xml"/><Relationship Id="rId368" Type="http://schemas.openxmlformats.org/officeDocument/2006/relationships/image" Target="../media/image353.png"/><Relationship Id="rId172" Type="http://schemas.openxmlformats.org/officeDocument/2006/relationships/customXml" Target="../ink/ink274.xml"/><Relationship Id="rId228" Type="http://schemas.openxmlformats.org/officeDocument/2006/relationships/image" Target="../media/image283.png"/><Relationship Id="rId435" Type="http://schemas.openxmlformats.org/officeDocument/2006/relationships/customXml" Target="../ink/ink406.xml"/><Relationship Id="rId281" Type="http://schemas.openxmlformats.org/officeDocument/2006/relationships/customXml" Target="../ink/ink329.xml"/><Relationship Id="rId337" Type="http://schemas.openxmlformats.org/officeDocument/2006/relationships/customXml" Target="../ink/ink357.xml"/><Relationship Id="rId34" Type="http://schemas.openxmlformats.org/officeDocument/2006/relationships/customXml" Target="../ink/ink205.xml"/><Relationship Id="rId76" Type="http://schemas.openxmlformats.org/officeDocument/2006/relationships/customXml" Target="../ink/ink226.xml"/><Relationship Id="rId141" Type="http://schemas.openxmlformats.org/officeDocument/2006/relationships/image" Target="../media/image241.png"/><Relationship Id="rId379" Type="http://schemas.openxmlformats.org/officeDocument/2006/relationships/customXml" Target="../ink/ink378.xml"/><Relationship Id="rId7" Type="http://schemas.openxmlformats.org/officeDocument/2006/relationships/image" Target="../media/image17410.png"/><Relationship Id="rId183" Type="http://schemas.openxmlformats.org/officeDocument/2006/relationships/image" Target="../media/image262.png"/><Relationship Id="rId239" Type="http://schemas.openxmlformats.org/officeDocument/2006/relationships/customXml" Target="../ink/ink308.xml"/><Relationship Id="rId390" Type="http://schemas.openxmlformats.org/officeDocument/2006/relationships/image" Target="../media/image364.png"/><Relationship Id="rId404" Type="http://schemas.openxmlformats.org/officeDocument/2006/relationships/image" Target="../media/image371.png"/><Relationship Id="rId446" Type="http://schemas.openxmlformats.org/officeDocument/2006/relationships/image" Target="../media/image392.png"/><Relationship Id="rId250" Type="http://schemas.openxmlformats.org/officeDocument/2006/relationships/image" Target="../media/image294.png"/><Relationship Id="rId292" Type="http://schemas.openxmlformats.org/officeDocument/2006/relationships/image" Target="../media/image315.png"/><Relationship Id="rId306" Type="http://schemas.openxmlformats.org/officeDocument/2006/relationships/image" Target="../media/image322.png"/><Relationship Id="rId45" Type="http://schemas.openxmlformats.org/officeDocument/2006/relationships/image" Target="../media/image193.png"/><Relationship Id="rId87" Type="http://schemas.openxmlformats.org/officeDocument/2006/relationships/image" Target="../media/image214.png"/><Relationship Id="rId110" Type="http://schemas.openxmlformats.org/officeDocument/2006/relationships/customXml" Target="../ink/ink243.xml"/><Relationship Id="rId348" Type="http://schemas.openxmlformats.org/officeDocument/2006/relationships/image" Target="../media/image343.png"/><Relationship Id="rId152" Type="http://schemas.openxmlformats.org/officeDocument/2006/relationships/customXml" Target="../ink/ink264.xml"/><Relationship Id="rId194" Type="http://schemas.openxmlformats.org/officeDocument/2006/relationships/customXml" Target="../ink/ink285.xml"/><Relationship Id="rId208" Type="http://schemas.openxmlformats.org/officeDocument/2006/relationships/customXml" Target="../ink/ink292.xml"/><Relationship Id="rId415" Type="http://schemas.openxmlformats.org/officeDocument/2006/relationships/customXml" Target="../ink/ink396.xml"/><Relationship Id="rId457" Type="http://schemas.openxmlformats.org/officeDocument/2006/relationships/customXml" Target="../ink/ink417.xml"/><Relationship Id="rId261" Type="http://schemas.openxmlformats.org/officeDocument/2006/relationships/customXml" Target="../ink/ink319.xml"/><Relationship Id="rId14" Type="http://schemas.openxmlformats.org/officeDocument/2006/relationships/customXml" Target="../ink/ink195.xml"/><Relationship Id="rId56" Type="http://schemas.openxmlformats.org/officeDocument/2006/relationships/customXml" Target="../ink/ink216.xml"/><Relationship Id="rId317" Type="http://schemas.openxmlformats.org/officeDocument/2006/relationships/customXml" Target="../ink/ink347.xml"/><Relationship Id="rId359" Type="http://schemas.openxmlformats.org/officeDocument/2006/relationships/customXml" Target="../ink/ink368.xml"/><Relationship Id="rId98" Type="http://schemas.openxmlformats.org/officeDocument/2006/relationships/customXml" Target="../ink/ink237.xml"/><Relationship Id="rId121" Type="http://schemas.openxmlformats.org/officeDocument/2006/relationships/image" Target="../media/image231.png"/><Relationship Id="rId163" Type="http://schemas.openxmlformats.org/officeDocument/2006/relationships/image" Target="../media/image252.png"/><Relationship Id="rId219" Type="http://schemas.openxmlformats.org/officeDocument/2006/relationships/customXml" Target="../ink/ink298.xml"/><Relationship Id="rId370" Type="http://schemas.openxmlformats.org/officeDocument/2006/relationships/image" Target="../media/image354.png"/><Relationship Id="rId426" Type="http://schemas.openxmlformats.org/officeDocument/2006/relationships/image" Target="../media/image382.png"/><Relationship Id="rId230" Type="http://schemas.openxmlformats.org/officeDocument/2006/relationships/image" Target="../media/image284.png"/><Relationship Id="rId25" Type="http://schemas.openxmlformats.org/officeDocument/2006/relationships/image" Target="../media/image18310.png"/><Relationship Id="rId67" Type="http://schemas.openxmlformats.org/officeDocument/2006/relationships/image" Target="../media/image204.png"/><Relationship Id="rId272" Type="http://schemas.openxmlformats.org/officeDocument/2006/relationships/image" Target="../media/image305.png"/><Relationship Id="rId328" Type="http://schemas.openxmlformats.org/officeDocument/2006/relationships/image" Target="../media/image333.png"/><Relationship Id="rId132" Type="http://schemas.openxmlformats.org/officeDocument/2006/relationships/customXml" Target="../ink/ink254.xml"/><Relationship Id="rId174" Type="http://schemas.openxmlformats.org/officeDocument/2006/relationships/customXml" Target="../ink/ink275.xml"/><Relationship Id="rId381" Type="http://schemas.openxmlformats.org/officeDocument/2006/relationships/customXml" Target="../ink/ink379.xml"/><Relationship Id="rId241" Type="http://schemas.openxmlformats.org/officeDocument/2006/relationships/customXml" Target="../ink/ink309.xml"/><Relationship Id="rId437" Type="http://schemas.openxmlformats.org/officeDocument/2006/relationships/customXml" Target="../ink/ink407.xml"/><Relationship Id="rId36" Type="http://schemas.openxmlformats.org/officeDocument/2006/relationships/customXml" Target="../ink/ink206.xml"/><Relationship Id="rId283" Type="http://schemas.openxmlformats.org/officeDocument/2006/relationships/customXml" Target="../ink/ink330.xml"/><Relationship Id="rId339" Type="http://schemas.openxmlformats.org/officeDocument/2006/relationships/customXml" Target="../ink/ink358.xml"/><Relationship Id="rId78" Type="http://schemas.openxmlformats.org/officeDocument/2006/relationships/customXml" Target="../ink/ink227.xml"/><Relationship Id="rId101" Type="http://schemas.openxmlformats.org/officeDocument/2006/relationships/image" Target="../media/image221.png"/><Relationship Id="rId143" Type="http://schemas.openxmlformats.org/officeDocument/2006/relationships/image" Target="../media/image242.png"/><Relationship Id="rId185" Type="http://schemas.openxmlformats.org/officeDocument/2006/relationships/image" Target="../media/image263.png"/><Relationship Id="rId350" Type="http://schemas.openxmlformats.org/officeDocument/2006/relationships/image" Target="../media/image344.png"/><Relationship Id="rId406" Type="http://schemas.openxmlformats.org/officeDocument/2006/relationships/image" Target="../media/image372.png"/><Relationship Id="rId9" Type="http://schemas.openxmlformats.org/officeDocument/2006/relationships/image" Target="../media/image17510.png"/><Relationship Id="rId210" Type="http://schemas.openxmlformats.org/officeDocument/2006/relationships/customXml" Target="../ink/ink293.xml"/><Relationship Id="rId392" Type="http://schemas.openxmlformats.org/officeDocument/2006/relationships/image" Target="../media/image365.png"/><Relationship Id="rId448" Type="http://schemas.openxmlformats.org/officeDocument/2006/relationships/image" Target="../media/image393.png"/><Relationship Id="rId252" Type="http://schemas.openxmlformats.org/officeDocument/2006/relationships/image" Target="../media/image295.png"/><Relationship Id="rId294" Type="http://schemas.openxmlformats.org/officeDocument/2006/relationships/image" Target="../media/image316.png"/><Relationship Id="rId308" Type="http://schemas.openxmlformats.org/officeDocument/2006/relationships/image" Target="../media/image323.png"/><Relationship Id="rId47" Type="http://schemas.openxmlformats.org/officeDocument/2006/relationships/image" Target="../media/image194.png"/><Relationship Id="rId89" Type="http://schemas.openxmlformats.org/officeDocument/2006/relationships/image" Target="../media/image215.png"/><Relationship Id="rId112" Type="http://schemas.openxmlformats.org/officeDocument/2006/relationships/customXml" Target="../ink/ink244.xml"/><Relationship Id="rId154" Type="http://schemas.openxmlformats.org/officeDocument/2006/relationships/customXml" Target="../ink/ink265.xml"/><Relationship Id="rId361" Type="http://schemas.openxmlformats.org/officeDocument/2006/relationships/customXml" Target="../ink/ink369.xml"/><Relationship Id="rId196" Type="http://schemas.openxmlformats.org/officeDocument/2006/relationships/customXml" Target="../ink/ink286.xml"/><Relationship Id="rId417" Type="http://schemas.openxmlformats.org/officeDocument/2006/relationships/customXml" Target="../ink/ink397.xml"/><Relationship Id="rId459" Type="http://schemas.openxmlformats.org/officeDocument/2006/relationships/customXml" Target="../ink/ink418.xml"/><Relationship Id="rId16" Type="http://schemas.openxmlformats.org/officeDocument/2006/relationships/customXml" Target="../ink/ink196.xml"/><Relationship Id="rId221" Type="http://schemas.openxmlformats.org/officeDocument/2006/relationships/customXml" Target="../ink/ink299.xml"/><Relationship Id="rId263" Type="http://schemas.openxmlformats.org/officeDocument/2006/relationships/customXml" Target="../ink/ink320.xml"/><Relationship Id="rId319" Type="http://schemas.openxmlformats.org/officeDocument/2006/relationships/customXml" Target="../ink/ink348.xml"/><Relationship Id="rId58" Type="http://schemas.openxmlformats.org/officeDocument/2006/relationships/customXml" Target="../ink/ink217.xml"/><Relationship Id="rId123" Type="http://schemas.openxmlformats.org/officeDocument/2006/relationships/image" Target="../media/image232.png"/><Relationship Id="rId330" Type="http://schemas.openxmlformats.org/officeDocument/2006/relationships/image" Target="../media/image334.png"/><Relationship Id="rId165" Type="http://schemas.openxmlformats.org/officeDocument/2006/relationships/image" Target="../media/image253.png"/><Relationship Id="rId372" Type="http://schemas.openxmlformats.org/officeDocument/2006/relationships/image" Target="../media/image355.png"/><Relationship Id="rId428" Type="http://schemas.openxmlformats.org/officeDocument/2006/relationships/image" Target="../media/image383.png"/><Relationship Id="rId232" Type="http://schemas.openxmlformats.org/officeDocument/2006/relationships/image" Target="../media/image285.png"/><Relationship Id="rId274" Type="http://schemas.openxmlformats.org/officeDocument/2006/relationships/image" Target="../media/image306.png"/><Relationship Id="rId27" Type="http://schemas.openxmlformats.org/officeDocument/2006/relationships/image" Target="../media/image18410.png"/><Relationship Id="rId69" Type="http://schemas.openxmlformats.org/officeDocument/2006/relationships/image" Target="../media/image205.png"/><Relationship Id="rId134" Type="http://schemas.openxmlformats.org/officeDocument/2006/relationships/customXml" Target="../ink/ink255.xml"/><Relationship Id="rId80" Type="http://schemas.openxmlformats.org/officeDocument/2006/relationships/customXml" Target="../ink/ink228.xml"/><Relationship Id="rId176" Type="http://schemas.openxmlformats.org/officeDocument/2006/relationships/customXml" Target="../ink/ink276.xml"/><Relationship Id="rId341" Type="http://schemas.openxmlformats.org/officeDocument/2006/relationships/customXml" Target="../ink/ink359.xml"/><Relationship Id="rId383" Type="http://schemas.openxmlformats.org/officeDocument/2006/relationships/customXml" Target="../ink/ink380.xml"/><Relationship Id="rId439" Type="http://schemas.openxmlformats.org/officeDocument/2006/relationships/customXml" Target="../ink/ink408.xml"/><Relationship Id="rId201" Type="http://schemas.openxmlformats.org/officeDocument/2006/relationships/image" Target="../media/image271.png"/><Relationship Id="rId243" Type="http://schemas.openxmlformats.org/officeDocument/2006/relationships/customXml" Target="../ink/ink310.xml"/><Relationship Id="rId285" Type="http://schemas.openxmlformats.org/officeDocument/2006/relationships/customXml" Target="../ink/ink331.xml"/><Relationship Id="rId450" Type="http://schemas.openxmlformats.org/officeDocument/2006/relationships/image" Target="../media/image394.png"/><Relationship Id="rId38" Type="http://schemas.openxmlformats.org/officeDocument/2006/relationships/customXml" Target="../ink/ink207.xml"/><Relationship Id="rId103" Type="http://schemas.openxmlformats.org/officeDocument/2006/relationships/image" Target="../media/image222.png"/><Relationship Id="rId310" Type="http://schemas.openxmlformats.org/officeDocument/2006/relationships/image" Target="../media/image324.png"/><Relationship Id="rId91" Type="http://schemas.openxmlformats.org/officeDocument/2006/relationships/image" Target="../media/image216.png"/><Relationship Id="rId145" Type="http://schemas.openxmlformats.org/officeDocument/2006/relationships/image" Target="../media/image243.png"/><Relationship Id="rId187" Type="http://schemas.openxmlformats.org/officeDocument/2006/relationships/image" Target="../media/image264.png"/><Relationship Id="rId352" Type="http://schemas.openxmlformats.org/officeDocument/2006/relationships/image" Target="../media/image345.png"/><Relationship Id="rId394" Type="http://schemas.openxmlformats.org/officeDocument/2006/relationships/image" Target="../media/image366.png"/><Relationship Id="rId408" Type="http://schemas.openxmlformats.org/officeDocument/2006/relationships/image" Target="../media/image373.png"/><Relationship Id="rId212" Type="http://schemas.openxmlformats.org/officeDocument/2006/relationships/customXml" Target="../ink/ink294.xml"/><Relationship Id="rId254" Type="http://schemas.openxmlformats.org/officeDocument/2006/relationships/image" Target="../media/image296.png"/><Relationship Id="rId49" Type="http://schemas.openxmlformats.org/officeDocument/2006/relationships/image" Target="../media/image195.png"/><Relationship Id="rId114" Type="http://schemas.openxmlformats.org/officeDocument/2006/relationships/customXml" Target="../ink/ink245.xml"/><Relationship Id="rId296" Type="http://schemas.openxmlformats.org/officeDocument/2006/relationships/image" Target="../media/image317.png"/><Relationship Id="rId461" Type="http://schemas.openxmlformats.org/officeDocument/2006/relationships/customXml" Target="../ink/ink419.xml"/><Relationship Id="rId60" Type="http://schemas.openxmlformats.org/officeDocument/2006/relationships/customXml" Target="../ink/ink218.xml"/><Relationship Id="rId156" Type="http://schemas.openxmlformats.org/officeDocument/2006/relationships/customXml" Target="../ink/ink266.xml"/><Relationship Id="rId198" Type="http://schemas.openxmlformats.org/officeDocument/2006/relationships/customXml" Target="../ink/ink287.xml"/><Relationship Id="rId321" Type="http://schemas.openxmlformats.org/officeDocument/2006/relationships/customXml" Target="../ink/ink349.xml"/><Relationship Id="rId363" Type="http://schemas.openxmlformats.org/officeDocument/2006/relationships/customXml" Target="../ink/ink370.xml"/><Relationship Id="rId419" Type="http://schemas.openxmlformats.org/officeDocument/2006/relationships/customXml" Target="../ink/ink398.xml"/><Relationship Id="rId223" Type="http://schemas.openxmlformats.org/officeDocument/2006/relationships/customXml" Target="../ink/ink300.xml"/><Relationship Id="rId430" Type="http://schemas.openxmlformats.org/officeDocument/2006/relationships/image" Target="../media/image384.png"/><Relationship Id="rId18" Type="http://schemas.openxmlformats.org/officeDocument/2006/relationships/customXml" Target="../ink/ink197.xml"/><Relationship Id="rId265" Type="http://schemas.openxmlformats.org/officeDocument/2006/relationships/customXml" Target="../ink/ink321.xml"/><Relationship Id="rId125" Type="http://schemas.openxmlformats.org/officeDocument/2006/relationships/image" Target="../media/image233.png"/><Relationship Id="rId167" Type="http://schemas.openxmlformats.org/officeDocument/2006/relationships/image" Target="../media/image254.png"/><Relationship Id="rId332" Type="http://schemas.openxmlformats.org/officeDocument/2006/relationships/image" Target="../media/image335.png"/><Relationship Id="rId374" Type="http://schemas.openxmlformats.org/officeDocument/2006/relationships/image" Target="../media/image356.png"/><Relationship Id="rId71" Type="http://schemas.openxmlformats.org/officeDocument/2006/relationships/image" Target="../media/image206.png"/><Relationship Id="rId234" Type="http://schemas.openxmlformats.org/officeDocument/2006/relationships/image" Target="../media/image286.png"/><Relationship Id="rId2" Type="http://schemas.openxmlformats.org/officeDocument/2006/relationships/customXml" Target="../ink/ink189.xml"/><Relationship Id="rId29" Type="http://schemas.openxmlformats.org/officeDocument/2006/relationships/image" Target="../media/image18510.png"/><Relationship Id="rId276" Type="http://schemas.openxmlformats.org/officeDocument/2006/relationships/image" Target="../media/image307.png"/><Relationship Id="rId441" Type="http://schemas.openxmlformats.org/officeDocument/2006/relationships/customXml" Target="../ink/ink409.xml"/><Relationship Id="rId40" Type="http://schemas.openxmlformats.org/officeDocument/2006/relationships/customXml" Target="../ink/ink208.xml"/><Relationship Id="rId136" Type="http://schemas.openxmlformats.org/officeDocument/2006/relationships/customXml" Target="../ink/ink256.xml"/><Relationship Id="rId178" Type="http://schemas.openxmlformats.org/officeDocument/2006/relationships/customXml" Target="../ink/ink277.xml"/><Relationship Id="rId301" Type="http://schemas.openxmlformats.org/officeDocument/2006/relationships/customXml" Target="../ink/ink339.xml"/><Relationship Id="rId343" Type="http://schemas.openxmlformats.org/officeDocument/2006/relationships/customXml" Target="../ink/ink360.xml"/><Relationship Id="rId61" Type="http://schemas.openxmlformats.org/officeDocument/2006/relationships/image" Target="../media/image201.png"/><Relationship Id="rId82" Type="http://schemas.openxmlformats.org/officeDocument/2006/relationships/customXml" Target="../ink/ink229.xml"/><Relationship Id="rId199" Type="http://schemas.openxmlformats.org/officeDocument/2006/relationships/image" Target="../media/image270.png"/><Relationship Id="rId203" Type="http://schemas.openxmlformats.org/officeDocument/2006/relationships/image" Target="../media/image272.png"/><Relationship Id="rId385" Type="http://schemas.openxmlformats.org/officeDocument/2006/relationships/customXml" Target="../ink/ink381.xml"/><Relationship Id="rId19" Type="http://schemas.openxmlformats.org/officeDocument/2006/relationships/image" Target="../media/image18010.png"/><Relationship Id="rId224" Type="http://schemas.openxmlformats.org/officeDocument/2006/relationships/image" Target="../media/image281.png"/><Relationship Id="rId245" Type="http://schemas.openxmlformats.org/officeDocument/2006/relationships/customXml" Target="../ink/ink311.xml"/><Relationship Id="rId266" Type="http://schemas.openxmlformats.org/officeDocument/2006/relationships/image" Target="../media/image302.png"/><Relationship Id="rId287" Type="http://schemas.openxmlformats.org/officeDocument/2006/relationships/customXml" Target="../ink/ink332.xml"/><Relationship Id="rId410" Type="http://schemas.openxmlformats.org/officeDocument/2006/relationships/image" Target="../media/image374.png"/><Relationship Id="rId431" Type="http://schemas.openxmlformats.org/officeDocument/2006/relationships/customXml" Target="../ink/ink404.xml"/><Relationship Id="rId452" Type="http://schemas.openxmlformats.org/officeDocument/2006/relationships/image" Target="../media/image395.png"/><Relationship Id="rId30" Type="http://schemas.openxmlformats.org/officeDocument/2006/relationships/customXml" Target="../ink/ink203.xml"/><Relationship Id="rId105" Type="http://schemas.openxmlformats.org/officeDocument/2006/relationships/image" Target="../media/image223.png"/><Relationship Id="rId126" Type="http://schemas.openxmlformats.org/officeDocument/2006/relationships/customXml" Target="../ink/ink251.xml"/><Relationship Id="rId147" Type="http://schemas.openxmlformats.org/officeDocument/2006/relationships/image" Target="../media/image244.png"/><Relationship Id="rId168" Type="http://schemas.openxmlformats.org/officeDocument/2006/relationships/customXml" Target="../ink/ink272.xml"/><Relationship Id="rId312" Type="http://schemas.openxmlformats.org/officeDocument/2006/relationships/image" Target="../media/image325.png"/><Relationship Id="rId333" Type="http://schemas.openxmlformats.org/officeDocument/2006/relationships/customXml" Target="../ink/ink355.xml"/><Relationship Id="rId354" Type="http://schemas.openxmlformats.org/officeDocument/2006/relationships/image" Target="../media/image346.png"/><Relationship Id="rId51" Type="http://schemas.openxmlformats.org/officeDocument/2006/relationships/image" Target="../media/image196.png"/><Relationship Id="rId72" Type="http://schemas.openxmlformats.org/officeDocument/2006/relationships/customXml" Target="../ink/ink224.xml"/><Relationship Id="rId93" Type="http://schemas.openxmlformats.org/officeDocument/2006/relationships/image" Target="../media/image217.png"/><Relationship Id="rId189" Type="http://schemas.openxmlformats.org/officeDocument/2006/relationships/image" Target="../media/image265.png"/><Relationship Id="rId375" Type="http://schemas.openxmlformats.org/officeDocument/2006/relationships/customXml" Target="../ink/ink376.xml"/><Relationship Id="rId396" Type="http://schemas.openxmlformats.org/officeDocument/2006/relationships/image" Target="../media/image367.png"/><Relationship Id="rId3" Type="http://schemas.openxmlformats.org/officeDocument/2006/relationships/image" Target="../media/image17210.png"/><Relationship Id="rId214" Type="http://schemas.openxmlformats.org/officeDocument/2006/relationships/image" Target="../media/image276.png"/><Relationship Id="rId235" Type="http://schemas.openxmlformats.org/officeDocument/2006/relationships/customXml" Target="../ink/ink306.xml"/><Relationship Id="rId256" Type="http://schemas.openxmlformats.org/officeDocument/2006/relationships/image" Target="../media/image297.png"/><Relationship Id="rId277" Type="http://schemas.openxmlformats.org/officeDocument/2006/relationships/customXml" Target="../ink/ink327.xml"/><Relationship Id="rId298" Type="http://schemas.openxmlformats.org/officeDocument/2006/relationships/image" Target="../media/image318.png"/><Relationship Id="rId400" Type="http://schemas.openxmlformats.org/officeDocument/2006/relationships/image" Target="../media/image369.png"/><Relationship Id="rId421" Type="http://schemas.openxmlformats.org/officeDocument/2006/relationships/customXml" Target="../ink/ink399.xml"/><Relationship Id="rId442" Type="http://schemas.openxmlformats.org/officeDocument/2006/relationships/image" Target="../media/image390.png"/><Relationship Id="rId463" Type="http://schemas.openxmlformats.org/officeDocument/2006/relationships/customXml" Target="../ink/ink420.xml"/><Relationship Id="rId116" Type="http://schemas.openxmlformats.org/officeDocument/2006/relationships/customXml" Target="../ink/ink246.xml"/><Relationship Id="rId137" Type="http://schemas.openxmlformats.org/officeDocument/2006/relationships/image" Target="../media/image239.png"/><Relationship Id="rId158" Type="http://schemas.openxmlformats.org/officeDocument/2006/relationships/customXml" Target="../ink/ink267.xml"/><Relationship Id="rId302" Type="http://schemas.openxmlformats.org/officeDocument/2006/relationships/image" Target="../media/image320.png"/><Relationship Id="rId323" Type="http://schemas.openxmlformats.org/officeDocument/2006/relationships/customXml" Target="../ink/ink350.xml"/><Relationship Id="rId344" Type="http://schemas.openxmlformats.org/officeDocument/2006/relationships/image" Target="../media/image341.png"/><Relationship Id="rId20" Type="http://schemas.openxmlformats.org/officeDocument/2006/relationships/customXml" Target="../ink/ink198.xml"/><Relationship Id="rId41" Type="http://schemas.openxmlformats.org/officeDocument/2006/relationships/image" Target="../media/image191.png"/><Relationship Id="rId62" Type="http://schemas.openxmlformats.org/officeDocument/2006/relationships/customXml" Target="../ink/ink219.xml"/><Relationship Id="rId83" Type="http://schemas.openxmlformats.org/officeDocument/2006/relationships/image" Target="../media/image212.png"/><Relationship Id="rId179" Type="http://schemas.openxmlformats.org/officeDocument/2006/relationships/image" Target="../media/image260.png"/><Relationship Id="rId365" Type="http://schemas.openxmlformats.org/officeDocument/2006/relationships/customXml" Target="../ink/ink371.xml"/><Relationship Id="rId386" Type="http://schemas.openxmlformats.org/officeDocument/2006/relationships/image" Target="../media/image362.png"/><Relationship Id="rId190" Type="http://schemas.openxmlformats.org/officeDocument/2006/relationships/customXml" Target="../ink/ink283.xml"/><Relationship Id="rId204" Type="http://schemas.openxmlformats.org/officeDocument/2006/relationships/customXml" Target="../ink/ink290.xml"/><Relationship Id="rId225" Type="http://schemas.openxmlformats.org/officeDocument/2006/relationships/customXml" Target="../ink/ink301.xml"/><Relationship Id="rId246" Type="http://schemas.openxmlformats.org/officeDocument/2006/relationships/image" Target="../media/image292.png"/><Relationship Id="rId267" Type="http://schemas.openxmlformats.org/officeDocument/2006/relationships/customXml" Target="../ink/ink322.xml"/><Relationship Id="rId288" Type="http://schemas.openxmlformats.org/officeDocument/2006/relationships/image" Target="../media/image313.png"/><Relationship Id="rId411" Type="http://schemas.openxmlformats.org/officeDocument/2006/relationships/customXml" Target="../ink/ink394.xml"/><Relationship Id="rId432" Type="http://schemas.openxmlformats.org/officeDocument/2006/relationships/image" Target="../media/image385.png"/><Relationship Id="rId453" Type="http://schemas.openxmlformats.org/officeDocument/2006/relationships/customXml" Target="../ink/ink415.xml"/><Relationship Id="rId106" Type="http://schemas.openxmlformats.org/officeDocument/2006/relationships/customXml" Target="../ink/ink241.xml"/><Relationship Id="rId127" Type="http://schemas.openxmlformats.org/officeDocument/2006/relationships/image" Target="../media/image234.png"/><Relationship Id="rId313" Type="http://schemas.openxmlformats.org/officeDocument/2006/relationships/customXml" Target="../ink/ink345.xml"/><Relationship Id="rId10" Type="http://schemas.openxmlformats.org/officeDocument/2006/relationships/customXml" Target="../ink/ink193.xml"/><Relationship Id="rId31" Type="http://schemas.openxmlformats.org/officeDocument/2006/relationships/image" Target="../media/image18610.png"/><Relationship Id="rId52" Type="http://schemas.openxmlformats.org/officeDocument/2006/relationships/customXml" Target="../ink/ink214.xml"/><Relationship Id="rId73" Type="http://schemas.openxmlformats.org/officeDocument/2006/relationships/image" Target="../media/image207.png"/><Relationship Id="rId94" Type="http://schemas.openxmlformats.org/officeDocument/2006/relationships/customXml" Target="../ink/ink235.xml"/><Relationship Id="rId148" Type="http://schemas.openxmlformats.org/officeDocument/2006/relationships/customXml" Target="../ink/ink262.xml"/><Relationship Id="rId169" Type="http://schemas.openxmlformats.org/officeDocument/2006/relationships/image" Target="../media/image255.png"/><Relationship Id="rId334" Type="http://schemas.openxmlformats.org/officeDocument/2006/relationships/image" Target="../media/image336.png"/><Relationship Id="rId355" Type="http://schemas.openxmlformats.org/officeDocument/2006/relationships/customXml" Target="../ink/ink366.xml"/><Relationship Id="rId376" Type="http://schemas.openxmlformats.org/officeDocument/2006/relationships/image" Target="../media/image357.png"/><Relationship Id="rId397" Type="http://schemas.openxmlformats.org/officeDocument/2006/relationships/customXml" Target="../ink/ink387.xml"/><Relationship Id="rId4" Type="http://schemas.openxmlformats.org/officeDocument/2006/relationships/customXml" Target="../ink/ink190.xml"/><Relationship Id="rId180" Type="http://schemas.openxmlformats.org/officeDocument/2006/relationships/customXml" Target="../ink/ink278.xml"/><Relationship Id="rId215" Type="http://schemas.openxmlformats.org/officeDocument/2006/relationships/customXml" Target="../ink/ink296.xml"/><Relationship Id="rId236" Type="http://schemas.openxmlformats.org/officeDocument/2006/relationships/image" Target="../media/image287.png"/><Relationship Id="rId257" Type="http://schemas.openxmlformats.org/officeDocument/2006/relationships/customXml" Target="../ink/ink317.xml"/><Relationship Id="rId278" Type="http://schemas.openxmlformats.org/officeDocument/2006/relationships/image" Target="../media/image308.png"/><Relationship Id="rId401" Type="http://schemas.openxmlformats.org/officeDocument/2006/relationships/customXml" Target="../ink/ink389.xml"/><Relationship Id="rId422" Type="http://schemas.openxmlformats.org/officeDocument/2006/relationships/image" Target="../media/image380.png"/><Relationship Id="rId443" Type="http://schemas.openxmlformats.org/officeDocument/2006/relationships/customXml" Target="../ink/ink410.xml"/><Relationship Id="rId464" Type="http://schemas.openxmlformats.org/officeDocument/2006/relationships/image" Target="../media/image401.png"/><Relationship Id="rId303" Type="http://schemas.openxmlformats.org/officeDocument/2006/relationships/customXml" Target="../ink/ink340.xml"/><Relationship Id="rId42" Type="http://schemas.openxmlformats.org/officeDocument/2006/relationships/customXml" Target="../ink/ink209.xml"/><Relationship Id="rId84" Type="http://schemas.openxmlformats.org/officeDocument/2006/relationships/customXml" Target="../ink/ink230.xml"/><Relationship Id="rId138" Type="http://schemas.openxmlformats.org/officeDocument/2006/relationships/customXml" Target="../ink/ink257.xml"/><Relationship Id="rId345" Type="http://schemas.openxmlformats.org/officeDocument/2006/relationships/customXml" Target="../ink/ink361.xml"/><Relationship Id="rId387" Type="http://schemas.openxmlformats.org/officeDocument/2006/relationships/customXml" Target="../ink/ink382.xml"/><Relationship Id="rId191" Type="http://schemas.openxmlformats.org/officeDocument/2006/relationships/image" Target="../media/image266.png"/><Relationship Id="rId205" Type="http://schemas.openxmlformats.org/officeDocument/2006/relationships/image" Target="../media/image273.png"/><Relationship Id="rId247" Type="http://schemas.openxmlformats.org/officeDocument/2006/relationships/customXml" Target="../ink/ink312.xml"/><Relationship Id="rId412" Type="http://schemas.openxmlformats.org/officeDocument/2006/relationships/image" Target="../media/image375.png"/><Relationship Id="rId107" Type="http://schemas.openxmlformats.org/officeDocument/2006/relationships/image" Target="../media/image224.png"/><Relationship Id="rId289" Type="http://schemas.openxmlformats.org/officeDocument/2006/relationships/customXml" Target="../ink/ink333.xml"/><Relationship Id="rId454" Type="http://schemas.openxmlformats.org/officeDocument/2006/relationships/image" Target="../media/image396.png"/><Relationship Id="rId11" Type="http://schemas.openxmlformats.org/officeDocument/2006/relationships/image" Target="../media/image17610.png"/><Relationship Id="rId53" Type="http://schemas.openxmlformats.org/officeDocument/2006/relationships/image" Target="../media/image197.png"/><Relationship Id="rId149" Type="http://schemas.openxmlformats.org/officeDocument/2006/relationships/image" Target="../media/image245.png"/><Relationship Id="rId314" Type="http://schemas.openxmlformats.org/officeDocument/2006/relationships/image" Target="../media/image326.png"/><Relationship Id="rId356" Type="http://schemas.openxmlformats.org/officeDocument/2006/relationships/image" Target="../media/image347.png"/><Relationship Id="rId398" Type="http://schemas.openxmlformats.org/officeDocument/2006/relationships/image" Target="../media/image368.png"/><Relationship Id="rId95" Type="http://schemas.openxmlformats.org/officeDocument/2006/relationships/image" Target="../media/image218.png"/><Relationship Id="rId160" Type="http://schemas.openxmlformats.org/officeDocument/2006/relationships/customXml" Target="../ink/ink268.xml"/><Relationship Id="rId216" Type="http://schemas.openxmlformats.org/officeDocument/2006/relationships/image" Target="../media/image277.png"/><Relationship Id="rId423" Type="http://schemas.openxmlformats.org/officeDocument/2006/relationships/customXml" Target="../ink/ink400.xml"/><Relationship Id="rId258" Type="http://schemas.openxmlformats.org/officeDocument/2006/relationships/image" Target="../media/image298.png"/><Relationship Id="rId465" Type="http://schemas.openxmlformats.org/officeDocument/2006/relationships/customXml" Target="../ink/ink421.xml"/><Relationship Id="rId22" Type="http://schemas.openxmlformats.org/officeDocument/2006/relationships/customXml" Target="../ink/ink199.xml"/><Relationship Id="rId64" Type="http://schemas.openxmlformats.org/officeDocument/2006/relationships/customXml" Target="../ink/ink220.xml"/><Relationship Id="rId118" Type="http://schemas.openxmlformats.org/officeDocument/2006/relationships/customXml" Target="../ink/ink247.xml"/><Relationship Id="rId325" Type="http://schemas.openxmlformats.org/officeDocument/2006/relationships/customXml" Target="../ink/ink351.xml"/><Relationship Id="rId367" Type="http://schemas.openxmlformats.org/officeDocument/2006/relationships/customXml" Target="../ink/ink372.xml"/><Relationship Id="rId171" Type="http://schemas.openxmlformats.org/officeDocument/2006/relationships/image" Target="../media/image256.png"/><Relationship Id="rId227" Type="http://schemas.openxmlformats.org/officeDocument/2006/relationships/customXml" Target="../ink/ink302.xml"/><Relationship Id="rId269" Type="http://schemas.openxmlformats.org/officeDocument/2006/relationships/customXml" Target="../ink/ink323.xml"/><Relationship Id="rId434" Type="http://schemas.openxmlformats.org/officeDocument/2006/relationships/image" Target="../media/image386.png"/><Relationship Id="rId33" Type="http://schemas.openxmlformats.org/officeDocument/2006/relationships/image" Target="../media/image187.png"/><Relationship Id="rId129" Type="http://schemas.openxmlformats.org/officeDocument/2006/relationships/image" Target="../media/image235.png"/><Relationship Id="rId280" Type="http://schemas.openxmlformats.org/officeDocument/2006/relationships/image" Target="../media/image309.png"/><Relationship Id="rId336" Type="http://schemas.openxmlformats.org/officeDocument/2006/relationships/image" Target="../media/image337.png"/><Relationship Id="rId75" Type="http://schemas.openxmlformats.org/officeDocument/2006/relationships/image" Target="../media/image208.png"/><Relationship Id="rId140" Type="http://schemas.openxmlformats.org/officeDocument/2006/relationships/customXml" Target="../ink/ink258.xml"/><Relationship Id="rId182" Type="http://schemas.openxmlformats.org/officeDocument/2006/relationships/customXml" Target="../ink/ink279.xml"/><Relationship Id="rId378" Type="http://schemas.openxmlformats.org/officeDocument/2006/relationships/image" Target="../media/image358.png"/><Relationship Id="rId403" Type="http://schemas.openxmlformats.org/officeDocument/2006/relationships/customXml" Target="../ink/ink390.xml"/><Relationship Id="rId6" Type="http://schemas.openxmlformats.org/officeDocument/2006/relationships/customXml" Target="../ink/ink191.xml"/><Relationship Id="rId238" Type="http://schemas.openxmlformats.org/officeDocument/2006/relationships/image" Target="../media/image288.png"/><Relationship Id="rId445" Type="http://schemas.openxmlformats.org/officeDocument/2006/relationships/customXml" Target="../ink/ink411.xml"/><Relationship Id="rId291" Type="http://schemas.openxmlformats.org/officeDocument/2006/relationships/customXml" Target="../ink/ink334.xml"/><Relationship Id="rId305" Type="http://schemas.openxmlformats.org/officeDocument/2006/relationships/customXml" Target="../ink/ink341.xml"/><Relationship Id="rId347" Type="http://schemas.openxmlformats.org/officeDocument/2006/relationships/customXml" Target="../ink/ink362.xml"/><Relationship Id="rId44" Type="http://schemas.openxmlformats.org/officeDocument/2006/relationships/customXml" Target="../ink/ink210.xml"/><Relationship Id="rId86" Type="http://schemas.openxmlformats.org/officeDocument/2006/relationships/customXml" Target="../ink/ink231.xml"/><Relationship Id="rId151" Type="http://schemas.openxmlformats.org/officeDocument/2006/relationships/image" Target="../media/image246.png"/><Relationship Id="rId389" Type="http://schemas.openxmlformats.org/officeDocument/2006/relationships/customXml" Target="../ink/ink383.xml"/><Relationship Id="rId193" Type="http://schemas.openxmlformats.org/officeDocument/2006/relationships/image" Target="../media/image267.png"/><Relationship Id="rId207" Type="http://schemas.openxmlformats.org/officeDocument/2006/relationships/image" Target="../media/image21.png"/><Relationship Id="rId249" Type="http://schemas.openxmlformats.org/officeDocument/2006/relationships/customXml" Target="../ink/ink313.xml"/><Relationship Id="rId414" Type="http://schemas.openxmlformats.org/officeDocument/2006/relationships/image" Target="../media/image376.png"/><Relationship Id="rId456" Type="http://schemas.openxmlformats.org/officeDocument/2006/relationships/image" Target="../media/image397.png"/><Relationship Id="rId13" Type="http://schemas.openxmlformats.org/officeDocument/2006/relationships/image" Target="../media/image17710.png"/><Relationship Id="rId109" Type="http://schemas.openxmlformats.org/officeDocument/2006/relationships/image" Target="../media/image225.png"/><Relationship Id="rId260" Type="http://schemas.openxmlformats.org/officeDocument/2006/relationships/image" Target="../media/image299.png"/><Relationship Id="rId316" Type="http://schemas.openxmlformats.org/officeDocument/2006/relationships/image" Target="../media/image327.png"/><Relationship Id="rId55" Type="http://schemas.openxmlformats.org/officeDocument/2006/relationships/image" Target="../media/image198.png"/><Relationship Id="rId97" Type="http://schemas.openxmlformats.org/officeDocument/2006/relationships/image" Target="../media/image219.png"/><Relationship Id="rId120" Type="http://schemas.openxmlformats.org/officeDocument/2006/relationships/customXml" Target="../ink/ink248.xml"/><Relationship Id="rId358" Type="http://schemas.openxmlformats.org/officeDocument/2006/relationships/image" Target="../media/image348.png"/><Relationship Id="rId162" Type="http://schemas.openxmlformats.org/officeDocument/2006/relationships/customXml" Target="../ink/ink269.xml"/><Relationship Id="rId218" Type="http://schemas.openxmlformats.org/officeDocument/2006/relationships/image" Target="../media/image278.png"/><Relationship Id="rId425" Type="http://schemas.openxmlformats.org/officeDocument/2006/relationships/customXml" Target="../ink/ink401.xml"/><Relationship Id="rId271" Type="http://schemas.openxmlformats.org/officeDocument/2006/relationships/customXml" Target="../ink/ink324.xml"/><Relationship Id="rId24" Type="http://schemas.openxmlformats.org/officeDocument/2006/relationships/customXml" Target="../ink/ink200.xml"/><Relationship Id="rId66" Type="http://schemas.openxmlformats.org/officeDocument/2006/relationships/customXml" Target="../ink/ink221.xml"/><Relationship Id="rId131" Type="http://schemas.openxmlformats.org/officeDocument/2006/relationships/image" Target="../media/image236.png"/><Relationship Id="rId327" Type="http://schemas.openxmlformats.org/officeDocument/2006/relationships/customXml" Target="../ink/ink352.xml"/><Relationship Id="rId369" Type="http://schemas.openxmlformats.org/officeDocument/2006/relationships/customXml" Target="../ink/ink373.xml"/><Relationship Id="rId173" Type="http://schemas.openxmlformats.org/officeDocument/2006/relationships/image" Target="../media/image257.png"/><Relationship Id="rId229" Type="http://schemas.openxmlformats.org/officeDocument/2006/relationships/customXml" Target="../ink/ink303.xml"/><Relationship Id="rId380" Type="http://schemas.openxmlformats.org/officeDocument/2006/relationships/image" Target="../media/image359.png"/><Relationship Id="rId436" Type="http://schemas.openxmlformats.org/officeDocument/2006/relationships/image" Target="../media/image387.png"/><Relationship Id="rId240" Type="http://schemas.openxmlformats.org/officeDocument/2006/relationships/image" Target="../media/image289.png"/><Relationship Id="rId35" Type="http://schemas.openxmlformats.org/officeDocument/2006/relationships/image" Target="../media/image188.png"/><Relationship Id="rId77" Type="http://schemas.openxmlformats.org/officeDocument/2006/relationships/image" Target="../media/image209.png"/><Relationship Id="rId100" Type="http://schemas.openxmlformats.org/officeDocument/2006/relationships/customXml" Target="../ink/ink238.xml"/><Relationship Id="rId282" Type="http://schemas.openxmlformats.org/officeDocument/2006/relationships/image" Target="../media/image310.png"/><Relationship Id="rId338" Type="http://schemas.openxmlformats.org/officeDocument/2006/relationships/image" Target="../media/image338.png"/><Relationship Id="rId8" Type="http://schemas.openxmlformats.org/officeDocument/2006/relationships/customXml" Target="../ink/ink192.xml"/><Relationship Id="rId142" Type="http://schemas.openxmlformats.org/officeDocument/2006/relationships/customXml" Target="../ink/ink259.xml"/><Relationship Id="rId184" Type="http://schemas.openxmlformats.org/officeDocument/2006/relationships/customXml" Target="../ink/ink280.xml"/><Relationship Id="rId391" Type="http://schemas.openxmlformats.org/officeDocument/2006/relationships/customXml" Target="../ink/ink384.xml"/><Relationship Id="rId405" Type="http://schemas.openxmlformats.org/officeDocument/2006/relationships/customXml" Target="../ink/ink391.xml"/><Relationship Id="rId447" Type="http://schemas.openxmlformats.org/officeDocument/2006/relationships/customXml" Target="../ink/ink412.xml"/><Relationship Id="rId251" Type="http://schemas.openxmlformats.org/officeDocument/2006/relationships/customXml" Target="../ink/ink314.xml"/><Relationship Id="rId46" Type="http://schemas.openxmlformats.org/officeDocument/2006/relationships/customXml" Target="../ink/ink211.xml"/><Relationship Id="rId293" Type="http://schemas.openxmlformats.org/officeDocument/2006/relationships/customXml" Target="../ink/ink335.xml"/><Relationship Id="rId307" Type="http://schemas.openxmlformats.org/officeDocument/2006/relationships/customXml" Target="../ink/ink342.xml"/><Relationship Id="rId349" Type="http://schemas.openxmlformats.org/officeDocument/2006/relationships/customXml" Target="../ink/ink363.xml"/><Relationship Id="rId88" Type="http://schemas.openxmlformats.org/officeDocument/2006/relationships/customXml" Target="../ink/ink232.xml"/><Relationship Id="rId111" Type="http://schemas.openxmlformats.org/officeDocument/2006/relationships/image" Target="../media/image226.png"/><Relationship Id="rId153" Type="http://schemas.openxmlformats.org/officeDocument/2006/relationships/image" Target="../media/image247.png"/><Relationship Id="rId195" Type="http://schemas.openxmlformats.org/officeDocument/2006/relationships/image" Target="../media/image268.png"/><Relationship Id="rId209" Type="http://schemas.openxmlformats.org/officeDocument/2006/relationships/image" Target="../media/image274.png"/><Relationship Id="rId360" Type="http://schemas.openxmlformats.org/officeDocument/2006/relationships/image" Target="../media/image349.png"/><Relationship Id="rId416" Type="http://schemas.openxmlformats.org/officeDocument/2006/relationships/image" Target="../media/image377.png"/><Relationship Id="rId220" Type="http://schemas.openxmlformats.org/officeDocument/2006/relationships/image" Target="../media/image279.png"/><Relationship Id="rId458" Type="http://schemas.openxmlformats.org/officeDocument/2006/relationships/image" Target="../media/image398.png"/><Relationship Id="rId15" Type="http://schemas.openxmlformats.org/officeDocument/2006/relationships/image" Target="../media/image17810.png"/><Relationship Id="rId57" Type="http://schemas.openxmlformats.org/officeDocument/2006/relationships/image" Target="../media/image199.png"/><Relationship Id="rId262" Type="http://schemas.openxmlformats.org/officeDocument/2006/relationships/image" Target="../media/image300.png"/><Relationship Id="rId318" Type="http://schemas.openxmlformats.org/officeDocument/2006/relationships/image" Target="../media/image328.png"/><Relationship Id="rId99" Type="http://schemas.openxmlformats.org/officeDocument/2006/relationships/image" Target="../media/image220.png"/><Relationship Id="rId122" Type="http://schemas.openxmlformats.org/officeDocument/2006/relationships/customXml" Target="../ink/ink249.xml"/><Relationship Id="rId164" Type="http://schemas.openxmlformats.org/officeDocument/2006/relationships/customXml" Target="../ink/ink270.xml"/><Relationship Id="rId371" Type="http://schemas.openxmlformats.org/officeDocument/2006/relationships/customXml" Target="../ink/ink374.xml"/><Relationship Id="rId427" Type="http://schemas.openxmlformats.org/officeDocument/2006/relationships/customXml" Target="../ink/ink402.xml"/><Relationship Id="rId26" Type="http://schemas.openxmlformats.org/officeDocument/2006/relationships/customXml" Target="../ink/ink201.xml"/><Relationship Id="rId231" Type="http://schemas.openxmlformats.org/officeDocument/2006/relationships/customXml" Target="../ink/ink304.xml"/><Relationship Id="rId273" Type="http://schemas.openxmlformats.org/officeDocument/2006/relationships/customXml" Target="../ink/ink325.xml"/><Relationship Id="rId329" Type="http://schemas.openxmlformats.org/officeDocument/2006/relationships/customXml" Target="../ink/ink353.xml"/><Relationship Id="rId68" Type="http://schemas.openxmlformats.org/officeDocument/2006/relationships/customXml" Target="../ink/ink222.xml"/><Relationship Id="rId133" Type="http://schemas.openxmlformats.org/officeDocument/2006/relationships/image" Target="../media/image237.png"/><Relationship Id="rId175" Type="http://schemas.openxmlformats.org/officeDocument/2006/relationships/image" Target="../media/image258.png"/><Relationship Id="rId340" Type="http://schemas.openxmlformats.org/officeDocument/2006/relationships/image" Target="../media/image339.png"/><Relationship Id="rId200" Type="http://schemas.openxmlformats.org/officeDocument/2006/relationships/customXml" Target="../ink/ink288.xml"/><Relationship Id="rId382" Type="http://schemas.openxmlformats.org/officeDocument/2006/relationships/image" Target="../media/image360.png"/><Relationship Id="rId438" Type="http://schemas.openxmlformats.org/officeDocument/2006/relationships/image" Target="../media/image388.png"/><Relationship Id="rId242" Type="http://schemas.openxmlformats.org/officeDocument/2006/relationships/image" Target="../media/image290.png"/><Relationship Id="rId284" Type="http://schemas.openxmlformats.org/officeDocument/2006/relationships/image" Target="../media/image311.png"/><Relationship Id="rId37" Type="http://schemas.openxmlformats.org/officeDocument/2006/relationships/image" Target="../media/image189.png"/><Relationship Id="rId79" Type="http://schemas.openxmlformats.org/officeDocument/2006/relationships/image" Target="../media/image210.png"/><Relationship Id="rId102" Type="http://schemas.openxmlformats.org/officeDocument/2006/relationships/customXml" Target="../ink/ink239.xml"/><Relationship Id="rId144" Type="http://schemas.openxmlformats.org/officeDocument/2006/relationships/customXml" Target="../ink/ink260.xml"/><Relationship Id="rId90" Type="http://schemas.openxmlformats.org/officeDocument/2006/relationships/customXml" Target="../ink/ink233.xml"/><Relationship Id="rId186" Type="http://schemas.openxmlformats.org/officeDocument/2006/relationships/customXml" Target="../ink/ink281.xml"/><Relationship Id="rId351" Type="http://schemas.openxmlformats.org/officeDocument/2006/relationships/customXml" Target="../ink/ink364.xml"/><Relationship Id="rId393" Type="http://schemas.openxmlformats.org/officeDocument/2006/relationships/customXml" Target="../ink/ink385.xml"/><Relationship Id="rId407" Type="http://schemas.openxmlformats.org/officeDocument/2006/relationships/customXml" Target="../ink/ink392.xml"/><Relationship Id="rId449" Type="http://schemas.openxmlformats.org/officeDocument/2006/relationships/customXml" Target="../ink/ink413.xml"/><Relationship Id="rId211" Type="http://schemas.openxmlformats.org/officeDocument/2006/relationships/image" Target="../media/image275.png"/><Relationship Id="rId253" Type="http://schemas.openxmlformats.org/officeDocument/2006/relationships/customXml" Target="../ink/ink315.xml"/><Relationship Id="rId295" Type="http://schemas.openxmlformats.org/officeDocument/2006/relationships/customXml" Target="../ink/ink336.xml"/><Relationship Id="rId309" Type="http://schemas.openxmlformats.org/officeDocument/2006/relationships/customXml" Target="../ink/ink343.xml"/><Relationship Id="rId460" Type="http://schemas.openxmlformats.org/officeDocument/2006/relationships/image" Target="../media/image399.png"/><Relationship Id="rId48" Type="http://schemas.openxmlformats.org/officeDocument/2006/relationships/customXml" Target="../ink/ink212.xml"/><Relationship Id="rId113" Type="http://schemas.openxmlformats.org/officeDocument/2006/relationships/image" Target="../media/image227.png"/><Relationship Id="rId320" Type="http://schemas.openxmlformats.org/officeDocument/2006/relationships/image" Target="../media/image329.png"/><Relationship Id="rId155" Type="http://schemas.openxmlformats.org/officeDocument/2006/relationships/image" Target="../media/image248.png"/><Relationship Id="rId197" Type="http://schemas.openxmlformats.org/officeDocument/2006/relationships/image" Target="../media/image269.png"/><Relationship Id="rId362" Type="http://schemas.openxmlformats.org/officeDocument/2006/relationships/image" Target="../media/image350.png"/><Relationship Id="rId418" Type="http://schemas.openxmlformats.org/officeDocument/2006/relationships/image" Target="../media/image378.png"/><Relationship Id="rId222" Type="http://schemas.openxmlformats.org/officeDocument/2006/relationships/image" Target="../media/image280.png"/><Relationship Id="rId264" Type="http://schemas.openxmlformats.org/officeDocument/2006/relationships/image" Target="../media/image301.png"/><Relationship Id="rId17" Type="http://schemas.openxmlformats.org/officeDocument/2006/relationships/image" Target="../media/image17910.png"/><Relationship Id="rId59" Type="http://schemas.openxmlformats.org/officeDocument/2006/relationships/image" Target="../media/image200.png"/><Relationship Id="rId124" Type="http://schemas.openxmlformats.org/officeDocument/2006/relationships/customXml" Target="../ink/ink250.xml"/><Relationship Id="rId70" Type="http://schemas.openxmlformats.org/officeDocument/2006/relationships/customXml" Target="../ink/ink223.xml"/><Relationship Id="rId166" Type="http://schemas.openxmlformats.org/officeDocument/2006/relationships/customXml" Target="../ink/ink271.xml"/><Relationship Id="rId331" Type="http://schemas.openxmlformats.org/officeDocument/2006/relationships/customXml" Target="../ink/ink354.xml"/><Relationship Id="rId373" Type="http://schemas.openxmlformats.org/officeDocument/2006/relationships/customXml" Target="../ink/ink375.xml"/><Relationship Id="rId429" Type="http://schemas.openxmlformats.org/officeDocument/2006/relationships/customXml" Target="../ink/ink403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305.xml"/><Relationship Id="rId440" Type="http://schemas.openxmlformats.org/officeDocument/2006/relationships/image" Target="../media/image389.png"/><Relationship Id="rId28" Type="http://schemas.openxmlformats.org/officeDocument/2006/relationships/customXml" Target="../ink/ink202.xml"/><Relationship Id="rId275" Type="http://schemas.openxmlformats.org/officeDocument/2006/relationships/customXml" Target="../ink/ink326.xml"/><Relationship Id="rId300" Type="http://schemas.openxmlformats.org/officeDocument/2006/relationships/image" Target="../media/image319.png"/><Relationship Id="rId81" Type="http://schemas.openxmlformats.org/officeDocument/2006/relationships/image" Target="../media/image211.png"/><Relationship Id="rId135" Type="http://schemas.openxmlformats.org/officeDocument/2006/relationships/image" Target="../media/image238.png"/><Relationship Id="rId177" Type="http://schemas.openxmlformats.org/officeDocument/2006/relationships/image" Target="../media/image259.png"/><Relationship Id="rId342" Type="http://schemas.openxmlformats.org/officeDocument/2006/relationships/image" Target="../media/image340.png"/><Relationship Id="rId384" Type="http://schemas.openxmlformats.org/officeDocument/2006/relationships/image" Target="../media/image361.png"/><Relationship Id="rId202" Type="http://schemas.openxmlformats.org/officeDocument/2006/relationships/customXml" Target="../ink/ink289.xml"/><Relationship Id="rId244" Type="http://schemas.openxmlformats.org/officeDocument/2006/relationships/image" Target="../media/image291.png"/><Relationship Id="rId39" Type="http://schemas.openxmlformats.org/officeDocument/2006/relationships/image" Target="../media/image190.png"/><Relationship Id="rId286" Type="http://schemas.openxmlformats.org/officeDocument/2006/relationships/image" Target="../media/image312.png"/><Relationship Id="rId451" Type="http://schemas.openxmlformats.org/officeDocument/2006/relationships/customXml" Target="../ink/ink414.xml"/><Relationship Id="rId50" Type="http://schemas.openxmlformats.org/officeDocument/2006/relationships/customXml" Target="../ink/ink213.xml"/><Relationship Id="rId104" Type="http://schemas.openxmlformats.org/officeDocument/2006/relationships/customXml" Target="../ink/ink240.xml"/><Relationship Id="rId146" Type="http://schemas.openxmlformats.org/officeDocument/2006/relationships/customXml" Target="../ink/ink261.xml"/><Relationship Id="rId188" Type="http://schemas.openxmlformats.org/officeDocument/2006/relationships/customXml" Target="../ink/ink282.xml"/><Relationship Id="rId311" Type="http://schemas.openxmlformats.org/officeDocument/2006/relationships/customXml" Target="../ink/ink344.xml"/><Relationship Id="rId353" Type="http://schemas.openxmlformats.org/officeDocument/2006/relationships/customXml" Target="../ink/ink365.xml"/><Relationship Id="rId395" Type="http://schemas.openxmlformats.org/officeDocument/2006/relationships/customXml" Target="../ink/ink386.xml"/><Relationship Id="rId409" Type="http://schemas.openxmlformats.org/officeDocument/2006/relationships/customXml" Target="../ink/ink393.xml"/><Relationship Id="rId92" Type="http://schemas.openxmlformats.org/officeDocument/2006/relationships/customXml" Target="../ink/ink234.xml"/><Relationship Id="rId213" Type="http://schemas.openxmlformats.org/officeDocument/2006/relationships/customXml" Target="../ink/ink295.xml"/><Relationship Id="rId420" Type="http://schemas.openxmlformats.org/officeDocument/2006/relationships/image" Target="../media/image379.png"/><Relationship Id="rId255" Type="http://schemas.openxmlformats.org/officeDocument/2006/relationships/customXml" Target="../ink/ink316.xml"/><Relationship Id="rId297" Type="http://schemas.openxmlformats.org/officeDocument/2006/relationships/customXml" Target="../ink/ink337.xml"/><Relationship Id="rId462" Type="http://schemas.openxmlformats.org/officeDocument/2006/relationships/image" Target="../media/image400.png"/><Relationship Id="rId115" Type="http://schemas.openxmlformats.org/officeDocument/2006/relationships/image" Target="../media/image228.png"/><Relationship Id="rId157" Type="http://schemas.openxmlformats.org/officeDocument/2006/relationships/image" Target="../media/image249.png"/><Relationship Id="rId322" Type="http://schemas.openxmlformats.org/officeDocument/2006/relationships/image" Target="../media/image330.png"/><Relationship Id="rId364" Type="http://schemas.openxmlformats.org/officeDocument/2006/relationships/image" Target="../media/image35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9.png"/><Relationship Id="rId299" Type="http://schemas.openxmlformats.org/officeDocument/2006/relationships/customXml" Target="../ink/ink571.xml"/><Relationship Id="rId21" Type="http://schemas.openxmlformats.org/officeDocument/2006/relationships/image" Target="../media/image409.png"/><Relationship Id="rId63" Type="http://schemas.openxmlformats.org/officeDocument/2006/relationships/image" Target="../media/image429.png"/><Relationship Id="rId159" Type="http://schemas.openxmlformats.org/officeDocument/2006/relationships/image" Target="../media/image250.png"/><Relationship Id="rId324" Type="http://schemas.openxmlformats.org/officeDocument/2006/relationships/image" Target="../media/image523.png"/><Relationship Id="rId366" Type="http://schemas.openxmlformats.org/officeDocument/2006/relationships/image" Target="../media/image544.png"/><Relationship Id="rId170" Type="http://schemas.openxmlformats.org/officeDocument/2006/relationships/customXml" Target="../ink/ink506.xml"/><Relationship Id="rId226" Type="http://schemas.openxmlformats.org/officeDocument/2006/relationships/image" Target="../media/image487.png"/><Relationship Id="rId433" Type="http://schemas.openxmlformats.org/officeDocument/2006/relationships/customXml" Target="../ink/ink638.xml"/><Relationship Id="rId268" Type="http://schemas.openxmlformats.org/officeDocument/2006/relationships/image" Target="../media/image499.png"/><Relationship Id="rId32" Type="http://schemas.openxmlformats.org/officeDocument/2006/relationships/customXml" Target="../ink/ink437.xml"/><Relationship Id="rId74" Type="http://schemas.openxmlformats.org/officeDocument/2006/relationships/customXml" Target="../ink/ink458.xml"/><Relationship Id="rId128" Type="http://schemas.openxmlformats.org/officeDocument/2006/relationships/customXml" Target="../ink/ink485.xml"/><Relationship Id="rId335" Type="http://schemas.openxmlformats.org/officeDocument/2006/relationships/customXml" Target="../ink/ink589.xml"/><Relationship Id="rId377" Type="http://schemas.openxmlformats.org/officeDocument/2006/relationships/customXml" Target="../ink/ink610.xml"/><Relationship Id="rId5" Type="http://schemas.openxmlformats.org/officeDocument/2006/relationships/image" Target="../media/image17310.png"/><Relationship Id="rId181" Type="http://schemas.openxmlformats.org/officeDocument/2006/relationships/image" Target="../media/image475.png"/><Relationship Id="rId237" Type="http://schemas.openxmlformats.org/officeDocument/2006/relationships/customXml" Target="../ink/ink540.xml"/><Relationship Id="rId402" Type="http://schemas.openxmlformats.org/officeDocument/2006/relationships/image" Target="../media/image558.png"/><Relationship Id="rId279" Type="http://schemas.openxmlformats.org/officeDocument/2006/relationships/customXml" Target="../ink/ink561.xml"/><Relationship Id="rId444" Type="http://schemas.openxmlformats.org/officeDocument/2006/relationships/image" Target="../media/image576.png"/><Relationship Id="rId43" Type="http://schemas.openxmlformats.org/officeDocument/2006/relationships/image" Target="../media/image192.png"/><Relationship Id="rId139" Type="http://schemas.openxmlformats.org/officeDocument/2006/relationships/image" Target="../media/image461.png"/><Relationship Id="rId290" Type="http://schemas.openxmlformats.org/officeDocument/2006/relationships/image" Target="../media/image507.png"/><Relationship Id="rId304" Type="http://schemas.openxmlformats.org/officeDocument/2006/relationships/image" Target="../media/image514.png"/><Relationship Id="rId346" Type="http://schemas.openxmlformats.org/officeDocument/2006/relationships/image" Target="../media/image534.png"/><Relationship Id="rId388" Type="http://schemas.openxmlformats.org/officeDocument/2006/relationships/image" Target="../media/image551.png"/><Relationship Id="rId85" Type="http://schemas.openxmlformats.org/officeDocument/2006/relationships/image" Target="../media/image439.png"/><Relationship Id="rId150" Type="http://schemas.openxmlformats.org/officeDocument/2006/relationships/customXml" Target="../ink/ink496.xml"/><Relationship Id="rId192" Type="http://schemas.openxmlformats.org/officeDocument/2006/relationships/customXml" Target="../ink/ink517.xml"/><Relationship Id="rId206" Type="http://schemas.openxmlformats.org/officeDocument/2006/relationships/customXml" Target="../ink/ink524.xml"/><Relationship Id="rId413" Type="http://schemas.openxmlformats.org/officeDocument/2006/relationships/customXml" Target="../ink/ink628.xml"/><Relationship Id="rId248" Type="http://schemas.openxmlformats.org/officeDocument/2006/relationships/image" Target="../media/image293.png"/><Relationship Id="rId455" Type="http://schemas.openxmlformats.org/officeDocument/2006/relationships/customXml" Target="../ink/ink649.xml"/><Relationship Id="rId12" Type="http://schemas.openxmlformats.org/officeDocument/2006/relationships/customXml" Target="../ink/ink427.xml"/><Relationship Id="rId108" Type="http://schemas.openxmlformats.org/officeDocument/2006/relationships/customXml" Target="../ink/ink475.xml"/><Relationship Id="rId315" Type="http://schemas.openxmlformats.org/officeDocument/2006/relationships/customXml" Target="../ink/ink579.xml"/><Relationship Id="rId357" Type="http://schemas.openxmlformats.org/officeDocument/2006/relationships/customXml" Target="../ink/ink600.xml"/><Relationship Id="rId54" Type="http://schemas.openxmlformats.org/officeDocument/2006/relationships/customXml" Target="../ink/ink448.xml"/><Relationship Id="rId96" Type="http://schemas.openxmlformats.org/officeDocument/2006/relationships/customXml" Target="../ink/ink469.xml"/><Relationship Id="rId161" Type="http://schemas.openxmlformats.org/officeDocument/2006/relationships/image" Target="../media/image471.png"/><Relationship Id="rId217" Type="http://schemas.openxmlformats.org/officeDocument/2006/relationships/customXml" Target="../ink/ink530.xml"/><Relationship Id="rId399" Type="http://schemas.openxmlformats.org/officeDocument/2006/relationships/customXml" Target="../ink/ink621.xml"/><Relationship Id="rId259" Type="http://schemas.openxmlformats.org/officeDocument/2006/relationships/customXml" Target="../ink/ink551.xml"/><Relationship Id="rId424" Type="http://schemas.openxmlformats.org/officeDocument/2006/relationships/image" Target="../media/image568.png"/><Relationship Id="rId466" Type="http://schemas.openxmlformats.org/officeDocument/2006/relationships/image" Target="../media/image402.png"/><Relationship Id="rId23" Type="http://schemas.openxmlformats.org/officeDocument/2006/relationships/image" Target="../media/image410.png"/><Relationship Id="rId119" Type="http://schemas.openxmlformats.org/officeDocument/2006/relationships/image" Target="../media/image453.png"/><Relationship Id="rId270" Type="http://schemas.openxmlformats.org/officeDocument/2006/relationships/image" Target="../media/image500.png"/><Relationship Id="rId326" Type="http://schemas.openxmlformats.org/officeDocument/2006/relationships/image" Target="../media/image524.png"/><Relationship Id="rId65" Type="http://schemas.openxmlformats.org/officeDocument/2006/relationships/image" Target="../media/image430.png"/><Relationship Id="rId130" Type="http://schemas.openxmlformats.org/officeDocument/2006/relationships/customXml" Target="../ink/ink486.xml"/><Relationship Id="rId368" Type="http://schemas.openxmlformats.org/officeDocument/2006/relationships/image" Target="../media/image545.png"/><Relationship Id="rId172" Type="http://schemas.openxmlformats.org/officeDocument/2006/relationships/customXml" Target="../ink/ink507.xml"/><Relationship Id="rId228" Type="http://schemas.openxmlformats.org/officeDocument/2006/relationships/image" Target="../media/image488.png"/><Relationship Id="rId435" Type="http://schemas.openxmlformats.org/officeDocument/2006/relationships/customXml" Target="../ink/ink639.xml"/><Relationship Id="rId281" Type="http://schemas.openxmlformats.org/officeDocument/2006/relationships/customXml" Target="../ink/ink562.xml"/><Relationship Id="rId337" Type="http://schemas.openxmlformats.org/officeDocument/2006/relationships/customXml" Target="../ink/ink590.xml"/><Relationship Id="rId34" Type="http://schemas.openxmlformats.org/officeDocument/2006/relationships/customXml" Target="../ink/ink438.xml"/><Relationship Id="rId76" Type="http://schemas.openxmlformats.org/officeDocument/2006/relationships/customXml" Target="../ink/ink459.xml"/><Relationship Id="rId141" Type="http://schemas.openxmlformats.org/officeDocument/2006/relationships/image" Target="../media/image462.png"/><Relationship Id="rId379" Type="http://schemas.openxmlformats.org/officeDocument/2006/relationships/customXml" Target="../ink/ink611.xml"/><Relationship Id="rId7" Type="http://schemas.openxmlformats.org/officeDocument/2006/relationships/image" Target="../media/image17410.png"/><Relationship Id="rId183" Type="http://schemas.openxmlformats.org/officeDocument/2006/relationships/image" Target="../media/image262.png"/><Relationship Id="rId239" Type="http://schemas.openxmlformats.org/officeDocument/2006/relationships/customXml" Target="../ink/ink541.xml"/><Relationship Id="rId390" Type="http://schemas.openxmlformats.org/officeDocument/2006/relationships/image" Target="../media/image552.png"/><Relationship Id="rId404" Type="http://schemas.openxmlformats.org/officeDocument/2006/relationships/image" Target="../media/image559.png"/><Relationship Id="rId446" Type="http://schemas.openxmlformats.org/officeDocument/2006/relationships/image" Target="../media/image577.png"/><Relationship Id="rId250" Type="http://schemas.openxmlformats.org/officeDocument/2006/relationships/image" Target="../media/image294.png"/><Relationship Id="rId292" Type="http://schemas.openxmlformats.org/officeDocument/2006/relationships/image" Target="../media/image508.png"/><Relationship Id="rId306" Type="http://schemas.openxmlformats.org/officeDocument/2006/relationships/image" Target="../media/image515.png"/><Relationship Id="rId45" Type="http://schemas.openxmlformats.org/officeDocument/2006/relationships/image" Target="../media/image420.png"/><Relationship Id="rId87" Type="http://schemas.openxmlformats.org/officeDocument/2006/relationships/image" Target="../media/image440.png"/><Relationship Id="rId110" Type="http://schemas.openxmlformats.org/officeDocument/2006/relationships/customXml" Target="../ink/ink476.xml"/><Relationship Id="rId348" Type="http://schemas.openxmlformats.org/officeDocument/2006/relationships/image" Target="../media/image535.png"/><Relationship Id="rId152" Type="http://schemas.openxmlformats.org/officeDocument/2006/relationships/customXml" Target="../ink/ink497.xml"/><Relationship Id="rId194" Type="http://schemas.openxmlformats.org/officeDocument/2006/relationships/customXml" Target="../ink/ink518.xml"/><Relationship Id="rId208" Type="http://schemas.openxmlformats.org/officeDocument/2006/relationships/customXml" Target="../ink/ink525.xml"/><Relationship Id="rId415" Type="http://schemas.openxmlformats.org/officeDocument/2006/relationships/customXml" Target="../ink/ink629.xml"/><Relationship Id="rId457" Type="http://schemas.openxmlformats.org/officeDocument/2006/relationships/customXml" Target="../ink/ink650.xml"/><Relationship Id="rId261" Type="http://schemas.openxmlformats.org/officeDocument/2006/relationships/customXml" Target="../ink/ink552.xml"/><Relationship Id="rId14" Type="http://schemas.openxmlformats.org/officeDocument/2006/relationships/customXml" Target="../ink/ink428.xml"/><Relationship Id="rId56" Type="http://schemas.openxmlformats.org/officeDocument/2006/relationships/customXml" Target="../ink/ink449.xml"/><Relationship Id="rId317" Type="http://schemas.openxmlformats.org/officeDocument/2006/relationships/customXml" Target="../ink/ink580.xml"/><Relationship Id="rId359" Type="http://schemas.openxmlformats.org/officeDocument/2006/relationships/customXml" Target="../ink/ink601.xml"/><Relationship Id="rId98" Type="http://schemas.openxmlformats.org/officeDocument/2006/relationships/customXml" Target="../ink/ink470.xml"/><Relationship Id="rId121" Type="http://schemas.openxmlformats.org/officeDocument/2006/relationships/image" Target="../media/image454.png"/><Relationship Id="rId163" Type="http://schemas.openxmlformats.org/officeDocument/2006/relationships/image" Target="../media/image252.png"/><Relationship Id="rId219" Type="http://schemas.openxmlformats.org/officeDocument/2006/relationships/customXml" Target="../ink/ink531.xml"/><Relationship Id="rId370" Type="http://schemas.openxmlformats.org/officeDocument/2006/relationships/image" Target="../media/image546.png"/><Relationship Id="rId426" Type="http://schemas.openxmlformats.org/officeDocument/2006/relationships/image" Target="../media/image569.png"/><Relationship Id="rId230" Type="http://schemas.openxmlformats.org/officeDocument/2006/relationships/image" Target="../media/image489.png"/><Relationship Id="rId25" Type="http://schemas.openxmlformats.org/officeDocument/2006/relationships/image" Target="../media/image411.png"/><Relationship Id="rId67" Type="http://schemas.openxmlformats.org/officeDocument/2006/relationships/image" Target="../media/image431.png"/><Relationship Id="rId272" Type="http://schemas.openxmlformats.org/officeDocument/2006/relationships/image" Target="../media/image305.png"/><Relationship Id="rId328" Type="http://schemas.openxmlformats.org/officeDocument/2006/relationships/image" Target="../media/image525.png"/><Relationship Id="rId132" Type="http://schemas.openxmlformats.org/officeDocument/2006/relationships/customXml" Target="../ink/ink487.xml"/><Relationship Id="rId174" Type="http://schemas.openxmlformats.org/officeDocument/2006/relationships/customXml" Target="../ink/ink508.xml"/><Relationship Id="rId381" Type="http://schemas.openxmlformats.org/officeDocument/2006/relationships/customXml" Target="../ink/ink612.xml"/><Relationship Id="rId241" Type="http://schemas.openxmlformats.org/officeDocument/2006/relationships/customXml" Target="../ink/ink542.xml"/><Relationship Id="rId437" Type="http://schemas.openxmlformats.org/officeDocument/2006/relationships/customXml" Target="../ink/ink640.xml"/><Relationship Id="rId36" Type="http://schemas.openxmlformats.org/officeDocument/2006/relationships/customXml" Target="../ink/ink439.xml"/><Relationship Id="rId283" Type="http://schemas.openxmlformats.org/officeDocument/2006/relationships/customXml" Target="../ink/ink563.xml"/><Relationship Id="rId339" Type="http://schemas.openxmlformats.org/officeDocument/2006/relationships/customXml" Target="../ink/ink591.xml"/><Relationship Id="rId78" Type="http://schemas.openxmlformats.org/officeDocument/2006/relationships/customXml" Target="../ink/ink460.xml"/><Relationship Id="rId101" Type="http://schemas.openxmlformats.org/officeDocument/2006/relationships/image" Target="../media/image447.png"/><Relationship Id="rId143" Type="http://schemas.openxmlformats.org/officeDocument/2006/relationships/image" Target="../media/image463.png"/><Relationship Id="rId185" Type="http://schemas.openxmlformats.org/officeDocument/2006/relationships/image" Target="../media/image263.png"/><Relationship Id="rId350" Type="http://schemas.openxmlformats.org/officeDocument/2006/relationships/image" Target="../media/image536.png"/><Relationship Id="rId406" Type="http://schemas.openxmlformats.org/officeDocument/2006/relationships/image" Target="../media/image560.png"/><Relationship Id="rId9" Type="http://schemas.openxmlformats.org/officeDocument/2006/relationships/image" Target="../media/image404.png"/><Relationship Id="rId210" Type="http://schemas.openxmlformats.org/officeDocument/2006/relationships/customXml" Target="../ink/ink526.xml"/><Relationship Id="rId392" Type="http://schemas.openxmlformats.org/officeDocument/2006/relationships/image" Target="../media/image553.png"/><Relationship Id="rId448" Type="http://schemas.openxmlformats.org/officeDocument/2006/relationships/image" Target="../media/image578.png"/><Relationship Id="rId252" Type="http://schemas.openxmlformats.org/officeDocument/2006/relationships/image" Target="../media/image295.png"/><Relationship Id="rId294" Type="http://schemas.openxmlformats.org/officeDocument/2006/relationships/image" Target="../media/image509.png"/><Relationship Id="rId308" Type="http://schemas.openxmlformats.org/officeDocument/2006/relationships/image" Target="../media/image516.png"/><Relationship Id="rId47" Type="http://schemas.openxmlformats.org/officeDocument/2006/relationships/image" Target="../media/image421.png"/><Relationship Id="rId89" Type="http://schemas.openxmlformats.org/officeDocument/2006/relationships/image" Target="../media/image441.png"/><Relationship Id="rId112" Type="http://schemas.openxmlformats.org/officeDocument/2006/relationships/customXml" Target="../ink/ink477.xml"/><Relationship Id="rId154" Type="http://schemas.openxmlformats.org/officeDocument/2006/relationships/customXml" Target="../ink/ink498.xml"/><Relationship Id="rId361" Type="http://schemas.openxmlformats.org/officeDocument/2006/relationships/customXml" Target="../ink/ink602.xml"/><Relationship Id="rId196" Type="http://schemas.openxmlformats.org/officeDocument/2006/relationships/customXml" Target="../ink/ink519.xml"/><Relationship Id="rId417" Type="http://schemas.openxmlformats.org/officeDocument/2006/relationships/customXml" Target="../ink/ink630.xml"/><Relationship Id="rId459" Type="http://schemas.openxmlformats.org/officeDocument/2006/relationships/customXml" Target="../ink/ink651.xml"/><Relationship Id="rId16" Type="http://schemas.openxmlformats.org/officeDocument/2006/relationships/customXml" Target="../ink/ink429.xml"/><Relationship Id="rId221" Type="http://schemas.openxmlformats.org/officeDocument/2006/relationships/customXml" Target="../ink/ink532.xml"/><Relationship Id="rId263" Type="http://schemas.openxmlformats.org/officeDocument/2006/relationships/customXml" Target="../ink/ink553.xml"/><Relationship Id="rId319" Type="http://schemas.openxmlformats.org/officeDocument/2006/relationships/customXml" Target="../ink/ink581.xml"/><Relationship Id="rId58" Type="http://schemas.openxmlformats.org/officeDocument/2006/relationships/customXml" Target="../ink/ink450.xml"/><Relationship Id="rId123" Type="http://schemas.openxmlformats.org/officeDocument/2006/relationships/image" Target="../media/image455.png"/><Relationship Id="rId330" Type="http://schemas.openxmlformats.org/officeDocument/2006/relationships/image" Target="../media/image526.png"/><Relationship Id="rId165" Type="http://schemas.openxmlformats.org/officeDocument/2006/relationships/image" Target="../media/image472.png"/><Relationship Id="rId372" Type="http://schemas.openxmlformats.org/officeDocument/2006/relationships/image" Target="../media/image355.png"/><Relationship Id="rId428" Type="http://schemas.openxmlformats.org/officeDocument/2006/relationships/image" Target="../media/image383.png"/><Relationship Id="rId232" Type="http://schemas.openxmlformats.org/officeDocument/2006/relationships/image" Target="../media/image490.png"/><Relationship Id="rId274" Type="http://schemas.openxmlformats.org/officeDocument/2006/relationships/image" Target="../media/image306.png"/><Relationship Id="rId27" Type="http://schemas.openxmlformats.org/officeDocument/2006/relationships/image" Target="../media/image412.png"/><Relationship Id="rId69" Type="http://schemas.openxmlformats.org/officeDocument/2006/relationships/image" Target="../media/image432.png"/><Relationship Id="rId134" Type="http://schemas.openxmlformats.org/officeDocument/2006/relationships/customXml" Target="../ink/ink488.xml"/><Relationship Id="rId80" Type="http://schemas.openxmlformats.org/officeDocument/2006/relationships/customXml" Target="../ink/ink461.xml"/><Relationship Id="rId176" Type="http://schemas.openxmlformats.org/officeDocument/2006/relationships/customXml" Target="../ink/ink509.xml"/><Relationship Id="rId341" Type="http://schemas.openxmlformats.org/officeDocument/2006/relationships/customXml" Target="../ink/ink592.xml"/><Relationship Id="rId383" Type="http://schemas.openxmlformats.org/officeDocument/2006/relationships/customXml" Target="../ink/ink613.xml"/><Relationship Id="rId439" Type="http://schemas.openxmlformats.org/officeDocument/2006/relationships/customXml" Target="../ink/ink641.xml"/><Relationship Id="rId201" Type="http://schemas.openxmlformats.org/officeDocument/2006/relationships/image" Target="../media/image271.png"/><Relationship Id="rId243" Type="http://schemas.openxmlformats.org/officeDocument/2006/relationships/customXml" Target="../ink/ink543.xml"/><Relationship Id="rId285" Type="http://schemas.openxmlformats.org/officeDocument/2006/relationships/customXml" Target="../ink/ink564.xml"/><Relationship Id="rId450" Type="http://schemas.openxmlformats.org/officeDocument/2006/relationships/image" Target="../media/image579.png"/><Relationship Id="rId38" Type="http://schemas.openxmlformats.org/officeDocument/2006/relationships/customXml" Target="../ink/ink440.xml"/><Relationship Id="rId103" Type="http://schemas.openxmlformats.org/officeDocument/2006/relationships/image" Target="../media/image222.png"/><Relationship Id="rId310" Type="http://schemas.openxmlformats.org/officeDocument/2006/relationships/image" Target="../media/image517.png"/><Relationship Id="rId91" Type="http://schemas.openxmlformats.org/officeDocument/2006/relationships/image" Target="../media/image442.png"/><Relationship Id="rId145" Type="http://schemas.openxmlformats.org/officeDocument/2006/relationships/image" Target="../media/image464.png"/><Relationship Id="rId187" Type="http://schemas.openxmlformats.org/officeDocument/2006/relationships/image" Target="../media/image476.png"/><Relationship Id="rId352" Type="http://schemas.openxmlformats.org/officeDocument/2006/relationships/image" Target="../media/image537.png"/><Relationship Id="rId394" Type="http://schemas.openxmlformats.org/officeDocument/2006/relationships/image" Target="../media/image554.png"/><Relationship Id="rId408" Type="http://schemas.openxmlformats.org/officeDocument/2006/relationships/image" Target="../media/image373.png"/><Relationship Id="rId212" Type="http://schemas.openxmlformats.org/officeDocument/2006/relationships/customXml" Target="../ink/ink527.xml"/><Relationship Id="rId254" Type="http://schemas.openxmlformats.org/officeDocument/2006/relationships/image" Target="../media/image296.png"/><Relationship Id="rId49" Type="http://schemas.openxmlformats.org/officeDocument/2006/relationships/image" Target="../media/image422.png"/><Relationship Id="rId114" Type="http://schemas.openxmlformats.org/officeDocument/2006/relationships/customXml" Target="../ink/ink478.xml"/><Relationship Id="rId296" Type="http://schemas.openxmlformats.org/officeDocument/2006/relationships/image" Target="../media/image510.png"/><Relationship Id="rId461" Type="http://schemas.openxmlformats.org/officeDocument/2006/relationships/customXml" Target="../ink/ink652.xml"/><Relationship Id="rId60" Type="http://schemas.openxmlformats.org/officeDocument/2006/relationships/customXml" Target="../ink/ink451.xml"/><Relationship Id="rId156" Type="http://schemas.openxmlformats.org/officeDocument/2006/relationships/customXml" Target="../ink/ink499.xml"/><Relationship Id="rId198" Type="http://schemas.openxmlformats.org/officeDocument/2006/relationships/customXml" Target="../ink/ink520.xml"/><Relationship Id="rId321" Type="http://schemas.openxmlformats.org/officeDocument/2006/relationships/customXml" Target="../ink/ink582.xml"/><Relationship Id="rId363" Type="http://schemas.openxmlformats.org/officeDocument/2006/relationships/customXml" Target="../ink/ink603.xml"/><Relationship Id="rId419" Type="http://schemas.openxmlformats.org/officeDocument/2006/relationships/customXml" Target="../ink/ink631.xml"/><Relationship Id="rId223" Type="http://schemas.openxmlformats.org/officeDocument/2006/relationships/customXml" Target="../ink/ink533.xml"/><Relationship Id="rId430" Type="http://schemas.openxmlformats.org/officeDocument/2006/relationships/image" Target="../media/image570.png"/><Relationship Id="rId18" Type="http://schemas.openxmlformats.org/officeDocument/2006/relationships/customXml" Target="../ink/ink430.xml"/><Relationship Id="rId265" Type="http://schemas.openxmlformats.org/officeDocument/2006/relationships/customXml" Target="../ink/ink554.xml"/><Relationship Id="rId125" Type="http://schemas.openxmlformats.org/officeDocument/2006/relationships/image" Target="../media/image456.png"/><Relationship Id="rId167" Type="http://schemas.openxmlformats.org/officeDocument/2006/relationships/image" Target="../media/image473.png"/><Relationship Id="rId332" Type="http://schemas.openxmlformats.org/officeDocument/2006/relationships/image" Target="../media/image527.png"/><Relationship Id="rId374" Type="http://schemas.openxmlformats.org/officeDocument/2006/relationships/image" Target="../media/image547.png"/><Relationship Id="rId71" Type="http://schemas.openxmlformats.org/officeDocument/2006/relationships/image" Target="../media/image433.png"/><Relationship Id="rId234" Type="http://schemas.openxmlformats.org/officeDocument/2006/relationships/image" Target="../media/image491.png"/><Relationship Id="rId2" Type="http://schemas.openxmlformats.org/officeDocument/2006/relationships/customXml" Target="../ink/ink422.xml"/><Relationship Id="rId29" Type="http://schemas.openxmlformats.org/officeDocument/2006/relationships/image" Target="../media/image413.png"/><Relationship Id="rId276" Type="http://schemas.openxmlformats.org/officeDocument/2006/relationships/image" Target="../media/image501.png"/><Relationship Id="rId441" Type="http://schemas.openxmlformats.org/officeDocument/2006/relationships/customXml" Target="../ink/ink642.xml"/><Relationship Id="rId40" Type="http://schemas.openxmlformats.org/officeDocument/2006/relationships/customXml" Target="../ink/ink441.xml"/><Relationship Id="rId136" Type="http://schemas.openxmlformats.org/officeDocument/2006/relationships/customXml" Target="../ink/ink489.xml"/><Relationship Id="rId178" Type="http://schemas.openxmlformats.org/officeDocument/2006/relationships/customXml" Target="../ink/ink510.xml"/><Relationship Id="rId301" Type="http://schemas.openxmlformats.org/officeDocument/2006/relationships/customXml" Target="../ink/ink572.xml"/><Relationship Id="rId343" Type="http://schemas.openxmlformats.org/officeDocument/2006/relationships/customXml" Target="../ink/ink593.xml"/><Relationship Id="rId61" Type="http://schemas.openxmlformats.org/officeDocument/2006/relationships/image" Target="../media/image428.png"/><Relationship Id="rId82" Type="http://schemas.openxmlformats.org/officeDocument/2006/relationships/customXml" Target="../ink/ink462.xml"/><Relationship Id="rId199" Type="http://schemas.openxmlformats.org/officeDocument/2006/relationships/image" Target="../media/image482.png"/><Relationship Id="rId203" Type="http://schemas.openxmlformats.org/officeDocument/2006/relationships/image" Target="../media/image272.png"/><Relationship Id="rId385" Type="http://schemas.openxmlformats.org/officeDocument/2006/relationships/customXml" Target="../ink/ink614.xml"/><Relationship Id="rId19" Type="http://schemas.openxmlformats.org/officeDocument/2006/relationships/image" Target="../media/image408.png"/><Relationship Id="rId224" Type="http://schemas.openxmlformats.org/officeDocument/2006/relationships/image" Target="../media/image486.png"/><Relationship Id="rId245" Type="http://schemas.openxmlformats.org/officeDocument/2006/relationships/customXml" Target="../ink/ink544.xml"/><Relationship Id="rId266" Type="http://schemas.openxmlformats.org/officeDocument/2006/relationships/image" Target="../media/image302.png"/><Relationship Id="rId287" Type="http://schemas.openxmlformats.org/officeDocument/2006/relationships/customXml" Target="../ink/ink565.xml"/><Relationship Id="rId410" Type="http://schemas.openxmlformats.org/officeDocument/2006/relationships/image" Target="../media/image561.png"/><Relationship Id="rId431" Type="http://schemas.openxmlformats.org/officeDocument/2006/relationships/customXml" Target="../ink/ink637.xml"/><Relationship Id="rId452" Type="http://schemas.openxmlformats.org/officeDocument/2006/relationships/image" Target="../media/image580.png"/><Relationship Id="rId30" Type="http://schemas.openxmlformats.org/officeDocument/2006/relationships/customXml" Target="../ink/ink436.xml"/><Relationship Id="rId105" Type="http://schemas.openxmlformats.org/officeDocument/2006/relationships/image" Target="../media/image448.png"/><Relationship Id="rId126" Type="http://schemas.openxmlformats.org/officeDocument/2006/relationships/customXml" Target="../ink/ink484.xml"/><Relationship Id="rId147" Type="http://schemas.openxmlformats.org/officeDocument/2006/relationships/image" Target="../media/image465.png"/><Relationship Id="rId168" Type="http://schemas.openxmlformats.org/officeDocument/2006/relationships/customXml" Target="../ink/ink505.xml"/><Relationship Id="rId312" Type="http://schemas.openxmlformats.org/officeDocument/2006/relationships/image" Target="../media/image325.png"/><Relationship Id="rId333" Type="http://schemas.openxmlformats.org/officeDocument/2006/relationships/customXml" Target="../ink/ink588.xml"/><Relationship Id="rId354" Type="http://schemas.openxmlformats.org/officeDocument/2006/relationships/image" Target="../media/image538.png"/><Relationship Id="rId51" Type="http://schemas.openxmlformats.org/officeDocument/2006/relationships/image" Target="../media/image423.png"/><Relationship Id="rId72" Type="http://schemas.openxmlformats.org/officeDocument/2006/relationships/customXml" Target="../ink/ink457.xml"/><Relationship Id="rId93" Type="http://schemas.openxmlformats.org/officeDocument/2006/relationships/image" Target="../media/image443.png"/><Relationship Id="rId189" Type="http://schemas.openxmlformats.org/officeDocument/2006/relationships/image" Target="../media/image477.png"/><Relationship Id="rId375" Type="http://schemas.openxmlformats.org/officeDocument/2006/relationships/customXml" Target="../ink/ink609.xml"/><Relationship Id="rId396" Type="http://schemas.openxmlformats.org/officeDocument/2006/relationships/image" Target="../media/image555.png"/><Relationship Id="rId3" Type="http://schemas.openxmlformats.org/officeDocument/2006/relationships/image" Target="../media/image403.png"/><Relationship Id="rId214" Type="http://schemas.openxmlformats.org/officeDocument/2006/relationships/image" Target="../media/image367.png"/><Relationship Id="rId235" Type="http://schemas.openxmlformats.org/officeDocument/2006/relationships/customXml" Target="../ink/ink539.xml"/><Relationship Id="rId256" Type="http://schemas.openxmlformats.org/officeDocument/2006/relationships/image" Target="../media/image496.png"/><Relationship Id="rId277" Type="http://schemas.openxmlformats.org/officeDocument/2006/relationships/customXml" Target="../ink/ink560.xml"/><Relationship Id="rId298" Type="http://schemas.openxmlformats.org/officeDocument/2006/relationships/image" Target="../media/image511.png"/><Relationship Id="rId400" Type="http://schemas.openxmlformats.org/officeDocument/2006/relationships/image" Target="../media/image557.png"/><Relationship Id="rId421" Type="http://schemas.openxmlformats.org/officeDocument/2006/relationships/customXml" Target="../ink/ink632.xml"/><Relationship Id="rId442" Type="http://schemas.openxmlformats.org/officeDocument/2006/relationships/image" Target="../media/image575.png"/><Relationship Id="rId463" Type="http://schemas.openxmlformats.org/officeDocument/2006/relationships/customXml" Target="../ink/ink653.xml"/><Relationship Id="rId116" Type="http://schemas.openxmlformats.org/officeDocument/2006/relationships/customXml" Target="../ink/ink479.xml"/><Relationship Id="rId137" Type="http://schemas.openxmlformats.org/officeDocument/2006/relationships/image" Target="../media/image239.png"/><Relationship Id="rId158" Type="http://schemas.openxmlformats.org/officeDocument/2006/relationships/customXml" Target="../ink/ink500.xml"/><Relationship Id="rId302" Type="http://schemas.openxmlformats.org/officeDocument/2006/relationships/image" Target="../media/image513.png"/><Relationship Id="rId323" Type="http://schemas.openxmlformats.org/officeDocument/2006/relationships/customXml" Target="../ink/ink583.xml"/><Relationship Id="rId344" Type="http://schemas.openxmlformats.org/officeDocument/2006/relationships/image" Target="../media/image533.png"/><Relationship Id="rId20" Type="http://schemas.openxmlformats.org/officeDocument/2006/relationships/customXml" Target="../ink/ink431.xml"/><Relationship Id="rId41" Type="http://schemas.openxmlformats.org/officeDocument/2006/relationships/image" Target="../media/image419.png"/><Relationship Id="rId62" Type="http://schemas.openxmlformats.org/officeDocument/2006/relationships/customXml" Target="../ink/ink452.xml"/><Relationship Id="rId83" Type="http://schemas.openxmlformats.org/officeDocument/2006/relationships/image" Target="../media/image438.png"/><Relationship Id="rId179" Type="http://schemas.openxmlformats.org/officeDocument/2006/relationships/image" Target="../media/image260.png"/><Relationship Id="rId365" Type="http://schemas.openxmlformats.org/officeDocument/2006/relationships/customXml" Target="../ink/ink604.xml"/><Relationship Id="rId386" Type="http://schemas.openxmlformats.org/officeDocument/2006/relationships/image" Target="../media/image550.png"/><Relationship Id="rId190" Type="http://schemas.openxmlformats.org/officeDocument/2006/relationships/customXml" Target="../ink/ink516.xml"/><Relationship Id="rId204" Type="http://schemas.openxmlformats.org/officeDocument/2006/relationships/customXml" Target="../ink/ink523.xml"/><Relationship Id="rId225" Type="http://schemas.openxmlformats.org/officeDocument/2006/relationships/customXml" Target="../ink/ink534.xml"/><Relationship Id="rId246" Type="http://schemas.openxmlformats.org/officeDocument/2006/relationships/image" Target="../media/image292.png"/><Relationship Id="rId267" Type="http://schemas.openxmlformats.org/officeDocument/2006/relationships/customXml" Target="../ink/ink555.xml"/><Relationship Id="rId288" Type="http://schemas.openxmlformats.org/officeDocument/2006/relationships/image" Target="../media/image506.png"/><Relationship Id="rId411" Type="http://schemas.openxmlformats.org/officeDocument/2006/relationships/customXml" Target="../ink/ink627.xml"/><Relationship Id="rId432" Type="http://schemas.openxmlformats.org/officeDocument/2006/relationships/image" Target="../media/image385.png"/><Relationship Id="rId453" Type="http://schemas.openxmlformats.org/officeDocument/2006/relationships/customXml" Target="../ink/ink648.xml"/><Relationship Id="rId106" Type="http://schemas.openxmlformats.org/officeDocument/2006/relationships/customXml" Target="../ink/ink474.xml"/><Relationship Id="rId127" Type="http://schemas.openxmlformats.org/officeDocument/2006/relationships/image" Target="../media/image457.png"/><Relationship Id="rId313" Type="http://schemas.openxmlformats.org/officeDocument/2006/relationships/customXml" Target="../ink/ink578.xml"/><Relationship Id="rId10" Type="http://schemas.openxmlformats.org/officeDocument/2006/relationships/customXml" Target="../ink/ink426.xml"/><Relationship Id="rId31" Type="http://schemas.openxmlformats.org/officeDocument/2006/relationships/image" Target="../media/image414.png"/><Relationship Id="rId52" Type="http://schemas.openxmlformats.org/officeDocument/2006/relationships/customXml" Target="../ink/ink447.xml"/><Relationship Id="rId73" Type="http://schemas.openxmlformats.org/officeDocument/2006/relationships/image" Target="../media/image434.png"/><Relationship Id="rId94" Type="http://schemas.openxmlformats.org/officeDocument/2006/relationships/customXml" Target="../ink/ink468.xml"/><Relationship Id="rId148" Type="http://schemas.openxmlformats.org/officeDocument/2006/relationships/customXml" Target="../ink/ink495.xml"/><Relationship Id="rId169" Type="http://schemas.openxmlformats.org/officeDocument/2006/relationships/image" Target="../media/image474.png"/><Relationship Id="rId334" Type="http://schemas.openxmlformats.org/officeDocument/2006/relationships/image" Target="../media/image528.png"/><Relationship Id="rId355" Type="http://schemas.openxmlformats.org/officeDocument/2006/relationships/customXml" Target="../ink/ink599.xml"/><Relationship Id="rId376" Type="http://schemas.openxmlformats.org/officeDocument/2006/relationships/image" Target="../media/image357.png"/><Relationship Id="rId397" Type="http://schemas.openxmlformats.org/officeDocument/2006/relationships/customXml" Target="../ink/ink620.xml"/><Relationship Id="rId4" Type="http://schemas.openxmlformats.org/officeDocument/2006/relationships/customXml" Target="../ink/ink423.xml"/><Relationship Id="rId180" Type="http://schemas.openxmlformats.org/officeDocument/2006/relationships/customXml" Target="../ink/ink511.xml"/><Relationship Id="rId215" Type="http://schemas.openxmlformats.org/officeDocument/2006/relationships/customXml" Target="../ink/ink529.xml"/><Relationship Id="rId236" Type="http://schemas.openxmlformats.org/officeDocument/2006/relationships/image" Target="../media/image492.png"/><Relationship Id="rId257" Type="http://schemas.openxmlformats.org/officeDocument/2006/relationships/customXml" Target="../ink/ink550.xml"/><Relationship Id="rId278" Type="http://schemas.openxmlformats.org/officeDocument/2006/relationships/image" Target="../media/image502.png"/><Relationship Id="rId401" Type="http://schemas.openxmlformats.org/officeDocument/2006/relationships/customXml" Target="../ink/ink622.xml"/><Relationship Id="rId422" Type="http://schemas.openxmlformats.org/officeDocument/2006/relationships/image" Target="../media/image567.png"/><Relationship Id="rId443" Type="http://schemas.openxmlformats.org/officeDocument/2006/relationships/customXml" Target="../ink/ink643.xml"/><Relationship Id="rId464" Type="http://schemas.openxmlformats.org/officeDocument/2006/relationships/image" Target="../media/image401.png"/><Relationship Id="rId303" Type="http://schemas.openxmlformats.org/officeDocument/2006/relationships/customXml" Target="../ink/ink573.xml"/><Relationship Id="rId42" Type="http://schemas.openxmlformats.org/officeDocument/2006/relationships/customXml" Target="../ink/ink442.xml"/><Relationship Id="rId84" Type="http://schemas.openxmlformats.org/officeDocument/2006/relationships/customXml" Target="../ink/ink463.xml"/><Relationship Id="rId138" Type="http://schemas.openxmlformats.org/officeDocument/2006/relationships/customXml" Target="../ink/ink490.xml"/><Relationship Id="rId345" Type="http://schemas.openxmlformats.org/officeDocument/2006/relationships/customXml" Target="../ink/ink594.xml"/><Relationship Id="rId387" Type="http://schemas.openxmlformats.org/officeDocument/2006/relationships/customXml" Target="../ink/ink615.xml"/><Relationship Id="rId191" Type="http://schemas.openxmlformats.org/officeDocument/2006/relationships/image" Target="../media/image478.png"/><Relationship Id="rId205" Type="http://schemas.openxmlformats.org/officeDocument/2006/relationships/image" Target="../media/image273.png"/><Relationship Id="rId247" Type="http://schemas.openxmlformats.org/officeDocument/2006/relationships/customXml" Target="../ink/ink545.xml"/><Relationship Id="rId412" Type="http://schemas.openxmlformats.org/officeDocument/2006/relationships/image" Target="../media/image562.png"/><Relationship Id="rId107" Type="http://schemas.openxmlformats.org/officeDocument/2006/relationships/image" Target="../media/image224.png"/><Relationship Id="rId289" Type="http://schemas.openxmlformats.org/officeDocument/2006/relationships/customXml" Target="../ink/ink566.xml"/><Relationship Id="rId454" Type="http://schemas.openxmlformats.org/officeDocument/2006/relationships/image" Target="../media/image581.png"/><Relationship Id="rId11" Type="http://schemas.openxmlformats.org/officeDocument/2006/relationships/image" Target="../media/image17610.png"/><Relationship Id="rId53" Type="http://schemas.openxmlformats.org/officeDocument/2006/relationships/image" Target="../media/image424.png"/><Relationship Id="rId149" Type="http://schemas.openxmlformats.org/officeDocument/2006/relationships/image" Target="../media/image466.png"/><Relationship Id="rId314" Type="http://schemas.openxmlformats.org/officeDocument/2006/relationships/image" Target="../media/image518.png"/><Relationship Id="rId356" Type="http://schemas.openxmlformats.org/officeDocument/2006/relationships/image" Target="../media/image539.png"/><Relationship Id="rId398" Type="http://schemas.openxmlformats.org/officeDocument/2006/relationships/image" Target="../media/image556.png"/><Relationship Id="rId95" Type="http://schemas.openxmlformats.org/officeDocument/2006/relationships/image" Target="../media/image444.png"/><Relationship Id="rId160" Type="http://schemas.openxmlformats.org/officeDocument/2006/relationships/customXml" Target="../ink/ink501.xml"/><Relationship Id="rId216" Type="http://schemas.openxmlformats.org/officeDocument/2006/relationships/image" Target="../media/image277.png"/><Relationship Id="rId423" Type="http://schemas.openxmlformats.org/officeDocument/2006/relationships/customXml" Target="../ink/ink633.xml"/><Relationship Id="rId258" Type="http://schemas.openxmlformats.org/officeDocument/2006/relationships/image" Target="../media/image497.png"/><Relationship Id="rId465" Type="http://schemas.openxmlformats.org/officeDocument/2006/relationships/customXml" Target="../ink/ink654.xml"/><Relationship Id="rId22" Type="http://schemas.openxmlformats.org/officeDocument/2006/relationships/customXml" Target="../ink/ink432.xml"/><Relationship Id="rId64" Type="http://schemas.openxmlformats.org/officeDocument/2006/relationships/customXml" Target="../ink/ink453.xml"/><Relationship Id="rId118" Type="http://schemas.openxmlformats.org/officeDocument/2006/relationships/customXml" Target="../ink/ink480.xml"/><Relationship Id="rId325" Type="http://schemas.openxmlformats.org/officeDocument/2006/relationships/customXml" Target="../ink/ink584.xml"/><Relationship Id="rId367" Type="http://schemas.openxmlformats.org/officeDocument/2006/relationships/customXml" Target="../ink/ink605.xml"/><Relationship Id="rId171" Type="http://schemas.openxmlformats.org/officeDocument/2006/relationships/image" Target="../media/image256.png"/><Relationship Id="rId227" Type="http://schemas.openxmlformats.org/officeDocument/2006/relationships/customXml" Target="../ink/ink535.xml"/><Relationship Id="rId269" Type="http://schemas.openxmlformats.org/officeDocument/2006/relationships/customXml" Target="../ink/ink556.xml"/><Relationship Id="rId434" Type="http://schemas.openxmlformats.org/officeDocument/2006/relationships/image" Target="../media/image571.png"/><Relationship Id="rId33" Type="http://schemas.openxmlformats.org/officeDocument/2006/relationships/image" Target="../media/image415.png"/><Relationship Id="rId129" Type="http://schemas.openxmlformats.org/officeDocument/2006/relationships/image" Target="../media/image458.png"/><Relationship Id="rId280" Type="http://schemas.openxmlformats.org/officeDocument/2006/relationships/image" Target="../media/image503.png"/><Relationship Id="rId336" Type="http://schemas.openxmlformats.org/officeDocument/2006/relationships/image" Target="../media/image529.png"/><Relationship Id="rId75" Type="http://schemas.openxmlformats.org/officeDocument/2006/relationships/image" Target="../media/image435.png"/><Relationship Id="rId140" Type="http://schemas.openxmlformats.org/officeDocument/2006/relationships/customXml" Target="../ink/ink491.xml"/><Relationship Id="rId182" Type="http://schemas.openxmlformats.org/officeDocument/2006/relationships/customXml" Target="../ink/ink512.xml"/><Relationship Id="rId378" Type="http://schemas.openxmlformats.org/officeDocument/2006/relationships/image" Target="../media/image358.png"/><Relationship Id="rId403" Type="http://schemas.openxmlformats.org/officeDocument/2006/relationships/customXml" Target="../ink/ink623.xml"/><Relationship Id="rId6" Type="http://schemas.openxmlformats.org/officeDocument/2006/relationships/customXml" Target="../ink/ink424.xml"/><Relationship Id="rId238" Type="http://schemas.openxmlformats.org/officeDocument/2006/relationships/image" Target="../media/image493.png"/><Relationship Id="rId445" Type="http://schemas.openxmlformats.org/officeDocument/2006/relationships/customXml" Target="../ink/ink644.xml"/><Relationship Id="rId291" Type="http://schemas.openxmlformats.org/officeDocument/2006/relationships/customXml" Target="../ink/ink567.xml"/><Relationship Id="rId305" Type="http://schemas.openxmlformats.org/officeDocument/2006/relationships/customXml" Target="../ink/ink574.xml"/><Relationship Id="rId347" Type="http://schemas.openxmlformats.org/officeDocument/2006/relationships/customXml" Target="../ink/ink595.xml"/><Relationship Id="rId44" Type="http://schemas.openxmlformats.org/officeDocument/2006/relationships/customXml" Target="../ink/ink443.xml"/><Relationship Id="rId86" Type="http://schemas.openxmlformats.org/officeDocument/2006/relationships/customXml" Target="../ink/ink464.xml"/><Relationship Id="rId151" Type="http://schemas.openxmlformats.org/officeDocument/2006/relationships/image" Target="../media/image467.png"/><Relationship Id="rId389" Type="http://schemas.openxmlformats.org/officeDocument/2006/relationships/customXml" Target="../ink/ink616.xml"/><Relationship Id="rId193" Type="http://schemas.openxmlformats.org/officeDocument/2006/relationships/image" Target="../media/image479.png"/><Relationship Id="rId207" Type="http://schemas.openxmlformats.org/officeDocument/2006/relationships/image" Target="../media/image21.png"/><Relationship Id="rId249" Type="http://schemas.openxmlformats.org/officeDocument/2006/relationships/customXml" Target="../ink/ink546.xml"/><Relationship Id="rId414" Type="http://schemas.openxmlformats.org/officeDocument/2006/relationships/image" Target="../media/image563.png"/><Relationship Id="rId456" Type="http://schemas.openxmlformats.org/officeDocument/2006/relationships/image" Target="../media/image582.png"/><Relationship Id="rId13" Type="http://schemas.openxmlformats.org/officeDocument/2006/relationships/image" Target="../media/image405.png"/><Relationship Id="rId109" Type="http://schemas.openxmlformats.org/officeDocument/2006/relationships/image" Target="../media/image449.png"/><Relationship Id="rId260" Type="http://schemas.openxmlformats.org/officeDocument/2006/relationships/image" Target="../media/image498.png"/><Relationship Id="rId316" Type="http://schemas.openxmlformats.org/officeDocument/2006/relationships/image" Target="../media/image519.png"/><Relationship Id="rId55" Type="http://schemas.openxmlformats.org/officeDocument/2006/relationships/image" Target="../media/image425.png"/><Relationship Id="rId97" Type="http://schemas.openxmlformats.org/officeDocument/2006/relationships/image" Target="../media/image445.png"/><Relationship Id="rId120" Type="http://schemas.openxmlformats.org/officeDocument/2006/relationships/customXml" Target="../ink/ink481.xml"/><Relationship Id="rId358" Type="http://schemas.openxmlformats.org/officeDocument/2006/relationships/image" Target="../media/image540.png"/><Relationship Id="rId162" Type="http://schemas.openxmlformats.org/officeDocument/2006/relationships/customXml" Target="../ink/ink502.xml"/><Relationship Id="rId218" Type="http://schemas.openxmlformats.org/officeDocument/2006/relationships/image" Target="../media/image278.png"/><Relationship Id="rId425" Type="http://schemas.openxmlformats.org/officeDocument/2006/relationships/customXml" Target="../ink/ink634.xml"/><Relationship Id="rId271" Type="http://schemas.openxmlformats.org/officeDocument/2006/relationships/customXml" Target="../ink/ink557.xml"/><Relationship Id="rId24" Type="http://schemas.openxmlformats.org/officeDocument/2006/relationships/customXml" Target="../ink/ink433.xml"/><Relationship Id="rId66" Type="http://schemas.openxmlformats.org/officeDocument/2006/relationships/customXml" Target="../ink/ink454.xml"/><Relationship Id="rId131" Type="http://schemas.openxmlformats.org/officeDocument/2006/relationships/image" Target="../media/image236.png"/><Relationship Id="rId327" Type="http://schemas.openxmlformats.org/officeDocument/2006/relationships/customXml" Target="../ink/ink585.xml"/><Relationship Id="rId369" Type="http://schemas.openxmlformats.org/officeDocument/2006/relationships/customXml" Target="../ink/ink606.xml"/><Relationship Id="rId173" Type="http://schemas.openxmlformats.org/officeDocument/2006/relationships/image" Target="../media/image257.png"/><Relationship Id="rId229" Type="http://schemas.openxmlformats.org/officeDocument/2006/relationships/customXml" Target="../ink/ink536.xml"/><Relationship Id="rId380" Type="http://schemas.openxmlformats.org/officeDocument/2006/relationships/image" Target="../media/image548.png"/><Relationship Id="rId436" Type="http://schemas.openxmlformats.org/officeDocument/2006/relationships/image" Target="../media/image572.png"/><Relationship Id="rId240" Type="http://schemas.openxmlformats.org/officeDocument/2006/relationships/image" Target="../media/image494.png"/><Relationship Id="rId35" Type="http://schemas.openxmlformats.org/officeDocument/2006/relationships/image" Target="../media/image416.png"/><Relationship Id="rId77" Type="http://schemas.openxmlformats.org/officeDocument/2006/relationships/image" Target="../media/image436.png"/><Relationship Id="rId100" Type="http://schemas.openxmlformats.org/officeDocument/2006/relationships/customXml" Target="../ink/ink471.xml"/><Relationship Id="rId282" Type="http://schemas.openxmlformats.org/officeDocument/2006/relationships/image" Target="../media/image504.png"/><Relationship Id="rId338" Type="http://schemas.openxmlformats.org/officeDocument/2006/relationships/image" Target="../media/image530.png"/><Relationship Id="rId8" Type="http://schemas.openxmlformats.org/officeDocument/2006/relationships/customXml" Target="../ink/ink425.xml"/><Relationship Id="rId142" Type="http://schemas.openxmlformats.org/officeDocument/2006/relationships/customXml" Target="../ink/ink492.xml"/><Relationship Id="rId184" Type="http://schemas.openxmlformats.org/officeDocument/2006/relationships/customXml" Target="../ink/ink513.xml"/><Relationship Id="rId391" Type="http://schemas.openxmlformats.org/officeDocument/2006/relationships/customXml" Target="../ink/ink617.xml"/><Relationship Id="rId405" Type="http://schemas.openxmlformats.org/officeDocument/2006/relationships/customXml" Target="../ink/ink624.xml"/><Relationship Id="rId447" Type="http://schemas.openxmlformats.org/officeDocument/2006/relationships/customXml" Target="../ink/ink645.xml"/><Relationship Id="rId251" Type="http://schemas.openxmlformats.org/officeDocument/2006/relationships/customXml" Target="../ink/ink547.xml"/><Relationship Id="rId46" Type="http://schemas.openxmlformats.org/officeDocument/2006/relationships/customXml" Target="../ink/ink444.xml"/><Relationship Id="rId293" Type="http://schemas.openxmlformats.org/officeDocument/2006/relationships/customXml" Target="../ink/ink568.xml"/><Relationship Id="rId307" Type="http://schemas.openxmlformats.org/officeDocument/2006/relationships/customXml" Target="../ink/ink575.xml"/><Relationship Id="rId349" Type="http://schemas.openxmlformats.org/officeDocument/2006/relationships/customXml" Target="../ink/ink596.xml"/><Relationship Id="rId88" Type="http://schemas.openxmlformats.org/officeDocument/2006/relationships/customXml" Target="../ink/ink465.xml"/><Relationship Id="rId111" Type="http://schemas.openxmlformats.org/officeDocument/2006/relationships/image" Target="../media/image450.png"/><Relationship Id="rId153" Type="http://schemas.openxmlformats.org/officeDocument/2006/relationships/image" Target="../media/image468.png"/><Relationship Id="rId195" Type="http://schemas.openxmlformats.org/officeDocument/2006/relationships/image" Target="../media/image480.png"/><Relationship Id="rId209" Type="http://schemas.openxmlformats.org/officeDocument/2006/relationships/image" Target="../media/image274.png"/><Relationship Id="rId360" Type="http://schemas.openxmlformats.org/officeDocument/2006/relationships/image" Target="../media/image541.png"/><Relationship Id="rId416" Type="http://schemas.openxmlformats.org/officeDocument/2006/relationships/image" Target="../media/image564.png"/><Relationship Id="rId220" Type="http://schemas.openxmlformats.org/officeDocument/2006/relationships/image" Target="../media/image484.png"/><Relationship Id="rId458" Type="http://schemas.openxmlformats.org/officeDocument/2006/relationships/image" Target="../media/image583.png"/><Relationship Id="rId15" Type="http://schemas.openxmlformats.org/officeDocument/2006/relationships/image" Target="../media/image406.png"/><Relationship Id="rId57" Type="http://schemas.openxmlformats.org/officeDocument/2006/relationships/image" Target="../media/image426.png"/><Relationship Id="rId262" Type="http://schemas.openxmlformats.org/officeDocument/2006/relationships/image" Target="../media/image300.png"/><Relationship Id="rId318" Type="http://schemas.openxmlformats.org/officeDocument/2006/relationships/image" Target="../media/image520.png"/><Relationship Id="rId99" Type="http://schemas.openxmlformats.org/officeDocument/2006/relationships/image" Target="../media/image446.png"/><Relationship Id="rId122" Type="http://schemas.openxmlformats.org/officeDocument/2006/relationships/customXml" Target="../ink/ink482.xml"/><Relationship Id="rId164" Type="http://schemas.openxmlformats.org/officeDocument/2006/relationships/customXml" Target="../ink/ink503.xml"/><Relationship Id="rId371" Type="http://schemas.openxmlformats.org/officeDocument/2006/relationships/customXml" Target="../ink/ink607.xml"/><Relationship Id="rId427" Type="http://schemas.openxmlformats.org/officeDocument/2006/relationships/customXml" Target="../ink/ink635.xml"/><Relationship Id="rId26" Type="http://schemas.openxmlformats.org/officeDocument/2006/relationships/customXml" Target="../ink/ink434.xml"/><Relationship Id="rId231" Type="http://schemas.openxmlformats.org/officeDocument/2006/relationships/customXml" Target="../ink/ink537.xml"/><Relationship Id="rId273" Type="http://schemas.openxmlformats.org/officeDocument/2006/relationships/customXml" Target="../ink/ink558.xml"/><Relationship Id="rId329" Type="http://schemas.openxmlformats.org/officeDocument/2006/relationships/customXml" Target="../ink/ink586.xml"/><Relationship Id="rId68" Type="http://schemas.openxmlformats.org/officeDocument/2006/relationships/customXml" Target="../ink/ink455.xml"/><Relationship Id="rId133" Type="http://schemas.openxmlformats.org/officeDocument/2006/relationships/image" Target="../media/image459.png"/><Relationship Id="rId175" Type="http://schemas.openxmlformats.org/officeDocument/2006/relationships/image" Target="../media/image258.png"/><Relationship Id="rId340" Type="http://schemas.openxmlformats.org/officeDocument/2006/relationships/image" Target="../media/image531.png"/><Relationship Id="rId200" Type="http://schemas.openxmlformats.org/officeDocument/2006/relationships/customXml" Target="../ink/ink521.xml"/><Relationship Id="rId382" Type="http://schemas.openxmlformats.org/officeDocument/2006/relationships/image" Target="../media/image360.png"/><Relationship Id="rId438" Type="http://schemas.openxmlformats.org/officeDocument/2006/relationships/image" Target="../media/image573.png"/><Relationship Id="rId242" Type="http://schemas.openxmlformats.org/officeDocument/2006/relationships/image" Target="../media/image290.png"/><Relationship Id="rId284" Type="http://schemas.openxmlformats.org/officeDocument/2006/relationships/image" Target="../media/image505.png"/><Relationship Id="rId37" Type="http://schemas.openxmlformats.org/officeDocument/2006/relationships/image" Target="../media/image417.png"/><Relationship Id="rId79" Type="http://schemas.openxmlformats.org/officeDocument/2006/relationships/image" Target="../media/image437.png"/><Relationship Id="rId102" Type="http://schemas.openxmlformats.org/officeDocument/2006/relationships/customXml" Target="../ink/ink472.xml"/><Relationship Id="rId144" Type="http://schemas.openxmlformats.org/officeDocument/2006/relationships/customXml" Target="../ink/ink493.xml"/><Relationship Id="rId90" Type="http://schemas.openxmlformats.org/officeDocument/2006/relationships/customXml" Target="../ink/ink466.xml"/><Relationship Id="rId186" Type="http://schemas.openxmlformats.org/officeDocument/2006/relationships/customXml" Target="../ink/ink514.xml"/><Relationship Id="rId351" Type="http://schemas.openxmlformats.org/officeDocument/2006/relationships/customXml" Target="../ink/ink597.xml"/><Relationship Id="rId393" Type="http://schemas.openxmlformats.org/officeDocument/2006/relationships/customXml" Target="../ink/ink618.xml"/><Relationship Id="rId407" Type="http://schemas.openxmlformats.org/officeDocument/2006/relationships/customXml" Target="../ink/ink625.xml"/><Relationship Id="rId449" Type="http://schemas.openxmlformats.org/officeDocument/2006/relationships/customXml" Target="../ink/ink646.xml"/><Relationship Id="rId211" Type="http://schemas.openxmlformats.org/officeDocument/2006/relationships/image" Target="../media/image483.png"/><Relationship Id="rId253" Type="http://schemas.openxmlformats.org/officeDocument/2006/relationships/customXml" Target="../ink/ink548.xml"/><Relationship Id="rId295" Type="http://schemas.openxmlformats.org/officeDocument/2006/relationships/customXml" Target="../ink/ink569.xml"/><Relationship Id="rId309" Type="http://schemas.openxmlformats.org/officeDocument/2006/relationships/customXml" Target="../ink/ink576.xml"/><Relationship Id="rId460" Type="http://schemas.openxmlformats.org/officeDocument/2006/relationships/image" Target="../media/image584.png"/><Relationship Id="rId48" Type="http://schemas.openxmlformats.org/officeDocument/2006/relationships/customXml" Target="../ink/ink445.xml"/><Relationship Id="rId113" Type="http://schemas.openxmlformats.org/officeDocument/2006/relationships/image" Target="../media/image451.png"/><Relationship Id="rId320" Type="http://schemas.openxmlformats.org/officeDocument/2006/relationships/image" Target="../media/image521.png"/><Relationship Id="rId155" Type="http://schemas.openxmlformats.org/officeDocument/2006/relationships/image" Target="../media/image469.png"/><Relationship Id="rId197" Type="http://schemas.openxmlformats.org/officeDocument/2006/relationships/image" Target="../media/image481.png"/><Relationship Id="rId362" Type="http://schemas.openxmlformats.org/officeDocument/2006/relationships/image" Target="../media/image542.png"/><Relationship Id="rId418" Type="http://schemas.openxmlformats.org/officeDocument/2006/relationships/image" Target="../media/image565.png"/><Relationship Id="rId222" Type="http://schemas.openxmlformats.org/officeDocument/2006/relationships/image" Target="../media/image485.png"/><Relationship Id="rId264" Type="http://schemas.openxmlformats.org/officeDocument/2006/relationships/image" Target="../media/image301.png"/><Relationship Id="rId17" Type="http://schemas.openxmlformats.org/officeDocument/2006/relationships/image" Target="../media/image407.png"/><Relationship Id="rId59" Type="http://schemas.openxmlformats.org/officeDocument/2006/relationships/image" Target="../media/image427.png"/><Relationship Id="rId124" Type="http://schemas.openxmlformats.org/officeDocument/2006/relationships/customXml" Target="../ink/ink483.xml"/><Relationship Id="rId70" Type="http://schemas.openxmlformats.org/officeDocument/2006/relationships/customXml" Target="../ink/ink456.xml"/><Relationship Id="rId166" Type="http://schemas.openxmlformats.org/officeDocument/2006/relationships/customXml" Target="../ink/ink504.xml"/><Relationship Id="rId331" Type="http://schemas.openxmlformats.org/officeDocument/2006/relationships/customXml" Target="../ink/ink587.xml"/><Relationship Id="rId373" Type="http://schemas.openxmlformats.org/officeDocument/2006/relationships/customXml" Target="../ink/ink608.xml"/><Relationship Id="rId429" Type="http://schemas.openxmlformats.org/officeDocument/2006/relationships/customXml" Target="../ink/ink636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538.xml"/><Relationship Id="rId440" Type="http://schemas.openxmlformats.org/officeDocument/2006/relationships/image" Target="../media/image574.png"/><Relationship Id="rId28" Type="http://schemas.openxmlformats.org/officeDocument/2006/relationships/customXml" Target="../ink/ink435.xml"/><Relationship Id="rId275" Type="http://schemas.openxmlformats.org/officeDocument/2006/relationships/customXml" Target="../ink/ink559.xml"/><Relationship Id="rId300" Type="http://schemas.openxmlformats.org/officeDocument/2006/relationships/image" Target="../media/image512.png"/><Relationship Id="rId81" Type="http://schemas.openxmlformats.org/officeDocument/2006/relationships/image" Target="../media/image211.png"/><Relationship Id="rId135" Type="http://schemas.openxmlformats.org/officeDocument/2006/relationships/image" Target="../media/image460.png"/><Relationship Id="rId177" Type="http://schemas.openxmlformats.org/officeDocument/2006/relationships/image" Target="../media/image259.png"/><Relationship Id="rId342" Type="http://schemas.openxmlformats.org/officeDocument/2006/relationships/image" Target="../media/image532.png"/><Relationship Id="rId384" Type="http://schemas.openxmlformats.org/officeDocument/2006/relationships/image" Target="../media/image549.png"/><Relationship Id="rId202" Type="http://schemas.openxmlformats.org/officeDocument/2006/relationships/customXml" Target="../ink/ink522.xml"/><Relationship Id="rId244" Type="http://schemas.openxmlformats.org/officeDocument/2006/relationships/image" Target="../media/image495.png"/><Relationship Id="rId39" Type="http://schemas.openxmlformats.org/officeDocument/2006/relationships/image" Target="../media/image418.png"/><Relationship Id="rId286" Type="http://schemas.openxmlformats.org/officeDocument/2006/relationships/image" Target="../media/image312.png"/><Relationship Id="rId451" Type="http://schemas.openxmlformats.org/officeDocument/2006/relationships/customXml" Target="../ink/ink647.xml"/><Relationship Id="rId50" Type="http://schemas.openxmlformats.org/officeDocument/2006/relationships/customXml" Target="../ink/ink446.xml"/><Relationship Id="rId104" Type="http://schemas.openxmlformats.org/officeDocument/2006/relationships/customXml" Target="../ink/ink473.xml"/><Relationship Id="rId146" Type="http://schemas.openxmlformats.org/officeDocument/2006/relationships/customXml" Target="../ink/ink494.xml"/><Relationship Id="rId188" Type="http://schemas.openxmlformats.org/officeDocument/2006/relationships/customXml" Target="../ink/ink515.xml"/><Relationship Id="rId311" Type="http://schemas.openxmlformats.org/officeDocument/2006/relationships/customXml" Target="../ink/ink577.xml"/><Relationship Id="rId353" Type="http://schemas.openxmlformats.org/officeDocument/2006/relationships/customXml" Target="../ink/ink598.xml"/><Relationship Id="rId395" Type="http://schemas.openxmlformats.org/officeDocument/2006/relationships/customXml" Target="../ink/ink619.xml"/><Relationship Id="rId409" Type="http://schemas.openxmlformats.org/officeDocument/2006/relationships/customXml" Target="../ink/ink626.xml"/><Relationship Id="rId92" Type="http://schemas.openxmlformats.org/officeDocument/2006/relationships/customXml" Target="../ink/ink467.xml"/><Relationship Id="rId213" Type="http://schemas.openxmlformats.org/officeDocument/2006/relationships/customXml" Target="../ink/ink528.xml"/><Relationship Id="rId420" Type="http://schemas.openxmlformats.org/officeDocument/2006/relationships/image" Target="../media/image566.png"/><Relationship Id="rId255" Type="http://schemas.openxmlformats.org/officeDocument/2006/relationships/customXml" Target="../ink/ink549.xml"/><Relationship Id="rId297" Type="http://schemas.openxmlformats.org/officeDocument/2006/relationships/customXml" Target="../ink/ink570.xml"/><Relationship Id="rId462" Type="http://schemas.openxmlformats.org/officeDocument/2006/relationships/image" Target="../media/image585.png"/><Relationship Id="rId115" Type="http://schemas.openxmlformats.org/officeDocument/2006/relationships/image" Target="../media/image452.png"/><Relationship Id="rId157" Type="http://schemas.openxmlformats.org/officeDocument/2006/relationships/image" Target="../media/image470.png"/><Relationship Id="rId322" Type="http://schemas.openxmlformats.org/officeDocument/2006/relationships/image" Target="../media/image522.png"/><Relationship Id="rId364" Type="http://schemas.openxmlformats.org/officeDocument/2006/relationships/image" Target="../media/image54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2.png"/><Relationship Id="rId299" Type="http://schemas.openxmlformats.org/officeDocument/2006/relationships/image" Target="../media/image733.png"/><Relationship Id="rId21" Type="http://schemas.openxmlformats.org/officeDocument/2006/relationships/image" Target="../media/image594.png"/><Relationship Id="rId63" Type="http://schemas.openxmlformats.org/officeDocument/2006/relationships/image" Target="../media/image615.png"/><Relationship Id="rId159" Type="http://schemas.openxmlformats.org/officeDocument/2006/relationships/image" Target="../media/image663.png"/><Relationship Id="rId324" Type="http://schemas.openxmlformats.org/officeDocument/2006/relationships/customXml" Target="../ink/ink816.xml"/><Relationship Id="rId170" Type="http://schemas.openxmlformats.org/officeDocument/2006/relationships/customXml" Target="../ink/ink739.xml"/><Relationship Id="rId226" Type="http://schemas.openxmlformats.org/officeDocument/2006/relationships/customXml" Target="../ink/ink767.xml"/><Relationship Id="rId268" Type="http://schemas.openxmlformats.org/officeDocument/2006/relationships/customXml" Target="../ink/ink788.xml"/><Relationship Id="rId32" Type="http://schemas.openxmlformats.org/officeDocument/2006/relationships/customXml" Target="../ink/ink670.xml"/><Relationship Id="rId74" Type="http://schemas.openxmlformats.org/officeDocument/2006/relationships/customXml" Target="../ink/ink691.xml"/><Relationship Id="rId128" Type="http://schemas.openxmlformats.org/officeDocument/2006/relationships/customXml" Target="../ink/ink718.xml"/><Relationship Id="rId335" Type="http://schemas.openxmlformats.org/officeDocument/2006/relationships/customXml" Target="../ink/ink823.xml"/><Relationship Id="rId5" Type="http://schemas.openxmlformats.org/officeDocument/2006/relationships/image" Target="../media/image127.png"/><Relationship Id="rId181" Type="http://schemas.openxmlformats.org/officeDocument/2006/relationships/image" Target="../media/image674.png"/><Relationship Id="rId237" Type="http://schemas.openxmlformats.org/officeDocument/2006/relationships/image" Target="../media/image702.png"/><Relationship Id="rId279" Type="http://schemas.openxmlformats.org/officeDocument/2006/relationships/image" Target="../media/image723.png"/><Relationship Id="rId43" Type="http://schemas.openxmlformats.org/officeDocument/2006/relationships/image" Target="../media/image605.png"/><Relationship Id="rId139" Type="http://schemas.openxmlformats.org/officeDocument/2006/relationships/image" Target="../media/image653.png"/><Relationship Id="rId290" Type="http://schemas.openxmlformats.org/officeDocument/2006/relationships/customXml" Target="../ink/ink799.xml"/><Relationship Id="rId304" Type="http://schemas.openxmlformats.org/officeDocument/2006/relationships/customXml" Target="../ink/ink806.xml"/><Relationship Id="rId346" Type="http://schemas.openxmlformats.org/officeDocument/2006/relationships/customXml" Target="../ink/ink831.xml"/><Relationship Id="rId85" Type="http://schemas.openxmlformats.org/officeDocument/2006/relationships/image" Target="../media/image626.png"/><Relationship Id="rId150" Type="http://schemas.openxmlformats.org/officeDocument/2006/relationships/customXml" Target="../ink/ink729.xml"/><Relationship Id="rId192" Type="http://schemas.openxmlformats.org/officeDocument/2006/relationships/customXml" Target="../ink/ink750.xml"/><Relationship Id="rId206" Type="http://schemas.openxmlformats.org/officeDocument/2006/relationships/customXml" Target="../ink/ink757.xml"/><Relationship Id="rId248" Type="http://schemas.openxmlformats.org/officeDocument/2006/relationships/customXml" Target="../ink/ink778.xml"/><Relationship Id="rId12" Type="http://schemas.openxmlformats.org/officeDocument/2006/relationships/customXml" Target="../ink/ink660.xml"/><Relationship Id="rId108" Type="http://schemas.openxmlformats.org/officeDocument/2006/relationships/customXml" Target="../ink/ink708.xml"/><Relationship Id="rId315" Type="http://schemas.openxmlformats.org/officeDocument/2006/relationships/image" Target="../media/image741.png"/><Relationship Id="rId54" Type="http://schemas.openxmlformats.org/officeDocument/2006/relationships/customXml" Target="../ink/ink681.xml"/><Relationship Id="rId96" Type="http://schemas.openxmlformats.org/officeDocument/2006/relationships/customXml" Target="../ink/ink702.xml"/><Relationship Id="rId161" Type="http://schemas.openxmlformats.org/officeDocument/2006/relationships/image" Target="../media/image664.png"/><Relationship Id="rId217" Type="http://schemas.openxmlformats.org/officeDocument/2006/relationships/image" Target="../media/image692.png"/><Relationship Id="rId259" Type="http://schemas.openxmlformats.org/officeDocument/2006/relationships/image" Target="../media/image713.png"/><Relationship Id="rId23" Type="http://schemas.openxmlformats.org/officeDocument/2006/relationships/image" Target="../media/image595.png"/><Relationship Id="rId119" Type="http://schemas.openxmlformats.org/officeDocument/2006/relationships/image" Target="../media/image643.png"/><Relationship Id="rId270" Type="http://schemas.openxmlformats.org/officeDocument/2006/relationships/customXml" Target="../ink/ink789.xml"/><Relationship Id="rId326" Type="http://schemas.openxmlformats.org/officeDocument/2006/relationships/customXml" Target="../ink/ink817.xml"/><Relationship Id="rId65" Type="http://schemas.openxmlformats.org/officeDocument/2006/relationships/image" Target="../media/image616.png"/><Relationship Id="rId130" Type="http://schemas.openxmlformats.org/officeDocument/2006/relationships/customXml" Target="../ink/ink719.xml"/><Relationship Id="rId172" Type="http://schemas.openxmlformats.org/officeDocument/2006/relationships/customXml" Target="../ink/ink740.xml"/><Relationship Id="rId228" Type="http://schemas.openxmlformats.org/officeDocument/2006/relationships/customXml" Target="../ink/ink768.xml"/><Relationship Id="rId281" Type="http://schemas.openxmlformats.org/officeDocument/2006/relationships/image" Target="../media/image724.png"/><Relationship Id="rId337" Type="http://schemas.openxmlformats.org/officeDocument/2006/relationships/customXml" Target="../ink/ink824.xml"/><Relationship Id="rId34" Type="http://schemas.openxmlformats.org/officeDocument/2006/relationships/customXml" Target="../ink/ink671.xml"/><Relationship Id="rId76" Type="http://schemas.openxmlformats.org/officeDocument/2006/relationships/customXml" Target="../ink/ink692.xml"/><Relationship Id="rId141" Type="http://schemas.openxmlformats.org/officeDocument/2006/relationships/image" Target="../media/image654.png"/><Relationship Id="rId7" Type="http://schemas.openxmlformats.org/officeDocument/2006/relationships/image" Target="../media/image587.png"/><Relationship Id="rId183" Type="http://schemas.openxmlformats.org/officeDocument/2006/relationships/image" Target="../media/image675.png"/><Relationship Id="rId239" Type="http://schemas.openxmlformats.org/officeDocument/2006/relationships/image" Target="../media/image703.png"/><Relationship Id="rId250" Type="http://schemas.openxmlformats.org/officeDocument/2006/relationships/customXml" Target="../ink/ink779.xml"/><Relationship Id="rId292" Type="http://schemas.openxmlformats.org/officeDocument/2006/relationships/customXml" Target="../ink/ink800.xml"/><Relationship Id="rId306" Type="http://schemas.openxmlformats.org/officeDocument/2006/relationships/customXml" Target="../ink/ink807.xml"/><Relationship Id="rId45" Type="http://schemas.openxmlformats.org/officeDocument/2006/relationships/image" Target="../media/image606.png"/><Relationship Id="rId87" Type="http://schemas.openxmlformats.org/officeDocument/2006/relationships/image" Target="../media/image627.png"/><Relationship Id="rId110" Type="http://schemas.openxmlformats.org/officeDocument/2006/relationships/customXml" Target="../ink/ink709.xml"/><Relationship Id="rId348" Type="http://schemas.openxmlformats.org/officeDocument/2006/relationships/customXml" Target="../ink/ink833.xml"/><Relationship Id="rId152" Type="http://schemas.openxmlformats.org/officeDocument/2006/relationships/customXml" Target="../ink/ink730.xml"/><Relationship Id="rId194" Type="http://schemas.openxmlformats.org/officeDocument/2006/relationships/customXml" Target="../ink/ink751.xml"/><Relationship Id="rId208" Type="http://schemas.openxmlformats.org/officeDocument/2006/relationships/customXml" Target="../ink/ink758.xml"/><Relationship Id="rId261" Type="http://schemas.openxmlformats.org/officeDocument/2006/relationships/image" Target="../media/image714.png"/><Relationship Id="rId14" Type="http://schemas.openxmlformats.org/officeDocument/2006/relationships/customXml" Target="../ink/ink661.xml"/><Relationship Id="rId56" Type="http://schemas.openxmlformats.org/officeDocument/2006/relationships/customXml" Target="../ink/ink682.xml"/><Relationship Id="rId317" Type="http://schemas.openxmlformats.org/officeDocument/2006/relationships/image" Target="../media/image742.png"/><Relationship Id="rId8" Type="http://schemas.openxmlformats.org/officeDocument/2006/relationships/customXml" Target="../ink/ink658.xml"/><Relationship Id="rId98" Type="http://schemas.openxmlformats.org/officeDocument/2006/relationships/customXml" Target="../ink/ink703.xml"/><Relationship Id="rId121" Type="http://schemas.openxmlformats.org/officeDocument/2006/relationships/image" Target="../media/image644.png"/><Relationship Id="rId142" Type="http://schemas.openxmlformats.org/officeDocument/2006/relationships/customXml" Target="../ink/ink725.xml"/><Relationship Id="rId163" Type="http://schemas.openxmlformats.org/officeDocument/2006/relationships/image" Target="../media/image665.png"/><Relationship Id="rId184" Type="http://schemas.openxmlformats.org/officeDocument/2006/relationships/customXml" Target="../ink/ink746.xml"/><Relationship Id="rId219" Type="http://schemas.openxmlformats.org/officeDocument/2006/relationships/image" Target="../media/image693.png"/><Relationship Id="rId230" Type="http://schemas.openxmlformats.org/officeDocument/2006/relationships/customXml" Target="../ink/ink769.xml"/><Relationship Id="rId251" Type="http://schemas.openxmlformats.org/officeDocument/2006/relationships/image" Target="../media/image709.png"/><Relationship Id="rId25" Type="http://schemas.openxmlformats.org/officeDocument/2006/relationships/image" Target="../media/image596.png"/><Relationship Id="rId46" Type="http://schemas.openxmlformats.org/officeDocument/2006/relationships/customXml" Target="../ink/ink677.xml"/><Relationship Id="rId67" Type="http://schemas.openxmlformats.org/officeDocument/2006/relationships/image" Target="../media/image617.png"/><Relationship Id="rId272" Type="http://schemas.openxmlformats.org/officeDocument/2006/relationships/customXml" Target="../ink/ink790.xml"/><Relationship Id="rId293" Type="http://schemas.openxmlformats.org/officeDocument/2006/relationships/image" Target="../media/image730.png"/><Relationship Id="rId307" Type="http://schemas.openxmlformats.org/officeDocument/2006/relationships/image" Target="../media/image737.png"/><Relationship Id="rId328" Type="http://schemas.openxmlformats.org/officeDocument/2006/relationships/image" Target="../media/image747.png"/><Relationship Id="rId349" Type="http://schemas.openxmlformats.org/officeDocument/2006/relationships/image" Target="../media/image753.png"/><Relationship Id="rId88" Type="http://schemas.openxmlformats.org/officeDocument/2006/relationships/customXml" Target="../ink/ink698.xml"/><Relationship Id="rId111" Type="http://schemas.openxmlformats.org/officeDocument/2006/relationships/image" Target="../media/image639.png"/><Relationship Id="rId132" Type="http://schemas.openxmlformats.org/officeDocument/2006/relationships/customXml" Target="../ink/ink720.xml"/><Relationship Id="rId153" Type="http://schemas.openxmlformats.org/officeDocument/2006/relationships/image" Target="../media/image660.png"/><Relationship Id="rId174" Type="http://schemas.openxmlformats.org/officeDocument/2006/relationships/customXml" Target="../ink/ink741.xml"/><Relationship Id="rId195" Type="http://schemas.openxmlformats.org/officeDocument/2006/relationships/image" Target="../media/image681.png"/><Relationship Id="rId209" Type="http://schemas.openxmlformats.org/officeDocument/2006/relationships/image" Target="../media/image688.png"/><Relationship Id="rId220" Type="http://schemas.openxmlformats.org/officeDocument/2006/relationships/customXml" Target="../ink/ink764.xml"/><Relationship Id="rId241" Type="http://schemas.openxmlformats.org/officeDocument/2006/relationships/image" Target="../media/image704.png"/><Relationship Id="rId15" Type="http://schemas.openxmlformats.org/officeDocument/2006/relationships/image" Target="../media/image591.png"/><Relationship Id="rId36" Type="http://schemas.openxmlformats.org/officeDocument/2006/relationships/customXml" Target="../ink/ink672.xml"/><Relationship Id="rId57" Type="http://schemas.openxmlformats.org/officeDocument/2006/relationships/image" Target="../media/image612.png"/><Relationship Id="rId262" Type="http://schemas.openxmlformats.org/officeDocument/2006/relationships/customXml" Target="../ink/ink785.xml"/><Relationship Id="rId283" Type="http://schemas.openxmlformats.org/officeDocument/2006/relationships/image" Target="../media/image725.png"/><Relationship Id="rId318" Type="http://schemas.openxmlformats.org/officeDocument/2006/relationships/customXml" Target="../ink/ink813.xml"/><Relationship Id="rId339" Type="http://schemas.openxmlformats.org/officeDocument/2006/relationships/customXml" Target="../ink/ink826.xml"/><Relationship Id="rId78" Type="http://schemas.openxmlformats.org/officeDocument/2006/relationships/customXml" Target="../ink/ink693.xml"/><Relationship Id="rId99" Type="http://schemas.openxmlformats.org/officeDocument/2006/relationships/image" Target="../media/image633.png"/><Relationship Id="rId101" Type="http://schemas.openxmlformats.org/officeDocument/2006/relationships/image" Target="../media/image634.png"/><Relationship Id="rId122" Type="http://schemas.openxmlformats.org/officeDocument/2006/relationships/customXml" Target="../ink/ink715.xml"/><Relationship Id="rId143" Type="http://schemas.openxmlformats.org/officeDocument/2006/relationships/image" Target="../media/image655.png"/><Relationship Id="rId164" Type="http://schemas.openxmlformats.org/officeDocument/2006/relationships/customXml" Target="../ink/ink736.xml"/><Relationship Id="rId185" Type="http://schemas.openxmlformats.org/officeDocument/2006/relationships/image" Target="../media/image676.png"/><Relationship Id="rId9" Type="http://schemas.openxmlformats.org/officeDocument/2006/relationships/image" Target="../media/image588.png"/><Relationship Id="rId210" Type="http://schemas.openxmlformats.org/officeDocument/2006/relationships/customXml" Target="../ink/ink759.xml"/><Relationship Id="rId26" Type="http://schemas.openxmlformats.org/officeDocument/2006/relationships/customXml" Target="../ink/ink667.xml"/><Relationship Id="rId231" Type="http://schemas.openxmlformats.org/officeDocument/2006/relationships/image" Target="../media/image699.png"/><Relationship Id="rId252" Type="http://schemas.openxmlformats.org/officeDocument/2006/relationships/customXml" Target="../ink/ink780.xml"/><Relationship Id="rId273" Type="http://schemas.openxmlformats.org/officeDocument/2006/relationships/image" Target="../media/image720.png"/><Relationship Id="rId294" Type="http://schemas.openxmlformats.org/officeDocument/2006/relationships/customXml" Target="../ink/ink801.xml"/><Relationship Id="rId308" Type="http://schemas.openxmlformats.org/officeDocument/2006/relationships/customXml" Target="../ink/ink808.xml"/><Relationship Id="rId329" Type="http://schemas.openxmlformats.org/officeDocument/2006/relationships/customXml" Target="../ink/ink819.xml"/><Relationship Id="rId47" Type="http://schemas.openxmlformats.org/officeDocument/2006/relationships/image" Target="../media/image607.png"/><Relationship Id="rId68" Type="http://schemas.openxmlformats.org/officeDocument/2006/relationships/customXml" Target="../ink/ink688.xml"/><Relationship Id="rId89" Type="http://schemas.openxmlformats.org/officeDocument/2006/relationships/image" Target="../media/image628.png"/><Relationship Id="rId112" Type="http://schemas.openxmlformats.org/officeDocument/2006/relationships/customXml" Target="../ink/ink710.xml"/><Relationship Id="rId133" Type="http://schemas.openxmlformats.org/officeDocument/2006/relationships/image" Target="../media/image650.png"/><Relationship Id="rId154" Type="http://schemas.openxmlformats.org/officeDocument/2006/relationships/customXml" Target="../ink/ink731.xml"/><Relationship Id="rId175" Type="http://schemas.openxmlformats.org/officeDocument/2006/relationships/image" Target="../media/image671.png"/><Relationship Id="rId340" Type="http://schemas.openxmlformats.org/officeDocument/2006/relationships/image" Target="../media/image751.png"/><Relationship Id="rId196" Type="http://schemas.openxmlformats.org/officeDocument/2006/relationships/customXml" Target="../ink/ink752.xml"/><Relationship Id="rId200" Type="http://schemas.openxmlformats.org/officeDocument/2006/relationships/customXml" Target="../ink/ink754.xml"/><Relationship Id="rId16" Type="http://schemas.openxmlformats.org/officeDocument/2006/relationships/customXml" Target="../ink/ink662.xml"/><Relationship Id="rId221" Type="http://schemas.openxmlformats.org/officeDocument/2006/relationships/image" Target="../media/image694.png"/><Relationship Id="rId242" Type="http://schemas.openxmlformats.org/officeDocument/2006/relationships/customXml" Target="../ink/ink775.xml"/><Relationship Id="rId263" Type="http://schemas.openxmlformats.org/officeDocument/2006/relationships/image" Target="../media/image715.png"/><Relationship Id="rId284" Type="http://schemas.openxmlformats.org/officeDocument/2006/relationships/customXml" Target="../ink/ink796.xml"/><Relationship Id="rId319" Type="http://schemas.openxmlformats.org/officeDocument/2006/relationships/image" Target="../media/image743.png"/><Relationship Id="rId37" Type="http://schemas.openxmlformats.org/officeDocument/2006/relationships/image" Target="../media/image602.png"/><Relationship Id="rId58" Type="http://schemas.openxmlformats.org/officeDocument/2006/relationships/customXml" Target="../ink/ink683.xml"/><Relationship Id="rId79" Type="http://schemas.openxmlformats.org/officeDocument/2006/relationships/image" Target="../media/image623.png"/><Relationship Id="rId102" Type="http://schemas.openxmlformats.org/officeDocument/2006/relationships/customXml" Target="../ink/ink705.xml"/><Relationship Id="rId123" Type="http://schemas.openxmlformats.org/officeDocument/2006/relationships/image" Target="../media/image645.png"/><Relationship Id="rId144" Type="http://schemas.openxmlformats.org/officeDocument/2006/relationships/customXml" Target="../ink/ink726.xml"/><Relationship Id="rId330" Type="http://schemas.openxmlformats.org/officeDocument/2006/relationships/image" Target="../media/image748.png"/><Relationship Id="rId90" Type="http://schemas.openxmlformats.org/officeDocument/2006/relationships/customXml" Target="../ink/ink699.xml"/><Relationship Id="rId165" Type="http://schemas.openxmlformats.org/officeDocument/2006/relationships/image" Target="../media/image666.png"/><Relationship Id="rId186" Type="http://schemas.openxmlformats.org/officeDocument/2006/relationships/customXml" Target="../ink/ink747.xml"/><Relationship Id="rId211" Type="http://schemas.openxmlformats.org/officeDocument/2006/relationships/image" Target="../media/image689.png"/><Relationship Id="rId232" Type="http://schemas.openxmlformats.org/officeDocument/2006/relationships/customXml" Target="../ink/ink770.xml"/><Relationship Id="rId253" Type="http://schemas.openxmlformats.org/officeDocument/2006/relationships/image" Target="../media/image710.png"/><Relationship Id="rId274" Type="http://schemas.openxmlformats.org/officeDocument/2006/relationships/customXml" Target="../ink/ink791.xml"/><Relationship Id="rId295" Type="http://schemas.openxmlformats.org/officeDocument/2006/relationships/image" Target="../media/image731.png"/><Relationship Id="rId309" Type="http://schemas.openxmlformats.org/officeDocument/2006/relationships/image" Target="../media/image738.png"/><Relationship Id="rId27" Type="http://schemas.openxmlformats.org/officeDocument/2006/relationships/image" Target="../media/image597.png"/><Relationship Id="rId48" Type="http://schemas.openxmlformats.org/officeDocument/2006/relationships/customXml" Target="../ink/ink678.xml"/><Relationship Id="rId69" Type="http://schemas.openxmlformats.org/officeDocument/2006/relationships/image" Target="../media/image618.png"/><Relationship Id="rId113" Type="http://schemas.openxmlformats.org/officeDocument/2006/relationships/image" Target="../media/image640.png"/><Relationship Id="rId134" Type="http://schemas.openxmlformats.org/officeDocument/2006/relationships/customXml" Target="../ink/ink721.xml"/><Relationship Id="rId320" Type="http://schemas.openxmlformats.org/officeDocument/2006/relationships/customXml" Target="../ink/ink814.xml"/><Relationship Id="rId80" Type="http://schemas.openxmlformats.org/officeDocument/2006/relationships/customXml" Target="../ink/ink694.xml"/><Relationship Id="rId155" Type="http://schemas.openxmlformats.org/officeDocument/2006/relationships/image" Target="../media/image661.png"/><Relationship Id="rId176" Type="http://schemas.openxmlformats.org/officeDocument/2006/relationships/customXml" Target="../ink/ink742.xml"/><Relationship Id="rId197" Type="http://schemas.openxmlformats.org/officeDocument/2006/relationships/image" Target="../media/image682.png"/><Relationship Id="rId341" Type="http://schemas.openxmlformats.org/officeDocument/2006/relationships/customXml" Target="../ink/ink827.xml"/><Relationship Id="rId201" Type="http://schemas.openxmlformats.org/officeDocument/2006/relationships/image" Target="../media/image684.png"/><Relationship Id="rId222" Type="http://schemas.openxmlformats.org/officeDocument/2006/relationships/customXml" Target="../ink/ink765.xml"/><Relationship Id="rId243" Type="http://schemas.openxmlformats.org/officeDocument/2006/relationships/image" Target="../media/image705.png"/><Relationship Id="rId264" Type="http://schemas.openxmlformats.org/officeDocument/2006/relationships/customXml" Target="../ink/ink786.xml"/><Relationship Id="rId285" Type="http://schemas.openxmlformats.org/officeDocument/2006/relationships/image" Target="../media/image726.png"/><Relationship Id="rId17" Type="http://schemas.openxmlformats.org/officeDocument/2006/relationships/image" Target="../media/image592.png"/><Relationship Id="rId38" Type="http://schemas.openxmlformats.org/officeDocument/2006/relationships/customXml" Target="../ink/ink673.xml"/><Relationship Id="rId59" Type="http://schemas.openxmlformats.org/officeDocument/2006/relationships/image" Target="../media/image613.png"/><Relationship Id="rId103" Type="http://schemas.openxmlformats.org/officeDocument/2006/relationships/image" Target="../media/image635.png"/><Relationship Id="rId124" Type="http://schemas.openxmlformats.org/officeDocument/2006/relationships/customXml" Target="../ink/ink716.xml"/><Relationship Id="rId310" Type="http://schemas.openxmlformats.org/officeDocument/2006/relationships/customXml" Target="../ink/ink809.xml"/><Relationship Id="rId70" Type="http://schemas.openxmlformats.org/officeDocument/2006/relationships/customXml" Target="../ink/ink689.xml"/><Relationship Id="rId91" Type="http://schemas.openxmlformats.org/officeDocument/2006/relationships/image" Target="../media/image629.png"/><Relationship Id="rId145" Type="http://schemas.openxmlformats.org/officeDocument/2006/relationships/image" Target="../media/image656.png"/><Relationship Id="rId166" Type="http://schemas.openxmlformats.org/officeDocument/2006/relationships/customXml" Target="../ink/ink737.xml"/><Relationship Id="rId187" Type="http://schemas.openxmlformats.org/officeDocument/2006/relationships/image" Target="../media/image677.png"/><Relationship Id="rId331" Type="http://schemas.openxmlformats.org/officeDocument/2006/relationships/customXml" Target="../ink/ink820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60.xml"/><Relationship Id="rId233" Type="http://schemas.openxmlformats.org/officeDocument/2006/relationships/image" Target="../media/image700.png"/><Relationship Id="rId254" Type="http://schemas.openxmlformats.org/officeDocument/2006/relationships/customXml" Target="../ink/ink781.xml"/><Relationship Id="rId28" Type="http://schemas.openxmlformats.org/officeDocument/2006/relationships/customXml" Target="../ink/ink668.xml"/><Relationship Id="rId49" Type="http://schemas.openxmlformats.org/officeDocument/2006/relationships/image" Target="../media/image608.png"/><Relationship Id="rId114" Type="http://schemas.openxmlformats.org/officeDocument/2006/relationships/customXml" Target="../ink/ink711.xml"/><Relationship Id="rId275" Type="http://schemas.openxmlformats.org/officeDocument/2006/relationships/image" Target="../media/image721.png"/><Relationship Id="rId296" Type="http://schemas.openxmlformats.org/officeDocument/2006/relationships/customXml" Target="../ink/ink802.xml"/><Relationship Id="rId300" Type="http://schemas.openxmlformats.org/officeDocument/2006/relationships/customXml" Target="../ink/ink804.xml"/><Relationship Id="rId60" Type="http://schemas.openxmlformats.org/officeDocument/2006/relationships/customXml" Target="../ink/ink684.xml"/><Relationship Id="rId81" Type="http://schemas.openxmlformats.org/officeDocument/2006/relationships/image" Target="../media/image624.png"/><Relationship Id="rId135" Type="http://schemas.openxmlformats.org/officeDocument/2006/relationships/image" Target="../media/image651.png"/><Relationship Id="rId156" Type="http://schemas.openxmlformats.org/officeDocument/2006/relationships/customXml" Target="../ink/ink732.xml"/><Relationship Id="rId177" Type="http://schemas.openxmlformats.org/officeDocument/2006/relationships/image" Target="../media/image672.png"/><Relationship Id="rId198" Type="http://schemas.openxmlformats.org/officeDocument/2006/relationships/customXml" Target="../ink/ink753.xml"/><Relationship Id="rId321" Type="http://schemas.openxmlformats.org/officeDocument/2006/relationships/image" Target="../media/image744.png"/><Relationship Id="rId342" Type="http://schemas.openxmlformats.org/officeDocument/2006/relationships/image" Target="../media/image752.png"/><Relationship Id="rId202" Type="http://schemas.openxmlformats.org/officeDocument/2006/relationships/customXml" Target="../ink/ink755.xml"/><Relationship Id="rId223" Type="http://schemas.openxmlformats.org/officeDocument/2006/relationships/image" Target="../media/image695.png"/><Relationship Id="rId244" Type="http://schemas.openxmlformats.org/officeDocument/2006/relationships/customXml" Target="../ink/ink776.xml"/><Relationship Id="rId18" Type="http://schemas.openxmlformats.org/officeDocument/2006/relationships/customXml" Target="../ink/ink663.xml"/><Relationship Id="rId39" Type="http://schemas.openxmlformats.org/officeDocument/2006/relationships/image" Target="../media/image603.png"/><Relationship Id="rId265" Type="http://schemas.openxmlformats.org/officeDocument/2006/relationships/image" Target="../media/image716.png"/><Relationship Id="rId286" Type="http://schemas.openxmlformats.org/officeDocument/2006/relationships/customXml" Target="../ink/ink797.xml"/><Relationship Id="rId50" Type="http://schemas.openxmlformats.org/officeDocument/2006/relationships/customXml" Target="../ink/ink679.xml"/><Relationship Id="rId104" Type="http://schemas.openxmlformats.org/officeDocument/2006/relationships/customXml" Target="../ink/ink706.xml"/><Relationship Id="rId125" Type="http://schemas.openxmlformats.org/officeDocument/2006/relationships/image" Target="../media/image646.png"/><Relationship Id="rId146" Type="http://schemas.openxmlformats.org/officeDocument/2006/relationships/customXml" Target="../ink/ink727.xml"/><Relationship Id="rId167" Type="http://schemas.openxmlformats.org/officeDocument/2006/relationships/image" Target="../media/image667.png"/><Relationship Id="rId188" Type="http://schemas.openxmlformats.org/officeDocument/2006/relationships/customXml" Target="../ink/ink748.xml"/><Relationship Id="rId311" Type="http://schemas.openxmlformats.org/officeDocument/2006/relationships/image" Target="../media/image739.png"/><Relationship Id="rId332" Type="http://schemas.openxmlformats.org/officeDocument/2006/relationships/customXml" Target="../ink/ink821.xml"/><Relationship Id="rId71" Type="http://schemas.openxmlformats.org/officeDocument/2006/relationships/image" Target="../media/image619.png"/><Relationship Id="rId92" Type="http://schemas.openxmlformats.org/officeDocument/2006/relationships/customXml" Target="../ink/ink700.xml"/><Relationship Id="rId213" Type="http://schemas.openxmlformats.org/officeDocument/2006/relationships/image" Target="../media/image690.png"/><Relationship Id="rId234" Type="http://schemas.openxmlformats.org/officeDocument/2006/relationships/customXml" Target="../ink/ink771.xml"/><Relationship Id="rId2" Type="http://schemas.openxmlformats.org/officeDocument/2006/relationships/customXml" Target="../ink/ink655.xml"/><Relationship Id="rId29" Type="http://schemas.openxmlformats.org/officeDocument/2006/relationships/image" Target="../media/image598.png"/><Relationship Id="rId255" Type="http://schemas.openxmlformats.org/officeDocument/2006/relationships/image" Target="../media/image711.png"/><Relationship Id="rId276" Type="http://schemas.openxmlformats.org/officeDocument/2006/relationships/customXml" Target="../ink/ink792.xml"/><Relationship Id="rId297" Type="http://schemas.openxmlformats.org/officeDocument/2006/relationships/image" Target="../media/image732.png"/><Relationship Id="rId40" Type="http://schemas.openxmlformats.org/officeDocument/2006/relationships/customXml" Target="../ink/ink674.xml"/><Relationship Id="rId115" Type="http://schemas.openxmlformats.org/officeDocument/2006/relationships/image" Target="../media/image641.png"/><Relationship Id="rId136" Type="http://schemas.openxmlformats.org/officeDocument/2006/relationships/customXml" Target="../ink/ink722.xml"/><Relationship Id="rId157" Type="http://schemas.openxmlformats.org/officeDocument/2006/relationships/image" Target="../media/image662.png"/><Relationship Id="rId178" Type="http://schemas.openxmlformats.org/officeDocument/2006/relationships/customXml" Target="../ink/ink743.xml"/><Relationship Id="rId301" Type="http://schemas.openxmlformats.org/officeDocument/2006/relationships/image" Target="../media/image734.png"/><Relationship Id="rId322" Type="http://schemas.openxmlformats.org/officeDocument/2006/relationships/customXml" Target="../ink/ink815.xml"/><Relationship Id="rId343" Type="http://schemas.openxmlformats.org/officeDocument/2006/relationships/customXml" Target="../ink/ink828.xml"/><Relationship Id="rId61" Type="http://schemas.openxmlformats.org/officeDocument/2006/relationships/image" Target="../media/image614.png"/><Relationship Id="rId82" Type="http://schemas.openxmlformats.org/officeDocument/2006/relationships/customXml" Target="../ink/ink695.xml"/><Relationship Id="rId199" Type="http://schemas.openxmlformats.org/officeDocument/2006/relationships/image" Target="../media/image683.png"/><Relationship Id="rId203" Type="http://schemas.openxmlformats.org/officeDocument/2006/relationships/image" Target="../media/image685.png"/><Relationship Id="rId19" Type="http://schemas.openxmlformats.org/officeDocument/2006/relationships/image" Target="../media/image593.png"/><Relationship Id="rId224" Type="http://schemas.openxmlformats.org/officeDocument/2006/relationships/customXml" Target="../ink/ink766.xml"/><Relationship Id="rId245" Type="http://schemas.openxmlformats.org/officeDocument/2006/relationships/image" Target="../media/image706.png"/><Relationship Id="rId266" Type="http://schemas.openxmlformats.org/officeDocument/2006/relationships/customXml" Target="../ink/ink787.xml"/><Relationship Id="rId287" Type="http://schemas.openxmlformats.org/officeDocument/2006/relationships/image" Target="../media/image727.png"/><Relationship Id="rId30" Type="http://schemas.openxmlformats.org/officeDocument/2006/relationships/customXml" Target="../ink/ink669.xml"/><Relationship Id="rId105" Type="http://schemas.openxmlformats.org/officeDocument/2006/relationships/image" Target="../media/image636.png"/><Relationship Id="rId126" Type="http://schemas.openxmlformats.org/officeDocument/2006/relationships/customXml" Target="../ink/ink717.xml"/><Relationship Id="rId147" Type="http://schemas.openxmlformats.org/officeDocument/2006/relationships/image" Target="../media/image657.png"/><Relationship Id="rId168" Type="http://schemas.openxmlformats.org/officeDocument/2006/relationships/customXml" Target="../ink/ink738.xml"/><Relationship Id="rId312" Type="http://schemas.openxmlformats.org/officeDocument/2006/relationships/customXml" Target="../ink/ink810.xml"/><Relationship Id="rId333" Type="http://schemas.openxmlformats.org/officeDocument/2006/relationships/image" Target="../media/image749.png"/><Relationship Id="rId51" Type="http://schemas.openxmlformats.org/officeDocument/2006/relationships/image" Target="../media/image609.png"/><Relationship Id="rId72" Type="http://schemas.openxmlformats.org/officeDocument/2006/relationships/customXml" Target="../ink/ink690.xml"/><Relationship Id="rId93" Type="http://schemas.openxmlformats.org/officeDocument/2006/relationships/image" Target="../media/image630.png"/><Relationship Id="rId189" Type="http://schemas.openxmlformats.org/officeDocument/2006/relationships/image" Target="../media/image678.png"/><Relationship Id="rId3" Type="http://schemas.openxmlformats.org/officeDocument/2006/relationships/image" Target="../media/image586.png"/><Relationship Id="rId214" Type="http://schemas.openxmlformats.org/officeDocument/2006/relationships/customXml" Target="../ink/ink761.xml"/><Relationship Id="rId235" Type="http://schemas.openxmlformats.org/officeDocument/2006/relationships/image" Target="../media/image701.png"/><Relationship Id="rId256" Type="http://schemas.openxmlformats.org/officeDocument/2006/relationships/customXml" Target="../ink/ink782.xml"/><Relationship Id="rId277" Type="http://schemas.openxmlformats.org/officeDocument/2006/relationships/image" Target="../media/image722.png"/><Relationship Id="rId298" Type="http://schemas.openxmlformats.org/officeDocument/2006/relationships/customXml" Target="../ink/ink803.xml"/><Relationship Id="rId116" Type="http://schemas.openxmlformats.org/officeDocument/2006/relationships/customXml" Target="../ink/ink712.xml"/><Relationship Id="rId137" Type="http://schemas.openxmlformats.org/officeDocument/2006/relationships/image" Target="../media/image652.png"/><Relationship Id="rId158" Type="http://schemas.openxmlformats.org/officeDocument/2006/relationships/customXml" Target="../ink/ink733.xml"/><Relationship Id="rId302" Type="http://schemas.openxmlformats.org/officeDocument/2006/relationships/customXml" Target="../ink/ink805.xml"/><Relationship Id="rId323" Type="http://schemas.openxmlformats.org/officeDocument/2006/relationships/image" Target="../media/image745.png"/><Relationship Id="rId344" Type="http://schemas.openxmlformats.org/officeDocument/2006/relationships/customXml" Target="../ink/ink829.xml"/><Relationship Id="rId20" Type="http://schemas.openxmlformats.org/officeDocument/2006/relationships/customXml" Target="../ink/ink664.xml"/><Relationship Id="rId41" Type="http://schemas.openxmlformats.org/officeDocument/2006/relationships/image" Target="../media/image604.png"/><Relationship Id="rId62" Type="http://schemas.openxmlformats.org/officeDocument/2006/relationships/customXml" Target="../ink/ink685.xml"/><Relationship Id="rId83" Type="http://schemas.openxmlformats.org/officeDocument/2006/relationships/image" Target="../media/image625.png"/><Relationship Id="rId179" Type="http://schemas.openxmlformats.org/officeDocument/2006/relationships/image" Target="../media/image673.png"/><Relationship Id="rId190" Type="http://schemas.openxmlformats.org/officeDocument/2006/relationships/customXml" Target="../ink/ink749.xml"/><Relationship Id="rId204" Type="http://schemas.openxmlformats.org/officeDocument/2006/relationships/customXml" Target="../ink/ink756.xml"/><Relationship Id="rId225" Type="http://schemas.openxmlformats.org/officeDocument/2006/relationships/image" Target="../media/image696.png"/><Relationship Id="rId246" Type="http://schemas.openxmlformats.org/officeDocument/2006/relationships/customXml" Target="../ink/ink777.xml"/><Relationship Id="rId267" Type="http://schemas.openxmlformats.org/officeDocument/2006/relationships/image" Target="../media/image717.png"/><Relationship Id="rId288" Type="http://schemas.openxmlformats.org/officeDocument/2006/relationships/customXml" Target="../ink/ink798.xml"/><Relationship Id="rId106" Type="http://schemas.openxmlformats.org/officeDocument/2006/relationships/customXml" Target="../ink/ink707.xml"/><Relationship Id="rId127" Type="http://schemas.openxmlformats.org/officeDocument/2006/relationships/image" Target="../media/image647.png"/><Relationship Id="rId313" Type="http://schemas.openxmlformats.org/officeDocument/2006/relationships/image" Target="../media/image740.png"/><Relationship Id="rId10" Type="http://schemas.openxmlformats.org/officeDocument/2006/relationships/customXml" Target="../ink/ink659.xml"/><Relationship Id="rId31" Type="http://schemas.openxmlformats.org/officeDocument/2006/relationships/image" Target="../media/image599.png"/><Relationship Id="rId52" Type="http://schemas.openxmlformats.org/officeDocument/2006/relationships/customXml" Target="../ink/ink680.xml"/><Relationship Id="rId73" Type="http://schemas.openxmlformats.org/officeDocument/2006/relationships/image" Target="../media/image620.png"/><Relationship Id="rId94" Type="http://schemas.openxmlformats.org/officeDocument/2006/relationships/customXml" Target="../ink/ink701.xml"/><Relationship Id="rId148" Type="http://schemas.openxmlformats.org/officeDocument/2006/relationships/customXml" Target="../ink/ink728.xml"/><Relationship Id="rId169" Type="http://schemas.openxmlformats.org/officeDocument/2006/relationships/image" Target="../media/image668.png"/><Relationship Id="rId334" Type="http://schemas.openxmlformats.org/officeDocument/2006/relationships/customXml" Target="../ink/ink822.xml"/><Relationship Id="rId4" Type="http://schemas.openxmlformats.org/officeDocument/2006/relationships/customXml" Target="../ink/ink656.xml"/><Relationship Id="rId180" Type="http://schemas.openxmlformats.org/officeDocument/2006/relationships/customXml" Target="../ink/ink744.xml"/><Relationship Id="rId215" Type="http://schemas.openxmlformats.org/officeDocument/2006/relationships/image" Target="../media/image691.png"/><Relationship Id="rId236" Type="http://schemas.openxmlformats.org/officeDocument/2006/relationships/customXml" Target="../ink/ink772.xml"/><Relationship Id="rId257" Type="http://schemas.openxmlformats.org/officeDocument/2006/relationships/image" Target="../media/image712.png"/><Relationship Id="rId278" Type="http://schemas.openxmlformats.org/officeDocument/2006/relationships/customXml" Target="../ink/ink793.xml"/><Relationship Id="rId303" Type="http://schemas.openxmlformats.org/officeDocument/2006/relationships/image" Target="../media/image735.png"/><Relationship Id="rId42" Type="http://schemas.openxmlformats.org/officeDocument/2006/relationships/customXml" Target="../ink/ink675.xml"/><Relationship Id="rId84" Type="http://schemas.openxmlformats.org/officeDocument/2006/relationships/customXml" Target="../ink/ink696.xml"/><Relationship Id="rId138" Type="http://schemas.openxmlformats.org/officeDocument/2006/relationships/customXml" Target="../ink/ink723.xml"/><Relationship Id="rId345" Type="http://schemas.openxmlformats.org/officeDocument/2006/relationships/customXml" Target="../ink/ink830.xml"/><Relationship Id="rId191" Type="http://schemas.openxmlformats.org/officeDocument/2006/relationships/image" Target="../media/image679.png"/><Relationship Id="rId205" Type="http://schemas.openxmlformats.org/officeDocument/2006/relationships/image" Target="../media/image686.png"/><Relationship Id="rId247" Type="http://schemas.openxmlformats.org/officeDocument/2006/relationships/image" Target="../media/image707.png"/><Relationship Id="rId107" Type="http://schemas.openxmlformats.org/officeDocument/2006/relationships/image" Target="../media/image637.png"/><Relationship Id="rId289" Type="http://schemas.openxmlformats.org/officeDocument/2006/relationships/image" Target="../media/image728.png"/><Relationship Id="rId11" Type="http://schemas.openxmlformats.org/officeDocument/2006/relationships/image" Target="../media/image589.png"/><Relationship Id="rId53" Type="http://schemas.openxmlformats.org/officeDocument/2006/relationships/image" Target="../media/image610.png"/><Relationship Id="rId149" Type="http://schemas.openxmlformats.org/officeDocument/2006/relationships/image" Target="../media/image658.png"/><Relationship Id="rId314" Type="http://schemas.openxmlformats.org/officeDocument/2006/relationships/customXml" Target="../ink/ink811.xml"/><Relationship Id="rId95" Type="http://schemas.openxmlformats.org/officeDocument/2006/relationships/image" Target="../media/image631.png"/><Relationship Id="rId160" Type="http://schemas.openxmlformats.org/officeDocument/2006/relationships/customXml" Target="../ink/ink734.xml"/><Relationship Id="rId216" Type="http://schemas.openxmlformats.org/officeDocument/2006/relationships/customXml" Target="../ink/ink762.xml"/><Relationship Id="rId258" Type="http://schemas.openxmlformats.org/officeDocument/2006/relationships/customXml" Target="../ink/ink783.xml"/><Relationship Id="rId22" Type="http://schemas.openxmlformats.org/officeDocument/2006/relationships/customXml" Target="../ink/ink665.xml"/><Relationship Id="rId64" Type="http://schemas.openxmlformats.org/officeDocument/2006/relationships/customXml" Target="../ink/ink686.xml"/><Relationship Id="rId118" Type="http://schemas.openxmlformats.org/officeDocument/2006/relationships/customXml" Target="../ink/ink713.xml"/><Relationship Id="rId325" Type="http://schemas.openxmlformats.org/officeDocument/2006/relationships/image" Target="../media/image746.png"/><Relationship Id="rId171" Type="http://schemas.openxmlformats.org/officeDocument/2006/relationships/image" Target="../media/image669.png"/><Relationship Id="rId227" Type="http://schemas.openxmlformats.org/officeDocument/2006/relationships/image" Target="../media/image697.png"/><Relationship Id="rId269" Type="http://schemas.openxmlformats.org/officeDocument/2006/relationships/image" Target="../media/image718.png"/><Relationship Id="rId33" Type="http://schemas.openxmlformats.org/officeDocument/2006/relationships/image" Target="../media/image600.png"/><Relationship Id="rId129" Type="http://schemas.openxmlformats.org/officeDocument/2006/relationships/image" Target="../media/image648.png"/><Relationship Id="rId280" Type="http://schemas.openxmlformats.org/officeDocument/2006/relationships/customXml" Target="../ink/ink794.xml"/><Relationship Id="rId336" Type="http://schemas.openxmlformats.org/officeDocument/2006/relationships/image" Target="../media/image750.png"/><Relationship Id="rId75" Type="http://schemas.openxmlformats.org/officeDocument/2006/relationships/image" Target="../media/image621.png"/><Relationship Id="rId140" Type="http://schemas.openxmlformats.org/officeDocument/2006/relationships/customXml" Target="../ink/ink724.xml"/><Relationship Id="rId182" Type="http://schemas.openxmlformats.org/officeDocument/2006/relationships/customXml" Target="../ink/ink745.xml"/><Relationship Id="rId6" Type="http://schemas.openxmlformats.org/officeDocument/2006/relationships/customXml" Target="../ink/ink657.xml"/><Relationship Id="rId238" Type="http://schemas.openxmlformats.org/officeDocument/2006/relationships/customXml" Target="../ink/ink773.xml"/><Relationship Id="rId291" Type="http://schemas.openxmlformats.org/officeDocument/2006/relationships/image" Target="../media/image729.png"/><Relationship Id="rId305" Type="http://schemas.openxmlformats.org/officeDocument/2006/relationships/image" Target="../media/image736.png"/><Relationship Id="rId347" Type="http://schemas.openxmlformats.org/officeDocument/2006/relationships/customXml" Target="../ink/ink832.xml"/><Relationship Id="rId44" Type="http://schemas.openxmlformats.org/officeDocument/2006/relationships/customXml" Target="../ink/ink676.xml"/><Relationship Id="rId86" Type="http://schemas.openxmlformats.org/officeDocument/2006/relationships/customXml" Target="../ink/ink697.xml"/><Relationship Id="rId151" Type="http://schemas.openxmlformats.org/officeDocument/2006/relationships/image" Target="../media/image659.png"/><Relationship Id="rId193" Type="http://schemas.openxmlformats.org/officeDocument/2006/relationships/image" Target="../media/image680.png"/><Relationship Id="rId207" Type="http://schemas.openxmlformats.org/officeDocument/2006/relationships/image" Target="../media/image687.png"/><Relationship Id="rId249" Type="http://schemas.openxmlformats.org/officeDocument/2006/relationships/image" Target="../media/image708.png"/><Relationship Id="rId13" Type="http://schemas.openxmlformats.org/officeDocument/2006/relationships/image" Target="../media/image590.png"/><Relationship Id="rId109" Type="http://schemas.openxmlformats.org/officeDocument/2006/relationships/image" Target="../media/image638.png"/><Relationship Id="rId260" Type="http://schemas.openxmlformats.org/officeDocument/2006/relationships/customXml" Target="../ink/ink784.xml"/><Relationship Id="rId316" Type="http://schemas.openxmlformats.org/officeDocument/2006/relationships/customXml" Target="../ink/ink812.xml"/><Relationship Id="rId55" Type="http://schemas.openxmlformats.org/officeDocument/2006/relationships/image" Target="../media/image611.png"/><Relationship Id="rId97" Type="http://schemas.openxmlformats.org/officeDocument/2006/relationships/image" Target="../media/image632.png"/><Relationship Id="rId120" Type="http://schemas.openxmlformats.org/officeDocument/2006/relationships/customXml" Target="../ink/ink714.xml"/><Relationship Id="rId162" Type="http://schemas.openxmlformats.org/officeDocument/2006/relationships/customXml" Target="../ink/ink735.xml"/><Relationship Id="rId218" Type="http://schemas.openxmlformats.org/officeDocument/2006/relationships/customXml" Target="../ink/ink763.xml"/><Relationship Id="rId271" Type="http://schemas.openxmlformats.org/officeDocument/2006/relationships/image" Target="../media/image719.png"/><Relationship Id="rId24" Type="http://schemas.openxmlformats.org/officeDocument/2006/relationships/customXml" Target="../ink/ink666.xml"/><Relationship Id="rId66" Type="http://schemas.openxmlformats.org/officeDocument/2006/relationships/customXml" Target="../ink/ink687.xml"/><Relationship Id="rId131" Type="http://schemas.openxmlformats.org/officeDocument/2006/relationships/image" Target="../media/image649.png"/><Relationship Id="rId327" Type="http://schemas.openxmlformats.org/officeDocument/2006/relationships/customXml" Target="../ink/ink818.xml"/><Relationship Id="rId173" Type="http://schemas.openxmlformats.org/officeDocument/2006/relationships/image" Target="../media/image670.png"/><Relationship Id="rId229" Type="http://schemas.openxmlformats.org/officeDocument/2006/relationships/image" Target="../media/image698.png"/><Relationship Id="rId240" Type="http://schemas.openxmlformats.org/officeDocument/2006/relationships/customXml" Target="../ink/ink774.xml"/><Relationship Id="rId35" Type="http://schemas.openxmlformats.org/officeDocument/2006/relationships/image" Target="../media/image601.png"/><Relationship Id="rId77" Type="http://schemas.openxmlformats.org/officeDocument/2006/relationships/image" Target="../media/image622.png"/><Relationship Id="rId100" Type="http://schemas.openxmlformats.org/officeDocument/2006/relationships/customXml" Target="../ink/ink704.xml"/><Relationship Id="rId282" Type="http://schemas.openxmlformats.org/officeDocument/2006/relationships/customXml" Target="../ink/ink795.xml"/><Relationship Id="rId338" Type="http://schemas.openxmlformats.org/officeDocument/2006/relationships/customXml" Target="../ink/ink825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46.xml"/><Relationship Id="rId21" Type="http://schemas.openxmlformats.org/officeDocument/2006/relationships/image" Target="../media/image7300.png"/><Relationship Id="rId42" Type="http://schemas.openxmlformats.org/officeDocument/2006/relationships/customXml" Target="../ink/ink854.xml"/><Relationship Id="rId47" Type="http://schemas.openxmlformats.org/officeDocument/2006/relationships/image" Target="../media/image7430.png"/><Relationship Id="rId63" Type="http://schemas.openxmlformats.org/officeDocument/2006/relationships/image" Target="../media/image7510.png"/><Relationship Id="rId68" Type="http://schemas.openxmlformats.org/officeDocument/2006/relationships/customXml" Target="../ink/ink867.xml"/><Relationship Id="rId84" Type="http://schemas.openxmlformats.org/officeDocument/2006/relationships/customXml" Target="../ink/ink875.xml"/><Relationship Id="rId89" Type="http://schemas.openxmlformats.org/officeDocument/2006/relationships/image" Target="../media/image764.png"/><Relationship Id="rId16" Type="http://schemas.openxmlformats.org/officeDocument/2006/relationships/customXml" Target="../ink/ink841.xml"/><Relationship Id="rId107" Type="http://schemas.openxmlformats.org/officeDocument/2006/relationships/image" Target="../media/image772.png"/><Relationship Id="rId11" Type="http://schemas.openxmlformats.org/officeDocument/2006/relationships/image" Target="../media/image7250.png"/><Relationship Id="rId32" Type="http://schemas.openxmlformats.org/officeDocument/2006/relationships/customXml" Target="../ink/ink849.xml"/><Relationship Id="rId37" Type="http://schemas.openxmlformats.org/officeDocument/2006/relationships/image" Target="../media/image7380.png"/><Relationship Id="rId53" Type="http://schemas.openxmlformats.org/officeDocument/2006/relationships/image" Target="../media/image7460.png"/><Relationship Id="rId58" Type="http://schemas.openxmlformats.org/officeDocument/2006/relationships/customXml" Target="../ink/ink862.xml"/><Relationship Id="rId74" Type="http://schemas.openxmlformats.org/officeDocument/2006/relationships/customXml" Target="../ink/ink870.xml"/><Relationship Id="rId79" Type="http://schemas.openxmlformats.org/officeDocument/2006/relationships/image" Target="../media/image759.png"/><Relationship Id="rId102" Type="http://schemas.openxmlformats.org/officeDocument/2006/relationships/customXml" Target="../ink/ink884.xml"/><Relationship Id="rId5" Type="http://schemas.openxmlformats.org/officeDocument/2006/relationships/image" Target="../media/image7220.png"/><Relationship Id="rId90" Type="http://schemas.openxmlformats.org/officeDocument/2006/relationships/customXml" Target="../ink/ink878.xml"/><Relationship Id="rId95" Type="http://schemas.openxmlformats.org/officeDocument/2006/relationships/image" Target="../media/image767.png"/><Relationship Id="rId22" Type="http://schemas.openxmlformats.org/officeDocument/2006/relationships/customXml" Target="../ink/ink844.xml"/><Relationship Id="rId27" Type="http://schemas.openxmlformats.org/officeDocument/2006/relationships/image" Target="../media/image7330.png"/><Relationship Id="rId43" Type="http://schemas.openxmlformats.org/officeDocument/2006/relationships/image" Target="../media/image7410.png"/><Relationship Id="rId48" Type="http://schemas.openxmlformats.org/officeDocument/2006/relationships/customXml" Target="../ink/ink857.xml"/><Relationship Id="rId64" Type="http://schemas.openxmlformats.org/officeDocument/2006/relationships/customXml" Target="../ink/ink865.xml"/><Relationship Id="rId69" Type="http://schemas.openxmlformats.org/officeDocument/2006/relationships/image" Target="../media/image754.png"/><Relationship Id="rId80" Type="http://schemas.openxmlformats.org/officeDocument/2006/relationships/customXml" Target="../ink/ink873.xml"/><Relationship Id="rId85" Type="http://schemas.openxmlformats.org/officeDocument/2006/relationships/image" Target="../media/image762.png"/><Relationship Id="rId12" Type="http://schemas.openxmlformats.org/officeDocument/2006/relationships/customXml" Target="../ink/ink839.xml"/><Relationship Id="rId17" Type="http://schemas.openxmlformats.org/officeDocument/2006/relationships/image" Target="../media/image7280.png"/><Relationship Id="rId33" Type="http://schemas.openxmlformats.org/officeDocument/2006/relationships/image" Target="../media/image7360.png"/><Relationship Id="rId38" Type="http://schemas.openxmlformats.org/officeDocument/2006/relationships/customXml" Target="../ink/ink852.xml"/><Relationship Id="rId59" Type="http://schemas.openxmlformats.org/officeDocument/2006/relationships/image" Target="../media/image7490.png"/><Relationship Id="rId103" Type="http://schemas.openxmlformats.org/officeDocument/2006/relationships/customXml" Target="../ink/ink885.xml"/><Relationship Id="rId108" Type="http://schemas.openxmlformats.org/officeDocument/2006/relationships/customXml" Target="../ink/ink888.xml"/><Relationship Id="rId54" Type="http://schemas.openxmlformats.org/officeDocument/2006/relationships/customXml" Target="../ink/ink860.xml"/><Relationship Id="rId70" Type="http://schemas.openxmlformats.org/officeDocument/2006/relationships/customXml" Target="../ink/ink868.xml"/><Relationship Id="rId75" Type="http://schemas.openxmlformats.org/officeDocument/2006/relationships/image" Target="../media/image757.png"/><Relationship Id="rId91" Type="http://schemas.openxmlformats.org/officeDocument/2006/relationships/image" Target="../media/image765.png"/><Relationship Id="rId96" Type="http://schemas.openxmlformats.org/officeDocument/2006/relationships/customXml" Target="../ink/ink8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6.xml"/><Relationship Id="rId15" Type="http://schemas.openxmlformats.org/officeDocument/2006/relationships/image" Target="../media/image7270.png"/><Relationship Id="rId23" Type="http://schemas.openxmlformats.org/officeDocument/2006/relationships/image" Target="../media/image7310.png"/><Relationship Id="rId28" Type="http://schemas.openxmlformats.org/officeDocument/2006/relationships/customXml" Target="../ink/ink847.xml"/><Relationship Id="rId36" Type="http://schemas.openxmlformats.org/officeDocument/2006/relationships/customXml" Target="../ink/ink851.xml"/><Relationship Id="rId49" Type="http://schemas.openxmlformats.org/officeDocument/2006/relationships/image" Target="../media/image7440.png"/><Relationship Id="rId57" Type="http://schemas.openxmlformats.org/officeDocument/2006/relationships/image" Target="../media/image7480.png"/><Relationship Id="rId106" Type="http://schemas.openxmlformats.org/officeDocument/2006/relationships/customXml" Target="../ink/ink887.xml"/><Relationship Id="rId10" Type="http://schemas.openxmlformats.org/officeDocument/2006/relationships/customXml" Target="../ink/ink838.xml"/><Relationship Id="rId31" Type="http://schemas.openxmlformats.org/officeDocument/2006/relationships/image" Target="../media/image7350.png"/><Relationship Id="rId44" Type="http://schemas.openxmlformats.org/officeDocument/2006/relationships/customXml" Target="../ink/ink855.xml"/><Relationship Id="rId52" Type="http://schemas.openxmlformats.org/officeDocument/2006/relationships/customXml" Target="../ink/ink859.xml"/><Relationship Id="rId60" Type="http://schemas.openxmlformats.org/officeDocument/2006/relationships/customXml" Target="../ink/ink863.xml"/><Relationship Id="rId65" Type="http://schemas.openxmlformats.org/officeDocument/2006/relationships/image" Target="../media/image7520.png"/><Relationship Id="rId73" Type="http://schemas.openxmlformats.org/officeDocument/2006/relationships/image" Target="../media/image756.png"/><Relationship Id="rId78" Type="http://schemas.openxmlformats.org/officeDocument/2006/relationships/customXml" Target="../ink/ink872.xml"/><Relationship Id="rId81" Type="http://schemas.openxmlformats.org/officeDocument/2006/relationships/image" Target="../media/image760.png"/><Relationship Id="rId86" Type="http://schemas.openxmlformats.org/officeDocument/2006/relationships/customXml" Target="../ink/ink876.xml"/><Relationship Id="rId94" Type="http://schemas.openxmlformats.org/officeDocument/2006/relationships/customXml" Target="../ink/ink880.xml"/><Relationship Id="rId99" Type="http://schemas.openxmlformats.org/officeDocument/2006/relationships/image" Target="../media/image769.png"/><Relationship Id="rId101" Type="http://schemas.openxmlformats.org/officeDocument/2006/relationships/image" Target="../media/image770.png"/><Relationship Id="rId4" Type="http://schemas.openxmlformats.org/officeDocument/2006/relationships/customXml" Target="../ink/ink835.xml"/><Relationship Id="rId9" Type="http://schemas.openxmlformats.org/officeDocument/2006/relationships/image" Target="../media/image7240.png"/><Relationship Id="rId13" Type="http://schemas.openxmlformats.org/officeDocument/2006/relationships/image" Target="../media/image7260.png"/><Relationship Id="rId18" Type="http://schemas.openxmlformats.org/officeDocument/2006/relationships/customXml" Target="../ink/ink842.xml"/><Relationship Id="rId39" Type="http://schemas.openxmlformats.org/officeDocument/2006/relationships/image" Target="../media/image7390.png"/><Relationship Id="rId109" Type="http://schemas.openxmlformats.org/officeDocument/2006/relationships/image" Target="../media/image773.png"/><Relationship Id="rId34" Type="http://schemas.openxmlformats.org/officeDocument/2006/relationships/customXml" Target="../ink/ink850.xml"/><Relationship Id="rId50" Type="http://schemas.openxmlformats.org/officeDocument/2006/relationships/customXml" Target="../ink/ink858.xml"/><Relationship Id="rId55" Type="http://schemas.openxmlformats.org/officeDocument/2006/relationships/image" Target="../media/image7470.png"/><Relationship Id="rId76" Type="http://schemas.openxmlformats.org/officeDocument/2006/relationships/customXml" Target="../ink/ink871.xml"/><Relationship Id="rId97" Type="http://schemas.openxmlformats.org/officeDocument/2006/relationships/image" Target="../media/image768.png"/><Relationship Id="rId104" Type="http://schemas.openxmlformats.org/officeDocument/2006/relationships/image" Target="../media/image771.png"/><Relationship Id="rId7" Type="http://schemas.openxmlformats.org/officeDocument/2006/relationships/image" Target="../media/image7230.png"/><Relationship Id="rId71" Type="http://schemas.openxmlformats.org/officeDocument/2006/relationships/image" Target="../media/image755.png"/><Relationship Id="rId92" Type="http://schemas.openxmlformats.org/officeDocument/2006/relationships/customXml" Target="../ink/ink879.xml"/><Relationship Id="rId2" Type="http://schemas.openxmlformats.org/officeDocument/2006/relationships/customXml" Target="../ink/ink834.xml"/><Relationship Id="rId29" Type="http://schemas.openxmlformats.org/officeDocument/2006/relationships/image" Target="../media/image7340.png"/><Relationship Id="rId24" Type="http://schemas.openxmlformats.org/officeDocument/2006/relationships/customXml" Target="../ink/ink845.xml"/><Relationship Id="rId40" Type="http://schemas.openxmlformats.org/officeDocument/2006/relationships/customXml" Target="../ink/ink853.xml"/><Relationship Id="rId45" Type="http://schemas.openxmlformats.org/officeDocument/2006/relationships/image" Target="../media/image7420.png"/><Relationship Id="rId66" Type="http://schemas.openxmlformats.org/officeDocument/2006/relationships/customXml" Target="../ink/ink866.xml"/><Relationship Id="rId87" Type="http://schemas.openxmlformats.org/officeDocument/2006/relationships/image" Target="../media/image763.png"/><Relationship Id="rId110" Type="http://schemas.openxmlformats.org/officeDocument/2006/relationships/customXml" Target="../ink/ink889.xml"/><Relationship Id="rId61" Type="http://schemas.openxmlformats.org/officeDocument/2006/relationships/image" Target="../media/image7500.png"/><Relationship Id="rId82" Type="http://schemas.openxmlformats.org/officeDocument/2006/relationships/customXml" Target="../ink/ink874.xml"/><Relationship Id="rId19" Type="http://schemas.openxmlformats.org/officeDocument/2006/relationships/image" Target="../media/image7290.png"/><Relationship Id="rId14" Type="http://schemas.openxmlformats.org/officeDocument/2006/relationships/customXml" Target="../ink/ink840.xml"/><Relationship Id="rId30" Type="http://schemas.openxmlformats.org/officeDocument/2006/relationships/customXml" Target="../ink/ink848.xml"/><Relationship Id="rId35" Type="http://schemas.openxmlformats.org/officeDocument/2006/relationships/image" Target="../media/image7370.png"/><Relationship Id="rId56" Type="http://schemas.openxmlformats.org/officeDocument/2006/relationships/customXml" Target="../ink/ink861.xml"/><Relationship Id="rId77" Type="http://schemas.openxmlformats.org/officeDocument/2006/relationships/image" Target="../media/image758.png"/><Relationship Id="rId100" Type="http://schemas.openxmlformats.org/officeDocument/2006/relationships/customXml" Target="../ink/ink883.xml"/><Relationship Id="rId105" Type="http://schemas.openxmlformats.org/officeDocument/2006/relationships/customXml" Target="../ink/ink886.xml"/><Relationship Id="rId8" Type="http://schemas.openxmlformats.org/officeDocument/2006/relationships/customXml" Target="../ink/ink837.xml"/><Relationship Id="rId51" Type="http://schemas.openxmlformats.org/officeDocument/2006/relationships/image" Target="../media/image7450.png"/><Relationship Id="rId72" Type="http://schemas.openxmlformats.org/officeDocument/2006/relationships/customXml" Target="../ink/ink869.xml"/><Relationship Id="rId93" Type="http://schemas.openxmlformats.org/officeDocument/2006/relationships/image" Target="../media/image766.png"/><Relationship Id="rId98" Type="http://schemas.openxmlformats.org/officeDocument/2006/relationships/customXml" Target="../ink/ink882.xml"/><Relationship Id="rId3" Type="http://schemas.openxmlformats.org/officeDocument/2006/relationships/image" Target="../media/image7210.png"/><Relationship Id="rId25" Type="http://schemas.openxmlformats.org/officeDocument/2006/relationships/image" Target="../media/image7320.png"/><Relationship Id="rId46" Type="http://schemas.openxmlformats.org/officeDocument/2006/relationships/customXml" Target="../ink/ink856.xml"/><Relationship Id="rId67" Type="http://schemas.openxmlformats.org/officeDocument/2006/relationships/image" Target="../media/image7530.png"/><Relationship Id="rId20" Type="http://schemas.openxmlformats.org/officeDocument/2006/relationships/customXml" Target="../ink/ink843.xml"/><Relationship Id="rId41" Type="http://schemas.openxmlformats.org/officeDocument/2006/relationships/image" Target="../media/image7400.png"/><Relationship Id="rId62" Type="http://schemas.openxmlformats.org/officeDocument/2006/relationships/customXml" Target="../ink/ink864.xml"/><Relationship Id="rId83" Type="http://schemas.openxmlformats.org/officeDocument/2006/relationships/image" Target="../media/image761.png"/><Relationship Id="rId88" Type="http://schemas.openxmlformats.org/officeDocument/2006/relationships/customXml" Target="../ink/ink877.xml"/><Relationship Id="rId111" Type="http://schemas.openxmlformats.org/officeDocument/2006/relationships/image" Target="../media/image77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2.png"/><Relationship Id="rId299" Type="http://schemas.openxmlformats.org/officeDocument/2006/relationships/image" Target="../media/image922.png"/><Relationship Id="rId21" Type="http://schemas.openxmlformats.org/officeDocument/2006/relationships/image" Target="../media/image784.png"/><Relationship Id="rId63" Type="http://schemas.openxmlformats.org/officeDocument/2006/relationships/image" Target="../media/image805.png"/><Relationship Id="rId159" Type="http://schemas.openxmlformats.org/officeDocument/2006/relationships/image" Target="../media/image853.png"/><Relationship Id="rId170" Type="http://schemas.openxmlformats.org/officeDocument/2006/relationships/customXml" Target="../ink/ink974.xml"/><Relationship Id="rId226" Type="http://schemas.openxmlformats.org/officeDocument/2006/relationships/customXml" Target="../ink/ink1002.xml"/><Relationship Id="rId268" Type="http://schemas.openxmlformats.org/officeDocument/2006/relationships/customXml" Target="../ink/ink1023.xml"/><Relationship Id="rId32" Type="http://schemas.openxmlformats.org/officeDocument/2006/relationships/customXml" Target="../ink/ink905.xml"/><Relationship Id="rId74" Type="http://schemas.openxmlformats.org/officeDocument/2006/relationships/customXml" Target="../ink/ink926.xml"/><Relationship Id="rId128" Type="http://schemas.openxmlformats.org/officeDocument/2006/relationships/customXml" Target="../ink/ink953.xml"/><Relationship Id="rId5" Type="http://schemas.openxmlformats.org/officeDocument/2006/relationships/image" Target="../media/image776.png"/><Relationship Id="rId181" Type="http://schemas.openxmlformats.org/officeDocument/2006/relationships/image" Target="../media/image864.png"/><Relationship Id="rId237" Type="http://schemas.openxmlformats.org/officeDocument/2006/relationships/image" Target="../media/image892.png"/><Relationship Id="rId279" Type="http://schemas.openxmlformats.org/officeDocument/2006/relationships/image" Target="../media/image912.png"/><Relationship Id="rId43" Type="http://schemas.openxmlformats.org/officeDocument/2006/relationships/image" Target="../media/image795.png"/><Relationship Id="rId139" Type="http://schemas.openxmlformats.org/officeDocument/2006/relationships/image" Target="../media/image843.png"/><Relationship Id="rId290" Type="http://schemas.openxmlformats.org/officeDocument/2006/relationships/customXml" Target="../ink/ink1034.xml"/><Relationship Id="rId304" Type="http://schemas.openxmlformats.org/officeDocument/2006/relationships/customXml" Target="../ink/ink1041.xml"/><Relationship Id="rId85" Type="http://schemas.openxmlformats.org/officeDocument/2006/relationships/image" Target="../media/image816.png"/><Relationship Id="rId150" Type="http://schemas.openxmlformats.org/officeDocument/2006/relationships/customXml" Target="../ink/ink964.xml"/><Relationship Id="rId192" Type="http://schemas.openxmlformats.org/officeDocument/2006/relationships/customXml" Target="../ink/ink985.xml"/><Relationship Id="rId206" Type="http://schemas.openxmlformats.org/officeDocument/2006/relationships/customXml" Target="../ink/ink992.xml"/><Relationship Id="rId248" Type="http://schemas.openxmlformats.org/officeDocument/2006/relationships/customXml" Target="../ink/ink1013.xml"/><Relationship Id="rId12" Type="http://schemas.openxmlformats.org/officeDocument/2006/relationships/customXml" Target="../ink/ink895.xml"/><Relationship Id="rId108" Type="http://schemas.openxmlformats.org/officeDocument/2006/relationships/customXml" Target="../ink/ink943.xml"/><Relationship Id="rId54" Type="http://schemas.openxmlformats.org/officeDocument/2006/relationships/customXml" Target="../ink/ink916.xml"/><Relationship Id="rId96" Type="http://schemas.openxmlformats.org/officeDocument/2006/relationships/customXml" Target="../ink/ink937.xml"/><Relationship Id="rId161" Type="http://schemas.openxmlformats.org/officeDocument/2006/relationships/image" Target="../media/image854.png"/><Relationship Id="rId217" Type="http://schemas.openxmlformats.org/officeDocument/2006/relationships/image" Target="../media/image882.png"/><Relationship Id="rId259" Type="http://schemas.openxmlformats.org/officeDocument/2006/relationships/image" Target="../media/image902.png"/><Relationship Id="rId23" Type="http://schemas.openxmlformats.org/officeDocument/2006/relationships/image" Target="../media/image785.png"/><Relationship Id="rId119" Type="http://schemas.openxmlformats.org/officeDocument/2006/relationships/image" Target="../media/image833.png"/><Relationship Id="rId270" Type="http://schemas.openxmlformats.org/officeDocument/2006/relationships/customXml" Target="../ink/ink1024.xml"/><Relationship Id="rId65" Type="http://schemas.openxmlformats.org/officeDocument/2006/relationships/image" Target="../media/image806.png"/><Relationship Id="rId130" Type="http://schemas.openxmlformats.org/officeDocument/2006/relationships/customXml" Target="../ink/ink954.xml"/><Relationship Id="rId172" Type="http://schemas.openxmlformats.org/officeDocument/2006/relationships/customXml" Target="../ink/ink975.xml"/><Relationship Id="rId193" Type="http://schemas.openxmlformats.org/officeDocument/2006/relationships/image" Target="../media/image870.png"/><Relationship Id="rId207" Type="http://schemas.openxmlformats.org/officeDocument/2006/relationships/image" Target="../media/image877.png"/><Relationship Id="rId228" Type="http://schemas.openxmlformats.org/officeDocument/2006/relationships/customXml" Target="../ink/ink1003.xml"/><Relationship Id="rId249" Type="http://schemas.openxmlformats.org/officeDocument/2006/relationships/image" Target="../media/image897.png"/><Relationship Id="rId13" Type="http://schemas.openxmlformats.org/officeDocument/2006/relationships/image" Target="../media/image780.png"/><Relationship Id="rId109" Type="http://schemas.openxmlformats.org/officeDocument/2006/relationships/image" Target="../media/image828.png"/><Relationship Id="rId260" Type="http://schemas.openxmlformats.org/officeDocument/2006/relationships/customXml" Target="../ink/ink1019.xml"/><Relationship Id="rId281" Type="http://schemas.openxmlformats.org/officeDocument/2006/relationships/image" Target="../media/image913.png"/><Relationship Id="rId34" Type="http://schemas.openxmlformats.org/officeDocument/2006/relationships/customXml" Target="../ink/ink906.xml"/><Relationship Id="rId55" Type="http://schemas.openxmlformats.org/officeDocument/2006/relationships/image" Target="../media/image801.png"/><Relationship Id="rId76" Type="http://schemas.openxmlformats.org/officeDocument/2006/relationships/customXml" Target="../ink/ink927.xml"/><Relationship Id="rId97" Type="http://schemas.openxmlformats.org/officeDocument/2006/relationships/image" Target="../media/image822.png"/><Relationship Id="rId120" Type="http://schemas.openxmlformats.org/officeDocument/2006/relationships/customXml" Target="../ink/ink949.xml"/><Relationship Id="rId141" Type="http://schemas.openxmlformats.org/officeDocument/2006/relationships/image" Target="../media/image844.png"/><Relationship Id="rId7" Type="http://schemas.openxmlformats.org/officeDocument/2006/relationships/image" Target="../media/image777.png"/><Relationship Id="rId162" Type="http://schemas.openxmlformats.org/officeDocument/2006/relationships/customXml" Target="../ink/ink970.xml"/><Relationship Id="rId183" Type="http://schemas.openxmlformats.org/officeDocument/2006/relationships/image" Target="../media/image865.png"/><Relationship Id="rId218" Type="http://schemas.openxmlformats.org/officeDocument/2006/relationships/customXml" Target="../ink/ink998.xml"/><Relationship Id="rId239" Type="http://schemas.openxmlformats.org/officeDocument/2006/relationships/image" Target="../media/image893.png"/><Relationship Id="rId250" Type="http://schemas.openxmlformats.org/officeDocument/2006/relationships/customXml" Target="../ink/ink1014.xml"/><Relationship Id="rId271" Type="http://schemas.openxmlformats.org/officeDocument/2006/relationships/image" Target="../media/image908.png"/><Relationship Id="rId292" Type="http://schemas.openxmlformats.org/officeDocument/2006/relationships/customXml" Target="../ink/ink1035.xml"/><Relationship Id="rId306" Type="http://schemas.openxmlformats.org/officeDocument/2006/relationships/customXml" Target="../ink/ink1042.xml"/><Relationship Id="rId24" Type="http://schemas.openxmlformats.org/officeDocument/2006/relationships/customXml" Target="../ink/ink901.xml"/><Relationship Id="rId45" Type="http://schemas.openxmlformats.org/officeDocument/2006/relationships/image" Target="../media/image796.png"/><Relationship Id="rId66" Type="http://schemas.openxmlformats.org/officeDocument/2006/relationships/customXml" Target="../ink/ink922.xml"/><Relationship Id="rId87" Type="http://schemas.openxmlformats.org/officeDocument/2006/relationships/image" Target="../media/image817.png"/><Relationship Id="rId110" Type="http://schemas.openxmlformats.org/officeDocument/2006/relationships/customXml" Target="../ink/ink944.xml"/><Relationship Id="rId131" Type="http://schemas.openxmlformats.org/officeDocument/2006/relationships/image" Target="../media/image839.png"/><Relationship Id="rId152" Type="http://schemas.openxmlformats.org/officeDocument/2006/relationships/customXml" Target="../ink/ink965.xml"/><Relationship Id="rId173" Type="http://schemas.openxmlformats.org/officeDocument/2006/relationships/image" Target="../media/image860.png"/><Relationship Id="rId194" Type="http://schemas.openxmlformats.org/officeDocument/2006/relationships/customXml" Target="../ink/ink986.xml"/><Relationship Id="rId208" Type="http://schemas.openxmlformats.org/officeDocument/2006/relationships/customXml" Target="../ink/ink993.xml"/><Relationship Id="rId229" Type="http://schemas.openxmlformats.org/officeDocument/2006/relationships/image" Target="../media/image888.png"/><Relationship Id="rId240" Type="http://schemas.openxmlformats.org/officeDocument/2006/relationships/customXml" Target="../ink/ink1009.xml"/><Relationship Id="rId261" Type="http://schemas.openxmlformats.org/officeDocument/2006/relationships/image" Target="../media/image903.png"/><Relationship Id="rId14" Type="http://schemas.openxmlformats.org/officeDocument/2006/relationships/customXml" Target="../ink/ink896.xml"/><Relationship Id="rId35" Type="http://schemas.openxmlformats.org/officeDocument/2006/relationships/image" Target="../media/image791.png"/><Relationship Id="rId56" Type="http://schemas.openxmlformats.org/officeDocument/2006/relationships/customXml" Target="../ink/ink917.xml"/><Relationship Id="rId77" Type="http://schemas.openxmlformats.org/officeDocument/2006/relationships/image" Target="../media/image812.png"/><Relationship Id="rId100" Type="http://schemas.openxmlformats.org/officeDocument/2006/relationships/customXml" Target="../ink/ink939.xml"/><Relationship Id="rId282" Type="http://schemas.openxmlformats.org/officeDocument/2006/relationships/customXml" Target="../ink/ink1030.xml"/><Relationship Id="rId8" Type="http://schemas.openxmlformats.org/officeDocument/2006/relationships/customXml" Target="../ink/ink893.xml"/><Relationship Id="rId98" Type="http://schemas.openxmlformats.org/officeDocument/2006/relationships/customXml" Target="../ink/ink938.xml"/><Relationship Id="rId121" Type="http://schemas.openxmlformats.org/officeDocument/2006/relationships/image" Target="../media/image834.png"/><Relationship Id="rId142" Type="http://schemas.openxmlformats.org/officeDocument/2006/relationships/customXml" Target="../ink/ink960.xml"/><Relationship Id="rId163" Type="http://schemas.openxmlformats.org/officeDocument/2006/relationships/image" Target="../media/image855.png"/><Relationship Id="rId184" Type="http://schemas.openxmlformats.org/officeDocument/2006/relationships/customXml" Target="../ink/ink981.xml"/><Relationship Id="rId219" Type="http://schemas.openxmlformats.org/officeDocument/2006/relationships/image" Target="../media/image883.png"/><Relationship Id="rId230" Type="http://schemas.openxmlformats.org/officeDocument/2006/relationships/customXml" Target="../ink/ink1004.xml"/><Relationship Id="rId251" Type="http://schemas.openxmlformats.org/officeDocument/2006/relationships/image" Target="../media/image898.png"/><Relationship Id="rId25" Type="http://schemas.openxmlformats.org/officeDocument/2006/relationships/image" Target="../media/image786.png"/><Relationship Id="rId46" Type="http://schemas.openxmlformats.org/officeDocument/2006/relationships/customXml" Target="../ink/ink912.xml"/><Relationship Id="rId67" Type="http://schemas.openxmlformats.org/officeDocument/2006/relationships/image" Target="../media/image807.png"/><Relationship Id="rId272" Type="http://schemas.openxmlformats.org/officeDocument/2006/relationships/customXml" Target="../ink/ink1025.xml"/><Relationship Id="rId293" Type="http://schemas.openxmlformats.org/officeDocument/2006/relationships/image" Target="../media/image919.png"/><Relationship Id="rId307" Type="http://schemas.openxmlformats.org/officeDocument/2006/relationships/image" Target="../media/image926.png"/><Relationship Id="rId88" Type="http://schemas.openxmlformats.org/officeDocument/2006/relationships/customXml" Target="../ink/ink933.xml"/><Relationship Id="rId111" Type="http://schemas.openxmlformats.org/officeDocument/2006/relationships/image" Target="../media/image829.png"/><Relationship Id="rId132" Type="http://schemas.openxmlformats.org/officeDocument/2006/relationships/customXml" Target="../ink/ink955.xml"/><Relationship Id="rId153" Type="http://schemas.openxmlformats.org/officeDocument/2006/relationships/image" Target="../media/image850.png"/><Relationship Id="rId174" Type="http://schemas.openxmlformats.org/officeDocument/2006/relationships/customXml" Target="../ink/ink976.xml"/><Relationship Id="rId195" Type="http://schemas.openxmlformats.org/officeDocument/2006/relationships/image" Target="../media/image871.png"/><Relationship Id="rId209" Type="http://schemas.openxmlformats.org/officeDocument/2006/relationships/image" Target="../media/image878.png"/><Relationship Id="rId220" Type="http://schemas.openxmlformats.org/officeDocument/2006/relationships/customXml" Target="../ink/ink999.xml"/><Relationship Id="rId241" Type="http://schemas.openxmlformats.org/officeDocument/2006/relationships/image" Target="../media/image894.png"/><Relationship Id="rId15" Type="http://schemas.openxmlformats.org/officeDocument/2006/relationships/image" Target="../media/image781.png"/><Relationship Id="rId36" Type="http://schemas.openxmlformats.org/officeDocument/2006/relationships/customXml" Target="../ink/ink907.xml"/><Relationship Id="rId57" Type="http://schemas.openxmlformats.org/officeDocument/2006/relationships/image" Target="../media/image802.png"/><Relationship Id="rId262" Type="http://schemas.openxmlformats.org/officeDocument/2006/relationships/customXml" Target="../ink/ink1020.xml"/><Relationship Id="rId283" Type="http://schemas.openxmlformats.org/officeDocument/2006/relationships/image" Target="../media/image914.png"/><Relationship Id="rId78" Type="http://schemas.openxmlformats.org/officeDocument/2006/relationships/customXml" Target="../ink/ink928.xml"/><Relationship Id="rId99" Type="http://schemas.openxmlformats.org/officeDocument/2006/relationships/image" Target="../media/image823.png"/><Relationship Id="rId101" Type="http://schemas.openxmlformats.org/officeDocument/2006/relationships/image" Target="../media/image824.png"/><Relationship Id="rId122" Type="http://schemas.openxmlformats.org/officeDocument/2006/relationships/customXml" Target="../ink/ink950.xml"/><Relationship Id="rId143" Type="http://schemas.openxmlformats.org/officeDocument/2006/relationships/image" Target="../media/image845.png"/><Relationship Id="rId164" Type="http://schemas.openxmlformats.org/officeDocument/2006/relationships/customXml" Target="../ink/ink971.xml"/><Relationship Id="rId185" Type="http://schemas.openxmlformats.org/officeDocument/2006/relationships/image" Target="../media/image866.png"/><Relationship Id="rId9" Type="http://schemas.openxmlformats.org/officeDocument/2006/relationships/image" Target="../media/image778.png"/><Relationship Id="rId210" Type="http://schemas.openxmlformats.org/officeDocument/2006/relationships/customXml" Target="../ink/ink994.xml"/><Relationship Id="rId26" Type="http://schemas.openxmlformats.org/officeDocument/2006/relationships/customXml" Target="../ink/ink902.xml"/><Relationship Id="rId231" Type="http://schemas.openxmlformats.org/officeDocument/2006/relationships/image" Target="../media/image889.png"/><Relationship Id="rId252" Type="http://schemas.openxmlformats.org/officeDocument/2006/relationships/customXml" Target="../ink/ink1015.xml"/><Relationship Id="rId273" Type="http://schemas.openxmlformats.org/officeDocument/2006/relationships/image" Target="../media/image909.png"/><Relationship Id="rId294" Type="http://schemas.openxmlformats.org/officeDocument/2006/relationships/customXml" Target="../ink/ink1036.xml"/><Relationship Id="rId308" Type="http://schemas.openxmlformats.org/officeDocument/2006/relationships/customXml" Target="../ink/ink1043.xml"/><Relationship Id="rId47" Type="http://schemas.openxmlformats.org/officeDocument/2006/relationships/image" Target="../media/image797.png"/><Relationship Id="rId68" Type="http://schemas.openxmlformats.org/officeDocument/2006/relationships/customXml" Target="../ink/ink923.xml"/><Relationship Id="rId89" Type="http://schemas.openxmlformats.org/officeDocument/2006/relationships/image" Target="../media/image818.png"/><Relationship Id="rId112" Type="http://schemas.openxmlformats.org/officeDocument/2006/relationships/customXml" Target="../ink/ink945.xml"/><Relationship Id="rId133" Type="http://schemas.openxmlformats.org/officeDocument/2006/relationships/image" Target="../media/image840.png"/><Relationship Id="rId154" Type="http://schemas.openxmlformats.org/officeDocument/2006/relationships/customXml" Target="../ink/ink966.xml"/><Relationship Id="rId175" Type="http://schemas.openxmlformats.org/officeDocument/2006/relationships/image" Target="../media/image861.png"/><Relationship Id="rId196" Type="http://schemas.openxmlformats.org/officeDocument/2006/relationships/customXml" Target="../ink/ink987.xml"/><Relationship Id="rId200" Type="http://schemas.openxmlformats.org/officeDocument/2006/relationships/customXml" Target="../ink/ink989.xml"/><Relationship Id="rId16" Type="http://schemas.openxmlformats.org/officeDocument/2006/relationships/customXml" Target="../ink/ink897.xml"/><Relationship Id="rId221" Type="http://schemas.openxmlformats.org/officeDocument/2006/relationships/image" Target="../media/image884.png"/><Relationship Id="rId242" Type="http://schemas.openxmlformats.org/officeDocument/2006/relationships/customXml" Target="../ink/ink1010.xml"/><Relationship Id="rId263" Type="http://schemas.openxmlformats.org/officeDocument/2006/relationships/image" Target="../media/image904.png"/><Relationship Id="rId284" Type="http://schemas.openxmlformats.org/officeDocument/2006/relationships/customXml" Target="../ink/ink1031.xml"/><Relationship Id="rId37" Type="http://schemas.openxmlformats.org/officeDocument/2006/relationships/image" Target="../media/image792.png"/><Relationship Id="rId58" Type="http://schemas.openxmlformats.org/officeDocument/2006/relationships/customXml" Target="../ink/ink918.xml"/><Relationship Id="rId79" Type="http://schemas.openxmlformats.org/officeDocument/2006/relationships/image" Target="../media/image813.png"/><Relationship Id="rId102" Type="http://schemas.openxmlformats.org/officeDocument/2006/relationships/customXml" Target="../ink/ink940.xml"/><Relationship Id="rId123" Type="http://schemas.openxmlformats.org/officeDocument/2006/relationships/image" Target="../media/image835.png"/><Relationship Id="rId144" Type="http://schemas.openxmlformats.org/officeDocument/2006/relationships/customXml" Target="../ink/ink961.xml"/><Relationship Id="rId90" Type="http://schemas.openxmlformats.org/officeDocument/2006/relationships/customXml" Target="../ink/ink934.xml"/><Relationship Id="rId165" Type="http://schemas.openxmlformats.org/officeDocument/2006/relationships/image" Target="../media/image856.png"/><Relationship Id="rId186" Type="http://schemas.openxmlformats.org/officeDocument/2006/relationships/customXml" Target="../ink/ink982.xml"/><Relationship Id="rId211" Type="http://schemas.openxmlformats.org/officeDocument/2006/relationships/image" Target="../media/image879.png"/><Relationship Id="rId232" Type="http://schemas.openxmlformats.org/officeDocument/2006/relationships/customXml" Target="../ink/ink1005.xml"/><Relationship Id="rId253" Type="http://schemas.openxmlformats.org/officeDocument/2006/relationships/image" Target="../media/image899.png"/><Relationship Id="rId274" Type="http://schemas.openxmlformats.org/officeDocument/2006/relationships/customXml" Target="../ink/ink1026.xml"/><Relationship Id="rId295" Type="http://schemas.openxmlformats.org/officeDocument/2006/relationships/image" Target="../media/image920.png"/><Relationship Id="rId309" Type="http://schemas.openxmlformats.org/officeDocument/2006/relationships/image" Target="../media/image927.png"/><Relationship Id="rId27" Type="http://schemas.openxmlformats.org/officeDocument/2006/relationships/image" Target="../media/image787.png"/><Relationship Id="rId48" Type="http://schemas.openxmlformats.org/officeDocument/2006/relationships/customXml" Target="../ink/ink913.xml"/><Relationship Id="rId69" Type="http://schemas.openxmlformats.org/officeDocument/2006/relationships/image" Target="../media/image808.png"/><Relationship Id="rId113" Type="http://schemas.openxmlformats.org/officeDocument/2006/relationships/image" Target="../media/image830.png"/><Relationship Id="rId134" Type="http://schemas.openxmlformats.org/officeDocument/2006/relationships/customXml" Target="../ink/ink956.xml"/><Relationship Id="rId80" Type="http://schemas.openxmlformats.org/officeDocument/2006/relationships/customXml" Target="../ink/ink929.xml"/><Relationship Id="rId155" Type="http://schemas.openxmlformats.org/officeDocument/2006/relationships/image" Target="../media/image851.png"/><Relationship Id="rId176" Type="http://schemas.openxmlformats.org/officeDocument/2006/relationships/customXml" Target="../ink/ink977.xml"/><Relationship Id="rId197" Type="http://schemas.openxmlformats.org/officeDocument/2006/relationships/image" Target="../media/image872.png"/><Relationship Id="rId201" Type="http://schemas.openxmlformats.org/officeDocument/2006/relationships/image" Target="../media/image874.png"/><Relationship Id="rId222" Type="http://schemas.openxmlformats.org/officeDocument/2006/relationships/customXml" Target="../ink/ink1000.xml"/><Relationship Id="rId243" Type="http://schemas.openxmlformats.org/officeDocument/2006/relationships/image" Target="../media/image743.png"/><Relationship Id="rId264" Type="http://schemas.openxmlformats.org/officeDocument/2006/relationships/customXml" Target="../ink/ink1021.xml"/><Relationship Id="rId285" Type="http://schemas.openxmlformats.org/officeDocument/2006/relationships/image" Target="../media/image915.png"/><Relationship Id="rId17" Type="http://schemas.openxmlformats.org/officeDocument/2006/relationships/image" Target="../media/image782.png"/><Relationship Id="rId38" Type="http://schemas.openxmlformats.org/officeDocument/2006/relationships/customXml" Target="../ink/ink908.xml"/><Relationship Id="rId59" Type="http://schemas.openxmlformats.org/officeDocument/2006/relationships/image" Target="../media/image803.png"/><Relationship Id="rId103" Type="http://schemas.openxmlformats.org/officeDocument/2006/relationships/image" Target="../media/image825.png"/><Relationship Id="rId124" Type="http://schemas.openxmlformats.org/officeDocument/2006/relationships/customXml" Target="../ink/ink951.xml"/><Relationship Id="rId310" Type="http://schemas.openxmlformats.org/officeDocument/2006/relationships/customXml" Target="../ink/ink1044.xml"/><Relationship Id="rId70" Type="http://schemas.openxmlformats.org/officeDocument/2006/relationships/customXml" Target="../ink/ink924.xml"/><Relationship Id="rId91" Type="http://schemas.openxmlformats.org/officeDocument/2006/relationships/image" Target="../media/image819.png"/><Relationship Id="rId145" Type="http://schemas.openxmlformats.org/officeDocument/2006/relationships/image" Target="../media/image846.png"/><Relationship Id="rId166" Type="http://schemas.openxmlformats.org/officeDocument/2006/relationships/customXml" Target="../ink/ink972.xml"/><Relationship Id="rId187" Type="http://schemas.openxmlformats.org/officeDocument/2006/relationships/image" Target="../media/image86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95.xml"/><Relationship Id="rId233" Type="http://schemas.openxmlformats.org/officeDocument/2006/relationships/image" Target="../media/image890.png"/><Relationship Id="rId254" Type="http://schemas.openxmlformats.org/officeDocument/2006/relationships/customXml" Target="../ink/ink1016.xml"/><Relationship Id="rId28" Type="http://schemas.openxmlformats.org/officeDocument/2006/relationships/customXml" Target="../ink/ink903.xml"/><Relationship Id="rId49" Type="http://schemas.openxmlformats.org/officeDocument/2006/relationships/image" Target="../media/image798.png"/><Relationship Id="rId114" Type="http://schemas.openxmlformats.org/officeDocument/2006/relationships/customXml" Target="../ink/ink946.xml"/><Relationship Id="rId275" Type="http://schemas.openxmlformats.org/officeDocument/2006/relationships/image" Target="../media/image910.png"/><Relationship Id="rId296" Type="http://schemas.openxmlformats.org/officeDocument/2006/relationships/customXml" Target="../ink/ink1037.xml"/><Relationship Id="rId300" Type="http://schemas.openxmlformats.org/officeDocument/2006/relationships/customXml" Target="../ink/ink1039.xml"/><Relationship Id="rId60" Type="http://schemas.openxmlformats.org/officeDocument/2006/relationships/customXml" Target="../ink/ink919.xml"/><Relationship Id="rId81" Type="http://schemas.openxmlformats.org/officeDocument/2006/relationships/image" Target="../media/image814.png"/><Relationship Id="rId135" Type="http://schemas.openxmlformats.org/officeDocument/2006/relationships/image" Target="../media/image841.png"/><Relationship Id="rId156" Type="http://schemas.openxmlformats.org/officeDocument/2006/relationships/customXml" Target="../ink/ink967.xml"/><Relationship Id="rId177" Type="http://schemas.openxmlformats.org/officeDocument/2006/relationships/image" Target="../media/image862.png"/><Relationship Id="rId198" Type="http://schemas.openxmlformats.org/officeDocument/2006/relationships/customXml" Target="../ink/ink988.xml"/><Relationship Id="rId202" Type="http://schemas.openxmlformats.org/officeDocument/2006/relationships/customXml" Target="../ink/ink990.xml"/><Relationship Id="rId223" Type="http://schemas.openxmlformats.org/officeDocument/2006/relationships/image" Target="../media/image885.png"/><Relationship Id="rId244" Type="http://schemas.openxmlformats.org/officeDocument/2006/relationships/customXml" Target="../ink/ink1011.xml"/><Relationship Id="rId18" Type="http://schemas.openxmlformats.org/officeDocument/2006/relationships/customXml" Target="../ink/ink898.xml"/><Relationship Id="rId39" Type="http://schemas.openxmlformats.org/officeDocument/2006/relationships/image" Target="../media/image793.png"/><Relationship Id="rId265" Type="http://schemas.openxmlformats.org/officeDocument/2006/relationships/image" Target="../media/image905.png"/><Relationship Id="rId286" Type="http://schemas.openxmlformats.org/officeDocument/2006/relationships/customXml" Target="../ink/ink1032.xml"/><Relationship Id="rId50" Type="http://schemas.openxmlformats.org/officeDocument/2006/relationships/customXml" Target="../ink/ink914.xml"/><Relationship Id="rId104" Type="http://schemas.openxmlformats.org/officeDocument/2006/relationships/customXml" Target="../ink/ink941.xml"/><Relationship Id="rId125" Type="http://schemas.openxmlformats.org/officeDocument/2006/relationships/image" Target="../media/image836.png"/><Relationship Id="rId146" Type="http://schemas.openxmlformats.org/officeDocument/2006/relationships/customXml" Target="../ink/ink962.xml"/><Relationship Id="rId167" Type="http://schemas.openxmlformats.org/officeDocument/2006/relationships/image" Target="../media/image857.png"/><Relationship Id="rId188" Type="http://schemas.openxmlformats.org/officeDocument/2006/relationships/customXml" Target="../ink/ink983.xml"/><Relationship Id="rId311" Type="http://schemas.openxmlformats.org/officeDocument/2006/relationships/image" Target="../media/image928.png"/><Relationship Id="rId71" Type="http://schemas.openxmlformats.org/officeDocument/2006/relationships/image" Target="../media/image809.png"/><Relationship Id="rId92" Type="http://schemas.openxmlformats.org/officeDocument/2006/relationships/customXml" Target="../ink/ink935.xml"/><Relationship Id="rId213" Type="http://schemas.openxmlformats.org/officeDocument/2006/relationships/image" Target="../media/image880.png"/><Relationship Id="rId234" Type="http://schemas.openxmlformats.org/officeDocument/2006/relationships/customXml" Target="../ink/ink1006.xml"/><Relationship Id="rId2" Type="http://schemas.openxmlformats.org/officeDocument/2006/relationships/customXml" Target="../ink/ink890.xml"/><Relationship Id="rId29" Type="http://schemas.openxmlformats.org/officeDocument/2006/relationships/image" Target="../media/image788.png"/><Relationship Id="rId255" Type="http://schemas.openxmlformats.org/officeDocument/2006/relationships/image" Target="../media/image900.png"/><Relationship Id="rId276" Type="http://schemas.openxmlformats.org/officeDocument/2006/relationships/customXml" Target="../ink/ink1027.xml"/><Relationship Id="rId297" Type="http://schemas.openxmlformats.org/officeDocument/2006/relationships/image" Target="../media/image921.png"/><Relationship Id="rId40" Type="http://schemas.openxmlformats.org/officeDocument/2006/relationships/customXml" Target="../ink/ink909.xml"/><Relationship Id="rId115" Type="http://schemas.openxmlformats.org/officeDocument/2006/relationships/image" Target="../media/image831.png"/><Relationship Id="rId136" Type="http://schemas.openxmlformats.org/officeDocument/2006/relationships/customXml" Target="../ink/ink957.xml"/><Relationship Id="rId157" Type="http://schemas.openxmlformats.org/officeDocument/2006/relationships/image" Target="../media/image852.png"/><Relationship Id="rId178" Type="http://schemas.openxmlformats.org/officeDocument/2006/relationships/customXml" Target="../ink/ink978.xml"/><Relationship Id="rId301" Type="http://schemas.openxmlformats.org/officeDocument/2006/relationships/image" Target="../media/image923.png"/><Relationship Id="rId61" Type="http://schemas.openxmlformats.org/officeDocument/2006/relationships/image" Target="../media/image804.png"/><Relationship Id="rId82" Type="http://schemas.openxmlformats.org/officeDocument/2006/relationships/customXml" Target="../ink/ink930.xml"/><Relationship Id="rId199" Type="http://schemas.openxmlformats.org/officeDocument/2006/relationships/image" Target="../media/image873.png"/><Relationship Id="rId203" Type="http://schemas.openxmlformats.org/officeDocument/2006/relationships/image" Target="../media/image875.png"/><Relationship Id="rId19" Type="http://schemas.openxmlformats.org/officeDocument/2006/relationships/image" Target="../media/image783.png"/><Relationship Id="rId224" Type="http://schemas.openxmlformats.org/officeDocument/2006/relationships/customXml" Target="../ink/ink1001.xml"/><Relationship Id="rId245" Type="http://schemas.openxmlformats.org/officeDocument/2006/relationships/image" Target="../media/image895.png"/><Relationship Id="rId266" Type="http://schemas.openxmlformats.org/officeDocument/2006/relationships/customXml" Target="../ink/ink1022.xml"/><Relationship Id="rId287" Type="http://schemas.openxmlformats.org/officeDocument/2006/relationships/image" Target="../media/image916.png"/><Relationship Id="rId30" Type="http://schemas.openxmlformats.org/officeDocument/2006/relationships/customXml" Target="../ink/ink904.xml"/><Relationship Id="rId105" Type="http://schemas.openxmlformats.org/officeDocument/2006/relationships/image" Target="../media/image826.png"/><Relationship Id="rId126" Type="http://schemas.openxmlformats.org/officeDocument/2006/relationships/customXml" Target="../ink/ink952.xml"/><Relationship Id="rId147" Type="http://schemas.openxmlformats.org/officeDocument/2006/relationships/image" Target="../media/image847.png"/><Relationship Id="rId168" Type="http://schemas.openxmlformats.org/officeDocument/2006/relationships/customXml" Target="../ink/ink973.xml"/><Relationship Id="rId312" Type="http://schemas.openxmlformats.org/officeDocument/2006/relationships/customXml" Target="../ink/ink1045.xml"/><Relationship Id="rId51" Type="http://schemas.openxmlformats.org/officeDocument/2006/relationships/image" Target="../media/image799.png"/><Relationship Id="rId72" Type="http://schemas.openxmlformats.org/officeDocument/2006/relationships/customXml" Target="../ink/ink925.xml"/><Relationship Id="rId93" Type="http://schemas.openxmlformats.org/officeDocument/2006/relationships/image" Target="../media/image820.png"/><Relationship Id="rId189" Type="http://schemas.openxmlformats.org/officeDocument/2006/relationships/image" Target="../media/image868.png"/><Relationship Id="rId3" Type="http://schemas.openxmlformats.org/officeDocument/2006/relationships/image" Target="../media/image775.png"/><Relationship Id="rId214" Type="http://schemas.openxmlformats.org/officeDocument/2006/relationships/customXml" Target="../ink/ink996.xml"/><Relationship Id="rId235" Type="http://schemas.openxmlformats.org/officeDocument/2006/relationships/image" Target="../media/image891.png"/><Relationship Id="rId256" Type="http://schemas.openxmlformats.org/officeDocument/2006/relationships/customXml" Target="../ink/ink1017.xml"/><Relationship Id="rId277" Type="http://schemas.openxmlformats.org/officeDocument/2006/relationships/image" Target="../media/image911.png"/><Relationship Id="rId298" Type="http://schemas.openxmlformats.org/officeDocument/2006/relationships/customXml" Target="../ink/ink1038.xml"/><Relationship Id="rId116" Type="http://schemas.openxmlformats.org/officeDocument/2006/relationships/customXml" Target="../ink/ink947.xml"/><Relationship Id="rId137" Type="http://schemas.openxmlformats.org/officeDocument/2006/relationships/image" Target="../media/image842.png"/><Relationship Id="rId158" Type="http://schemas.openxmlformats.org/officeDocument/2006/relationships/customXml" Target="../ink/ink968.xml"/><Relationship Id="rId302" Type="http://schemas.openxmlformats.org/officeDocument/2006/relationships/customXml" Target="../ink/ink1040.xml"/><Relationship Id="rId20" Type="http://schemas.openxmlformats.org/officeDocument/2006/relationships/customXml" Target="../ink/ink899.xml"/><Relationship Id="rId41" Type="http://schemas.openxmlformats.org/officeDocument/2006/relationships/image" Target="../media/image794.png"/><Relationship Id="rId62" Type="http://schemas.openxmlformats.org/officeDocument/2006/relationships/customXml" Target="../ink/ink920.xml"/><Relationship Id="rId83" Type="http://schemas.openxmlformats.org/officeDocument/2006/relationships/image" Target="../media/image815.png"/><Relationship Id="rId179" Type="http://schemas.openxmlformats.org/officeDocument/2006/relationships/image" Target="../media/image863.png"/><Relationship Id="rId190" Type="http://schemas.openxmlformats.org/officeDocument/2006/relationships/customXml" Target="../ink/ink984.xml"/><Relationship Id="rId204" Type="http://schemas.openxmlformats.org/officeDocument/2006/relationships/customXml" Target="../ink/ink991.xml"/><Relationship Id="rId225" Type="http://schemas.openxmlformats.org/officeDocument/2006/relationships/image" Target="../media/image886.png"/><Relationship Id="rId246" Type="http://schemas.openxmlformats.org/officeDocument/2006/relationships/customXml" Target="../ink/ink1012.xml"/><Relationship Id="rId267" Type="http://schemas.openxmlformats.org/officeDocument/2006/relationships/image" Target="../media/image906.png"/><Relationship Id="rId288" Type="http://schemas.openxmlformats.org/officeDocument/2006/relationships/customXml" Target="../ink/ink1033.xml"/><Relationship Id="rId106" Type="http://schemas.openxmlformats.org/officeDocument/2006/relationships/customXml" Target="../ink/ink942.xml"/><Relationship Id="rId127" Type="http://schemas.openxmlformats.org/officeDocument/2006/relationships/image" Target="../media/image837.png"/><Relationship Id="rId313" Type="http://schemas.openxmlformats.org/officeDocument/2006/relationships/image" Target="../media/image929.png"/><Relationship Id="rId10" Type="http://schemas.openxmlformats.org/officeDocument/2006/relationships/customXml" Target="../ink/ink894.xml"/><Relationship Id="rId31" Type="http://schemas.openxmlformats.org/officeDocument/2006/relationships/image" Target="../media/image789.png"/><Relationship Id="rId52" Type="http://schemas.openxmlformats.org/officeDocument/2006/relationships/customXml" Target="../ink/ink915.xml"/><Relationship Id="rId73" Type="http://schemas.openxmlformats.org/officeDocument/2006/relationships/image" Target="../media/image810.png"/><Relationship Id="rId94" Type="http://schemas.openxmlformats.org/officeDocument/2006/relationships/customXml" Target="../ink/ink936.xml"/><Relationship Id="rId148" Type="http://schemas.openxmlformats.org/officeDocument/2006/relationships/customXml" Target="../ink/ink963.xml"/><Relationship Id="rId169" Type="http://schemas.openxmlformats.org/officeDocument/2006/relationships/image" Target="../media/image858.png"/><Relationship Id="rId4" Type="http://schemas.openxmlformats.org/officeDocument/2006/relationships/customXml" Target="../ink/ink891.xml"/><Relationship Id="rId180" Type="http://schemas.openxmlformats.org/officeDocument/2006/relationships/customXml" Target="../ink/ink979.xml"/><Relationship Id="rId215" Type="http://schemas.openxmlformats.org/officeDocument/2006/relationships/image" Target="../media/image881.png"/><Relationship Id="rId236" Type="http://schemas.openxmlformats.org/officeDocument/2006/relationships/customXml" Target="../ink/ink1007.xml"/><Relationship Id="rId257" Type="http://schemas.openxmlformats.org/officeDocument/2006/relationships/image" Target="../media/image901.png"/><Relationship Id="rId278" Type="http://schemas.openxmlformats.org/officeDocument/2006/relationships/customXml" Target="../ink/ink1028.xml"/><Relationship Id="rId303" Type="http://schemas.openxmlformats.org/officeDocument/2006/relationships/image" Target="../media/image924.png"/><Relationship Id="rId42" Type="http://schemas.openxmlformats.org/officeDocument/2006/relationships/customXml" Target="../ink/ink910.xml"/><Relationship Id="rId84" Type="http://schemas.openxmlformats.org/officeDocument/2006/relationships/customXml" Target="../ink/ink931.xml"/><Relationship Id="rId138" Type="http://schemas.openxmlformats.org/officeDocument/2006/relationships/customXml" Target="../ink/ink958.xml"/><Relationship Id="rId191" Type="http://schemas.openxmlformats.org/officeDocument/2006/relationships/image" Target="../media/image869.png"/><Relationship Id="rId205" Type="http://schemas.openxmlformats.org/officeDocument/2006/relationships/image" Target="../media/image876.png"/><Relationship Id="rId247" Type="http://schemas.openxmlformats.org/officeDocument/2006/relationships/image" Target="../media/image896.png"/><Relationship Id="rId107" Type="http://schemas.openxmlformats.org/officeDocument/2006/relationships/image" Target="../media/image827.png"/><Relationship Id="rId289" Type="http://schemas.openxmlformats.org/officeDocument/2006/relationships/image" Target="../media/image917.png"/><Relationship Id="rId11" Type="http://schemas.openxmlformats.org/officeDocument/2006/relationships/image" Target="../media/image779.png"/><Relationship Id="rId53" Type="http://schemas.openxmlformats.org/officeDocument/2006/relationships/image" Target="../media/image800.png"/><Relationship Id="rId149" Type="http://schemas.openxmlformats.org/officeDocument/2006/relationships/image" Target="../media/image848.png"/><Relationship Id="rId95" Type="http://schemas.openxmlformats.org/officeDocument/2006/relationships/image" Target="../media/image821.png"/><Relationship Id="rId160" Type="http://schemas.openxmlformats.org/officeDocument/2006/relationships/customXml" Target="../ink/ink969.xml"/><Relationship Id="rId216" Type="http://schemas.openxmlformats.org/officeDocument/2006/relationships/customXml" Target="../ink/ink997.xml"/><Relationship Id="rId258" Type="http://schemas.openxmlformats.org/officeDocument/2006/relationships/customXml" Target="../ink/ink1018.xml"/><Relationship Id="rId22" Type="http://schemas.openxmlformats.org/officeDocument/2006/relationships/customXml" Target="../ink/ink900.xml"/><Relationship Id="rId64" Type="http://schemas.openxmlformats.org/officeDocument/2006/relationships/customXml" Target="../ink/ink921.xml"/><Relationship Id="rId118" Type="http://schemas.openxmlformats.org/officeDocument/2006/relationships/customXml" Target="../ink/ink948.xml"/><Relationship Id="rId171" Type="http://schemas.openxmlformats.org/officeDocument/2006/relationships/image" Target="../media/image859.png"/><Relationship Id="rId227" Type="http://schemas.openxmlformats.org/officeDocument/2006/relationships/image" Target="../media/image887.png"/><Relationship Id="rId269" Type="http://schemas.openxmlformats.org/officeDocument/2006/relationships/image" Target="../media/image907.png"/><Relationship Id="rId33" Type="http://schemas.openxmlformats.org/officeDocument/2006/relationships/image" Target="../media/image790.png"/><Relationship Id="rId129" Type="http://schemas.openxmlformats.org/officeDocument/2006/relationships/image" Target="../media/image838.png"/><Relationship Id="rId280" Type="http://schemas.openxmlformats.org/officeDocument/2006/relationships/customXml" Target="../ink/ink1029.xml"/><Relationship Id="rId75" Type="http://schemas.openxmlformats.org/officeDocument/2006/relationships/image" Target="../media/image811.png"/><Relationship Id="rId140" Type="http://schemas.openxmlformats.org/officeDocument/2006/relationships/customXml" Target="../ink/ink959.xml"/><Relationship Id="rId182" Type="http://schemas.openxmlformats.org/officeDocument/2006/relationships/customXml" Target="../ink/ink980.xml"/><Relationship Id="rId6" Type="http://schemas.openxmlformats.org/officeDocument/2006/relationships/customXml" Target="../ink/ink892.xml"/><Relationship Id="rId238" Type="http://schemas.openxmlformats.org/officeDocument/2006/relationships/customXml" Target="../ink/ink1008.xml"/><Relationship Id="rId291" Type="http://schemas.openxmlformats.org/officeDocument/2006/relationships/image" Target="../media/image918.png"/><Relationship Id="rId305" Type="http://schemas.openxmlformats.org/officeDocument/2006/relationships/image" Target="../media/image925.png"/><Relationship Id="rId44" Type="http://schemas.openxmlformats.org/officeDocument/2006/relationships/customXml" Target="../ink/ink911.xml"/><Relationship Id="rId86" Type="http://schemas.openxmlformats.org/officeDocument/2006/relationships/customXml" Target="../ink/ink932.xml"/><Relationship Id="rId151" Type="http://schemas.openxmlformats.org/officeDocument/2006/relationships/image" Target="../media/image849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87.png"/><Relationship Id="rId21" Type="http://schemas.openxmlformats.org/officeDocument/2006/relationships/image" Target="../media/image939.png"/><Relationship Id="rId42" Type="http://schemas.openxmlformats.org/officeDocument/2006/relationships/customXml" Target="../ink/ink1066.xml"/><Relationship Id="rId63" Type="http://schemas.openxmlformats.org/officeDocument/2006/relationships/image" Target="../media/image960.png"/><Relationship Id="rId84" Type="http://schemas.openxmlformats.org/officeDocument/2006/relationships/customXml" Target="../ink/ink1087.xml"/><Relationship Id="rId138" Type="http://schemas.openxmlformats.org/officeDocument/2006/relationships/customXml" Target="../ink/ink1114.xml"/><Relationship Id="rId159" Type="http://schemas.openxmlformats.org/officeDocument/2006/relationships/image" Target="../media/image1007.png"/><Relationship Id="rId170" Type="http://schemas.openxmlformats.org/officeDocument/2006/relationships/customXml" Target="../ink/ink1130.xml"/><Relationship Id="rId191" Type="http://schemas.openxmlformats.org/officeDocument/2006/relationships/image" Target="../media/image1023.png"/><Relationship Id="rId205" Type="http://schemas.openxmlformats.org/officeDocument/2006/relationships/image" Target="../media/image1030.png"/><Relationship Id="rId226" Type="http://schemas.openxmlformats.org/officeDocument/2006/relationships/customXml" Target="../ink/ink1158.xml"/><Relationship Id="rId107" Type="http://schemas.openxmlformats.org/officeDocument/2006/relationships/image" Target="../media/image982.png"/><Relationship Id="rId11" Type="http://schemas.openxmlformats.org/officeDocument/2006/relationships/image" Target="../media/image934.png"/><Relationship Id="rId32" Type="http://schemas.openxmlformats.org/officeDocument/2006/relationships/customXml" Target="../ink/ink1061.xml"/><Relationship Id="rId53" Type="http://schemas.openxmlformats.org/officeDocument/2006/relationships/image" Target="../media/image955.png"/><Relationship Id="rId74" Type="http://schemas.openxmlformats.org/officeDocument/2006/relationships/customXml" Target="../ink/ink1082.xml"/><Relationship Id="rId128" Type="http://schemas.openxmlformats.org/officeDocument/2006/relationships/customXml" Target="../ink/ink1109.xml"/><Relationship Id="rId149" Type="http://schemas.openxmlformats.org/officeDocument/2006/relationships/image" Target="../media/image1002.png"/><Relationship Id="rId5" Type="http://schemas.openxmlformats.org/officeDocument/2006/relationships/image" Target="../media/image931.png"/><Relationship Id="rId95" Type="http://schemas.openxmlformats.org/officeDocument/2006/relationships/image" Target="../media/image976.png"/><Relationship Id="rId160" Type="http://schemas.openxmlformats.org/officeDocument/2006/relationships/customXml" Target="../ink/ink1125.xml"/><Relationship Id="rId181" Type="http://schemas.openxmlformats.org/officeDocument/2006/relationships/image" Target="../media/image1018.png"/><Relationship Id="rId216" Type="http://schemas.openxmlformats.org/officeDocument/2006/relationships/customXml" Target="../ink/ink1153.xml"/><Relationship Id="rId22" Type="http://schemas.openxmlformats.org/officeDocument/2006/relationships/customXml" Target="../ink/ink1056.xml"/><Relationship Id="rId43" Type="http://schemas.openxmlformats.org/officeDocument/2006/relationships/image" Target="../media/image950.png"/><Relationship Id="rId64" Type="http://schemas.openxmlformats.org/officeDocument/2006/relationships/customXml" Target="../ink/ink1077.xml"/><Relationship Id="rId118" Type="http://schemas.openxmlformats.org/officeDocument/2006/relationships/customXml" Target="../ink/ink1104.xml"/><Relationship Id="rId139" Type="http://schemas.openxmlformats.org/officeDocument/2006/relationships/image" Target="../media/image997.png"/><Relationship Id="rId85" Type="http://schemas.openxmlformats.org/officeDocument/2006/relationships/image" Target="../media/image971.png"/><Relationship Id="rId150" Type="http://schemas.openxmlformats.org/officeDocument/2006/relationships/customXml" Target="../ink/ink1120.xml"/><Relationship Id="rId171" Type="http://schemas.openxmlformats.org/officeDocument/2006/relationships/image" Target="../media/image1013.png"/><Relationship Id="rId192" Type="http://schemas.openxmlformats.org/officeDocument/2006/relationships/customXml" Target="../ink/ink1141.xml"/><Relationship Id="rId206" Type="http://schemas.openxmlformats.org/officeDocument/2006/relationships/customXml" Target="../ink/ink1148.xml"/><Relationship Id="rId227" Type="http://schemas.openxmlformats.org/officeDocument/2006/relationships/image" Target="../media/image1041.png"/><Relationship Id="rId12" Type="http://schemas.openxmlformats.org/officeDocument/2006/relationships/customXml" Target="../ink/ink1051.xml"/><Relationship Id="rId33" Type="http://schemas.openxmlformats.org/officeDocument/2006/relationships/image" Target="../media/image945.png"/><Relationship Id="rId108" Type="http://schemas.openxmlformats.org/officeDocument/2006/relationships/customXml" Target="../ink/ink1099.xml"/><Relationship Id="rId129" Type="http://schemas.openxmlformats.org/officeDocument/2006/relationships/image" Target="../media/image992.png"/><Relationship Id="rId54" Type="http://schemas.openxmlformats.org/officeDocument/2006/relationships/customXml" Target="../ink/ink1072.xml"/><Relationship Id="rId75" Type="http://schemas.openxmlformats.org/officeDocument/2006/relationships/image" Target="../media/image966.png"/><Relationship Id="rId96" Type="http://schemas.openxmlformats.org/officeDocument/2006/relationships/customXml" Target="../ink/ink1093.xml"/><Relationship Id="rId140" Type="http://schemas.openxmlformats.org/officeDocument/2006/relationships/customXml" Target="../ink/ink1115.xml"/><Relationship Id="rId161" Type="http://schemas.openxmlformats.org/officeDocument/2006/relationships/image" Target="../media/image1008.png"/><Relationship Id="rId182" Type="http://schemas.openxmlformats.org/officeDocument/2006/relationships/customXml" Target="../ink/ink1136.xml"/><Relationship Id="rId217" Type="http://schemas.openxmlformats.org/officeDocument/2006/relationships/image" Target="../media/image1036.png"/><Relationship Id="rId6" Type="http://schemas.openxmlformats.org/officeDocument/2006/relationships/customXml" Target="../ink/ink1048.xml"/><Relationship Id="rId23" Type="http://schemas.openxmlformats.org/officeDocument/2006/relationships/image" Target="../media/image940.png"/><Relationship Id="rId119" Type="http://schemas.openxmlformats.org/officeDocument/2006/relationships/image" Target="../media/image988.png"/><Relationship Id="rId44" Type="http://schemas.openxmlformats.org/officeDocument/2006/relationships/customXml" Target="../ink/ink1067.xml"/><Relationship Id="rId65" Type="http://schemas.openxmlformats.org/officeDocument/2006/relationships/image" Target="../media/image961.png"/><Relationship Id="rId86" Type="http://schemas.openxmlformats.org/officeDocument/2006/relationships/customXml" Target="../ink/ink1088.xml"/><Relationship Id="rId130" Type="http://schemas.openxmlformats.org/officeDocument/2006/relationships/customXml" Target="../ink/ink1110.xml"/><Relationship Id="rId151" Type="http://schemas.openxmlformats.org/officeDocument/2006/relationships/image" Target="../media/image1003.png"/><Relationship Id="rId172" Type="http://schemas.openxmlformats.org/officeDocument/2006/relationships/customXml" Target="../ink/ink1131.xml"/><Relationship Id="rId193" Type="http://schemas.openxmlformats.org/officeDocument/2006/relationships/image" Target="../media/image1024.png"/><Relationship Id="rId207" Type="http://schemas.openxmlformats.org/officeDocument/2006/relationships/image" Target="../media/image1031.png"/><Relationship Id="rId228" Type="http://schemas.openxmlformats.org/officeDocument/2006/relationships/customXml" Target="../ink/ink1159.xml"/><Relationship Id="rId13" Type="http://schemas.openxmlformats.org/officeDocument/2006/relationships/image" Target="../media/image935.png"/><Relationship Id="rId109" Type="http://schemas.openxmlformats.org/officeDocument/2006/relationships/image" Target="../media/image983.png"/><Relationship Id="rId34" Type="http://schemas.openxmlformats.org/officeDocument/2006/relationships/customXml" Target="../ink/ink1062.xml"/><Relationship Id="rId55" Type="http://schemas.openxmlformats.org/officeDocument/2006/relationships/image" Target="../media/image956.png"/><Relationship Id="rId76" Type="http://schemas.openxmlformats.org/officeDocument/2006/relationships/customXml" Target="../ink/ink1083.xml"/><Relationship Id="rId97" Type="http://schemas.openxmlformats.org/officeDocument/2006/relationships/image" Target="../media/image977.png"/><Relationship Id="rId120" Type="http://schemas.openxmlformats.org/officeDocument/2006/relationships/customXml" Target="../ink/ink1105.xml"/><Relationship Id="rId141" Type="http://schemas.openxmlformats.org/officeDocument/2006/relationships/image" Target="../media/image998.png"/><Relationship Id="rId7" Type="http://schemas.openxmlformats.org/officeDocument/2006/relationships/image" Target="../media/image932.png"/><Relationship Id="rId162" Type="http://schemas.openxmlformats.org/officeDocument/2006/relationships/customXml" Target="../ink/ink1126.xml"/><Relationship Id="rId183" Type="http://schemas.openxmlformats.org/officeDocument/2006/relationships/image" Target="../media/image1019.png"/><Relationship Id="rId218" Type="http://schemas.openxmlformats.org/officeDocument/2006/relationships/customXml" Target="../ink/ink1154.xml"/><Relationship Id="rId24" Type="http://schemas.openxmlformats.org/officeDocument/2006/relationships/customXml" Target="../ink/ink1057.xml"/><Relationship Id="rId45" Type="http://schemas.openxmlformats.org/officeDocument/2006/relationships/image" Target="../media/image951.png"/><Relationship Id="rId66" Type="http://schemas.openxmlformats.org/officeDocument/2006/relationships/customXml" Target="../ink/ink1078.xml"/><Relationship Id="rId87" Type="http://schemas.openxmlformats.org/officeDocument/2006/relationships/image" Target="../media/image972.png"/><Relationship Id="rId110" Type="http://schemas.openxmlformats.org/officeDocument/2006/relationships/customXml" Target="../ink/ink1100.xml"/><Relationship Id="rId131" Type="http://schemas.openxmlformats.org/officeDocument/2006/relationships/image" Target="../media/image993.png"/><Relationship Id="rId152" Type="http://schemas.openxmlformats.org/officeDocument/2006/relationships/customXml" Target="../ink/ink1121.xml"/><Relationship Id="rId173" Type="http://schemas.openxmlformats.org/officeDocument/2006/relationships/image" Target="../media/image1014.png"/><Relationship Id="rId194" Type="http://schemas.openxmlformats.org/officeDocument/2006/relationships/customXml" Target="../ink/ink1142.xml"/><Relationship Id="rId208" Type="http://schemas.openxmlformats.org/officeDocument/2006/relationships/customXml" Target="../ink/ink1149.xml"/><Relationship Id="rId229" Type="http://schemas.openxmlformats.org/officeDocument/2006/relationships/image" Target="../media/image1042.png"/><Relationship Id="rId14" Type="http://schemas.openxmlformats.org/officeDocument/2006/relationships/customXml" Target="../ink/ink1052.xml"/><Relationship Id="rId35" Type="http://schemas.openxmlformats.org/officeDocument/2006/relationships/image" Target="../media/image946.png"/><Relationship Id="rId56" Type="http://schemas.openxmlformats.org/officeDocument/2006/relationships/customXml" Target="../ink/ink1073.xml"/><Relationship Id="rId77" Type="http://schemas.openxmlformats.org/officeDocument/2006/relationships/image" Target="../media/image967.png"/><Relationship Id="rId100" Type="http://schemas.openxmlformats.org/officeDocument/2006/relationships/customXml" Target="../ink/ink1095.xml"/><Relationship Id="rId8" Type="http://schemas.openxmlformats.org/officeDocument/2006/relationships/customXml" Target="../ink/ink1049.xml"/><Relationship Id="rId98" Type="http://schemas.openxmlformats.org/officeDocument/2006/relationships/customXml" Target="../ink/ink1094.xml"/><Relationship Id="rId121" Type="http://schemas.openxmlformats.org/officeDocument/2006/relationships/image" Target="../media/image989.png"/><Relationship Id="rId142" Type="http://schemas.openxmlformats.org/officeDocument/2006/relationships/customXml" Target="../ink/ink1116.xml"/><Relationship Id="rId163" Type="http://schemas.openxmlformats.org/officeDocument/2006/relationships/image" Target="../media/image1009.png"/><Relationship Id="rId184" Type="http://schemas.openxmlformats.org/officeDocument/2006/relationships/customXml" Target="../ink/ink1137.xml"/><Relationship Id="rId219" Type="http://schemas.openxmlformats.org/officeDocument/2006/relationships/image" Target="../media/image1037.png"/><Relationship Id="rId25" Type="http://schemas.openxmlformats.org/officeDocument/2006/relationships/image" Target="../media/image941.png"/><Relationship Id="rId46" Type="http://schemas.openxmlformats.org/officeDocument/2006/relationships/customXml" Target="../ink/ink1068.xml"/><Relationship Id="rId67" Type="http://schemas.openxmlformats.org/officeDocument/2006/relationships/image" Target="../media/image962.png"/><Relationship Id="rId116" Type="http://schemas.openxmlformats.org/officeDocument/2006/relationships/customXml" Target="../ink/ink1103.xml"/><Relationship Id="rId137" Type="http://schemas.openxmlformats.org/officeDocument/2006/relationships/image" Target="../media/image996.png"/><Relationship Id="rId158" Type="http://schemas.openxmlformats.org/officeDocument/2006/relationships/customXml" Target="../ink/ink1124.xml"/><Relationship Id="rId20" Type="http://schemas.openxmlformats.org/officeDocument/2006/relationships/customXml" Target="../ink/ink1055.xml"/><Relationship Id="rId41" Type="http://schemas.openxmlformats.org/officeDocument/2006/relationships/image" Target="../media/image949.png"/><Relationship Id="rId62" Type="http://schemas.openxmlformats.org/officeDocument/2006/relationships/customXml" Target="../ink/ink1076.xml"/><Relationship Id="rId83" Type="http://schemas.openxmlformats.org/officeDocument/2006/relationships/image" Target="../media/image970.png"/><Relationship Id="rId88" Type="http://schemas.openxmlformats.org/officeDocument/2006/relationships/customXml" Target="../ink/ink1089.xml"/><Relationship Id="rId111" Type="http://schemas.openxmlformats.org/officeDocument/2006/relationships/image" Target="../media/image984.png"/><Relationship Id="rId132" Type="http://schemas.openxmlformats.org/officeDocument/2006/relationships/customXml" Target="../ink/ink1111.xml"/><Relationship Id="rId153" Type="http://schemas.openxmlformats.org/officeDocument/2006/relationships/image" Target="../media/image1004.png"/><Relationship Id="rId174" Type="http://schemas.openxmlformats.org/officeDocument/2006/relationships/customXml" Target="../ink/ink1132.xml"/><Relationship Id="rId179" Type="http://schemas.openxmlformats.org/officeDocument/2006/relationships/image" Target="../media/image1017.png"/><Relationship Id="rId195" Type="http://schemas.openxmlformats.org/officeDocument/2006/relationships/image" Target="../media/image1025.png"/><Relationship Id="rId209" Type="http://schemas.openxmlformats.org/officeDocument/2006/relationships/image" Target="../media/image1032.png"/><Relationship Id="rId190" Type="http://schemas.openxmlformats.org/officeDocument/2006/relationships/customXml" Target="../ink/ink1140.xml"/><Relationship Id="rId204" Type="http://schemas.openxmlformats.org/officeDocument/2006/relationships/customXml" Target="../ink/ink1147.xml"/><Relationship Id="rId220" Type="http://schemas.openxmlformats.org/officeDocument/2006/relationships/customXml" Target="../ink/ink1155.xml"/><Relationship Id="rId225" Type="http://schemas.openxmlformats.org/officeDocument/2006/relationships/image" Target="../media/image1040.png"/><Relationship Id="rId15" Type="http://schemas.openxmlformats.org/officeDocument/2006/relationships/image" Target="../media/image936.png"/><Relationship Id="rId36" Type="http://schemas.openxmlformats.org/officeDocument/2006/relationships/customXml" Target="../ink/ink1063.xml"/><Relationship Id="rId57" Type="http://schemas.openxmlformats.org/officeDocument/2006/relationships/image" Target="../media/image957.png"/><Relationship Id="rId106" Type="http://schemas.openxmlformats.org/officeDocument/2006/relationships/customXml" Target="../ink/ink1098.xml"/><Relationship Id="rId127" Type="http://schemas.openxmlformats.org/officeDocument/2006/relationships/image" Target="../media/image771.png"/><Relationship Id="rId10" Type="http://schemas.openxmlformats.org/officeDocument/2006/relationships/customXml" Target="../ink/ink1050.xml"/><Relationship Id="rId31" Type="http://schemas.openxmlformats.org/officeDocument/2006/relationships/image" Target="../media/image944.png"/><Relationship Id="rId52" Type="http://schemas.openxmlformats.org/officeDocument/2006/relationships/customXml" Target="../ink/ink1071.xml"/><Relationship Id="rId73" Type="http://schemas.openxmlformats.org/officeDocument/2006/relationships/image" Target="../media/image965.png"/><Relationship Id="rId78" Type="http://schemas.openxmlformats.org/officeDocument/2006/relationships/customXml" Target="../ink/ink1084.xml"/><Relationship Id="rId94" Type="http://schemas.openxmlformats.org/officeDocument/2006/relationships/customXml" Target="../ink/ink1092.xml"/><Relationship Id="rId99" Type="http://schemas.openxmlformats.org/officeDocument/2006/relationships/image" Target="../media/image978.png"/><Relationship Id="rId101" Type="http://schemas.openxmlformats.org/officeDocument/2006/relationships/image" Target="../media/image979.png"/><Relationship Id="rId122" Type="http://schemas.openxmlformats.org/officeDocument/2006/relationships/customXml" Target="../ink/ink1106.xml"/><Relationship Id="rId143" Type="http://schemas.openxmlformats.org/officeDocument/2006/relationships/image" Target="../media/image999.png"/><Relationship Id="rId148" Type="http://schemas.openxmlformats.org/officeDocument/2006/relationships/customXml" Target="../ink/ink1119.xml"/><Relationship Id="rId164" Type="http://schemas.openxmlformats.org/officeDocument/2006/relationships/customXml" Target="../ink/ink1127.xml"/><Relationship Id="rId169" Type="http://schemas.openxmlformats.org/officeDocument/2006/relationships/image" Target="../media/image1012.png"/><Relationship Id="rId185" Type="http://schemas.openxmlformats.org/officeDocument/2006/relationships/image" Target="../media/image1020.png"/><Relationship Id="rId4" Type="http://schemas.openxmlformats.org/officeDocument/2006/relationships/customXml" Target="../ink/ink1047.xml"/><Relationship Id="rId9" Type="http://schemas.openxmlformats.org/officeDocument/2006/relationships/image" Target="../media/image933.png"/><Relationship Id="rId180" Type="http://schemas.openxmlformats.org/officeDocument/2006/relationships/customXml" Target="../ink/ink1135.xml"/><Relationship Id="rId210" Type="http://schemas.openxmlformats.org/officeDocument/2006/relationships/customXml" Target="../ink/ink1150.xml"/><Relationship Id="rId215" Type="http://schemas.openxmlformats.org/officeDocument/2006/relationships/image" Target="../media/image1035.png"/><Relationship Id="rId26" Type="http://schemas.openxmlformats.org/officeDocument/2006/relationships/customXml" Target="../ink/ink1058.xml"/><Relationship Id="rId47" Type="http://schemas.openxmlformats.org/officeDocument/2006/relationships/image" Target="../media/image952.png"/><Relationship Id="rId68" Type="http://schemas.openxmlformats.org/officeDocument/2006/relationships/customXml" Target="../ink/ink1079.xml"/><Relationship Id="rId89" Type="http://schemas.openxmlformats.org/officeDocument/2006/relationships/image" Target="../media/image973.png"/><Relationship Id="rId112" Type="http://schemas.openxmlformats.org/officeDocument/2006/relationships/customXml" Target="../ink/ink1101.xml"/><Relationship Id="rId133" Type="http://schemas.openxmlformats.org/officeDocument/2006/relationships/image" Target="../media/image994.png"/><Relationship Id="rId154" Type="http://schemas.openxmlformats.org/officeDocument/2006/relationships/customXml" Target="../ink/ink1122.xml"/><Relationship Id="rId175" Type="http://schemas.openxmlformats.org/officeDocument/2006/relationships/image" Target="../media/image1015.png"/><Relationship Id="rId196" Type="http://schemas.openxmlformats.org/officeDocument/2006/relationships/customXml" Target="../ink/ink1143.xml"/><Relationship Id="rId200" Type="http://schemas.openxmlformats.org/officeDocument/2006/relationships/customXml" Target="../ink/ink1145.xml"/><Relationship Id="rId16" Type="http://schemas.openxmlformats.org/officeDocument/2006/relationships/customXml" Target="../ink/ink1053.xml"/><Relationship Id="rId221" Type="http://schemas.openxmlformats.org/officeDocument/2006/relationships/image" Target="../media/image1038.png"/><Relationship Id="rId37" Type="http://schemas.openxmlformats.org/officeDocument/2006/relationships/image" Target="../media/image947.png"/><Relationship Id="rId58" Type="http://schemas.openxmlformats.org/officeDocument/2006/relationships/customXml" Target="../ink/ink1074.xml"/><Relationship Id="rId79" Type="http://schemas.openxmlformats.org/officeDocument/2006/relationships/image" Target="../media/image968.png"/><Relationship Id="rId102" Type="http://schemas.openxmlformats.org/officeDocument/2006/relationships/customXml" Target="../ink/ink1096.xml"/><Relationship Id="rId123" Type="http://schemas.openxmlformats.org/officeDocument/2006/relationships/image" Target="../media/image990.png"/><Relationship Id="rId144" Type="http://schemas.openxmlformats.org/officeDocument/2006/relationships/customXml" Target="../ink/ink1117.xml"/><Relationship Id="rId90" Type="http://schemas.openxmlformats.org/officeDocument/2006/relationships/customXml" Target="../ink/ink1090.xml"/><Relationship Id="rId165" Type="http://schemas.openxmlformats.org/officeDocument/2006/relationships/image" Target="../media/image1010.png"/><Relationship Id="rId186" Type="http://schemas.openxmlformats.org/officeDocument/2006/relationships/customXml" Target="../ink/ink1138.xml"/><Relationship Id="rId211" Type="http://schemas.openxmlformats.org/officeDocument/2006/relationships/image" Target="../media/image1033.png"/><Relationship Id="rId27" Type="http://schemas.openxmlformats.org/officeDocument/2006/relationships/image" Target="../media/image942.png"/><Relationship Id="rId48" Type="http://schemas.openxmlformats.org/officeDocument/2006/relationships/customXml" Target="../ink/ink1069.xml"/><Relationship Id="rId69" Type="http://schemas.openxmlformats.org/officeDocument/2006/relationships/image" Target="../media/image963.png"/><Relationship Id="rId113" Type="http://schemas.openxmlformats.org/officeDocument/2006/relationships/image" Target="../media/image985.png"/><Relationship Id="rId134" Type="http://schemas.openxmlformats.org/officeDocument/2006/relationships/customXml" Target="../ink/ink1112.xml"/><Relationship Id="rId80" Type="http://schemas.openxmlformats.org/officeDocument/2006/relationships/customXml" Target="../ink/ink1085.xml"/><Relationship Id="rId155" Type="http://schemas.openxmlformats.org/officeDocument/2006/relationships/image" Target="../media/image1005.png"/><Relationship Id="rId176" Type="http://schemas.openxmlformats.org/officeDocument/2006/relationships/customXml" Target="../ink/ink1133.xml"/><Relationship Id="rId197" Type="http://schemas.openxmlformats.org/officeDocument/2006/relationships/image" Target="../media/image1026.png"/><Relationship Id="rId201" Type="http://schemas.openxmlformats.org/officeDocument/2006/relationships/image" Target="../media/image1028.png"/><Relationship Id="rId222" Type="http://schemas.openxmlformats.org/officeDocument/2006/relationships/customXml" Target="../ink/ink1156.xml"/><Relationship Id="rId17" Type="http://schemas.openxmlformats.org/officeDocument/2006/relationships/image" Target="../media/image937.png"/><Relationship Id="rId38" Type="http://schemas.openxmlformats.org/officeDocument/2006/relationships/customXml" Target="../ink/ink1064.xml"/><Relationship Id="rId59" Type="http://schemas.openxmlformats.org/officeDocument/2006/relationships/image" Target="../media/image958.png"/><Relationship Id="rId103" Type="http://schemas.openxmlformats.org/officeDocument/2006/relationships/image" Target="../media/image980.png"/><Relationship Id="rId124" Type="http://schemas.openxmlformats.org/officeDocument/2006/relationships/customXml" Target="../ink/ink1107.xml"/><Relationship Id="rId70" Type="http://schemas.openxmlformats.org/officeDocument/2006/relationships/customXml" Target="../ink/ink1080.xml"/><Relationship Id="rId91" Type="http://schemas.openxmlformats.org/officeDocument/2006/relationships/image" Target="../media/image974.png"/><Relationship Id="rId145" Type="http://schemas.openxmlformats.org/officeDocument/2006/relationships/image" Target="../media/image1000.png"/><Relationship Id="rId166" Type="http://schemas.openxmlformats.org/officeDocument/2006/relationships/customXml" Target="../ink/ink1128.xml"/><Relationship Id="rId187" Type="http://schemas.openxmlformats.org/officeDocument/2006/relationships/image" Target="../media/image102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51.xml"/><Relationship Id="rId28" Type="http://schemas.openxmlformats.org/officeDocument/2006/relationships/customXml" Target="../ink/ink1059.xml"/><Relationship Id="rId49" Type="http://schemas.openxmlformats.org/officeDocument/2006/relationships/image" Target="../media/image953.png"/><Relationship Id="rId114" Type="http://schemas.openxmlformats.org/officeDocument/2006/relationships/customXml" Target="../ink/ink1102.xml"/><Relationship Id="rId60" Type="http://schemas.openxmlformats.org/officeDocument/2006/relationships/customXml" Target="../ink/ink1075.xml"/><Relationship Id="rId81" Type="http://schemas.openxmlformats.org/officeDocument/2006/relationships/image" Target="../media/image969.png"/><Relationship Id="rId135" Type="http://schemas.openxmlformats.org/officeDocument/2006/relationships/image" Target="../media/image995.png"/><Relationship Id="rId156" Type="http://schemas.openxmlformats.org/officeDocument/2006/relationships/customXml" Target="../ink/ink1123.xml"/><Relationship Id="rId177" Type="http://schemas.openxmlformats.org/officeDocument/2006/relationships/image" Target="../media/image1016.png"/><Relationship Id="rId198" Type="http://schemas.openxmlformats.org/officeDocument/2006/relationships/customXml" Target="../ink/ink1144.xml"/><Relationship Id="rId202" Type="http://schemas.openxmlformats.org/officeDocument/2006/relationships/customXml" Target="../ink/ink1146.xml"/><Relationship Id="rId223" Type="http://schemas.openxmlformats.org/officeDocument/2006/relationships/image" Target="../media/image1039.png"/><Relationship Id="rId18" Type="http://schemas.openxmlformats.org/officeDocument/2006/relationships/customXml" Target="../ink/ink1054.xml"/><Relationship Id="rId39" Type="http://schemas.openxmlformats.org/officeDocument/2006/relationships/image" Target="../media/image948.png"/><Relationship Id="rId50" Type="http://schemas.openxmlformats.org/officeDocument/2006/relationships/customXml" Target="../ink/ink1070.xml"/><Relationship Id="rId104" Type="http://schemas.openxmlformats.org/officeDocument/2006/relationships/customXml" Target="../ink/ink1097.xml"/><Relationship Id="rId125" Type="http://schemas.openxmlformats.org/officeDocument/2006/relationships/image" Target="../media/image991.png"/><Relationship Id="rId146" Type="http://schemas.openxmlformats.org/officeDocument/2006/relationships/customXml" Target="../ink/ink1118.xml"/><Relationship Id="rId167" Type="http://schemas.openxmlformats.org/officeDocument/2006/relationships/image" Target="../media/image1011.png"/><Relationship Id="rId188" Type="http://schemas.openxmlformats.org/officeDocument/2006/relationships/customXml" Target="../ink/ink1139.xml"/><Relationship Id="rId71" Type="http://schemas.openxmlformats.org/officeDocument/2006/relationships/image" Target="../media/image964.png"/><Relationship Id="rId92" Type="http://schemas.openxmlformats.org/officeDocument/2006/relationships/customXml" Target="../ink/ink1091.xml"/><Relationship Id="rId213" Type="http://schemas.openxmlformats.org/officeDocument/2006/relationships/image" Target="../media/image1034.png"/><Relationship Id="rId2" Type="http://schemas.openxmlformats.org/officeDocument/2006/relationships/customXml" Target="../ink/ink1046.xml"/><Relationship Id="rId29" Type="http://schemas.openxmlformats.org/officeDocument/2006/relationships/image" Target="../media/image943.png"/><Relationship Id="rId40" Type="http://schemas.openxmlformats.org/officeDocument/2006/relationships/customXml" Target="../ink/ink1065.xml"/><Relationship Id="rId115" Type="http://schemas.openxmlformats.org/officeDocument/2006/relationships/image" Target="../media/image986.png"/><Relationship Id="rId136" Type="http://schemas.openxmlformats.org/officeDocument/2006/relationships/customXml" Target="../ink/ink1113.xml"/><Relationship Id="rId157" Type="http://schemas.openxmlformats.org/officeDocument/2006/relationships/image" Target="../media/image1006.png"/><Relationship Id="rId178" Type="http://schemas.openxmlformats.org/officeDocument/2006/relationships/customXml" Target="../ink/ink1134.xml"/><Relationship Id="rId61" Type="http://schemas.openxmlformats.org/officeDocument/2006/relationships/image" Target="../media/image959.png"/><Relationship Id="rId82" Type="http://schemas.openxmlformats.org/officeDocument/2006/relationships/customXml" Target="../ink/ink1086.xml"/><Relationship Id="rId199" Type="http://schemas.openxmlformats.org/officeDocument/2006/relationships/image" Target="../media/image1027.png"/><Relationship Id="rId203" Type="http://schemas.openxmlformats.org/officeDocument/2006/relationships/image" Target="../media/image1029.png"/><Relationship Id="rId19" Type="http://schemas.openxmlformats.org/officeDocument/2006/relationships/image" Target="../media/image938.png"/><Relationship Id="rId224" Type="http://schemas.openxmlformats.org/officeDocument/2006/relationships/customXml" Target="../ink/ink1157.xml"/><Relationship Id="rId30" Type="http://schemas.openxmlformats.org/officeDocument/2006/relationships/customXml" Target="../ink/ink1060.xml"/><Relationship Id="rId105" Type="http://schemas.openxmlformats.org/officeDocument/2006/relationships/image" Target="../media/image981.png"/><Relationship Id="rId126" Type="http://schemas.openxmlformats.org/officeDocument/2006/relationships/customXml" Target="../ink/ink1108.xml"/><Relationship Id="rId147" Type="http://schemas.openxmlformats.org/officeDocument/2006/relationships/image" Target="../media/image1001.png"/><Relationship Id="rId168" Type="http://schemas.openxmlformats.org/officeDocument/2006/relationships/customXml" Target="../ink/ink1129.xml"/><Relationship Id="rId51" Type="http://schemas.openxmlformats.org/officeDocument/2006/relationships/image" Target="../media/image954.png"/><Relationship Id="rId72" Type="http://schemas.openxmlformats.org/officeDocument/2006/relationships/customXml" Target="../ink/ink1081.xml"/><Relationship Id="rId93" Type="http://schemas.openxmlformats.org/officeDocument/2006/relationships/image" Target="../media/image975.png"/><Relationship Id="rId189" Type="http://schemas.openxmlformats.org/officeDocument/2006/relationships/image" Target="../media/image1022.png"/><Relationship Id="rId3" Type="http://schemas.openxmlformats.org/officeDocument/2006/relationships/image" Target="../media/image930.png"/><Relationship Id="rId214" Type="http://schemas.openxmlformats.org/officeDocument/2006/relationships/customXml" Target="../ink/ink115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99.png"/><Relationship Id="rId21" Type="http://schemas.openxmlformats.org/officeDocument/2006/relationships/image" Target="../media/image1052.png"/><Relationship Id="rId42" Type="http://schemas.openxmlformats.org/officeDocument/2006/relationships/customXml" Target="../ink/ink1180.xml"/><Relationship Id="rId63" Type="http://schemas.openxmlformats.org/officeDocument/2006/relationships/image" Target="../media/image1072.png"/><Relationship Id="rId84" Type="http://schemas.openxmlformats.org/officeDocument/2006/relationships/customXml" Target="../ink/ink1201.xml"/><Relationship Id="rId138" Type="http://schemas.openxmlformats.org/officeDocument/2006/relationships/customXml" Target="../ink/ink1228.xml"/><Relationship Id="rId159" Type="http://schemas.openxmlformats.org/officeDocument/2006/relationships/customXml" Target="../ink/ink1239.xml"/><Relationship Id="rId170" Type="http://schemas.openxmlformats.org/officeDocument/2006/relationships/image" Target="../media/image1125.png"/><Relationship Id="rId107" Type="http://schemas.openxmlformats.org/officeDocument/2006/relationships/image" Target="../media/image1094.png"/><Relationship Id="rId11" Type="http://schemas.openxmlformats.org/officeDocument/2006/relationships/image" Target="../media/image1047.png"/><Relationship Id="rId32" Type="http://schemas.openxmlformats.org/officeDocument/2006/relationships/customXml" Target="../ink/ink1175.xml"/><Relationship Id="rId53" Type="http://schemas.openxmlformats.org/officeDocument/2006/relationships/image" Target="../media/image743.png"/><Relationship Id="rId74" Type="http://schemas.openxmlformats.org/officeDocument/2006/relationships/customXml" Target="../ink/ink1196.xml"/><Relationship Id="rId128" Type="http://schemas.openxmlformats.org/officeDocument/2006/relationships/customXml" Target="../ink/ink1223.xml"/><Relationship Id="rId149" Type="http://schemas.openxmlformats.org/officeDocument/2006/relationships/customXml" Target="../ink/ink1234.xml"/><Relationship Id="rId5" Type="http://schemas.openxmlformats.org/officeDocument/2006/relationships/image" Target="../media/image1044.png"/><Relationship Id="rId95" Type="http://schemas.openxmlformats.org/officeDocument/2006/relationships/image" Target="../media/image1088.png"/><Relationship Id="rId160" Type="http://schemas.openxmlformats.org/officeDocument/2006/relationships/image" Target="../media/image1120.png"/><Relationship Id="rId181" Type="http://schemas.openxmlformats.org/officeDocument/2006/relationships/customXml" Target="../ink/ink1250.xml"/><Relationship Id="rId22" Type="http://schemas.openxmlformats.org/officeDocument/2006/relationships/customXml" Target="../ink/ink1170.xml"/><Relationship Id="rId43" Type="http://schemas.openxmlformats.org/officeDocument/2006/relationships/image" Target="../media/image1063.png"/><Relationship Id="rId64" Type="http://schemas.openxmlformats.org/officeDocument/2006/relationships/customXml" Target="../ink/ink1191.xml"/><Relationship Id="rId118" Type="http://schemas.openxmlformats.org/officeDocument/2006/relationships/customXml" Target="../ink/ink1218.xml"/><Relationship Id="rId139" Type="http://schemas.openxmlformats.org/officeDocument/2006/relationships/customXml" Target="../ink/ink1229.xml"/><Relationship Id="rId85" Type="http://schemas.openxmlformats.org/officeDocument/2006/relationships/image" Target="../media/image1083.png"/><Relationship Id="rId150" Type="http://schemas.openxmlformats.org/officeDocument/2006/relationships/image" Target="../media/image1115.png"/><Relationship Id="rId171" Type="http://schemas.openxmlformats.org/officeDocument/2006/relationships/customXml" Target="../ink/ink1245.xml"/><Relationship Id="rId12" Type="http://schemas.openxmlformats.org/officeDocument/2006/relationships/customXml" Target="../ink/ink1165.xml"/><Relationship Id="rId33" Type="http://schemas.openxmlformats.org/officeDocument/2006/relationships/image" Target="../media/image1058.png"/><Relationship Id="rId108" Type="http://schemas.openxmlformats.org/officeDocument/2006/relationships/customXml" Target="../ink/ink1213.xml"/><Relationship Id="rId129" Type="http://schemas.openxmlformats.org/officeDocument/2006/relationships/image" Target="../media/image1105.png"/><Relationship Id="rId54" Type="http://schemas.openxmlformats.org/officeDocument/2006/relationships/customXml" Target="../ink/ink1186.xml"/><Relationship Id="rId75" Type="http://schemas.openxmlformats.org/officeDocument/2006/relationships/image" Target="../media/image1078.png"/><Relationship Id="rId96" Type="http://schemas.openxmlformats.org/officeDocument/2006/relationships/customXml" Target="../ink/ink1207.xml"/><Relationship Id="rId140" Type="http://schemas.openxmlformats.org/officeDocument/2006/relationships/image" Target="../media/image1110.png"/><Relationship Id="rId161" Type="http://schemas.openxmlformats.org/officeDocument/2006/relationships/customXml" Target="../ink/ink1240.xml"/><Relationship Id="rId182" Type="http://schemas.openxmlformats.org/officeDocument/2006/relationships/image" Target="../media/image1131.png"/><Relationship Id="rId6" Type="http://schemas.openxmlformats.org/officeDocument/2006/relationships/customXml" Target="../ink/ink1162.xml"/><Relationship Id="rId23" Type="http://schemas.openxmlformats.org/officeDocument/2006/relationships/image" Target="../media/image1053.png"/><Relationship Id="rId119" Type="http://schemas.openxmlformats.org/officeDocument/2006/relationships/image" Target="../media/image1100.png"/><Relationship Id="rId44" Type="http://schemas.openxmlformats.org/officeDocument/2006/relationships/customXml" Target="../ink/ink1181.xml"/><Relationship Id="rId65" Type="http://schemas.openxmlformats.org/officeDocument/2006/relationships/image" Target="../media/image1073.png"/><Relationship Id="rId86" Type="http://schemas.openxmlformats.org/officeDocument/2006/relationships/customXml" Target="../ink/ink1202.xml"/><Relationship Id="rId130" Type="http://schemas.openxmlformats.org/officeDocument/2006/relationships/customXml" Target="../ink/ink1224.xml"/><Relationship Id="rId151" Type="http://schemas.openxmlformats.org/officeDocument/2006/relationships/customXml" Target="../ink/ink1235.xml"/><Relationship Id="rId172" Type="http://schemas.openxmlformats.org/officeDocument/2006/relationships/image" Target="../media/image1126.png"/><Relationship Id="rId13" Type="http://schemas.openxmlformats.org/officeDocument/2006/relationships/image" Target="../media/image1048.png"/><Relationship Id="rId18" Type="http://schemas.openxmlformats.org/officeDocument/2006/relationships/customXml" Target="../ink/ink1168.xml"/><Relationship Id="rId39" Type="http://schemas.openxmlformats.org/officeDocument/2006/relationships/image" Target="../media/image1061.png"/><Relationship Id="rId109" Type="http://schemas.openxmlformats.org/officeDocument/2006/relationships/image" Target="../media/image1095.png"/><Relationship Id="rId34" Type="http://schemas.openxmlformats.org/officeDocument/2006/relationships/customXml" Target="../ink/ink1176.xml"/><Relationship Id="rId50" Type="http://schemas.openxmlformats.org/officeDocument/2006/relationships/customXml" Target="../ink/ink1184.xml"/><Relationship Id="rId55" Type="http://schemas.openxmlformats.org/officeDocument/2006/relationships/image" Target="../media/image1068.png"/><Relationship Id="rId76" Type="http://schemas.openxmlformats.org/officeDocument/2006/relationships/customXml" Target="../ink/ink1197.xml"/><Relationship Id="rId97" Type="http://schemas.openxmlformats.org/officeDocument/2006/relationships/image" Target="../media/image1089.png"/><Relationship Id="rId104" Type="http://schemas.openxmlformats.org/officeDocument/2006/relationships/customXml" Target="../ink/ink1211.xml"/><Relationship Id="rId120" Type="http://schemas.openxmlformats.org/officeDocument/2006/relationships/customXml" Target="../ink/ink1219.xml"/><Relationship Id="rId125" Type="http://schemas.openxmlformats.org/officeDocument/2006/relationships/image" Target="../media/image1103.png"/><Relationship Id="rId141" Type="http://schemas.openxmlformats.org/officeDocument/2006/relationships/customXml" Target="../ink/ink1230.xml"/><Relationship Id="rId146" Type="http://schemas.openxmlformats.org/officeDocument/2006/relationships/image" Target="../media/image1113.png"/><Relationship Id="rId167" Type="http://schemas.openxmlformats.org/officeDocument/2006/relationships/customXml" Target="../ink/ink1243.xml"/><Relationship Id="rId188" Type="http://schemas.openxmlformats.org/officeDocument/2006/relationships/image" Target="../media/image1134.png"/><Relationship Id="rId7" Type="http://schemas.openxmlformats.org/officeDocument/2006/relationships/image" Target="../media/image1045.png"/><Relationship Id="rId71" Type="http://schemas.openxmlformats.org/officeDocument/2006/relationships/image" Target="../media/image1076.png"/><Relationship Id="rId92" Type="http://schemas.openxmlformats.org/officeDocument/2006/relationships/customXml" Target="../ink/ink1205.xml"/><Relationship Id="rId162" Type="http://schemas.openxmlformats.org/officeDocument/2006/relationships/image" Target="../media/image1121.png"/><Relationship Id="rId183" Type="http://schemas.openxmlformats.org/officeDocument/2006/relationships/customXml" Target="../ink/ink1251.xml"/><Relationship Id="rId2" Type="http://schemas.openxmlformats.org/officeDocument/2006/relationships/customXml" Target="../ink/ink1160.xml"/><Relationship Id="rId29" Type="http://schemas.openxmlformats.org/officeDocument/2006/relationships/image" Target="../media/image1056.png"/><Relationship Id="rId24" Type="http://schemas.openxmlformats.org/officeDocument/2006/relationships/customXml" Target="../ink/ink1171.xml"/><Relationship Id="rId40" Type="http://schemas.openxmlformats.org/officeDocument/2006/relationships/customXml" Target="../ink/ink1179.xml"/><Relationship Id="rId45" Type="http://schemas.openxmlformats.org/officeDocument/2006/relationships/image" Target="../media/image1064.png"/><Relationship Id="rId66" Type="http://schemas.openxmlformats.org/officeDocument/2006/relationships/customXml" Target="../ink/ink1192.xml"/><Relationship Id="rId87" Type="http://schemas.openxmlformats.org/officeDocument/2006/relationships/image" Target="../media/image1084.png"/><Relationship Id="rId110" Type="http://schemas.openxmlformats.org/officeDocument/2006/relationships/customXml" Target="../ink/ink1214.xml"/><Relationship Id="rId115" Type="http://schemas.openxmlformats.org/officeDocument/2006/relationships/image" Target="../media/image1098.png"/><Relationship Id="rId131" Type="http://schemas.openxmlformats.org/officeDocument/2006/relationships/image" Target="../media/image1106.png"/><Relationship Id="rId136" Type="http://schemas.openxmlformats.org/officeDocument/2006/relationships/customXml" Target="../ink/ink1227.xml"/><Relationship Id="rId157" Type="http://schemas.openxmlformats.org/officeDocument/2006/relationships/customXml" Target="../ink/ink1238.xml"/><Relationship Id="rId178" Type="http://schemas.openxmlformats.org/officeDocument/2006/relationships/image" Target="../media/image1129.png"/><Relationship Id="rId61" Type="http://schemas.openxmlformats.org/officeDocument/2006/relationships/image" Target="../media/image1071.png"/><Relationship Id="rId82" Type="http://schemas.openxmlformats.org/officeDocument/2006/relationships/customXml" Target="../ink/ink1200.xml"/><Relationship Id="rId152" Type="http://schemas.openxmlformats.org/officeDocument/2006/relationships/image" Target="../media/image1116.png"/><Relationship Id="rId173" Type="http://schemas.openxmlformats.org/officeDocument/2006/relationships/customXml" Target="../ink/ink1246.xml"/><Relationship Id="rId19" Type="http://schemas.openxmlformats.org/officeDocument/2006/relationships/image" Target="../media/image1051.png"/><Relationship Id="rId14" Type="http://schemas.openxmlformats.org/officeDocument/2006/relationships/customXml" Target="../ink/ink1166.xml"/><Relationship Id="rId30" Type="http://schemas.openxmlformats.org/officeDocument/2006/relationships/customXml" Target="../ink/ink1174.xml"/><Relationship Id="rId35" Type="http://schemas.openxmlformats.org/officeDocument/2006/relationships/image" Target="../media/image1059.png"/><Relationship Id="rId56" Type="http://schemas.openxmlformats.org/officeDocument/2006/relationships/customXml" Target="../ink/ink1187.xml"/><Relationship Id="rId77" Type="http://schemas.openxmlformats.org/officeDocument/2006/relationships/image" Target="../media/image1079.png"/><Relationship Id="rId100" Type="http://schemas.openxmlformats.org/officeDocument/2006/relationships/customXml" Target="../ink/ink1209.xml"/><Relationship Id="rId105" Type="http://schemas.openxmlformats.org/officeDocument/2006/relationships/image" Target="../media/image1093.png"/><Relationship Id="rId126" Type="http://schemas.openxmlformats.org/officeDocument/2006/relationships/customXml" Target="../ink/ink1222.xml"/><Relationship Id="rId147" Type="http://schemas.openxmlformats.org/officeDocument/2006/relationships/customXml" Target="../ink/ink1233.xml"/><Relationship Id="rId168" Type="http://schemas.openxmlformats.org/officeDocument/2006/relationships/image" Target="../media/image1124.png"/><Relationship Id="rId8" Type="http://schemas.openxmlformats.org/officeDocument/2006/relationships/customXml" Target="../ink/ink1163.xml"/><Relationship Id="rId51" Type="http://schemas.openxmlformats.org/officeDocument/2006/relationships/image" Target="../media/image1067.png"/><Relationship Id="rId72" Type="http://schemas.openxmlformats.org/officeDocument/2006/relationships/customXml" Target="../ink/ink1195.xml"/><Relationship Id="rId93" Type="http://schemas.openxmlformats.org/officeDocument/2006/relationships/image" Target="../media/image1087.png"/><Relationship Id="rId98" Type="http://schemas.openxmlformats.org/officeDocument/2006/relationships/customXml" Target="../ink/ink1208.xml"/><Relationship Id="rId121" Type="http://schemas.openxmlformats.org/officeDocument/2006/relationships/image" Target="../media/image1101.png"/><Relationship Id="rId142" Type="http://schemas.openxmlformats.org/officeDocument/2006/relationships/image" Target="../media/image1111.png"/><Relationship Id="rId163" Type="http://schemas.openxmlformats.org/officeDocument/2006/relationships/customXml" Target="../ink/ink1241.xml"/><Relationship Id="rId184" Type="http://schemas.openxmlformats.org/officeDocument/2006/relationships/image" Target="../media/image1132.png"/><Relationship Id="rId3" Type="http://schemas.openxmlformats.org/officeDocument/2006/relationships/image" Target="../media/image1043.png"/><Relationship Id="rId25" Type="http://schemas.openxmlformats.org/officeDocument/2006/relationships/image" Target="../media/image1054.png"/><Relationship Id="rId46" Type="http://schemas.openxmlformats.org/officeDocument/2006/relationships/customXml" Target="../ink/ink1182.xml"/><Relationship Id="rId67" Type="http://schemas.openxmlformats.org/officeDocument/2006/relationships/image" Target="../media/image1074.png"/><Relationship Id="rId116" Type="http://schemas.openxmlformats.org/officeDocument/2006/relationships/customXml" Target="../ink/ink1217.xml"/><Relationship Id="rId137" Type="http://schemas.openxmlformats.org/officeDocument/2006/relationships/image" Target="../media/image1109.png"/><Relationship Id="rId158" Type="http://schemas.openxmlformats.org/officeDocument/2006/relationships/image" Target="../media/image1119.png"/><Relationship Id="rId20" Type="http://schemas.openxmlformats.org/officeDocument/2006/relationships/customXml" Target="../ink/ink1169.xml"/><Relationship Id="rId41" Type="http://schemas.openxmlformats.org/officeDocument/2006/relationships/image" Target="../media/image1062.png"/><Relationship Id="rId62" Type="http://schemas.openxmlformats.org/officeDocument/2006/relationships/customXml" Target="../ink/ink1190.xml"/><Relationship Id="rId83" Type="http://schemas.openxmlformats.org/officeDocument/2006/relationships/image" Target="../media/image1082.png"/><Relationship Id="rId88" Type="http://schemas.openxmlformats.org/officeDocument/2006/relationships/customXml" Target="../ink/ink1203.xml"/><Relationship Id="rId111" Type="http://schemas.openxmlformats.org/officeDocument/2006/relationships/image" Target="../media/image1096.png"/><Relationship Id="rId132" Type="http://schemas.openxmlformats.org/officeDocument/2006/relationships/customXml" Target="../ink/ink1225.xml"/><Relationship Id="rId153" Type="http://schemas.openxmlformats.org/officeDocument/2006/relationships/customXml" Target="../ink/ink1236.xml"/><Relationship Id="rId174" Type="http://schemas.openxmlformats.org/officeDocument/2006/relationships/image" Target="../media/image1127.png"/><Relationship Id="rId179" Type="http://schemas.openxmlformats.org/officeDocument/2006/relationships/customXml" Target="../ink/ink1249.xml"/><Relationship Id="rId15" Type="http://schemas.openxmlformats.org/officeDocument/2006/relationships/image" Target="../media/image1049.png"/><Relationship Id="rId36" Type="http://schemas.openxmlformats.org/officeDocument/2006/relationships/customXml" Target="../ink/ink1177.xml"/><Relationship Id="rId57" Type="http://schemas.openxmlformats.org/officeDocument/2006/relationships/image" Target="../media/image1069.png"/><Relationship Id="rId106" Type="http://schemas.openxmlformats.org/officeDocument/2006/relationships/customXml" Target="../ink/ink1212.xml"/><Relationship Id="rId127" Type="http://schemas.openxmlformats.org/officeDocument/2006/relationships/image" Target="../media/image1104.png"/><Relationship Id="rId10" Type="http://schemas.openxmlformats.org/officeDocument/2006/relationships/customXml" Target="../ink/ink1164.xml"/><Relationship Id="rId31" Type="http://schemas.openxmlformats.org/officeDocument/2006/relationships/image" Target="../media/image1057.png"/><Relationship Id="rId52" Type="http://schemas.openxmlformats.org/officeDocument/2006/relationships/customXml" Target="../ink/ink1185.xml"/><Relationship Id="rId73" Type="http://schemas.openxmlformats.org/officeDocument/2006/relationships/image" Target="../media/image1077.png"/><Relationship Id="rId78" Type="http://schemas.openxmlformats.org/officeDocument/2006/relationships/customXml" Target="../ink/ink1198.xml"/><Relationship Id="rId94" Type="http://schemas.openxmlformats.org/officeDocument/2006/relationships/customXml" Target="../ink/ink1206.xml"/><Relationship Id="rId99" Type="http://schemas.openxmlformats.org/officeDocument/2006/relationships/image" Target="../media/image1090.png"/><Relationship Id="rId101" Type="http://schemas.openxmlformats.org/officeDocument/2006/relationships/image" Target="../media/image1091.png"/><Relationship Id="rId122" Type="http://schemas.openxmlformats.org/officeDocument/2006/relationships/customXml" Target="../ink/ink1220.xml"/><Relationship Id="rId143" Type="http://schemas.openxmlformats.org/officeDocument/2006/relationships/customXml" Target="../ink/ink1231.xml"/><Relationship Id="rId148" Type="http://schemas.openxmlformats.org/officeDocument/2006/relationships/image" Target="../media/image1114.png"/><Relationship Id="rId164" Type="http://schemas.openxmlformats.org/officeDocument/2006/relationships/image" Target="../media/image1122.png"/><Relationship Id="rId169" Type="http://schemas.openxmlformats.org/officeDocument/2006/relationships/customXml" Target="../ink/ink1244.xml"/><Relationship Id="rId185" Type="http://schemas.openxmlformats.org/officeDocument/2006/relationships/customXml" Target="../ink/ink1252.xml"/><Relationship Id="rId4" Type="http://schemas.openxmlformats.org/officeDocument/2006/relationships/customXml" Target="../ink/ink1161.xml"/><Relationship Id="rId9" Type="http://schemas.openxmlformats.org/officeDocument/2006/relationships/image" Target="../media/image1046.png"/><Relationship Id="rId180" Type="http://schemas.openxmlformats.org/officeDocument/2006/relationships/image" Target="../media/image1130.png"/><Relationship Id="rId26" Type="http://schemas.openxmlformats.org/officeDocument/2006/relationships/customXml" Target="../ink/ink1172.xml"/><Relationship Id="rId47" Type="http://schemas.openxmlformats.org/officeDocument/2006/relationships/image" Target="../media/image1065.png"/><Relationship Id="rId68" Type="http://schemas.openxmlformats.org/officeDocument/2006/relationships/customXml" Target="../ink/ink1193.xml"/><Relationship Id="rId89" Type="http://schemas.openxmlformats.org/officeDocument/2006/relationships/image" Target="../media/image1085.png"/><Relationship Id="rId112" Type="http://schemas.openxmlformats.org/officeDocument/2006/relationships/customXml" Target="../ink/ink1215.xml"/><Relationship Id="rId133" Type="http://schemas.openxmlformats.org/officeDocument/2006/relationships/image" Target="../media/image1107.png"/><Relationship Id="rId154" Type="http://schemas.openxmlformats.org/officeDocument/2006/relationships/image" Target="../media/image1117.png"/><Relationship Id="rId175" Type="http://schemas.openxmlformats.org/officeDocument/2006/relationships/customXml" Target="../ink/ink1247.xml"/><Relationship Id="rId16" Type="http://schemas.openxmlformats.org/officeDocument/2006/relationships/customXml" Target="../ink/ink1167.xml"/><Relationship Id="rId37" Type="http://schemas.openxmlformats.org/officeDocument/2006/relationships/image" Target="../media/image1060.png"/><Relationship Id="rId58" Type="http://schemas.openxmlformats.org/officeDocument/2006/relationships/customXml" Target="../ink/ink1188.xml"/><Relationship Id="rId79" Type="http://schemas.openxmlformats.org/officeDocument/2006/relationships/image" Target="../media/image1080.png"/><Relationship Id="rId102" Type="http://schemas.openxmlformats.org/officeDocument/2006/relationships/customXml" Target="../ink/ink1210.xml"/><Relationship Id="rId123" Type="http://schemas.openxmlformats.org/officeDocument/2006/relationships/image" Target="../media/image1102.png"/><Relationship Id="rId144" Type="http://schemas.openxmlformats.org/officeDocument/2006/relationships/image" Target="../media/image1112.png"/><Relationship Id="rId90" Type="http://schemas.openxmlformats.org/officeDocument/2006/relationships/customXml" Target="../ink/ink1204.xml"/><Relationship Id="rId165" Type="http://schemas.openxmlformats.org/officeDocument/2006/relationships/customXml" Target="../ink/ink1242.xml"/><Relationship Id="rId186" Type="http://schemas.openxmlformats.org/officeDocument/2006/relationships/image" Target="../media/image1133.png"/><Relationship Id="rId27" Type="http://schemas.openxmlformats.org/officeDocument/2006/relationships/image" Target="../media/image1055.png"/><Relationship Id="rId48" Type="http://schemas.openxmlformats.org/officeDocument/2006/relationships/customXml" Target="../ink/ink1183.xml"/><Relationship Id="rId69" Type="http://schemas.openxmlformats.org/officeDocument/2006/relationships/image" Target="../media/image1075.png"/><Relationship Id="rId113" Type="http://schemas.openxmlformats.org/officeDocument/2006/relationships/image" Target="../media/image1097.png"/><Relationship Id="rId134" Type="http://schemas.openxmlformats.org/officeDocument/2006/relationships/customXml" Target="../ink/ink1226.xml"/><Relationship Id="rId80" Type="http://schemas.openxmlformats.org/officeDocument/2006/relationships/customXml" Target="../ink/ink1199.xml"/><Relationship Id="rId155" Type="http://schemas.openxmlformats.org/officeDocument/2006/relationships/customXml" Target="../ink/ink1237.xml"/><Relationship Id="rId176" Type="http://schemas.openxmlformats.org/officeDocument/2006/relationships/image" Target="../media/image1128.png"/><Relationship Id="rId17" Type="http://schemas.openxmlformats.org/officeDocument/2006/relationships/image" Target="../media/image1050.png"/><Relationship Id="rId38" Type="http://schemas.openxmlformats.org/officeDocument/2006/relationships/customXml" Target="../ink/ink1178.xml"/><Relationship Id="rId59" Type="http://schemas.openxmlformats.org/officeDocument/2006/relationships/image" Target="../media/image1070.png"/><Relationship Id="rId103" Type="http://schemas.openxmlformats.org/officeDocument/2006/relationships/image" Target="../media/image1092.png"/><Relationship Id="rId124" Type="http://schemas.openxmlformats.org/officeDocument/2006/relationships/customXml" Target="../ink/ink1221.xml"/><Relationship Id="rId70" Type="http://schemas.openxmlformats.org/officeDocument/2006/relationships/customXml" Target="../ink/ink1194.xml"/><Relationship Id="rId91" Type="http://schemas.openxmlformats.org/officeDocument/2006/relationships/image" Target="../media/image1086.png"/><Relationship Id="rId145" Type="http://schemas.openxmlformats.org/officeDocument/2006/relationships/customXml" Target="../ink/ink1232.xml"/><Relationship Id="rId166" Type="http://schemas.openxmlformats.org/officeDocument/2006/relationships/image" Target="../media/image1123.png"/><Relationship Id="rId187" Type="http://schemas.openxmlformats.org/officeDocument/2006/relationships/customXml" Target="../ink/ink1253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173.xml"/><Relationship Id="rId49" Type="http://schemas.openxmlformats.org/officeDocument/2006/relationships/image" Target="../media/image1066.png"/><Relationship Id="rId114" Type="http://schemas.openxmlformats.org/officeDocument/2006/relationships/customXml" Target="../ink/ink1216.xml"/><Relationship Id="rId60" Type="http://schemas.openxmlformats.org/officeDocument/2006/relationships/customXml" Target="../ink/ink1189.xml"/><Relationship Id="rId81" Type="http://schemas.openxmlformats.org/officeDocument/2006/relationships/image" Target="../media/image1081.png"/><Relationship Id="rId135" Type="http://schemas.openxmlformats.org/officeDocument/2006/relationships/image" Target="../media/image1108.png"/><Relationship Id="rId156" Type="http://schemas.openxmlformats.org/officeDocument/2006/relationships/image" Target="../media/image1118.png"/><Relationship Id="rId177" Type="http://schemas.openxmlformats.org/officeDocument/2006/relationships/customXml" Target="../ink/ink1248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2.png"/><Relationship Id="rId299" Type="http://schemas.openxmlformats.org/officeDocument/2006/relationships/customXml" Target="../ink/ink1403.xml"/><Relationship Id="rId21" Type="http://schemas.openxmlformats.org/officeDocument/2006/relationships/image" Target="../media/image1144.png"/><Relationship Id="rId63" Type="http://schemas.openxmlformats.org/officeDocument/2006/relationships/image" Target="../media/image1165.png"/><Relationship Id="rId159" Type="http://schemas.openxmlformats.org/officeDocument/2006/relationships/image" Target="../media/image1213.png"/><Relationship Id="rId324" Type="http://schemas.openxmlformats.org/officeDocument/2006/relationships/image" Target="../media/image1294.png"/><Relationship Id="rId366" Type="http://schemas.openxmlformats.org/officeDocument/2006/relationships/image" Target="../media/image1315.png"/><Relationship Id="rId170" Type="http://schemas.openxmlformats.org/officeDocument/2006/relationships/customXml" Target="../ink/ink1338.xml"/><Relationship Id="rId226" Type="http://schemas.openxmlformats.org/officeDocument/2006/relationships/image" Target="../media/image1245.png"/><Relationship Id="rId433" Type="http://schemas.openxmlformats.org/officeDocument/2006/relationships/customXml" Target="../ink/ink1470.xml"/><Relationship Id="rId268" Type="http://schemas.openxmlformats.org/officeDocument/2006/relationships/image" Target="../media/image1266.png"/><Relationship Id="rId32" Type="http://schemas.openxmlformats.org/officeDocument/2006/relationships/customXml" Target="../ink/ink1269.xml"/><Relationship Id="rId74" Type="http://schemas.openxmlformats.org/officeDocument/2006/relationships/customXml" Target="../ink/ink1290.xml"/><Relationship Id="rId128" Type="http://schemas.openxmlformats.org/officeDocument/2006/relationships/customXml" Target="../ink/ink1317.xml"/><Relationship Id="rId335" Type="http://schemas.openxmlformats.org/officeDocument/2006/relationships/customXml" Target="../ink/ink1421.xml"/><Relationship Id="rId377" Type="http://schemas.openxmlformats.org/officeDocument/2006/relationships/customXml" Target="../ink/ink1442.xml"/><Relationship Id="rId5" Type="http://schemas.openxmlformats.org/officeDocument/2006/relationships/image" Target="../media/image1136.png"/><Relationship Id="rId181" Type="http://schemas.openxmlformats.org/officeDocument/2006/relationships/image" Target="../media/image1223.png"/><Relationship Id="rId237" Type="http://schemas.openxmlformats.org/officeDocument/2006/relationships/customXml" Target="../ink/ink1372.xml"/><Relationship Id="rId402" Type="http://schemas.openxmlformats.org/officeDocument/2006/relationships/image" Target="../media/image1333.png"/><Relationship Id="rId279" Type="http://schemas.openxmlformats.org/officeDocument/2006/relationships/customXml" Target="../ink/ink1393.xml"/><Relationship Id="rId444" Type="http://schemas.openxmlformats.org/officeDocument/2006/relationships/image" Target="../media/image1354.png"/><Relationship Id="rId43" Type="http://schemas.openxmlformats.org/officeDocument/2006/relationships/image" Target="../media/image1155.png"/><Relationship Id="rId139" Type="http://schemas.openxmlformats.org/officeDocument/2006/relationships/image" Target="../media/image1203.png"/><Relationship Id="rId290" Type="http://schemas.openxmlformats.org/officeDocument/2006/relationships/image" Target="../media/image1277.png"/><Relationship Id="rId304" Type="http://schemas.openxmlformats.org/officeDocument/2006/relationships/image" Target="../media/image1284.png"/><Relationship Id="rId346" Type="http://schemas.openxmlformats.org/officeDocument/2006/relationships/image" Target="../media/image1305.png"/><Relationship Id="rId388" Type="http://schemas.openxmlformats.org/officeDocument/2006/relationships/image" Target="../media/image1326.png"/><Relationship Id="rId85" Type="http://schemas.openxmlformats.org/officeDocument/2006/relationships/image" Target="../media/image1176.png"/><Relationship Id="rId150" Type="http://schemas.openxmlformats.org/officeDocument/2006/relationships/customXml" Target="../ink/ink1328.xml"/><Relationship Id="rId192" Type="http://schemas.openxmlformats.org/officeDocument/2006/relationships/image" Target="../media/image1228.png"/><Relationship Id="rId206" Type="http://schemas.openxmlformats.org/officeDocument/2006/relationships/image" Target="../media/image1235.png"/><Relationship Id="rId413" Type="http://schemas.openxmlformats.org/officeDocument/2006/relationships/customXml" Target="../ink/ink1460.xml"/><Relationship Id="rId248" Type="http://schemas.openxmlformats.org/officeDocument/2006/relationships/image" Target="../media/image1256.png"/><Relationship Id="rId12" Type="http://schemas.openxmlformats.org/officeDocument/2006/relationships/customXml" Target="../ink/ink1259.xml"/><Relationship Id="rId108" Type="http://schemas.openxmlformats.org/officeDocument/2006/relationships/customXml" Target="../ink/ink1307.xml"/><Relationship Id="rId315" Type="http://schemas.openxmlformats.org/officeDocument/2006/relationships/customXml" Target="../ink/ink1411.xml"/><Relationship Id="rId357" Type="http://schemas.openxmlformats.org/officeDocument/2006/relationships/customXml" Target="../ink/ink1432.xml"/><Relationship Id="rId54" Type="http://schemas.openxmlformats.org/officeDocument/2006/relationships/customXml" Target="../ink/ink1280.xml"/><Relationship Id="rId96" Type="http://schemas.openxmlformats.org/officeDocument/2006/relationships/customXml" Target="../ink/ink1301.xml"/><Relationship Id="rId161" Type="http://schemas.openxmlformats.org/officeDocument/2006/relationships/image" Target="../media/image744.png"/><Relationship Id="rId217" Type="http://schemas.openxmlformats.org/officeDocument/2006/relationships/customXml" Target="../ink/ink1362.xml"/><Relationship Id="rId399" Type="http://schemas.openxmlformats.org/officeDocument/2006/relationships/customXml" Target="../ink/ink1453.xml"/><Relationship Id="rId259" Type="http://schemas.openxmlformats.org/officeDocument/2006/relationships/customXml" Target="../ink/ink1383.xml"/><Relationship Id="rId424" Type="http://schemas.openxmlformats.org/officeDocument/2006/relationships/image" Target="../media/image1344.png"/><Relationship Id="rId23" Type="http://schemas.openxmlformats.org/officeDocument/2006/relationships/image" Target="../media/image1145.png"/><Relationship Id="rId119" Type="http://schemas.openxmlformats.org/officeDocument/2006/relationships/image" Target="../media/image1193.png"/><Relationship Id="rId270" Type="http://schemas.openxmlformats.org/officeDocument/2006/relationships/image" Target="../media/image1267.png"/><Relationship Id="rId326" Type="http://schemas.openxmlformats.org/officeDocument/2006/relationships/image" Target="../media/image1295.png"/><Relationship Id="rId65" Type="http://schemas.openxmlformats.org/officeDocument/2006/relationships/image" Target="../media/image1166.png"/><Relationship Id="rId130" Type="http://schemas.openxmlformats.org/officeDocument/2006/relationships/customXml" Target="../ink/ink1318.xml"/><Relationship Id="rId368" Type="http://schemas.openxmlformats.org/officeDocument/2006/relationships/image" Target="../media/image1316.png"/><Relationship Id="rId172" Type="http://schemas.openxmlformats.org/officeDocument/2006/relationships/customXml" Target="../ink/ink1339.xml"/><Relationship Id="rId228" Type="http://schemas.openxmlformats.org/officeDocument/2006/relationships/image" Target="../media/image1246.png"/><Relationship Id="rId435" Type="http://schemas.openxmlformats.org/officeDocument/2006/relationships/customXml" Target="../ink/ink1471.xml"/><Relationship Id="rId281" Type="http://schemas.openxmlformats.org/officeDocument/2006/relationships/customXml" Target="../ink/ink1394.xml"/><Relationship Id="rId337" Type="http://schemas.openxmlformats.org/officeDocument/2006/relationships/customXml" Target="../ink/ink1422.xml"/><Relationship Id="rId34" Type="http://schemas.openxmlformats.org/officeDocument/2006/relationships/customXml" Target="../ink/ink1270.xml"/><Relationship Id="rId76" Type="http://schemas.openxmlformats.org/officeDocument/2006/relationships/customXml" Target="../ink/ink1291.xml"/><Relationship Id="rId141" Type="http://schemas.openxmlformats.org/officeDocument/2006/relationships/image" Target="../media/image1204.png"/><Relationship Id="rId379" Type="http://schemas.openxmlformats.org/officeDocument/2006/relationships/customXml" Target="../ink/ink1443.xml"/><Relationship Id="rId7" Type="http://schemas.openxmlformats.org/officeDocument/2006/relationships/image" Target="../media/image1137.png"/><Relationship Id="rId183" Type="http://schemas.openxmlformats.org/officeDocument/2006/relationships/image" Target="../media/image1224.png"/><Relationship Id="rId239" Type="http://schemas.openxmlformats.org/officeDocument/2006/relationships/customXml" Target="../ink/ink1373.xml"/><Relationship Id="rId390" Type="http://schemas.openxmlformats.org/officeDocument/2006/relationships/image" Target="../media/image1327.png"/><Relationship Id="rId404" Type="http://schemas.openxmlformats.org/officeDocument/2006/relationships/image" Target="../media/image1334.png"/><Relationship Id="rId446" Type="http://schemas.openxmlformats.org/officeDocument/2006/relationships/image" Target="../media/image1355.png"/><Relationship Id="rId250" Type="http://schemas.openxmlformats.org/officeDocument/2006/relationships/image" Target="../media/image1257.png"/><Relationship Id="rId292" Type="http://schemas.openxmlformats.org/officeDocument/2006/relationships/image" Target="../media/image1278.png"/><Relationship Id="rId306" Type="http://schemas.openxmlformats.org/officeDocument/2006/relationships/image" Target="../media/image1285.png"/><Relationship Id="rId45" Type="http://schemas.openxmlformats.org/officeDocument/2006/relationships/image" Target="../media/image1156.png"/><Relationship Id="rId87" Type="http://schemas.openxmlformats.org/officeDocument/2006/relationships/image" Target="../media/image1177.png"/><Relationship Id="rId110" Type="http://schemas.openxmlformats.org/officeDocument/2006/relationships/customXml" Target="../ink/ink1308.xml"/><Relationship Id="rId348" Type="http://schemas.openxmlformats.org/officeDocument/2006/relationships/image" Target="../media/image1306.png"/><Relationship Id="rId152" Type="http://schemas.openxmlformats.org/officeDocument/2006/relationships/customXml" Target="../ink/ink1329.xml"/><Relationship Id="rId194" Type="http://schemas.openxmlformats.org/officeDocument/2006/relationships/image" Target="../media/image1229.png"/><Relationship Id="rId208" Type="http://schemas.openxmlformats.org/officeDocument/2006/relationships/image" Target="../media/image1236.png"/><Relationship Id="rId415" Type="http://schemas.openxmlformats.org/officeDocument/2006/relationships/customXml" Target="../ink/ink1461.xml"/><Relationship Id="rId261" Type="http://schemas.openxmlformats.org/officeDocument/2006/relationships/customXml" Target="../ink/ink1384.xml"/><Relationship Id="rId14" Type="http://schemas.openxmlformats.org/officeDocument/2006/relationships/customXml" Target="../ink/ink1260.xml"/><Relationship Id="rId56" Type="http://schemas.openxmlformats.org/officeDocument/2006/relationships/customXml" Target="../ink/ink1281.xml"/><Relationship Id="rId317" Type="http://schemas.openxmlformats.org/officeDocument/2006/relationships/customXml" Target="../ink/ink1412.xml"/><Relationship Id="rId359" Type="http://schemas.openxmlformats.org/officeDocument/2006/relationships/customXml" Target="../ink/ink1433.xml"/><Relationship Id="rId98" Type="http://schemas.openxmlformats.org/officeDocument/2006/relationships/customXml" Target="../ink/ink1302.xml"/><Relationship Id="rId121" Type="http://schemas.openxmlformats.org/officeDocument/2006/relationships/image" Target="../media/image1194.png"/><Relationship Id="rId163" Type="http://schemas.openxmlformats.org/officeDocument/2006/relationships/image" Target="../media/image1214.png"/><Relationship Id="rId219" Type="http://schemas.openxmlformats.org/officeDocument/2006/relationships/customXml" Target="../ink/ink1363.xml"/><Relationship Id="rId370" Type="http://schemas.openxmlformats.org/officeDocument/2006/relationships/image" Target="../media/image1317.png"/><Relationship Id="rId426" Type="http://schemas.openxmlformats.org/officeDocument/2006/relationships/image" Target="../media/image1345.png"/><Relationship Id="rId230" Type="http://schemas.openxmlformats.org/officeDocument/2006/relationships/image" Target="../media/image1247.png"/><Relationship Id="rId25" Type="http://schemas.openxmlformats.org/officeDocument/2006/relationships/image" Target="../media/image1146.png"/><Relationship Id="rId67" Type="http://schemas.openxmlformats.org/officeDocument/2006/relationships/image" Target="../media/image1167.png"/><Relationship Id="rId272" Type="http://schemas.openxmlformats.org/officeDocument/2006/relationships/image" Target="../media/image1268.png"/><Relationship Id="rId328" Type="http://schemas.openxmlformats.org/officeDocument/2006/relationships/image" Target="../media/image1296.png"/><Relationship Id="rId132" Type="http://schemas.openxmlformats.org/officeDocument/2006/relationships/customXml" Target="../ink/ink1319.xml"/><Relationship Id="rId174" Type="http://schemas.openxmlformats.org/officeDocument/2006/relationships/customXml" Target="../ink/ink1340.xml"/><Relationship Id="rId381" Type="http://schemas.openxmlformats.org/officeDocument/2006/relationships/customXml" Target="../ink/ink1444.xml"/><Relationship Id="rId241" Type="http://schemas.openxmlformats.org/officeDocument/2006/relationships/customXml" Target="../ink/ink1374.xml"/><Relationship Id="rId437" Type="http://schemas.openxmlformats.org/officeDocument/2006/relationships/customXml" Target="../ink/ink1472.xml"/><Relationship Id="rId36" Type="http://schemas.openxmlformats.org/officeDocument/2006/relationships/customXml" Target="../ink/ink1271.xml"/><Relationship Id="rId283" Type="http://schemas.openxmlformats.org/officeDocument/2006/relationships/customXml" Target="../ink/ink1395.xml"/><Relationship Id="rId339" Type="http://schemas.openxmlformats.org/officeDocument/2006/relationships/customXml" Target="../ink/ink1423.xml"/><Relationship Id="rId78" Type="http://schemas.openxmlformats.org/officeDocument/2006/relationships/customXml" Target="../ink/ink1292.xml"/><Relationship Id="rId101" Type="http://schemas.openxmlformats.org/officeDocument/2006/relationships/image" Target="../media/image1184.png"/><Relationship Id="rId143" Type="http://schemas.openxmlformats.org/officeDocument/2006/relationships/image" Target="../media/image1205.png"/><Relationship Id="rId185" Type="http://schemas.openxmlformats.org/officeDocument/2006/relationships/image" Target="../media/image1225.png"/><Relationship Id="rId350" Type="http://schemas.openxmlformats.org/officeDocument/2006/relationships/image" Target="../media/image1307.png"/><Relationship Id="rId406" Type="http://schemas.openxmlformats.org/officeDocument/2006/relationships/image" Target="../media/image1335.png"/><Relationship Id="rId9" Type="http://schemas.openxmlformats.org/officeDocument/2006/relationships/image" Target="../media/image1138.png"/><Relationship Id="rId210" Type="http://schemas.openxmlformats.org/officeDocument/2006/relationships/image" Target="../media/image1237.png"/><Relationship Id="rId392" Type="http://schemas.openxmlformats.org/officeDocument/2006/relationships/image" Target="../media/image1328.png"/><Relationship Id="rId448" Type="http://schemas.openxmlformats.org/officeDocument/2006/relationships/image" Target="../media/image1356.png"/><Relationship Id="rId252" Type="http://schemas.openxmlformats.org/officeDocument/2006/relationships/image" Target="../media/image1258.png"/><Relationship Id="rId294" Type="http://schemas.openxmlformats.org/officeDocument/2006/relationships/image" Target="../media/image1279.png"/><Relationship Id="rId308" Type="http://schemas.openxmlformats.org/officeDocument/2006/relationships/image" Target="../media/image1286.png"/><Relationship Id="rId47" Type="http://schemas.openxmlformats.org/officeDocument/2006/relationships/image" Target="../media/image1157.png"/><Relationship Id="rId89" Type="http://schemas.openxmlformats.org/officeDocument/2006/relationships/image" Target="../media/image1178.png"/><Relationship Id="rId112" Type="http://schemas.openxmlformats.org/officeDocument/2006/relationships/customXml" Target="../ink/ink1309.xml"/><Relationship Id="rId154" Type="http://schemas.openxmlformats.org/officeDocument/2006/relationships/customXml" Target="../ink/ink1330.xml"/><Relationship Id="rId361" Type="http://schemas.openxmlformats.org/officeDocument/2006/relationships/customXml" Target="../ink/ink1434.xml"/><Relationship Id="rId196" Type="http://schemas.openxmlformats.org/officeDocument/2006/relationships/image" Target="../media/image1230.png"/><Relationship Id="rId417" Type="http://schemas.openxmlformats.org/officeDocument/2006/relationships/customXml" Target="../ink/ink1462.xml"/><Relationship Id="rId16" Type="http://schemas.openxmlformats.org/officeDocument/2006/relationships/customXml" Target="../ink/ink1261.xml"/><Relationship Id="rId221" Type="http://schemas.openxmlformats.org/officeDocument/2006/relationships/customXml" Target="../ink/ink1364.xml"/><Relationship Id="rId263" Type="http://schemas.openxmlformats.org/officeDocument/2006/relationships/customXml" Target="../ink/ink1385.xml"/><Relationship Id="rId319" Type="http://schemas.openxmlformats.org/officeDocument/2006/relationships/customXml" Target="../ink/ink1413.xml"/><Relationship Id="rId58" Type="http://schemas.openxmlformats.org/officeDocument/2006/relationships/customXml" Target="../ink/ink1282.xml"/><Relationship Id="rId123" Type="http://schemas.openxmlformats.org/officeDocument/2006/relationships/image" Target="../media/image1195.png"/><Relationship Id="rId330" Type="http://schemas.openxmlformats.org/officeDocument/2006/relationships/image" Target="../media/image1297.png"/><Relationship Id="rId165" Type="http://schemas.openxmlformats.org/officeDocument/2006/relationships/image" Target="../media/image1215.png"/><Relationship Id="rId372" Type="http://schemas.openxmlformats.org/officeDocument/2006/relationships/image" Target="../media/image1318.png"/><Relationship Id="rId428" Type="http://schemas.openxmlformats.org/officeDocument/2006/relationships/image" Target="../media/image1346.png"/><Relationship Id="rId232" Type="http://schemas.openxmlformats.org/officeDocument/2006/relationships/image" Target="../media/image1248.png"/><Relationship Id="rId274" Type="http://schemas.openxmlformats.org/officeDocument/2006/relationships/image" Target="../media/image1269.png"/><Relationship Id="rId27" Type="http://schemas.openxmlformats.org/officeDocument/2006/relationships/image" Target="../media/image1147.png"/><Relationship Id="rId69" Type="http://schemas.openxmlformats.org/officeDocument/2006/relationships/image" Target="../media/image1168.png"/><Relationship Id="rId134" Type="http://schemas.openxmlformats.org/officeDocument/2006/relationships/customXml" Target="../ink/ink1320.xml"/><Relationship Id="rId80" Type="http://schemas.openxmlformats.org/officeDocument/2006/relationships/customXml" Target="../ink/ink1293.xml"/><Relationship Id="rId176" Type="http://schemas.openxmlformats.org/officeDocument/2006/relationships/customXml" Target="../ink/ink1341.xml"/><Relationship Id="rId341" Type="http://schemas.openxmlformats.org/officeDocument/2006/relationships/customXml" Target="../ink/ink1424.xml"/><Relationship Id="rId383" Type="http://schemas.openxmlformats.org/officeDocument/2006/relationships/customXml" Target="../ink/ink1445.xml"/><Relationship Id="rId439" Type="http://schemas.openxmlformats.org/officeDocument/2006/relationships/customXml" Target="../ink/ink1473.xml"/><Relationship Id="rId201" Type="http://schemas.openxmlformats.org/officeDocument/2006/relationships/customXml" Target="../ink/ink1354.xml"/><Relationship Id="rId243" Type="http://schemas.openxmlformats.org/officeDocument/2006/relationships/customXml" Target="../ink/ink1375.xml"/><Relationship Id="rId285" Type="http://schemas.openxmlformats.org/officeDocument/2006/relationships/customXml" Target="../ink/ink1396.xml"/><Relationship Id="rId450" Type="http://schemas.openxmlformats.org/officeDocument/2006/relationships/image" Target="../media/image1357.png"/><Relationship Id="rId38" Type="http://schemas.openxmlformats.org/officeDocument/2006/relationships/customXml" Target="../ink/ink1272.xml"/><Relationship Id="rId103" Type="http://schemas.openxmlformats.org/officeDocument/2006/relationships/image" Target="../media/image1185.png"/><Relationship Id="rId310" Type="http://schemas.openxmlformats.org/officeDocument/2006/relationships/image" Target="../media/image1287.png"/><Relationship Id="rId91" Type="http://schemas.openxmlformats.org/officeDocument/2006/relationships/image" Target="../media/image1179.png"/><Relationship Id="rId145" Type="http://schemas.openxmlformats.org/officeDocument/2006/relationships/image" Target="../media/image1206.png"/><Relationship Id="rId187" Type="http://schemas.openxmlformats.org/officeDocument/2006/relationships/customXml" Target="../ink/ink1347.xml"/><Relationship Id="rId352" Type="http://schemas.openxmlformats.org/officeDocument/2006/relationships/image" Target="../media/image1308.png"/><Relationship Id="rId394" Type="http://schemas.openxmlformats.org/officeDocument/2006/relationships/image" Target="../media/image1329.png"/><Relationship Id="rId408" Type="http://schemas.openxmlformats.org/officeDocument/2006/relationships/image" Target="../media/image1336.png"/><Relationship Id="rId212" Type="http://schemas.openxmlformats.org/officeDocument/2006/relationships/image" Target="../media/image1238.png"/><Relationship Id="rId254" Type="http://schemas.openxmlformats.org/officeDocument/2006/relationships/image" Target="../media/image1259.png"/><Relationship Id="rId49" Type="http://schemas.openxmlformats.org/officeDocument/2006/relationships/image" Target="../media/image1158.png"/><Relationship Id="rId114" Type="http://schemas.openxmlformats.org/officeDocument/2006/relationships/customXml" Target="../ink/ink1310.xml"/><Relationship Id="rId296" Type="http://schemas.openxmlformats.org/officeDocument/2006/relationships/image" Target="../media/image1280.png"/><Relationship Id="rId60" Type="http://schemas.openxmlformats.org/officeDocument/2006/relationships/customXml" Target="../ink/ink1283.xml"/><Relationship Id="rId156" Type="http://schemas.openxmlformats.org/officeDocument/2006/relationships/customXml" Target="../ink/ink1331.xml"/><Relationship Id="rId198" Type="http://schemas.openxmlformats.org/officeDocument/2006/relationships/image" Target="../media/image1231.png"/><Relationship Id="rId321" Type="http://schemas.openxmlformats.org/officeDocument/2006/relationships/customXml" Target="../ink/ink1414.xml"/><Relationship Id="rId363" Type="http://schemas.openxmlformats.org/officeDocument/2006/relationships/customXml" Target="../ink/ink1435.xml"/><Relationship Id="rId419" Type="http://schemas.openxmlformats.org/officeDocument/2006/relationships/customXml" Target="../ink/ink1463.xml"/><Relationship Id="rId223" Type="http://schemas.openxmlformats.org/officeDocument/2006/relationships/customXml" Target="../ink/ink1365.xml"/><Relationship Id="rId430" Type="http://schemas.openxmlformats.org/officeDocument/2006/relationships/image" Target="../media/image1347.png"/><Relationship Id="rId18" Type="http://schemas.openxmlformats.org/officeDocument/2006/relationships/customXml" Target="../ink/ink1262.xml"/><Relationship Id="rId265" Type="http://schemas.openxmlformats.org/officeDocument/2006/relationships/customXml" Target="../ink/ink1386.xml"/><Relationship Id="rId125" Type="http://schemas.openxmlformats.org/officeDocument/2006/relationships/image" Target="../media/image1196.png"/><Relationship Id="rId167" Type="http://schemas.openxmlformats.org/officeDocument/2006/relationships/image" Target="../media/image1216.png"/><Relationship Id="rId332" Type="http://schemas.openxmlformats.org/officeDocument/2006/relationships/image" Target="../media/image1298.png"/><Relationship Id="rId374" Type="http://schemas.openxmlformats.org/officeDocument/2006/relationships/image" Target="../media/image1319.png"/><Relationship Id="rId71" Type="http://schemas.openxmlformats.org/officeDocument/2006/relationships/image" Target="../media/image1169.png"/><Relationship Id="rId92" Type="http://schemas.openxmlformats.org/officeDocument/2006/relationships/customXml" Target="../ink/ink1299.xml"/><Relationship Id="rId213" Type="http://schemas.openxmlformats.org/officeDocument/2006/relationships/customXml" Target="../ink/ink1360.xml"/><Relationship Id="rId234" Type="http://schemas.openxmlformats.org/officeDocument/2006/relationships/image" Target="../media/image1249.png"/><Relationship Id="rId420" Type="http://schemas.openxmlformats.org/officeDocument/2006/relationships/image" Target="../media/image1342.png"/><Relationship Id="rId2" Type="http://schemas.openxmlformats.org/officeDocument/2006/relationships/customXml" Target="../ink/ink1254.xml"/><Relationship Id="rId29" Type="http://schemas.openxmlformats.org/officeDocument/2006/relationships/image" Target="../media/image1148.png"/><Relationship Id="rId255" Type="http://schemas.openxmlformats.org/officeDocument/2006/relationships/customXml" Target="../ink/ink1381.xml"/><Relationship Id="rId276" Type="http://schemas.openxmlformats.org/officeDocument/2006/relationships/image" Target="../media/image1270.png"/><Relationship Id="rId297" Type="http://schemas.openxmlformats.org/officeDocument/2006/relationships/customXml" Target="../ink/ink1402.xml"/><Relationship Id="rId441" Type="http://schemas.openxmlformats.org/officeDocument/2006/relationships/customXml" Target="../ink/ink1474.xml"/><Relationship Id="rId40" Type="http://schemas.openxmlformats.org/officeDocument/2006/relationships/customXml" Target="../ink/ink1273.xml"/><Relationship Id="rId115" Type="http://schemas.openxmlformats.org/officeDocument/2006/relationships/image" Target="../media/image1191.png"/><Relationship Id="rId136" Type="http://schemas.openxmlformats.org/officeDocument/2006/relationships/customXml" Target="../ink/ink1321.xml"/><Relationship Id="rId157" Type="http://schemas.openxmlformats.org/officeDocument/2006/relationships/image" Target="../media/image1212.png"/><Relationship Id="rId178" Type="http://schemas.openxmlformats.org/officeDocument/2006/relationships/customXml" Target="../ink/ink1342.xml"/><Relationship Id="rId301" Type="http://schemas.openxmlformats.org/officeDocument/2006/relationships/customXml" Target="../ink/ink1404.xml"/><Relationship Id="rId322" Type="http://schemas.openxmlformats.org/officeDocument/2006/relationships/image" Target="../media/image1293.png"/><Relationship Id="rId343" Type="http://schemas.openxmlformats.org/officeDocument/2006/relationships/customXml" Target="../ink/ink1425.xml"/><Relationship Id="rId364" Type="http://schemas.openxmlformats.org/officeDocument/2006/relationships/image" Target="../media/image1314.png"/><Relationship Id="rId61" Type="http://schemas.openxmlformats.org/officeDocument/2006/relationships/image" Target="../media/image1164.png"/><Relationship Id="rId82" Type="http://schemas.openxmlformats.org/officeDocument/2006/relationships/customXml" Target="../ink/ink1294.xml"/><Relationship Id="rId199" Type="http://schemas.openxmlformats.org/officeDocument/2006/relationships/customXml" Target="../ink/ink1353.xml"/><Relationship Id="rId203" Type="http://schemas.openxmlformats.org/officeDocument/2006/relationships/customXml" Target="../ink/ink1355.xml"/><Relationship Id="rId385" Type="http://schemas.openxmlformats.org/officeDocument/2006/relationships/customXml" Target="../ink/ink1446.xml"/><Relationship Id="rId19" Type="http://schemas.openxmlformats.org/officeDocument/2006/relationships/image" Target="../media/image1143.png"/><Relationship Id="rId224" Type="http://schemas.openxmlformats.org/officeDocument/2006/relationships/image" Target="../media/image1244.png"/><Relationship Id="rId245" Type="http://schemas.openxmlformats.org/officeDocument/2006/relationships/customXml" Target="../ink/ink1376.xml"/><Relationship Id="rId266" Type="http://schemas.openxmlformats.org/officeDocument/2006/relationships/image" Target="../media/image1265.png"/><Relationship Id="rId287" Type="http://schemas.openxmlformats.org/officeDocument/2006/relationships/customXml" Target="../ink/ink1397.xml"/><Relationship Id="rId410" Type="http://schemas.openxmlformats.org/officeDocument/2006/relationships/image" Target="../media/image1337.png"/><Relationship Id="rId431" Type="http://schemas.openxmlformats.org/officeDocument/2006/relationships/customXml" Target="../ink/ink1469.xml"/><Relationship Id="rId452" Type="http://schemas.openxmlformats.org/officeDocument/2006/relationships/image" Target="../media/image1358.png"/><Relationship Id="rId30" Type="http://schemas.openxmlformats.org/officeDocument/2006/relationships/customXml" Target="../ink/ink1268.xml"/><Relationship Id="rId105" Type="http://schemas.openxmlformats.org/officeDocument/2006/relationships/image" Target="../media/image1186.png"/><Relationship Id="rId126" Type="http://schemas.openxmlformats.org/officeDocument/2006/relationships/customXml" Target="../ink/ink1316.xml"/><Relationship Id="rId147" Type="http://schemas.openxmlformats.org/officeDocument/2006/relationships/image" Target="../media/image1207.png"/><Relationship Id="rId168" Type="http://schemas.openxmlformats.org/officeDocument/2006/relationships/customXml" Target="../ink/ink1337.xml"/><Relationship Id="rId312" Type="http://schemas.openxmlformats.org/officeDocument/2006/relationships/image" Target="../media/image1288.png"/><Relationship Id="rId333" Type="http://schemas.openxmlformats.org/officeDocument/2006/relationships/customXml" Target="../ink/ink1420.xml"/><Relationship Id="rId354" Type="http://schemas.openxmlformats.org/officeDocument/2006/relationships/image" Target="../media/image1309.png"/><Relationship Id="rId51" Type="http://schemas.openxmlformats.org/officeDocument/2006/relationships/image" Target="../media/image1159.png"/><Relationship Id="rId72" Type="http://schemas.openxmlformats.org/officeDocument/2006/relationships/customXml" Target="../ink/ink1289.xml"/><Relationship Id="rId93" Type="http://schemas.openxmlformats.org/officeDocument/2006/relationships/image" Target="../media/image1180.png"/><Relationship Id="rId189" Type="http://schemas.openxmlformats.org/officeDocument/2006/relationships/customXml" Target="../ink/ink1348.xml"/><Relationship Id="rId375" Type="http://schemas.openxmlformats.org/officeDocument/2006/relationships/customXml" Target="../ink/ink1441.xml"/><Relationship Id="rId396" Type="http://schemas.openxmlformats.org/officeDocument/2006/relationships/image" Target="../media/image1330.png"/><Relationship Id="rId3" Type="http://schemas.openxmlformats.org/officeDocument/2006/relationships/image" Target="../media/image1135.png"/><Relationship Id="rId214" Type="http://schemas.openxmlformats.org/officeDocument/2006/relationships/image" Target="../media/image1239.png"/><Relationship Id="rId235" Type="http://schemas.openxmlformats.org/officeDocument/2006/relationships/customXml" Target="../ink/ink1371.xml"/><Relationship Id="rId256" Type="http://schemas.openxmlformats.org/officeDocument/2006/relationships/image" Target="../media/image1260.png"/><Relationship Id="rId277" Type="http://schemas.openxmlformats.org/officeDocument/2006/relationships/customXml" Target="../ink/ink1392.xml"/><Relationship Id="rId298" Type="http://schemas.openxmlformats.org/officeDocument/2006/relationships/image" Target="../media/image1281.png"/><Relationship Id="rId400" Type="http://schemas.openxmlformats.org/officeDocument/2006/relationships/image" Target="../media/image1332.png"/><Relationship Id="rId421" Type="http://schemas.openxmlformats.org/officeDocument/2006/relationships/customXml" Target="../ink/ink1464.xml"/><Relationship Id="rId442" Type="http://schemas.openxmlformats.org/officeDocument/2006/relationships/image" Target="../media/image1353.png"/><Relationship Id="rId116" Type="http://schemas.openxmlformats.org/officeDocument/2006/relationships/customXml" Target="../ink/ink1311.xml"/><Relationship Id="rId137" Type="http://schemas.openxmlformats.org/officeDocument/2006/relationships/image" Target="../media/image1202.png"/><Relationship Id="rId158" Type="http://schemas.openxmlformats.org/officeDocument/2006/relationships/customXml" Target="../ink/ink1332.xml"/><Relationship Id="rId302" Type="http://schemas.openxmlformats.org/officeDocument/2006/relationships/image" Target="../media/image1283.png"/><Relationship Id="rId323" Type="http://schemas.openxmlformats.org/officeDocument/2006/relationships/customXml" Target="../ink/ink1415.xml"/><Relationship Id="rId344" Type="http://schemas.openxmlformats.org/officeDocument/2006/relationships/image" Target="../media/image1304.png"/><Relationship Id="rId20" Type="http://schemas.openxmlformats.org/officeDocument/2006/relationships/customXml" Target="../ink/ink1263.xml"/><Relationship Id="rId41" Type="http://schemas.openxmlformats.org/officeDocument/2006/relationships/image" Target="../media/image1154.png"/><Relationship Id="rId62" Type="http://schemas.openxmlformats.org/officeDocument/2006/relationships/customXml" Target="../ink/ink1284.xml"/><Relationship Id="rId83" Type="http://schemas.openxmlformats.org/officeDocument/2006/relationships/image" Target="../media/image1175.png"/><Relationship Id="rId179" Type="http://schemas.openxmlformats.org/officeDocument/2006/relationships/image" Target="../media/image1222.png"/><Relationship Id="rId365" Type="http://schemas.openxmlformats.org/officeDocument/2006/relationships/customXml" Target="../ink/ink1436.xml"/><Relationship Id="rId386" Type="http://schemas.openxmlformats.org/officeDocument/2006/relationships/image" Target="../media/image1325.png"/><Relationship Id="rId190" Type="http://schemas.openxmlformats.org/officeDocument/2006/relationships/image" Target="../media/image1227.png"/><Relationship Id="rId204" Type="http://schemas.openxmlformats.org/officeDocument/2006/relationships/image" Target="../media/image1234.png"/><Relationship Id="rId225" Type="http://schemas.openxmlformats.org/officeDocument/2006/relationships/customXml" Target="../ink/ink1366.xml"/><Relationship Id="rId246" Type="http://schemas.openxmlformats.org/officeDocument/2006/relationships/image" Target="../media/image1255.png"/><Relationship Id="rId267" Type="http://schemas.openxmlformats.org/officeDocument/2006/relationships/customXml" Target="../ink/ink1387.xml"/><Relationship Id="rId288" Type="http://schemas.openxmlformats.org/officeDocument/2006/relationships/image" Target="../media/image1276.png"/><Relationship Id="rId411" Type="http://schemas.openxmlformats.org/officeDocument/2006/relationships/customXml" Target="../ink/ink1459.xml"/><Relationship Id="rId432" Type="http://schemas.openxmlformats.org/officeDocument/2006/relationships/image" Target="../media/image1348.png"/><Relationship Id="rId453" Type="http://schemas.openxmlformats.org/officeDocument/2006/relationships/customXml" Target="../ink/ink1480.xml"/><Relationship Id="rId106" Type="http://schemas.openxmlformats.org/officeDocument/2006/relationships/customXml" Target="../ink/ink1306.xml"/><Relationship Id="rId127" Type="http://schemas.openxmlformats.org/officeDocument/2006/relationships/image" Target="../media/image1197.png"/><Relationship Id="rId313" Type="http://schemas.openxmlformats.org/officeDocument/2006/relationships/customXml" Target="../ink/ink1410.xml"/><Relationship Id="rId10" Type="http://schemas.openxmlformats.org/officeDocument/2006/relationships/customXml" Target="../ink/ink1258.xml"/><Relationship Id="rId31" Type="http://schemas.openxmlformats.org/officeDocument/2006/relationships/image" Target="../media/image1149.png"/><Relationship Id="rId52" Type="http://schemas.openxmlformats.org/officeDocument/2006/relationships/customXml" Target="../ink/ink1279.xml"/><Relationship Id="rId73" Type="http://schemas.openxmlformats.org/officeDocument/2006/relationships/image" Target="../media/image1170.png"/><Relationship Id="rId94" Type="http://schemas.openxmlformats.org/officeDocument/2006/relationships/customXml" Target="../ink/ink1300.xml"/><Relationship Id="rId148" Type="http://schemas.openxmlformats.org/officeDocument/2006/relationships/customXml" Target="../ink/ink1327.xml"/><Relationship Id="rId169" Type="http://schemas.openxmlformats.org/officeDocument/2006/relationships/image" Target="../media/image1217.png"/><Relationship Id="rId334" Type="http://schemas.openxmlformats.org/officeDocument/2006/relationships/image" Target="../media/image1299.png"/><Relationship Id="rId355" Type="http://schemas.openxmlformats.org/officeDocument/2006/relationships/customXml" Target="../ink/ink1431.xml"/><Relationship Id="rId376" Type="http://schemas.openxmlformats.org/officeDocument/2006/relationships/image" Target="../media/image1320.png"/><Relationship Id="rId397" Type="http://schemas.openxmlformats.org/officeDocument/2006/relationships/customXml" Target="../ink/ink1452.xml"/><Relationship Id="rId4" Type="http://schemas.openxmlformats.org/officeDocument/2006/relationships/customXml" Target="../ink/ink1255.xml"/><Relationship Id="rId180" Type="http://schemas.openxmlformats.org/officeDocument/2006/relationships/customXml" Target="../ink/ink1343.xml"/><Relationship Id="rId215" Type="http://schemas.openxmlformats.org/officeDocument/2006/relationships/customXml" Target="../ink/ink1361.xml"/><Relationship Id="rId236" Type="http://schemas.openxmlformats.org/officeDocument/2006/relationships/image" Target="../media/image1250.png"/><Relationship Id="rId257" Type="http://schemas.openxmlformats.org/officeDocument/2006/relationships/customXml" Target="../ink/ink1382.xml"/><Relationship Id="rId278" Type="http://schemas.openxmlformats.org/officeDocument/2006/relationships/image" Target="../media/image1271.png"/><Relationship Id="rId401" Type="http://schemas.openxmlformats.org/officeDocument/2006/relationships/customXml" Target="../ink/ink1454.xml"/><Relationship Id="rId422" Type="http://schemas.openxmlformats.org/officeDocument/2006/relationships/image" Target="../media/image1343.png"/><Relationship Id="rId443" Type="http://schemas.openxmlformats.org/officeDocument/2006/relationships/customXml" Target="../ink/ink1475.xml"/><Relationship Id="rId303" Type="http://schemas.openxmlformats.org/officeDocument/2006/relationships/customXml" Target="../ink/ink1405.xml"/><Relationship Id="rId42" Type="http://schemas.openxmlformats.org/officeDocument/2006/relationships/customXml" Target="../ink/ink1274.xml"/><Relationship Id="rId84" Type="http://schemas.openxmlformats.org/officeDocument/2006/relationships/customXml" Target="../ink/ink1295.xml"/><Relationship Id="rId138" Type="http://schemas.openxmlformats.org/officeDocument/2006/relationships/customXml" Target="../ink/ink1322.xml"/><Relationship Id="rId345" Type="http://schemas.openxmlformats.org/officeDocument/2006/relationships/customXml" Target="../ink/ink1426.xml"/><Relationship Id="rId387" Type="http://schemas.openxmlformats.org/officeDocument/2006/relationships/customXml" Target="../ink/ink1447.xml"/><Relationship Id="rId191" Type="http://schemas.openxmlformats.org/officeDocument/2006/relationships/customXml" Target="../ink/ink1349.xml"/><Relationship Id="rId205" Type="http://schemas.openxmlformats.org/officeDocument/2006/relationships/customXml" Target="../ink/ink1356.xml"/><Relationship Id="rId247" Type="http://schemas.openxmlformats.org/officeDocument/2006/relationships/customXml" Target="../ink/ink1377.xml"/><Relationship Id="rId412" Type="http://schemas.openxmlformats.org/officeDocument/2006/relationships/image" Target="../media/image1338.png"/><Relationship Id="rId107" Type="http://schemas.openxmlformats.org/officeDocument/2006/relationships/image" Target="../media/image1187.png"/><Relationship Id="rId289" Type="http://schemas.openxmlformats.org/officeDocument/2006/relationships/customXml" Target="../ink/ink1398.xml"/><Relationship Id="rId454" Type="http://schemas.openxmlformats.org/officeDocument/2006/relationships/image" Target="../media/image1359.png"/><Relationship Id="rId11" Type="http://schemas.openxmlformats.org/officeDocument/2006/relationships/image" Target="../media/image1139.png"/><Relationship Id="rId53" Type="http://schemas.openxmlformats.org/officeDocument/2006/relationships/image" Target="../media/image1160.png"/><Relationship Id="rId149" Type="http://schemas.openxmlformats.org/officeDocument/2006/relationships/image" Target="../media/image1208.png"/><Relationship Id="rId314" Type="http://schemas.openxmlformats.org/officeDocument/2006/relationships/image" Target="../media/image1289.png"/><Relationship Id="rId356" Type="http://schemas.openxmlformats.org/officeDocument/2006/relationships/image" Target="../media/image1310.png"/><Relationship Id="rId398" Type="http://schemas.openxmlformats.org/officeDocument/2006/relationships/image" Target="../media/image1331.png"/><Relationship Id="rId95" Type="http://schemas.openxmlformats.org/officeDocument/2006/relationships/image" Target="../media/image1181.png"/><Relationship Id="rId160" Type="http://schemas.openxmlformats.org/officeDocument/2006/relationships/customXml" Target="../ink/ink1333.xml"/><Relationship Id="rId216" Type="http://schemas.openxmlformats.org/officeDocument/2006/relationships/image" Target="../media/image1240.png"/><Relationship Id="rId423" Type="http://schemas.openxmlformats.org/officeDocument/2006/relationships/customXml" Target="../ink/ink1465.xml"/><Relationship Id="rId258" Type="http://schemas.openxmlformats.org/officeDocument/2006/relationships/image" Target="../media/image1261.png"/><Relationship Id="rId22" Type="http://schemas.openxmlformats.org/officeDocument/2006/relationships/customXml" Target="../ink/ink1264.xml"/><Relationship Id="rId64" Type="http://schemas.openxmlformats.org/officeDocument/2006/relationships/customXml" Target="../ink/ink1285.xml"/><Relationship Id="rId118" Type="http://schemas.openxmlformats.org/officeDocument/2006/relationships/customXml" Target="../ink/ink1312.xml"/><Relationship Id="rId325" Type="http://schemas.openxmlformats.org/officeDocument/2006/relationships/customXml" Target="../ink/ink1416.xml"/><Relationship Id="rId367" Type="http://schemas.openxmlformats.org/officeDocument/2006/relationships/customXml" Target="../ink/ink1437.xml"/><Relationship Id="rId171" Type="http://schemas.openxmlformats.org/officeDocument/2006/relationships/image" Target="../media/image1218.png"/><Relationship Id="rId227" Type="http://schemas.openxmlformats.org/officeDocument/2006/relationships/customXml" Target="../ink/ink1367.xml"/><Relationship Id="rId269" Type="http://schemas.openxmlformats.org/officeDocument/2006/relationships/customXml" Target="../ink/ink1388.xml"/><Relationship Id="rId434" Type="http://schemas.openxmlformats.org/officeDocument/2006/relationships/image" Target="../media/image1349.png"/><Relationship Id="rId33" Type="http://schemas.openxmlformats.org/officeDocument/2006/relationships/image" Target="../media/image1150.png"/><Relationship Id="rId129" Type="http://schemas.openxmlformats.org/officeDocument/2006/relationships/image" Target="../media/image1198.png"/><Relationship Id="rId280" Type="http://schemas.openxmlformats.org/officeDocument/2006/relationships/image" Target="../media/image1272.png"/><Relationship Id="rId336" Type="http://schemas.openxmlformats.org/officeDocument/2006/relationships/image" Target="../media/image1300.png"/><Relationship Id="rId75" Type="http://schemas.openxmlformats.org/officeDocument/2006/relationships/image" Target="../media/image1171.png"/><Relationship Id="rId140" Type="http://schemas.openxmlformats.org/officeDocument/2006/relationships/customXml" Target="../ink/ink1323.xml"/><Relationship Id="rId182" Type="http://schemas.openxmlformats.org/officeDocument/2006/relationships/customXml" Target="../ink/ink1344.xml"/><Relationship Id="rId378" Type="http://schemas.openxmlformats.org/officeDocument/2006/relationships/image" Target="../media/image1321.png"/><Relationship Id="rId403" Type="http://schemas.openxmlformats.org/officeDocument/2006/relationships/customXml" Target="../ink/ink1455.xml"/><Relationship Id="rId6" Type="http://schemas.openxmlformats.org/officeDocument/2006/relationships/customXml" Target="../ink/ink1256.xml"/><Relationship Id="rId238" Type="http://schemas.openxmlformats.org/officeDocument/2006/relationships/image" Target="../media/image1251.png"/><Relationship Id="rId445" Type="http://schemas.openxmlformats.org/officeDocument/2006/relationships/customXml" Target="../ink/ink1476.xml"/><Relationship Id="rId291" Type="http://schemas.openxmlformats.org/officeDocument/2006/relationships/customXml" Target="../ink/ink1399.xml"/><Relationship Id="rId305" Type="http://schemas.openxmlformats.org/officeDocument/2006/relationships/customXml" Target="../ink/ink1406.xml"/><Relationship Id="rId347" Type="http://schemas.openxmlformats.org/officeDocument/2006/relationships/customXml" Target="../ink/ink1427.xml"/><Relationship Id="rId44" Type="http://schemas.openxmlformats.org/officeDocument/2006/relationships/customXml" Target="../ink/ink1275.xml"/><Relationship Id="rId86" Type="http://schemas.openxmlformats.org/officeDocument/2006/relationships/customXml" Target="../ink/ink1296.xml"/><Relationship Id="rId151" Type="http://schemas.openxmlformats.org/officeDocument/2006/relationships/image" Target="../media/image1209.png"/><Relationship Id="rId389" Type="http://schemas.openxmlformats.org/officeDocument/2006/relationships/customXml" Target="../ink/ink1448.xml"/><Relationship Id="rId193" Type="http://schemas.openxmlformats.org/officeDocument/2006/relationships/customXml" Target="../ink/ink1350.xml"/><Relationship Id="rId207" Type="http://schemas.openxmlformats.org/officeDocument/2006/relationships/customXml" Target="../ink/ink1357.xml"/><Relationship Id="rId249" Type="http://schemas.openxmlformats.org/officeDocument/2006/relationships/customXml" Target="../ink/ink1378.xml"/><Relationship Id="rId414" Type="http://schemas.openxmlformats.org/officeDocument/2006/relationships/image" Target="../media/image1339.png"/><Relationship Id="rId13" Type="http://schemas.openxmlformats.org/officeDocument/2006/relationships/image" Target="../media/image1140.png"/><Relationship Id="rId109" Type="http://schemas.openxmlformats.org/officeDocument/2006/relationships/image" Target="../media/image1188.png"/><Relationship Id="rId260" Type="http://schemas.openxmlformats.org/officeDocument/2006/relationships/image" Target="../media/image1262.png"/><Relationship Id="rId316" Type="http://schemas.openxmlformats.org/officeDocument/2006/relationships/image" Target="../media/image1290.png"/><Relationship Id="rId55" Type="http://schemas.openxmlformats.org/officeDocument/2006/relationships/image" Target="../media/image1161.png"/><Relationship Id="rId97" Type="http://schemas.openxmlformats.org/officeDocument/2006/relationships/image" Target="../media/image1182.png"/><Relationship Id="rId120" Type="http://schemas.openxmlformats.org/officeDocument/2006/relationships/customXml" Target="../ink/ink1313.xml"/><Relationship Id="rId358" Type="http://schemas.openxmlformats.org/officeDocument/2006/relationships/image" Target="../media/image1311.png"/><Relationship Id="rId162" Type="http://schemas.openxmlformats.org/officeDocument/2006/relationships/customXml" Target="../ink/ink1334.xml"/><Relationship Id="rId218" Type="http://schemas.openxmlformats.org/officeDocument/2006/relationships/image" Target="../media/image1241.png"/><Relationship Id="rId425" Type="http://schemas.openxmlformats.org/officeDocument/2006/relationships/customXml" Target="../ink/ink1466.xml"/><Relationship Id="rId271" Type="http://schemas.openxmlformats.org/officeDocument/2006/relationships/customXml" Target="../ink/ink1389.xml"/><Relationship Id="rId24" Type="http://schemas.openxmlformats.org/officeDocument/2006/relationships/customXml" Target="../ink/ink1265.xml"/><Relationship Id="rId66" Type="http://schemas.openxmlformats.org/officeDocument/2006/relationships/customXml" Target="../ink/ink1286.xml"/><Relationship Id="rId131" Type="http://schemas.openxmlformats.org/officeDocument/2006/relationships/image" Target="../media/image1199.png"/><Relationship Id="rId327" Type="http://schemas.openxmlformats.org/officeDocument/2006/relationships/customXml" Target="../ink/ink1417.xml"/><Relationship Id="rId369" Type="http://schemas.openxmlformats.org/officeDocument/2006/relationships/customXml" Target="../ink/ink1438.xml"/><Relationship Id="rId173" Type="http://schemas.openxmlformats.org/officeDocument/2006/relationships/image" Target="../media/image1219.png"/><Relationship Id="rId229" Type="http://schemas.openxmlformats.org/officeDocument/2006/relationships/customXml" Target="../ink/ink1368.xml"/><Relationship Id="rId380" Type="http://schemas.openxmlformats.org/officeDocument/2006/relationships/image" Target="../media/image1322.png"/><Relationship Id="rId436" Type="http://schemas.openxmlformats.org/officeDocument/2006/relationships/image" Target="../media/image1350.png"/><Relationship Id="rId240" Type="http://schemas.openxmlformats.org/officeDocument/2006/relationships/image" Target="../media/image1252.png"/><Relationship Id="rId35" Type="http://schemas.openxmlformats.org/officeDocument/2006/relationships/image" Target="../media/image1151.png"/><Relationship Id="rId77" Type="http://schemas.openxmlformats.org/officeDocument/2006/relationships/image" Target="../media/image1172.png"/><Relationship Id="rId100" Type="http://schemas.openxmlformats.org/officeDocument/2006/relationships/customXml" Target="../ink/ink1303.xml"/><Relationship Id="rId282" Type="http://schemas.openxmlformats.org/officeDocument/2006/relationships/image" Target="../media/image1273.png"/><Relationship Id="rId338" Type="http://schemas.openxmlformats.org/officeDocument/2006/relationships/image" Target="../media/image1301.png"/><Relationship Id="rId8" Type="http://schemas.openxmlformats.org/officeDocument/2006/relationships/customXml" Target="../ink/ink1257.xml"/><Relationship Id="rId142" Type="http://schemas.openxmlformats.org/officeDocument/2006/relationships/customXml" Target="../ink/ink1324.xml"/><Relationship Id="rId184" Type="http://schemas.openxmlformats.org/officeDocument/2006/relationships/customXml" Target="../ink/ink1345.xml"/><Relationship Id="rId391" Type="http://schemas.openxmlformats.org/officeDocument/2006/relationships/customXml" Target="../ink/ink1449.xml"/><Relationship Id="rId405" Type="http://schemas.openxmlformats.org/officeDocument/2006/relationships/customXml" Target="../ink/ink1456.xml"/><Relationship Id="rId447" Type="http://schemas.openxmlformats.org/officeDocument/2006/relationships/customXml" Target="../ink/ink1477.xml"/><Relationship Id="rId251" Type="http://schemas.openxmlformats.org/officeDocument/2006/relationships/customXml" Target="../ink/ink1379.xml"/><Relationship Id="rId46" Type="http://schemas.openxmlformats.org/officeDocument/2006/relationships/customXml" Target="../ink/ink1276.xml"/><Relationship Id="rId293" Type="http://schemas.openxmlformats.org/officeDocument/2006/relationships/customXml" Target="../ink/ink1400.xml"/><Relationship Id="rId307" Type="http://schemas.openxmlformats.org/officeDocument/2006/relationships/customXml" Target="../ink/ink1407.xml"/><Relationship Id="rId349" Type="http://schemas.openxmlformats.org/officeDocument/2006/relationships/customXml" Target="../ink/ink1428.xml"/><Relationship Id="rId88" Type="http://schemas.openxmlformats.org/officeDocument/2006/relationships/customXml" Target="../ink/ink1297.xml"/><Relationship Id="rId111" Type="http://schemas.openxmlformats.org/officeDocument/2006/relationships/image" Target="../media/image1189.png"/><Relationship Id="rId153" Type="http://schemas.openxmlformats.org/officeDocument/2006/relationships/image" Target="../media/image1210.png"/><Relationship Id="rId195" Type="http://schemas.openxmlformats.org/officeDocument/2006/relationships/customXml" Target="../ink/ink1351.xml"/><Relationship Id="rId209" Type="http://schemas.openxmlformats.org/officeDocument/2006/relationships/customXml" Target="../ink/ink1358.xml"/><Relationship Id="rId360" Type="http://schemas.openxmlformats.org/officeDocument/2006/relationships/image" Target="../media/image1312.png"/><Relationship Id="rId416" Type="http://schemas.openxmlformats.org/officeDocument/2006/relationships/image" Target="../media/image1340.png"/><Relationship Id="rId220" Type="http://schemas.openxmlformats.org/officeDocument/2006/relationships/image" Target="../media/image1242.png"/><Relationship Id="rId15" Type="http://schemas.openxmlformats.org/officeDocument/2006/relationships/image" Target="../media/image1141.png"/><Relationship Id="rId57" Type="http://schemas.openxmlformats.org/officeDocument/2006/relationships/image" Target="../media/image1162.png"/><Relationship Id="rId262" Type="http://schemas.openxmlformats.org/officeDocument/2006/relationships/image" Target="../media/image1263.png"/><Relationship Id="rId318" Type="http://schemas.openxmlformats.org/officeDocument/2006/relationships/image" Target="../media/image1291.png"/><Relationship Id="rId99" Type="http://schemas.openxmlformats.org/officeDocument/2006/relationships/image" Target="../media/image1183.png"/><Relationship Id="rId122" Type="http://schemas.openxmlformats.org/officeDocument/2006/relationships/customXml" Target="../ink/ink1314.xml"/><Relationship Id="rId164" Type="http://schemas.openxmlformats.org/officeDocument/2006/relationships/customXml" Target="../ink/ink1335.xml"/><Relationship Id="rId371" Type="http://schemas.openxmlformats.org/officeDocument/2006/relationships/customXml" Target="../ink/ink1439.xml"/><Relationship Id="rId427" Type="http://schemas.openxmlformats.org/officeDocument/2006/relationships/customXml" Target="../ink/ink1467.xml"/><Relationship Id="rId26" Type="http://schemas.openxmlformats.org/officeDocument/2006/relationships/customXml" Target="../ink/ink1266.xml"/><Relationship Id="rId231" Type="http://schemas.openxmlformats.org/officeDocument/2006/relationships/customXml" Target="../ink/ink1369.xml"/><Relationship Id="rId273" Type="http://schemas.openxmlformats.org/officeDocument/2006/relationships/customXml" Target="../ink/ink1390.xml"/><Relationship Id="rId329" Type="http://schemas.openxmlformats.org/officeDocument/2006/relationships/customXml" Target="../ink/ink1418.xml"/><Relationship Id="rId68" Type="http://schemas.openxmlformats.org/officeDocument/2006/relationships/customXml" Target="../ink/ink1287.xml"/><Relationship Id="rId133" Type="http://schemas.openxmlformats.org/officeDocument/2006/relationships/image" Target="../media/image1200.png"/><Relationship Id="rId175" Type="http://schemas.openxmlformats.org/officeDocument/2006/relationships/image" Target="../media/image1220.png"/><Relationship Id="rId340" Type="http://schemas.openxmlformats.org/officeDocument/2006/relationships/image" Target="../media/image1302.png"/><Relationship Id="rId200" Type="http://schemas.openxmlformats.org/officeDocument/2006/relationships/image" Target="../media/image1232.png"/><Relationship Id="rId382" Type="http://schemas.openxmlformats.org/officeDocument/2006/relationships/image" Target="../media/image1323.png"/><Relationship Id="rId438" Type="http://schemas.openxmlformats.org/officeDocument/2006/relationships/image" Target="../media/image1351.png"/><Relationship Id="rId242" Type="http://schemas.openxmlformats.org/officeDocument/2006/relationships/image" Target="../media/image1253.png"/><Relationship Id="rId284" Type="http://schemas.openxmlformats.org/officeDocument/2006/relationships/image" Target="../media/image1274.png"/><Relationship Id="rId37" Type="http://schemas.openxmlformats.org/officeDocument/2006/relationships/image" Target="../media/image1152.png"/><Relationship Id="rId79" Type="http://schemas.openxmlformats.org/officeDocument/2006/relationships/image" Target="../media/image1173.png"/><Relationship Id="rId102" Type="http://schemas.openxmlformats.org/officeDocument/2006/relationships/customXml" Target="../ink/ink1304.xml"/><Relationship Id="rId144" Type="http://schemas.openxmlformats.org/officeDocument/2006/relationships/customXml" Target="../ink/ink1325.xml"/><Relationship Id="rId90" Type="http://schemas.openxmlformats.org/officeDocument/2006/relationships/customXml" Target="../ink/ink1298.xml"/><Relationship Id="rId186" Type="http://schemas.openxmlformats.org/officeDocument/2006/relationships/customXml" Target="../ink/ink1346.xml"/><Relationship Id="rId351" Type="http://schemas.openxmlformats.org/officeDocument/2006/relationships/customXml" Target="../ink/ink1429.xml"/><Relationship Id="rId393" Type="http://schemas.openxmlformats.org/officeDocument/2006/relationships/customXml" Target="../ink/ink1450.xml"/><Relationship Id="rId407" Type="http://schemas.openxmlformats.org/officeDocument/2006/relationships/customXml" Target="../ink/ink1457.xml"/><Relationship Id="rId449" Type="http://schemas.openxmlformats.org/officeDocument/2006/relationships/customXml" Target="../ink/ink1478.xml"/><Relationship Id="rId211" Type="http://schemas.openxmlformats.org/officeDocument/2006/relationships/customXml" Target="../ink/ink1359.xml"/><Relationship Id="rId253" Type="http://schemas.openxmlformats.org/officeDocument/2006/relationships/customXml" Target="../ink/ink1380.xml"/><Relationship Id="rId295" Type="http://schemas.openxmlformats.org/officeDocument/2006/relationships/customXml" Target="../ink/ink1401.xml"/><Relationship Id="rId309" Type="http://schemas.openxmlformats.org/officeDocument/2006/relationships/customXml" Target="../ink/ink1408.xml"/><Relationship Id="rId48" Type="http://schemas.openxmlformats.org/officeDocument/2006/relationships/customXml" Target="../ink/ink1277.xml"/><Relationship Id="rId113" Type="http://schemas.openxmlformats.org/officeDocument/2006/relationships/image" Target="../media/image1190.png"/><Relationship Id="rId320" Type="http://schemas.openxmlformats.org/officeDocument/2006/relationships/image" Target="../media/image1292.png"/><Relationship Id="rId155" Type="http://schemas.openxmlformats.org/officeDocument/2006/relationships/image" Target="../media/image1211.png"/><Relationship Id="rId197" Type="http://schemas.openxmlformats.org/officeDocument/2006/relationships/customXml" Target="../ink/ink1352.xml"/><Relationship Id="rId362" Type="http://schemas.openxmlformats.org/officeDocument/2006/relationships/image" Target="../media/image1313.png"/><Relationship Id="rId418" Type="http://schemas.openxmlformats.org/officeDocument/2006/relationships/image" Target="../media/image1341.png"/><Relationship Id="rId222" Type="http://schemas.openxmlformats.org/officeDocument/2006/relationships/image" Target="../media/image1243.png"/><Relationship Id="rId264" Type="http://schemas.openxmlformats.org/officeDocument/2006/relationships/image" Target="../media/image1264.png"/><Relationship Id="rId17" Type="http://schemas.openxmlformats.org/officeDocument/2006/relationships/image" Target="../media/image1142.png"/><Relationship Id="rId59" Type="http://schemas.openxmlformats.org/officeDocument/2006/relationships/image" Target="../media/image1163.png"/><Relationship Id="rId124" Type="http://schemas.openxmlformats.org/officeDocument/2006/relationships/customXml" Target="../ink/ink1315.xml"/><Relationship Id="rId70" Type="http://schemas.openxmlformats.org/officeDocument/2006/relationships/customXml" Target="../ink/ink1288.xml"/><Relationship Id="rId166" Type="http://schemas.openxmlformats.org/officeDocument/2006/relationships/customXml" Target="../ink/ink1336.xml"/><Relationship Id="rId331" Type="http://schemas.openxmlformats.org/officeDocument/2006/relationships/customXml" Target="../ink/ink1419.xml"/><Relationship Id="rId373" Type="http://schemas.openxmlformats.org/officeDocument/2006/relationships/customXml" Target="../ink/ink1440.xml"/><Relationship Id="rId429" Type="http://schemas.openxmlformats.org/officeDocument/2006/relationships/customXml" Target="../ink/ink1468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370.xml"/><Relationship Id="rId440" Type="http://schemas.openxmlformats.org/officeDocument/2006/relationships/image" Target="../media/image1352.png"/><Relationship Id="rId28" Type="http://schemas.openxmlformats.org/officeDocument/2006/relationships/customXml" Target="../ink/ink1267.xml"/><Relationship Id="rId275" Type="http://schemas.openxmlformats.org/officeDocument/2006/relationships/customXml" Target="../ink/ink1391.xml"/><Relationship Id="rId300" Type="http://schemas.openxmlformats.org/officeDocument/2006/relationships/image" Target="../media/image1282.png"/><Relationship Id="rId81" Type="http://schemas.openxmlformats.org/officeDocument/2006/relationships/image" Target="../media/image1174.png"/><Relationship Id="rId135" Type="http://schemas.openxmlformats.org/officeDocument/2006/relationships/image" Target="../media/image1201.png"/><Relationship Id="rId177" Type="http://schemas.openxmlformats.org/officeDocument/2006/relationships/image" Target="../media/image1221.png"/><Relationship Id="rId342" Type="http://schemas.openxmlformats.org/officeDocument/2006/relationships/image" Target="../media/image1303.png"/><Relationship Id="rId384" Type="http://schemas.openxmlformats.org/officeDocument/2006/relationships/image" Target="../media/image1324.png"/><Relationship Id="rId202" Type="http://schemas.openxmlformats.org/officeDocument/2006/relationships/image" Target="../media/image1233.png"/><Relationship Id="rId244" Type="http://schemas.openxmlformats.org/officeDocument/2006/relationships/image" Target="../media/image1254.png"/><Relationship Id="rId39" Type="http://schemas.openxmlformats.org/officeDocument/2006/relationships/image" Target="../media/image1153.png"/><Relationship Id="rId286" Type="http://schemas.openxmlformats.org/officeDocument/2006/relationships/image" Target="../media/image1275.png"/><Relationship Id="rId451" Type="http://schemas.openxmlformats.org/officeDocument/2006/relationships/customXml" Target="../ink/ink1479.xml"/><Relationship Id="rId50" Type="http://schemas.openxmlformats.org/officeDocument/2006/relationships/customXml" Target="../ink/ink1278.xml"/><Relationship Id="rId104" Type="http://schemas.openxmlformats.org/officeDocument/2006/relationships/customXml" Target="../ink/ink1305.xml"/><Relationship Id="rId146" Type="http://schemas.openxmlformats.org/officeDocument/2006/relationships/customXml" Target="../ink/ink1326.xml"/><Relationship Id="rId188" Type="http://schemas.openxmlformats.org/officeDocument/2006/relationships/image" Target="../media/image1226.png"/><Relationship Id="rId311" Type="http://schemas.openxmlformats.org/officeDocument/2006/relationships/customXml" Target="../ink/ink1409.xml"/><Relationship Id="rId353" Type="http://schemas.openxmlformats.org/officeDocument/2006/relationships/customXml" Target="../ink/ink1430.xml"/><Relationship Id="rId395" Type="http://schemas.openxmlformats.org/officeDocument/2006/relationships/customXml" Target="../ink/ink1451.xml"/><Relationship Id="rId409" Type="http://schemas.openxmlformats.org/officeDocument/2006/relationships/customXml" Target="../ink/ink1458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17.png"/><Relationship Id="rId21" Type="http://schemas.openxmlformats.org/officeDocument/2006/relationships/image" Target="../media/image1369.png"/><Relationship Id="rId42" Type="http://schemas.openxmlformats.org/officeDocument/2006/relationships/customXml" Target="../ink/ink1501.xml"/><Relationship Id="rId63" Type="http://schemas.openxmlformats.org/officeDocument/2006/relationships/image" Target="../media/image1390.png"/><Relationship Id="rId84" Type="http://schemas.openxmlformats.org/officeDocument/2006/relationships/customXml" Target="../ink/ink1522.xml"/><Relationship Id="rId138" Type="http://schemas.openxmlformats.org/officeDocument/2006/relationships/customXml" Target="../ink/ink1549.xml"/><Relationship Id="rId159" Type="http://schemas.openxmlformats.org/officeDocument/2006/relationships/image" Target="../media/image1438.png"/><Relationship Id="rId170" Type="http://schemas.openxmlformats.org/officeDocument/2006/relationships/customXml" Target="../ink/ink1565.xml"/><Relationship Id="rId191" Type="http://schemas.openxmlformats.org/officeDocument/2006/relationships/image" Target="../media/image1453.png"/><Relationship Id="rId205" Type="http://schemas.openxmlformats.org/officeDocument/2006/relationships/image" Target="../media/image1460.png"/><Relationship Id="rId226" Type="http://schemas.openxmlformats.org/officeDocument/2006/relationships/customXml" Target="../ink/ink1593.xml"/><Relationship Id="rId107" Type="http://schemas.openxmlformats.org/officeDocument/2006/relationships/image" Target="../media/image1412.png"/><Relationship Id="rId11" Type="http://schemas.openxmlformats.org/officeDocument/2006/relationships/image" Target="../media/image1364.png"/><Relationship Id="rId32" Type="http://schemas.openxmlformats.org/officeDocument/2006/relationships/customXml" Target="../ink/ink1496.xml"/><Relationship Id="rId53" Type="http://schemas.openxmlformats.org/officeDocument/2006/relationships/image" Target="../media/image1385.png"/><Relationship Id="rId74" Type="http://schemas.openxmlformats.org/officeDocument/2006/relationships/customXml" Target="../ink/ink1517.xml"/><Relationship Id="rId128" Type="http://schemas.openxmlformats.org/officeDocument/2006/relationships/customXml" Target="../ink/ink1544.xml"/><Relationship Id="rId149" Type="http://schemas.openxmlformats.org/officeDocument/2006/relationships/image" Target="../media/image1433.png"/><Relationship Id="rId5" Type="http://schemas.openxmlformats.org/officeDocument/2006/relationships/image" Target="../media/image1361.png"/><Relationship Id="rId95" Type="http://schemas.openxmlformats.org/officeDocument/2006/relationships/image" Target="../media/image1406.png"/><Relationship Id="rId160" Type="http://schemas.openxmlformats.org/officeDocument/2006/relationships/customXml" Target="../ink/ink1560.xml"/><Relationship Id="rId181" Type="http://schemas.openxmlformats.org/officeDocument/2006/relationships/image" Target="../media/image1448.png"/><Relationship Id="rId216" Type="http://schemas.openxmlformats.org/officeDocument/2006/relationships/customXml" Target="../ink/ink1588.xml"/><Relationship Id="rId22" Type="http://schemas.openxmlformats.org/officeDocument/2006/relationships/customXml" Target="../ink/ink1491.xml"/><Relationship Id="rId43" Type="http://schemas.openxmlformats.org/officeDocument/2006/relationships/image" Target="../media/image1380.png"/><Relationship Id="rId64" Type="http://schemas.openxmlformats.org/officeDocument/2006/relationships/customXml" Target="../ink/ink1512.xml"/><Relationship Id="rId118" Type="http://schemas.openxmlformats.org/officeDocument/2006/relationships/customXml" Target="../ink/ink1539.xml"/><Relationship Id="rId139" Type="http://schemas.openxmlformats.org/officeDocument/2006/relationships/image" Target="../media/image1428.png"/><Relationship Id="rId85" Type="http://schemas.openxmlformats.org/officeDocument/2006/relationships/image" Target="../media/image1401.png"/><Relationship Id="rId150" Type="http://schemas.openxmlformats.org/officeDocument/2006/relationships/customXml" Target="../ink/ink1555.xml"/><Relationship Id="rId171" Type="http://schemas.openxmlformats.org/officeDocument/2006/relationships/image" Target="../media/image1443.png"/><Relationship Id="rId192" Type="http://schemas.openxmlformats.org/officeDocument/2006/relationships/customXml" Target="../ink/ink1576.xml"/><Relationship Id="rId206" Type="http://schemas.openxmlformats.org/officeDocument/2006/relationships/customXml" Target="../ink/ink1583.xml"/><Relationship Id="rId227" Type="http://schemas.openxmlformats.org/officeDocument/2006/relationships/image" Target="../media/image1471.png"/><Relationship Id="rId12" Type="http://schemas.openxmlformats.org/officeDocument/2006/relationships/customXml" Target="../ink/ink1486.xml"/><Relationship Id="rId33" Type="http://schemas.openxmlformats.org/officeDocument/2006/relationships/image" Target="../media/image1375.png"/><Relationship Id="rId108" Type="http://schemas.openxmlformats.org/officeDocument/2006/relationships/customXml" Target="../ink/ink1534.xml"/><Relationship Id="rId129" Type="http://schemas.openxmlformats.org/officeDocument/2006/relationships/image" Target="../media/image1423.png"/><Relationship Id="rId54" Type="http://schemas.openxmlformats.org/officeDocument/2006/relationships/customXml" Target="../ink/ink1507.xml"/><Relationship Id="rId75" Type="http://schemas.openxmlformats.org/officeDocument/2006/relationships/image" Target="../media/image1396.png"/><Relationship Id="rId96" Type="http://schemas.openxmlformats.org/officeDocument/2006/relationships/customXml" Target="../ink/ink1528.xml"/><Relationship Id="rId140" Type="http://schemas.openxmlformats.org/officeDocument/2006/relationships/customXml" Target="../ink/ink1550.xml"/><Relationship Id="rId161" Type="http://schemas.openxmlformats.org/officeDocument/2006/relationships/image" Target="../media/image1439.png"/><Relationship Id="rId182" Type="http://schemas.openxmlformats.org/officeDocument/2006/relationships/customXml" Target="../ink/ink1571.xml"/><Relationship Id="rId217" Type="http://schemas.openxmlformats.org/officeDocument/2006/relationships/image" Target="../media/image1466.png"/><Relationship Id="rId6" Type="http://schemas.openxmlformats.org/officeDocument/2006/relationships/customXml" Target="../ink/ink1483.xml"/><Relationship Id="rId23" Type="http://schemas.openxmlformats.org/officeDocument/2006/relationships/image" Target="../media/image1370.png"/><Relationship Id="rId119" Type="http://schemas.openxmlformats.org/officeDocument/2006/relationships/image" Target="../media/image1418.png"/><Relationship Id="rId44" Type="http://schemas.openxmlformats.org/officeDocument/2006/relationships/customXml" Target="../ink/ink1502.xml"/><Relationship Id="rId65" Type="http://schemas.openxmlformats.org/officeDocument/2006/relationships/image" Target="../media/image1391.png"/><Relationship Id="rId86" Type="http://schemas.openxmlformats.org/officeDocument/2006/relationships/customXml" Target="../ink/ink1523.xml"/><Relationship Id="rId130" Type="http://schemas.openxmlformats.org/officeDocument/2006/relationships/customXml" Target="../ink/ink1545.xml"/><Relationship Id="rId151" Type="http://schemas.openxmlformats.org/officeDocument/2006/relationships/image" Target="../media/image1434.png"/><Relationship Id="rId172" Type="http://schemas.openxmlformats.org/officeDocument/2006/relationships/customXml" Target="../ink/ink1566.xml"/><Relationship Id="rId193" Type="http://schemas.openxmlformats.org/officeDocument/2006/relationships/image" Target="../media/image1454.png"/><Relationship Id="rId207" Type="http://schemas.openxmlformats.org/officeDocument/2006/relationships/image" Target="../media/image1461.png"/><Relationship Id="rId228" Type="http://schemas.openxmlformats.org/officeDocument/2006/relationships/customXml" Target="../ink/ink1594.xml"/><Relationship Id="rId13" Type="http://schemas.openxmlformats.org/officeDocument/2006/relationships/image" Target="../media/image1365.png"/><Relationship Id="rId109" Type="http://schemas.openxmlformats.org/officeDocument/2006/relationships/image" Target="../media/image1413.png"/><Relationship Id="rId34" Type="http://schemas.openxmlformats.org/officeDocument/2006/relationships/customXml" Target="../ink/ink1497.xml"/><Relationship Id="rId55" Type="http://schemas.openxmlformats.org/officeDocument/2006/relationships/image" Target="../media/image1386.png"/><Relationship Id="rId76" Type="http://schemas.openxmlformats.org/officeDocument/2006/relationships/customXml" Target="../ink/ink1518.xml"/><Relationship Id="rId97" Type="http://schemas.openxmlformats.org/officeDocument/2006/relationships/image" Target="../media/image1407.png"/><Relationship Id="rId120" Type="http://schemas.openxmlformats.org/officeDocument/2006/relationships/customXml" Target="../ink/ink1540.xml"/><Relationship Id="rId141" Type="http://schemas.openxmlformats.org/officeDocument/2006/relationships/image" Target="../media/image1429.png"/><Relationship Id="rId7" Type="http://schemas.openxmlformats.org/officeDocument/2006/relationships/image" Target="../media/image1362.png"/><Relationship Id="rId162" Type="http://schemas.openxmlformats.org/officeDocument/2006/relationships/customXml" Target="../ink/ink1561.xml"/><Relationship Id="rId183" Type="http://schemas.openxmlformats.org/officeDocument/2006/relationships/image" Target="../media/image1449.png"/><Relationship Id="rId218" Type="http://schemas.openxmlformats.org/officeDocument/2006/relationships/customXml" Target="../ink/ink1589.xml"/><Relationship Id="rId24" Type="http://schemas.openxmlformats.org/officeDocument/2006/relationships/customXml" Target="../ink/ink1492.xml"/><Relationship Id="rId45" Type="http://schemas.openxmlformats.org/officeDocument/2006/relationships/image" Target="../media/image1381.png"/><Relationship Id="rId66" Type="http://schemas.openxmlformats.org/officeDocument/2006/relationships/customXml" Target="../ink/ink1513.xml"/><Relationship Id="rId87" Type="http://schemas.openxmlformats.org/officeDocument/2006/relationships/image" Target="../media/image1402.png"/><Relationship Id="rId110" Type="http://schemas.openxmlformats.org/officeDocument/2006/relationships/customXml" Target="../ink/ink1535.xml"/><Relationship Id="rId131" Type="http://schemas.openxmlformats.org/officeDocument/2006/relationships/image" Target="../media/image1424.png"/><Relationship Id="rId152" Type="http://schemas.openxmlformats.org/officeDocument/2006/relationships/customXml" Target="../ink/ink1556.xml"/><Relationship Id="rId173" Type="http://schemas.openxmlformats.org/officeDocument/2006/relationships/image" Target="../media/image1444.png"/><Relationship Id="rId194" Type="http://schemas.openxmlformats.org/officeDocument/2006/relationships/customXml" Target="../ink/ink1577.xml"/><Relationship Id="rId208" Type="http://schemas.openxmlformats.org/officeDocument/2006/relationships/customXml" Target="../ink/ink1584.xml"/><Relationship Id="rId229" Type="http://schemas.openxmlformats.org/officeDocument/2006/relationships/image" Target="../media/image1472.png"/><Relationship Id="rId14" Type="http://schemas.openxmlformats.org/officeDocument/2006/relationships/customXml" Target="../ink/ink1487.xml"/><Relationship Id="rId35" Type="http://schemas.openxmlformats.org/officeDocument/2006/relationships/image" Target="../media/image1376.png"/><Relationship Id="rId56" Type="http://schemas.openxmlformats.org/officeDocument/2006/relationships/customXml" Target="../ink/ink1508.xml"/><Relationship Id="rId77" Type="http://schemas.openxmlformats.org/officeDocument/2006/relationships/image" Target="../media/image1397.png"/><Relationship Id="rId100" Type="http://schemas.openxmlformats.org/officeDocument/2006/relationships/customXml" Target="../ink/ink1530.xml"/><Relationship Id="rId8" Type="http://schemas.openxmlformats.org/officeDocument/2006/relationships/customXml" Target="../ink/ink1484.xml"/><Relationship Id="rId98" Type="http://schemas.openxmlformats.org/officeDocument/2006/relationships/customXml" Target="../ink/ink1529.xml"/><Relationship Id="rId121" Type="http://schemas.openxmlformats.org/officeDocument/2006/relationships/image" Target="../media/image1419.png"/><Relationship Id="rId142" Type="http://schemas.openxmlformats.org/officeDocument/2006/relationships/customXml" Target="../ink/ink1551.xml"/><Relationship Id="rId163" Type="http://schemas.openxmlformats.org/officeDocument/2006/relationships/image" Target="../media/image743.png"/><Relationship Id="rId184" Type="http://schemas.openxmlformats.org/officeDocument/2006/relationships/customXml" Target="../ink/ink1572.xml"/><Relationship Id="rId219" Type="http://schemas.openxmlformats.org/officeDocument/2006/relationships/image" Target="../media/image1467.png"/><Relationship Id="rId230" Type="http://schemas.openxmlformats.org/officeDocument/2006/relationships/customXml" Target="../ink/ink1595.xml"/><Relationship Id="rId25" Type="http://schemas.openxmlformats.org/officeDocument/2006/relationships/image" Target="../media/image1371.png"/><Relationship Id="rId46" Type="http://schemas.openxmlformats.org/officeDocument/2006/relationships/customXml" Target="../ink/ink1503.xml"/><Relationship Id="rId67" Type="http://schemas.openxmlformats.org/officeDocument/2006/relationships/image" Target="../media/image1392.png"/><Relationship Id="rId20" Type="http://schemas.openxmlformats.org/officeDocument/2006/relationships/customXml" Target="../ink/ink1490.xml"/><Relationship Id="rId41" Type="http://schemas.openxmlformats.org/officeDocument/2006/relationships/image" Target="../media/image1379.png"/><Relationship Id="rId62" Type="http://schemas.openxmlformats.org/officeDocument/2006/relationships/customXml" Target="../ink/ink1511.xml"/><Relationship Id="rId83" Type="http://schemas.openxmlformats.org/officeDocument/2006/relationships/image" Target="../media/image1400.png"/><Relationship Id="rId88" Type="http://schemas.openxmlformats.org/officeDocument/2006/relationships/customXml" Target="../ink/ink1524.xml"/><Relationship Id="rId111" Type="http://schemas.openxmlformats.org/officeDocument/2006/relationships/image" Target="../media/image1414.png"/><Relationship Id="rId132" Type="http://schemas.openxmlformats.org/officeDocument/2006/relationships/customXml" Target="../ink/ink1546.xml"/><Relationship Id="rId153" Type="http://schemas.openxmlformats.org/officeDocument/2006/relationships/image" Target="../media/image1435.png"/><Relationship Id="rId174" Type="http://schemas.openxmlformats.org/officeDocument/2006/relationships/customXml" Target="../ink/ink1567.xml"/><Relationship Id="rId179" Type="http://schemas.openxmlformats.org/officeDocument/2006/relationships/image" Target="../media/image1447.png"/><Relationship Id="rId195" Type="http://schemas.openxmlformats.org/officeDocument/2006/relationships/image" Target="../media/image1455.png"/><Relationship Id="rId209" Type="http://schemas.openxmlformats.org/officeDocument/2006/relationships/image" Target="../media/image1462.png"/><Relationship Id="rId190" Type="http://schemas.openxmlformats.org/officeDocument/2006/relationships/customXml" Target="../ink/ink1575.xml"/><Relationship Id="rId204" Type="http://schemas.openxmlformats.org/officeDocument/2006/relationships/customXml" Target="../ink/ink1582.xml"/><Relationship Id="rId220" Type="http://schemas.openxmlformats.org/officeDocument/2006/relationships/customXml" Target="../ink/ink1590.xml"/><Relationship Id="rId225" Type="http://schemas.openxmlformats.org/officeDocument/2006/relationships/image" Target="../media/image1470.png"/><Relationship Id="rId15" Type="http://schemas.openxmlformats.org/officeDocument/2006/relationships/image" Target="../media/image1366.png"/><Relationship Id="rId36" Type="http://schemas.openxmlformats.org/officeDocument/2006/relationships/customXml" Target="../ink/ink1498.xml"/><Relationship Id="rId57" Type="http://schemas.openxmlformats.org/officeDocument/2006/relationships/image" Target="../media/image1387.png"/><Relationship Id="rId106" Type="http://schemas.openxmlformats.org/officeDocument/2006/relationships/customXml" Target="../ink/ink1533.xml"/><Relationship Id="rId127" Type="http://schemas.openxmlformats.org/officeDocument/2006/relationships/image" Target="../media/image1422.png"/><Relationship Id="rId10" Type="http://schemas.openxmlformats.org/officeDocument/2006/relationships/customXml" Target="../ink/ink1485.xml"/><Relationship Id="rId31" Type="http://schemas.openxmlformats.org/officeDocument/2006/relationships/image" Target="../media/image1374.png"/><Relationship Id="rId52" Type="http://schemas.openxmlformats.org/officeDocument/2006/relationships/customXml" Target="../ink/ink1506.xml"/><Relationship Id="rId73" Type="http://schemas.openxmlformats.org/officeDocument/2006/relationships/image" Target="../media/image1395.png"/><Relationship Id="rId78" Type="http://schemas.openxmlformats.org/officeDocument/2006/relationships/customXml" Target="../ink/ink1519.xml"/><Relationship Id="rId94" Type="http://schemas.openxmlformats.org/officeDocument/2006/relationships/customXml" Target="../ink/ink1527.xml"/><Relationship Id="rId99" Type="http://schemas.openxmlformats.org/officeDocument/2006/relationships/image" Target="../media/image1408.png"/><Relationship Id="rId101" Type="http://schemas.openxmlformats.org/officeDocument/2006/relationships/image" Target="../media/image1409.png"/><Relationship Id="rId122" Type="http://schemas.openxmlformats.org/officeDocument/2006/relationships/customXml" Target="../ink/ink1541.xml"/><Relationship Id="rId143" Type="http://schemas.openxmlformats.org/officeDocument/2006/relationships/image" Target="../media/image1430.png"/><Relationship Id="rId148" Type="http://schemas.openxmlformats.org/officeDocument/2006/relationships/customXml" Target="../ink/ink1554.xml"/><Relationship Id="rId164" Type="http://schemas.openxmlformats.org/officeDocument/2006/relationships/customXml" Target="../ink/ink1562.xml"/><Relationship Id="rId169" Type="http://schemas.openxmlformats.org/officeDocument/2006/relationships/image" Target="../media/image1442.png"/><Relationship Id="rId185" Type="http://schemas.openxmlformats.org/officeDocument/2006/relationships/image" Target="../media/image1450.png"/><Relationship Id="rId4" Type="http://schemas.openxmlformats.org/officeDocument/2006/relationships/customXml" Target="../ink/ink1482.xml"/><Relationship Id="rId9" Type="http://schemas.openxmlformats.org/officeDocument/2006/relationships/image" Target="../media/image1363.png"/><Relationship Id="rId180" Type="http://schemas.openxmlformats.org/officeDocument/2006/relationships/customXml" Target="../ink/ink1570.xml"/><Relationship Id="rId210" Type="http://schemas.openxmlformats.org/officeDocument/2006/relationships/customXml" Target="../ink/ink1585.xml"/><Relationship Id="rId215" Type="http://schemas.openxmlformats.org/officeDocument/2006/relationships/image" Target="../media/image1465.png"/><Relationship Id="rId26" Type="http://schemas.openxmlformats.org/officeDocument/2006/relationships/customXml" Target="../ink/ink1493.xml"/><Relationship Id="rId231" Type="http://schemas.openxmlformats.org/officeDocument/2006/relationships/image" Target="../media/image1473.png"/><Relationship Id="rId47" Type="http://schemas.openxmlformats.org/officeDocument/2006/relationships/image" Target="../media/image1382.png"/><Relationship Id="rId68" Type="http://schemas.openxmlformats.org/officeDocument/2006/relationships/customXml" Target="../ink/ink1514.xml"/><Relationship Id="rId89" Type="http://schemas.openxmlformats.org/officeDocument/2006/relationships/image" Target="../media/image1403.png"/><Relationship Id="rId112" Type="http://schemas.openxmlformats.org/officeDocument/2006/relationships/customXml" Target="../ink/ink1536.xml"/><Relationship Id="rId133" Type="http://schemas.openxmlformats.org/officeDocument/2006/relationships/image" Target="../media/image1425.png"/><Relationship Id="rId154" Type="http://schemas.openxmlformats.org/officeDocument/2006/relationships/customXml" Target="../ink/ink1557.xml"/><Relationship Id="rId175" Type="http://schemas.openxmlformats.org/officeDocument/2006/relationships/image" Target="../media/image1445.png"/><Relationship Id="rId196" Type="http://schemas.openxmlformats.org/officeDocument/2006/relationships/customXml" Target="../ink/ink1578.xml"/><Relationship Id="rId200" Type="http://schemas.openxmlformats.org/officeDocument/2006/relationships/customXml" Target="../ink/ink1580.xml"/><Relationship Id="rId16" Type="http://schemas.openxmlformats.org/officeDocument/2006/relationships/customXml" Target="../ink/ink1488.xml"/><Relationship Id="rId221" Type="http://schemas.openxmlformats.org/officeDocument/2006/relationships/image" Target="../media/image1468.png"/><Relationship Id="rId37" Type="http://schemas.openxmlformats.org/officeDocument/2006/relationships/image" Target="../media/image1377.png"/><Relationship Id="rId58" Type="http://schemas.openxmlformats.org/officeDocument/2006/relationships/customXml" Target="../ink/ink1509.xml"/><Relationship Id="rId79" Type="http://schemas.openxmlformats.org/officeDocument/2006/relationships/image" Target="../media/image1398.png"/><Relationship Id="rId102" Type="http://schemas.openxmlformats.org/officeDocument/2006/relationships/customXml" Target="../ink/ink1531.xml"/><Relationship Id="rId123" Type="http://schemas.openxmlformats.org/officeDocument/2006/relationships/image" Target="../media/image1420.png"/><Relationship Id="rId144" Type="http://schemas.openxmlformats.org/officeDocument/2006/relationships/customXml" Target="../ink/ink1552.xml"/><Relationship Id="rId90" Type="http://schemas.openxmlformats.org/officeDocument/2006/relationships/customXml" Target="../ink/ink1525.xml"/><Relationship Id="rId165" Type="http://schemas.openxmlformats.org/officeDocument/2006/relationships/image" Target="../media/image1440.png"/><Relationship Id="rId186" Type="http://schemas.openxmlformats.org/officeDocument/2006/relationships/customXml" Target="../ink/ink1573.xml"/><Relationship Id="rId211" Type="http://schemas.openxmlformats.org/officeDocument/2006/relationships/image" Target="../media/image1463.png"/><Relationship Id="rId232" Type="http://schemas.openxmlformats.org/officeDocument/2006/relationships/customXml" Target="../ink/ink1596.xml"/><Relationship Id="rId27" Type="http://schemas.openxmlformats.org/officeDocument/2006/relationships/image" Target="../media/image1372.png"/><Relationship Id="rId48" Type="http://schemas.openxmlformats.org/officeDocument/2006/relationships/customXml" Target="../ink/ink1504.xml"/><Relationship Id="rId69" Type="http://schemas.openxmlformats.org/officeDocument/2006/relationships/image" Target="../media/image1393.png"/><Relationship Id="rId113" Type="http://schemas.openxmlformats.org/officeDocument/2006/relationships/image" Target="../media/image1415.png"/><Relationship Id="rId134" Type="http://schemas.openxmlformats.org/officeDocument/2006/relationships/customXml" Target="../ink/ink1547.xml"/><Relationship Id="rId80" Type="http://schemas.openxmlformats.org/officeDocument/2006/relationships/customXml" Target="../ink/ink1520.xml"/><Relationship Id="rId155" Type="http://schemas.openxmlformats.org/officeDocument/2006/relationships/image" Target="../media/image1436.png"/><Relationship Id="rId176" Type="http://schemas.openxmlformats.org/officeDocument/2006/relationships/customXml" Target="../ink/ink1568.xml"/><Relationship Id="rId197" Type="http://schemas.openxmlformats.org/officeDocument/2006/relationships/image" Target="../media/image1456.png"/><Relationship Id="rId201" Type="http://schemas.openxmlformats.org/officeDocument/2006/relationships/image" Target="../media/image1458.png"/><Relationship Id="rId222" Type="http://schemas.openxmlformats.org/officeDocument/2006/relationships/customXml" Target="../ink/ink1591.xml"/><Relationship Id="rId17" Type="http://schemas.openxmlformats.org/officeDocument/2006/relationships/image" Target="../media/image1367.png"/><Relationship Id="rId38" Type="http://schemas.openxmlformats.org/officeDocument/2006/relationships/customXml" Target="../ink/ink1499.xml"/><Relationship Id="rId59" Type="http://schemas.openxmlformats.org/officeDocument/2006/relationships/image" Target="../media/image1388.png"/><Relationship Id="rId103" Type="http://schemas.openxmlformats.org/officeDocument/2006/relationships/image" Target="../media/image1410.png"/><Relationship Id="rId124" Type="http://schemas.openxmlformats.org/officeDocument/2006/relationships/customXml" Target="../ink/ink1542.xml"/><Relationship Id="rId70" Type="http://schemas.openxmlformats.org/officeDocument/2006/relationships/customXml" Target="../ink/ink1515.xml"/><Relationship Id="rId91" Type="http://schemas.openxmlformats.org/officeDocument/2006/relationships/image" Target="../media/image1404.png"/><Relationship Id="rId145" Type="http://schemas.openxmlformats.org/officeDocument/2006/relationships/image" Target="../media/image1431.png"/><Relationship Id="rId166" Type="http://schemas.openxmlformats.org/officeDocument/2006/relationships/customXml" Target="../ink/ink1563.xml"/><Relationship Id="rId187" Type="http://schemas.openxmlformats.org/officeDocument/2006/relationships/image" Target="../media/image145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86.xml"/><Relationship Id="rId233" Type="http://schemas.openxmlformats.org/officeDocument/2006/relationships/image" Target="../media/image744.png"/><Relationship Id="rId28" Type="http://schemas.openxmlformats.org/officeDocument/2006/relationships/customXml" Target="../ink/ink1494.xml"/><Relationship Id="rId49" Type="http://schemas.openxmlformats.org/officeDocument/2006/relationships/image" Target="../media/image1383.png"/><Relationship Id="rId114" Type="http://schemas.openxmlformats.org/officeDocument/2006/relationships/customXml" Target="../ink/ink1537.xml"/><Relationship Id="rId60" Type="http://schemas.openxmlformats.org/officeDocument/2006/relationships/customXml" Target="../ink/ink1510.xml"/><Relationship Id="rId81" Type="http://schemas.openxmlformats.org/officeDocument/2006/relationships/image" Target="../media/image1399.png"/><Relationship Id="rId135" Type="http://schemas.openxmlformats.org/officeDocument/2006/relationships/image" Target="../media/image1426.png"/><Relationship Id="rId156" Type="http://schemas.openxmlformats.org/officeDocument/2006/relationships/customXml" Target="../ink/ink1558.xml"/><Relationship Id="rId177" Type="http://schemas.openxmlformats.org/officeDocument/2006/relationships/image" Target="../media/image1446.png"/><Relationship Id="rId198" Type="http://schemas.openxmlformats.org/officeDocument/2006/relationships/customXml" Target="../ink/ink1579.xml"/><Relationship Id="rId202" Type="http://schemas.openxmlformats.org/officeDocument/2006/relationships/customXml" Target="../ink/ink1581.xml"/><Relationship Id="rId223" Type="http://schemas.openxmlformats.org/officeDocument/2006/relationships/image" Target="../media/image1469.png"/><Relationship Id="rId18" Type="http://schemas.openxmlformats.org/officeDocument/2006/relationships/customXml" Target="../ink/ink1489.xml"/><Relationship Id="rId39" Type="http://schemas.openxmlformats.org/officeDocument/2006/relationships/image" Target="../media/image1378.png"/><Relationship Id="rId50" Type="http://schemas.openxmlformats.org/officeDocument/2006/relationships/customXml" Target="../ink/ink1505.xml"/><Relationship Id="rId104" Type="http://schemas.openxmlformats.org/officeDocument/2006/relationships/customXml" Target="../ink/ink1532.xml"/><Relationship Id="rId125" Type="http://schemas.openxmlformats.org/officeDocument/2006/relationships/image" Target="../media/image1421.png"/><Relationship Id="rId146" Type="http://schemas.openxmlformats.org/officeDocument/2006/relationships/customXml" Target="../ink/ink1553.xml"/><Relationship Id="rId167" Type="http://schemas.openxmlformats.org/officeDocument/2006/relationships/image" Target="../media/image1441.png"/><Relationship Id="rId188" Type="http://schemas.openxmlformats.org/officeDocument/2006/relationships/customXml" Target="../ink/ink1574.xml"/><Relationship Id="rId71" Type="http://schemas.openxmlformats.org/officeDocument/2006/relationships/image" Target="../media/image1394.png"/><Relationship Id="rId92" Type="http://schemas.openxmlformats.org/officeDocument/2006/relationships/customXml" Target="../ink/ink1526.xml"/><Relationship Id="rId213" Type="http://schemas.openxmlformats.org/officeDocument/2006/relationships/image" Target="../media/image1464.png"/><Relationship Id="rId2" Type="http://schemas.openxmlformats.org/officeDocument/2006/relationships/customXml" Target="../ink/ink1481.xml"/><Relationship Id="rId29" Type="http://schemas.openxmlformats.org/officeDocument/2006/relationships/image" Target="../media/image1373.png"/><Relationship Id="rId40" Type="http://schemas.openxmlformats.org/officeDocument/2006/relationships/customXml" Target="../ink/ink1500.xml"/><Relationship Id="rId115" Type="http://schemas.openxmlformats.org/officeDocument/2006/relationships/image" Target="../media/image1416.png"/><Relationship Id="rId136" Type="http://schemas.openxmlformats.org/officeDocument/2006/relationships/customXml" Target="../ink/ink1548.xml"/><Relationship Id="rId157" Type="http://schemas.openxmlformats.org/officeDocument/2006/relationships/image" Target="../media/image1437.png"/><Relationship Id="rId178" Type="http://schemas.openxmlformats.org/officeDocument/2006/relationships/customXml" Target="../ink/ink1569.xml"/><Relationship Id="rId61" Type="http://schemas.openxmlformats.org/officeDocument/2006/relationships/image" Target="../media/image1389.png"/><Relationship Id="rId82" Type="http://schemas.openxmlformats.org/officeDocument/2006/relationships/customXml" Target="../ink/ink1521.xml"/><Relationship Id="rId199" Type="http://schemas.openxmlformats.org/officeDocument/2006/relationships/image" Target="../media/image1457.png"/><Relationship Id="rId203" Type="http://schemas.openxmlformats.org/officeDocument/2006/relationships/image" Target="../media/image1459.png"/><Relationship Id="rId19" Type="http://schemas.openxmlformats.org/officeDocument/2006/relationships/image" Target="../media/image1368.png"/><Relationship Id="rId224" Type="http://schemas.openxmlformats.org/officeDocument/2006/relationships/customXml" Target="../ink/ink1592.xml"/><Relationship Id="rId30" Type="http://schemas.openxmlformats.org/officeDocument/2006/relationships/customXml" Target="../ink/ink1495.xml"/><Relationship Id="rId105" Type="http://schemas.openxmlformats.org/officeDocument/2006/relationships/image" Target="../media/image1411.png"/><Relationship Id="rId126" Type="http://schemas.openxmlformats.org/officeDocument/2006/relationships/customXml" Target="../ink/ink1543.xml"/><Relationship Id="rId147" Type="http://schemas.openxmlformats.org/officeDocument/2006/relationships/image" Target="../media/image1432.png"/><Relationship Id="rId168" Type="http://schemas.openxmlformats.org/officeDocument/2006/relationships/customXml" Target="../ink/ink1564.xml"/><Relationship Id="rId51" Type="http://schemas.openxmlformats.org/officeDocument/2006/relationships/image" Target="../media/image1384.png"/><Relationship Id="rId72" Type="http://schemas.openxmlformats.org/officeDocument/2006/relationships/customXml" Target="../ink/ink1516.xml"/><Relationship Id="rId93" Type="http://schemas.openxmlformats.org/officeDocument/2006/relationships/image" Target="../media/image1405.png"/><Relationship Id="rId189" Type="http://schemas.openxmlformats.org/officeDocument/2006/relationships/image" Target="../media/image1452.png"/><Relationship Id="rId3" Type="http://schemas.openxmlformats.org/officeDocument/2006/relationships/image" Target="../media/image1360.png"/><Relationship Id="rId214" Type="http://schemas.openxmlformats.org/officeDocument/2006/relationships/customXml" Target="../ink/ink1587.xml"/><Relationship Id="rId116" Type="http://schemas.openxmlformats.org/officeDocument/2006/relationships/customXml" Target="../ink/ink1538.xml"/><Relationship Id="rId137" Type="http://schemas.openxmlformats.org/officeDocument/2006/relationships/image" Target="../media/image1427.png"/><Relationship Id="rId158" Type="http://schemas.openxmlformats.org/officeDocument/2006/relationships/customXml" Target="../ink/ink1559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1.png"/><Relationship Id="rId299" Type="http://schemas.openxmlformats.org/officeDocument/2006/relationships/image" Target="../media/image1620.png"/><Relationship Id="rId21" Type="http://schemas.openxmlformats.org/officeDocument/2006/relationships/image" Target="../media/image1483.png"/><Relationship Id="rId63" Type="http://schemas.openxmlformats.org/officeDocument/2006/relationships/image" Target="../media/image1504.png"/><Relationship Id="rId159" Type="http://schemas.openxmlformats.org/officeDocument/2006/relationships/image" Target="../media/image1550.png"/><Relationship Id="rId324" Type="http://schemas.openxmlformats.org/officeDocument/2006/relationships/customXml" Target="../ink/ink1758.xml"/><Relationship Id="rId170" Type="http://schemas.openxmlformats.org/officeDocument/2006/relationships/customXml" Target="../ink/ink1681.xml"/><Relationship Id="rId226" Type="http://schemas.openxmlformats.org/officeDocument/2006/relationships/customXml" Target="../ink/ink1709.xml"/><Relationship Id="rId268" Type="http://schemas.openxmlformats.org/officeDocument/2006/relationships/customXml" Target="../ink/ink1730.xml"/><Relationship Id="rId32" Type="http://schemas.openxmlformats.org/officeDocument/2006/relationships/customXml" Target="../ink/ink1612.xml"/><Relationship Id="rId74" Type="http://schemas.openxmlformats.org/officeDocument/2006/relationships/customXml" Target="../ink/ink1633.xml"/><Relationship Id="rId128" Type="http://schemas.openxmlformats.org/officeDocument/2006/relationships/customXml" Target="../ink/ink1660.xml"/><Relationship Id="rId335" Type="http://schemas.openxmlformats.org/officeDocument/2006/relationships/image" Target="../media/image1637.png"/><Relationship Id="rId5" Type="http://schemas.openxmlformats.org/officeDocument/2006/relationships/image" Target="../media/image1475.png"/><Relationship Id="rId181" Type="http://schemas.openxmlformats.org/officeDocument/2006/relationships/image" Target="../media/image1561.png"/><Relationship Id="rId237" Type="http://schemas.openxmlformats.org/officeDocument/2006/relationships/image" Target="../media/image1589.png"/><Relationship Id="rId279" Type="http://schemas.openxmlformats.org/officeDocument/2006/relationships/image" Target="../media/image1610.png"/><Relationship Id="rId43" Type="http://schemas.openxmlformats.org/officeDocument/2006/relationships/image" Target="../media/image1494.png"/><Relationship Id="rId139" Type="http://schemas.openxmlformats.org/officeDocument/2006/relationships/image" Target="../media/image1542.png"/><Relationship Id="rId290" Type="http://schemas.openxmlformats.org/officeDocument/2006/relationships/customXml" Target="../ink/ink1741.xml"/><Relationship Id="rId304" Type="http://schemas.openxmlformats.org/officeDocument/2006/relationships/customXml" Target="../ink/ink1748.xml"/><Relationship Id="rId346" Type="http://schemas.openxmlformats.org/officeDocument/2006/relationships/customXml" Target="../ink/ink1769.xml"/><Relationship Id="rId85" Type="http://schemas.openxmlformats.org/officeDocument/2006/relationships/image" Target="../media/image1515.png"/><Relationship Id="rId150" Type="http://schemas.openxmlformats.org/officeDocument/2006/relationships/customXml" Target="../ink/ink1671.xml"/><Relationship Id="rId192" Type="http://schemas.openxmlformats.org/officeDocument/2006/relationships/customXml" Target="../ink/ink1692.xml"/><Relationship Id="rId206" Type="http://schemas.openxmlformats.org/officeDocument/2006/relationships/customXml" Target="../ink/ink1699.xml"/><Relationship Id="rId248" Type="http://schemas.openxmlformats.org/officeDocument/2006/relationships/customXml" Target="../ink/ink1720.xml"/><Relationship Id="rId12" Type="http://schemas.openxmlformats.org/officeDocument/2006/relationships/customXml" Target="../ink/ink1602.xml"/><Relationship Id="rId108" Type="http://schemas.openxmlformats.org/officeDocument/2006/relationships/customXml" Target="../ink/ink1650.xml"/><Relationship Id="rId315" Type="http://schemas.openxmlformats.org/officeDocument/2006/relationships/image" Target="../media/image1628.png"/><Relationship Id="rId357" Type="http://schemas.openxmlformats.org/officeDocument/2006/relationships/image" Target="../media/image1648.png"/><Relationship Id="rId54" Type="http://schemas.openxmlformats.org/officeDocument/2006/relationships/customXml" Target="../ink/ink1623.xml"/><Relationship Id="rId96" Type="http://schemas.openxmlformats.org/officeDocument/2006/relationships/customXml" Target="../ink/ink1644.xml"/><Relationship Id="rId161" Type="http://schemas.openxmlformats.org/officeDocument/2006/relationships/image" Target="../media/image1551.png"/><Relationship Id="rId217" Type="http://schemas.openxmlformats.org/officeDocument/2006/relationships/image" Target="../media/image1579.png"/><Relationship Id="rId259" Type="http://schemas.openxmlformats.org/officeDocument/2006/relationships/image" Target="../media/image1600.png"/><Relationship Id="rId23" Type="http://schemas.openxmlformats.org/officeDocument/2006/relationships/image" Target="../media/image1484.png"/><Relationship Id="rId119" Type="http://schemas.openxmlformats.org/officeDocument/2006/relationships/image" Target="../media/image1532.png"/><Relationship Id="rId270" Type="http://schemas.openxmlformats.org/officeDocument/2006/relationships/customXml" Target="../ink/ink1731.xml"/><Relationship Id="rId326" Type="http://schemas.openxmlformats.org/officeDocument/2006/relationships/customXml" Target="../ink/ink1759.xml"/><Relationship Id="rId65" Type="http://schemas.openxmlformats.org/officeDocument/2006/relationships/image" Target="../media/image1505.png"/><Relationship Id="rId130" Type="http://schemas.openxmlformats.org/officeDocument/2006/relationships/customXml" Target="../ink/ink1661.xml"/><Relationship Id="rId172" Type="http://schemas.openxmlformats.org/officeDocument/2006/relationships/customXml" Target="../ink/ink1682.xml"/><Relationship Id="rId228" Type="http://schemas.openxmlformats.org/officeDocument/2006/relationships/customXml" Target="../ink/ink1710.xml"/><Relationship Id="rId281" Type="http://schemas.openxmlformats.org/officeDocument/2006/relationships/image" Target="../media/image1611.png"/><Relationship Id="rId337" Type="http://schemas.openxmlformats.org/officeDocument/2006/relationships/image" Target="../media/image1638.png"/><Relationship Id="rId34" Type="http://schemas.openxmlformats.org/officeDocument/2006/relationships/customXml" Target="../ink/ink1613.xml"/><Relationship Id="rId76" Type="http://schemas.openxmlformats.org/officeDocument/2006/relationships/customXml" Target="../ink/ink1634.xml"/><Relationship Id="rId141" Type="http://schemas.openxmlformats.org/officeDocument/2006/relationships/image" Target="../media/image1543.png"/><Relationship Id="rId7" Type="http://schemas.openxmlformats.org/officeDocument/2006/relationships/image" Target="../media/image1476.png"/><Relationship Id="rId183" Type="http://schemas.openxmlformats.org/officeDocument/2006/relationships/image" Target="../media/image1562.png"/><Relationship Id="rId239" Type="http://schemas.openxmlformats.org/officeDocument/2006/relationships/image" Target="../media/image1590.png"/><Relationship Id="rId250" Type="http://schemas.openxmlformats.org/officeDocument/2006/relationships/customXml" Target="../ink/ink1721.xml"/><Relationship Id="rId292" Type="http://schemas.openxmlformats.org/officeDocument/2006/relationships/customXml" Target="../ink/ink1742.xml"/><Relationship Id="rId306" Type="http://schemas.openxmlformats.org/officeDocument/2006/relationships/customXml" Target="../ink/ink1749.xml"/><Relationship Id="rId45" Type="http://schemas.openxmlformats.org/officeDocument/2006/relationships/image" Target="../media/image1495.png"/><Relationship Id="rId87" Type="http://schemas.openxmlformats.org/officeDocument/2006/relationships/image" Target="../media/image1516.png"/><Relationship Id="rId110" Type="http://schemas.openxmlformats.org/officeDocument/2006/relationships/customXml" Target="../ink/ink1651.xml"/><Relationship Id="rId348" Type="http://schemas.openxmlformats.org/officeDocument/2006/relationships/customXml" Target="../ink/ink1770.xml"/><Relationship Id="rId152" Type="http://schemas.openxmlformats.org/officeDocument/2006/relationships/customXml" Target="../ink/ink1672.xml"/><Relationship Id="rId194" Type="http://schemas.openxmlformats.org/officeDocument/2006/relationships/customXml" Target="../ink/ink1693.xml"/><Relationship Id="rId208" Type="http://schemas.openxmlformats.org/officeDocument/2006/relationships/customXml" Target="../ink/ink1700.xml"/><Relationship Id="rId261" Type="http://schemas.openxmlformats.org/officeDocument/2006/relationships/image" Target="../media/image1601.png"/><Relationship Id="rId14" Type="http://schemas.openxmlformats.org/officeDocument/2006/relationships/customXml" Target="../ink/ink1603.xml"/><Relationship Id="rId56" Type="http://schemas.openxmlformats.org/officeDocument/2006/relationships/customXml" Target="../ink/ink1624.xml"/><Relationship Id="rId317" Type="http://schemas.openxmlformats.org/officeDocument/2006/relationships/image" Target="../media/image749.png"/><Relationship Id="rId359" Type="http://schemas.openxmlformats.org/officeDocument/2006/relationships/image" Target="../media/image1649.png"/><Relationship Id="rId98" Type="http://schemas.openxmlformats.org/officeDocument/2006/relationships/customXml" Target="../ink/ink1645.xml"/><Relationship Id="rId121" Type="http://schemas.openxmlformats.org/officeDocument/2006/relationships/image" Target="../media/image1533.png"/><Relationship Id="rId163" Type="http://schemas.openxmlformats.org/officeDocument/2006/relationships/image" Target="../media/image1552.png"/><Relationship Id="rId219" Type="http://schemas.openxmlformats.org/officeDocument/2006/relationships/image" Target="../media/image1580.png"/><Relationship Id="rId230" Type="http://schemas.openxmlformats.org/officeDocument/2006/relationships/customXml" Target="../ink/ink1711.xml"/><Relationship Id="rId25" Type="http://schemas.openxmlformats.org/officeDocument/2006/relationships/image" Target="../media/image1485.png"/><Relationship Id="rId67" Type="http://schemas.openxmlformats.org/officeDocument/2006/relationships/image" Target="../media/image1506.png"/><Relationship Id="rId272" Type="http://schemas.openxmlformats.org/officeDocument/2006/relationships/customXml" Target="../ink/ink1732.xml"/><Relationship Id="rId328" Type="http://schemas.openxmlformats.org/officeDocument/2006/relationships/customXml" Target="../ink/ink1760.xml"/><Relationship Id="rId88" Type="http://schemas.openxmlformats.org/officeDocument/2006/relationships/customXml" Target="../ink/ink1640.xml"/><Relationship Id="rId111" Type="http://schemas.openxmlformats.org/officeDocument/2006/relationships/image" Target="../media/image1528.png"/><Relationship Id="rId132" Type="http://schemas.openxmlformats.org/officeDocument/2006/relationships/customXml" Target="../ink/ink1662.xml"/><Relationship Id="rId153" Type="http://schemas.openxmlformats.org/officeDocument/2006/relationships/image" Target="../media/image1547.png"/><Relationship Id="rId174" Type="http://schemas.openxmlformats.org/officeDocument/2006/relationships/customXml" Target="../ink/ink1683.xml"/><Relationship Id="rId195" Type="http://schemas.openxmlformats.org/officeDocument/2006/relationships/image" Target="../media/image1568.png"/><Relationship Id="rId209" Type="http://schemas.openxmlformats.org/officeDocument/2006/relationships/image" Target="../media/image1575.png"/><Relationship Id="rId360" Type="http://schemas.openxmlformats.org/officeDocument/2006/relationships/customXml" Target="../ink/ink1776.xml"/><Relationship Id="rId220" Type="http://schemas.openxmlformats.org/officeDocument/2006/relationships/customXml" Target="../ink/ink1706.xml"/><Relationship Id="rId241" Type="http://schemas.openxmlformats.org/officeDocument/2006/relationships/image" Target="../media/image1591.png"/><Relationship Id="rId15" Type="http://schemas.openxmlformats.org/officeDocument/2006/relationships/image" Target="../media/image1480.png"/><Relationship Id="rId36" Type="http://schemas.openxmlformats.org/officeDocument/2006/relationships/customXml" Target="../ink/ink1614.xml"/><Relationship Id="rId57" Type="http://schemas.openxmlformats.org/officeDocument/2006/relationships/image" Target="../media/image1501.png"/><Relationship Id="rId262" Type="http://schemas.openxmlformats.org/officeDocument/2006/relationships/customXml" Target="../ink/ink1727.xml"/><Relationship Id="rId283" Type="http://schemas.openxmlformats.org/officeDocument/2006/relationships/image" Target="../media/image1612.png"/><Relationship Id="rId318" Type="http://schemas.openxmlformats.org/officeDocument/2006/relationships/customXml" Target="../ink/ink1755.xml"/><Relationship Id="rId339" Type="http://schemas.openxmlformats.org/officeDocument/2006/relationships/image" Target="../media/image1639.png"/><Relationship Id="rId78" Type="http://schemas.openxmlformats.org/officeDocument/2006/relationships/customXml" Target="../ink/ink1635.xml"/><Relationship Id="rId99" Type="http://schemas.openxmlformats.org/officeDocument/2006/relationships/image" Target="../media/image1522.png"/><Relationship Id="rId101" Type="http://schemas.openxmlformats.org/officeDocument/2006/relationships/image" Target="../media/image1523.png"/><Relationship Id="rId122" Type="http://schemas.openxmlformats.org/officeDocument/2006/relationships/customXml" Target="../ink/ink1657.xml"/><Relationship Id="rId143" Type="http://schemas.openxmlformats.org/officeDocument/2006/relationships/image" Target="../media/image1544.png"/><Relationship Id="rId164" Type="http://schemas.openxmlformats.org/officeDocument/2006/relationships/customXml" Target="../ink/ink1678.xml"/><Relationship Id="rId185" Type="http://schemas.openxmlformats.org/officeDocument/2006/relationships/image" Target="../media/image1563.png"/><Relationship Id="rId350" Type="http://schemas.openxmlformats.org/officeDocument/2006/relationships/customXml" Target="../ink/ink1771.xml"/><Relationship Id="rId9" Type="http://schemas.openxmlformats.org/officeDocument/2006/relationships/image" Target="../media/image1477.png"/><Relationship Id="rId210" Type="http://schemas.openxmlformats.org/officeDocument/2006/relationships/customXml" Target="../ink/ink1701.xml"/><Relationship Id="rId26" Type="http://schemas.openxmlformats.org/officeDocument/2006/relationships/customXml" Target="../ink/ink1609.xml"/><Relationship Id="rId231" Type="http://schemas.openxmlformats.org/officeDocument/2006/relationships/image" Target="../media/image1586.png"/><Relationship Id="rId252" Type="http://schemas.openxmlformats.org/officeDocument/2006/relationships/customXml" Target="../ink/ink1722.xml"/><Relationship Id="rId273" Type="http://schemas.openxmlformats.org/officeDocument/2006/relationships/image" Target="../media/image1607.png"/><Relationship Id="rId294" Type="http://schemas.openxmlformats.org/officeDocument/2006/relationships/customXml" Target="../ink/ink1743.xml"/><Relationship Id="rId308" Type="http://schemas.openxmlformats.org/officeDocument/2006/relationships/customXml" Target="../ink/ink1750.xml"/><Relationship Id="rId329" Type="http://schemas.openxmlformats.org/officeDocument/2006/relationships/image" Target="../media/image1634.png"/><Relationship Id="rId47" Type="http://schemas.openxmlformats.org/officeDocument/2006/relationships/image" Target="../media/image1496.png"/><Relationship Id="rId68" Type="http://schemas.openxmlformats.org/officeDocument/2006/relationships/customXml" Target="../ink/ink1630.xml"/><Relationship Id="rId89" Type="http://schemas.openxmlformats.org/officeDocument/2006/relationships/image" Target="../media/image1517.png"/><Relationship Id="rId112" Type="http://schemas.openxmlformats.org/officeDocument/2006/relationships/customXml" Target="../ink/ink1652.xml"/><Relationship Id="rId133" Type="http://schemas.openxmlformats.org/officeDocument/2006/relationships/image" Target="../media/image1539.png"/><Relationship Id="rId154" Type="http://schemas.openxmlformats.org/officeDocument/2006/relationships/customXml" Target="../ink/ink1673.xml"/><Relationship Id="rId175" Type="http://schemas.openxmlformats.org/officeDocument/2006/relationships/image" Target="../media/image1558.png"/><Relationship Id="rId340" Type="http://schemas.openxmlformats.org/officeDocument/2006/relationships/customXml" Target="../ink/ink1766.xml"/><Relationship Id="rId361" Type="http://schemas.openxmlformats.org/officeDocument/2006/relationships/image" Target="../media/image1650.png"/><Relationship Id="rId196" Type="http://schemas.openxmlformats.org/officeDocument/2006/relationships/customXml" Target="../ink/ink1694.xml"/><Relationship Id="rId200" Type="http://schemas.openxmlformats.org/officeDocument/2006/relationships/customXml" Target="../ink/ink1696.xml"/><Relationship Id="rId16" Type="http://schemas.openxmlformats.org/officeDocument/2006/relationships/customXml" Target="../ink/ink1604.xml"/><Relationship Id="rId221" Type="http://schemas.openxmlformats.org/officeDocument/2006/relationships/image" Target="../media/image1581.png"/><Relationship Id="rId242" Type="http://schemas.openxmlformats.org/officeDocument/2006/relationships/customXml" Target="../ink/ink1717.xml"/><Relationship Id="rId263" Type="http://schemas.openxmlformats.org/officeDocument/2006/relationships/image" Target="../media/image1602.png"/><Relationship Id="rId284" Type="http://schemas.openxmlformats.org/officeDocument/2006/relationships/customXml" Target="../ink/ink1738.xml"/><Relationship Id="rId319" Type="http://schemas.openxmlformats.org/officeDocument/2006/relationships/image" Target="../media/image1629.png"/><Relationship Id="rId37" Type="http://schemas.openxmlformats.org/officeDocument/2006/relationships/image" Target="../media/image1491.png"/><Relationship Id="rId58" Type="http://schemas.openxmlformats.org/officeDocument/2006/relationships/customXml" Target="../ink/ink1625.xml"/><Relationship Id="rId79" Type="http://schemas.openxmlformats.org/officeDocument/2006/relationships/image" Target="../media/image1512.png"/><Relationship Id="rId102" Type="http://schemas.openxmlformats.org/officeDocument/2006/relationships/customXml" Target="../ink/ink1647.xml"/><Relationship Id="rId123" Type="http://schemas.openxmlformats.org/officeDocument/2006/relationships/image" Target="../media/image1534.png"/><Relationship Id="rId144" Type="http://schemas.openxmlformats.org/officeDocument/2006/relationships/customXml" Target="../ink/ink1668.xml"/><Relationship Id="rId330" Type="http://schemas.openxmlformats.org/officeDocument/2006/relationships/customXml" Target="../ink/ink1761.xml"/><Relationship Id="rId90" Type="http://schemas.openxmlformats.org/officeDocument/2006/relationships/customXml" Target="../ink/ink1641.xml"/><Relationship Id="rId165" Type="http://schemas.openxmlformats.org/officeDocument/2006/relationships/image" Target="../media/image1553.png"/><Relationship Id="rId186" Type="http://schemas.openxmlformats.org/officeDocument/2006/relationships/customXml" Target="../ink/ink1689.xml"/><Relationship Id="rId351" Type="http://schemas.openxmlformats.org/officeDocument/2006/relationships/image" Target="../media/image1645.png"/><Relationship Id="rId211" Type="http://schemas.openxmlformats.org/officeDocument/2006/relationships/image" Target="../media/image1576.png"/><Relationship Id="rId232" Type="http://schemas.openxmlformats.org/officeDocument/2006/relationships/customXml" Target="../ink/ink1712.xml"/><Relationship Id="rId253" Type="http://schemas.openxmlformats.org/officeDocument/2006/relationships/image" Target="../media/image1597.png"/><Relationship Id="rId274" Type="http://schemas.openxmlformats.org/officeDocument/2006/relationships/customXml" Target="../ink/ink1733.xml"/><Relationship Id="rId295" Type="http://schemas.openxmlformats.org/officeDocument/2006/relationships/image" Target="../media/image1618.png"/><Relationship Id="rId309" Type="http://schemas.openxmlformats.org/officeDocument/2006/relationships/image" Target="../media/image1625.png"/><Relationship Id="rId27" Type="http://schemas.openxmlformats.org/officeDocument/2006/relationships/image" Target="../media/image1486.png"/><Relationship Id="rId48" Type="http://schemas.openxmlformats.org/officeDocument/2006/relationships/customXml" Target="../ink/ink1620.xml"/><Relationship Id="rId69" Type="http://schemas.openxmlformats.org/officeDocument/2006/relationships/image" Target="../media/image1507.png"/><Relationship Id="rId113" Type="http://schemas.openxmlformats.org/officeDocument/2006/relationships/image" Target="../media/image1529.png"/><Relationship Id="rId134" Type="http://schemas.openxmlformats.org/officeDocument/2006/relationships/customXml" Target="../ink/ink1663.xml"/><Relationship Id="rId320" Type="http://schemas.openxmlformats.org/officeDocument/2006/relationships/customXml" Target="../ink/ink1756.xml"/><Relationship Id="rId80" Type="http://schemas.openxmlformats.org/officeDocument/2006/relationships/customXml" Target="../ink/ink1636.xml"/><Relationship Id="rId155" Type="http://schemas.openxmlformats.org/officeDocument/2006/relationships/image" Target="../media/image1548.png"/><Relationship Id="rId176" Type="http://schemas.openxmlformats.org/officeDocument/2006/relationships/customXml" Target="../ink/ink1684.xml"/><Relationship Id="rId197" Type="http://schemas.openxmlformats.org/officeDocument/2006/relationships/image" Target="../media/image1569.png"/><Relationship Id="rId341" Type="http://schemas.openxmlformats.org/officeDocument/2006/relationships/image" Target="../media/image1640.png"/><Relationship Id="rId201" Type="http://schemas.openxmlformats.org/officeDocument/2006/relationships/image" Target="../media/image1571.png"/><Relationship Id="rId222" Type="http://schemas.openxmlformats.org/officeDocument/2006/relationships/customXml" Target="../ink/ink1707.xml"/><Relationship Id="rId243" Type="http://schemas.openxmlformats.org/officeDocument/2006/relationships/image" Target="../media/image1592.png"/><Relationship Id="rId264" Type="http://schemas.openxmlformats.org/officeDocument/2006/relationships/customXml" Target="../ink/ink1728.xml"/><Relationship Id="rId285" Type="http://schemas.openxmlformats.org/officeDocument/2006/relationships/image" Target="../media/image1613.png"/><Relationship Id="rId17" Type="http://schemas.openxmlformats.org/officeDocument/2006/relationships/image" Target="../media/image1481.png"/><Relationship Id="rId38" Type="http://schemas.openxmlformats.org/officeDocument/2006/relationships/customXml" Target="../ink/ink1615.xml"/><Relationship Id="rId59" Type="http://schemas.openxmlformats.org/officeDocument/2006/relationships/image" Target="../media/image1502.png"/><Relationship Id="rId103" Type="http://schemas.openxmlformats.org/officeDocument/2006/relationships/image" Target="../media/image1524.png"/><Relationship Id="rId124" Type="http://schemas.openxmlformats.org/officeDocument/2006/relationships/customXml" Target="../ink/ink1658.xml"/><Relationship Id="rId310" Type="http://schemas.openxmlformats.org/officeDocument/2006/relationships/customXml" Target="../ink/ink1751.xml"/><Relationship Id="rId70" Type="http://schemas.openxmlformats.org/officeDocument/2006/relationships/customXml" Target="../ink/ink1631.xml"/><Relationship Id="rId91" Type="http://schemas.openxmlformats.org/officeDocument/2006/relationships/image" Target="../media/image1518.png"/><Relationship Id="rId145" Type="http://schemas.openxmlformats.org/officeDocument/2006/relationships/image" Target="../media/image1545.png"/><Relationship Id="rId166" Type="http://schemas.openxmlformats.org/officeDocument/2006/relationships/customXml" Target="../ink/ink1679.xml"/><Relationship Id="rId187" Type="http://schemas.openxmlformats.org/officeDocument/2006/relationships/image" Target="../media/image1564.png"/><Relationship Id="rId331" Type="http://schemas.openxmlformats.org/officeDocument/2006/relationships/image" Target="../media/image1635.png"/><Relationship Id="rId352" Type="http://schemas.openxmlformats.org/officeDocument/2006/relationships/customXml" Target="../ink/ink1772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02.xml"/><Relationship Id="rId233" Type="http://schemas.openxmlformats.org/officeDocument/2006/relationships/image" Target="../media/image1587.png"/><Relationship Id="rId254" Type="http://schemas.openxmlformats.org/officeDocument/2006/relationships/customXml" Target="../ink/ink1723.xml"/><Relationship Id="rId28" Type="http://schemas.openxmlformats.org/officeDocument/2006/relationships/customXml" Target="../ink/ink1610.xml"/><Relationship Id="rId49" Type="http://schemas.openxmlformats.org/officeDocument/2006/relationships/image" Target="../media/image1497.png"/><Relationship Id="rId114" Type="http://schemas.openxmlformats.org/officeDocument/2006/relationships/customXml" Target="../ink/ink1653.xml"/><Relationship Id="rId275" Type="http://schemas.openxmlformats.org/officeDocument/2006/relationships/image" Target="../media/image1608.png"/><Relationship Id="rId296" Type="http://schemas.openxmlformats.org/officeDocument/2006/relationships/customXml" Target="../ink/ink1744.xml"/><Relationship Id="rId300" Type="http://schemas.openxmlformats.org/officeDocument/2006/relationships/customXml" Target="../ink/ink1746.xml"/><Relationship Id="rId60" Type="http://schemas.openxmlformats.org/officeDocument/2006/relationships/customXml" Target="../ink/ink1626.xml"/><Relationship Id="rId81" Type="http://schemas.openxmlformats.org/officeDocument/2006/relationships/image" Target="../media/image1513.png"/><Relationship Id="rId135" Type="http://schemas.openxmlformats.org/officeDocument/2006/relationships/image" Target="../media/image1540.png"/><Relationship Id="rId156" Type="http://schemas.openxmlformats.org/officeDocument/2006/relationships/customXml" Target="../ink/ink1674.xml"/><Relationship Id="rId177" Type="http://schemas.openxmlformats.org/officeDocument/2006/relationships/image" Target="../media/image1559.png"/><Relationship Id="rId198" Type="http://schemas.openxmlformats.org/officeDocument/2006/relationships/customXml" Target="../ink/ink1695.xml"/><Relationship Id="rId321" Type="http://schemas.openxmlformats.org/officeDocument/2006/relationships/image" Target="../media/image1630.png"/><Relationship Id="rId342" Type="http://schemas.openxmlformats.org/officeDocument/2006/relationships/customXml" Target="../ink/ink1767.xml"/><Relationship Id="rId202" Type="http://schemas.openxmlformats.org/officeDocument/2006/relationships/customXml" Target="../ink/ink1697.xml"/><Relationship Id="rId223" Type="http://schemas.openxmlformats.org/officeDocument/2006/relationships/image" Target="../media/image1582.png"/><Relationship Id="rId244" Type="http://schemas.openxmlformats.org/officeDocument/2006/relationships/customXml" Target="../ink/ink1718.xml"/><Relationship Id="rId18" Type="http://schemas.openxmlformats.org/officeDocument/2006/relationships/customXml" Target="../ink/ink1605.xml"/><Relationship Id="rId39" Type="http://schemas.openxmlformats.org/officeDocument/2006/relationships/image" Target="../media/image1492.png"/><Relationship Id="rId265" Type="http://schemas.openxmlformats.org/officeDocument/2006/relationships/image" Target="../media/image1603.png"/><Relationship Id="rId286" Type="http://schemas.openxmlformats.org/officeDocument/2006/relationships/customXml" Target="../ink/ink1739.xml"/><Relationship Id="rId50" Type="http://schemas.openxmlformats.org/officeDocument/2006/relationships/customXml" Target="../ink/ink1621.xml"/><Relationship Id="rId104" Type="http://schemas.openxmlformats.org/officeDocument/2006/relationships/customXml" Target="../ink/ink1648.xml"/><Relationship Id="rId125" Type="http://schemas.openxmlformats.org/officeDocument/2006/relationships/image" Target="../media/image1535.png"/><Relationship Id="rId146" Type="http://schemas.openxmlformats.org/officeDocument/2006/relationships/customXml" Target="../ink/ink1669.xml"/><Relationship Id="rId167" Type="http://schemas.openxmlformats.org/officeDocument/2006/relationships/image" Target="../media/image1554.png"/><Relationship Id="rId188" Type="http://schemas.openxmlformats.org/officeDocument/2006/relationships/customXml" Target="../ink/ink1690.xml"/><Relationship Id="rId311" Type="http://schemas.openxmlformats.org/officeDocument/2006/relationships/image" Target="../media/image1626.png"/><Relationship Id="rId332" Type="http://schemas.openxmlformats.org/officeDocument/2006/relationships/customXml" Target="../ink/ink1762.xml"/><Relationship Id="rId353" Type="http://schemas.openxmlformats.org/officeDocument/2006/relationships/image" Target="../media/image1646.png"/><Relationship Id="rId71" Type="http://schemas.openxmlformats.org/officeDocument/2006/relationships/image" Target="../media/image1508.png"/><Relationship Id="rId92" Type="http://schemas.openxmlformats.org/officeDocument/2006/relationships/customXml" Target="../ink/ink1642.xml"/><Relationship Id="rId213" Type="http://schemas.openxmlformats.org/officeDocument/2006/relationships/image" Target="../media/image1577.png"/><Relationship Id="rId234" Type="http://schemas.openxmlformats.org/officeDocument/2006/relationships/customXml" Target="../ink/ink1713.xml"/><Relationship Id="rId2" Type="http://schemas.openxmlformats.org/officeDocument/2006/relationships/customXml" Target="../ink/ink1597.xml"/><Relationship Id="rId29" Type="http://schemas.openxmlformats.org/officeDocument/2006/relationships/image" Target="../media/image1487.png"/><Relationship Id="rId255" Type="http://schemas.openxmlformats.org/officeDocument/2006/relationships/image" Target="../media/image1598.png"/><Relationship Id="rId276" Type="http://schemas.openxmlformats.org/officeDocument/2006/relationships/customXml" Target="../ink/ink1734.xml"/><Relationship Id="rId297" Type="http://schemas.openxmlformats.org/officeDocument/2006/relationships/image" Target="../media/image1619.png"/><Relationship Id="rId40" Type="http://schemas.openxmlformats.org/officeDocument/2006/relationships/customXml" Target="../ink/ink1616.xml"/><Relationship Id="rId115" Type="http://schemas.openxmlformats.org/officeDocument/2006/relationships/image" Target="../media/image1530.png"/><Relationship Id="rId136" Type="http://schemas.openxmlformats.org/officeDocument/2006/relationships/customXml" Target="../ink/ink1664.xml"/><Relationship Id="rId157" Type="http://schemas.openxmlformats.org/officeDocument/2006/relationships/image" Target="../media/image1549.png"/><Relationship Id="rId178" Type="http://schemas.openxmlformats.org/officeDocument/2006/relationships/customXml" Target="../ink/ink1685.xml"/><Relationship Id="rId301" Type="http://schemas.openxmlformats.org/officeDocument/2006/relationships/image" Target="../media/image1621.png"/><Relationship Id="rId322" Type="http://schemas.openxmlformats.org/officeDocument/2006/relationships/customXml" Target="../ink/ink1757.xml"/><Relationship Id="rId343" Type="http://schemas.openxmlformats.org/officeDocument/2006/relationships/image" Target="../media/image1641.png"/><Relationship Id="rId61" Type="http://schemas.openxmlformats.org/officeDocument/2006/relationships/image" Target="../media/image1503.png"/><Relationship Id="rId82" Type="http://schemas.openxmlformats.org/officeDocument/2006/relationships/customXml" Target="../ink/ink1637.xml"/><Relationship Id="rId199" Type="http://schemas.openxmlformats.org/officeDocument/2006/relationships/image" Target="../media/image1570.png"/><Relationship Id="rId203" Type="http://schemas.openxmlformats.org/officeDocument/2006/relationships/image" Target="../media/image1572.png"/><Relationship Id="rId19" Type="http://schemas.openxmlformats.org/officeDocument/2006/relationships/image" Target="../media/image1482.png"/><Relationship Id="rId224" Type="http://schemas.openxmlformats.org/officeDocument/2006/relationships/customXml" Target="../ink/ink1708.xml"/><Relationship Id="rId245" Type="http://schemas.openxmlformats.org/officeDocument/2006/relationships/image" Target="../media/image1593.png"/><Relationship Id="rId266" Type="http://schemas.openxmlformats.org/officeDocument/2006/relationships/customXml" Target="../ink/ink1729.xml"/><Relationship Id="rId287" Type="http://schemas.openxmlformats.org/officeDocument/2006/relationships/image" Target="../media/image1614.png"/><Relationship Id="rId30" Type="http://schemas.openxmlformats.org/officeDocument/2006/relationships/customXml" Target="../ink/ink1611.xml"/><Relationship Id="rId105" Type="http://schemas.openxmlformats.org/officeDocument/2006/relationships/image" Target="../media/image1525.png"/><Relationship Id="rId126" Type="http://schemas.openxmlformats.org/officeDocument/2006/relationships/customXml" Target="../ink/ink1659.xml"/><Relationship Id="rId147" Type="http://schemas.openxmlformats.org/officeDocument/2006/relationships/image" Target="../media/image1546.png"/><Relationship Id="rId168" Type="http://schemas.openxmlformats.org/officeDocument/2006/relationships/customXml" Target="../ink/ink1680.xml"/><Relationship Id="rId312" Type="http://schemas.openxmlformats.org/officeDocument/2006/relationships/customXml" Target="../ink/ink1752.xml"/><Relationship Id="rId333" Type="http://schemas.openxmlformats.org/officeDocument/2006/relationships/image" Target="../media/image1636.png"/><Relationship Id="rId354" Type="http://schemas.openxmlformats.org/officeDocument/2006/relationships/customXml" Target="../ink/ink1773.xml"/><Relationship Id="rId51" Type="http://schemas.openxmlformats.org/officeDocument/2006/relationships/image" Target="../media/image1498.png"/><Relationship Id="rId72" Type="http://schemas.openxmlformats.org/officeDocument/2006/relationships/customXml" Target="../ink/ink1632.xml"/><Relationship Id="rId93" Type="http://schemas.openxmlformats.org/officeDocument/2006/relationships/image" Target="../media/image1519.png"/><Relationship Id="rId189" Type="http://schemas.openxmlformats.org/officeDocument/2006/relationships/image" Target="../media/image1565.png"/><Relationship Id="rId3" Type="http://schemas.openxmlformats.org/officeDocument/2006/relationships/image" Target="../media/image1474.png"/><Relationship Id="rId214" Type="http://schemas.openxmlformats.org/officeDocument/2006/relationships/customXml" Target="../ink/ink1703.xml"/><Relationship Id="rId235" Type="http://schemas.openxmlformats.org/officeDocument/2006/relationships/image" Target="../media/image1588.png"/><Relationship Id="rId256" Type="http://schemas.openxmlformats.org/officeDocument/2006/relationships/customXml" Target="../ink/ink1724.xml"/><Relationship Id="rId277" Type="http://schemas.openxmlformats.org/officeDocument/2006/relationships/image" Target="../media/image1609.png"/><Relationship Id="rId298" Type="http://schemas.openxmlformats.org/officeDocument/2006/relationships/customXml" Target="../ink/ink1745.xml"/><Relationship Id="rId116" Type="http://schemas.openxmlformats.org/officeDocument/2006/relationships/customXml" Target="../ink/ink1654.xml"/><Relationship Id="rId137" Type="http://schemas.openxmlformats.org/officeDocument/2006/relationships/image" Target="../media/image1541.png"/><Relationship Id="rId158" Type="http://schemas.openxmlformats.org/officeDocument/2006/relationships/customXml" Target="../ink/ink1675.xml"/><Relationship Id="rId302" Type="http://schemas.openxmlformats.org/officeDocument/2006/relationships/customXml" Target="../ink/ink1747.xml"/><Relationship Id="rId323" Type="http://schemas.openxmlformats.org/officeDocument/2006/relationships/image" Target="../media/image1631.png"/><Relationship Id="rId344" Type="http://schemas.openxmlformats.org/officeDocument/2006/relationships/customXml" Target="../ink/ink1768.xml"/><Relationship Id="rId20" Type="http://schemas.openxmlformats.org/officeDocument/2006/relationships/customXml" Target="../ink/ink1606.xml"/><Relationship Id="rId41" Type="http://schemas.openxmlformats.org/officeDocument/2006/relationships/image" Target="../media/image1493.png"/><Relationship Id="rId62" Type="http://schemas.openxmlformats.org/officeDocument/2006/relationships/customXml" Target="../ink/ink1627.xml"/><Relationship Id="rId83" Type="http://schemas.openxmlformats.org/officeDocument/2006/relationships/image" Target="../media/image1514.png"/><Relationship Id="rId179" Type="http://schemas.openxmlformats.org/officeDocument/2006/relationships/image" Target="../media/image1560.png"/><Relationship Id="rId190" Type="http://schemas.openxmlformats.org/officeDocument/2006/relationships/customXml" Target="../ink/ink1691.xml"/><Relationship Id="rId204" Type="http://schemas.openxmlformats.org/officeDocument/2006/relationships/customXml" Target="../ink/ink1698.xml"/><Relationship Id="rId225" Type="http://schemas.openxmlformats.org/officeDocument/2006/relationships/image" Target="../media/image1583.png"/><Relationship Id="rId246" Type="http://schemas.openxmlformats.org/officeDocument/2006/relationships/customXml" Target="../ink/ink1719.xml"/><Relationship Id="rId267" Type="http://schemas.openxmlformats.org/officeDocument/2006/relationships/image" Target="../media/image1604.png"/><Relationship Id="rId288" Type="http://schemas.openxmlformats.org/officeDocument/2006/relationships/customXml" Target="../ink/ink1740.xml"/><Relationship Id="rId106" Type="http://schemas.openxmlformats.org/officeDocument/2006/relationships/customXml" Target="../ink/ink1649.xml"/><Relationship Id="rId127" Type="http://schemas.openxmlformats.org/officeDocument/2006/relationships/image" Target="../media/image1536.png"/><Relationship Id="rId313" Type="http://schemas.openxmlformats.org/officeDocument/2006/relationships/image" Target="../media/image1627.png"/><Relationship Id="rId10" Type="http://schemas.openxmlformats.org/officeDocument/2006/relationships/customXml" Target="../ink/ink1601.xml"/><Relationship Id="rId31" Type="http://schemas.openxmlformats.org/officeDocument/2006/relationships/image" Target="../media/image1488.png"/><Relationship Id="rId52" Type="http://schemas.openxmlformats.org/officeDocument/2006/relationships/customXml" Target="../ink/ink1622.xml"/><Relationship Id="rId73" Type="http://schemas.openxmlformats.org/officeDocument/2006/relationships/image" Target="../media/image1509.png"/><Relationship Id="rId94" Type="http://schemas.openxmlformats.org/officeDocument/2006/relationships/customXml" Target="../ink/ink1643.xml"/><Relationship Id="rId148" Type="http://schemas.openxmlformats.org/officeDocument/2006/relationships/customXml" Target="../ink/ink1670.xml"/><Relationship Id="rId169" Type="http://schemas.openxmlformats.org/officeDocument/2006/relationships/image" Target="../media/image1555.png"/><Relationship Id="rId334" Type="http://schemas.openxmlformats.org/officeDocument/2006/relationships/customXml" Target="../ink/ink1763.xml"/><Relationship Id="rId355" Type="http://schemas.openxmlformats.org/officeDocument/2006/relationships/image" Target="../media/image1647.png"/><Relationship Id="rId4" Type="http://schemas.openxmlformats.org/officeDocument/2006/relationships/customXml" Target="../ink/ink1598.xml"/><Relationship Id="rId180" Type="http://schemas.openxmlformats.org/officeDocument/2006/relationships/customXml" Target="../ink/ink1686.xml"/><Relationship Id="rId215" Type="http://schemas.openxmlformats.org/officeDocument/2006/relationships/image" Target="../media/image1578.png"/><Relationship Id="rId236" Type="http://schemas.openxmlformats.org/officeDocument/2006/relationships/customXml" Target="../ink/ink1714.xml"/><Relationship Id="rId257" Type="http://schemas.openxmlformats.org/officeDocument/2006/relationships/image" Target="../media/image1599.png"/><Relationship Id="rId278" Type="http://schemas.openxmlformats.org/officeDocument/2006/relationships/customXml" Target="../ink/ink1735.xml"/><Relationship Id="rId303" Type="http://schemas.openxmlformats.org/officeDocument/2006/relationships/image" Target="../media/image1622.png"/><Relationship Id="rId42" Type="http://schemas.openxmlformats.org/officeDocument/2006/relationships/customXml" Target="../ink/ink1617.xml"/><Relationship Id="rId84" Type="http://schemas.openxmlformats.org/officeDocument/2006/relationships/customXml" Target="../ink/ink1638.xml"/><Relationship Id="rId138" Type="http://schemas.openxmlformats.org/officeDocument/2006/relationships/customXml" Target="../ink/ink1665.xml"/><Relationship Id="rId345" Type="http://schemas.openxmlformats.org/officeDocument/2006/relationships/image" Target="../media/image1642.png"/><Relationship Id="rId191" Type="http://schemas.openxmlformats.org/officeDocument/2006/relationships/image" Target="../media/image1566.png"/><Relationship Id="rId205" Type="http://schemas.openxmlformats.org/officeDocument/2006/relationships/image" Target="../media/image1573.png"/><Relationship Id="rId247" Type="http://schemas.openxmlformats.org/officeDocument/2006/relationships/image" Target="../media/image1594.png"/><Relationship Id="rId107" Type="http://schemas.openxmlformats.org/officeDocument/2006/relationships/image" Target="../media/image1526.png"/><Relationship Id="rId289" Type="http://schemas.openxmlformats.org/officeDocument/2006/relationships/image" Target="../media/image1615.png"/><Relationship Id="rId11" Type="http://schemas.openxmlformats.org/officeDocument/2006/relationships/image" Target="../media/image1478.png"/><Relationship Id="rId53" Type="http://schemas.openxmlformats.org/officeDocument/2006/relationships/image" Target="../media/image1499.png"/><Relationship Id="rId149" Type="http://schemas.openxmlformats.org/officeDocument/2006/relationships/image" Target="../media/image743.png"/><Relationship Id="rId314" Type="http://schemas.openxmlformats.org/officeDocument/2006/relationships/customXml" Target="../ink/ink1753.xml"/><Relationship Id="rId356" Type="http://schemas.openxmlformats.org/officeDocument/2006/relationships/customXml" Target="../ink/ink1774.xml"/><Relationship Id="rId95" Type="http://schemas.openxmlformats.org/officeDocument/2006/relationships/image" Target="../media/image1520.png"/><Relationship Id="rId160" Type="http://schemas.openxmlformats.org/officeDocument/2006/relationships/customXml" Target="../ink/ink1676.xml"/><Relationship Id="rId216" Type="http://schemas.openxmlformats.org/officeDocument/2006/relationships/customXml" Target="../ink/ink1704.xml"/><Relationship Id="rId258" Type="http://schemas.openxmlformats.org/officeDocument/2006/relationships/customXml" Target="../ink/ink1725.xml"/><Relationship Id="rId22" Type="http://schemas.openxmlformats.org/officeDocument/2006/relationships/customXml" Target="../ink/ink1607.xml"/><Relationship Id="rId64" Type="http://schemas.openxmlformats.org/officeDocument/2006/relationships/customXml" Target="../ink/ink1628.xml"/><Relationship Id="rId118" Type="http://schemas.openxmlformats.org/officeDocument/2006/relationships/customXml" Target="../ink/ink1655.xml"/><Relationship Id="rId325" Type="http://schemas.openxmlformats.org/officeDocument/2006/relationships/image" Target="../media/image1632.png"/><Relationship Id="rId171" Type="http://schemas.openxmlformats.org/officeDocument/2006/relationships/image" Target="../media/image1556.png"/><Relationship Id="rId227" Type="http://schemas.openxmlformats.org/officeDocument/2006/relationships/image" Target="../media/image1584.png"/><Relationship Id="rId269" Type="http://schemas.openxmlformats.org/officeDocument/2006/relationships/image" Target="../media/image1605.png"/><Relationship Id="rId33" Type="http://schemas.openxmlformats.org/officeDocument/2006/relationships/image" Target="../media/image1489.png"/><Relationship Id="rId129" Type="http://schemas.openxmlformats.org/officeDocument/2006/relationships/image" Target="../media/image1537.png"/><Relationship Id="rId280" Type="http://schemas.openxmlformats.org/officeDocument/2006/relationships/customXml" Target="../ink/ink1736.xml"/><Relationship Id="rId336" Type="http://schemas.openxmlformats.org/officeDocument/2006/relationships/customXml" Target="../ink/ink1764.xml"/><Relationship Id="rId75" Type="http://schemas.openxmlformats.org/officeDocument/2006/relationships/image" Target="../media/image1510.png"/><Relationship Id="rId140" Type="http://schemas.openxmlformats.org/officeDocument/2006/relationships/customXml" Target="../ink/ink1666.xml"/><Relationship Id="rId182" Type="http://schemas.openxmlformats.org/officeDocument/2006/relationships/customXml" Target="../ink/ink1687.xml"/><Relationship Id="rId6" Type="http://schemas.openxmlformats.org/officeDocument/2006/relationships/customXml" Target="../ink/ink1599.xml"/><Relationship Id="rId238" Type="http://schemas.openxmlformats.org/officeDocument/2006/relationships/customXml" Target="../ink/ink1715.xml"/><Relationship Id="rId291" Type="http://schemas.openxmlformats.org/officeDocument/2006/relationships/image" Target="../media/image1616.png"/><Relationship Id="rId305" Type="http://schemas.openxmlformats.org/officeDocument/2006/relationships/image" Target="../media/image1623.png"/><Relationship Id="rId347" Type="http://schemas.openxmlformats.org/officeDocument/2006/relationships/image" Target="../media/image1643.png"/><Relationship Id="rId44" Type="http://schemas.openxmlformats.org/officeDocument/2006/relationships/customXml" Target="../ink/ink1618.xml"/><Relationship Id="rId86" Type="http://schemas.openxmlformats.org/officeDocument/2006/relationships/customXml" Target="../ink/ink1639.xml"/><Relationship Id="rId151" Type="http://schemas.openxmlformats.org/officeDocument/2006/relationships/image" Target="../media/image751.png"/><Relationship Id="rId193" Type="http://schemas.openxmlformats.org/officeDocument/2006/relationships/image" Target="../media/image1567.png"/><Relationship Id="rId207" Type="http://schemas.openxmlformats.org/officeDocument/2006/relationships/image" Target="../media/image1574.png"/><Relationship Id="rId249" Type="http://schemas.openxmlformats.org/officeDocument/2006/relationships/image" Target="../media/image1595.png"/><Relationship Id="rId13" Type="http://schemas.openxmlformats.org/officeDocument/2006/relationships/image" Target="../media/image1479.png"/><Relationship Id="rId109" Type="http://schemas.openxmlformats.org/officeDocument/2006/relationships/image" Target="../media/image1527.png"/><Relationship Id="rId260" Type="http://schemas.openxmlformats.org/officeDocument/2006/relationships/customXml" Target="../ink/ink1726.xml"/><Relationship Id="rId316" Type="http://schemas.openxmlformats.org/officeDocument/2006/relationships/customXml" Target="../ink/ink1754.xml"/><Relationship Id="rId55" Type="http://schemas.openxmlformats.org/officeDocument/2006/relationships/image" Target="../media/image1500.png"/><Relationship Id="rId97" Type="http://schemas.openxmlformats.org/officeDocument/2006/relationships/image" Target="../media/image1521.png"/><Relationship Id="rId120" Type="http://schemas.openxmlformats.org/officeDocument/2006/relationships/customXml" Target="../ink/ink1656.xml"/><Relationship Id="rId358" Type="http://schemas.openxmlformats.org/officeDocument/2006/relationships/customXml" Target="../ink/ink1775.xml"/><Relationship Id="rId162" Type="http://schemas.openxmlformats.org/officeDocument/2006/relationships/customXml" Target="../ink/ink1677.xml"/><Relationship Id="rId218" Type="http://schemas.openxmlformats.org/officeDocument/2006/relationships/customXml" Target="../ink/ink1705.xml"/><Relationship Id="rId271" Type="http://schemas.openxmlformats.org/officeDocument/2006/relationships/image" Target="../media/image1606.png"/><Relationship Id="rId24" Type="http://schemas.openxmlformats.org/officeDocument/2006/relationships/customXml" Target="../ink/ink1608.xml"/><Relationship Id="rId66" Type="http://schemas.openxmlformats.org/officeDocument/2006/relationships/customXml" Target="../ink/ink1629.xml"/><Relationship Id="rId131" Type="http://schemas.openxmlformats.org/officeDocument/2006/relationships/image" Target="../media/image1538.png"/><Relationship Id="rId327" Type="http://schemas.openxmlformats.org/officeDocument/2006/relationships/image" Target="../media/image1633.png"/><Relationship Id="rId173" Type="http://schemas.openxmlformats.org/officeDocument/2006/relationships/image" Target="../media/image1557.png"/><Relationship Id="rId229" Type="http://schemas.openxmlformats.org/officeDocument/2006/relationships/image" Target="../media/image1585.png"/><Relationship Id="rId240" Type="http://schemas.openxmlformats.org/officeDocument/2006/relationships/customXml" Target="../ink/ink1716.xml"/><Relationship Id="rId35" Type="http://schemas.openxmlformats.org/officeDocument/2006/relationships/image" Target="../media/image1490.png"/><Relationship Id="rId77" Type="http://schemas.openxmlformats.org/officeDocument/2006/relationships/image" Target="../media/image1511.png"/><Relationship Id="rId100" Type="http://schemas.openxmlformats.org/officeDocument/2006/relationships/customXml" Target="../ink/ink1646.xml"/><Relationship Id="rId282" Type="http://schemas.openxmlformats.org/officeDocument/2006/relationships/customXml" Target="../ink/ink1737.xml"/><Relationship Id="rId338" Type="http://schemas.openxmlformats.org/officeDocument/2006/relationships/customXml" Target="../ink/ink1765.xml"/><Relationship Id="rId8" Type="http://schemas.openxmlformats.org/officeDocument/2006/relationships/customXml" Target="../ink/ink1600.xml"/><Relationship Id="rId142" Type="http://schemas.openxmlformats.org/officeDocument/2006/relationships/customXml" Target="../ink/ink1667.xml"/><Relationship Id="rId184" Type="http://schemas.openxmlformats.org/officeDocument/2006/relationships/customXml" Target="../ink/ink1688.xml"/><Relationship Id="rId251" Type="http://schemas.openxmlformats.org/officeDocument/2006/relationships/image" Target="../media/image1596.png"/><Relationship Id="rId46" Type="http://schemas.openxmlformats.org/officeDocument/2006/relationships/customXml" Target="../ink/ink1619.xml"/><Relationship Id="rId293" Type="http://schemas.openxmlformats.org/officeDocument/2006/relationships/image" Target="../media/image1617.png"/><Relationship Id="rId307" Type="http://schemas.openxmlformats.org/officeDocument/2006/relationships/image" Target="../media/image1624.png"/><Relationship Id="rId349" Type="http://schemas.openxmlformats.org/officeDocument/2006/relationships/image" Target="../media/image1644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89.xml"/><Relationship Id="rId21" Type="http://schemas.openxmlformats.org/officeDocument/2006/relationships/image" Target="../media/image1660.png"/><Relationship Id="rId42" Type="http://schemas.openxmlformats.org/officeDocument/2006/relationships/customXml" Target="../ink/ink1797.xml"/><Relationship Id="rId47" Type="http://schemas.openxmlformats.org/officeDocument/2006/relationships/image" Target="../media/image1673.png"/><Relationship Id="rId63" Type="http://schemas.openxmlformats.org/officeDocument/2006/relationships/image" Target="../media/image1681.png"/><Relationship Id="rId68" Type="http://schemas.openxmlformats.org/officeDocument/2006/relationships/customXml" Target="../ink/ink1810.xml"/><Relationship Id="rId84" Type="http://schemas.openxmlformats.org/officeDocument/2006/relationships/customXml" Target="../ink/ink1818.xml"/><Relationship Id="rId89" Type="http://schemas.openxmlformats.org/officeDocument/2006/relationships/image" Target="../media/image1694.png"/><Relationship Id="rId16" Type="http://schemas.openxmlformats.org/officeDocument/2006/relationships/customXml" Target="../ink/ink1784.xml"/><Relationship Id="rId11" Type="http://schemas.openxmlformats.org/officeDocument/2006/relationships/image" Target="../media/image1655.png"/><Relationship Id="rId32" Type="http://schemas.openxmlformats.org/officeDocument/2006/relationships/customXml" Target="../ink/ink1792.xml"/><Relationship Id="rId37" Type="http://schemas.openxmlformats.org/officeDocument/2006/relationships/image" Target="../media/image1668.png"/><Relationship Id="rId53" Type="http://schemas.openxmlformats.org/officeDocument/2006/relationships/image" Target="../media/image1676.png"/><Relationship Id="rId58" Type="http://schemas.openxmlformats.org/officeDocument/2006/relationships/customXml" Target="../ink/ink1805.xml"/><Relationship Id="rId74" Type="http://schemas.openxmlformats.org/officeDocument/2006/relationships/customXml" Target="../ink/ink1813.xml"/><Relationship Id="rId79" Type="http://schemas.openxmlformats.org/officeDocument/2006/relationships/image" Target="../media/image1689.png"/><Relationship Id="rId102" Type="http://schemas.openxmlformats.org/officeDocument/2006/relationships/customXml" Target="../ink/ink1827.xml"/><Relationship Id="rId5" Type="http://schemas.openxmlformats.org/officeDocument/2006/relationships/image" Target="../media/image1652.png"/><Relationship Id="rId90" Type="http://schemas.openxmlformats.org/officeDocument/2006/relationships/customXml" Target="../ink/ink1821.xml"/><Relationship Id="rId95" Type="http://schemas.openxmlformats.org/officeDocument/2006/relationships/image" Target="../media/image1697.png"/><Relationship Id="rId22" Type="http://schemas.openxmlformats.org/officeDocument/2006/relationships/customXml" Target="../ink/ink1787.xml"/><Relationship Id="rId27" Type="http://schemas.openxmlformats.org/officeDocument/2006/relationships/image" Target="../media/image1663.png"/><Relationship Id="rId43" Type="http://schemas.openxmlformats.org/officeDocument/2006/relationships/image" Target="../media/image1671.png"/><Relationship Id="rId48" Type="http://schemas.openxmlformats.org/officeDocument/2006/relationships/customXml" Target="../ink/ink1800.xml"/><Relationship Id="rId64" Type="http://schemas.openxmlformats.org/officeDocument/2006/relationships/customXml" Target="../ink/ink1808.xml"/><Relationship Id="rId69" Type="http://schemas.openxmlformats.org/officeDocument/2006/relationships/image" Target="../media/image1684.png"/><Relationship Id="rId80" Type="http://schemas.openxmlformats.org/officeDocument/2006/relationships/customXml" Target="../ink/ink1816.xml"/><Relationship Id="rId85" Type="http://schemas.openxmlformats.org/officeDocument/2006/relationships/image" Target="../media/image1692.png"/><Relationship Id="rId12" Type="http://schemas.openxmlformats.org/officeDocument/2006/relationships/customXml" Target="../ink/ink1782.xml"/><Relationship Id="rId17" Type="http://schemas.openxmlformats.org/officeDocument/2006/relationships/image" Target="../media/image1658.png"/><Relationship Id="rId25" Type="http://schemas.openxmlformats.org/officeDocument/2006/relationships/image" Target="../media/image1662.png"/><Relationship Id="rId33" Type="http://schemas.openxmlformats.org/officeDocument/2006/relationships/image" Target="../media/image1666.png"/><Relationship Id="rId38" Type="http://schemas.openxmlformats.org/officeDocument/2006/relationships/customXml" Target="../ink/ink1795.xml"/><Relationship Id="rId46" Type="http://schemas.openxmlformats.org/officeDocument/2006/relationships/customXml" Target="../ink/ink1799.xml"/><Relationship Id="rId59" Type="http://schemas.openxmlformats.org/officeDocument/2006/relationships/image" Target="../media/image1679.png"/><Relationship Id="rId67" Type="http://schemas.openxmlformats.org/officeDocument/2006/relationships/image" Target="../media/image1683.png"/><Relationship Id="rId103" Type="http://schemas.openxmlformats.org/officeDocument/2006/relationships/image" Target="../media/image1701.png"/><Relationship Id="rId20" Type="http://schemas.openxmlformats.org/officeDocument/2006/relationships/customXml" Target="../ink/ink1786.xml"/><Relationship Id="rId41" Type="http://schemas.openxmlformats.org/officeDocument/2006/relationships/image" Target="../media/image1670.png"/><Relationship Id="rId54" Type="http://schemas.openxmlformats.org/officeDocument/2006/relationships/customXml" Target="../ink/ink1803.xml"/><Relationship Id="rId62" Type="http://schemas.openxmlformats.org/officeDocument/2006/relationships/customXml" Target="../ink/ink1807.xml"/><Relationship Id="rId70" Type="http://schemas.openxmlformats.org/officeDocument/2006/relationships/customXml" Target="../ink/ink1811.xml"/><Relationship Id="rId75" Type="http://schemas.openxmlformats.org/officeDocument/2006/relationships/image" Target="../media/image1687.png"/><Relationship Id="rId83" Type="http://schemas.openxmlformats.org/officeDocument/2006/relationships/image" Target="../media/image1691.png"/><Relationship Id="rId88" Type="http://schemas.openxmlformats.org/officeDocument/2006/relationships/customXml" Target="../ink/ink1820.xml"/><Relationship Id="rId91" Type="http://schemas.openxmlformats.org/officeDocument/2006/relationships/image" Target="../media/image1695.png"/><Relationship Id="rId96" Type="http://schemas.openxmlformats.org/officeDocument/2006/relationships/customXml" Target="../ink/ink18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79.xml"/><Relationship Id="rId15" Type="http://schemas.openxmlformats.org/officeDocument/2006/relationships/image" Target="../media/image1657.png"/><Relationship Id="rId23" Type="http://schemas.openxmlformats.org/officeDocument/2006/relationships/image" Target="../media/image1661.png"/><Relationship Id="rId28" Type="http://schemas.openxmlformats.org/officeDocument/2006/relationships/customXml" Target="../ink/ink1790.xml"/><Relationship Id="rId36" Type="http://schemas.openxmlformats.org/officeDocument/2006/relationships/customXml" Target="../ink/ink1794.xml"/><Relationship Id="rId49" Type="http://schemas.openxmlformats.org/officeDocument/2006/relationships/image" Target="../media/image1674.png"/><Relationship Id="rId57" Type="http://schemas.openxmlformats.org/officeDocument/2006/relationships/image" Target="../media/image1678.png"/><Relationship Id="rId10" Type="http://schemas.openxmlformats.org/officeDocument/2006/relationships/customXml" Target="../ink/ink1781.xml"/><Relationship Id="rId31" Type="http://schemas.openxmlformats.org/officeDocument/2006/relationships/image" Target="../media/image1665.png"/><Relationship Id="rId44" Type="http://schemas.openxmlformats.org/officeDocument/2006/relationships/customXml" Target="../ink/ink1798.xml"/><Relationship Id="rId52" Type="http://schemas.openxmlformats.org/officeDocument/2006/relationships/customXml" Target="../ink/ink1802.xml"/><Relationship Id="rId60" Type="http://schemas.openxmlformats.org/officeDocument/2006/relationships/customXml" Target="../ink/ink1806.xml"/><Relationship Id="rId65" Type="http://schemas.openxmlformats.org/officeDocument/2006/relationships/image" Target="../media/image1682.png"/><Relationship Id="rId73" Type="http://schemas.openxmlformats.org/officeDocument/2006/relationships/image" Target="../media/image1686.png"/><Relationship Id="rId78" Type="http://schemas.openxmlformats.org/officeDocument/2006/relationships/customXml" Target="../ink/ink1815.xml"/><Relationship Id="rId81" Type="http://schemas.openxmlformats.org/officeDocument/2006/relationships/image" Target="../media/image1690.png"/><Relationship Id="rId86" Type="http://schemas.openxmlformats.org/officeDocument/2006/relationships/customXml" Target="../ink/ink1819.xml"/><Relationship Id="rId94" Type="http://schemas.openxmlformats.org/officeDocument/2006/relationships/customXml" Target="../ink/ink1823.xml"/><Relationship Id="rId99" Type="http://schemas.openxmlformats.org/officeDocument/2006/relationships/image" Target="../media/image1699.png"/><Relationship Id="rId101" Type="http://schemas.openxmlformats.org/officeDocument/2006/relationships/image" Target="../media/image1700.png"/><Relationship Id="rId4" Type="http://schemas.openxmlformats.org/officeDocument/2006/relationships/customXml" Target="../ink/ink1778.xml"/><Relationship Id="rId9" Type="http://schemas.openxmlformats.org/officeDocument/2006/relationships/image" Target="../media/image1654.png"/><Relationship Id="rId13" Type="http://schemas.openxmlformats.org/officeDocument/2006/relationships/image" Target="../media/image1656.png"/><Relationship Id="rId18" Type="http://schemas.openxmlformats.org/officeDocument/2006/relationships/customXml" Target="../ink/ink1785.xml"/><Relationship Id="rId39" Type="http://schemas.openxmlformats.org/officeDocument/2006/relationships/image" Target="../media/image1669.png"/><Relationship Id="rId34" Type="http://schemas.openxmlformats.org/officeDocument/2006/relationships/customXml" Target="../ink/ink1793.xml"/><Relationship Id="rId50" Type="http://schemas.openxmlformats.org/officeDocument/2006/relationships/customXml" Target="../ink/ink1801.xml"/><Relationship Id="rId55" Type="http://schemas.openxmlformats.org/officeDocument/2006/relationships/image" Target="../media/image1677.png"/><Relationship Id="rId76" Type="http://schemas.openxmlformats.org/officeDocument/2006/relationships/customXml" Target="../ink/ink1814.xml"/><Relationship Id="rId97" Type="http://schemas.openxmlformats.org/officeDocument/2006/relationships/image" Target="../media/image1698.png"/><Relationship Id="rId7" Type="http://schemas.openxmlformats.org/officeDocument/2006/relationships/image" Target="../media/image1653.png"/><Relationship Id="rId71" Type="http://schemas.openxmlformats.org/officeDocument/2006/relationships/image" Target="../media/image1685.png"/><Relationship Id="rId92" Type="http://schemas.openxmlformats.org/officeDocument/2006/relationships/customXml" Target="../ink/ink1822.xml"/><Relationship Id="rId2" Type="http://schemas.openxmlformats.org/officeDocument/2006/relationships/customXml" Target="../ink/ink1777.xml"/><Relationship Id="rId29" Type="http://schemas.openxmlformats.org/officeDocument/2006/relationships/image" Target="../media/image1664.png"/><Relationship Id="rId24" Type="http://schemas.openxmlformats.org/officeDocument/2006/relationships/customXml" Target="../ink/ink1788.xml"/><Relationship Id="rId40" Type="http://schemas.openxmlformats.org/officeDocument/2006/relationships/customXml" Target="../ink/ink1796.xml"/><Relationship Id="rId45" Type="http://schemas.openxmlformats.org/officeDocument/2006/relationships/image" Target="../media/image1672.png"/><Relationship Id="rId66" Type="http://schemas.openxmlformats.org/officeDocument/2006/relationships/customXml" Target="../ink/ink1809.xml"/><Relationship Id="rId87" Type="http://schemas.openxmlformats.org/officeDocument/2006/relationships/image" Target="../media/image1693.png"/><Relationship Id="rId61" Type="http://schemas.openxmlformats.org/officeDocument/2006/relationships/image" Target="../media/image1680.png"/><Relationship Id="rId82" Type="http://schemas.openxmlformats.org/officeDocument/2006/relationships/customXml" Target="../ink/ink1817.xml"/><Relationship Id="rId19" Type="http://schemas.openxmlformats.org/officeDocument/2006/relationships/image" Target="../media/image1659.png"/><Relationship Id="rId14" Type="http://schemas.openxmlformats.org/officeDocument/2006/relationships/customXml" Target="../ink/ink1783.xml"/><Relationship Id="rId30" Type="http://schemas.openxmlformats.org/officeDocument/2006/relationships/customXml" Target="../ink/ink1791.xml"/><Relationship Id="rId35" Type="http://schemas.openxmlformats.org/officeDocument/2006/relationships/image" Target="../media/image1667.png"/><Relationship Id="rId56" Type="http://schemas.openxmlformats.org/officeDocument/2006/relationships/customXml" Target="../ink/ink1804.xml"/><Relationship Id="rId77" Type="http://schemas.openxmlformats.org/officeDocument/2006/relationships/image" Target="../media/image1688.png"/><Relationship Id="rId100" Type="http://schemas.openxmlformats.org/officeDocument/2006/relationships/customXml" Target="../ink/ink1826.xml"/><Relationship Id="rId8" Type="http://schemas.openxmlformats.org/officeDocument/2006/relationships/customXml" Target="../ink/ink1780.xml"/><Relationship Id="rId51" Type="http://schemas.openxmlformats.org/officeDocument/2006/relationships/image" Target="../media/image1675.png"/><Relationship Id="rId72" Type="http://schemas.openxmlformats.org/officeDocument/2006/relationships/customXml" Target="../ink/ink1812.xml"/><Relationship Id="rId93" Type="http://schemas.openxmlformats.org/officeDocument/2006/relationships/image" Target="../media/image1696.png"/><Relationship Id="rId98" Type="http://schemas.openxmlformats.org/officeDocument/2006/relationships/customXml" Target="../ink/ink1825.xml"/><Relationship Id="rId3" Type="http://schemas.openxmlformats.org/officeDocument/2006/relationships/image" Target="../media/image1651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59.png"/><Relationship Id="rId21" Type="http://schemas.openxmlformats.org/officeDocument/2006/relationships/image" Target="../media/image1711.png"/><Relationship Id="rId63" Type="http://schemas.openxmlformats.org/officeDocument/2006/relationships/image" Target="../media/image1732.png"/><Relationship Id="rId159" Type="http://schemas.openxmlformats.org/officeDocument/2006/relationships/image" Target="../media/image1780.png"/><Relationship Id="rId170" Type="http://schemas.openxmlformats.org/officeDocument/2006/relationships/customXml" Target="../ink/ink1912.xml"/><Relationship Id="rId226" Type="http://schemas.openxmlformats.org/officeDocument/2006/relationships/customXml" Target="../ink/ink1940.xml"/><Relationship Id="rId268" Type="http://schemas.openxmlformats.org/officeDocument/2006/relationships/customXml" Target="../ink/ink1961.xml"/><Relationship Id="rId32" Type="http://schemas.openxmlformats.org/officeDocument/2006/relationships/customXml" Target="../ink/ink1843.xml"/><Relationship Id="rId74" Type="http://schemas.openxmlformats.org/officeDocument/2006/relationships/customXml" Target="../ink/ink1864.xml"/><Relationship Id="rId128" Type="http://schemas.openxmlformats.org/officeDocument/2006/relationships/customXml" Target="../ink/ink1891.xml"/><Relationship Id="rId5" Type="http://schemas.openxmlformats.org/officeDocument/2006/relationships/image" Target="../media/image1703.png"/><Relationship Id="rId95" Type="http://schemas.openxmlformats.org/officeDocument/2006/relationships/image" Target="../media/image1748.png"/><Relationship Id="rId160" Type="http://schemas.openxmlformats.org/officeDocument/2006/relationships/customXml" Target="../ink/ink1907.xml"/><Relationship Id="rId181" Type="http://schemas.openxmlformats.org/officeDocument/2006/relationships/image" Target="../media/image1791.png"/><Relationship Id="rId216" Type="http://schemas.openxmlformats.org/officeDocument/2006/relationships/customXml" Target="../ink/ink1935.xml"/><Relationship Id="rId237" Type="http://schemas.openxmlformats.org/officeDocument/2006/relationships/image" Target="../media/image1819.png"/><Relationship Id="rId258" Type="http://schemas.openxmlformats.org/officeDocument/2006/relationships/customXml" Target="../ink/ink1956.xml"/><Relationship Id="rId22" Type="http://schemas.openxmlformats.org/officeDocument/2006/relationships/customXml" Target="../ink/ink1838.xml"/><Relationship Id="rId43" Type="http://schemas.openxmlformats.org/officeDocument/2006/relationships/image" Target="../media/image1722.png"/><Relationship Id="rId64" Type="http://schemas.openxmlformats.org/officeDocument/2006/relationships/customXml" Target="../ink/ink1859.xml"/><Relationship Id="rId118" Type="http://schemas.openxmlformats.org/officeDocument/2006/relationships/customXml" Target="../ink/ink1886.xml"/><Relationship Id="rId139" Type="http://schemas.openxmlformats.org/officeDocument/2006/relationships/image" Target="../media/image1770.png"/><Relationship Id="rId85" Type="http://schemas.openxmlformats.org/officeDocument/2006/relationships/image" Target="../media/image1743.png"/><Relationship Id="rId150" Type="http://schemas.openxmlformats.org/officeDocument/2006/relationships/customXml" Target="../ink/ink1902.xml"/><Relationship Id="rId171" Type="http://schemas.openxmlformats.org/officeDocument/2006/relationships/image" Target="../media/image1786.png"/><Relationship Id="rId192" Type="http://schemas.openxmlformats.org/officeDocument/2006/relationships/customXml" Target="../ink/ink1923.xml"/><Relationship Id="rId206" Type="http://schemas.openxmlformats.org/officeDocument/2006/relationships/customXml" Target="../ink/ink1930.xml"/><Relationship Id="rId227" Type="http://schemas.openxmlformats.org/officeDocument/2006/relationships/image" Target="../media/image1814.png"/><Relationship Id="rId248" Type="http://schemas.openxmlformats.org/officeDocument/2006/relationships/customXml" Target="../ink/ink1951.xml"/><Relationship Id="rId269" Type="http://schemas.openxmlformats.org/officeDocument/2006/relationships/image" Target="../media/image1835.png"/><Relationship Id="rId12" Type="http://schemas.openxmlformats.org/officeDocument/2006/relationships/customXml" Target="../ink/ink1833.xml"/><Relationship Id="rId33" Type="http://schemas.openxmlformats.org/officeDocument/2006/relationships/image" Target="../media/image1717.png"/><Relationship Id="rId108" Type="http://schemas.openxmlformats.org/officeDocument/2006/relationships/customXml" Target="../ink/ink1881.xml"/><Relationship Id="rId129" Type="http://schemas.openxmlformats.org/officeDocument/2006/relationships/image" Target="../media/image1765.png"/><Relationship Id="rId54" Type="http://schemas.openxmlformats.org/officeDocument/2006/relationships/customXml" Target="../ink/ink1854.xml"/><Relationship Id="rId75" Type="http://schemas.openxmlformats.org/officeDocument/2006/relationships/image" Target="../media/image1738.png"/><Relationship Id="rId96" Type="http://schemas.openxmlformats.org/officeDocument/2006/relationships/customXml" Target="../ink/ink1875.xml"/><Relationship Id="rId140" Type="http://schemas.openxmlformats.org/officeDocument/2006/relationships/customXml" Target="../ink/ink1897.xml"/><Relationship Id="rId161" Type="http://schemas.openxmlformats.org/officeDocument/2006/relationships/image" Target="../media/image1781.png"/><Relationship Id="rId182" Type="http://schemas.openxmlformats.org/officeDocument/2006/relationships/customXml" Target="../ink/ink1918.xml"/><Relationship Id="rId217" Type="http://schemas.openxmlformats.org/officeDocument/2006/relationships/image" Target="../media/image1809.png"/><Relationship Id="rId6" Type="http://schemas.openxmlformats.org/officeDocument/2006/relationships/customXml" Target="../ink/ink1830.xml"/><Relationship Id="rId238" Type="http://schemas.openxmlformats.org/officeDocument/2006/relationships/customXml" Target="../ink/ink1946.xml"/><Relationship Id="rId259" Type="http://schemas.openxmlformats.org/officeDocument/2006/relationships/image" Target="../media/image1830.png"/><Relationship Id="rId23" Type="http://schemas.openxmlformats.org/officeDocument/2006/relationships/image" Target="../media/image1712.png"/><Relationship Id="rId119" Type="http://schemas.openxmlformats.org/officeDocument/2006/relationships/image" Target="../media/image1760.png"/><Relationship Id="rId270" Type="http://schemas.openxmlformats.org/officeDocument/2006/relationships/customXml" Target="../ink/ink1962.xml"/><Relationship Id="rId44" Type="http://schemas.openxmlformats.org/officeDocument/2006/relationships/customXml" Target="../ink/ink1849.xml"/><Relationship Id="rId65" Type="http://schemas.openxmlformats.org/officeDocument/2006/relationships/image" Target="../media/image1733.png"/><Relationship Id="rId86" Type="http://schemas.openxmlformats.org/officeDocument/2006/relationships/customXml" Target="../ink/ink1870.xml"/><Relationship Id="rId130" Type="http://schemas.openxmlformats.org/officeDocument/2006/relationships/customXml" Target="../ink/ink1892.xml"/><Relationship Id="rId151" Type="http://schemas.openxmlformats.org/officeDocument/2006/relationships/image" Target="../media/image1776.png"/><Relationship Id="rId172" Type="http://schemas.openxmlformats.org/officeDocument/2006/relationships/customXml" Target="../ink/ink1913.xml"/><Relationship Id="rId193" Type="http://schemas.openxmlformats.org/officeDocument/2006/relationships/image" Target="../media/image1797.png"/><Relationship Id="rId207" Type="http://schemas.openxmlformats.org/officeDocument/2006/relationships/image" Target="../media/image1804.png"/><Relationship Id="rId228" Type="http://schemas.openxmlformats.org/officeDocument/2006/relationships/customXml" Target="../ink/ink1941.xml"/><Relationship Id="rId249" Type="http://schemas.openxmlformats.org/officeDocument/2006/relationships/image" Target="../media/image1825.png"/><Relationship Id="rId13" Type="http://schemas.openxmlformats.org/officeDocument/2006/relationships/image" Target="../media/image1707.png"/><Relationship Id="rId109" Type="http://schemas.openxmlformats.org/officeDocument/2006/relationships/image" Target="../media/image1755.png"/><Relationship Id="rId260" Type="http://schemas.openxmlformats.org/officeDocument/2006/relationships/customXml" Target="../ink/ink1957.xml"/><Relationship Id="rId34" Type="http://schemas.openxmlformats.org/officeDocument/2006/relationships/customXml" Target="../ink/ink1844.xml"/><Relationship Id="rId55" Type="http://schemas.openxmlformats.org/officeDocument/2006/relationships/image" Target="../media/image1728.png"/><Relationship Id="rId76" Type="http://schemas.openxmlformats.org/officeDocument/2006/relationships/customXml" Target="../ink/ink1865.xml"/><Relationship Id="rId97" Type="http://schemas.openxmlformats.org/officeDocument/2006/relationships/image" Target="../media/image1749.png"/><Relationship Id="rId120" Type="http://schemas.openxmlformats.org/officeDocument/2006/relationships/customXml" Target="../ink/ink1887.xml"/><Relationship Id="rId141" Type="http://schemas.openxmlformats.org/officeDocument/2006/relationships/image" Target="../media/image1771.png"/><Relationship Id="rId7" Type="http://schemas.openxmlformats.org/officeDocument/2006/relationships/image" Target="../media/image1704.png"/><Relationship Id="rId162" Type="http://schemas.openxmlformats.org/officeDocument/2006/relationships/customXml" Target="../ink/ink1908.xml"/><Relationship Id="rId183" Type="http://schemas.openxmlformats.org/officeDocument/2006/relationships/image" Target="../media/image1792.png"/><Relationship Id="rId218" Type="http://schemas.openxmlformats.org/officeDocument/2006/relationships/customXml" Target="../ink/ink1936.xml"/><Relationship Id="rId239" Type="http://schemas.openxmlformats.org/officeDocument/2006/relationships/image" Target="../media/image1820.png"/><Relationship Id="rId250" Type="http://schemas.openxmlformats.org/officeDocument/2006/relationships/customXml" Target="../ink/ink1952.xml"/><Relationship Id="rId271" Type="http://schemas.openxmlformats.org/officeDocument/2006/relationships/image" Target="../media/image1836.png"/><Relationship Id="rId24" Type="http://schemas.openxmlformats.org/officeDocument/2006/relationships/customXml" Target="../ink/ink1839.xml"/><Relationship Id="rId45" Type="http://schemas.openxmlformats.org/officeDocument/2006/relationships/image" Target="../media/image1723.png"/><Relationship Id="rId66" Type="http://schemas.openxmlformats.org/officeDocument/2006/relationships/customXml" Target="../ink/ink1860.xml"/><Relationship Id="rId87" Type="http://schemas.openxmlformats.org/officeDocument/2006/relationships/image" Target="../media/image1744.png"/><Relationship Id="rId110" Type="http://schemas.openxmlformats.org/officeDocument/2006/relationships/customXml" Target="../ink/ink1882.xml"/><Relationship Id="rId131" Type="http://schemas.openxmlformats.org/officeDocument/2006/relationships/image" Target="../media/image1766.png"/><Relationship Id="rId152" Type="http://schemas.openxmlformats.org/officeDocument/2006/relationships/customXml" Target="../ink/ink1903.xml"/><Relationship Id="rId173" Type="http://schemas.openxmlformats.org/officeDocument/2006/relationships/image" Target="../media/image1787.png"/><Relationship Id="rId194" Type="http://schemas.openxmlformats.org/officeDocument/2006/relationships/customXml" Target="../ink/ink1924.xml"/><Relationship Id="rId208" Type="http://schemas.openxmlformats.org/officeDocument/2006/relationships/customXml" Target="../ink/ink1931.xml"/><Relationship Id="rId229" Type="http://schemas.openxmlformats.org/officeDocument/2006/relationships/image" Target="../media/image1815.png"/><Relationship Id="rId240" Type="http://schemas.openxmlformats.org/officeDocument/2006/relationships/customXml" Target="../ink/ink1947.xml"/><Relationship Id="rId261" Type="http://schemas.openxmlformats.org/officeDocument/2006/relationships/image" Target="../media/image1831.png"/><Relationship Id="rId14" Type="http://schemas.openxmlformats.org/officeDocument/2006/relationships/customXml" Target="../ink/ink1834.xml"/><Relationship Id="rId35" Type="http://schemas.openxmlformats.org/officeDocument/2006/relationships/image" Target="../media/image1718.png"/><Relationship Id="rId56" Type="http://schemas.openxmlformats.org/officeDocument/2006/relationships/customXml" Target="../ink/ink1855.xml"/><Relationship Id="rId77" Type="http://schemas.openxmlformats.org/officeDocument/2006/relationships/image" Target="../media/image1739.png"/><Relationship Id="rId100" Type="http://schemas.openxmlformats.org/officeDocument/2006/relationships/customXml" Target="../ink/ink1877.xml"/><Relationship Id="rId8" Type="http://schemas.openxmlformats.org/officeDocument/2006/relationships/customXml" Target="../ink/ink1831.xml"/><Relationship Id="rId98" Type="http://schemas.openxmlformats.org/officeDocument/2006/relationships/customXml" Target="../ink/ink1876.xml"/><Relationship Id="rId121" Type="http://schemas.openxmlformats.org/officeDocument/2006/relationships/image" Target="../media/image1761.png"/><Relationship Id="rId142" Type="http://schemas.openxmlformats.org/officeDocument/2006/relationships/customXml" Target="../ink/ink1898.xml"/><Relationship Id="rId163" Type="http://schemas.openxmlformats.org/officeDocument/2006/relationships/image" Target="../media/image1782.png"/><Relationship Id="rId184" Type="http://schemas.openxmlformats.org/officeDocument/2006/relationships/customXml" Target="../ink/ink1919.xml"/><Relationship Id="rId219" Type="http://schemas.openxmlformats.org/officeDocument/2006/relationships/image" Target="../media/image1810.png"/><Relationship Id="rId230" Type="http://schemas.openxmlformats.org/officeDocument/2006/relationships/customXml" Target="../ink/ink1942.xml"/><Relationship Id="rId251" Type="http://schemas.openxmlformats.org/officeDocument/2006/relationships/image" Target="../media/image1826.png"/><Relationship Id="rId25" Type="http://schemas.openxmlformats.org/officeDocument/2006/relationships/image" Target="../media/image1713.png"/><Relationship Id="rId46" Type="http://schemas.openxmlformats.org/officeDocument/2006/relationships/customXml" Target="../ink/ink1850.xml"/><Relationship Id="rId67" Type="http://schemas.openxmlformats.org/officeDocument/2006/relationships/image" Target="../media/image1734.png"/><Relationship Id="rId272" Type="http://schemas.openxmlformats.org/officeDocument/2006/relationships/customXml" Target="../ink/ink1963.xml"/><Relationship Id="rId88" Type="http://schemas.openxmlformats.org/officeDocument/2006/relationships/customXml" Target="../ink/ink1871.xml"/><Relationship Id="rId111" Type="http://schemas.openxmlformats.org/officeDocument/2006/relationships/image" Target="../media/image1756.png"/><Relationship Id="rId132" Type="http://schemas.openxmlformats.org/officeDocument/2006/relationships/customXml" Target="../ink/ink1893.xml"/><Relationship Id="rId153" Type="http://schemas.openxmlformats.org/officeDocument/2006/relationships/image" Target="../media/image1777.png"/><Relationship Id="rId174" Type="http://schemas.openxmlformats.org/officeDocument/2006/relationships/customXml" Target="../ink/ink1914.xml"/><Relationship Id="rId195" Type="http://schemas.openxmlformats.org/officeDocument/2006/relationships/image" Target="../media/image1798.png"/><Relationship Id="rId209" Type="http://schemas.openxmlformats.org/officeDocument/2006/relationships/image" Target="../media/image1805.png"/><Relationship Id="rId220" Type="http://schemas.openxmlformats.org/officeDocument/2006/relationships/customXml" Target="../ink/ink1937.xml"/><Relationship Id="rId241" Type="http://schemas.openxmlformats.org/officeDocument/2006/relationships/image" Target="../media/image1821.png"/><Relationship Id="rId15" Type="http://schemas.openxmlformats.org/officeDocument/2006/relationships/image" Target="../media/image1708.png"/><Relationship Id="rId36" Type="http://schemas.openxmlformats.org/officeDocument/2006/relationships/customXml" Target="../ink/ink1845.xml"/><Relationship Id="rId57" Type="http://schemas.openxmlformats.org/officeDocument/2006/relationships/image" Target="../media/image1729.png"/><Relationship Id="rId262" Type="http://schemas.openxmlformats.org/officeDocument/2006/relationships/customXml" Target="../ink/ink1958.xml"/><Relationship Id="rId78" Type="http://schemas.openxmlformats.org/officeDocument/2006/relationships/customXml" Target="../ink/ink1866.xml"/><Relationship Id="rId99" Type="http://schemas.openxmlformats.org/officeDocument/2006/relationships/image" Target="../media/image1750.png"/><Relationship Id="rId101" Type="http://schemas.openxmlformats.org/officeDocument/2006/relationships/image" Target="../media/image1751.png"/><Relationship Id="rId122" Type="http://schemas.openxmlformats.org/officeDocument/2006/relationships/customXml" Target="../ink/ink1888.xml"/><Relationship Id="rId143" Type="http://schemas.openxmlformats.org/officeDocument/2006/relationships/image" Target="../media/image1772.png"/><Relationship Id="rId164" Type="http://schemas.openxmlformats.org/officeDocument/2006/relationships/customXml" Target="../ink/ink1909.xml"/><Relationship Id="rId185" Type="http://schemas.openxmlformats.org/officeDocument/2006/relationships/image" Target="../media/image1793.png"/><Relationship Id="rId9" Type="http://schemas.openxmlformats.org/officeDocument/2006/relationships/image" Target="../media/image1705.png"/><Relationship Id="rId210" Type="http://schemas.openxmlformats.org/officeDocument/2006/relationships/customXml" Target="../ink/ink1932.xml"/><Relationship Id="rId26" Type="http://schemas.openxmlformats.org/officeDocument/2006/relationships/customXml" Target="../ink/ink1840.xml"/><Relationship Id="rId231" Type="http://schemas.openxmlformats.org/officeDocument/2006/relationships/image" Target="../media/image1816.png"/><Relationship Id="rId252" Type="http://schemas.openxmlformats.org/officeDocument/2006/relationships/customXml" Target="../ink/ink1953.xml"/><Relationship Id="rId273" Type="http://schemas.openxmlformats.org/officeDocument/2006/relationships/image" Target="../media/image1837.png"/><Relationship Id="rId47" Type="http://schemas.openxmlformats.org/officeDocument/2006/relationships/image" Target="../media/image1724.png"/><Relationship Id="rId68" Type="http://schemas.openxmlformats.org/officeDocument/2006/relationships/customXml" Target="../ink/ink1861.xml"/><Relationship Id="rId89" Type="http://schemas.openxmlformats.org/officeDocument/2006/relationships/image" Target="../media/image1745.png"/><Relationship Id="rId112" Type="http://schemas.openxmlformats.org/officeDocument/2006/relationships/customXml" Target="../ink/ink1883.xml"/><Relationship Id="rId133" Type="http://schemas.openxmlformats.org/officeDocument/2006/relationships/image" Target="../media/image1767.png"/><Relationship Id="rId154" Type="http://schemas.openxmlformats.org/officeDocument/2006/relationships/customXml" Target="../ink/ink1904.xml"/><Relationship Id="rId175" Type="http://schemas.openxmlformats.org/officeDocument/2006/relationships/image" Target="../media/image1788.png"/><Relationship Id="rId196" Type="http://schemas.openxmlformats.org/officeDocument/2006/relationships/customXml" Target="../ink/ink1925.xml"/><Relationship Id="rId200" Type="http://schemas.openxmlformats.org/officeDocument/2006/relationships/customXml" Target="../ink/ink1927.xml"/><Relationship Id="rId16" Type="http://schemas.openxmlformats.org/officeDocument/2006/relationships/customXml" Target="../ink/ink1835.xml"/><Relationship Id="rId221" Type="http://schemas.openxmlformats.org/officeDocument/2006/relationships/image" Target="../media/image1811.png"/><Relationship Id="rId242" Type="http://schemas.openxmlformats.org/officeDocument/2006/relationships/customXml" Target="../ink/ink1948.xml"/><Relationship Id="rId263" Type="http://schemas.openxmlformats.org/officeDocument/2006/relationships/image" Target="../media/image1832.png"/><Relationship Id="rId37" Type="http://schemas.openxmlformats.org/officeDocument/2006/relationships/image" Target="../media/image1719.png"/><Relationship Id="rId58" Type="http://schemas.openxmlformats.org/officeDocument/2006/relationships/customXml" Target="../ink/ink1856.xml"/><Relationship Id="rId79" Type="http://schemas.openxmlformats.org/officeDocument/2006/relationships/image" Target="../media/image1740.png"/><Relationship Id="rId102" Type="http://schemas.openxmlformats.org/officeDocument/2006/relationships/customXml" Target="../ink/ink1878.xml"/><Relationship Id="rId123" Type="http://schemas.openxmlformats.org/officeDocument/2006/relationships/image" Target="../media/image1762.png"/><Relationship Id="rId144" Type="http://schemas.openxmlformats.org/officeDocument/2006/relationships/customXml" Target="../ink/ink1899.xml"/><Relationship Id="rId90" Type="http://schemas.openxmlformats.org/officeDocument/2006/relationships/customXml" Target="../ink/ink1872.xml"/><Relationship Id="rId165" Type="http://schemas.openxmlformats.org/officeDocument/2006/relationships/image" Target="../media/image1783.png"/><Relationship Id="rId186" Type="http://schemas.openxmlformats.org/officeDocument/2006/relationships/customXml" Target="../ink/ink1920.xml"/><Relationship Id="rId211" Type="http://schemas.openxmlformats.org/officeDocument/2006/relationships/image" Target="../media/image1806.png"/><Relationship Id="rId232" Type="http://schemas.openxmlformats.org/officeDocument/2006/relationships/customXml" Target="../ink/ink1943.xml"/><Relationship Id="rId253" Type="http://schemas.openxmlformats.org/officeDocument/2006/relationships/image" Target="../media/image1827.png"/><Relationship Id="rId27" Type="http://schemas.openxmlformats.org/officeDocument/2006/relationships/image" Target="../media/image1714.png"/><Relationship Id="rId48" Type="http://schemas.openxmlformats.org/officeDocument/2006/relationships/customXml" Target="../ink/ink1851.xml"/><Relationship Id="rId69" Type="http://schemas.openxmlformats.org/officeDocument/2006/relationships/image" Target="../media/image1735.png"/><Relationship Id="rId113" Type="http://schemas.openxmlformats.org/officeDocument/2006/relationships/image" Target="../media/image1757.png"/><Relationship Id="rId134" Type="http://schemas.openxmlformats.org/officeDocument/2006/relationships/customXml" Target="../ink/ink1894.xml"/><Relationship Id="rId80" Type="http://schemas.openxmlformats.org/officeDocument/2006/relationships/customXml" Target="../ink/ink1867.xml"/><Relationship Id="rId155" Type="http://schemas.openxmlformats.org/officeDocument/2006/relationships/image" Target="../media/image1778.png"/><Relationship Id="rId176" Type="http://schemas.openxmlformats.org/officeDocument/2006/relationships/customXml" Target="../ink/ink1915.xml"/><Relationship Id="rId197" Type="http://schemas.openxmlformats.org/officeDocument/2006/relationships/image" Target="../media/image1799.png"/><Relationship Id="rId201" Type="http://schemas.openxmlformats.org/officeDocument/2006/relationships/image" Target="../media/image1801.png"/><Relationship Id="rId222" Type="http://schemas.openxmlformats.org/officeDocument/2006/relationships/customXml" Target="../ink/ink1938.xml"/><Relationship Id="rId243" Type="http://schemas.openxmlformats.org/officeDocument/2006/relationships/image" Target="../media/image1822.png"/><Relationship Id="rId264" Type="http://schemas.openxmlformats.org/officeDocument/2006/relationships/customXml" Target="../ink/ink1959.xml"/><Relationship Id="rId17" Type="http://schemas.openxmlformats.org/officeDocument/2006/relationships/image" Target="../media/image1709.png"/><Relationship Id="rId38" Type="http://schemas.openxmlformats.org/officeDocument/2006/relationships/customXml" Target="../ink/ink1846.xml"/><Relationship Id="rId59" Type="http://schemas.openxmlformats.org/officeDocument/2006/relationships/image" Target="../media/image1730.png"/><Relationship Id="rId103" Type="http://schemas.openxmlformats.org/officeDocument/2006/relationships/image" Target="../media/image1752.png"/><Relationship Id="rId124" Type="http://schemas.openxmlformats.org/officeDocument/2006/relationships/customXml" Target="../ink/ink1889.xml"/><Relationship Id="rId70" Type="http://schemas.openxmlformats.org/officeDocument/2006/relationships/customXml" Target="../ink/ink1862.xml"/><Relationship Id="rId91" Type="http://schemas.openxmlformats.org/officeDocument/2006/relationships/image" Target="../media/image1746.png"/><Relationship Id="rId145" Type="http://schemas.openxmlformats.org/officeDocument/2006/relationships/image" Target="../media/image1773.png"/><Relationship Id="rId166" Type="http://schemas.openxmlformats.org/officeDocument/2006/relationships/customXml" Target="../ink/ink1910.xml"/><Relationship Id="rId187" Type="http://schemas.openxmlformats.org/officeDocument/2006/relationships/image" Target="../media/image17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33.xml"/><Relationship Id="rId233" Type="http://schemas.openxmlformats.org/officeDocument/2006/relationships/image" Target="../media/image1817.png"/><Relationship Id="rId254" Type="http://schemas.openxmlformats.org/officeDocument/2006/relationships/customXml" Target="../ink/ink1954.xml"/><Relationship Id="rId28" Type="http://schemas.openxmlformats.org/officeDocument/2006/relationships/customXml" Target="../ink/ink1841.xml"/><Relationship Id="rId49" Type="http://schemas.openxmlformats.org/officeDocument/2006/relationships/image" Target="../media/image1725.png"/><Relationship Id="rId114" Type="http://schemas.openxmlformats.org/officeDocument/2006/relationships/customXml" Target="../ink/ink1884.xml"/><Relationship Id="rId60" Type="http://schemas.openxmlformats.org/officeDocument/2006/relationships/customXml" Target="../ink/ink1857.xml"/><Relationship Id="rId81" Type="http://schemas.openxmlformats.org/officeDocument/2006/relationships/image" Target="../media/image1741.png"/><Relationship Id="rId135" Type="http://schemas.openxmlformats.org/officeDocument/2006/relationships/image" Target="../media/image1768.png"/><Relationship Id="rId156" Type="http://schemas.openxmlformats.org/officeDocument/2006/relationships/customXml" Target="../ink/ink1905.xml"/><Relationship Id="rId177" Type="http://schemas.openxmlformats.org/officeDocument/2006/relationships/image" Target="../media/image1789.png"/><Relationship Id="rId198" Type="http://schemas.openxmlformats.org/officeDocument/2006/relationships/customXml" Target="../ink/ink1926.xml"/><Relationship Id="rId202" Type="http://schemas.openxmlformats.org/officeDocument/2006/relationships/customXml" Target="../ink/ink1928.xml"/><Relationship Id="rId223" Type="http://schemas.openxmlformats.org/officeDocument/2006/relationships/image" Target="../media/image1812.png"/><Relationship Id="rId244" Type="http://schemas.openxmlformats.org/officeDocument/2006/relationships/customXml" Target="../ink/ink1949.xml"/><Relationship Id="rId18" Type="http://schemas.openxmlformats.org/officeDocument/2006/relationships/customXml" Target="../ink/ink1836.xml"/><Relationship Id="rId39" Type="http://schemas.openxmlformats.org/officeDocument/2006/relationships/image" Target="../media/image1720.png"/><Relationship Id="rId265" Type="http://schemas.openxmlformats.org/officeDocument/2006/relationships/image" Target="../media/image1833.png"/><Relationship Id="rId50" Type="http://schemas.openxmlformats.org/officeDocument/2006/relationships/customXml" Target="../ink/ink1852.xml"/><Relationship Id="rId104" Type="http://schemas.openxmlformats.org/officeDocument/2006/relationships/customXml" Target="../ink/ink1879.xml"/><Relationship Id="rId125" Type="http://schemas.openxmlformats.org/officeDocument/2006/relationships/image" Target="../media/image1763.png"/><Relationship Id="rId146" Type="http://schemas.openxmlformats.org/officeDocument/2006/relationships/customXml" Target="../ink/ink1900.xml"/><Relationship Id="rId167" Type="http://schemas.openxmlformats.org/officeDocument/2006/relationships/image" Target="../media/image1784.png"/><Relationship Id="rId188" Type="http://schemas.openxmlformats.org/officeDocument/2006/relationships/customXml" Target="../ink/ink1921.xml"/><Relationship Id="rId71" Type="http://schemas.openxmlformats.org/officeDocument/2006/relationships/image" Target="../media/image1736.png"/><Relationship Id="rId92" Type="http://schemas.openxmlformats.org/officeDocument/2006/relationships/customXml" Target="../ink/ink1873.xml"/><Relationship Id="rId213" Type="http://schemas.openxmlformats.org/officeDocument/2006/relationships/image" Target="../media/image1807.png"/><Relationship Id="rId234" Type="http://schemas.openxmlformats.org/officeDocument/2006/relationships/customXml" Target="../ink/ink1944.xml"/><Relationship Id="rId2" Type="http://schemas.openxmlformats.org/officeDocument/2006/relationships/customXml" Target="../ink/ink1828.xml"/><Relationship Id="rId29" Type="http://schemas.openxmlformats.org/officeDocument/2006/relationships/image" Target="../media/image1715.png"/><Relationship Id="rId255" Type="http://schemas.openxmlformats.org/officeDocument/2006/relationships/image" Target="../media/image1828.png"/><Relationship Id="rId40" Type="http://schemas.openxmlformats.org/officeDocument/2006/relationships/customXml" Target="../ink/ink1847.xml"/><Relationship Id="rId115" Type="http://schemas.openxmlformats.org/officeDocument/2006/relationships/image" Target="../media/image1758.png"/><Relationship Id="rId136" Type="http://schemas.openxmlformats.org/officeDocument/2006/relationships/customXml" Target="../ink/ink1895.xml"/><Relationship Id="rId157" Type="http://schemas.openxmlformats.org/officeDocument/2006/relationships/image" Target="../media/image1779.png"/><Relationship Id="rId178" Type="http://schemas.openxmlformats.org/officeDocument/2006/relationships/customXml" Target="../ink/ink1916.xml"/><Relationship Id="rId61" Type="http://schemas.openxmlformats.org/officeDocument/2006/relationships/image" Target="../media/image1731.png"/><Relationship Id="rId82" Type="http://schemas.openxmlformats.org/officeDocument/2006/relationships/customXml" Target="../ink/ink1868.xml"/><Relationship Id="rId199" Type="http://schemas.openxmlformats.org/officeDocument/2006/relationships/image" Target="../media/image1800.png"/><Relationship Id="rId203" Type="http://schemas.openxmlformats.org/officeDocument/2006/relationships/image" Target="../media/image1802.png"/><Relationship Id="rId19" Type="http://schemas.openxmlformats.org/officeDocument/2006/relationships/image" Target="../media/image1710.png"/><Relationship Id="rId224" Type="http://schemas.openxmlformats.org/officeDocument/2006/relationships/customXml" Target="../ink/ink1939.xml"/><Relationship Id="rId245" Type="http://schemas.openxmlformats.org/officeDocument/2006/relationships/image" Target="../media/image1823.png"/><Relationship Id="rId266" Type="http://schemas.openxmlformats.org/officeDocument/2006/relationships/customXml" Target="../ink/ink1960.xml"/><Relationship Id="rId30" Type="http://schemas.openxmlformats.org/officeDocument/2006/relationships/customXml" Target="../ink/ink1842.xml"/><Relationship Id="rId105" Type="http://schemas.openxmlformats.org/officeDocument/2006/relationships/image" Target="../media/image1753.png"/><Relationship Id="rId126" Type="http://schemas.openxmlformats.org/officeDocument/2006/relationships/customXml" Target="../ink/ink1890.xml"/><Relationship Id="rId147" Type="http://schemas.openxmlformats.org/officeDocument/2006/relationships/image" Target="../media/image1774.png"/><Relationship Id="rId168" Type="http://schemas.openxmlformats.org/officeDocument/2006/relationships/customXml" Target="../ink/ink1911.xml"/><Relationship Id="rId51" Type="http://schemas.openxmlformats.org/officeDocument/2006/relationships/image" Target="../media/image1726.png"/><Relationship Id="rId72" Type="http://schemas.openxmlformats.org/officeDocument/2006/relationships/customXml" Target="../ink/ink1863.xml"/><Relationship Id="rId93" Type="http://schemas.openxmlformats.org/officeDocument/2006/relationships/image" Target="../media/image1747.png"/><Relationship Id="rId189" Type="http://schemas.openxmlformats.org/officeDocument/2006/relationships/image" Target="../media/image1795.png"/><Relationship Id="rId3" Type="http://schemas.openxmlformats.org/officeDocument/2006/relationships/image" Target="../media/image1702.png"/><Relationship Id="rId214" Type="http://schemas.openxmlformats.org/officeDocument/2006/relationships/customXml" Target="../ink/ink1934.xml"/><Relationship Id="rId235" Type="http://schemas.openxmlformats.org/officeDocument/2006/relationships/image" Target="../media/image1818.png"/><Relationship Id="rId256" Type="http://schemas.openxmlformats.org/officeDocument/2006/relationships/customXml" Target="../ink/ink1955.xml"/><Relationship Id="rId116" Type="http://schemas.openxmlformats.org/officeDocument/2006/relationships/customXml" Target="../ink/ink1885.xml"/><Relationship Id="rId137" Type="http://schemas.openxmlformats.org/officeDocument/2006/relationships/image" Target="../media/image1769.png"/><Relationship Id="rId158" Type="http://schemas.openxmlformats.org/officeDocument/2006/relationships/customXml" Target="../ink/ink1906.xml"/><Relationship Id="rId20" Type="http://schemas.openxmlformats.org/officeDocument/2006/relationships/customXml" Target="../ink/ink1837.xml"/><Relationship Id="rId41" Type="http://schemas.openxmlformats.org/officeDocument/2006/relationships/image" Target="../media/image1721.png"/><Relationship Id="rId62" Type="http://schemas.openxmlformats.org/officeDocument/2006/relationships/customXml" Target="../ink/ink1858.xml"/><Relationship Id="rId83" Type="http://schemas.openxmlformats.org/officeDocument/2006/relationships/image" Target="../media/image1742.png"/><Relationship Id="rId179" Type="http://schemas.openxmlformats.org/officeDocument/2006/relationships/image" Target="../media/image1790.png"/><Relationship Id="rId190" Type="http://schemas.openxmlformats.org/officeDocument/2006/relationships/customXml" Target="../ink/ink1922.xml"/><Relationship Id="rId204" Type="http://schemas.openxmlformats.org/officeDocument/2006/relationships/customXml" Target="../ink/ink1929.xml"/><Relationship Id="rId225" Type="http://schemas.openxmlformats.org/officeDocument/2006/relationships/image" Target="../media/image1813.png"/><Relationship Id="rId246" Type="http://schemas.openxmlformats.org/officeDocument/2006/relationships/customXml" Target="../ink/ink1950.xml"/><Relationship Id="rId267" Type="http://schemas.openxmlformats.org/officeDocument/2006/relationships/image" Target="../media/image1834.png"/><Relationship Id="rId106" Type="http://schemas.openxmlformats.org/officeDocument/2006/relationships/customXml" Target="../ink/ink1880.xml"/><Relationship Id="rId127" Type="http://schemas.openxmlformats.org/officeDocument/2006/relationships/image" Target="../media/image1764.png"/><Relationship Id="rId10" Type="http://schemas.openxmlformats.org/officeDocument/2006/relationships/customXml" Target="../ink/ink1832.xml"/><Relationship Id="rId31" Type="http://schemas.openxmlformats.org/officeDocument/2006/relationships/image" Target="../media/image1716.png"/><Relationship Id="rId52" Type="http://schemas.openxmlformats.org/officeDocument/2006/relationships/customXml" Target="../ink/ink1853.xml"/><Relationship Id="rId73" Type="http://schemas.openxmlformats.org/officeDocument/2006/relationships/image" Target="../media/image1737.png"/><Relationship Id="rId94" Type="http://schemas.openxmlformats.org/officeDocument/2006/relationships/customXml" Target="../ink/ink1874.xml"/><Relationship Id="rId148" Type="http://schemas.openxmlformats.org/officeDocument/2006/relationships/customXml" Target="../ink/ink1901.xml"/><Relationship Id="rId169" Type="http://schemas.openxmlformats.org/officeDocument/2006/relationships/image" Target="../media/image1785.png"/><Relationship Id="rId4" Type="http://schemas.openxmlformats.org/officeDocument/2006/relationships/customXml" Target="../ink/ink1829.xml"/><Relationship Id="rId180" Type="http://schemas.openxmlformats.org/officeDocument/2006/relationships/customXml" Target="../ink/ink1917.xml"/><Relationship Id="rId215" Type="http://schemas.openxmlformats.org/officeDocument/2006/relationships/image" Target="../media/image1808.png"/><Relationship Id="rId236" Type="http://schemas.openxmlformats.org/officeDocument/2006/relationships/customXml" Target="../ink/ink1945.xml"/><Relationship Id="rId257" Type="http://schemas.openxmlformats.org/officeDocument/2006/relationships/image" Target="../media/image1829.png"/><Relationship Id="rId42" Type="http://schemas.openxmlformats.org/officeDocument/2006/relationships/customXml" Target="../ink/ink1848.xml"/><Relationship Id="rId84" Type="http://schemas.openxmlformats.org/officeDocument/2006/relationships/customXml" Target="../ink/ink1869.xml"/><Relationship Id="rId138" Type="http://schemas.openxmlformats.org/officeDocument/2006/relationships/customXml" Target="../ink/ink1896.xml"/><Relationship Id="rId191" Type="http://schemas.openxmlformats.org/officeDocument/2006/relationships/image" Target="../media/image1796.png"/><Relationship Id="rId205" Type="http://schemas.openxmlformats.org/officeDocument/2006/relationships/image" Target="../media/image1803.png"/><Relationship Id="rId247" Type="http://schemas.openxmlformats.org/officeDocument/2006/relationships/image" Target="../media/image1824.png"/><Relationship Id="rId107" Type="http://schemas.openxmlformats.org/officeDocument/2006/relationships/image" Target="../media/image1754.png"/><Relationship Id="rId11" Type="http://schemas.openxmlformats.org/officeDocument/2006/relationships/image" Target="../media/image1706.png"/><Relationship Id="rId53" Type="http://schemas.openxmlformats.org/officeDocument/2006/relationships/image" Target="../media/image1727.png"/><Relationship Id="rId149" Type="http://schemas.openxmlformats.org/officeDocument/2006/relationships/image" Target="../media/image1775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95.png"/><Relationship Id="rId299" Type="http://schemas.openxmlformats.org/officeDocument/2006/relationships/image" Target="../media/image1985.png"/><Relationship Id="rId21" Type="http://schemas.openxmlformats.org/officeDocument/2006/relationships/image" Target="../media/image1847.png"/><Relationship Id="rId63" Type="http://schemas.openxmlformats.org/officeDocument/2006/relationships/image" Target="../media/image1868.png"/><Relationship Id="rId159" Type="http://schemas.openxmlformats.org/officeDocument/2006/relationships/image" Target="../media/image1916.png"/><Relationship Id="rId324" Type="http://schemas.openxmlformats.org/officeDocument/2006/relationships/customXml" Target="../ink/ink2125.xml"/><Relationship Id="rId366" Type="http://schemas.openxmlformats.org/officeDocument/2006/relationships/customXml" Target="../ink/ink2146.xml"/><Relationship Id="rId170" Type="http://schemas.openxmlformats.org/officeDocument/2006/relationships/customXml" Target="../ink/ink2048.xml"/><Relationship Id="rId226" Type="http://schemas.openxmlformats.org/officeDocument/2006/relationships/customXml" Target="../ink/ink2076.xml"/><Relationship Id="rId433" Type="http://schemas.openxmlformats.org/officeDocument/2006/relationships/image" Target="../media/image2052.png"/><Relationship Id="rId268" Type="http://schemas.openxmlformats.org/officeDocument/2006/relationships/customXml" Target="../ink/ink2097.xml"/><Relationship Id="rId475" Type="http://schemas.openxmlformats.org/officeDocument/2006/relationships/image" Target="../media/image2073.png"/><Relationship Id="rId32" Type="http://schemas.openxmlformats.org/officeDocument/2006/relationships/customXml" Target="../ink/ink1979.xml"/><Relationship Id="rId74" Type="http://schemas.openxmlformats.org/officeDocument/2006/relationships/customXml" Target="../ink/ink2000.xml"/><Relationship Id="rId128" Type="http://schemas.openxmlformats.org/officeDocument/2006/relationships/customXml" Target="../ink/ink2027.xml"/><Relationship Id="rId335" Type="http://schemas.openxmlformats.org/officeDocument/2006/relationships/image" Target="../media/image2003.png"/><Relationship Id="rId377" Type="http://schemas.openxmlformats.org/officeDocument/2006/relationships/image" Target="../media/image2024.png"/><Relationship Id="rId5" Type="http://schemas.openxmlformats.org/officeDocument/2006/relationships/image" Target="../media/image1839.png"/><Relationship Id="rId181" Type="http://schemas.openxmlformats.org/officeDocument/2006/relationships/image" Target="../media/image1927.png"/><Relationship Id="rId237" Type="http://schemas.openxmlformats.org/officeDocument/2006/relationships/image" Target="../media/image1955.png"/><Relationship Id="rId402" Type="http://schemas.openxmlformats.org/officeDocument/2006/relationships/customXml" Target="../ink/ink2164.xml"/><Relationship Id="rId279" Type="http://schemas.openxmlformats.org/officeDocument/2006/relationships/image" Target="../media/image1975.png"/><Relationship Id="rId444" Type="http://schemas.openxmlformats.org/officeDocument/2006/relationships/customXml" Target="../ink/ink2185.xml"/><Relationship Id="rId486" Type="http://schemas.openxmlformats.org/officeDocument/2006/relationships/customXml" Target="../ink/ink2206.xml"/><Relationship Id="rId43" Type="http://schemas.openxmlformats.org/officeDocument/2006/relationships/image" Target="../media/image1858.png"/><Relationship Id="rId139" Type="http://schemas.openxmlformats.org/officeDocument/2006/relationships/image" Target="../media/image1906.png"/><Relationship Id="rId290" Type="http://schemas.openxmlformats.org/officeDocument/2006/relationships/customXml" Target="../ink/ink2108.xml"/><Relationship Id="rId304" Type="http://schemas.openxmlformats.org/officeDocument/2006/relationships/customXml" Target="../ink/ink2115.xml"/><Relationship Id="rId346" Type="http://schemas.openxmlformats.org/officeDocument/2006/relationships/customXml" Target="../ink/ink2136.xml"/><Relationship Id="rId388" Type="http://schemas.openxmlformats.org/officeDocument/2006/relationships/customXml" Target="../ink/ink2157.xml"/><Relationship Id="rId85" Type="http://schemas.openxmlformats.org/officeDocument/2006/relationships/image" Target="../media/image1879.png"/><Relationship Id="rId150" Type="http://schemas.openxmlformats.org/officeDocument/2006/relationships/customXml" Target="../ink/ink2038.xml"/><Relationship Id="rId192" Type="http://schemas.openxmlformats.org/officeDocument/2006/relationships/customXml" Target="../ink/ink2059.xml"/><Relationship Id="rId206" Type="http://schemas.openxmlformats.org/officeDocument/2006/relationships/customXml" Target="../ink/ink2066.xml"/><Relationship Id="rId413" Type="http://schemas.openxmlformats.org/officeDocument/2006/relationships/image" Target="../media/image2042.png"/><Relationship Id="rId248" Type="http://schemas.openxmlformats.org/officeDocument/2006/relationships/customXml" Target="../ink/ink2087.xml"/><Relationship Id="rId455" Type="http://schemas.openxmlformats.org/officeDocument/2006/relationships/image" Target="../media/image2063.png"/><Relationship Id="rId497" Type="http://schemas.openxmlformats.org/officeDocument/2006/relationships/image" Target="../media/image2084.png"/><Relationship Id="rId12" Type="http://schemas.openxmlformats.org/officeDocument/2006/relationships/customXml" Target="../ink/ink1969.xml"/><Relationship Id="rId108" Type="http://schemas.openxmlformats.org/officeDocument/2006/relationships/customXml" Target="../ink/ink2017.xml"/><Relationship Id="rId315" Type="http://schemas.openxmlformats.org/officeDocument/2006/relationships/image" Target="../media/image1993.png"/><Relationship Id="rId357" Type="http://schemas.openxmlformats.org/officeDocument/2006/relationships/image" Target="../media/image2014.png"/><Relationship Id="rId54" Type="http://schemas.openxmlformats.org/officeDocument/2006/relationships/customXml" Target="../ink/ink1990.xml"/><Relationship Id="rId96" Type="http://schemas.openxmlformats.org/officeDocument/2006/relationships/customXml" Target="../ink/ink2011.xml"/><Relationship Id="rId161" Type="http://schemas.openxmlformats.org/officeDocument/2006/relationships/image" Target="../media/image1917.png"/><Relationship Id="rId217" Type="http://schemas.openxmlformats.org/officeDocument/2006/relationships/image" Target="../media/image1945.png"/><Relationship Id="rId399" Type="http://schemas.openxmlformats.org/officeDocument/2006/relationships/image" Target="../media/image2035.png"/><Relationship Id="rId259" Type="http://schemas.openxmlformats.org/officeDocument/2006/relationships/image" Target="../media/image1966.png"/><Relationship Id="rId424" Type="http://schemas.openxmlformats.org/officeDocument/2006/relationships/customXml" Target="../ink/ink2175.xml"/><Relationship Id="rId466" Type="http://schemas.openxmlformats.org/officeDocument/2006/relationships/customXml" Target="../ink/ink2196.xml"/><Relationship Id="rId23" Type="http://schemas.openxmlformats.org/officeDocument/2006/relationships/image" Target="../media/image1848.png"/><Relationship Id="rId119" Type="http://schemas.openxmlformats.org/officeDocument/2006/relationships/image" Target="../media/image1896.png"/><Relationship Id="rId270" Type="http://schemas.openxmlformats.org/officeDocument/2006/relationships/customXml" Target="../ink/ink2098.xml"/><Relationship Id="rId326" Type="http://schemas.openxmlformats.org/officeDocument/2006/relationships/customXml" Target="../ink/ink2126.xml"/><Relationship Id="rId65" Type="http://schemas.openxmlformats.org/officeDocument/2006/relationships/image" Target="../media/image1869.png"/><Relationship Id="rId130" Type="http://schemas.openxmlformats.org/officeDocument/2006/relationships/customXml" Target="../ink/ink2028.xml"/><Relationship Id="rId368" Type="http://schemas.openxmlformats.org/officeDocument/2006/relationships/customXml" Target="../ink/ink2147.xml"/><Relationship Id="rId172" Type="http://schemas.openxmlformats.org/officeDocument/2006/relationships/customXml" Target="../ink/ink2049.xml"/><Relationship Id="rId228" Type="http://schemas.openxmlformats.org/officeDocument/2006/relationships/customXml" Target="../ink/ink2077.xml"/><Relationship Id="rId435" Type="http://schemas.openxmlformats.org/officeDocument/2006/relationships/image" Target="../media/image2053.png"/><Relationship Id="rId477" Type="http://schemas.openxmlformats.org/officeDocument/2006/relationships/image" Target="../media/image2074.png"/><Relationship Id="rId281" Type="http://schemas.openxmlformats.org/officeDocument/2006/relationships/image" Target="../media/image1976.png"/><Relationship Id="rId337" Type="http://schemas.openxmlformats.org/officeDocument/2006/relationships/image" Target="../media/image2004.png"/><Relationship Id="rId34" Type="http://schemas.openxmlformats.org/officeDocument/2006/relationships/customXml" Target="../ink/ink1980.xml"/><Relationship Id="rId76" Type="http://schemas.openxmlformats.org/officeDocument/2006/relationships/customXml" Target="../ink/ink2001.xml"/><Relationship Id="rId141" Type="http://schemas.openxmlformats.org/officeDocument/2006/relationships/image" Target="../media/image1907.png"/><Relationship Id="rId379" Type="http://schemas.openxmlformats.org/officeDocument/2006/relationships/image" Target="../media/image2025.png"/><Relationship Id="rId7" Type="http://schemas.openxmlformats.org/officeDocument/2006/relationships/image" Target="../media/image1840.png"/><Relationship Id="rId183" Type="http://schemas.openxmlformats.org/officeDocument/2006/relationships/image" Target="../media/image1928.png"/><Relationship Id="rId239" Type="http://schemas.openxmlformats.org/officeDocument/2006/relationships/image" Target="../media/image1956.png"/><Relationship Id="rId390" Type="http://schemas.openxmlformats.org/officeDocument/2006/relationships/customXml" Target="../ink/ink2158.xml"/><Relationship Id="rId404" Type="http://schemas.openxmlformats.org/officeDocument/2006/relationships/customXml" Target="../ink/ink2165.xml"/><Relationship Id="rId446" Type="http://schemas.openxmlformats.org/officeDocument/2006/relationships/customXml" Target="../ink/ink2186.xml"/><Relationship Id="rId250" Type="http://schemas.openxmlformats.org/officeDocument/2006/relationships/customXml" Target="../ink/ink2088.xml"/><Relationship Id="rId292" Type="http://schemas.openxmlformats.org/officeDocument/2006/relationships/customXml" Target="../ink/ink2109.xml"/><Relationship Id="rId306" Type="http://schemas.openxmlformats.org/officeDocument/2006/relationships/customXml" Target="../ink/ink2116.xml"/><Relationship Id="rId488" Type="http://schemas.openxmlformats.org/officeDocument/2006/relationships/customXml" Target="../ink/ink2207.xml"/><Relationship Id="rId45" Type="http://schemas.openxmlformats.org/officeDocument/2006/relationships/image" Target="../media/image1859.png"/><Relationship Id="rId87" Type="http://schemas.openxmlformats.org/officeDocument/2006/relationships/image" Target="../media/image1880.png"/><Relationship Id="rId110" Type="http://schemas.openxmlformats.org/officeDocument/2006/relationships/customXml" Target="../ink/ink2018.xml"/><Relationship Id="rId348" Type="http://schemas.openxmlformats.org/officeDocument/2006/relationships/customXml" Target="../ink/ink2137.xml"/><Relationship Id="rId152" Type="http://schemas.openxmlformats.org/officeDocument/2006/relationships/customXml" Target="../ink/ink2039.xml"/><Relationship Id="rId194" Type="http://schemas.openxmlformats.org/officeDocument/2006/relationships/customXml" Target="../ink/ink2060.xml"/><Relationship Id="rId208" Type="http://schemas.openxmlformats.org/officeDocument/2006/relationships/customXml" Target="../ink/ink2067.xml"/><Relationship Id="rId415" Type="http://schemas.openxmlformats.org/officeDocument/2006/relationships/image" Target="../media/image2043.png"/><Relationship Id="rId457" Type="http://schemas.openxmlformats.org/officeDocument/2006/relationships/image" Target="../media/image2064.png"/><Relationship Id="rId261" Type="http://schemas.openxmlformats.org/officeDocument/2006/relationships/image" Target="../media/image1967.png"/><Relationship Id="rId499" Type="http://schemas.openxmlformats.org/officeDocument/2006/relationships/image" Target="../media/image2085.png"/><Relationship Id="rId14" Type="http://schemas.openxmlformats.org/officeDocument/2006/relationships/customXml" Target="../ink/ink1970.xml"/><Relationship Id="rId56" Type="http://schemas.openxmlformats.org/officeDocument/2006/relationships/customXml" Target="../ink/ink1991.xml"/><Relationship Id="rId317" Type="http://schemas.openxmlformats.org/officeDocument/2006/relationships/image" Target="../media/image1994.png"/><Relationship Id="rId359" Type="http://schemas.openxmlformats.org/officeDocument/2006/relationships/image" Target="../media/image2015.png"/><Relationship Id="rId98" Type="http://schemas.openxmlformats.org/officeDocument/2006/relationships/customXml" Target="../ink/ink2012.xml"/><Relationship Id="rId121" Type="http://schemas.openxmlformats.org/officeDocument/2006/relationships/image" Target="../media/image1897.png"/><Relationship Id="rId163" Type="http://schemas.openxmlformats.org/officeDocument/2006/relationships/image" Target="../media/image1918.png"/><Relationship Id="rId219" Type="http://schemas.openxmlformats.org/officeDocument/2006/relationships/image" Target="../media/image1946.png"/><Relationship Id="rId370" Type="http://schemas.openxmlformats.org/officeDocument/2006/relationships/customXml" Target="../ink/ink2148.xml"/><Relationship Id="rId426" Type="http://schemas.openxmlformats.org/officeDocument/2006/relationships/customXml" Target="../ink/ink2176.xml"/><Relationship Id="rId230" Type="http://schemas.openxmlformats.org/officeDocument/2006/relationships/customXml" Target="../ink/ink2078.xml"/><Relationship Id="rId468" Type="http://schemas.openxmlformats.org/officeDocument/2006/relationships/customXml" Target="../ink/ink2197.xml"/><Relationship Id="rId25" Type="http://schemas.openxmlformats.org/officeDocument/2006/relationships/image" Target="../media/image1849.png"/><Relationship Id="rId67" Type="http://schemas.openxmlformats.org/officeDocument/2006/relationships/image" Target="../media/image1870.png"/><Relationship Id="rId272" Type="http://schemas.openxmlformats.org/officeDocument/2006/relationships/customXml" Target="../ink/ink2099.xml"/><Relationship Id="rId328" Type="http://schemas.openxmlformats.org/officeDocument/2006/relationships/customXml" Target="../ink/ink2127.xml"/><Relationship Id="rId132" Type="http://schemas.openxmlformats.org/officeDocument/2006/relationships/customXml" Target="../ink/ink2029.xml"/><Relationship Id="rId174" Type="http://schemas.openxmlformats.org/officeDocument/2006/relationships/customXml" Target="../ink/ink2050.xml"/><Relationship Id="rId381" Type="http://schemas.openxmlformats.org/officeDocument/2006/relationships/image" Target="../media/image2026.png"/><Relationship Id="rId241" Type="http://schemas.openxmlformats.org/officeDocument/2006/relationships/image" Target="../media/image1957.png"/><Relationship Id="rId437" Type="http://schemas.openxmlformats.org/officeDocument/2006/relationships/image" Target="../media/image2054.png"/><Relationship Id="rId479" Type="http://schemas.openxmlformats.org/officeDocument/2006/relationships/image" Target="../media/image2075.png"/><Relationship Id="rId36" Type="http://schemas.openxmlformats.org/officeDocument/2006/relationships/customXml" Target="../ink/ink1981.xml"/><Relationship Id="rId283" Type="http://schemas.openxmlformats.org/officeDocument/2006/relationships/image" Target="../media/image1977.png"/><Relationship Id="rId339" Type="http://schemas.openxmlformats.org/officeDocument/2006/relationships/image" Target="../media/image2005.png"/><Relationship Id="rId490" Type="http://schemas.openxmlformats.org/officeDocument/2006/relationships/customXml" Target="../ink/ink2208.xml"/><Relationship Id="rId78" Type="http://schemas.openxmlformats.org/officeDocument/2006/relationships/customXml" Target="../ink/ink2002.xml"/><Relationship Id="rId101" Type="http://schemas.openxmlformats.org/officeDocument/2006/relationships/image" Target="../media/image1887.png"/><Relationship Id="rId143" Type="http://schemas.openxmlformats.org/officeDocument/2006/relationships/image" Target="../media/image1908.png"/><Relationship Id="rId185" Type="http://schemas.openxmlformats.org/officeDocument/2006/relationships/image" Target="../media/image1929.png"/><Relationship Id="rId350" Type="http://schemas.openxmlformats.org/officeDocument/2006/relationships/customXml" Target="../ink/ink2138.xml"/><Relationship Id="rId406" Type="http://schemas.openxmlformats.org/officeDocument/2006/relationships/customXml" Target="../ink/ink2166.xml"/><Relationship Id="rId9" Type="http://schemas.openxmlformats.org/officeDocument/2006/relationships/image" Target="../media/image1841.png"/><Relationship Id="rId210" Type="http://schemas.openxmlformats.org/officeDocument/2006/relationships/customXml" Target="../ink/ink2068.xml"/><Relationship Id="rId392" Type="http://schemas.openxmlformats.org/officeDocument/2006/relationships/customXml" Target="../ink/ink2159.xml"/><Relationship Id="rId448" Type="http://schemas.openxmlformats.org/officeDocument/2006/relationships/customXml" Target="../ink/ink2187.xml"/><Relationship Id="rId252" Type="http://schemas.openxmlformats.org/officeDocument/2006/relationships/customXml" Target="../ink/ink2089.xml"/><Relationship Id="rId294" Type="http://schemas.openxmlformats.org/officeDocument/2006/relationships/customXml" Target="../ink/ink2110.xml"/><Relationship Id="rId308" Type="http://schemas.openxmlformats.org/officeDocument/2006/relationships/customXml" Target="../ink/ink2117.xml"/><Relationship Id="rId47" Type="http://schemas.openxmlformats.org/officeDocument/2006/relationships/image" Target="../media/image1860.png"/><Relationship Id="rId89" Type="http://schemas.openxmlformats.org/officeDocument/2006/relationships/image" Target="../media/image1881.png"/><Relationship Id="rId112" Type="http://schemas.openxmlformats.org/officeDocument/2006/relationships/customXml" Target="../ink/ink2019.xml"/><Relationship Id="rId154" Type="http://schemas.openxmlformats.org/officeDocument/2006/relationships/customXml" Target="../ink/ink2040.xml"/><Relationship Id="rId361" Type="http://schemas.openxmlformats.org/officeDocument/2006/relationships/image" Target="../media/image2016.png"/><Relationship Id="rId196" Type="http://schemas.openxmlformats.org/officeDocument/2006/relationships/customXml" Target="../ink/ink2061.xml"/><Relationship Id="rId417" Type="http://schemas.openxmlformats.org/officeDocument/2006/relationships/image" Target="../media/image2044.png"/><Relationship Id="rId459" Type="http://schemas.openxmlformats.org/officeDocument/2006/relationships/image" Target="../media/image2065.png"/><Relationship Id="rId16" Type="http://schemas.openxmlformats.org/officeDocument/2006/relationships/customXml" Target="../ink/ink1971.xml"/><Relationship Id="rId221" Type="http://schemas.openxmlformats.org/officeDocument/2006/relationships/image" Target="../media/image1947.png"/><Relationship Id="rId263" Type="http://schemas.openxmlformats.org/officeDocument/2006/relationships/image" Target="../media/image1968.png"/><Relationship Id="rId319" Type="http://schemas.openxmlformats.org/officeDocument/2006/relationships/image" Target="../media/image1995.png"/><Relationship Id="rId470" Type="http://schemas.openxmlformats.org/officeDocument/2006/relationships/customXml" Target="../ink/ink2198.xml"/><Relationship Id="rId58" Type="http://schemas.openxmlformats.org/officeDocument/2006/relationships/customXml" Target="../ink/ink1992.xml"/><Relationship Id="rId123" Type="http://schemas.openxmlformats.org/officeDocument/2006/relationships/image" Target="../media/image1898.png"/><Relationship Id="rId330" Type="http://schemas.openxmlformats.org/officeDocument/2006/relationships/customXml" Target="../ink/ink2128.xml"/><Relationship Id="rId165" Type="http://schemas.openxmlformats.org/officeDocument/2006/relationships/image" Target="../media/image1919.png"/><Relationship Id="rId372" Type="http://schemas.openxmlformats.org/officeDocument/2006/relationships/customXml" Target="../ink/ink2149.xml"/><Relationship Id="rId428" Type="http://schemas.openxmlformats.org/officeDocument/2006/relationships/customXml" Target="../ink/ink2177.xml"/><Relationship Id="rId232" Type="http://schemas.openxmlformats.org/officeDocument/2006/relationships/customXml" Target="../ink/ink2079.xml"/><Relationship Id="rId274" Type="http://schemas.openxmlformats.org/officeDocument/2006/relationships/customXml" Target="../ink/ink2100.xml"/><Relationship Id="rId481" Type="http://schemas.openxmlformats.org/officeDocument/2006/relationships/image" Target="../media/image2076.png"/><Relationship Id="rId27" Type="http://schemas.openxmlformats.org/officeDocument/2006/relationships/image" Target="../media/image1850.png"/><Relationship Id="rId69" Type="http://schemas.openxmlformats.org/officeDocument/2006/relationships/image" Target="../media/image1871.png"/><Relationship Id="rId134" Type="http://schemas.openxmlformats.org/officeDocument/2006/relationships/customXml" Target="../ink/ink2030.xml"/><Relationship Id="rId80" Type="http://schemas.openxmlformats.org/officeDocument/2006/relationships/customXml" Target="../ink/ink2003.xml"/><Relationship Id="rId176" Type="http://schemas.openxmlformats.org/officeDocument/2006/relationships/customXml" Target="../ink/ink2051.xml"/><Relationship Id="rId341" Type="http://schemas.openxmlformats.org/officeDocument/2006/relationships/image" Target="../media/image2006.png"/><Relationship Id="rId383" Type="http://schemas.openxmlformats.org/officeDocument/2006/relationships/image" Target="../media/image2027.png"/><Relationship Id="rId439" Type="http://schemas.openxmlformats.org/officeDocument/2006/relationships/image" Target="../media/image2055.png"/><Relationship Id="rId201" Type="http://schemas.openxmlformats.org/officeDocument/2006/relationships/image" Target="../media/image1937.png"/><Relationship Id="rId243" Type="http://schemas.openxmlformats.org/officeDocument/2006/relationships/image" Target="../media/image1958.png"/><Relationship Id="rId285" Type="http://schemas.openxmlformats.org/officeDocument/2006/relationships/image" Target="../media/image1978.png"/><Relationship Id="rId450" Type="http://schemas.openxmlformats.org/officeDocument/2006/relationships/customXml" Target="../ink/ink2188.xml"/><Relationship Id="rId38" Type="http://schemas.openxmlformats.org/officeDocument/2006/relationships/customXml" Target="../ink/ink1982.xml"/><Relationship Id="rId103" Type="http://schemas.openxmlformats.org/officeDocument/2006/relationships/image" Target="../media/image1888.png"/><Relationship Id="rId310" Type="http://schemas.openxmlformats.org/officeDocument/2006/relationships/customXml" Target="../ink/ink2118.xml"/><Relationship Id="rId492" Type="http://schemas.openxmlformats.org/officeDocument/2006/relationships/customXml" Target="../ink/ink2209.xml"/><Relationship Id="rId91" Type="http://schemas.openxmlformats.org/officeDocument/2006/relationships/image" Target="../media/image1882.png"/><Relationship Id="rId145" Type="http://schemas.openxmlformats.org/officeDocument/2006/relationships/image" Target="../media/image1909.png"/><Relationship Id="rId187" Type="http://schemas.openxmlformats.org/officeDocument/2006/relationships/image" Target="../media/image1930.png"/><Relationship Id="rId352" Type="http://schemas.openxmlformats.org/officeDocument/2006/relationships/customXml" Target="../ink/ink2139.xml"/><Relationship Id="rId394" Type="http://schemas.openxmlformats.org/officeDocument/2006/relationships/customXml" Target="../ink/ink2160.xml"/><Relationship Id="rId408" Type="http://schemas.openxmlformats.org/officeDocument/2006/relationships/customXml" Target="../ink/ink2167.xml"/><Relationship Id="rId212" Type="http://schemas.openxmlformats.org/officeDocument/2006/relationships/customXml" Target="../ink/ink2069.xml"/><Relationship Id="rId254" Type="http://schemas.openxmlformats.org/officeDocument/2006/relationships/customXml" Target="../ink/ink2090.xml"/><Relationship Id="rId49" Type="http://schemas.openxmlformats.org/officeDocument/2006/relationships/image" Target="../media/image1861.png"/><Relationship Id="rId114" Type="http://schemas.openxmlformats.org/officeDocument/2006/relationships/customXml" Target="../ink/ink2020.xml"/><Relationship Id="rId296" Type="http://schemas.openxmlformats.org/officeDocument/2006/relationships/customXml" Target="../ink/ink2111.xml"/><Relationship Id="rId461" Type="http://schemas.openxmlformats.org/officeDocument/2006/relationships/image" Target="../media/image2066.png"/><Relationship Id="rId60" Type="http://schemas.openxmlformats.org/officeDocument/2006/relationships/customXml" Target="../ink/ink1993.xml"/><Relationship Id="rId156" Type="http://schemas.openxmlformats.org/officeDocument/2006/relationships/customXml" Target="../ink/ink2041.xml"/><Relationship Id="rId198" Type="http://schemas.openxmlformats.org/officeDocument/2006/relationships/customXml" Target="../ink/ink2062.xml"/><Relationship Id="rId321" Type="http://schemas.openxmlformats.org/officeDocument/2006/relationships/image" Target="../media/image1996.png"/><Relationship Id="rId363" Type="http://schemas.openxmlformats.org/officeDocument/2006/relationships/image" Target="../media/image2017.png"/><Relationship Id="rId419" Type="http://schemas.openxmlformats.org/officeDocument/2006/relationships/image" Target="../media/image2045.png"/><Relationship Id="rId223" Type="http://schemas.openxmlformats.org/officeDocument/2006/relationships/image" Target="../media/image1948.png"/><Relationship Id="rId430" Type="http://schemas.openxmlformats.org/officeDocument/2006/relationships/customXml" Target="../ink/ink2178.xml"/><Relationship Id="rId18" Type="http://schemas.openxmlformats.org/officeDocument/2006/relationships/customXml" Target="../ink/ink1972.xml"/><Relationship Id="rId265" Type="http://schemas.openxmlformats.org/officeDocument/2006/relationships/image" Target="../media/image1969.png"/><Relationship Id="rId472" Type="http://schemas.openxmlformats.org/officeDocument/2006/relationships/customXml" Target="../ink/ink2199.xml"/><Relationship Id="rId125" Type="http://schemas.openxmlformats.org/officeDocument/2006/relationships/image" Target="../media/image1899.png"/><Relationship Id="rId167" Type="http://schemas.openxmlformats.org/officeDocument/2006/relationships/image" Target="../media/image1920.png"/><Relationship Id="rId332" Type="http://schemas.openxmlformats.org/officeDocument/2006/relationships/customXml" Target="../ink/ink2129.xml"/><Relationship Id="rId374" Type="http://schemas.openxmlformats.org/officeDocument/2006/relationships/customXml" Target="../ink/ink2150.xml"/><Relationship Id="rId71" Type="http://schemas.openxmlformats.org/officeDocument/2006/relationships/image" Target="../media/image1872.png"/><Relationship Id="rId234" Type="http://schemas.openxmlformats.org/officeDocument/2006/relationships/customXml" Target="../ink/ink2080.xml"/><Relationship Id="rId2" Type="http://schemas.openxmlformats.org/officeDocument/2006/relationships/customXml" Target="../ink/ink1964.xml"/><Relationship Id="rId29" Type="http://schemas.openxmlformats.org/officeDocument/2006/relationships/image" Target="../media/image1851.png"/><Relationship Id="rId276" Type="http://schemas.openxmlformats.org/officeDocument/2006/relationships/customXml" Target="../ink/ink2101.xml"/><Relationship Id="rId441" Type="http://schemas.openxmlformats.org/officeDocument/2006/relationships/image" Target="../media/image2056.png"/><Relationship Id="rId483" Type="http://schemas.openxmlformats.org/officeDocument/2006/relationships/image" Target="../media/image2077.png"/><Relationship Id="rId40" Type="http://schemas.openxmlformats.org/officeDocument/2006/relationships/customXml" Target="../ink/ink1983.xml"/><Relationship Id="rId136" Type="http://schemas.openxmlformats.org/officeDocument/2006/relationships/customXml" Target="../ink/ink2031.xml"/><Relationship Id="rId178" Type="http://schemas.openxmlformats.org/officeDocument/2006/relationships/customXml" Target="../ink/ink2052.xml"/><Relationship Id="rId301" Type="http://schemas.openxmlformats.org/officeDocument/2006/relationships/image" Target="../media/image1986.png"/><Relationship Id="rId343" Type="http://schemas.openxmlformats.org/officeDocument/2006/relationships/image" Target="../media/image2007.png"/><Relationship Id="rId82" Type="http://schemas.openxmlformats.org/officeDocument/2006/relationships/customXml" Target="../ink/ink2004.xml"/><Relationship Id="rId203" Type="http://schemas.openxmlformats.org/officeDocument/2006/relationships/image" Target="../media/image1938.png"/><Relationship Id="rId385" Type="http://schemas.openxmlformats.org/officeDocument/2006/relationships/image" Target="../media/image2028.png"/><Relationship Id="rId245" Type="http://schemas.openxmlformats.org/officeDocument/2006/relationships/image" Target="../media/image1959.png"/><Relationship Id="rId287" Type="http://schemas.openxmlformats.org/officeDocument/2006/relationships/image" Target="../media/image1979.png"/><Relationship Id="rId410" Type="http://schemas.openxmlformats.org/officeDocument/2006/relationships/customXml" Target="../ink/ink2168.xml"/><Relationship Id="rId452" Type="http://schemas.openxmlformats.org/officeDocument/2006/relationships/customXml" Target="../ink/ink2189.xml"/><Relationship Id="rId494" Type="http://schemas.openxmlformats.org/officeDocument/2006/relationships/customXml" Target="../ink/ink2210.xml"/><Relationship Id="rId105" Type="http://schemas.openxmlformats.org/officeDocument/2006/relationships/image" Target="../media/image1889.png"/><Relationship Id="rId147" Type="http://schemas.openxmlformats.org/officeDocument/2006/relationships/image" Target="../media/image1910.png"/><Relationship Id="rId312" Type="http://schemas.openxmlformats.org/officeDocument/2006/relationships/customXml" Target="../ink/ink2119.xml"/><Relationship Id="rId354" Type="http://schemas.openxmlformats.org/officeDocument/2006/relationships/customXml" Target="../ink/ink2140.xml"/><Relationship Id="rId51" Type="http://schemas.openxmlformats.org/officeDocument/2006/relationships/image" Target="../media/image1862.png"/><Relationship Id="rId93" Type="http://schemas.openxmlformats.org/officeDocument/2006/relationships/image" Target="../media/image1883.png"/><Relationship Id="rId189" Type="http://schemas.openxmlformats.org/officeDocument/2006/relationships/image" Target="../media/image1931.png"/><Relationship Id="rId396" Type="http://schemas.openxmlformats.org/officeDocument/2006/relationships/customXml" Target="../ink/ink2161.xml"/><Relationship Id="rId214" Type="http://schemas.openxmlformats.org/officeDocument/2006/relationships/customXml" Target="../ink/ink2070.xml"/><Relationship Id="rId256" Type="http://schemas.openxmlformats.org/officeDocument/2006/relationships/customXml" Target="../ink/ink2091.xml"/><Relationship Id="rId298" Type="http://schemas.openxmlformats.org/officeDocument/2006/relationships/customXml" Target="../ink/ink2112.xml"/><Relationship Id="rId421" Type="http://schemas.openxmlformats.org/officeDocument/2006/relationships/image" Target="../media/image2046.png"/><Relationship Id="rId463" Type="http://schemas.openxmlformats.org/officeDocument/2006/relationships/image" Target="../media/image2067.png"/><Relationship Id="rId116" Type="http://schemas.openxmlformats.org/officeDocument/2006/relationships/customXml" Target="../ink/ink2021.xml"/><Relationship Id="rId158" Type="http://schemas.openxmlformats.org/officeDocument/2006/relationships/customXml" Target="../ink/ink2042.xml"/><Relationship Id="rId323" Type="http://schemas.openxmlformats.org/officeDocument/2006/relationships/image" Target="../media/image1997.png"/><Relationship Id="rId20" Type="http://schemas.openxmlformats.org/officeDocument/2006/relationships/customXml" Target="../ink/ink1973.xml"/><Relationship Id="rId62" Type="http://schemas.openxmlformats.org/officeDocument/2006/relationships/customXml" Target="../ink/ink1994.xml"/><Relationship Id="rId365" Type="http://schemas.openxmlformats.org/officeDocument/2006/relationships/image" Target="../media/image2018.png"/><Relationship Id="rId225" Type="http://schemas.openxmlformats.org/officeDocument/2006/relationships/image" Target="../media/image1949.png"/><Relationship Id="rId267" Type="http://schemas.openxmlformats.org/officeDocument/2006/relationships/image" Target="../media/image1970.png"/><Relationship Id="rId432" Type="http://schemas.openxmlformats.org/officeDocument/2006/relationships/customXml" Target="../ink/ink2179.xml"/><Relationship Id="rId474" Type="http://schemas.openxmlformats.org/officeDocument/2006/relationships/customXml" Target="../ink/ink2200.xml"/><Relationship Id="rId106" Type="http://schemas.openxmlformats.org/officeDocument/2006/relationships/customXml" Target="../ink/ink2016.xml"/><Relationship Id="rId127" Type="http://schemas.openxmlformats.org/officeDocument/2006/relationships/image" Target="../media/image1900.png"/><Relationship Id="rId313" Type="http://schemas.openxmlformats.org/officeDocument/2006/relationships/image" Target="../media/image1992.png"/><Relationship Id="rId495" Type="http://schemas.openxmlformats.org/officeDocument/2006/relationships/image" Target="../media/image2083.png"/><Relationship Id="rId10" Type="http://schemas.openxmlformats.org/officeDocument/2006/relationships/customXml" Target="../ink/ink1968.xml"/><Relationship Id="rId31" Type="http://schemas.openxmlformats.org/officeDocument/2006/relationships/image" Target="../media/image1852.png"/><Relationship Id="rId52" Type="http://schemas.openxmlformats.org/officeDocument/2006/relationships/customXml" Target="../ink/ink1989.xml"/><Relationship Id="rId73" Type="http://schemas.openxmlformats.org/officeDocument/2006/relationships/image" Target="../media/image1873.png"/><Relationship Id="rId94" Type="http://schemas.openxmlformats.org/officeDocument/2006/relationships/customXml" Target="../ink/ink2010.xml"/><Relationship Id="rId148" Type="http://schemas.openxmlformats.org/officeDocument/2006/relationships/customXml" Target="../ink/ink2037.xml"/><Relationship Id="rId169" Type="http://schemas.openxmlformats.org/officeDocument/2006/relationships/image" Target="../media/image1921.png"/><Relationship Id="rId334" Type="http://schemas.openxmlformats.org/officeDocument/2006/relationships/customXml" Target="../ink/ink2130.xml"/><Relationship Id="rId355" Type="http://schemas.openxmlformats.org/officeDocument/2006/relationships/image" Target="../media/image2013.png"/><Relationship Id="rId376" Type="http://schemas.openxmlformats.org/officeDocument/2006/relationships/customXml" Target="../ink/ink2151.xml"/><Relationship Id="rId397" Type="http://schemas.openxmlformats.org/officeDocument/2006/relationships/image" Target="../media/image2034.png"/><Relationship Id="rId4" Type="http://schemas.openxmlformats.org/officeDocument/2006/relationships/customXml" Target="../ink/ink1965.xml"/><Relationship Id="rId180" Type="http://schemas.openxmlformats.org/officeDocument/2006/relationships/customXml" Target="../ink/ink2053.xml"/><Relationship Id="rId215" Type="http://schemas.openxmlformats.org/officeDocument/2006/relationships/image" Target="../media/image1944.png"/><Relationship Id="rId236" Type="http://schemas.openxmlformats.org/officeDocument/2006/relationships/customXml" Target="../ink/ink2081.xml"/><Relationship Id="rId257" Type="http://schemas.openxmlformats.org/officeDocument/2006/relationships/image" Target="../media/image1965.png"/><Relationship Id="rId278" Type="http://schemas.openxmlformats.org/officeDocument/2006/relationships/customXml" Target="../ink/ink2102.xml"/><Relationship Id="rId401" Type="http://schemas.openxmlformats.org/officeDocument/2006/relationships/image" Target="../media/image2036.png"/><Relationship Id="rId422" Type="http://schemas.openxmlformats.org/officeDocument/2006/relationships/customXml" Target="../ink/ink2174.xml"/><Relationship Id="rId443" Type="http://schemas.openxmlformats.org/officeDocument/2006/relationships/image" Target="../media/image2057.png"/><Relationship Id="rId464" Type="http://schemas.openxmlformats.org/officeDocument/2006/relationships/customXml" Target="../ink/ink2195.xml"/><Relationship Id="rId303" Type="http://schemas.openxmlformats.org/officeDocument/2006/relationships/image" Target="../media/image1987.png"/><Relationship Id="rId485" Type="http://schemas.openxmlformats.org/officeDocument/2006/relationships/image" Target="../media/image2078.png"/><Relationship Id="rId42" Type="http://schemas.openxmlformats.org/officeDocument/2006/relationships/customXml" Target="../ink/ink1984.xml"/><Relationship Id="rId84" Type="http://schemas.openxmlformats.org/officeDocument/2006/relationships/customXml" Target="../ink/ink2005.xml"/><Relationship Id="rId138" Type="http://schemas.openxmlformats.org/officeDocument/2006/relationships/customXml" Target="../ink/ink2032.xml"/><Relationship Id="rId345" Type="http://schemas.openxmlformats.org/officeDocument/2006/relationships/image" Target="../media/image2008.png"/><Relationship Id="rId387" Type="http://schemas.openxmlformats.org/officeDocument/2006/relationships/image" Target="../media/image2029.png"/><Relationship Id="rId191" Type="http://schemas.openxmlformats.org/officeDocument/2006/relationships/image" Target="../media/image1932.png"/><Relationship Id="rId205" Type="http://schemas.openxmlformats.org/officeDocument/2006/relationships/image" Target="../media/image1939.png"/><Relationship Id="rId247" Type="http://schemas.openxmlformats.org/officeDocument/2006/relationships/image" Target="../media/image1960.png"/><Relationship Id="rId412" Type="http://schemas.openxmlformats.org/officeDocument/2006/relationships/customXml" Target="../ink/ink2169.xml"/><Relationship Id="rId107" Type="http://schemas.openxmlformats.org/officeDocument/2006/relationships/image" Target="../media/image1890.png"/><Relationship Id="rId289" Type="http://schemas.openxmlformats.org/officeDocument/2006/relationships/image" Target="../media/image1980.png"/><Relationship Id="rId454" Type="http://schemas.openxmlformats.org/officeDocument/2006/relationships/customXml" Target="../ink/ink2190.xml"/><Relationship Id="rId496" Type="http://schemas.openxmlformats.org/officeDocument/2006/relationships/customXml" Target="../ink/ink2211.xml"/><Relationship Id="rId11" Type="http://schemas.openxmlformats.org/officeDocument/2006/relationships/image" Target="../media/image1842.png"/><Relationship Id="rId53" Type="http://schemas.openxmlformats.org/officeDocument/2006/relationships/image" Target="../media/image1863.png"/><Relationship Id="rId149" Type="http://schemas.openxmlformats.org/officeDocument/2006/relationships/image" Target="../media/image1911.png"/><Relationship Id="rId314" Type="http://schemas.openxmlformats.org/officeDocument/2006/relationships/customXml" Target="../ink/ink2120.xml"/><Relationship Id="rId356" Type="http://schemas.openxmlformats.org/officeDocument/2006/relationships/customXml" Target="../ink/ink2141.xml"/><Relationship Id="rId398" Type="http://schemas.openxmlformats.org/officeDocument/2006/relationships/customXml" Target="../ink/ink2162.xml"/><Relationship Id="rId95" Type="http://schemas.openxmlformats.org/officeDocument/2006/relationships/image" Target="../media/image1884.png"/><Relationship Id="rId160" Type="http://schemas.openxmlformats.org/officeDocument/2006/relationships/customXml" Target="../ink/ink2043.xml"/><Relationship Id="rId216" Type="http://schemas.openxmlformats.org/officeDocument/2006/relationships/customXml" Target="../ink/ink2071.xml"/><Relationship Id="rId423" Type="http://schemas.openxmlformats.org/officeDocument/2006/relationships/image" Target="../media/image2047.png"/><Relationship Id="rId258" Type="http://schemas.openxmlformats.org/officeDocument/2006/relationships/customXml" Target="../ink/ink2092.xml"/><Relationship Id="rId465" Type="http://schemas.openxmlformats.org/officeDocument/2006/relationships/image" Target="../media/image2068.png"/><Relationship Id="rId22" Type="http://schemas.openxmlformats.org/officeDocument/2006/relationships/customXml" Target="../ink/ink1974.xml"/><Relationship Id="rId64" Type="http://schemas.openxmlformats.org/officeDocument/2006/relationships/customXml" Target="../ink/ink1995.xml"/><Relationship Id="rId118" Type="http://schemas.openxmlformats.org/officeDocument/2006/relationships/customXml" Target="../ink/ink2022.xml"/><Relationship Id="rId325" Type="http://schemas.openxmlformats.org/officeDocument/2006/relationships/image" Target="../media/image1998.png"/><Relationship Id="rId367" Type="http://schemas.openxmlformats.org/officeDocument/2006/relationships/image" Target="../media/image2019.png"/><Relationship Id="rId171" Type="http://schemas.openxmlformats.org/officeDocument/2006/relationships/image" Target="../media/image1922.png"/><Relationship Id="rId227" Type="http://schemas.openxmlformats.org/officeDocument/2006/relationships/image" Target="../media/image1950.png"/><Relationship Id="rId269" Type="http://schemas.openxmlformats.org/officeDocument/2006/relationships/image" Target="../media/image748.png"/><Relationship Id="rId434" Type="http://schemas.openxmlformats.org/officeDocument/2006/relationships/customXml" Target="../ink/ink2180.xml"/><Relationship Id="rId476" Type="http://schemas.openxmlformats.org/officeDocument/2006/relationships/customXml" Target="../ink/ink2201.xml"/><Relationship Id="rId33" Type="http://schemas.openxmlformats.org/officeDocument/2006/relationships/image" Target="../media/image1853.png"/><Relationship Id="rId129" Type="http://schemas.openxmlformats.org/officeDocument/2006/relationships/image" Target="../media/image1901.png"/><Relationship Id="rId280" Type="http://schemas.openxmlformats.org/officeDocument/2006/relationships/customXml" Target="../ink/ink2103.xml"/><Relationship Id="rId336" Type="http://schemas.openxmlformats.org/officeDocument/2006/relationships/customXml" Target="../ink/ink2131.xml"/><Relationship Id="rId75" Type="http://schemas.openxmlformats.org/officeDocument/2006/relationships/image" Target="../media/image1874.png"/><Relationship Id="rId140" Type="http://schemas.openxmlformats.org/officeDocument/2006/relationships/customXml" Target="../ink/ink2033.xml"/><Relationship Id="rId182" Type="http://schemas.openxmlformats.org/officeDocument/2006/relationships/customXml" Target="../ink/ink2054.xml"/><Relationship Id="rId378" Type="http://schemas.openxmlformats.org/officeDocument/2006/relationships/customXml" Target="../ink/ink2152.xml"/><Relationship Id="rId403" Type="http://schemas.openxmlformats.org/officeDocument/2006/relationships/image" Target="../media/image2037.png"/><Relationship Id="rId6" Type="http://schemas.openxmlformats.org/officeDocument/2006/relationships/customXml" Target="../ink/ink1966.xml"/><Relationship Id="rId238" Type="http://schemas.openxmlformats.org/officeDocument/2006/relationships/customXml" Target="../ink/ink2082.xml"/><Relationship Id="rId445" Type="http://schemas.openxmlformats.org/officeDocument/2006/relationships/image" Target="../media/image2058.png"/><Relationship Id="rId487" Type="http://schemas.openxmlformats.org/officeDocument/2006/relationships/image" Target="../media/image2079.png"/><Relationship Id="rId291" Type="http://schemas.openxmlformats.org/officeDocument/2006/relationships/image" Target="../media/image1981.png"/><Relationship Id="rId305" Type="http://schemas.openxmlformats.org/officeDocument/2006/relationships/image" Target="../media/image1988.png"/><Relationship Id="rId347" Type="http://schemas.openxmlformats.org/officeDocument/2006/relationships/image" Target="../media/image2009.png"/><Relationship Id="rId44" Type="http://schemas.openxmlformats.org/officeDocument/2006/relationships/customXml" Target="../ink/ink1985.xml"/><Relationship Id="rId86" Type="http://schemas.openxmlformats.org/officeDocument/2006/relationships/customXml" Target="../ink/ink2006.xml"/><Relationship Id="rId151" Type="http://schemas.openxmlformats.org/officeDocument/2006/relationships/image" Target="../media/image1912.png"/><Relationship Id="rId389" Type="http://schemas.openxmlformats.org/officeDocument/2006/relationships/image" Target="../media/image2030.png"/><Relationship Id="rId193" Type="http://schemas.openxmlformats.org/officeDocument/2006/relationships/image" Target="../media/image1933.png"/><Relationship Id="rId207" Type="http://schemas.openxmlformats.org/officeDocument/2006/relationships/image" Target="../media/image1940.png"/><Relationship Id="rId249" Type="http://schemas.openxmlformats.org/officeDocument/2006/relationships/image" Target="../media/image1961.png"/><Relationship Id="rId414" Type="http://schemas.openxmlformats.org/officeDocument/2006/relationships/customXml" Target="../ink/ink2170.xml"/><Relationship Id="rId456" Type="http://schemas.openxmlformats.org/officeDocument/2006/relationships/customXml" Target="../ink/ink2191.xml"/><Relationship Id="rId498" Type="http://schemas.openxmlformats.org/officeDocument/2006/relationships/customXml" Target="../ink/ink2212.xml"/><Relationship Id="rId13" Type="http://schemas.openxmlformats.org/officeDocument/2006/relationships/image" Target="../media/image1843.png"/><Relationship Id="rId109" Type="http://schemas.openxmlformats.org/officeDocument/2006/relationships/image" Target="../media/image1891.png"/><Relationship Id="rId260" Type="http://schemas.openxmlformats.org/officeDocument/2006/relationships/customXml" Target="../ink/ink2093.xml"/><Relationship Id="rId316" Type="http://schemas.openxmlformats.org/officeDocument/2006/relationships/customXml" Target="../ink/ink2121.xml"/><Relationship Id="rId55" Type="http://schemas.openxmlformats.org/officeDocument/2006/relationships/image" Target="../media/image1864.png"/><Relationship Id="rId97" Type="http://schemas.openxmlformats.org/officeDocument/2006/relationships/image" Target="../media/image1885.png"/><Relationship Id="rId120" Type="http://schemas.openxmlformats.org/officeDocument/2006/relationships/customXml" Target="../ink/ink2023.xml"/><Relationship Id="rId358" Type="http://schemas.openxmlformats.org/officeDocument/2006/relationships/customXml" Target="../ink/ink2142.xml"/><Relationship Id="rId162" Type="http://schemas.openxmlformats.org/officeDocument/2006/relationships/customXml" Target="../ink/ink2044.xml"/><Relationship Id="rId218" Type="http://schemas.openxmlformats.org/officeDocument/2006/relationships/customXml" Target="../ink/ink2072.xml"/><Relationship Id="rId425" Type="http://schemas.openxmlformats.org/officeDocument/2006/relationships/image" Target="../media/image2048.png"/><Relationship Id="rId467" Type="http://schemas.openxmlformats.org/officeDocument/2006/relationships/image" Target="../media/image2069.png"/><Relationship Id="rId271" Type="http://schemas.openxmlformats.org/officeDocument/2006/relationships/image" Target="../media/image1971.png"/><Relationship Id="rId24" Type="http://schemas.openxmlformats.org/officeDocument/2006/relationships/customXml" Target="../ink/ink1975.xml"/><Relationship Id="rId66" Type="http://schemas.openxmlformats.org/officeDocument/2006/relationships/customXml" Target="../ink/ink1996.xml"/><Relationship Id="rId131" Type="http://schemas.openxmlformats.org/officeDocument/2006/relationships/image" Target="../media/image1902.png"/><Relationship Id="rId327" Type="http://schemas.openxmlformats.org/officeDocument/2006/relationships/image" Target="../media/image1999.png"/><Relationship Id="rId369" Type="http://schemas.openxmlformats.org/officeDocument/2006/relationships/image" Target="../media/image2020.png"/><Relationship Id="rId173" Type="http://schemas.openxmlformats.org/officeDocument/2006/relationships/image" Target="../media/image1923.png"/><Relationship Id="rId229" Type="http://schemas.openxmlformats.org/officeDocument/2006/relationships/image" Target="../media/image1951.png"/><Relationship Id="rId380" Type="http://schemas.openxmlformats.org/officeDocument/2006/relationships/customXml" Target="../ink/ink2153.xml"/><Relationship Id="rId436" Type="http://schemas.openxmlformats.org/officeDocument/2006/relationships/customXml" Target="../ink/ink2181.xml"/><Relationship Id="rId240" Type="http://schemas.openxmlformats.org/officeDocument/2006/relationships/customXml" Target="../ink/ink2083.xml"/><Relationship Id="rId478" Type="http://schemas.openxmlformats.org/officeDocument/2006/relationships/customXml" Target="../ink/ink2202.xml"/><Relationship Id="rId35" Type="http://schemas.openxmlformats.org/officeDocument/2006/relationships/image" Target="../media/image1854.png"/><Relationship Id="rId77" Type="http://schemas.openxmlformats.org/officeDocument/2006/relationships/image" Target="../media/image1875.png"/><Relationship Id="rId100" Type="http://schemas.openxmlformats.org/officeDocument/2006/relationships/customXml" Target="../ink/ink2013.xml"/><Relationship Id="rId282" Type="http://schemas.openxmlformats.org/officeDocument/2006/relationships/customXml" Target="../ink/ink2104.xml"/><Relationship Id="rId338" Type="http://schemas.openxmlformats.org/officeDocument/2006/relationships/customXml" Target="../ink/ink2132.xml"/><Relationship Id="rId8" Type="http://schemas.openxmlformats.org/officeDocument/2006/relationships/customXml" Target="../ink/ink1967.xml"/><Relationship Id="rId142" Type="http://schemas.openxmlformats.org/officeDocument/2006/relationships/customXml" Target="../ink/ink2034.xml"/><Relationship Id="rId184" Type="http://schemas.openxmlformats.org/officeDocument/2006/relationships/customXml" Target="../ink/ink2055.xml"/><Relationship Id="rId391" Type="http://schemas.openxmlformats.org/officeDocument/2006/relationships/image" Target="../media/image2031.png"/><Relationship Id="rId405" Type="http://schemas.openxmlformats.org/officeDocument/2006/relationships/image" Target="../media/image2038.png"/><Relationship Id="rId447" Type="http://schemas.openxmlformats.org/officeDocument/2006/relationships/image" Target="../media/image2059.png"/><Relationship Id="rId251" Type="http://schemas.openxmlformats.org/officeDocument/2006/relationships/image" Target="../media/image1962.png"/><Relationship Id="rId489" Type="http://schemas.openxmlformats.org/officeDocument/2006/relationships/image" Target="../media/image2080.png"/><Relationship Id="rId46" Type="http://schemas.openxmlformats.org/officeDocument/2006/relationships/customXml" Target="../ink/ink1986.xml"/><Relationship Id="rId293" Type="http://schemas.openxmlformats.org/officeDocument/2006/relationships/image" Target="../media/image1982.png"/><Relationship Id="rId307" Type="http://schemas.openxmlformats.org/officeDocument/2006/relationships/image" Target="../media/image1989.png"/><Relationship Id="rId349" Type="http://schemas.openxmlformats.org/officeDocument/2006/relationships/image" Target="../media/image2010.png"/><Relationship Id="rId88" Type="http://schemas.openxmlformats.org/officeDocument/2006/relationships/customXml" Target="../ink/ink2007.xml"/><Relationship Id="rId111" Type="http://schemas.openxmlformats.org/officeDocument/2006/relationships/image" Target="../media/image1892.png"/><Relationship Id="rId153" Type="http://schemas.openxmlformats.org/officeDocument/2006/relationships/image" Target="../media/image1913.png"/><Relationship Id="rId195" Type="http://schemas.openxmlformats.org/officeDocument/2006/relationships/image" Target="../media/image1934.png"/><Relationship Id="rId209" Type="http://schemas.openxmlformats.org/officeDocument/2006/relationships/image" Target="../media/image1941.png"/><Relationship Id="rId360" Type="http://schemas.openxmlformats.org/officeDocument/2006/relationships/customXml" Target="../ink/ink2143.xml"/><Relationship Id="rId416" Type="http://schemas.openxmlformats.org/officeDocument/2006/relationships/customXml" Target="../ink/ink2171.xml"/><Relationship Id="rId220" Type="http://schemas.openxmlformats.org/officeDocument/2006/relationships/customXml" Target="../ink/ink2073.xml"/><Relationship Id="rId458" Type="http://schemas.openxmlformats.org/officeDocument/2006/relationships/customXml" Target="../ink/ink2192.xml"/><Relationship Id="rId15" Type="http://schemas.openxmlformats.org/officeDocument/2006/relationships/image" Target="../media/image1844.png"/><Relationship Id="rId57" Type="http://schemas.openxmlformats.org/officeDocument/2006/relationships/image" Target="../media/image1865.png"/><Relationship Id="rId262" Type="http://schemas.openxmlformats.org/officeDocument/2006/relationships/customXml" Target="../ink/ink2094.xml"/><Relationship Id="rId318" Type="http://schemas.openxmlformats.org/officeDocument/2006/relationships/customXml" Target="../ink/ink2122.xml"/><Relationship Id="rId99" Type="http://schemas.openxmlformats.org/officeDocument/2006/relationships/image" Target="../media/image1886.png"/><Relationship Id="rId122" Type="http://schemas.openxmlformats.org/officeDocument/2006/relationships/customXml" Target="../ink/ink2024.xml"/><Relationship Id="rId164" Type="http://schemas.openxmlformats.org/officeDocument/2006/relationships/customXml" Target="../ink/ink2045.xml"/><Relationship Id="rId371" Type="http://schemas.openxmlformats.org/officeDocument/2006/relationships/image" Target="../media/image2021.png"/><Relationship Id="rId427" Type="http://schemas.openxmlformats.org/officeDocument/2006/relationships/image" Target="../media/image2049.png"/><Relationship Id="rId469" Type="http://schemas.openxmlformats.org/officeDocument/2006/relationships/image" Target="../media/image2070.png"/><Relationship Id="rId26" Type="http://schemas.openxmlformats.org/officeDocument/2006/relationships/customXml" Target="../ink/ink1976.xml"/><Relationship Id="rId231" Type="http://schemas.openxmlformats.org/officeDocument/2006/relationships/image" Target="../media/image1952.png"/><Relationship Id="rId273" Type="http://schemas.openxmlformats.org/officeDocument/2006/relationships/image" Target="../media/image1972.png"/><Relationship Id="rId329" Type="http://schemas.openxmlformats.org/officeDocument/2006/relationships/image" Target="../media/image2000.png"/><Relationship Id="rId480" Type="http://schemas.openxmlformats.org/officeDocument/2006/relationships/customXml" Target="../ink/ink2203.xml"/><Relationship Id="rId68" Type="http://schemas.openxmlformats.org/officeDocument/2006/relationships/customXml" Target="../ink/ink1997.xml"/><Relationship Id="rId133" Type="http://schemas.openxmlformats.org/officeDocument/2006/relationships/image" Target="../media/image1903.png"/><Relationship Id="rId175" Type="http://schemas.openxmlformats.org/officeDocument/2006/relationships/image" Target="../media/image1924.png"/><Relationship Id="rId340" Type="http://schemas.openxmlformats.org/officeDocument/2006/relationships/customXml" Target="../ink/ink2133.xml"/><Relationship Id="rId200" Type="http://schemas.openxmlformats.org/officeDocument/2006/relationships/customXml" Target="../ink/ink2063.xml"/><Relationship Id="rId382" Type="http://schemas.openxmlformats.org/officeDocument/2006/relationships/customXml" Target="../ink/ink2154.xml"/><Relationship Id="rId438" Type="http://schemas.openxmlformats.org/officeDocument/2006/relationships/customXml" Target="../ink/ink2182.xml"/><Relationship Id="rId242" Type="http://schemas.openxmlformats.org/officeDocument/2006/relationships/customXml" Target="../ink/ink2084.xml"/><Relationship Id="rId284" Type="http://schemas.openxmlformats.org/officeDocument/2006/relationships/customXml" Target="../ink/ink2105.xml"/><Relationship Id="rId491" Type="http://schemas.openxmlformats.org/officeDocument/2006/relationships/image" Target="../media/image2081.png"/><Relationship Id="rId37" Type="http://schemas.openxmlformats.org/officeDocument/2006/relationships/image" Target="../media/image1855.png"/><Relationship Id="rId79" Type="http://schemas.openxmlformats.org/officeDocument/2006/relationships/image" Target="../media/image1876.png"/><Relationship Id="rId102" Type="http://schemas.openxmlformats.org/officeDocument/2006/relationships/customXml" Target="../ink/ink2014.xml"/><Relationship Id="rId144" Type="http://schemas.openxmlformats.org/officeDocument/2006/relationships/customXml" Target="../ink/ink2035.xml"/><Relationship Id="rId90" Type="http://schemas.openxmlformats.org/officeDocument/2006/relationships/customXml" Target="../ink/ink2008.xml"/><Relationship Id="rId186" Type="http://schemas.openxmlformats.org/officeDocument/2006/relationships/customXml" Target="../ink/ink2056.xml"/><Relationship Id="rId351" Type="http://schemas.openxmlformats.org/officeDocument/2006/relationships/image" Target="../media/image2011.png"/><Relationship Id="rId393" Type="http://schemas.openxmlformats.org/officeDocument/2006/relationships/image" Target="../media/image2032.png"/><Relationship Id="rId407" Type="http://schemas.openxmlformats.org/officeDocument/2006/relationships/image" Target="../media/image2039.png"/><Relationship Id="rId449" Type="http://schemas.openxmlformats.org/officeDocument/2006/relationships/image" Target="../media/image2060.png"/><Relationship Id="rId211" Type="http://schemas.openxmlformats.org/officeDocument/2006/relationships/image" Target="../media/image1942.png"/><Relationship Id="rId253" Type="http://schemas.openxmlformats.org/officeDocument/2006/relationships/image" Target="../media/image1963.png"/><Relationship Id="rId295" Type="http://schemas.openxmlformats.org/officeDocument/2006/relationships/image" Target="../media/image1983.png"/><Relationship Id="rId309" Type="http://schemas.openxmlformats.org/officeDocument/2006/relationships/image" Target="../media/image1990.png"/><Relationship Id="rId460" Type="http://schemas.openxmlformats.org/officeDocument/2006/relationships/customXml" Target="../ink/ink2193.xml"/><Relationship Id="rId48" Type="http://schemas.openxmlformats.org/officeDocument/2006/relationships/customXml" Target="../ink/ink1987.xml"/><Relationship Id="rId113" Type="http://schemas.openxmlformats.org/officeDocument/2006/relationships/image" Target="../media/image1893.png"/><Relationship Id="rId320" Type="http://schemas.openxmlformats.org/officeDocument/2006/relationships/customXml" Target="../ink/ink2123.xml"/><Relationship Id="rId155" Type="http://schemas.openxmlformats.org/officeDocument/2006/relationships/image" Target="../media/image1914.png"/><Relationship Id="rId197" Type="http://schemas.openxmlformats.org/officeDocument/2006/relationships/image" Target="../media/image1935.png"/><Relationship Id="rId362" Type="http://schemas.openxmlformats.org/officeDocument/2006/relationships/customXml" Target="../ink/ink2144.xml"/><Relationship Id="rId418" Type="http://schemas.openxmlformats.org/officeDocument/2006/relationships/customXml" Target="../ink/ink2172.xml"/><Relationship Id="rId222" Type="http://schemas.openxmlformats.org/officeDocument/2006/relationships/customXml" Target="../ink/ink2074.xml"/><Relationship Id="rId264" Type="http://schemas.openxmlformats.org/officeDocument/2006/relationships/customXml" Target="../ink/ink2095.xml"/><Relationship Id="rId471" Type="http://schemas.openxmlformats.org/officeDocument/2006/relationships/image" Target="../media/image2071.png"/><Relationship Id="rId17" Type="http://schemas.openxmlformats.org/officeDocument/2006/relationships/image" Target="../media/image1845.png"/><Relationship Id="rId59" Type="http://schemas.openxmlformats.org/officeDocument/2006/relationships/image" Target="../media/image1866.png"/><Relationship Id="rId124" Type="http://schemas.openxmlformats.org/officeDocument/2006/relationships/customXml" Target="../ink/ink2025.xml"/><Relationship Id="rId70" Type="http://schemas.openxmlformats.org/officeDocument/2006/relationships/customXml" Target="../ink/ink1998.xml"/><Relationship Id="rId166" Type="http://schemas.openxmlformats.org/officeDocument/2006/relationships/customXml" Target="../ink/ink2046.xml"/><Relationship Id="rId331" Type="http://schemas.openxmlformats.org/officeDocument/2006/relationships/image" Target="../media/image2001.png"/><Relationship Id="rId373" Type="http://schemas.openxmlformats.org/officeDocument/2006/relationships/image" Target="../media/image2022.png"/><Relationship Id="rId429" Type="http://schemas.openxmlformats.org/officeDocument/2006/relationships/image" Target="../media/image205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953.png"/><Relationship Id="rId440" Type="http://schemas.openxmlformats.org/officeDocument/2006/relationships/customXml" Target="../ink/ink2183.xml"/><Relationship Id="rId28" Type="http://schemas.openxmlformats.org/officeDocument/2006/relationships/customXml" Target="../ink/ink1977.xml"/><Relationship Id="rId275" Type="http://schemas.openxmlformats.org/officeDocument/2006/relationships/image" Target="../media/image1973.png"/><Relationship Id="rId300" Type="http://schemas.openxmlformats.org/officeDocument/2006/relationships/customXml" Target="../ink/ink2113.xml"/><Relationship Id="rId482" Type="http://schemas.openxmlformats.org/officeDocument/2006/relationships/customXml" Target="../ink/ink2204.xml"/><Relationship Id="rId81" Type="http://schemas.openxmlformats.org/officeDocument/2006/relationships/image" Target="../media/image1877.png"/><Relationship Id="rId135" Type="http://schemas.openxmlformats.org/officeDocument/2006/relationships/image" Target="../media/image1904.png"/><Relationship Id="rId177" Type="http://schemas.openxmlformats.org/officeDocument/2006/relationships/image" Target="../media/image1925.png"/><Relationship Id="rId342" Type="http://schemas.openxmlformats.org/officeDocument/2006/relationships/customXml" Target="../ink/ink2134.xml"/><Relationship Id="rId384" Type="http://schemas.openxmlformats.org/officeDocument/2006/relationships/customXml" Target="../ink/ink2155.xml"/><Relationship Id="rId202" Type="http://schemas.openxmlformats.org/officeDocument/2006/relationships/customXml" Target="../ink/ink2064.xml"/><Relationship Id="rId244" Type="http://schemas.openxmlformats.org/officeDocument/2006/relationships/customXml" Target="../ink/ink2085.xml"/><Relationship Id="rId39" Type="http://schemas.openxmlformats.org/officeDocument/2006/relationships/image" Target="../media/image1856.png"/><Relationship Id="rId286" Type="http://schemas.openxmlformats.org/officeDocument/2006/relationships/customXml" Target="../ink/ink2106.xml"/><Relationship Id="rId451" Type="http://schemas.openxmlformats.org/officeDocument/2006/relationships/image" Target="../media/image2061.png"/><Relationship Id="rId493" Type="http://schemas.openxmlformats.org/officeDocument/2006/relationships/image" Target="../media/image2082.png"/><Relationship Id="rId50" Type="http://schemas.openxmlformats.org/officeDocument/2006/relationships/customXml" Target="../ink/ink1988.xml"/><Relationship Id="rId104" Type="http://schemas.openxmlformats.org/officeDocument/2006/relationships/customXml" Target="../ink/ink2015.xml"/><Relationship Id="rId146" Type="http://schemas.openxmlformats.org/officeDocument/2006/relationships/customXml" Target="../ink/ink2036.xml"/><Relationship Id="rId188" Type="http://schemas.openxmlformats.org/officeDocument/2006/relationships/customXml" Target="../ink/ink2057.xml"/><Relationship Id="rId311" Type="http://schemas.openxmlformats.org/officeDocument/2006/relationships/image" Target="../media/image1991.png"/><Relationship Id="rId353" Type="http://schemas.openxmlformats.org/officeDocument/2006/relationships/image" Target="../media/image2012.png"/><Relationship Id="rId395" Type="http://schemas.openxmlformats.org/officeDocument/2006/relationships/image" Target="../media/image2033.png"/><Relationship Id="rId409" Type="http://schemas.openxmlformats.org/officeDocument/2006/relationships/image" Target="../media/image2040.png"/><Relationship Id="rId92" Type="http://schemas.openxmlformats.org/officeDocument/2006/relationships/customXml" Target="../ink/ink2009.xml"/><Relationship Id="rId213" Type="http://schemas.openxmlformats.org/officeDocument/2006/relationships/image" Target="../media/image1943.png"/><Relationship Id="rId420" Type="http://schemas.openxmlformats.org/officeDocument/2006/relationships/customXml" Target="../ink/ink2173.xml"/><Relationship Id="rId255" Type="http://schemas.openxmlformats.org/officeDocument/2006/relationships/image" Target="../media/image1964.png"/><Relationship Id="rId297" Type="http://schemas.openxmlformats.org/officeDocument/2006/relationships/image" Target="../media/image1984.png"/><Relationship Id="rId462" Type="http://schemas.openxmlformats.org/officeDocument/2006/relationships/customXml" Target="../ink/ink2194.xml"/><Relationship Id="rId115" Type="http://schemas.openxmlformats.org/officeDocument/2006/relationships/image" Target="../media/image1894.png"/><Relationship Id="rId157" Type="http://schemas.openxmlformats.org/officeDocument/2006/relationships/image" Target="../media/image1915.png"/><Relationship Id="rId322" Type="http://schemas.openxmlformats.org/officeDocument/2006/relationships/customXml" Target="../ink/ink2124.xml"/><Relationship Id="rId364" Type="http://schemas.openxmlformats.org/officeDocument/2006/relationships/customXml" Target="../ink/ink2145.xml"/><Relationship Id="rId61" Type="http://schemas.openxmlformats.org/officeDocument/2006/relationships/image" Target="../media/image1867.png"/><Relationship Id="rId199" Type="http://schemas.openxmlformats.org/officeDocument/2006/relationships/image" Target="../media/image1936.png"/><Relationship Id="rId19" Type="http://schemas.openxmlformats.org/officeDocument/2006/relationships/image" Target="../media/image1846.png"/><Relationship Id="rId224" Type="http://schemas.openxmlformats.org/officeDocument/2006/relationships/customXml" Target="../ink/ink2075.xml"/><Relationship Id="rId266" Type="http://schemas.openxmlformats.org/officeDocument/2006/relationships/customXml" Target="../ink/ink2096.xml"/><Relationship Id="rId431" Type="http://schemas.openxmlformats.org/officeDocument/2006/relationships/image" Target="../media/image2051.png"/><Relationship Id="rId473" Type="http://schemas.openxmlformats.org/officeDocument/2006/relationships/image" Target="../media/image2072.png"/><Relationship Id="rId30" Type="http://schemas.openxmlformats.org/officeDocument/2006/relationships/customXml" Target="../ink/ink1978.xml"/><Relationship Id="rId126" Type="http://schemas.openxmlformats.org/officeDocument/2006/relationships/customXml" Target="../ink/ink2026.xml"/><Relationship Id="rId168" Type="http://schemas.openxmlformats.org/officeDocument/2006/relationships/customXml" Target="../ink/ink2047.xml"/><Relationship Id="rId333" Type="http://schemas.openxmlformats.org/officeDocument/2006/relationships/image" Target="../media/image2002.png"/><Relationship Id="rId72" Type="http://schemas.openxmlformats.org/officeDocument/2006/relationships/customXml" Target="../ink/ink1999.xml"/><Relationship Id="rId375" Type="http://schemas.openxmlformats.org/officeDocument/2006/relationships/image" Target="../media/image2023.png"/><Relationship Id="rId3" Type="http://schemas.openxmlformats.org/officeDocument/2006/relationships/image" Target="../media/image1838.png"/><Relationship Id="rId235" Type="http://schemas.openxmlformats.org/officeDocument/2006/relationships/image" Target="../media/image1954.png"/><Relationship Id="rId277" Type="http://schemas.openxmlformats.org/officeDocument/2006/relationships/image" Target="../media/image1974.png"/><Relationship Id="rId400" Type="http://schemas.openxmlformats.org/officeDocument/2006/relationships/customXml" Target="../ink/ink2163.xml"/><Relationship Id="rId442" Type="http://schemas.openxmlformats.org/officeDocument/2006/relationships/customXml" Target="../ink/ink2184.xml"/><Relationship Id="rId484" Type="http://schemas.openxmlformats.org/officeDocument/2006/relationships/customXml" Target="../ink/ink2205.xml"/><Relationship Id="rId137" Type="http://schemas.openxmlformats.org/officeDocument/2006/relationships/image" Target="../media/image1905.png"/><Relationship Id="rId302" Type="http://schemas.openxmlformats.org/officeDocument/2006/relationships/customXml" Target="../ink/ink2114.xml"/><Relationship Id="rId344" Type="http://schemas.openxmlformats.org/officeDocument/2006/relationships/customXml" Target="../ink/ink2135.xml"/><Relationship Id="rId41" Type="http://schemas.openxmlformats.org/officeDocument/2006/relationships/image" Target="../media/image1857.png"/><Relationship Id="rId83" Type="http://schemas.openxmlformats.org/officeDocument/2006/relationships/image" Target="../media/image1878.png"/><Relationship Id="rId179" Type="http://schemas.openxmlformats.org/officeDocument/2006/relationships/image" Target="../media/image1926.png"/><Relationship Id="rId386" Type="http://schemas.openxmlformats.org/officeDocument/2006/relationships/customXml" Target="../ink/ink2156.xml"/><Relationship Id="rId190" Type="http://schemas.openxmlformats.org/officeDocument/2006/relationships/customXml" Target="../ink/ink2058.xml"/><Relationship Id="rId204" Type="http://schemas.openxmlformats.org/officeDocument/2006/relationships/customXml" Target="../ink/ink2065.xml"/><Relationship Id="rId246" Type="http://schemas.openxmlformats.org/officeDocument/2006/relationships/customXml" Target="../ink/ink2086.xml"/><Relationship Id="rId288" Type="http://schemas.openxmlformats.org/officeDocument/2006/relationships/customXml" Target="../ink/ink2107.xml"/><Relationship Id="rId411" Type="http://schemas.openxmlformats.org/officeDocument/2006/relationships/image" Target="../media/image2041.png"/><Relationship Id="rId453" Type="http://schemas.openxmlformats.org/officeDocument/2006/relationships/image" Target="../media/image2062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1.png"/><Relationship Id="rId18" Type="http://schemas.openxmlformats.org/officeDocument/2006/relationships/customXml" Target="../ink/ink2221.xml"/><Relationship Id="rId26" Type="http://schemas.openxmlformats.org/officeDocument/2006/relationships/customXml" Target="../ink/ink2225.xml"/><Relationship Id="rId3" Type="http://schemas.openxmlformats.org/officeDocument/2006/relationships/image" Target="../media/image2086.png"/><Relationship Id="rId21" Type="http://schemas.openxmlformats.org/officeDocument/2006/relationships/image" Target="../media/image2095.png"/><Relationship Id="rId34" Type="http://schemas.openxmlformats.org/officeDocument/2006/relationships/customXml" Target="../ink/ink2229.xml"/><Relationship Id="rId7" Type="http://schemas.openxmlformats.org/officeDocument/2006/relationships/image" Target="../media/image2088.png"/><Relationship Id="rId12" Type="http://schemas.openxmlformats.org/officeDocument/2006/relationships/customXml" Target="../ink/ink2218.xml"/><Relationship Id="rId17" Type="http://schemas.openxmlformats.org/officeDocument/2006/relationships/image" Target="../media/image2093.png"/><Relationship Id="rId25" Type="http://schemas.openxmlformats.org/officeDocument/2006/relationships/image" Target="../media/image2097.png"/><Relationship Id="rId33" Type="http://schemas.openxmlformats.org/officeDocument/2006/relationships/image" Target="../media/image2101.png"/><Relationship Id="rId2" Type="http://schemas.openxmlformats.org/officeDocument/2006/relationships/customXml" Target="../ink/ink2213.xml"/><Relationship Id="rId16" Type="http://schemas.openxmlformats.org/officeDocument/2006/relationships/customXml" Target="../ink/ink2220.xml"/><Relationship Id="rId20" Type="http://schemas.openxmlformats.org/officeDocument/2006/relationships/customXml" Target="../ink/ink2222.xml"/><Relationship Id="rId29" Type="http://schemas.openxmlformats.org/officeDocument/2006/relationships/image" Target="../media/image209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15.xml"/><Relationship Id="rId11" Type="http://schemas.openxmlformats.org/officeDocument/2006/relationships/image" Target="../media/image2090.png"/><Relationship Id="rId24" Type="http://schemas.openxmlformats.org/officeDocument/2006/relationships/customXml" Target="../ink/ink2224.xml"/><Relationship Id="rId32" Type="http://schemas.openxmlformats.org/officeDocument/2006/relationships/customXml" Target="../ink/ink2228.xml"/><Relationship Id="rId5" Type="http://schemas.openxmlformats.org/officeDocument/2006/relationships/image" Target="../media/image2087.png"/><Relationship Id="rId15" Type="http://schemas.openxmlformats.org/officeDocument/2006/relationships/image" Target="../media/image2092.png"/><Relationship Id="rId23" Type="http://schemas.openxmlformats.org/officeDocument/2006/relationships/image" Target="../media/image2096.png"/><Relationship Id="rId28" Type="http://schemas.openxmlformats.org/officeDocument/2006/relationships/customXml" Target="../ink/ink2226.xml"/><Relationship Id="rId10" Type="http://schemas.openxmlformats.org/officeDocument/2006/relationships/customXml" Target="../ink/ink2217.xml"/><Relationship Id="rId19" Type="http://schemas.openxmlformats.org/officeDocument/2006/relationships/image" Target="../media/image2094.png"/><Relationship Id="rId31" Type="http://schemas.openxmlformats.org/officeDocument/2006/relationships/image" Target="../media/image2100.png"/><Relationship Id="rId4" Type="http://schemas.openxmlformats.org/officeDocument/2006/relationships/customXml" Target="../ink/ink2214.xml"/><Relationship Id="rId9" Type="http://schemas.openxmlformats.org/officeDocument/2006/relationships/image" Target="../media/image2089.png"/><Relationship Id="rId14" Type="http://schemas.openxmlformats.org/officeDocument/2006/relationships/customXml" Target="../ink/ink2219.xml"/><Relationship Id="rId22" Type="http://schemas.openxmlformats.org/officeDocument/2006/relationships/customXml" Target="../ink/ink2223.xml"/><Relationship Id="rId27" Type="http://schemas.openxmlformats.org/officeDocument/2006/relationships/image" Target="../media/image2098.png"/><Relationship Id="rId30" Type="http://schemas.openxmlformats.org/officeDocument/2006/relationships/customXml" Target="../ink/ink2227.xml"/><Relationship Id="rId35" Type="http://schemas.openxmlformats.org/officeDocument/2006/relationships/image" Target="../media/image2102.png"/><Relationship Id="rId8" Type="http://schemas.openxmlformats.org/officeDocument/2006/relationships/customXml" Target="../ink/ink22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E699-4632-0A4E-844F-6565C7CF0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Orthogonal and unitary matrices and Normalization of vectors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91AE5-C0B7-A86A-5B07-816E2BCAB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521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535A157-FBD1-110C-EB1B-32B2AE9E4528}"/>
              </a:ext>
            </a:extLst>
          </p:cNvPr>
          <p:cNvGrpSpPr/>
          <p:nvPr/>
        </p:nvGrpSpPr>
        <p:grpSpPr>
          <a:xfrm>
            <a:off x="891606" y="305583"/>
            <a:ext cx="4897800" cy="948960"/>
            <a:chOff x="891606" y="305583"/>
            <a:chExt cx="489780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C550157-5F05-F529-3EB5-D3E959732543}"/>
                    </a:ext>
                  </a:extLst>
                </p14:cNvPr>
                <p14:cNvContentPartPr/>
                <p14:nvPr/>
              </p14:nvContentPartPr>
              <p14:xfrm>
                <a:off x="891606" y="305583"/>
                <a:ext cx="335160" cy="522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C550157-5F05-F529-3EB5-D3E9597325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2606" y="296943"/>
                  <a:ext cx="35280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654DD3-F373-3D47-33A7-D3A23B3A268B}"/>
                    </a:ext>
                  </a:extLst>
                </p14:cNvPr>
                <p14:cNvContentPartPr/>
                <p14:nvPr/>
              </p14:nvContentPartPr>
              <p14:xfrm>
                <a:off x="1290486" y="579903"/>
                <a:ext cx="202680" cy="219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654DD3-F373-3D47-33A7-D3A23B3A26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1846" y="571263"/>
                  <a:ext cx="220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C873B63-9461-712C-883A-13CB52BE9D8F}"/>
                    </a:ext>
                  </a:extLst>
                </p14:cNvPr>
                <p14:cNvContentPartPr/>
                <p14:nvPr/>
              </p14:nvContentPartPr>
              <p14:xfrm>
                <a:off x="1598286" y="458583"/>
                <a:ext cx="47880" cy="317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C873B63-9461-712C-883A-13CB52BE9D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9646" y="449583"/>
                  <a:ext cx="655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0625C7-47F7-28EC-5984-15D69BD11679}"/>
                    </a:ext>
                  </a:extLst>
                </p14:cNvPr>
                <p14:cNvContentPartPr/>
                <p14:nvPr/>
              </p14:nvContentPartPr>
              <p14:xfrm>
                <a:off x="1481646" y="479463"/>
                <a:ext cx="370080" cy="31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0625C7-47F7-28EC-5984-15D69BD116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2646" y="470823"/>
                  <a:ext cx="387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5EA6EA-B0F1-6B82-BA54-62C8CE166185}"/>
                    </a:ext>
                  </a:extLst>
                </p14:cNvPr>
                <p14:cNvContentPartPr/>
                <p14:nvPr/>
              </p14:nvContentPartPr>
              <p14:xfrm>
                <a:off x="1898886" y="628143"/>
                <a:ext cx="138600" cy="167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5EA6EA-B0F1-6B82-BA54-62C8CE1661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90246" y="619143"/>
                  <a:ext cx="156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FF11CF-2FC1-2A2B-0BE8-ACCE26982AF3}"/>
                    </a:ext>
                  </a:extLst>
                </p14:cNvPr>
                <p14:cNvContentPartPr/>
                <p14:nvPr/>
              </p14:nvContentPartPr>
              <p14:xfrm>
                <a:off x="1974846" y="638583"/>
                <a:ext cx="264240" cy="615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FF11CF-2FC1-2A2B-0BE8-ACCE26982A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6206" y="629943"/>
                  <a:ext cx="2818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B5F32C3-C953-8909-F861-1E8CC3D72D76}"/>
                    </a:ext>
                  </a:extLst>
                </p14:cNvPr>
                <p14:cNvContentPartPr/>
                <p14:nvPr/>
              </p14:nvContentPartPr>
              <p14:xfrm>
                <a:off x="2277246" y="600063"/>
                <a:ext cx="382320" cy="219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B5F32C3-C953-8909-F861-1E8CC3D72D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68606" y="591423"/>
                  <a:ext cx="399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3B838D-6CA8-0451-9667-043060E78BD5}"/>
                    </a:ext>
                  </a:extLst>
                </p14:cNvPr>
                <p14:cNvContentPartPr/>
                <p14:nvPr/>
              </p14:nvContentPartPr>
              <p14:xfrm>
                <a:off x="2729406" y="424383"/>
                <a:ext cx="444960" cy="41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3B838D-6CA8-0451-9667-043060E78B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20406" y="415743"/>
                  <a:ext cx="4626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45E01D9-B3B9-0130-F8FA-FFE12298D63B}"/>
                    </a:ext>
                  </a:extLst>
                </p14:cNvPr>
                <p14:cNvContentPartPr/>
                <p14:nvPr/>
              </p14:nvContentPartPr>
              <p14:xfrm>
                <a:off x="3689526" y="453543"/>
                <a:ext cx="1088280" cy="444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45E01D9-B3B9-0130-F8FA-FFE12298D6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80526" y="444903"/>
                  <a:ext cx="11059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E363A9-802C-B1BA-ECA6-77FFC155FA4D}"/>
                    </a:ext>
                  </a:extLst>
                </p14:cNvPr>
                <p14:cNvContentPartPr/>
                <p14:nvPr/>
              </p14:nvContentPartPr>
              <p14:xfrm>
                <a:off x="4882566" y="740463"/>
                <a:ext cx="118080" cy="150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E363A9-802C-B1BA-ECA6-77FFC155FA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73566" y="731463"/>
                  <a:ext cx="135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0A348B-B442-DAD8-D7B7-13FAC5249B0E}"/>
                    </a:ext>
                  </a:extLst>
                </p14:cNvPr>
                <p14:cNvContentPartPr/>
                <p14:nvPr/>
              </p14:nvContentPartPr>
              <p14:xfrm>
                <a:off x="4846926" y="751983"/>
                <a:ext cx="163800" cy="165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0A348B-B442-DAD8-D7B7-13FAC5249B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38286" y="743343"/>
                  <a:ext cx="181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68F728-4334-3191-0AB3-05712E287122}"/>
                    </a:ext>
                  </a:extLst>
                </p14:cNvPr>
                <p14:cNvContentPartPr/>
                <p14:nvPr/>
              </p14:nvContentPartPr>
              <p14:xfrm>
                <a:off x="4822806" y="549303"/>
                <a:ext cx="23400" cy="5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68F728-4334-3191-0AB3-05712E2871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13806" y="540663"/>
                  <a:ext cx="41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ADCBB7-4565-97E3-95F1-B40ABF1CF94C}"/>
                    </a:ext>
                  </a:extLst>
                </p14:cNvPr>
                <p14:cNvContentPartPr/>
                <p14:nvPr/>
              </p14:nvContentPartPr>
              <p14:xfrm>
                <a:off x="3982206" y="487023"/>
                <a:ext cx="210240" cy="51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ADCBB7-4565-97E3-95F1-B40ABF1CF9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73566" y="478383"/>
                  <a:ext cx="227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6B3E53E-74EF-5960-B2AE-F20BE91AE394}"/>
                    </a:ext>
                  </a:extLst>
                </p14:cNvPr>
                <p14:cNvContentPartPr/>
                <p14:nvPr/>
              </p14:nvContentPartPr>
              <p14:xfrm>
                <a:off x="5728926" y="944943"/>
                <a:ext cx="60480" cy="16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6B3E53E-74EF-5960-B2AE-F20BE91AE3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20286" y="935943"/>
                  <a:ext cx="78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269868-FB12-AD4A-CFBA-486F3453CE75}"/>
                    </a:ext>
                  </a:extLst>
                </p14:cNvPr>
                <p14:cNvContentPartPr/>
                <p14:nvPr/>
              </p14:nvContentPartPr>
              <p14:xfrm>
                <a:off x="1084926" y="952143"/>
                <a:ext cx="4326480" cy="137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269868-FB12-AD4A-CFBA-486F3453CE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5926" y="943503"/>
                  <a:ext cx="434412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7E3B95-8466-6F1C-59E8-52A88A14AEBF}"/>
              </a:ext>
            </a:extLst>
          </p:cNvPr>
          <p:cNvGrpSpPr/>
          <p:nvPr/>
        </p:nvGrpSpPr>
        <p:grpSpPr>
          <a:xfrm>
            <a:off x="2949726" y="1288023"/>
            <a:ext cx="1045080" cy="525600"/>
            <a:chOff x="2949726" y="1288023"/>
            <a:chExt cx="104508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AAC267-33A5-7682-17D6-410D61242704}"/>
                    </a:ext>
                  </a:extLst>
                </p14:cNvPr>
                <p14:cNvContentPartPr/>
                <p14:nvPr/>
              </p14:nvContentPartPr>
              <p14:xfrm>
                <a:off x="2994366" y="1410063"/>
                <a:ext cx="265320" cy="35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AAC267-33A5-7682-17D6-410D612427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85366" y="1401063"/>
                  <a:ext cx="2829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9440D40-7943-9386-05A6-892476B6632E}"/>
                    </a:ext>
                  </a:extLst>
                </p14:cNvPr>
                <p14:cNvContentPartPr/>
                <p14:nvPr/>
              </p14:nvContentPartPr>
              <p14:xfrm>
                <a:off x="3055206" y="1591143"/>
                <a:ext cx="131400" cy="27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9440D40-7943-9386-05A6-892476B6632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46566" y="1582503"/>
                  <a:ext cx="149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89429A-311F-0EF3-441A-906C22A4189A}"/>
                    </a:ext>
                  </a:extLst>
                </p14:cNvPr>
                <p14:cNvContentPartPr/>
                <p14:nvPr/>
              </p14:nvContentPartPr>
              <p14:xfrm>
                <a:off x="3386406" y="1450743"/>
                <a:ext cx="157680" cy="320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89429A-311F-0EF3-441A-906C22A4189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77766" y="1442103"/>
                  <a:ext cx="175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A3B4E62-4EEF-1B16-B927-25B29DB1B8CF}"/>
                    </a:ext>
                  </a:extLst>
                </p14:cNvPr>
                <p14:cNvContentPartPr/>
                <p14:nvPr/>
              </p14:nvContentPartPr>
              <p14:xfrm>
                <a:off x="3418446" y="1585023"/>
                <a:ext cx="110160" cy="38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A3B4E62-4EEF-1B16-B927-25B29DB1B8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09806" y="1576383"/>
                  <a:ext cx="127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CF0B2A-8EDD-157A-F37B-C4E6CCEC3F5F}"/>
                    </a:ext>
                  </a:extLst>
                </p14:cNvPr>
                <p14:cNvContentPartPr/>
                <p14:nvPr/>
              </p14:nvContentPartPr>
              <p14:xfrm>
                <a:off x="3743166" y="1288023"/>
                <a:ext cx="71640" cy="19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CF0B2A-8EDD-157A-F37B-C4E6CCEC3F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34166" y="1279023"/>
                  <a:ext cx="89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8CC665-CEEF-CF88-9166-E2C2C66E66ED}"/>
                    </a:ext>
                  </a:extLst>
                </p14:cNvPr>
                <p14:cNvContentPartPr/>
                <p14:nvPr/>
              </p14:nvContentPartPr>
              <p14:xfrm>
                <a:off x="2949726" y="1813263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8CC665-CEEF-CF88-9166-E2C2C66E66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40726" y="18046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CE8331-F5CB-49BB-4D7C-9218FD146DBD}"/>
                    </a:ext>
                  </a:extLst>
                </p14:cNvPr>
                <p14:cNvContentPartPr/>
                <p14:nvPr/>
              </p14:nvContentPartPr>
              <p14:xfrm>
                <a:off x="3849366" y="1673583"/>
                <a:ext cx="11268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CE8331-F5CB-49BB-4D7C-9218FD146D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40366" y="1664583"/>
                  <a:ext cx="130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C7DD4B-B0A4-AF79-70F8-4214D290253F}"/>
                    </a:ext>
                  </a:extLst>
                </p14:cNvPr>
                <p14:cNvContentPartPr/>
                <p14:nvPr/>
              </p14:nvContentPartPr>
              <p14:xfrm>
                <a:off x="3847206" y="1757823"/>
                <a:ext cx="147600" cy="23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C7DD4B-B0A4-AF79-70F8-4214D29025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38566" y="1748823"/>
                  <a:ext cx="1652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E1416B-40F8-4FF0-443C-500CFBDF644F}"/>
              </a:ext>
            </a:extLst>
          </p:cNvPr>
          <p:cNvGrpSpPr/>
          <p:nvPr/>
        </p:nvGrpSpPr>
        <p:grpSpPr>
          <a:xfrm>
            <a:off x="4450926" y="1396743"/>
            <a:ext cx="690480" cy="426600"/>
            <a:chOff x="4450926" y="1396743"/>
            <a:chExt cx="69048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ED3912-0299-B40C-B0E5-47E8318EF1B9}"/>
                    </a:ext>
                  </a:extLst>
                </p14:cNvPr>
                <p14:cNvContentPartPr/>
                <p14:nvPr/>
              </p14:nvContentPartPr>
              <p14:xfrm>
                <a:off x="4450926" y="1550823"/>
                <a:ext cx="194760" cy="272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ED3912-0299-B40C-B0E5-47E8318EF1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42286" y="1542183"/>
                  <a:ext cx="212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02BFB3-503C-4E8E-799D-7018ED222516}"/>
                    </a:ext>
                  </a:extLst>
                </p14:cNvPr>
                <p14:cNvContentPartPr/>
                <p14:nvPr/>
              </p14:nvContentPartPr>
              <p14:xfrm>
                <a:off x="4502766" y="1699143"/>
                <a:ext cx="126720" cy="27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02BFB3-503C-4E8E-799D-7018ED2225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94126" y="1690503"/>
                  <a:ext cx="144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C66CC8-ADDD-D6E0-F099-218FBF2101FF}"/>
                    </a:ext>
                  </a:extLst>
                </p14:cNvPr>
                <p14:cNvContentPartPr/>
                <p14:nvPr/>
              </p14:nvContentPartPr>
              <p14:xfrm>
                <a:off x="4946646" y="1549023"/>
                <a:ext cx="9360" cy="27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C66CC8-ADDD-D6E0-F099-218FBF2101F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37646" y="1540383"/>
                  <a:ext cx="27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66CB2AD-2A8F-F552-832B-581E165D40FD}"/>
                    </a:ext>
                  </a:extLst>
                </p14:cNvPr>
                <p14:cNvContentPartPr/>
                <p14:nvPr/>
              </p14:nvContentPartPr>
              <p14:xfrm>
                <a:off x="4708686" y="1396743"/>
                <a:ext cx="70920" cy="228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66CB2AD-2A8F-F552-832B-581E165D40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99686" y="1388103"/>
                  <a:ext cx="885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01A9B8-C8EC-DEC8-51C5-51C0DB12CAED}"/>
                    </a:ext>
                  </a:extLst>
                </p14:cNvPr>
                <p14:cNvContentPartPr/>
                <p14:nvPr/>
              </p14:nvContentPartPr>
              <p14:xfrm>
                <a:off x="4909566" y="1453623"/>
                <a:ext cx="224640" cy="353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01A9B8-C8EC-DEC8-51C5-51C0DB12CA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00566" y="1444623"/>
                  <a:ext cx="2422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CA48A8-A5CF-7D5C-157D-4CA2105F455F}"/>
                    </a:ext>
                  </a:extLst>
                </p14:cNvPr>
                <p14:cNvContentPartPr/>
                <p14:nvPr/>
              </p14:nvContentPartPr>
              <p14:xfrm>
                <a:off x="4972926" y="1641183"/>
                <a:ext cx="16848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CA48A8-A5CF-7D5C-157D-4CA2105F45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64286" y="1632543"/>
                  <a:ext cx="18612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009E379-239E-D15E-14E2-52B69DC35CA3}"/>
              </a:ext>
            </a:extLst>
          </p:cNvPr>
          <p:cNvGrpSpPr/>
          <p:nvPr/>
        </p:nvGrpSpPr>
        <p:grpSpPr>
          <a:xfrm>
            <a:off x="5448846" y="1673583"/>
            <a:ext cx="278280" cy="128160"/>
            <a:chOff x="5448846" y="1673583"/>
            <a:chExt cx="27828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C9C04E-1E77-2002-519C-49C827213D09}"/>
                    </a:ext>
                  </a:extLst>
                </p14:cNvPr>
                <p14:cNvContentPartPr/>
                <p14:nvPr/>
              </p14:nvContentPartPr>
              <p14:xfrm>
                <a:off x="5485566" y="1673583"/>
                <a:ext cx="147600" cy="1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C9C04E-1E77-2002-519C-49C827213D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76566" y="1664943"/>
                  <a:ext cx="165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A7E298-F263-F6FC-0E59-01658CC02D82}"/>
                    </a:ext>
                  </a:extLst>
                </p14:cNvPr>
                <p14:cNvContentPartPr/>
                <p14:nvPr/>
              </p14:nvContentPartPr>
              <p14:xfrm>
                <a:off x="5448846" y="1756743"/>
                <a:ext cx="278280" cy="45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A7E298-F263-F6FC-0E59-01658CC02D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39846" y="1748103"/>
                  <a:ext cx="29592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0E2F45E-001A-534F-7BEE-93CF312E5CC7}"/>
              </a:ext>
            </a:extLst>
          </p:cNvPr>
          <p:cNvGrpSpPr/>
          <p:nvPr/>
        </p:nvGrpSpPr>
        <p:grpSpPr>
          <a:xfrm>
            <a:off x="6062646" y="1529583"/>
            <a:ext cx="350640" cy="291240"/>
            <a:chOff x="6062646" y="1529583"/>
            <a:chExt cx="35064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E862B5-8EF0-0FDE-7E18-4AFF605634EF}"/>
                    </a:ext>
                  </a:extLst>
                </p14:cNvPr>
                <p14:cNvContentPartPr/>
                <p14:nvPr/>
              </p14:nvContentPartPr>
              <p14:xfrm>
                <a:off x="6089286" y="1529583"/>
                <a:ext cx="20088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E862B5-8EF0-0FDE-7E18-4AFF605634E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80286" y="1520943"/>
                  <a:ext cx="218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32CEE57-64FC-45E2-2649-48DD1D037CC2}"/>
                    </a:ext>
                  </a:extLst>
                </p14:cNvPr>
                <p14:cNvContentPartPr/>
                <p14:nvPr/>
              </p14:nvContentPartPr>
              <p14:xfrm>
                <a:off x="6200526" y="1552263"/>
                <a:ext cx="32760" cy="259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32CEE57-64FC-45E2-2649-48DD1D037C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91886" y="1543263"/>
                  <a:ext cx="504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9DA33B-E093-4050-CCEB-BBBDA9092524}"/>
                    </a:ext>
                  </a:extLst>
                </p14:cNvPr>
                <p14:cNvContentPartPr/>
                <p14:nvPr/>
              </p14:nvContentPartPr>
              <p14:xfrm>
                <a:off x="6062646" y="1801023"/>
                <a:ext cx="350640" cy="19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9DA33B-E093-4050-CCEB-BBBDA909252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54006" y="1792383"/>
                  <a:ext cx="3682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E524E36-1949-54D2-AC58-5E6550AE10E4}"/>
              </a:ext>
            </a:extLst>
          </p:cNvPr>
          <p:cNvGrpSpPr/>
          <p:nvPr/>
        </p:nvGrpSpPr>
        <p:grpSpPr>
          <a:xfrm>
            <a:off x="10050366" y="2279823"/>
            <a:ext cx="1190520" cy="377640"/>
            <a:chOff x="10050366" y="2279823"/>
            <a:chExt cx="119052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18AC11-81F9-AAFE-FA6B-4F3DE2D837E1}"/>
                    </a:ext>
                  </a:extLst>
                </p14:cNvPr>
                <p14:cNvContentPartPr/>
                <p14:nvPr/>
              </p14:nvContentPartPr>
              <p14:xfrm>
                <a:off x="10050366" y="2446863"/>
                <a:ext cx="271440" cy="192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18AC11-81F9-AAFE-FA6B-4F3DE2D837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41726" y="2437863"/>
                  <a:ext cx="289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6A67526-F68E-972A-8876-B42630F2E917}"/>
                    </a:ext>
                  </a:extLst>
                </p14:cNvPr>
                <p14:cNvContentPartPr/>
                <p14:nvPr/>
              </p14:nvContentPartPr>
              <p14:xfrm>
                <a:off x="10379766" y="2279823"/>
                <a:ext cx="637200" cy="369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6A67526-F68E-972A-8876-B42630F2E91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71126" y="2271183"/>
                  <a:ext cx="6548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9AD439-F1BE-AB8B-026C-1E3248B42707}"/>
                    </a:ext>
                  </a:extLst>
                </p14:cNvPr>
                <p14:cNvContentPartPr/>
                <p14:nvPr/>
              </p14:nvContentPartPr>
              <p14:xfrm>
                <a:off x="11104086" y="2507343"/>
                <a:ext cx="124200" cy="94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9AD439-F1BE-AB8B-026C-1E3248B4270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95086" y="2498703"/>
                  <a:ext cx="141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FE30C04-14BC-5504-1993-FC33D90BF7B6}"/>
                    </a:ext>
                  </a:extLst>
                </p14:cNvPr>
                <p14:cNvContentPartPr/>
                <p14:nvPr/>
              </p14:nvContentPartPr>
              <p14:xfrm>
                <a:off x="11085006" y="2467023"/>
                <a:ext cx="155880" cy="19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FE30C04-14BC-5504-1993-FC33D90BF7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76366" y="2458383"/>
                  <a:ext cx="173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4E84E8-AA81-3C05-8DFD-6DE8D1818132}"/>
                    </a:ext>
                  </a:extLst>
                </p14:cNvPr>
                <p14:cNvContentPartPr/>
                <p14:nvPr/>
              </p14:nvContentPartPr>
              <p14:xfrm>
                <a:off x="11038206" y="2314383"/>
                <a:ext cx="28080" cy="63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4E84E8-AA81-3C05-8DFD-6DE8D18181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29566" y="2305743"/>
                  <a:ext cx="45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911E673-DA5B-83BC-7450-4BCC7B524024}"/>
                    </a:ext>
                  </a:extLst>
                </p14:cNvPr>
                <p14:cNvContentPartPr/>
                <p14:nvPr/>
              </p14:nvContentPartPr>
              <p14:xfrm>
                <a:off x="10372206" y="2327343"/>
                <a:ext cx="415440" cy="60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911E673-DA5B-83BC-7450-4BCC7B52402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63206" y="2318343"/>
                  <a:ext cx="43308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8A6EAEC-3073-AAA7-9524-DC26C2D375B5}"/>
                  </a:ext>
                </a:extLst>
              </p14:cNvPr>
              <p14:cNvContentPartPr/>
              <p14:nvPr/>
            </p14:nvContentPartPr>
            <p14:xfrm>
              <a:off x="12031446" y="2746383"/>
              <a:ext cx="360" cy="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8A6EAEC-3073-AAA7-9524-DC26C2D375B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022806" y="27377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C85684E-F93A-BD33-44D0-0E740C601373}"/>
                  </a:ext>
                </a:extLst>
              </p14:cNvPr>
              <p14:cNvContentPartPr/>
              <p14:nvPr/>
            </p14:nvContentPartPr>
            <p14:xfrm>
              <a:off x="753726" y="2314023"/>
              <a:ext cx="265320" cy="52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C85684E-F93A-BD33-44D0-0E740C60137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45086" y="2305023"/>
                <a:ext cx="2829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3DB30D3-AF3F-946C-299C-76010F227381}"/>
                  </a:ext>
                </a:extLst>
              </p14:cNvPr>
              <p14:cNvContentPartPr/>
              <p14:nvPr/>
            </p14:nvContentPartPr>
            <p14:xfrm>
              <a:off x="831126" y="2337423"/>
              <a:ext cx="102960" cy="249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3DB30D3-AF3F-946C-299C-76010F22738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22486" y="2328423"/>
                <a:ext cx="1206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C96B9F1-C366-1811-83BF-16CDB10BB561}"/>
                  </a:ext>
                </a:extLst>
              </p14:cNvPr>
              <p14:cNvContentPartPr/>
              <p14:nvPr/>
            </p14:nvContentPartPr>
            <p14:xfrm>
              <a:off x="701166" y="2555583"/>
              <a:ext cx="193680" cy="43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C96B9F1-C366-1811-83BF-16CDB10BB56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92526" y="2546583"/>
                <a:ext cx="2113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B8A5155-4D42-28C6-CD3C-33141FAB99D4}"/>
                  </a:ext>
                </a:extLst>
              </p14:cNvPr>
              <p14:cNvContentPartPr/>
              <p14:nvPr/>
            </p14:nvContentPartPr>
            <p14:xfrm>
              <a:off x="981966" y="2479263"/>
              <a:ext cx="236160" cy="139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B8A5155-4D42-28C6-CD3C-33141FAB99D4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73326" y="2470623"/>
                <a:ext cx="2538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419F28D-C77C-4F63-B6D1-8AAE835B4121}"/>
                  </a:ext>
                </a:extLst>
              </p14:cNvPr>
              <p14:cNvContentPartPr/>
              <p14:nvPr/>
            </p14:nvContentPartPr>
            <p14:xfrm>
              <a:off x="1174206" y="2501583"/>
              <a:ext cx="176040" cy="407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419F28D-C77C-4F63-B6D1-8AAE835B412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65566" y="2492943"/>
                <a:ext cx="19368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1B50C6B-B528-45B4-E751-9CDED093F2E8}"/>
                  </a:ext>
                </a:extLst>
              </p14:cNvPr>
              <p14:cNvContentPartPr/>
              <p14:nvPr/>
            </p14:nvContentPartPr>
            <p14:xfrm>
              <a:off x="1254846" y="2492943"/>
              <a:ext cx="142560" cy="117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1B50C6B-B528-45B4-E751-9CDED093F2E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245846" y="2483943"/>
                <a:ext cx="1602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964F554-ADB5-AEC6-74C0-469EA4EE8D7E}"/>
                  </a:ext>
                </a:extLst>
              </p14:cNvPr>
              <p14:cNvContentPartPr/>
              <p14:nvPr/>
            </p14:nvContentPartPr>
            <p14:xfrm>
              <a:off x="1461846" y="2489343"/>
              <a:ext cx="382320" cy="150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964F554-ADB5-AEC6-74C0-469EA4EE8D7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453206" y="2480703"/>
                <a:ext cx="3999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A6F297A-A59E-F83A-695D-7282C5BAB6D8}"/>
                  </a:ext>
                </a:extLst>
              </p14:cNvPr>
              <p14:cNvContentPartPr/>
              <p14:nvPr/>
            </p14:nvContentPartPr>
            <p14:xfrm>
              <a:off x="1883766" y="2383143"/>
              <a:ext cx="113760" cy="277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A6F297A-A59E-F83A-695D-7282C5BAB6D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874766" y="2374503"/>
                <a:ext cx="1314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1B97D25-13EF-C73B-3653-9EDCD6898141}"/>
                  </a:ext>
                </a:extLst>
              </p14:cNvPr>
              <p14:cNvContentPartPr/>
              <p14:nvPr/>
            </p14:nvContentPartPr>
            <p14:xfrm>
              <a:off x="1826166" y="2459103"/>
              <a:ext cx="209520" cy="16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1B97D25-13EF-C73B-3653-9EDCD689814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817166" y="2450103"/>
                <a:ext cx="22716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588FE1D-BAD8-D629-AD69-AD8B593F789E}"/>
                  </a:ext>
                </a:extLst>
              </p14:cNvPr>
              <p14:cNvContentPartPr/>
              <p14:nvPr/>
            </p14:nvContentPartPr>
            <p14:xfrm>
              <a:off x="1982766" y="2537943"/>
              <a:ext cx="158040" cy="111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588FE1D-BAD8-D629-AD69-AD8B593F789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974126" y="2528943"/>
                <a:ext cx="1756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DA7CA3F-8ACC-6838-083D-15553AAAC54A}"/>
                  </a:ext>
                </a:extLst>
              </p14:cNvPr>
              <p14:cNvContentPartPr/>
              <p14:nvPr/>
            </p14:nvContentPartPr>
            <p14:xfrm>
              <a:off x="2257086" y="2512023"/>
              <a:ext cx="255960" cy="135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DA7CA3F-8ACC-6838-083D-15553AAAC54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248446" y="2503023"/>
                <a:ext cx="2736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C0AC766-E7D4-E179-3585-636D526A2308}"/>
                  </a:ext>
                </a:extLst>
              </p14:cNvPr>
              <p14:cNvContentPartPr/>
              <p14:nvPr/>
            </p14:nvContentPartPr>
            <p14:xfrm>
              <a:off x="2552286" y="2373063"/>
              <a:ext cx="102240" cy="293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C0AC766-E7D4-E179-3585-636D526A230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543646" y="2364423"/>
                <a:ext cx="1198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2C8E5E0-E328-2ED8-23F8-FE9A6FF1CAFD}"/>
                  </a:ext>
                </a:extLst>
              </p14:cNvPr>
              <p14:cNvContentPartPr/>
              <p14:nvPr/>
            </p14:nvContentPartPr>
            <p14:xfrm>
              <a:off x="2546886" y="2440743"/>
              <a:ext cx="233640" cy="241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2C8E5E0-E328-2ED8-23F8-FE9A6FF1CAF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537886" y="2431743"/>
                <a:ext cx="2512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98D4EAD-14CD-6371-D262-B126C271317C}"/>
                  </a:ext>
                </a:extLst>
              </p14:cNvPr>
              <p14:cNvContentPartPr/>
              <p14:nvPr/>
            </p14:nvContentPartPr>
            <p14:xfrm>
              <a:off x="2998326" y="2523543"/>
              <a:ext cx="196200" cy="518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98D4EAD-14CD-6371-D262-B126C271317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989686" y="2514903"/>
                <a:ext cx="21384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B2BA79E-141A-45D7-E350-131D9CAD8B58}"/>
                  </a:ext>
                </a:extLst>
              </p14:cNvPr>
              <p14:cNvContentPartPr/>
              <p14:nvPr/>
            </p14:nvContentPartPr>
            <p14:xfrm>
              <a:off x="3071766" y="2543703"/>
              <a:ext cx="221400" cy="132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B2BA79E-141A-45D7-E350-131D9CAD8B5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062766" y="2535063"/>
                <a:ext cx="23904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639682B-EE00-A74E-2DB2-B8F70773F5EF}"/>
                  </a:ext>
                </a:extLst>
              </p14:cNvPr>
              <p14:cNvContentPartPr/>
              <p14:nvPr/>
            </p14:nvContentPartPr>
            <p14:xfrm>
              <a:off x="3334566" y="2426703"/>
              <a:ext cx="617400" cy="533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639682B-EE00-A74E-2DB2-B8F70773F5E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325926" y="2417703"/>
                <a:ext cx="63504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BBF0F8D-3C36-1E6E-8D77-4AEF5A6FE445}"/>
                  </a:ext>
                </a:extLst>
              </p14:cNvPr>
              <p14:cNvContentPartPr/>
              <p14:nvPr/>
            </p14:nvContentPartPr>
            <p14:xfrm>
              <a:off x="4044486" y="2507703"/>
              <a:ext cx="571320" cy="1641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BBF0F8D-3C36-1E6E-8D77-4AEF5A6FE44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035486" y="2499063"/>
                <a:ext cx="5889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9B8C565-CF30-87F7-7F15-59A02E5F825F}"/>
                  </a:ext>
                </a:extLst>
              </p14:cNvPr>
              <p14:cNvContentPartPr/>
              <p14:nvPr/>
            </p14:nvContentPartPr>
            <p14:xfrm>
              <a:off x="4654326" y="2379903"/>
              <a:ext cx="261360" cy="3276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9B8C565-CF30-87F7-7F15-59A02E5F825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645686" y="2370903"/>
                <a:ext cx="27900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CCB59BB-F0B1-90B2-077E-94AB61DA2DB4}"/>
                  </a:ext>
                </a:extLst>
              </p14:cNvPr>
              <p14:cNvContentPartPr/>
              <p14:nvPr/>
            </p14:nvContentPartPr>
            <p14:xfrm>
              <a:off x="4909926" y="2396823"/>
              <a:ext cx="37080" cy="45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CCB59BB-F0B1-90B2-077E-94AB61DA2DB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901286" y="2387823"/>
                <a:ext cx="547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9BEC60E-E5FE-83A6-1C8A-647794D914FA}"/>
                  </a:ext>
                </a:extLst>
              </p14:cNvPr>
              <p14:cNvContentPartPr/>
              <p14:nvPr/>
            </p14:nvContentPartPr>
            <p14:xfrm>
              <a:off x="4597086" y="2477463"/>
              <a:ext cx="129600" cy="601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9BEC60E-E5FE-83A6-1C8A-647794D914F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588086" y="2468463"/>
                <a:ext cx="1472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74236E9-4174-DB10-F564-465F9A1A5BC2}"/>
                  </a:ext>
                </a:extLst>
              </p14:cNvPr>
              <p14:cNvContentPartPr/>
              <p14:nvPr/>
            </p14:nvContentPartPr>
            <p14:xfrm>
              <a:off x="4984446" y="2528943"/>
              <a:ext cx="138600" cy="159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74236E9-4174-DB10-F564-465F9A1A5BC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975446" y="2519943"/>
                <a:ext cx="1562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97BF943-1D13-F348-CF9A-0E331820FB22}"/>
                  </a:ext>
                </a:extLst>
              </p14:cNvPr>
              <p14:cNvContentPartPr/>
              <p14:nvPr/>
            </p14:nvContentPartPr>
            <p14:xfrm>
              <a:off x="5123406" y="2573583"/>
              <a:ext cx="227520" cy="152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97BF943-1D13-F348-CF9A-0E331820FB2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114766" y="2564943"/>
                <a:ext cx="2451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67CA441-D52E-B6FC-B2C2-CDA8DDE25DA7}"/>
                  </a:ext>
                </a:extLst>
              </p14:cNvPr>
              <p14:cNvContentPartPr/>
              <p14:nvPr/>
            </p14:nvContentPartPr>
            <p14:xfrm>
              <a:off x="5842686" y="2355423"/>
              <a:ext cx="351360" cy="7340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67CA441-D52E-B6FC-B2C2-CDA8DDE25DA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833686" y="2346783"/>
                <a:ext cx="369000" cy="7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010703E-5B87-BF80-8A6D-F79F7F030E13}"/>
                  </a:ext>
                </a:extLst>
              </p14:cNvPr>
              <p14:cNvContentPartPr/>
              <p14:nvPr/>
            </p14:nvContentPartPr>
            <p14:xfrm>
              <a:off x="6600486" y="2507343"/>
              <a:ext cx="513000" cy="169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010703E-5B87-BF80-8A6D-F79F7F030E1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591846" y="2498703"/>
                <a:ext cx="5306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42F5962-2391-8E63-DC1A-487C9798D867}"/>
                  </a:ext>
                </a:extLst>
              </p14:cNvPr>
              <p14:cNvContentPartPr/>
              <p14:nvPr/>
            </p14:nvContentPartPr>
            <p14:xfrm>
              <a:off x="7624326" y="2474583"/>
              <a:ext cx="375840" cy="196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42F5962-2391-8E63-DC1A-487C9798D867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615686" y="2465583"/>
                <a:ext cx="3934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BF835FA-1924-B8E9-3C4E-FE4BDFDE2408}"/>
                  </a:ext>
                </a:extLst>
              </p14:cNvPr>
              <p14:cNvContentPartPr/>
              <p14:nvPr/>
            </p14:nvContentPartPr>
            <p14:xfrm>
              <a:off x="8093766" y="2375583"/>
              <a:ext cx="98280" cy="2880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BF835FA-1924-B8E9-3C4E-FE4BDFDE240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085126" y="2366943"/>
                <a:ext cx="1159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7503074-E37F-6242-9E15-7FA71DF05EA8}"/>
                  </a:ext>
                </a:extLst>
              </p14:cNvPr>
              <p14:cNvContentPartPr/>
              <p14:nvPr/>
            </p14:nvContentPartPr>
            <p14:xfrm>
              <a:off x="8055606" y="2396103"/>
              <a:ext cx="515880" cy="291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7503074-E37F-6242-9E15-7FA71DF05EA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046606" y="2387463"/>
                <a:ext cx="5335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718180A-7A08-E7F4-9E0A-E043041CC6D7}"/>
                  </a:ext>
                </a:extLst>
              </p14:cNvPr>
              <p14:cNvContentPartPr/>
              <p14:nvPr/>
            </p14:nvContentPartPr>
            <p14:xfrm>
              <a:off x="8416326" y="2499783"/>
              <a:ext cx="761760" cy="5742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718180A-7A08-E7F4-9E0A-E043041CC6D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407686" y="2490783"/>
                <a:ext cx="77940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FAE8BE2-992D-0FAF-F6CA-5874BEA65971}"/>
                  </a:ext>
                </a:extLst>
              </p14:cNvPr>
              <p14:cNvContentPartPr/>
              <p14:nvPr/>
            </p14:nvContentPartPr>
            <p14:xfrm>
              <a:off x="9245766" y="2290623"/>
              <a:ext cx="355680" cy="3812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FAE8BE2-992D-0FAF-F6CA-5874BEA65971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237126" y="2281983"/>
                <a:ext cx="37332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C6D9D4E-A0C5-FF8D-0EA8-299720424B40}"/>
                  </a:ext>
                </a:extLst>
              </p14:cNvPr>
              <p14:cNvContentPartPr/>
              <p14:nvPr/>
            </p14:nvContentPartPr>
            <p14:xfrm>
              <a:off x="456726" y="3034383"/>
              <a:ext cx="585000" cy="386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C6D9D4E-A0C5-FF8D-0EA8-299720424B40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47726" y="3025743"/>
                <a:ext cx="60264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CCB4635-A193-A3C9-4387-483382F935FE}"/>
                  </a:ext>
                </a:extLst>
              </p14:cNvPr>
              <p14:cNvContentPartPr/>
              <p14:nvPr/>
            </p14:nvContentPartPr>
            <p14:xfrm>
              <a:off x="940926" y="3216903"/>
              <a:ext cx="137880" cy="17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CCB4635-A193-A3C9-4387-483382F935F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31926" y="3208263"/>
                <a:ext cx="1555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639F8F7-E73E-6AEB-7011-007CB7D97C62}"/>
                  </a:ext>
                </a:extLst>
              </p14:cNvPr>
              <p14:cNvContentPartPr/>
              <p14:nvPr/>
            </p14:nvContentPartPr>
            <p14:xfrm>
              <a:off x="1560126" y="3146343"/>
              <a:ext cx="210600" cy="28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639F8F7-E73E-6AEB-7011-007CB7D97C6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551486" y="3137703"/>
                <a:ext cx="2282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71D0AC3-790D-0E11-D47D-DBBC06A151F0}"/>
                  </a:ext>
                </a:extLst>
              </p14:cNvPr>
              <p14:cNvContentPartPr/>
              <p14:nvPr/>
            </p14:nvContentPartPr>
            <p14:xfrm>
              <a:off x="1648326" y="3309063"/>
              <a:ext cx="173520" cy="273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71D0AC3-790D-0E11-D47D-DBBC06A151F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639686" y="3300423"/>
                <a:ext cx="1911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290DE49-DDF9-BFE0-C12D-FD9A303016B9}"/>
                  </a:ext>
                </a:extLst>
              </p14:cNvPr>
              <p14:cNvContentPartPr/>
              <p14:nvPr/>
            </p14:nvContentPartPr>
            <p14:xfrm>
              <a:off x="2301366" y="3338583"/>
              <a:ext cx="87120" cy="14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290DE49-DDF9-BFE0-C12D-FD9A303016B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292366" y="3329583"/>
                <a:ext cx="1047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A6BDD1C-FB0C-20AE-A087-01B403056618}"/>
                  </a:ext>
                </a:extLst>
              </p14:cNvPr>
              <p14:cNvContentPartPr/>
              <p14:nvPr/>
            </p14:nvContentPartPr>
            <p14:xfrm>
              <a:off x="2271486" y="3391503"/>
              <a:ext cx="138960" cy="26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A6BDD1C-FB0C-20AE-A087-01B403056618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262486" y="3382863"/>
                <a:ext cx="1566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1D5F599-65F9-54C2-922E-53A4E5185E25}"/>
                  </a:ext>
                </a:extLst>
              </p14:cNvPr>
              <p14:cNvContentPartPr/>
              <p14:nvPr/>
            </p14:nvContentPartPr>
            <p14:xfrm>
              <a:off x="2600166" y="3068583"/>
              <a:ext cx="209520" cy="5857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1D5F599-65F9-54C2-922E-53A4E5185E25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591166" y="3059943"/>
                <a:ext cx="22716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752D7B9-BAB6-8ED2-A2F4-C92DF1CACD8A}"/>
                  </a:ext>
                </a:extLst>
              </p14:cNvPr>
              <p14:cNvContentPartPr/>
              <p14:nvPr/>
            </p14:nvContentPartPr>
            <p14:xfrm>
              <a:off x="2898966" y="3340023"/>
              <a:ext cx="146880" cy="158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752D7B9-BAB6-8ED2-A2F4-C92DF1CACD8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890326" y="3331023"/>
                <a:ext cx="16452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52C5303-B431-C6F9-7174-1CC5CF23FFD4}"/>
                  </a:ext>
                </a:extLst>
              </p14:cNvPr>
              <p14:cNvContentPartPr/>
              <p14:nvPr/>
            </p14:nvContentPartPr>
            <p14:xfrm>
              <a:off x="3146646" y="3480063"/>
              <a:ext cx="24480" cy="1033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52C5303-B431-C6F9-7174-1CC5CF23FFD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3138006" y="3471423"/>
                <a:ext cx="4212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06A9639-BC3C-EAA8-AB93-E2C13CE5BBC0}"/>
                  </a:ext>
                </a:extLst>
              </p14:cNvPr>
              <p14:cNvContentPartPr/>
              <p14:nvPr/>
            </p14:nvContentPartPr>
            <p14:xfrm>
              <a:off x="3208926" y="3387183"/>
              <a:ext cx="2160" cy="38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06A9639-BC3C-EAA8-AB93-E2C13CE5BBC0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3199926" y="3378543"/>
                <a:ext cx="198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C052579-56FE-ED39-BCE8-8038A90E459F}"/>
                  </a:ext>
                </a:extLst>
              </p14:cNvPr>
              <p14:cNvContentPartPr/>
              <p14:nvPr/>
            </p14:nvContentPartPr>
            <p14:xfrm>
              <a:off x="3215046" y="3525063"/>
              <a:ext cx="148680" cy="1983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C052579-56FE-ED39-BCE8-8038A90E459F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206406" y="3516423"/>
                <a:ext cx="166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9C0872A-D519-D5FA-270C-D8577C90A6AB}"/>
                  </a:ext>
                </a:extLst>
              </p14:cNvPr>
              <p14:cNvContentPartPr/>
              <p14:nvPr/>
            </p14:nvContentPartPr>
            <p14:xfrm>
              <a:off x="3379926" y="3350823"/>
              <a:ext cx="20520" cy="313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9C0872A-D519-D5FA-270C-D8577C90A6AB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3370926" y="3341823"/>
                <a:ext cx="381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71178FA-4CE4-3A6E-5111-A14D26C0ECD6}"/>
                  </a:ext>
                </a:extLst>
              </p14:cNvPr>
              <p14:cNvContentPartPr/>
              <p14:nvPr/>
            </p14:nvContentPartPr>
            <p14:xfrm>
              <a:off x="3478926" y="3149583"/>
              <a:ext cx="234720" cy="558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71178FA-4CE4-3A6E-5111-A14D26C0ECD6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469926" y="3140583"/>
                <a:ext cx="252360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D5250A4-1808-5D8B-6BBE-70A2F94D9392}"/>
                  </a:ext>
                </a:extLst>
              </p14:cNvPr>
              <p14:cNvContentPartPr/>
              <p14:nvPr/>
            </p14:nvContentPartPr>
            <p14:xfrm>
              <a:off x="4286766" y="3302223"/>
              <a:ext cx="160200" cy="323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D5250A4-1808-5D8B-6BBE-70A2F94D9392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278126" y="3293583"/>
                <a:ext cx="1778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5F48439-233B-D212-2ECD-F3329ECA4C1C}"/>
                  </a:ext>
                </a:extLst>
              </p14:cNvPr>
              <p14:cNvContentPartPr/>
              <p14:nvPr/>
            </p14:nvContentPartPr>
            <p14:xfrm>
              <a:off x="4583406" y="3460623"/>
              <a:ext cx="144000" cy="1137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5F48439-233B-D212-2ECD-F3329ECA4C1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574406" y="3451983"/>
                <a:ext cx="1616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BEC4E64-D234-C6F0-868D-16D582A79101}"/>
                  </a:ext>
                </a:extLst>
              </p14:cNvPr>
              <p14:cNvContentPartPr/>
              <p14:nvPr/>
            </p14:nvContentPartPr>
            <p14:xfrm>
              <a:off x="5181366" y="3373863"/>
              <a:ext cx="167760" cy="1731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BEC4E64-D234-C6F0-868D-16D582A79101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5172366" y="3365223"/>
                <a:ext cx="185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B652D8C-C442-CC4E-F4EC-D6671C011EA6}"/>
                  </a:ext>
                </a:extLst>
              </p14:cNvPr>
              <p14:cNvContentPartPr/>
              <p14:nvPr/>
            </p14:nvContentPartPr>
            <p14:xfrm>
              <a:off x="5413926" y="3427863"/>
              <a:ext cx="207360" cy="132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B652D8C-C442-CC4E-F4EC-D6671C011EA6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5405286" y="3419223"/>
                <a:ext cx="22500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4FC5EBE-1967-D1F9-7288-A23848F02C43}"/>
              </a:ext>
            </a:extLst>
          </p:cNvPr>
          <p:cNvGrpSpPr/>
          <p:nvPr/>
        </p:nvGrpSpPr>
        <p:grpSpPr>
          <a:xfrm>
            <a:off x="5966886" y="3218343"/>
            <a:ext cx="3518640" cy="718920"/>
            <a:chOff x="5966886" y="3218343"/>
            <a:chExt cx="3518640" cy="71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227C62-3B08-76C2-D020-982EBDAC3516}"/>
                    </a:ext>
                  </a:extLst>
                </p14:cNvPr>
                <p14:cNvContentPartPr/>
                <p14:nvPr/>
              </p14:nvContentPartPr>
              <p14:xfrm>
                <a:off x="5966886" y="3282423"/>
                <a:ext cx="460440" cy="285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227C62-3B08-76C2-D020-982EBDAC351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958246" y="3273423"/>
                  <a:ext cx="4780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FB5286E-CB8B-3D81-FAEE-58E63B5D1DAE}"/>
                    </a:ext>
                  </a:extLst>
                </p14:cNvPr>
                <p14:cNvContentPartPr/>
                <p14:nvPr/>
              </p14:nvContentPartPr>
              <p14:xfrm>
                <a:off x="6344526" y="3331743"/>
                <a:ext cx="433080" cy="222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FB5286E-CB8B-3D81-FAEE-58E63B5D1DA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335526" y="3323103"/>
                  <a:ext cx="450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E52D1A-C2D8-B083-77F7-0C5618B1D824}"/>
                    </a:ext>
                  </a:extLst>
                </p14:cNvPr>
                <p14:cNvContentPartPr/>
                <p14:nvPr/>
              </p14:nvContentPartPr>
              <p14:xfrm>
                <a:off x="6764286" y="3426783"/>
                <a:ext cx="687960" cy="510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E52D1A-C2D8-B083-77F7-0C5618B1D82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55286" y="3418143"/>
                  <a:ext cx="70560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9820438-0B53-D3FE-A681-28A3B14046E5}"/>
                    </a:ext>
                  </a:extLst>
                </p14:cNvPr>
                <p14:cNvContentPartPr/>
                <p14:nvPr/>
              </p14:nvContentPartPr>
              <p14:xfrm>
                <a:off x="7511646" y="3264423"/>
                <a:ext cx="390600" cy="341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9820438-0B53-D3FE-A681-28A3B14046E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503006" y="3255783"/>
                  <a:ext cx="4082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8EDAD0E-F371-81E3-862A-EA4F41655835}"/>
                    </a:ext>
                  </a:extLst>
                </p14:cNvPr>
                <p14:cNvContentPartPr/>
                <p14:nvPr/>
              </p14:nvContentPartPr>
              <p14:xfrm>
                <a:off x="8197086" y="3429303"/>
                <a:ext cx="320040" cy="166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8EDAD0E-F371-81E3-862A-EA4F4165583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188086" y="3420663"/>
                  <a:ext cx="337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7A48A21-C49F-8C7A-9172-CA8659ACEE72}"/>
                    </a:ext>
                  </a:extLst>
                </p14:cNvPr>
                <p14:cNvContentPartPr/>
                <p14:nvPr/>
              </p14:nvContentPartPr>
              <p14:xfrm>
                <a:off x="8610726" y="3218343"/>
                <a:ext cx="650160" cy="404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7A48A21-C49F-8C7A-9172-CA8659ACEE7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602086" y="3209343"/>
                  <a:ext cx="6678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8A1CEE5-3AAE-0C9F-11A6-FB79BEAA34ED}"/>
                    </a:ext>
                  </a:extLst>
                </p14:cNvPr>
                <p14:cNvContentPartPr/>
                <p14:nvPr/>
              </p14:nvContentPartPr>
              <p14:xfrm>
                <a:off x="9349806" y="3448743"/>
                <a:ext cx="101160" cy="169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8A1CEE5-3AAE-0C9F-11A6-FB79BEAA34E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41166" y="3440103"/>
                  <a:ext cx="118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8708830-5E27-4355-60DA-87C95CA42627}"/>
                    </a:ext>
                  </a:extLst>
                </p14:cNvPr>
                <p14:cNvContentPartPr/>
                <p14:nvPr/>
              </p14:nvContentPartPr>
              <p14:xfrm>
                <a:off x="9354486" y="3464583"/>
                <a:ext cx="131040" cy="18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8708830-5E27-4355-60DA-87C95CA4262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45846" y="3455943"/>
                  <a:ext cx="148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07F4AB0-4146-AD6C-6441-96274D7931B2}"/>
                    </a:ext>
                  </a:extLst>
                </p14:cNvPr>
                <p14:cNvContentPartPr/>
                <p14:nvPr/>
              </p14:nvContentPartPr>
              <p14:xfrm>
                <a:off x="9315246" y="3316263"/>
                <a:ext cx="22320" cy="66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07F4AB0-4146-AD6C-6441-96274D7931B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306246" y="3307263"/>
                  <a:ext cx="39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15B3886-C12C-6982-DE05-4673F1363C6F}"/>
                    </a:ext>
                  </a:extLst>
                </p14:cNvPr>
                <p14:cNvContentPartPr/>
                <p14:nvPr/>
              </p14:nvContentPartPr>
              <p14:xfrm>
                <a:off x="8807286" y="3295743"/>
                <a:ext cx="230400" cy="30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15B3886-C12C-6982-DE05-4673F1363C6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798646" y="3286743"/>
                  <a:ext cx="2480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0C5FF35-B274-F3C6-E082-50C4C392E361}"/>
              </a:ext>
            </a:extLst>
          </p:cNvPr>
          <p:cNvGrpSpPr/>
          <p:nvPr/>
        </p:nvGrpSpPr>
        <p:grpSpPr>
          <a:xfrm>
            <a:off x="9871086" y="3220503"/>
            <a:ext cx="2096640" cy="671040"/>
            <a:chOff x="9871086" y="3220503"/>
            <a:chExt cx="209664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C2C0C1F-620A-16E7-2E1D-6543CF53AB02}"/>
                    </a:ext>
                  </a:extLst>
                </p14:cNvPr>
                <p14:cNvContentPartPr/>
                <p14:nvPr/>
              </p14:nvContentPartPr>
              <p14:xfrm>
                <a:off x="9871086" y="3262983"/>
                <a:ext cx="289440" cy="628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C2C0C1F-620A-16E7-2E1D-6543CF53AB0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862446" y="3253983"/>
                  <a:ext cx="30708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E3DE33D-AA15-B92D-FED6-F3834624CAF5}"/>
                    </a:ext>
                  </a:extLst>
                </p14:cNvPr>
                <p14:cNvContentPartPr/>
                <p14:nvPr/>
              </p14:nvContentPartPr>
              <p14:xfrm>
                <a:off x="10312806" y="3391503"/>
                <a:ext cx="362160" cy="168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E3DE33D-AA15-B92D-FED6-F3834624CAF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303806" y="3382863"/>
                  <a:ext cx="3798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497B73B-9255-34C7-4E63-A2D1E15D6700}"/>
                    </a:ext>
                  </a:extLst>
                </p14:cNvPr>
                <p14:cNvContentPartPr/>
                <p14:nvPr/>
              </p14:nvContentPartPr>
              <p14:xfrm>
                <a:off x="10683966" y="3220503"/>
                <a:ext cx="504720" cy="327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497B73B-9255-34C7-4E63-A2D1E15D670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674966" y="3211863"/>
                  <a:ext cx="5223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B0859FE-9BC0-942F-5FEC-CC037D56914F}"/>
                    </a:ext>
                  </a:extLst>
                </p14:cNvPr>
                <p14:cNvContentPartPr/>
                <p14:nvPr/>
              </p14:nvContentPartPr>
              <p14:xfrm>
                <a:off x="11353566" y="3403023"/>
                <a:ext cx="145440" cy="137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B0859FE-9BC0-942F-5FEC-CC037D56914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344926" y="3394383"/>
                  <a:ext cx="163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FBBC894-4F66-AAA0-ECCB-D556E8C012D5}"/>
                    </a:ext>
                  </a:extLst>
                </p14:cNvPr>
                <p14:cNvContentPartPr/>
                <p14:nvPr/>
              </p14:nvContentPartPr>
              <p14:xfrm>
                <a:off x="11545086" y="3399783"/>
                <a:ext cx="98640" cy="124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FBBC894-4F66-AAA0-ECCB-D556E8C012D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536446" y="3390783"/>
                  <a:ext cx="116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8FBE6DA-93AC-5669-281C-26AF3A2E7FAE}"/>
                    </a:ext>
                  </a:extLst>
                </p14:cNvPr>
                <p14:cNvContentPartPr/>
                <p14:nvPr/>
              </p14:nvContentPartPr>
              <p14:xfrm>
                <a:off x="11543646" y="3406623"/>
                <a:ext cx="121680" cy="155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8FBE6DA-93AC-5669-281C-26AF3A2E7FA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534646" y="3397983"/>
                  <a:ext cx="139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2F6F017-571C-2AAC-01F4-4604B50AF468}"/>
                    </a:ext>
                  </a:extLst>
                </p14:cNvPr>
                <p14:cNvContentPartPr/>
                <p14:nvPr/>
              </p14:nvContentPartPr>
              <p14:xfrm>
                <a:off x="11767926" y="3375663"/>
                <a:ext cx="199800" cy="170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2F6F017-571C-2AAC-01F4-4604B50AF46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759286" y="3366663"/>
                  <a:ext cx="2174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573E947-A1C1-0C7E-8F1E-299DB97C53A1}"/>
              </a:ext>
            </a:extLst>
          </p:cNvPr>
          <p:cNvGrpSpPr/>
          <p:nvPr/>
        </p:nvGrpSpPr>
        <p:grpSpPr>
          <a:xfrm>
            <a:off x="353406" y="3847623"/>
            <a:ext cx="914400" cy="289800"/>
            <a:chOff x="353406" y="3847623"/>
            <a:chExt cx="91440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947203C-1BE8-8601-6D1C-25B9BA385035}"/>
                    </a:ext>
                  </a:extLst>
                </p14:cNvPr>
                <p14:cNvContentPartPr/>
                <p14:nvPr/>
              </p14:nvContentPartPr>
              <p14:xfrm>
                <a:off x="353406" y="3847623"/>
                <a:ext cx="273240" cy="260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947203C-1BE8-8601-6D1C-25B9BA38503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44406" y="3838983"/>
                  <a:ext cx="290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1D2807A-8425-2A02-D350-0555648EB5AC}"/>
                    </a:ext>
                  </a:extLst>
                </p14:cNvPr>
                <p14:cNvContentPartPr/>
                <p14:nvPr/>
              </p14:nvContentPartPr>
              <p14:xfrm>
                <a:off x="634206" y="3849063"/>
                <a:ext cx="633600" cy="288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1D2807A-8425-2A02-D350-0555648EB5A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25566" y="3840423"/>
                  <a:ext cx="65124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01C2155-57B3-1645-BF3F-AAAFA934C621}"/>
              </a:ext>
            </a:extLst>
          </p:cNvPr>
          <p:cNvGrpSpPr/>
          <p:nvPr/>
        </p:nvGrpSpPr>
        <p:grpSpPr>
          <a:xfrm>
            <a:off x="378246" y="4269183"/>
            <a:ext cx="268200" cy="778320"/>
            <a:chOff x="378246" y="4269183"/>
            <a:chExt cx="268200" cy="77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1E974D8-4794-9472-E820-79422BC7D4BD}"/>
                    </a:ext>
                  </a:extLst>
                </p14:cNvPr>
                <p14:cNvContentPartPr/>
                <p14:nvPr/>
              </p14:nvContentPartPr>
              <p14:xfrm>
                <a:off x="413166" y="4477263"/>
                <a:ext cx="80280" cy="216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1E974D8-4794-9472-E820-79422BC7D4B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04526" y="4468263"/>
                  <a:ext cx="97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16B56BB-58A9-D323-DE2E-4EA044830904}"/>
                    </a:ext>
                  </a:extLst>
                </p14:cNvPr>
                <p14:cNvContentPartPr/>
                <p14:nvPr/>
              </p14:nvContentPartPr>
              <p14:xfrm>
                <a:off x="461406" y="4269183"/>
                <a:ext cx="185040" cy="720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16B56BB-58A9-D323-DE2E-4EA04483090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52766" y="4260183"/>
                  <a:ext cx="20268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F39E783-6EE5-3E0B-DAA6-9940DE5E2CEF}"/>
                    </a:ext>
                  </a:extLst>
                </p14:cNvPr>
                <p14:cNvContentPartPr/>
                <p14:nvPr/>
              </p14:nvContentPartPr>
              <p14:xfrm>
                <a:off x="378246" y="5009343"/>
                <a:ext cx="21600" cy="38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F39E783-6EE5-3E0B-DAA6-9940DE5E2CE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69606" y="5000703"/>
                  <a:ext cx="3924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16ABEC-E882-BB97-0633-7EE4800B5462}"/>
              </a:ext>
            </a:extLst>
          </p:cNvPr>
          <p:cNvGrpSpPr/>
          <p:nvPr/>
        </p:nvGrpSpPr>
        <p:grpSpPr>
          <a:xfrm>
            <a:off x="1186806" y="4567623"/>
            <a:ext cx="602640" cy="384840"/>
            <a:chOff x="1186806" y="4567623"/>
            <a:chExt cx="60264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9F4402-F19A-A3C3-FDE6-B17328C493D3}"/>
                    </a:ext>
                  </a:extLst>
                </p14:cNvPr>
                <p14:cNvContentPartPr/>
                <p14:nvPr/>
              </p14:nvContentPartPr>
              <p14:xfrm>
                <a:off x="1186806" y="4607943"/>
                <a:ext cx="96480" cy="344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9F4402-F19A-A3C3-FDE6-B17328C493D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77806" y="4598943"/>
                  <a:ext cx="1141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FB161DC-78FB-2CF4-E4C5-82C437288E26}"/>
                    </a:ext>
                  </a:extLst>
                </p14:cNvPr>
                <p14:cNvContentPartPr/>
                <p14:nvPr/>
              </p14:nvContentPartPr>
              <p14:xfrm>
                <a:off x="1434126" y="4567623"/>
                <a:ext cx="156240" cy="276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FB161DC-78FB-2CF4-E4C5-82C437288E2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425126" y="4558623"/>
                  <a:ext cx="173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A0856A1-978D-07B9-149D-26A9171A1ECE}"/>
                    </a:ext>
                  </a:extLst>
                </p14:cNvPr>
                <p14:cNvContentPartPr/>
                <p14:nvPr/>
              </p14:nvContentPartPr>
              <p14:xfrm>
                <a:off x="1482726" y="4716303"/>
                <a:ext cx="147240" cy="48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A0856A1-978D-07B9-149D-26A9171A1EC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473726" y="4707663"/>
                  <a:ext cx="164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4F8212A-A4D9-19D6-410B-2EA2B9B27120}"/>
                    </a:ext>
                  </a:extLst>
                </p14:cNvPr>
                <p14:cNvContentPartPr/>
                <p14:nvPr/>
              </p14:nvContentPartPr>
              <p14:xfrm>
                <a:off x="1730046" y="4569423"/>
                <a:ext cx="59400" cy="300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4F8212A-A4D9-19D6-410B-2EA2B9B2712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721046" y="4560423"/>
                  <a:ext cx="7704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7B00A9D-CAA6-987C-8D29-D8D14A0762F4}"/>
              </a:ext>
            </a:extLst>
          </p:cNvPr>
          <p:cNvGrpSpPr/>
          <p:nvPr/>
        </p:nvGrpSpPr>
        <p:grpSpPr>
          <a:xfrm>
            <a:off x="2039646" y="4711623"/>
            <a:ext cx="170280" cy="120960"/>
            <a:chOff x="2039646" y="4711623"/>
            <a:chExt cx="17028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2449116-2CD0-FF1C-9CD9-96EDD86B5C62}"/>
                    </a:ext>
                  </a:extLst>
                </p14:cNvPr>
                <p14:cNvContentPartPr/>
                <p14:nvPr/>
              </p14:nvContentPartPr>
              <p14:xfrm>
                <a:off x="2039646" y="4711623"/>
                <a:ext cx="153720" cy="41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2449116-2CD0-FF1C-9CD9-96EDD86B5C6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031006" y="4702623"/>
                  <a:ext cx="171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9DA4A2-DBD2-309B-CCA2-9428BDC8360C}"/>
                    </a:ext>
                  </a:extLst>
                </p14:cNvPr>
                <p14:cNvContentPartPr/>
                <p14:nvPr/>
              </p14:nvContentPartPr>
              <p14:xfrm>
                <a:off x="2043246" y="4808103"/>
                <a:ext cx="166680" cy="24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9DA4A2-DBD2-309B-CCA2-9428BDC8360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034246" y="4799103"/>
                  <a:ext cx="1843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D389EA9-E715-2FA6-D231-E2C34A581D75}"/>
              </a:ext>
            </a:extLst>
          </p:cNvPr>
          <p:cNvGrpSpPr/>
          <p:nvPr/>
        </p:nvGrpSpPr>
        <p:grpSpPr>
          <a:xfrm>
            <a:off x="2568846" y="4642503"/>
            <a:ext cx="442080" cy="279000"/>
            <a:chOff x="2568846" y="4642503"/>
            <a:chExt cx="44208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27272E0-5FC6-9549-50DB-A30F19680D2C}"/>
                    </a:ext>
                  </a:extLst>
                </p14:cNvPr>
                <p14:cNvContentPartPr/>
                <p14:nvPr/>
              </p14:nvContentPartPr>
              <p14:xfrm>
                <a:off x="2568846" y="4744383"/>
                <a:ext cx="191520" cy="43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27272E0-5FC6-9549-50DB-A30F19680D2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559846" y="4735743"/>
                  <a:ext cx="209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7720A2D-8CEA-AB78-1FC2-92214F1801AB}"/>
                    </a:ext>
                  </a:extLst>
                </p14:cNvPr>
                <p14:cNvContentPartPr/>
                <p14:nvPr/>
              </p14:nvContentPartPr>
              <p14:xfrm>
                <a:off x="2670366" y="4642503"/>
                <a:ext cx="51480" cy="225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7720A2D-8CEA-AB78-1FC2-92214F1801A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61366" y="4633863"/>
                  <a:ext cx="69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97C8693-F8A7-283B-B65C-283D813F7E88}"/>
                    </a:ext>
                  </a:extLst>
                </p14:cNvPr>
                <p14:cNvContentPartPr/>
                <p14:nvPr/>
              </p14:nvContentPartPr>
              <p14:xfrm>
                <a:off x="2577126" y="4888023"/>
                <a:ext cx="215280" cy="33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97C8693-F8A7-283B-B65C-283D813F7E8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568486" y="4879023"/>
                  <a:ext cx="232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5EE3D23-2206-8FDD-5818-910C85BAABDE}"/>
                    </a:ext>
                  </a:extLst>
                </p14:cNvPr>
                <p14:cNvContentPartPr/>
                <p14:nvPr/>
              </p14:nvContentPartPr>
              <p14:xfrm>
                <a:off x="2974206" y="4647543"/>
                <a:ext cx="36720" cy="265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5EE3D23-2206-8FDD-5818-910C85BAABD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965206" y="4638543"/>
                  <a:ext cx="5436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1229F9C-0724-89A5-DB3B-367FB8AF2310}"/>
              </a:ext>
            </a:extLst>
          </p:cNvPr>
          <p:cNvGrpSpPr/>
          <p:nvPr/>
        </p:nvGrpSpPr>
        <p:grpSpPr>
          <a:xfrm>
            <a:off x="274926" y="5183943"/>
            <a:ext cx="241200" cy="437400"/>
            <a:chOff x="274926" y="5183943"/>
            <a:chExt cx="24120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2DF8182-D0D1-EC2A-9E60-346BBAA22995}"/>
                    </a:ext>
                  </a:extLst>
                </p14:cNvPr>
                <p14:cNvContentPartPr/>
                <p14:nvPr/>
              </p14:nvContentPartPr>
              <p14:xfrm>
                <a:off x="274926" y="5390943"/>
                <a:ext cx="29160" cy="1350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2DF8182-D0D1-EC2A-9E60-346BBAA2299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66286" y="5381943"/>
                  <a:ext cx="46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9723381-128D-3B5E-4FDA-C3D13DF030D7}"/>
                    </a:ext>
                  </a:extLst>
                </p14:cNvPr>
                <p14:cNvContentPartPr/>
                <p14:nvPr/>
              </p14:nvContentPartPr>
              <p14:xfrm>
                <a:off x="368526" y="5377983"/>
                <a:ext cx="33480" cy="137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9723381-128D-3B5E-4FDA-C3D13DF030D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59886" y="5369343"/>
                  <a:ext cx="511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072D3B2-9F7B-5E77-54A0-A047922D8F8E}"/>
                    </a:ext>
                  </a:extLst>
                </p14:cNvPr>
                <p14:cNvContentPartPr/>
                <p14:nvPr/>
              </p14:nvContentPartPr>
              <p14:xfrm>
                <a:off x="387606" y="5183943"/>
                <a:ext cx="128520" cy="437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072D3B2-9F7B-5E77-54A0-A047922D8F8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8606" y="5175303"/>
                  <a:ext cx="146160" cy="45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857F4F4-0BAE-A718-4A4E-860C624B47F5}"/>
              </a:ext>
            </a:extLst>
          </p:cNvPr>
          <p:cNvGrpSpPr/>
          <p:nvPr/>
        </p:nvGrpSpPr>
        <p:grpSpPr>
          <a:xfrm>
            <a:off x="974406" y="5385543"/>
            <a:ext cx="370080" cy="316080"/>
            <a:chOff x="974406" y="5385543"/>
            <a:chExt cx="3700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DDCDF4E-992B-0327-D670-810AA0FCC305}"/>
                    </a:ext>
                  </a:extLst>
                </p14:cNvPr>
                <p14:cNvContentPartPr/>
                <p14:nvPr/>
              </p14:nvContentPartPr>
              <p14:xfrm>
                <a:off x="1128846" y="5385543"/>
                <a:ext cx="215640" cy="27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DDCDF4E-992B-0327-D670-810AA0FCC30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19846" y="5376543"/>
                  <a:ext cx="233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9FC657-5486-FC68-8B54-523D9EED4596}"/>
                    </a:ext>
                  </a:extLst>
                </p14:cNvPr>
                <p14:cNvContentPartPr/>
                <p14:nvPr/>
              </p14:nvContentPartPr>
              <p14:xfrm>
                <a:off x="974406" y="5404983"/>
                <a:ext cx="351720" cy="296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9FC657-5486-FC68-8B54-523D9EED459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65766" y="5395983"/>
                  <a:ext cx="3693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7607FA5-3CA3-D063-6705-A5DF92102C59}"/>
              </a:ext>
            </a:extLst>
          </p:cNvPr>
          <p:cNvGrpSpPr/>
          <p:nvPr/>
        </p:nvGrpSpPr>
        <p:grpSpPr>
          <a:xfrm>
            <a:off x="1656246" y="5356743"/>
            <a:ext cx="504360" cy="594360"/>
            <a:chOff x="1656246" y="5356743"/>
            <a:chExt cx="504360" cy="5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08BB82E-A9AF-75B0-BDF5-82F252232EEA}"/>
                    </a:ext>
                  </a:extLst>
                </p14:cNvPr>
                <p14:cNvContentPartPr/>
                <p14:nvPr/>
              </p14:nvContentPartPr>
              <p14:xfrm>
                <a:off x="1656246" y="5527383"/>
                <a:ext cx="136440" cy="209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08BB82E-A9AF-75B0-BDF5-82F252232EE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647606" y="5518743"/>
                  <a:ext cx="154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4DBB6E2-39C4-85E1-7FC3-A7A4B73D2DF4}"/>
                    </a:ext>
                  </a:extLst>
                </p14:cNvPr>
                <p14:cNvContentPartPr/>
                <p14:nvPr/>
              </p14:nvContentPartPr>
              <p14:xfrm>
                <a:off x="1869366" y="5703783"/>
                <a:ext cx="99720" cy="127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4DBB6E2-39C4-85E1-7FC3-A7A4B73D2DF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860726" y="5695143"/>
                  <a:ext cx="117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0697014-A03A-2FC3-77E0-F43F5B7C9EE6}"/>
                    </a:ext>
                  </a:extLst>
                </p14:cNvPr>
                <p14:cNvContentPartPr/>
                <p14:nvPr/>
              </p14:nvContentPartPr>
              <p14:xfrm>
                <a:off x="1962966" y="5760663"/>
                <a:ext cx="97920" cy="190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0697014-A03A-2FC3-77E0-F43F5B7C9EE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954326" y="5751663"/>
                  <a:ext cx="115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01EE70F-4AE3-DDDA-A5D8-E11D37847615}"/>
                    </a:ext>
                  </a:extLst>
                </p14:cNvPr>
                <p14:cNvContentPartPr/>
                <p14:nvPr/>
              </p14:nvContentPartPr>
              <p14:xfrm>
                <a:off x="2150166" y="5650143"/>
                <a:ext cx="10440" cy="26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01EE70F-4AE3-DDDA-A5D8-E11D3784761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141166" y="5641503"/>
                  <a:ext cx="28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312B46C-7DF1-2CB0-90E7-5572E307C469}"/>
                    </a:ext>
                  </a:extLst>
                </p14:cNvPr>
                <p14:cNvContentPartPr/>
                <p14:nvPr/>
              </p14:nvContentPartPr>
              <p14:xfrm>
                <a:off x="1931286" y="5356743"/>
                <a:ext cx="175680" cy="152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312B46C-7DF1-2CB0-90E7-5572E307C46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922646" y="5348103"/>
                  <a:ext cx="19332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952DC4A-EA3A-AD3A-CAC6-F2CA6EABE15F}"/>
              </a:ext>
            </a:extLst>
          </p:cNvPr>
          <p:cNvGrpSpPr/>
          <p:nvPr/>
        </p:nvGrpSpPr>
        <p:grpSpPr>
          <a:xfrm>
            <a:off x="2403246" y="5658063"/>
            <a:ext cx="187200" cy="94680"/>
            <a:chOff x="2403246" y="5658063"/>
            <a:chExt cx="187200" cy="9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5CC8F55-0F06-4711-75DB-8B8B33EA9392}"/>
                    </a:ext>
                  </a:extLst>
                </p14:cNvPr>
                <p14:cNvContentPartPr/>
                <p14:nvPr/>
              </p14:nvContentPartPr>
              <p14:xfrm>
                <a:off x="2403246" y="5658063"/>
                <a:ext cx="114120" cy="18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5CC8F55-0F06-4711-75DB-8B8B33EA939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394606" y="5649423"/>
                  <a:ext cx="131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43FC52F-65CC-71FB-6AED-38A9899C07A1}"/>
                    </a:ext>
                  </a:extLst>
                </p14:cNvPr>
                <p14:cNvContentPartPr/>
                <p14:nvPr/>
              </p14:nvContentPartPr>
              <p14:xfrm>
                <a:off x="2417646" y="5721783"/>
                <a:ext cx="172800" cy="30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43FC52F-65CC-71FB-6AED-38A9899C07A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409006" y="5712783"/>
                  <a:ext cx="19044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0AC4997-D9DE-1236-A8FA-48E1F0EC65CA}"/>
                  </a:ext>
                </a:extLst>
              </p14:cNvPr>
              <p14:cNvContentPartPr/>
              <p14:nvPr/>
            </p14:nvContentPartPr>
            <p14:xfrm>
              <a:off x="2866566" y="5497503"/>
              <a:ext cx="42840" cy="2671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0AC4997-D9DE-1236-A8FA-48E1F0EC65CA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2857926" y="5488863"/>
                <a:ext cx="604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B1678BB6-39E0-A191-192F-2D49ED4FD16E}"/>
                  </a:ext>
                </a:extLst>
              </p14:cNvPr>
              <p14:cNvContentPartPr/>
              <p14:nvPr/>
            </p14:nvContentPartPr>
            <p14:xfrm>
              <a:off x="3258606" y="5390223"/>
              <a:ext cx="574560" cy="7002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B1678BB6-39E0-A191-192F-2D49ED4FD16E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249606" y="5381583"/>
                <a:ext cx="592200" cy="71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EF9ABE9-7E35-1601-53DC-B87199305527}"/>
              </a:ext>
            </a:extLst>
          </p:cNvPr>
          <p:cNvGrpSpPr/>
          <p:nvPr/>
        </p:nvGrpSpPr>
        <p:grpSpPr>
          <a:xfrm>
            <a:off x="3989406" y="5493183"/>
            <a:ext cx="1108440" cy="550440"/>
            <a:chOff x="3989406" y="5493183"/>
            <a:chExt cx="1108440" cy="55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36723FE-D229-F1AB-F6EC-5ADE755AAE34}"/>
                    </a:ext>
                  </a:extLst>
                </p14:cNvPr>
                <p14:cNvContentPartPr/>
                <p14:nvPr/>
              </p14:nvContentPartPr>
              <p14:xfrm>
                <a:off x="3989406" y="5520903"/>
                <a:ext cx="182880" cy="133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36723FE-D229-F1AB-F6EC-5ADE755AAE3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980766" y="5511903"/>
                  <a:ext cx="200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7AAA911-89E5-F196-7D99-F7B34CC3DE8E}"/>
                    </a:ext>
                  </a:extLst>
                </p14:cNvPr>
                <p14:cNvContentPartPr/>
                <p14:nvPr/>
              </p14:nvContentPartPr>
              <p14:xfrm>
                <a:off x="4203246" y="5518383"/>
                <a:ext cx="189720" cy="127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7AAA911-89E5-F196-7D99-F7B34CC3DE8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194246" y="5509743"/>
                  <a:ext cx="207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84CD35F-EDF0-7A37-5EE3-61FBAE4035B1}"/>
                    </a:ext>
                  </a:extLst>
                </p14:cNvPr>
                <p14:cNvContentPartPr/>
                <p14:nvPr/>
              </p14:nvContentPartPr>
              <p14:xfrm>
                <a:off x="4432206" y="5509383"/>
                <a:ext cx="267480" cy="534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84CD35F-EDF0-7A37-5EE3-61FBAE4035B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423206" y="5500383"/>
                  <a:ext cx="28512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9E3BA7D-CFAB-E6D2-2EC1-8ECAC32BE1EC}"/>
                    </a:ext>
                  </a:extLst>
                </p14:cNvPr>
                <p14:cNvContentPartPr/>
                <p14:nvPr/>
              </p14:nvContentPartPr>
              <p14:xfrm>
                <a:off x="4904526" y="5493183"/>
                <a:ext cx="193320" cy="171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9E3BA7D-CFAB-E6D2-2EC1-8ECAC32BE1E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895526" y="5484543"/>
                  <a:ext cx="21096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C935E24-1C8A-4778-AC39-38816EC2D538}"/>
                  </a:ext>
                </a:extLst>
              </p14:cNvPr>
              <p14:cNvContentPartPr/>
              <p14:nvPr/>
            </p14:nvContentPartPr>
            <p14:xfrm>
              <a:off x="5344446" y="5714223"/>
              <a:ext cx="13320" cy="298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C935E24-1C8A-4778-AC39-38816EC2D538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5335806" y="5705583"/>
                <a:ext cx="3096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483A6B4-93F1-CB96-782B-AF7293698E77}"/>
              </a:ext>
            </a:extLst>
          </p:cNvPr>
          <p:cNvGrpSpPr/>
          <p:nvPr/>
        </p:nvGrpSpPr>
        <p:grpSpPr>
          <a:xfrm>
            <a:off x="5716686" y="5379783"/>
            <a:ext cx="700560" cy="342720"/>
            <a:chOff x="5716686" y="5379783"/>
            <a:chExt cx="70056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EEC2EB5-B156-9CD0-79D5-4A5981FEA506}"/>
                    </a:ext>
                  </a:extLst>
                </p14:cNvPr>
                <p14:cNvContentPartPr/>
                <p14:nvPr/>
              </p14:nvContentPartPr>
              <p14:xfrm>
                <a:off x="5716686" y="5383383"/>
                <a:ext cx="240480" cy="339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EEC2EB5-B156-9CD0-79D5-4A5981FEA50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707686" y="5374743"/>
                  <a:ext cx="2581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EB74857-AADC-4079-543D-F119E3BDCB59}"/>
                    </a:ext>
                  </a:extLst>
                </p14:cNvPr>
                <p14:cNvContentPartPr/>
                <p14:nvPr/>
              </p14:nvContentPartPr>
              <p14:xfrm>
                <a:off x="6054006" y="5379783"/>
                <a:ext cx="363240" cy="324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EB74857-AADC-4079-543D-F119E3BDCB5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045366" y="5371143"/>
                  <a:ext cx="38088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AE1F9C3-9672-E0E5-D320-85E787121F78}"/>
              </a:ext>
            </a:extLst>
          </p:cNvPr>
          <p:cNvGrpSpPr/>
          <p:nvPr/>
        </p:nvGrpSpPr>
        <p:grpSpPr>
          <a:xfrm>
            <a:off x="6757806" y="5541423"/>
            <a:ext cx="901080" cy="201600"/>
            <a:chOff x="6757806" y="5541423"/>
            <a:chExt cx="90108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FEB8D72-E5A7-9680-B8EB-ABFC14134B5B}"/>
                    </a:ext>
                  </a:extLst>
                </p14:cNvPr>
                <p14:cNvContentPartPr/>
                <p14:nvPr/>
              </p14:nvContentPartPr>
              <p14:xfrm>
                <a:off x="6757806" y="5541423"/>
                <a:ext cx="237960" cy="201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FEB8D72-E5A7-9680-B8EB-ABFC14134B5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749166" y="5532423"/>
                  <a:ext cx="255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B1ECB2C-F598-6119-C6A3-8E86699701BA}"/>
                    </a:ext>
                  </a:extLst>
                </p14:cNvPr>
                <p14:cNvContentPartPr/>
                <p14:nvPr/>
              </p14:nvContentPartPr>
              <p14:xfrm>
                <a:off x="7094046" y="5545383"/>
                <a:ext cx="110520" cy="174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B1ECB2C-F598-6119-C6A3-8E86699701B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85406" y="5536383"/>
                  <a:ext cx="128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B96EBF8-0F8C-8327-24B6-160A5807B113}"/>
                    </a:ext>
                  </a:extLst>
                </p14:cNvPr>
                <p14:cNvContentPartPr/>
                <p14:nvPr/>
              </p14:nvContentPartPr>
              <p14:xfrm>
                <a:off x="7308966" y="5556903"/>
                <a:ext cx="349920" cy="1263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B96EBF8-0F8C-8327-24B6-160A5807B11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300326" y="5548263"/>
                  <a:ext cx="36756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CB649C03-F613-24E8-2582-E5A562F847B5}"/>
              </a:ext>
            </a:extLst>
          </p:cNvPr>
          <p:cNvGrpSpPr/>
          <p:nvPr/>
        </p:nvGrpSpPr>
        <p:grpSpPr>
          <a:xfrm>
            <a:off x="8063886" y="5332983"/>
            <a:ext cx="1171080" cy="766800"/>
            <a:chOff x="8063886" y="5332983"/>
            <a:chExt cx="1171080" cy="76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182D6C8-E11C-3110-D9DB-B917C72A36D9}"/>
                    </a:ext>
                  </a:extLst>
                </p14:cNvPr>
                <p14:cNvContentPartPr/>
                <p14:nvPr/>
              </p14:nvContentPartPr>
              <p14:xfrm>
                <a:off x="8063886" y="5429823"/>
                <a:ext cx="390240" cy="669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182D6C8-E11C-3110-D9DB-B917C72A36D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054886" y="5421183"/>
                  <a:ext cx="40788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6D5D0B9-5A03-EF78-2C80-A904250B5F77}"/>
                    </a:ext>
                  </a:extLst>
                </p14:cNvPr>
                <p14:cNvContentPartPr/>
                <p14:nvPr/>
              </p14:nvContentPartPr>
              <p14:xfrm>
                <a:off x="8602086" y="5332983"/>
                <a:ext cx="632880" cy="334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6D5D0B9-5A03-EF78-2C80-A904250B5F7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593086" y="5323983"/>
                  <a:ext cx="650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8E27C14-0DE2-2A2B-5BE5-2D339F125AF9}"/>
                    </a:ext>
                  </a:extLst>
                </p14:cNvPr>
                <p14:cNvContentPartPr/>
                <p14:nvPr/>
              </p14:nvContentPartPr>
              <p14:xfrm>
                <a:off x="8739966" y="5446383"/>
                <a:ext cx="185400" cy="147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8E27C14-0DE2-2A2B-5BE5-2D339F125AF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31326" y="5437383"/>
                  <a:ext cx="2030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A168F57-3A5B-E655-BEA6-064478C52DFC}"/>
              </a:ext>
            </a:extLst>
          </p:cNvPr>
          <p:cNvGrpSpPr/>
          <p:nvPr/>
        </p:nvGrpSpPr>
        <p:grpSpPr>
          <a:xfrm>
            <a:off x="9687486" y="5460783"/>
            <a:ext cx="1358640" cy="470520"/>
            <a:chOff x="9687486" y="5460783"/>
            <a:chExt cx="135864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AA8E092-3CA4-DA40-1AA4-B5A54FF6F42C}"/>
                    </a:ext>
                  </a:extLst>
                </p14:cNvPr>
                <p14:cNvContentPartPr/>
                <p14:nvPr/>
              </p14:nvContentPartPr>
              <p14:xfrm>
                <a:off x="9687486" y="5519103"/>
                <a:ext cx="145440" cy="174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AA8E092-3CA4-DA40-1AA4-B5A54FF6F42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678846" y="5510103"/>
                  <a:ext cx="163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6F5B21E-EE26-2192-30A3-19F71551A539}"/>
                    </a:ext>
                  </a:extLst>
                </p14:cNvPr>
                <p14:cNvContentPartPr/>
                <p14:nvPr/>
              </p14:nvContentPartPr>
              <p14:xfrm>
                <a:off x="9933006" y="5514063"/>
                <a:ext cx="160560" cy="417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6F5B21E-EE26-2192-30A3-19F71551A53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924006" y="5505423"/>
                  <a:ext cx="1782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E5252A0-AAF0-F8EE-708C-22A9EC3102F3}"/>
                    </a:ext>
                  </a:extLst>
                </p14:cNvPr>
                <p14:cNvContentPartPr/>
                <p14:nvPr/>
              </p14:nvContentPartPr>
              <p14:xfrm>
                <a:off x="10182486" y="5517663"/>
                <a:ext cx="178560" cy="150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E5252A0-AAF0-F8EE-708C-22A9EC3102F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173486" y="5509023"/>
                  <a:ext cx="196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9816354-C072-A112-229D-40DDE91D8952}"/>
                    </a:ext>
                  </a:extLst>
                </p14:cNvPr>
                <p14:cNvContentPartPr/>
                <p14:nvPr/>
              </p14:nvContentPartPr>
              <p14:xfrm>
                <a:off x="10407126" y="5498943"/>
                <a:ext cx="114840" cy="1537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9816354-C072-A112-229D-40DDE91D895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398126" y="5489943"/>
                  <a:ext cx="132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C1E22D-BBF5-CEF5-13B7-C7638C0DD3DC}"/>
                    </a:ext>
                  </a:extLst>
                </p14:cNvPr>
                <p14:cNvContentPartPr/>
                <p14:nvPr/>
              </p14:nvContentPartPr>
              <p14:xfrm>
                <a:off x="10566246" y="5473743"/>
                <a:ext cx="326880" cy="163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C1E22D-BBF5-CEF5-13B7-C7638C0DD3D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557606" y="5464743"/>
                  <a:ext cx="344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1849861-E524-9BC8-BDC8-587D0346682B}"/>
                    </a:ext>
                  </a:extLst>
                </p14:cNvPr>
                <p14:cNvContentPartPr/>
                <p14:nvPr/>
              </p14:nvContentPartPr>
              <p14:xfrm>
                <a:off x="10932366" y="5460783"/>
                <a:ext cx="113760" cy="163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1849861-E524-9BC8-BDC8-587D0346682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923726" y="5451783"/>
                  <a:ext cx="13140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8A96F95-5182-EC44-4736-3FBE6A604955}"/>
                  </a:ext>
                </a:extLst>
              </p14:cNvPr>
              <p14:cNvContentPartPr/>
              <p14:nvPr/>
            </p14:nvContentPartPr>
            <p14:xfrm>
              <a:off x="11500446" y="5455383"/>
              <a:ext cx="438120" cy="6048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8A96F95-5182-EC44-4736-3FBE6A604955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1491446" y="5446743"/>
                <a:ext cx="455760" cy="62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1B6A2FA-B9ED-B1A9-8B75-E9FDB6B3978F}"/>
              </a:ext>
            </a:extLst>
          </p:cNvPr>
          <p:cNvGrpSpPr/>
          <p:nvPr/>
        </p:nvGrpSpPr>
        <p:grpSpPr>
          <a:xfrm>
            <a:off x="872166" y="6017703"/>
            <a:ext cx="1373400" cy="296280"/>
            <a:chOff x="872166" y="6017703"/>
            <a:chExt cx="137340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FB47AEB-39BB-9CFC-4CD7-14D752189A39}"/>
                    </a:ext>
                  </a:extLst>
                </p14:cNvPr>
                <p14:cNvContentPartPr/>
                <p14:nvPr/>
              </p14:nvContentPartPr>
              <p14:xfrm>
                <a:off x="872166" y="6017703"/>
                <a:ext cx="727920" cy="2808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FB47AEB-39BB-9CFC-4CD7-14D752189A3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63166" y="6008703"/>
                  <a:ext cx="7455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62F7913-C55E-63B4-3B4B-7F18F0FBA022}"/>
                    </a:ext>
                  </a:extLst>
                </p14:cNvPr>
                <p14:cNvContentPartPr/>
                <p14:nvPr/>
              </p14:nvContentPartPr>
              <p14:xfrm>
                <a:off x="1650126" y="6041103"/>
                <a:ext cx="583200" cy="272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62F7913-C55E-63B4-3B4B-7F18F0FBA02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641126" y="6032463"/>
                  <a:ext cx="600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D4C37BE-75A0-B6FE-2393-247A56A4AF28}"/>
                    </a:ext>
                  </a:extLst>
                </p14:cNvPr>
                <p14:cNvContentPartPr/>
                <p14:nvPr/>
              </p14:nvContentPartPr>
              <p14:xfrm>
                <a:off x="2001846" y="6099423"/>
                <a:ext cx="243720" cy="19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D4C37BE-75A0-B6FE-2393-247A56A4AF2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992846" y="6090783"/>
                  <a:ext cx="2613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FFD0DC2-FAB1-16E4-5BFA-2103FF1FD13F}"/>
              </a:ext>
            </a:extLst>
          </p:cNvPr>
          <p:cNvGrpSpPr/>
          <p:nvPr/>
        </p:nvGrpSpPr>
        <p:grpSpPr>
          <a:xfrm>
            <a:off x="2704926" y="6237663"/>
            <a:ext cx="342720" cy="158760"/>
            <a:chOff x="2704926" y="6237663"/>
            <a:chExt cx="342720" cy="15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A2D0066-5051-568D-0AAE-26ED53A71F3A}"/>
                    </a:ext>
                  </a:extLst>
                </p14:cNvPr>
                <p14:cNvContentPartPr/>
                <p14:nvPr/>
              </p14:nvContentPartPr>
              <p14:xfrm>
                <a:off x="2704926" y="6237663"/>
                <a:ext cx="33480" cy="1566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A2D0066-5051-568D-0AAE-26ED53A71F3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695926" y="6229023"/>
                  <a:ext cx="51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A8DB9A8-3FE9-2CF6-C54C-DEED2950BFB1}"/>
                    </a:ext>
                  </a:extLst>
                </p14:cNvPr>
                <p14:cNvContentPartPr/>
                <p14:nvPr/>
              </p14:nvContentPartPr>
              <p14:xfrm>
                <a:off x="2814006" y="6246303"/>
                <a:ext cx="233640" cy="150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A8DB9A8-3FE9-2CF6-C54C-DEED2950BFB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805366" y="6237663"/>
                  <a:ext cx="25128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9C5B5299-2F71-29BF-E5EB-153033F7C0FE}"/>
                  </a:ext>
                </a:extLst>
              </p14:cNvPr>
              <p14:cNvContentPartPr/>
              <p14:nvPr/>
            </p14:nvContentPartPr>
            <p14:xfrm>
              <a:off x="2821206" y="6060543"/>
              <a:ext cx="91800" cy="190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9C5B5299-2F71-29BF-E5EB-153033F7C0FE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812206" y="6051903"/>
                <a:ext cx="1094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4505649-B686-872A-8228-631D56A54622}"/>
                  </a:ext>
                </a:extLst>
              </p14:cNvPr>
              <p14:cNvContentPartPr/>
              <p14:nvPr/>
            </p14:nvContentPartPr>
            <p14:xfrm>
              <a:off x="3527526" y="6165663"/>
              <a:ext cx="658800" cy="3978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4505649-B686-872A-8228-631D56A54622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3518886" y="6157023"/>
                <a:ext cx="676440" cy="41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16658AE-95CF-0CBC-62CF-FC3CC3CC2D6A}"/>
              </a:ext>
            </a:extLst>
          </p:cNvPr>
          <p:cNvGrpSpPr/>
          <p:nvPr/>
        </p:nvGrpSpPr>
        <p:grpSpPr>
          <a:xfrm>
            <a:off x="4751526" y="6044343"/>
            <a:ext cx="933120" cy="268920"/>
            <a:chOff x="4751526" y="6044343"/>
            <a:chExt cx="93312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E1E4806-D3E8-1D2D-1361-ACD851CCF266}"/>
                    </a:ext>
                  </a:extLst>
                </p14:cNvPr>
                <p14:cNvContentPartPr/>
                <p14:nvPr/>
              </p14:nvContentPartPr>
              <p14:xfrm>
                <a:off x="4751526" y="6110943"/>
                <a:ext cx="447120" cy="2023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E1E4806-D3E8-1D2D-1361-ACD851CCF26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742526" y="6102303"/>
                  <a:ext cx="464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4A60CB2-3AAF-8BCF-A9BD-193F24E79505}"/>
                    </a:ext>
                  </a:extLst>
                </p14:cNvPr>
                <p14:cNvContentPartPr/>
                <p14:nvPr/>
              </p14:nvContentPartPr>
              <p14:xfrm>
                <a:off x="5308446" y="6044343"/>
                <a:ext cx="376200" cy="187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4A60CB2-3AAF-8BCF-A9BD-193F24E7950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299806" y="6035343"/>
                  <a:ext cx="39384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9295B5D-3FBE-53C5-1E3C-D0FF37527418}"/>
              </a:ext>
            </a:extLst>
          </p:cNvPr>
          <p:cNvGrpSpPr/>
          <p:nvPr/>
        </p:nvGrpSpPr>
        <p:grpSpPr>
          <a:xfrm>
            <a:off x="6081726" y="5988903"/>
            <a:ext cx="214560" cy="269280"/>
            <a:chOff x="6081726" y="5988903"/>
            <a:chExt cx="21456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8E186E4-2209-F4DB-2405-5F8F17CA2468}"/>
                    </a:ext>
                  </a:extLst>
                </p14:cNvPr>
                <p14:cNvContentPartPr/>
                <p14:nvPr/>
              </p14:nvContentPartPr>
              <p14:xfrm>
                <a:off x="6081726" y="6122463"/>
                <a:ext cx="43560" cy="135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8E186E4-2209-F4DB-2405-5F8F17CA246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072726" y="6113823"/>
                  <a:ext cx="61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285AE78-DE6E-7912-AAB9-0645114D86CA}"/>
                    </a:ext>
                  </a:extLst>
                </p14:cNvPr>
                <p14:cNvContentPartPr/>
                <p14:nvPr/>
              </p14:nvContentPartPr>
              <p14:xfrm>
                <a:off x="6201966" y="6115983"/>
                <a:ext cx="94320" cy="122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285AE78-DE6E-7912-AAB9-0645114D86CA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192966" y="6107343"/>
                  <a:ext cx="111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F2BC6B2-7930-2E90-C947-E5521C6EFDC4}"/>
                    </a:ext>
                  </a:extLst>
                </p14:cNvPr>
                <p14:cNvContentPartPr/>
                <p14:nvPr/>
              </p14:nvContentPartPr>
              <p14:xfrm>
                <a:off x="6146526" y="5988903"/>
                <a:ext cx="20520" cy="19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F2BC6B2-7930-2E90-C947-E5521C6EFDC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137526" y="5980263"/>
                  <a:ext cx="381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0B7C4E2-B2FF-33BF-24BF-39B652BCC0B5}"/>
              </a:ext>
            </a:extLst>
          </p:cNvPr>
          <p:cNvGrpSpPr/>
          <p:nvPr/>
        </p:nvGrpSpPr>
        <p:grpSpPr>
          <a:xfrm>
            <a:off x="6804246" y="5906103"/>
            <a:ext cx="899640" cy="516960"/>
            <a:chOff x="6804246" y="5906103"/>
            <a:chExt cx="89964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EE71CB9-DC9C-AE6D-4D59-386D5DED5B1D}"/>
                    </a:ext>
                  </a:extLst>
                </p14:cNvPr>
                <p14:cNvContentPartPr/>
                <p14:nvPr/>
              </p14:nvContentPartPr>
              <p14:xfrm>
                <a:off x="6804246" y="6087183"/>
                <a:ext cx="184320" cy="157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EE71CB9-DC9C-AE6D-4D59-386D5DED5B1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795606" y="6078183"/>
                  <a:ext cx="201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DF05AEC-130B-7306-330C-D9589CE45F28}"/>
                    </a:ext>
                  </a:extLst>
                </p14:cNvPr>
                <p14:cNvContentPartPr/>
                <p14:nvPr/>
              </p14:nvContentPartPr>
              <p14:xfrm>
                <a:off x="7044726" y="6104463"/>
                <a:ext cx="180360" cy="109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DF05AEC-130B-7306-330C-D9589CE45F2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035726" y="6095823"/>
                  <a:ext cx="198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385C1AF-41C0-A3A9-C780-5F345690172C}"/>
                    </a:ext>
                  </a:extLst>
                </p14:cNvPr>
                <p14:cNvContentPartPr/>
                <p14:nvPr/>
              </p14:nvContentPartPr>
              <p14:xfrm>
                <a:off x="7265046" y="6090783"/>
                <a:ext cx="85680" cy="109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385C1AF-41C0-A3A9-C780-5F345690172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256406" y="6082143"/>
                  <a:ext cx="103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0C1496D-C6B8-8F4B-A342-0152216D09F5}"/>
                    </a:ext>
                  </a:extLst>
                </p14:cNvPr>
                <p14:cNvContentPartPr/>
                <p14:nvPr/>
              </p14:nvContentPartPr>
              <p14:xfrm>
                <a:off x="7299966" y="5953263"/>
                <a:ext cx="51480" cy="3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0C1496D-C6B8-8F4B-A342-0152216D09F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290966" y="5944623"/>
                  <a:ext cx="69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14B8EBF-D39D-5347-5C1B-DE02B2F4CB2A}"/>
                    </a:ext>
                  </a:extLst>
                </p14:cNvPr>
                <p14:cNvContentPartPr/>
                <p14:nvPr/>
              </p14:nvContentPartPr>
              <p14:xfrm>
                <a:off x="7430286" y="5906103"/>
                <a:ext cx="273600" cy="516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14B8EBF-D39D-5347-5C1B-DE02B2F4CB2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421646" y="5897103"/>
                  <a:ext cx="29124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98489AB-C29D-32AB-8478-8865ED253404}"/>
                    </a:ext>
                  </a:extLst>
                </p14:cNvPr>
                <p14:cNvContentPartPr/>
                <p14:nvPr/>
              </p14:nvContentPartPr>
              <p14:xfrm>
                <a:off x="7410486" y="5997903"/>
                <a:ext cx="122040" cy="17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98489AB-C29D-32AB-8478-8865ED25340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401846" y="5989263"/>
                  <a:ext cx="1396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E80DAD0-2D07-9652-D2B5-09624F4B26DF}"/>
                  </a:ext>
                </a:extLst>
              </p14:cNvPr>
              <p14:cNvContentPartPr/>
              <p14:nvPr/>
            </p14:nvContentPartPr>
            <p14:xfrm>
              <a:off x="8032206" y="6160983"/>
              <a:ext cx="45000" cy="75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E80DAD0-2D07-9652-D2B5-09624F4B26DF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8023566" y="6152343"/>
                <a:ext cx="626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79F9083-6D7F-10EF-5624-15931CA02E22}"/>
                  </a:ext>
                </a:extLst>
              </p14:cNvPr>
              <p14:cNvContentPartPr/>
              <p14:nvPr/>
            </p14:nvContentPartPr>
            <p14:xfrm>
              <a:off x="828523" y="2214381"/>
              <a:ext cx="144360" cy="24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79F9083-6D7F-10EF-5624-15931CA02E22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819523" y="2205741"/>
                <a:ext cx="16200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BA5D600-0DDC-4884-93E7-93C4F0F6B0CE}"/>
              </a:ext>
            </a:extLst>
          </p:cNvPr>
          <p:cNvGrpSpPr/>
          <p:nvPr/>
        </p:nvGrpSpPr>
        <p:grpSpPr>
          <a:xfrm>
            <a:off x="4146643" y="380181"/>
            <a:ext cx="333720" cy="405360"/>
            <a:chOff x="4146643" y="380181"/>
            <a:chExt cx="33372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48BED9-8EC9-1CA6-BC70-9A420E728CFB}"/>
                    </a:ext>
                  </a:extLst>
                </p14:cNvPr>
                <p14:cNvContentPartPr/>
                <p14:nvPr/>
              </p14:nvContentPartPr>
              <p14:xfrm>
                <a:off x="4146643" y="482061"/>
                <a:ext cx="333720" cy="60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48BED9-8EC9-1CA6-BC70-9A420E728CF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137643" y="473421"/>
                  <a:ext cx="351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0B28000-63B8-FA07-287E-7B22A58E7F92}"/>
                    </a:ext>
                  </a:extLst>
                </p14:cNvPr>
                <p14:cNvContentPartPr/>
                <p14:nvPr/>
              </p14:nvContentPartPr>
              <p14:xfrm>
                <a:off x="4314763" y="380181"/>
                <a:ext cx="22680" cy="405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0B28000-63B8-FA07-287E-7B22A58E7F9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306123" y="371181"/>
                  <a:ext cx="40320" cy="42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D020D08-E62A-7ABA-56B0-650DAA7B4A61}"/>
                  </a:ext>
                </a:extLst>
              </p14:cNvPr>
              <p14:cNvContentPartPr/>
              <p14:nvPr/>
            </p14:nvContentPartPr>
            <p14:xfrm>
              <a:off x="5355523" y="723621"/>
              <a:ext cx="187200" cy="421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D020D08-E62A-7ABA-56B0-650DAA7B4A61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5346883" y="714981"/>
                <a:ext cx="2048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6A16D91-F547-4D5D-58D6-8DD05834C91D}"/>
                  </a:ext>
                </a:extLst>
              </p14:cNvPr>
              <p14:cNvContentPartPr/>
              <p14:nvPr/>
            </p14:nvContentPartPr>
            <p14:xfrm>
              <a:off x="3119923" y="1884621"/>
              <a:ext cx="1080" cy="43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6A16D91-F547-4D5D-58D6-8DD05834C91D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111283" y="1875621"/>
                <a:ext cx="187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D91C245-C699-1851-EB4C-21B40D8B257A}"/>
                  </a:ext>
                </a:extLst>
              </p14:cNvPr>
              <p14:cNvContentPartPr/>
              <p14:nvPr/>
            </p14:nvContentPartPr>
            <p14:xfrm>
              <a:off x="3522043" y="1817301"/>
              <a:ext cx="2520" cy="36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D91C245-C699-1851-EB4C-21B40D8B257A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3513043" y="1808301"/>
                <a:ext cx="201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444A103E-9A47-A991-8165-73B87B4DE85D}"/>
                  </a:ext>
                </a:extLst>
              </p14:cNvPr>
              <p14:cNvContentPartPr/>
              <p14:nvPr/>
            </p14:nvContentPartPr>
            <p14:xfrm>
              <a:off x="4543363" y="1800021"/>
              <a:ext cx="360" cy="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444A103E-9A47-A991-8165-73B87B4DE85D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4534723" y="179138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95EE2826-15C8-4908-1DC3-AD7A2DB23F4B}"/>
              </a:ext>
            </a:extLst>
          </p:cNvPr>
          <p:cNvGrpSpPr/>
          <p:nvPr/>
        </p:nvGrpSpPr>
        <p:grpSpPr>
          <a:xfrm>
            <a:off x="8293843" y="228981"/>
            <a:ext cx="1892520" cy="1408680"/>
            <a:chOff x="8293843" y="228981"/>
            <a:chExt cx="1892520" cy="14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130B07F-B346-37CF-FB13-4060C47B5660}"/>
                    </a:ext>
                  </a:extLst>
                </p14:cNvPr>
                <p14:cNvContentPartPr/>
                <p14:nvPr/>
              </p14:nvContentPartPr>
              <p14:xfrm>
                <a:off x="8410483" y="353181"/>
                <a:ext cx="298800" cy="361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130B07F-B346-37CF-FB13-4060C47B566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401843" y="344181"/>
                  <a:ext cx="316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C9A49C8-F838-062B-02D1-A86B89F36A19}"/>
                    </a:ext>
                  </a:extLst>
                </p14:cNvPr>
                <p14:cNvContentPartPr/>
                <p14:nvPr/>
              </p14:nvContentPartPr>
              <p14:xfrm>
                <a:off x="8430283" y="513021"/>
                <a:ext cx="169920" cy="24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C9A49C8-F838-062B-02D1-A86B89F36A1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421283" y="504381"/>
                  <a:ext cx="187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C9DC817-D86D-4119-A226-47F6F53DC088}"/>
                    </a:ext>
                  </a:extLst>
                </p14:cNvPr>
                <p14:cNvContentPartPr/>
                <p14:nvPr/>
              </p14:nvContentPartPr>
              <p14:xfrm>
                <a:off x="8872723" y="228981"/>
                <a:ext cx="1192680" cy="4874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C9DC817-D86D-4119-A226-47F6F53DC08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864083" y="219981"/>
                  <a:ext cx="121032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0B74997-EC39-8B13-DB84-95F094102999}"/>
                    </a:ext>
                  </a:extLst>
                </p14:cNvPr>
                <p14:cNvContentPartPr/>
                <p14:nvPr/>
              </p14:nvContentPartPr>
              <p14:xfrm>
                <a:off x="8293843" y="675021"/>
                <a:ext cx="1892520" cy="905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0B74997-EC39-8B13-DB84-95F09410299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284843" y="666021"/>
                  <a:ext cx="1910160" cy="9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2DF415C-4B71-25D2-3596-57E33BAA9E46}"/>
                    </a:ext>
                  </a:extLst>
                </p14:cNvPr>
                <p14:cNvContentPartPr/>
                <p14:nvPr/>
              </p14:nvContentPartPr>
              <p14:xfrm>
                <a:off x="9831043" y="1302861"/>
                <a:ext cx="328320" cy="334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2DF415C-4B71-25D2-3596-57E33BAA9E4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822043" y="1294221"/>
                  <a:ext cx="34596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34CB25FF-6367-5035-724F-833CB6C57ED2}"/>
                  </a:ext>
                </a:extLst>
              </p14:cNvPr>
              <p14:cNvContentPartPr/>
              <p14:nvPr/>
            </p14:nvContentPartPr>
            <p14:xfrm>
              <a:off x="3800683" y="4884501"/>
              <a:ext cx="117000" cy="2088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34CB25FF-6367-5035-724F-833CB6C57ED2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3792043" y="4875501"/>
                <a:ext cx="13464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F78A09B-45C7-4A94-9171-D591895C099E}"/>
              </a:ext>
            </a:extLst>
          </p:cNvPr>
          <p:cNvGrpSpPr/>
          <p:nvPr/>
        </p:nvGrpSpPr>
        <p:grpSpPr>
          <a:xfrm>
            <a:off x="4667203" y="4534581"/>
            <a:ext cx="1733040" cy="408600"/>
            <a:chOff x="4667203" y="4534581"/>
            <a:chExt cx="173304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95EEE14-50F5-00BE-786A-35A3A68F23EC}"/>
                    </a:ext>
                  </a:extLst>
                </p14:cNvPr>
                <p14:cNvContentPartPr/>
                <p14:nvPr/>
              </p14:nvContentPartPr>
              <p14:xfrm>
                <a:off x="4667203" y="4775061"/>
                <a:ext cx="309960" cy="58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95EEE14-50F5-00BE-786A-35A3A68F23E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658563" y="4766061"/>
                  <a:ext cx="327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816CF2B-4F2C-8711-A289-334C5DE87833}"/>
                    </a:ext>
                  </a:extLst>
                </p14:cNvPr>
                <p14:cNvContentPartPr/>
                <p14:nvPr/>
              </p14:nvContentPartPr>
              <p14:xfrm>
                <a:off x="4832083" y="4671741"/>
                <a:ext cx="21240" cy="249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816CF2B-4F2C-8711-A289-334C5DE8783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823443" y="4662741"/>
                  <a:ext cx="38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76B33BF-7983-907C-D633-0496E5CECCFF}"/>
                    </a:ext>
                  </a:extLst>
                </p14:cNvPr>
                <p14:cNvContentPartPr/>
                <p14:nvPr/>
              </p14:nvContentPartPr>
              <p14:xfrm>
                <a:off x="5069323" y="4534581"/>
                <a:ext cx="1330920" cy="408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76B33BF-7983-907C-D633-0496E5CECCF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060323" y="4525581"/>
                  <a:ext cx="1348560" cy="42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018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EC7A229-E384-3530-33E4-5B371461838B}"/>
              </a:ext>
            </a:extLst>
          </p:cNvPr>
          <p:cNvGrpSpPr/>
          <p:nvPr/>
        </p:nvGrpSpPr>
        <p:grpSpPr>
          <a:xfrm>
            <a:off x="243606" y="179223"/>
            <a:ext cx="1390680" cy="600480"/>
            <a:chOff x="243606" y="179223"/>
            <a:chExt cx="1390680" cy="6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4DA6C7-9C1D-607B-56EB-22E567C9CB42}"/>
                    </a:ext>
                  </a:extLst>
                </p14:cNvPr>
                <p14:cNvContentPartPr/>
                <p14:nvPr/>
              </p14:nvContentPartPr>
              <p14:xfrm>
                <a:off x="243606" y="354183"/>
                <a:ext cx="22320" cy="219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4DA6C7-9C1D-607B-56EB-22E567C9CB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606" y="345183"/>
                  <a:ext cx="39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947EBE-C9C5-772C-4DE8-124F13609444}"/>
                    </a:ext>
                  </a:extLst>
                </p14:cNvPr>
                <p14:cNvContentPartPr/>
                <p14:nvPr/>
              </p14:nvContentPartPr>
              <p14:xfrm>
                <a:off x="354126" y="394863"/>
                <a:ext cx="12600" cy="15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947EBE-C9C5-772C-4DE8-124F136094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5486" y="386223"/>
                  <a:ext cx="30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2326D3-5369-8335-918E-A2A6682DB757}"/>
                    </a:ext>
                  </a:extLst>
                </p14:cNvPr>
                <p14:cNvContentPartPr/>
                <p14:nvPr/>
              </p14:nvContentPartPr>
              <p14:xfrm>
                <a:off x="436566" y="379743"/>
                <a:ext cx="24480" cy="162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2326D3-5369-8335-918E-A2A6682DB7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7566" y="370743"/>
                  <a:ext cx="42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521A84-1BB4-35B6-3ADA-E37C42EA36B5}"/>
                    </a:ext>
                  </a:extLst>
                </p14:cNvPr>
                <p14:cNvContentPartPr/>
                <p14:nvPr/>
              </p14:nvContentPartPr>
              <p14:xfrm>
                <a:off x="577326" y="179223"/>
                <a:ext cx="150120" cy="46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521A84-1BB4-35B6-3ADA-E37C42EA36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8326" y="170583"/>
                  <a:ext cx="1677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92FDCD-FEB5-601D-A774-304DB34ADD27}"/>
                    </a:ext>
                  </a:extLst>
                </p14:cNvPr>
                <p14:cNvContentPartPr/>
                <p14:nvPr/>
              </p14:nvContentPartPr>
              <p14:xfrm>
                <a:off x="535206" y="751263"/>
                <a:ext cx="2160" cy="28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92FDCD-FEB5-601D-A774-304DB34ADD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6566" y="742623"/>
                  <a:ext cx="19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4DE7E1B-7AF8-8D7B-388B-95BE11F69DBD}"/>
                    </a:ext>
                  </a:extLst>
                </p14:cNvPr>
                <p14:cNvContentPartPr/>
                <p14:nvPr/>
              </p14:nvContentPartPr>
              <p14:xfrm>
                <a:off x="887286" y="287583"/>
                <a:ext cx="336240" cy="342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4DE7E1B-7AF8-8D7B-388B-95BE11F69D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646" y="278943"/>
                  <a:ext cx="3538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DBB7BD-F04B-8BE5-44F5-A0F242CE86CB}"/>
                    </a:ext>
                  </a:extLst>
                </p14:cNvPr>
                <p14:cNvContentPartPr/>
                <p14:nvPr/>
              </p14:nvContentPartPr>
              <p14:xfrm>
                <a:off x="1262046" y="249783"/>
                <a:ext cx="372240" cy="38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DBB7BD-F04B-8BE5-44F5-A0F242CE86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3046" y="240783"/>
                  <a:ext cx="3898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DF0EC3-207F-5EE8-049A-A10AAB09D9D5}"/>
              </a:ext>
            </a:extLst>
          </p:cNvPr>
          <p:cNvGrpSpPr/>
          <p:nvPr/>
        </p:nvGrpSpPr>
        <p:grpSpPr>
          <a:xfrm>
            <a:off x="2259966" y="537783"/>
            <a:ext cx="733320" cy="173880"/>
            <a:chOff x="2259966" y="537783"/>
            <a:chExt cx="73332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CDAD94-2FC9-A99F-E54D-900058541545}"/>
                    </a:ext>
                  </a:extLst>
                </p14:cNvPr>
                <p14:cNvContentPartPr/>
                <p14:nvPr/>
              </p14:nvContentPartPr>
              <p14:xfrm>
                <a:off x="2259966" y="537783"/>
                <a:ext cx="143640" cy="173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2CDAD94-2FC9-A99F-E54D-9000585415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1326" y="529143"/>
                  <a:ext cx="161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79F913-B24B-F5B9-81BD-F370E7464962}"/>
                    </a:ext>
                  </a:extLst>
                </p14:cNvPr>
                <p14:cNvContentPartPr/>
                <p14:nvPr/>
              </p14:nvContentPartPr>
              <p14:xfrm>
                <a:off x="2486406" y="547863"/>
                <a:ext cx="137520" cy="155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79F913-B24B-F5B9-81BD-F370E746496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77766" y="539223"/>
                  <a:ext cx="155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8A2A2A-A21D-0C7A-0455-8BC38435B4D7}"/>
                    </a:ext>
                  </a:extLst>
                </p14:cNvPr>
                <p14:cNvContentPartPr/>
                <p14:nvPr/>
              </p14:nvContentPartPr>
              <p14:xfrm>
                <a:off x="2677926" y="584583"/>
                <a:ext cx="315360" cy="10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8A2A2A-A21D-0C7A-0455-8BC38435B4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69286" y="575943"/>
                  <a:ext cx="33300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0912247-A88E-8790-B832-5F9FED36A332}"/>
                  </a:ext>
                </a:extLst>
              </p14:cNvPr>
              <p14:cNvContentPartPr/>
              <p14:nvPr/>
            </p14:nvContentPartPr>
            <p14:xfrm>
              <a:off x="3521406" y="473703"/>
              <a:ext cx="356040" cy="577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0912247-A88E-8790-B832-5F9FED36A3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12766" y="465063"/>
                <a:ext cx="373680" cy="59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6AE2204-3F97-EE93-3645-E58C266B88B1}"/>
              </a:ext>
            </a:extLst>
          </p:cNvPr>
          <p:cNvGrpSpPr/>
          <p:nvPr/>
        </p:nvGrpSpPr>
        <p:grpSpPr>
          <a:xfrm>
            <a:off x="4737486" y="400623"/>
            <a:ext cx="559080" cy="373320"/>
            <a:chOff x="4737486" y="400623"/>
            <a:chExt cx="55908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A1246E-B80F-D618-E785-6C5F991D9379}"/>
                    </a:ext>
                  </a:extLst>
                </p14:cNvPr>
                <p14:cNvContentPartPr/>
                <p14:nvPr/>
              </p14:nvContentPartPr>
              <p14:xfrm>
                <a:off x="4754406" y="400623"/>
                <a:ext cx="112680" cy="373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A1246E-B80F-D618-E785-6C5F991D93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45766" y="391623"/>
                  <a:ext cx="1303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4B093F8-79DB-0AE0-4DEF-861719447550}"/>
                    </a:ext>
                  </a:extLst>
                </p14:cNvPr>
                <p14:cNvContentPartPr/>
                <p14:nvPr/>
              </p14:nvContentPartPr>
              <p14:xfrm>
                <a:off x="4737486" y="475503"/>
                <a:ext cx="559080" cy="22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4B093F8-79DB-0AE0-4DEF-8617194475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28846" y="466503"/>
                  <a:ext cx="57672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859338-6F2E-A9A3-F9D6-9492E0178B8D}"/>
              </a:ext>
            </a:extLst>
          </p:cNvPr>
          <p:cNvGrpSpPr/>
          <p:nvPr/>
        </p:nvGrpSpPr>
        <p:grpSpPr>
          <a:xfrm>
            <a:off x="5682846" y="272823"/>
            <a:ext cx="1278360" cy="403560"/>
            <a:chOff x="5682846" y="272823"/>
            <a:chExt cx="12783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E098AA-B55A-17D8-32F0-1713CFD07FD1}"/>
                    </a:ext>
                  </a:extLst>
                </p14:cNvPr>
                <p14:cNvContentPartPr/>
                <p14:nvPr/>
              </p14:nvContentPartPr>
              <p14:xfrm>
                <a:off x="5682846" y="364623"/>
                <a:ext cx="683640" cy="311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E098AA-B55A-17D8-32F0-1713CFD07F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73846" y="355983"/>
                  <a:ext cx="7012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662CA9-5BC2-3A79-B804-0720C9B838EF}"/>
                    </a:ext>
                  </a:extLst>
                </p14:cNvPr>
                <p14:cNvContentPartPr/>
                <p14:nvPr/>
              </p14:nvContentPartPr>
              <p14:xfrm>
                <a:off x="6405006" y="519783"/>
                <a:ext cx="111240" cy="13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662CA9-5BC2-3A79-B804-0720C9B838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96366" y="510783"/>
                  <a:ext cx="128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579F074-9C0F-3785-D191-396A6835F2FB}"/>
                    </a:ext>
                  </a:extLst>
                </p14:cNvPr>
                <p14:cNvContentPartPr/>
                <p14:nvPr/>
              </p14:nvContentPartPr>
              <p14:xfrm>
                <a:off x="6535326" y="502863"/>
                <a:ext cx="172440" cy="13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579F074-9C0F-3785-D191-396A6835F2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26326" y="494223"/>
                  <a:ext cx="190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3A812B-BBAD-8E67-66F1-8666D8EF8D81}"/>
                    </a:ext>
                  </a:extLst>
                </p14:cNvPr>
                <p14:cNvContentPartPr/>
                <p14:nvPr/>
              </p14:nvContentPartPr>
              <p14:xfrm>
                <a:off x="6735846" y="272823"/>
                <a:ext cx="136800" cy="365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3A812B-BBAD-8E67-66F1-8666D8EF8D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27206" y="263823"/>
                  <a:ext cx="1544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C60986-AC4A-D1D6-B20B-C968BC7A1345}"/>
                    </a:ext>
                  </a:extLst>
                </p14:cNvPr>
                <p14:cNvContentPartPr/>
                <p14:nvPr/>
              </p14:nvContentPartPr>
              <p14:xfrm>
                <a:off x="6851766" y="480543"/>
                <a:ext cx="87120" cy="150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C60986-AC4A-D1D6-B20B-C968BC7A134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43126" y="471543"/>
                  <a:ext cx="104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B5D858-42D5-E6D2-E38F-897A03A17CAE}"/>
                    </a:ext>
                  </a:extLst>
                </p14:cNvPr>
                <p14:cNvContentPartPr/>
                <p14:nvPr/>
              </p14:nvContentPartPr>
              <p14:xfrm>
                <a:off x="6707766" y="376863"/>
                <a:ext cx="253440" cy="15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B5D858-42D5-E6D2-E38F-897A03A17CA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99126" y="368223"/>
                  <a:ext cx="2710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12EBB92-9F05-6486-2671-34B29F5CE88F}"/>
              </a:ext>
            </a:extLst>
          </p:cNvPr>
          <p:cNvGrpSpPr/>
          <p:nvPr/>
        </p:nvGrpSpPr>
        <p:grpSpPr>
          <a:xfrm>
            <a:off x="7333446" y="293703"/>
            <a:ext cx="408600" cy="294840"/>
            <a:chOff x="7333446" y="293703"/>
            <a:chExt cx="40860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E75A33-2EB6-1754-8973-A6E87740A227}"/>
                    </a:ext>
                  </a:extLst>
                </p14:cNvPr>
                <p14:cNvContentPartPr/>
                <p14:nvPr/>
              </p14:nvContentPartPr>
              <p14:xfrm>
                <a:off x="7333446" y="425463"/>
                <a:ext cx="408600" cy="163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E75A33-2EB6-1754-8973-A6E87740A2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24806" y="416463"/>
                  <a:ext cx="426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CC3267-D8D8-ADF5-0DB1-D76D6DEF3C4B}"/>
                    </a:ext>
                  </a:extLst>
                </p14:cNvPr>
                <p14:cNvContentPartPr/>
                <p14:nvPr/>
              </p14:nvContentPartPr>
              <p14:xfrm>
                <a:off x="7531446" y="293703"/>
                <a:ext cx="59760" cy="26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CC3267-D8D8-ADF5-0DB1-D76D6DEF3C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22806" y="284703"/>
                  <a:ext cx="774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F4A72B-14C7-A416-4F71-D85F6267DEED}"/>
              </a:ext>
            </a:extLst>
          </p:cNvPr>
          <p:cNvGrpSpPr/>
          <p:nvPr/>
        </p:nvGrpSpPr>
        <p:grpSpPr>
          <a:xfrm>
            <a:off x="8184846" y="400623"/>
            <a:ext cx="1354680" cy="567360"/>
            <a:chOff x="8184846" y="400623"/>
            <a:chExt cx="135468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6EE3A8-CFB6-4113-DE43-88CF9A4598F4}"/>
                    </a:ext>
                  </a:extLst>
                </p14:cNvPr>
                <p14:cNvContentPartPr/>
                <p14:nvPr/>
              </p14:nvContentPartPr>
              <p14:xfrm>
                <a:off x="8184846" y="400623"/>
                <a:ext cx="129240" cy="18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6EE3A8-CFB6-4113-DE43-88CF9A4598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75846" y="391983"/>
                  <a:ext cx="146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F05561-C4A0-E71C-35BF-622456BDB0A0}"/>
                    </a:ext>
                  </a:extLst>
                </p14:cNvPr>
                <p14:cNvContentPartPr/>
                <p14:nvPr/>
              </p14:nvContentPartPr>
              <p14:xfrm>
                <a:off x="8327046" y="446343"/>
                <a:ext cx="223560" cy="133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F05561-C4A0-E71C-35BF-622456BDB0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18406" y="437703"/>
                  <a:ext cx="241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14C776-53DF-79D2-E123-99E621A5E223}"/>
                    </a:ext>
                  </a:extLst>
                </p14:cNvPr>
                <p14:cNvContentPartPr/>
                <p14:nvPr/>
              </p14:nvContentPartPr>
              <p14:xfrm>
                <a:off x="8347926" y="442743"/>
                <a:ext cx="406800" cy="525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14C776-53DF-79D2-E123-99E621A5E2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39286" y="433743"/>
                  <a:ext cx="42444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E067970-1C66-E7FE-5FC9-F364070B9666}"/>
                    </a:ext>
                  </a:extLst>
                </p14:cNvPr>
                <p14:cNvContentPartPr/>
                <p14:nvPr/>
              </p14:nvContentPartPr>
              <p14:xfrm>
                <a:off x="8950926" y="415743"/>
                <a:ext cx="588600" cy="183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E067970-1C66-E7FE-5FC9-F364070B966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41926" y="406743"/>
                  <a:ext cx="6062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DE13983-2482-DF90-B71C-77CC949D6ABC}"/>
              </a:ext>
            </a:extLst>
          </p:cNvPr>
          <p:cNvGrpSpPr/>
          <p:nvPr/>
        </p:nvGrpSpPr>
        <p:grpSpPr>
          <a:xfrm>
            <a:off x="9909606" y="250503"/>
            <a:ext cx="2189520" cy="445320"/>
            <a:chOff x="9909606" y="250503"/>
            <a:chExt cx="218952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A04D97-F215-6CFF-745F-C60FB682989A}"/>
                    </a:ext>
                  </a:extLst>
                </p14:cNvPr>
                <p14:cNvContentPartPr/>
                <p14:nvPr/>
              </p14:nvContentPartPr>
              <p14:xfrm>
                <a:off x="9909606" y="433383"/>
                <a:ext cx="434880" cy="21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A04D97-F215-6CFF-745F-C60FB68298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00606" y="424383"/>
                  <a:ext cx="4525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2931BD-621E-9D2D-3EB0-143E26D0DE1A}"/>
                    </a:ext>
                  </a:extLst>
                </p14:cNvPr>
                <p14:cNvContentPartPr/>
                <p14:nvPr/>
              </p14:nvContentPartPr>
              <p14:xfrm>
                <a:off x="10471566" y="391263"/>
                <a:ext cx="293760" cy="164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2931BD-621E-9D2D-3EB0-143E26D0DE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62926" y="382623"/>
                  <a:ext cx="311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423CD2-C3FC-F75C-1AC0-89412C5C6ACA}"/>
                    </a:ext>
                  </a:extLst>
                </p14:cNvPr>
                <p14:cNvContentPartPr/>
                <p14:nvPr/>
              </p14:nvContentPartPr>
              <p14:xfrm>
                <a:off x="10862886" y="580623"/>
                <a:ext cx="120600" cy="11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423CD2-C3FC-F75C-1AC0-89412C5C6A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53886" y="571623"/>
                  <a:ext cx="1382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B93335-DFA2-F84B-F38B-8716463AC59F}"/>
                    </a:ext>
                  </a:extLst>
                </p14:cNvPr>
                <p14:cNvContentPartPr/>
                <p14:nvPr/>
              </p14:nvContentPartPr>
              <p14:xfrm>
                <a:off x="11238726" y="414303"/>
                <a:ext cx="160560" cy="172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B93335-DFA2-F84B-F38B-8716463AC59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29726" y="405663"/>
                  <a:ext cx="178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73A002-7B65-CA4D-67B3-CA3555AC4116}"/>
                    </a:ext>
                  </a:extLst>
                </p14:cNvPr>
                <p14:cNvContentPartPr/>
                <p14:nvPr/>
              </p14:nvContentPartPr>
              <p14:xfrm>
                <a:off x="11491446" y="394863"/>
                <a:ext cx="14760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73A002-7B65-CA4D-67B3-CA3555AC41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482806" y="385863"/>
                  <a:ext cx="1652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8E4EB1-2466-9867-25BB-9270C7C20076}"/>
                    </a:ext>
                  </a:extLst>
                </p14:cNvPr>
                <p14:cNvContentPartPr/>
                <p14:nvPr/>
              </p14:nvContentPartPr>
              <p14:xfrm>
                <a:off x="11661006" y="250503"/>
                <a:ext cx="438120" cy="29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8E4EB1-2466-9867-25BB-9270C7C2007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52366" y="241503"/>
                  <a:ext cx="45576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2748694-4C5D-1867-DA08-07E735417CAB}"/>
              </a:ext>
            </a:extLst>
          </p:cNvPr>
          <p:cNvGrpSpPr/>
          <p:nvPr/>
        </p:nvGrpSpPr>
        <p:grpSpPr>
          <a:xfrm>
            <a:off x="394446" y="1012263"/>
            <a:ext cx="1895400" cy="621360"/>
            <a:chOff x="394446" y="1012263"/>
            <a:chExt cx="1895400" cy="62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2C6D7B-86A7-3A5D-B751-5113B7C2055F}"/>
                    </a:ext>
                  </a:extLst>
                </p14:cNvPr>
                <p14:cNvContentPartPr/>
                <p14:nvPr/>
              </p14:nvContentPartPr>
              <p14:xfrm>
                <a:off x="394446" y="1181463"/>
                <a:ext cx="241920" cy="136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2C6D7B-86A7-3A5D-B751-5113B7C205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5806" y="1172463"/>
                  <a:ext cx="259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1DBCFB-24E2-2505-CF3B-7740353043FD}"/>
                    </a:ext>
                  </a:extLst>
                </p14:cNvPr>
                <p14:cNvContentPartPr/>
                <p14:nvPr/>
              </p14:nvContentPartPr>
              <p14:xfrm>
                <a:off x="697926" y="1181823"/>
                <a:ext cx="138600" cy="147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1DBCFB-24E2-2505-CF3B-7740353043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9286" y="1173183"/>
                  <a:ext cx="156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921C9C-D14A-7894-B005-3B70C248B360}"/>
                    </a:ext>
                  </a:extLst>
                </p14:cNvPr>
                <p14:cNvContentPartPr/>
                <p14:nvPr/>
              </p14:nvContentPartPr>
              <p14:xfrm>
                <a:off x="904566" y="1017663"/>
                <a:ext cx="58320" cy="30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921C9C-D14A-7894-B005-3B70C248B3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95566" y="1008663"/>
                  <a:ext cx="75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8DA4149-8BAC-A6AB-A254-AFEB9324AE64}"/>
                    </a:ext>
                  </a:extLst>
                </p14:cNvPr>
                <p14:cNvContentPartPr/>
                <p14:nvPr/>
              </p14:nvContentPartPr>
              <p14:xfrm>
                <a:off x="1028766" y="1020543"/>
                <a:ext cx="67320" cy="332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8DA4149-8BAC-A6AB-A254-AFEB9324AE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9766" y="1011543"/>
                  <a:ext cx="849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4D7D9E-C28F-577F-2E49-203450869AEA}"/>
                    </a:ext>
                  </a:extLst>
                </p14:cNvPr>
                <p14:cNvContentPartPr/>
                <p14:nvPr/>
              </p14:nvContentPartPr>
              <p14:xfrm>
                <a:off x="1036326" y="1189383"/>
                <a:ext cx="180360" cy="13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4D7D9E-C28F-577F-2E49-203450869A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7326" y="1180743"/>
                  <a:ext cx="198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9D98F3-7CEB-0C14-939B-0EFA7A36E2CE}"/>
                    </a:ext>
                  </a:extLst>
                </p14:cNvPr>
                <p14:cNvContentPartPr/>
                <p14:nvPr/>
              </p14:nvContentPartPr>
              <p14:xfrm>
                <a:off x="1231806" y="1027743"/>
                <a:ext cx="25200" cy="27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9D98F3-7CEB-0C14-939B-0EFA7A36E2C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23166" y="1019103"/>
                  <a:ext cx="42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EB3599-F8E7-C4C4-7F8C-A48D60798768}"/>
                    </a:ext>
                  </a:extLst>
                </p14:cNvPr>
                <p14:cNvContentPartPr/>
                <p14:nvPr/>
              </p14:nvContentPartPr>
              <p14:xfrm>
                <a:off x="1199406" y="1187583"/>
                <a:ext cx="150480" cy="446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3EB3599-F8E7-C4C4-7F8C-A48D607987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0406" y="1178943"/>
                  <a:ext cx="16812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175F07-1CF1-BE7D-EB3C-800F214C171E}"/>
                    </a:ext>
                  </a:extLst>
                </p14:cNvPr>
                <p14:cNvContentPartPr/>
                <p14:nvPr/>
              </p14:nvContentPartPr>
              <p14:xfrm>
                <a:off x="1259166" y="1012263"/>
                <a:ext cx="458640" cy="338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175F07-1CF1-BE7D-EB3C-800F214C17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50166" y="1003263"/>
                  <a:ext cx="4762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DD598E-F3AF-B0CA-130A-BA396B4FD1A6}"/>
                    </a:ext>
                  </a:extLst>
                </p14:cNvPr>
                <p14:cNvContentPartPr/>
                <p14:nvPr/>
              </p14:nvContentPartPr>
              <p14:xfrm>
                <a:off x="1747326" y="1068063"/>
                <a:ext cx="31320" cy="1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DD598E-F3AF-B0CA-130A-BA396B4FD1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38686" y="1059063"/>
                  <a:ext cx="48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FF575E9-24A7-2E39-9F8B-2E42E4983032}"/>
                    </a:ext>
                  </a:extLst>
                </p14:cNvPr>
                <p14:cNvContentPartPr/>
                <p14:nvPr/>
              </p14:nvContentPartPr>
              <p14:xfrm>
                <a:off x="1817886" y="1181103"/>
                <a:ext cx="90360" cy="132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FF575E9-24A7-2E39-9F8B-2E42E498303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09246" y="1172463"/>
                  <a:ext cx="108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ED9100-FDDC-48CF-6544-D04336778EFB}"/>
                    </a:ext>
                  </a:extLst>
                </p14:cNvPr>
                <p14:cNvContentPartPr/>
                <p14:nvPr/>
              </p14:nvContentPartPr>
              <p14:xfrm>
                <a:off x="2020206" y="1044303"/>
                <a:ext cx="269640" cy="272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ED9100-FDDC-48CF-6544-D04336778E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11206" y="1035663"/>
                  <a:ext cx="28728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66D0DBA-A306-933C-E487-63CF5093E3A0}"/>
              </a:ext>
            </a:extLst>
          </p:cNvPr>
          <p:cNvGrpSpPr/>
          <p:nvPr/>
        </p:nvGrpSpPr>
        <p:grpSpPr>
          <a:xfrm>
            <a:off x="2705286" y="1071303"/>
            <a:ext cx="352800" cy="687240"/>
            <a:chOff x="2705286" y="1071303"/>
            <a:chExt cx="352800" cy="68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033BBBA-A992-933A-D5B7-570FBDBA9EFB}"/>
                    </a:ext>
                  </a:extLst>
                </p14:cNvPr>
                <p14:cNvContentPartPr/>
                <p14:nvPr/>
              </p14:nvContentPartPr>
              <p14:xfrm>
                <a:off x="2705286" y="1071303"/>
                <a:ext cx="128520" cy="298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033BBBA-A992-933A-D5B7-570FBDBA9EF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96646" y="1062663"/>
                  <a:ext cx="1461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4B120A-B877-CB4A-D405-20BEC4DD612F}"/>
                    </a:ext>
                  </a:extLst>
                </p14:cNvPr>
                <p14:cNvContentPartPr/>
                <p14:nvPr/>
              </p14:nvContentPartPr>
              <p14:xfrm>
                <a:off x="2709246" y="1221783"/>
                <a:ext cx="348840" cy="536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4B120A-B877-CB4A-D405-20BEC4DD61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00606" y="1213143"/>
                  <a:ext cx="366480" cy="55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B9ADEB8-9CA7-E1FB-F922-99B286FA113A}"/>
              </a:ext>
            </a:extLst>
          </p:cNvPr>
          <p:cNvGrpSpPr/>
          <p:nvPr/>
        </p:nvGrpSpPr>
        <p:grpSpPr>
          <a:xfrm>
            <a:off x="3562446" y="1150143"/>
            <a:ext cx="529200" cy="282600"/>
            <a:chOff x="3562446" y="1150143"/>
            <a:chExt cx="52920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016515B-32B3-6F69-1C5A-0878F1DCE7D0}"/>
                    </a:ext>
                  </a:extLst>
                </p14:cNvPr>
                <p14:cNvContentPartPr/>
                <p14:nvPr/>
              </p14:nvContentPartPr>
              <p14:xfrm>
                <a:off x="3562446" y="1150143"/>
                <a:ext cx="390600" cy="28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016515B-32B3-6F69-1C5A-0878F1DCE7D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53806" y="1141503"/>
                  <a:ext cx="4082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94D5AE8-A26F-D7C1-3225-6998D16B15EB}"/>
                    </a:ext>
                  </a:extLst>
                </p14:cNvPr>
                <p14:cNvContentPartPr/>
                <p14:nvPr/>
              </p14:nvContentPartPr>
              <p14:xfrm>
                <a:off x="3654606" y="1226103"/>
                <a:ext cx="10008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94D5AE8-A26F-D7C1-3225-6998D16B15E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45966" y="1217463"/>
                  <a:ext cx="117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B488A0-D5D2-1334-D6E4-186EE415B2C2}"/>
                    </a:ext>
                  </a:extLst>
                </p14:cNvPr>
                <p14:cNvContentPartPr/>
                <p14:nvPr/>
              </p14:nvContentPartPr>
              <p14:xfrm>
                <a:off x="3986526" y="1275783"/>
                <a:ext cx="105120" cy="119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B488A0-D5D2-1334-D6E4-186EE415B2C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77886" y="1266783"/>
                  <a:ext cx="1227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8CBA341-D5EB-82F6-66AB-1216AC4DE5AD}"/>
              </a:ext>
            </a:extLst>
          </p:cNvPr>
          <p:cNvGrpSpPr/>
          <p:nvPr/>
        </p:nvGrpSpPr>
        <p:grpSpPr>
          <a:xfrm>
            <a:off x="4572606" y="1032423"/>
            <a:ext cx="2234160" cy="846000"/>
            <a:chOff x="4572606" y="1032423"/>
            <a:chExt cx="2234160" cy="84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DB87D4-D815-C1D4-1800-DF3532E56ED3}"/>
                    </a:ext>
                  </a:extLst>
                </p14:cNvPr>
                <p14:cNvContentPartPr/>
                <p14:nvPr/>
              </p14:nvContentPartPr>
              <p14:xfrm>
                <a:off x="4572606" y="1166343"/>
                <a:ext cx="110160" cy="205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DB87D4-D815-C1D4-1800-DF3532E56ED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63606" y="1157703"/>
                  <a:ext cx="127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B53744-3ACA-543F-A0CF-2FEE8AA9974D}"/>
                    </a:ext>
                  </a:extLst>
                </p14:cNvPr>
                <p14:cNvContentPartPr/>
                <p14:nvPr/>
              </p14:nvContentPartPr>
              <p14:xfrm>
                <a:off x="4751166" y="1215303"/>
                <a:ext cx="122400" cy="118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B53744-3ACA-543F-A0CF-2FEE8AA9974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42166" y="1206663"/>
                  <a:ext cx="1400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81E37A-5D1F-A5C8-2CF3-8CDF1A22BCFD}"/>
                    </a:ext>
                  </a:extLst>
                </p14:cNvPr>
                <p14:cNvContentPartPr/>
                <p14:nvPr/>
              </p14:nvContentPartPr>
              <p14:xfrm>
                <a:off x="4932966" y="1194423"/>
                <a:ext cx="109080" cy="148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81E37A-5D1F-A5C8-2CF3-8CDF1A22BCF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24326" y="1185783"/>
                  <a:ext cx="126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E919E5-EF9E-74E8-D47D-8FFABCF7E62C}"/>
                    </a:ext>
                  </a:extLst>
                </p14:cNvPr>
                <p14:cNvContentPartPr/>
                <p14:nvPr/>
              </p14:nvContentPartPr>
              <p14:xfrm>
                <a:off x="5075526" y="1160943"/>
                <a:ext cx="81720" cy="19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E919E5-EF9E-74E8-D47D-8FFABCF7E6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66886" y="1151943"/>
                  <a:ext cx="993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412062-E54D-544A-10CB-B8C61CFCE222}"/>
                    </a:ext>
                  </a:extLst>
                </p14:cNvPr>
                <p14:cNvContentPartPr/>
                <p14:nvPr/>
              </p14:nvContentPartPr>
              <p14:xfrm>
                <a:off x="5193246" y="1208463"/>
                <a:ext cx="104760" cy="132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412062-E54D-544A-10CB-B8C61CFCE22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4246" y="1199823"/>
                  <a:ext cx="122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E08EBA-38A1-C9E7-CA6F-3820AFF3CF26}"/>
                    </a:ext>
                  </a:extLst>
                </p14:cNvPr>
                <p14:cNvContentPartPr/>
                <p14:nvPr/>
              </p14:nvContentPartPr>
              <p14:xfrm>
                <a:off x="5345526" y="1180383"/>
                <a:ext cx="86760" cy="148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E08EBA-38A1-C9E7-CA6F-3820AFF3CF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36526" y="1171743"/>
                  <a:ext cx="104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F87746-6D4B-9EE0-8F16-5E6F11734A35}"/>
                    </a:ext>
                  </a:extLst>
                </p14:cNvPr>
                <p14:cNvContentPartPr/>
                <p14:nvPr/>
              </p14:nvContentPartPr>
              <p14:xfrm>
                <a:off x="5339766" y="1069863"/>
                <a:ext cx="319680" cy="808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F87746-6D4B-9EE0-8F16-5E6F11734A3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30766" y="1061223"/>
                  <a:ext cx="33732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2FFA8D-C2CB-9733-21CA-29757E301AA0}"/>
                    </a:ext>
                  </a:extLst>
                </p14:cNvPr>
                <p14:cNvContentPartPr/>
                <p14:nvPr/>
              </p14:nvContentPartPr>
              <p14:xfrm>
                <a:off x="5446326" y="1139703"/>
                <a:ext cx="225720" cy="186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2FFA8D-C2CB-9733-21CA-29757E301AA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37686" y="1131063"/>
                  <a:ext cx="243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F9165F0-1E87-AB49-D1C7-88A498DD4C0B}"/>
                    </a:ext>
                  </a:extLst>
                </p14:cNvPr>
                <p14:cNvContentPartPr/>
                <p14:nvPr/>
              </p14:nvContentPartPr>
              <p14:xfrm>
                <a:off x="5711286" y="1182543"/>
                <a:ext cx="342360" cy="159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F9165F0-1E87-AB49-D1C7-88A498DD4C0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02286" y="1173543"/>
                  <a:ext cx="360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05A241F-543A-4DA1-D2C6-EC048B7E983A}"/>
                    </a:ext>
                  </a:extLst>
                </p14:cNvPr>
                <p14:cNvContentPartPr/>
                <p14:nvPr/>
              </p14:nvContentPartPr>
              <p14:xfrm>
                <a:off x="6117366" y="1038903"/>
                <a:ext cx="322560" cy="283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05A241F-543A-4DA1-D2C6-EC048B7E983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8366" y="1029903"/>
                  <a:ext cx="3402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22412E2-2E8C-1962-9068-80CE9EB7AC3B}"/>
                    </a:ext>
                  </a:extLst>
                </p14:cNvPr>
                <p14:cNvContentPartPr/>
                <p14:nvPr/>
              </p14:nvContentPartPr>
              <p14:xfrm>
                <a:off x="6399966" y="1032423"/>
                <a:ext cx="32040" cy="31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22412E2-2E8C-1962-9068-80CE9EB7AC3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90966" y="1023423"/>
                  <a:ext cx="49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4AFEB88-E3D5-4113-7F82-A9141D77F068}"/>
                    </a:ext>
                  </a:extLst>
                </p14:cNvPr>
                <p14:cNvContentPartPr/>
                <p14:nvPr/>
              </p14:nvContentPartPr>
              <p14:xfrm>
                <a:off x="6407166" y="1172823"/>
                <a:ext cx="222480" cy="133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4AFEB88-E3D5-4113-7F82-A9141D77F06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98166" y="1164183"/>
                  <a:ext cx="240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AD468EB-1EAF-3E3A-CDC3-8084CE407426}"/>
                    </a:ext>
                  </a:extLst>
                </p14:cNvPr>
                <p14:cNvContentPartPr/>
                <p14:nvPr/>
              </p14:nvContentPartPr>
              <p14:xfrm>
                <a:off x="6438126" y="1149423"/>
                <a:ext cx="368640" cy="605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AD468EB-1EAF-3E3A-CDC3-8084CE4074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29486" y="1140423"/>
                  <a:ext cx="386280" cy="62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F8AF2B0-BDBA-19E7-E080-FDF82D31A689}"/>
              </a:ext>
            </a:extLst>
          </p:cNvPr>
          <p:cNvGrpSpPr/>
          <p:nvPr/>
        </p:nvGrpSpPr>
        <p:grpSpPr>
          <a:xfrm>
            <a:off x="7361166" y="1016943"/>
            <a:ext cx="1454760" cy="295560"/>
            <a:chOff x="7361166" y="1016943"/>
            <a:chExt cx="14547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4250170-D88A-C5DD-97A2-C82F1DE1A889}"/>
                    </a:ext>
                  </a:extLst>
                </p14:cNvPr>
                <p14:cNvContentPartPr/>
                <p14:nvPr/>
              </p14:nvContentPartPr>
              <p14:xfrm>
                <a:off x="7361166" y="1023063"/>
                <a:ext cx="756360" cy="277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4250170-D88A-C5DD-97A2-C82F1DE1A8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52166" y="1014063"/>
                  <a:ext cx="774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A8BC80C-45AA-22F9-DC4B-8980665618CE}"/>
                    </a:ext>
                  </a:extLst>
                </p14:cNvPr>
                <p14:cNvContentPartPr/>
                <p14:nvPr/>
              </p14:nvContentPartPr>
              <p14:xfrm>
                <a:off x="8241006" y="1116303"/>
                <a:ext cx="79560" cy="144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A8BC80C-45AA-22F9-DC4B-8980665618C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32366" y="1107663"/>
                  <a:ext cx="97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0D68B16-A598-8E82-629B-834B00D90B6B}"/>
                    </a:ext>
                  </a:extLst>
                </p14:cNvPr>
                <p14:cNvContentPartPr/>
                <p14:nvPr/>
              </p14:nvContentPartPr>
              <p14:xfrm>
                <a:off x="8394726" y="1134303"/>
                <a:ext cx="187560" cy="138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0D68B16-A598-8E82-629B-834B00D90B6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86086" y="1125663"/>
                  <a:ext cx="205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64055A4-FCDF-DB3F-4B0E-15429A4A1540}"/>
                    </a:ext>
                  </a:extLst>
                </p14:cNvPr>
                <p14:cNvContentPartPr/>
                <p14:nvPr/>
              </p14:nvContentPartPr>
              <p14:xfrm>
                <a:off x="8742126" y="1016943"/>
                <a:ext cx="73800" cy="295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64055A4-FCDF-DB3F-4B0E-15429A4A154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33486" y="1007943"/>
                  <a:ext cx="91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BFEB1D3-01C2-639E-A3EB-B7C0320418A9}"/>
                    </a:ext>
                  </a:extLst>
                </p14:cNvPr>
                <p14:cNvContentPartPr/>
                <p14:nvPr/>
              </p14:nvContentPartPr>
              <p14:xfrm>
                <a:off x="8669766" y="1080303"/>
                <a:ext cx="138240" cy="27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BFEB1D3-01C2-639E-A3EB-B7C0320418A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60766" y="1071663"/>
                  <a:ext cx="155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D484E16-8E75-34EA-F3E3-CB8DA60DD5A9}"/>
              </a:ext>
            </a:extLst>
          </p:cNvPr>
          <p:cNvGrpSpPr/>
          <p:nvPr/>
        </p:nvGrpSpPr>
        <p:grpSpPr>
          <a:xfrm>
            <a:off x="9433326" y="1144383"/>
            <a:ext cx="365400" cy="150480"/>
            <a:chOff x="9433326" y="1144383"/>
            <a:chExt cx="3654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814829-058D-CEF0-7E59-B0D86161027D}"/>
                    </a:ext>
                  </a:extLst>
                </p14:cNvPr>
                <p14:cNvContentPartPr/>
                <p14:nvPr/>
              </p14:nvContentPartPr>
              <p14:xfrm>
                <a:off x="9433326" y="1157343"/>
                <a:ext cx="18360" cy="136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814829-058D-CEF0-7E59-B0D86161027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24326" y="1148703"/>
                  <a:ext cx="36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3DD620F-661D-662A-4260-423DF539DAE0}"/>
                    </a:ext>
                  </a:extLst>
                </p14:cNvPr>
                <p14:cNvContentPartPr/>
                <p14:nvPr/>
              </p14:nvContentPartPr>
              <p14:xfrm>
                <a:off x="9569046" y="1144383"/>
                <a:ext cx="229680" cy="150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3DD620F-661D-662A-4260-423DF539DA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60046" y="1135743"/>
                  <a:ext cx="24732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3767B29-83F7-8D7C-90EE-3441EB02F8F1}"/>
                  </a:ext>
                </a:extLst>
              </p14:cNvPr>
              <p14:cNvContentPartPr/>
              <p14:nvPr/>
            </p14:nvContentPartPr>
            <p14:xfrm>
              <a:off x="9578406" y="933423"/>
              <a:ext cx="23400" cy="10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3767B29-83F7-8D7C-90EE-3441EB02F8F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569406" y="924783"/>
                <a:ext cx="4104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1473C2A4-A356-4B2A-371F-9D3820EEECF7}"/>
              </a:ext>
            </a:extLst>
          </p:cNvPr>
          <p:cNvGrpSpPr/>
          <p:nvPr/>
        </p:nvGrpSpPr>
        <p:grpSpPr>
          <a:xfrm>
            <a:off x="10322166" y="910383"/>
            <a:ext cx="1677960" cy="644760"/>
            <a:chOff x="10322166" y="910383"/>
            <a:chExt cx="1677960" cy="64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0FBD86-8826-FE32-F7F4-8DDBE13CF2DD}"/>
                    </a:ext>
                  </a:extLst>
                </p14:cNvPr>
                <p14:cNvContentPartPr/>
                <p14:nvPr/>
              </p14:nvContentPartPr>
              <p14:xfrm>
                <a:off x="10322166" y="1064103"/>
                <a:ext cx="182160" cy="147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0FBD86-8826-FE32-F7F4-8DDBE13CF2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313166" y="1055103"/>
                  <a:ext cx="199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9C025B3-6D52-F066-0F89-07F5D068266A}"/>
                    </a:ext>
                  </a:extLst>
                </p14:cNvPr>
                <p14:cNvContentPartPr/>
                <p14:nvPr/>
              </p14:nvContentPartPr>
              <p14:xfrm>
                <a:off x="10573446" y="1070943"/>
                <a:ext cx="185760" cy="114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9C025B3-6D52-F066-0F89-07F5D06826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64806" y="1062303"/>
                  <a:ext cx="203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14A817-B808-1ADB-3309-B0FA01D50F90}"/>
                    </a:ext>
                  </a:extLst>
                </p14:cNvPr>
                <p14:cNvContentPartPr/>
                <p14:nvPr/>
              </p14:nvContentPartPr>
              <p14:xfrm>
                <a:off x="10684686" y="1047183"/>
                <a:ext cx="285840" cy="50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14A817-B808-1ADB-3309-B0FA01D50F9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676046" y="1038543"/>
                  <a:ext cx="3034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93D8EEF-78FF-C863-C259-F9F4A43DA51D}"/>
                    </a:ext>
                  </a:extLst>
                </p14:cNvPr>
                <p14:cNvContentPartPr/>
                <p14:nvPr/>
              </p14:nvContentPartPr>
              <p14:xfrm>
                <a:off x="11186526" y="1036023"/>
                <a:ext cx="102960" cy="159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93D8EEF-78FF-C863-C259-F9F4A43DA51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77886" y="1027023"/>
                  <a:ext cx="120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EE9D7ED-8ADA-BE25-AE62-718354205DB9}"/>
                    </a:ext>
                  </a:extLst>
                </p14:cNvPr>
                <p14:cNvContentPartPr/>
                <p14:nvPr/>
              </p14:nvContentPartPr>
              <p14:xfrm>
                <a:off x="11396766" y="910383"/>
                <a:ext cx="70560" cy="318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EE9D7ED-8ADA-BE25-AE62-718354205DB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87766" y="901743"/>
                  <a:ext cx="882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ABDB49D-E592-7AFB-D9BF-CECAB74FE9B5}"/>
                    </a:ext>
                  </a:extLst>
                </p14:cNvPr>
                <p14:cNvContentPartPr/>
                <p14:nvPr/>
              </p14:nvContentPartPr>
              <p14:xfrm>
                <a:off x="11373366" y="937743"/>
                <a:ext cx="626760" cy="275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ABDB49D-E592-7AFB-D9BF-CECAB74FE9B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364726" y="928743"/>
                  <a:ext cx="64440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B89E37-8655-4F34-D561-31EFB12904EC}"/>
              </a:ext>
            </a:extLst>
          </p:cNvPr>
          <p:cNvGrpSpPr/>
          <p:nvPr/>
        </p:nvGrpSpPr>
        <p:grpSpPr>
          <a:xfrm>
            <a:off x="468606" y="1916223"/>
            <a:ext cx="837360" cy="196920"/>
            <a:chOff x="468606" y="1916223"/>
            <a:chExt cx="83736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D3A1EFD-739C-2C67-6EF5-2BF561A0D135}"/>
                    </a:ext>
                  </a:extLst>
                </p14:cNvPr>
                <p14:cNvContentPartPr/>
                <p14:nvPr/>
              </p14:nvContentPartPr>
              <p14:xfrm>
                <a:off x="468606" y="1916223"/>
                <a:ext cx="400680" cy="196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D3A1EFD-739C-2C67-6EF5-2BF561A0D1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966" y="1907583"/>
                  <a:ext cx="418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993665-5815-4209-5F15-A57D774B8C64}"/>
                    </a:ext>
                  </a:extLst>
                </p14:cNvPr>
                <p14:cNvContentPartPr/>
                <p14:nvPr/>
              </p14:nvContentPartPr>
              <p14:xfrm>
                <a:off x="1000326" y="1932423"/>
                <a:ext cx="305640" cy="15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993665-5815-4209-5F15-A57D774B8C6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1326" y="1923423"/>
                  <a:ext cx="32328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A555566-1CC0-C146-8468-CCADCA392714}"/>
              </a:ext>
            </a:extLst>
          </p:cNvPr>
          <p:cNvGrpSpPr/>
          <p:nvPr/>
        </p:nvGrpSpPr>
        <p:grpSpPr>
          <a:xfrm>
            <a:off x="1868286" y="1969143"/>
            <a:ext cx="198000" cy="340200"/>
            <a:chOff x="1868286" y="1969143"/>
            <a:chExt cx="19800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16D639E-495E-73C1-8671-E2E6EE149F42}"/>
                    </a:ext>
                  </a:extLst>
                </p14:cNvPr>
                <p14:cNvContentPartPr/>
                <p14:nvPr/>
              </p14:nvContentPartPr>
              <p14:xfrm>
                <a:off x="1868286" y="2114943"/>
                <a:ext cx="36000" cy="160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16D639E-495E-73C1-8671-E2E6EE149F4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59646" y="2105943"/>
                  <a:ext cx="53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4E65D7-6044-27D8-7661-4963DF0BA3C6}"/>
                    </a:ext>
                  </a:extLst>
                </p14:cNvPr>
                <p14:cNvContentPartPr/>
                <p14:nvPr/>
              </p14:nvContentPartPr>
              <p14:xfrm>
                <a:off x="1966926" y="2142663"/>
                <a:ext cx="99360" cy="166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4E65D7-6044-27D8-7661-4963DF0BA3C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958286" y="2133663"/>
                  <a:ext cx="117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02706B2-FE48-9F28-EDE5-BD02E25765E1}"/>
                    </a:ext>
                  </a:extLst>
                </p14:cNvPr>
                <p14:cNvContentPartPr/>
                <p14:nvPr/>
              </p14:nvContentPartPr>
              <p14:xfrm>
                <a:off x="1963686" y="1969143"/>
                <a:ext cx="12600" cy="51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02706B2-FE48-9F28-EDE5-BD02E25765E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54686" y="1960503"/>
                  <a:ext cx="3024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67D055F-E774-E6CE-6373-66FC677C8095}"/>
                  </a:ext>
                </a:extLst>
              </p14:cNvPr>
              <p14:cNvContentPartPr/>
              <p14:nvPr/>
            </p14:nvContentPartPr>
            <p14:xfrm>
              <a:off x="2599446" y="2135103"/>
              <a:ext cx="766440" cy="399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67D055F-E774-E6CE-6373-66FC677C809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590446" y="2126463"/>
                <a:ext cx="7840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8F1ABFC-A1A1-8EBD-EB43-A24EC3AA4D9E}"/>
                  </a:ext>
                </a:extLst>
              </p14:cNvPr>
              <p14:cNvContentPartPr/>
              <p14:nvPr/>
            </p14:nvContentPartPr>
            <p14:xfrm>
              <a:off x="3796806" y="2321223"/>
              <a:ext cx="45000" cy="32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8F1ABFC-A1A1-8EBD-EB43-A24EC3AA4D9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787806" y="2312223"/>
                <a:ext cx="6264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D549584-36DA-30D9-DD04-D5AEDC3A57BA}"/>
              </a:ext>
            </a:extLst>
          </p:cNvPr>
          <p:cNvGrpSpPr/>
          <p:nvPr/>
        </p:nvGrpSpPr>
        <p:grpSpPr>
          <a:xfrm>
            <a:off x="997086" y="2906223"/>
            <a:ext cx="421200" cy="277560"/>
            <a:chOff x="997086" y="2906223"/>
            <a:chExt cx="4212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64025E3-D116-27EF-FE38-E236B285EBDC}"/>
                    </a:ext>
                  </a:extLst>
                </p14:cNvPr>
                <p14:cNvContentPartPr/>
                <p14:nvPr/>
              </p14:nvContentPartPr>
              <p14:xfrm>
                <a:off x="1162326" y="2906223"/>
                <a:ext cx="255960" cy="44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64025E3-D116-27EF-FE38-E236B285EBD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53326" y="2897583"/>
                  <a:ext cx="273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8D06773-6393-6D7C-013A-98AFF3778AF9}"/>
                    </a:ext>
                  </a:extLst>
                </p14:cNvPr>
                <p14:cNvContentPartPr/>
                <p14:nvPr/>
              </p14:nvContentPartPr>
              <p14:xfrm>
                <a:off x="997086" y="2924223"/>
                <a:ext cx="410760" cy="259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8D06773-6393-6D7C-013A-98AFF3778AF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8086" y="2915223"/>
                  <a:ext cx="42840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796A4C7-6AC6-5362-3D39-35A6482A9596}"/>
              </a:ext>
            </a:extLst>
          </p:cNvPr>
          <p:cNvGrpSpPr/>
          <p:nvPr/>
        </p:nvGrpSpPr>
        <p:grpSpPr>
          <a:xfrm>
            <a:off x="829326" y="3322383"/>
            <a:ext cx="534960" cy="384840"/>
            <a:chOff x="829326" y="3322383"/>
            <a:chExt cx="53496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EA51DAA-94E0-7ADD-F55C-3F6013665772}"/>
                    </a:ext>
                  </a:extLst>
                </p14:cNvPr>
                <p14:cNvContentPartPr/>
                <p14:nvPr/>
              </p14:nvContentPartPr>
              <p14:xfrm>
                <a:off x="829326" y="3477543"/>
                <a:ext cx="150840" cy="229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EA51DAA-94E0-7ADD-F55C-3F601366577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0686" y="3468903"/>
                  <a:ext cx="168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5BD567-BAF9-A2EA-42F2-6D5B926C93A9}"/>
                    </a:ext>
                  </a:extLst>
                </p14:cNvPr>
                <p14:cNvContentPartPr/>
                <p14:nvPr/>
              </p14:nvContentPartPr>
              <p14:xfrm>
                <a:off x="1021206" y="3322383"/>
                <a:ext cx="50400" cy="40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5BD567-BAF9-A2EA-42F2-6D5B926C93A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2206" y="3313743"/>
                  <a:ext cx="68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43EB86-3BA5-BD3E-E0F4-81FD7CEFB1B5}"/>
                    </a:ext>
                  </a:extLst>
                </p14:cNvPr>
                <p14:cNvContentPartPr/>
                <p14:nvPr/>
              </p14:nvContentPartPr>
              <p14:xfrm>
                <a:off x="1044966" y="3532623"/>
                <a:ext cx="71640" cy="41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43EB86-3BA5-BD3E-E0F4-81FD7CEFB1B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35966" y="3523623"/>
                  <a:ext cx="89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1514E9-E6CA-2B4B-619E-57CD9AFCC951}"/>
                    </a:ext>
                  </a:extLst>
                </p14:cNvPr>
                <p14:cNvContentPartPr/>
                <p14:nvPr/>
              </p14:nvContentPartPr>
              <p14:xfrm>
                <a:off x="1080606" y="3563583"/>
                <a:ext cx="86400" cy="1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1514E9-E6CA-2B4B-619E-57CD9AFCC9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1606" y="3554943"/>
                  <a:ext cx="104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8474876-505E-D394-FEBF-5AB55A8CD8F2}"/>
                    </a:ext>
                  </a:extLst>
                </p14:cNvPr>
                <p14:cNvContentPartPr/>
                <p14:nvPr/>
              </p14:nvContentPartPr>
              <p14:xfrm>
                <a:off x="1326126" y="3363423"/>
                <a:ext cx="38160" cy="321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8474876-505E-D394-FEBF-5AB55A8CD8F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17486" y="3354783"/>
                  <a:ext cx="558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8420B2F-C6F0-105F-4576-017F6ADDC158}"/>
                    </a:ext>
                  </a:extLst>
                </p14:cNvPr>
                <p14:cNvContentPartPr/>
                <p14:nvPr/>
              </p14:nvContentPartPr>
              <p14:xfrm>
                <a:off x="1121286" y="3456303"/>
                <a:ext cx="129600" cy="40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8420B2F-C6F0-105F-4576-017F6ADDC1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2646" y="3447303"/>
                  <a:ext cx="14724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B852124-7476-657B-E51A-809338CEA68B}"/>
                  </a:ext>
                </a:extLst>
              </p14:cNvPr>
              <p14:cNvContentPartPr/>
              <p14:nvPr/>
            </p14:nvContentPartPr>
            <p14:xfrm>
              <a:off x="1386246" y="2465223"/>
              <a:ext cx="177120" cy="1850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B852124-7476-657B-E51A-809338CEA68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377246" y="2456583"/>
                <a:ext cx="194760" cy="20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F5394EC-30E9-FB69-B41D-5BED78613185}"/>
              </a:ext>
            </a:extLst>
          </p:cNvPr>
          <p:cNvGrpSpPr/>
          <p:nvPr/>
        </p:nvGrpSpPr>
        <p:grpSpPr>
          <a:xfrm>
            <a:off x="3198486" y="3280263"/>
            <a:ext cx="175680" cy="110880"/>
            <a:chOff x="3198486" y="3280263"/>
            <a:chExt cx="17568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F9AECB2-3E1E-13A4-FF26-E155BB796683}"/>
                    </a:ext>
                  </a:extLst>
                </p14:cNvPr>
                <p14:cNvContentPartPr/>
                <p14:nvPr/>
              </p14:nvContentPartPr>
              <p14:xfrm>
                <a:off x="3256446" y="3280263"/>
                <a:ext cx="102960" cy="26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F9AECB2-3E1E-13A4-FF26-E155BB79668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47806" y="3271623"/>
                  <a:ext cx="120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7795B9-8716-9FBD-47E7-84FA386775A3}"/>
                    </a:ext>
                  </a:extLst>
                </p14:cNvPr>
                <p14:cNvContentPartPr/>
                <p14:nvPr/>
              </p14:nvContentPartPr>
              <p14:xfrm>
                <a:off x="3198486" y="3368463"/>
                <a:ext cx="175680" cy="22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7795B9-8716-9FBD-47E7-84FA386775A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89846" y="3359463"/>
                  <a:ext cx="19332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ACD5598-D657-6595-98A2-B74668D2A37A}"/>
                  </a:ext>
                </a:extLst>
              </p14:cNvPr>
              <p14:cNvContentPartPr/>
              <p14:nvPr/>
            </p14:nvContentPartPr>
            <p14:xfrm>
              <a:off x="3846486" y="3023943"/>
              <a:ext cx="270360" cy="2930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ACD5598-D657-6595-98A2-B74668D2A37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837486" y="3015303"/>
                <a:ext cx="288000" cy="31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3A36B27-7784-5B09-640A-279B9356F47C}"/>
              </a:ext>
            </a:extLst>
          </p:cNvPr>
          <p:cNvGrpSpPr/>
          <p:nvPr/>
        </p:nvGrpSpPr>
        <p:grpSpPr>
          <a:xfrm>
            <a:off x="1748046" y="3026823"/>
            <a:ext cx="1241280" cy="547560"/>
            <a:chOff x="1748046" y="3026823"/>
            <a:chExt cx="1241280" cy="54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AB8D763-0740-99FD-75BF-AE7BD549F9CB}"/>
                    </a:ext>
                  </a:extLst>
                </p14:cNvPr>
                <p14:cNvContentPartPr/>
                <p14:nvPr/>
              </p14:nvContentPartPr>
              <p14:xfrm>
                <a:off x="1748046" y="3026823"/>
                <a:ext cx="159120" cy="187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AB8D763-0740-99FD-75BF-AE7BD549F9C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39046" y="3018183"/>
                  <a:ext cx="176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F15C70D-EC8B-08A9-4A0D-EA11446801F4}"/>
                    </a:ext>
                  </a:extLst>
                </p14:cNvPr>
                <p14:cNvContentPartPr/>
                <p14:nvPr/>
              </p14:nvContentPartPr>
              <p14:xfrm>
                <a:off x="1961526" y="3185583"/>
                <a:ext cx="144000" cy="174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F15C70D-EC8B-08A9-4A0D-EA11446801F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52886" y="3176943"/>
                  <a:ext cx="161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13DFCD4-E3F5-3C06-8FD9-AFA87019CBA4}"/>
                    </a:ext>
                  </a:extLst>
                </p14:cNvPr>
                <p14:cNvContentPartPr/>
                <p14:nvPr/>
              </p14:nvContentPartPr>
              <p14:xfrm>
                <a:off x="2011206" y="3237783"/>
                <a:ext cx="164160" cy="28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13DFCD4-E3F5-3C06-8FD9-AFA87019CB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02566" y="3229143"/>
                  <a:ext cx="1818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112BFF8-EB2C-C7DC-CF10-D36C0B7B641F}"/>
                    </a:ext>
                  </a:extLst>
                </p14:cNvPr>
                <p14:cNvContentPartPr/>
                <p14:nvPr/>
              </p14:nvContentPartPr>
              <p14:xfrm>
                <a:off x="2243046" y="3052743"/>
                <a:ext cx="30600" cy="72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112BFF8-EB2C-C7DC-CF10-D36C0B7B641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234046" y="3043743"/>
                  <a:ext cx="48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443CA79-5179-64BB-4980-200045A03550}"/>
                    </a:ext>
                  </a:extLst>
                </p14:cNvPr>
                <p14:cNvContentPartPr/>
                <p14:nvPr/>
              </p14:nvContentPartPr>
              <p14:xfrm>
                <a:off x="2441046" y="3072183"/>
                <a:ext cx="174960" cy="221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443CA79-5179-64BB-4980-200045A0355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32046" y="3063543"/>
                  <a:ext cx="192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DC28758-A992-B58F-ACF6-8124B4E6305C}"/>
                    </a:ext>
                  </a:extLst>
                </p14:cNvPr>
                <p14:cNvContentPartPr/>
                <p14:nvPr/>
              </p14:nvContentPartPr>
              <p14:xfrm>
                <a:off x="2636166" y="3205023"/>
                <a:ext cx="116640" cy="159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DC28758-A992-B58F-ACF6-8124B4E6305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27166" y="3196023"/>
                  <a:ext cx="134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5D74CC4-8460-BED6-88DD-3EBF337DF4F1}"/>
                    </a:ext>
                  </a:extLst>
                </p14:cNvPr>
                <p14:cNvContentPartPr/>
                <p14:nvPr/>
              </p14:nvContentPartPr>
              <p14:xfrm>
                <a:off x="2841006" y="3284223"/>
                <a:ext cx="81000" cy="240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5D74CC4-8460-BED6-88DD-3EBF337DF4F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32006" y="3275223"/>
                  <a:ext cx="986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138D29-F87A-EF0F-5B87-937F8720FB72}"/>
                    </a:ext>
                  </a:extLst>
                </p14:cNvPr>
                <p14:cNvContentPartPr/>
                <p14:nvPr/>
              </p14:nvContentPartPr>
              <p14:xfrm>
                <a:off x="2965566" y="3088743"/>
                <a:ext cx="23760" cy="41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138D29-F87A-EF0F-5B87-937F8720FB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56566" y="3079743"/>
                  <a:ext cx="41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7F39AEE-4DC6-AA87-60D3-60F125F9F142}"/>
                    </a:ext>
                  </a:extLst>
                </p14:cNvPr>
                <p14:cNvContentPartPr/>
                <p14:nvPr/>
              </p14:nvContentPartPr>
              <p14:xfrm>
                <a:off x="2029926" y="3401223"/>
                <a:ext cx="9360" cy="6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7F39AEE-4DC6-AA87-60D3-60F125F9F14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20926" y="3392223"/>
                  <a:ext cx="27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77FD6F-A34F-C239-5E7B-5AA52B37C8DB}"/>
                    </a:ext>
                  </a:extLst>
                </p14:cNvPr>
                <p14:cNvContentPartPr/>
                <p14:nvPr/>
              </p14:nvContentPartPr>
              <p14:xfrm>
                <a:off x="2735526" y="3381063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77FD6F-A34F-C239-5E7B-5AA52B37C8D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26526" y="3372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9C6DE0A-C9BE-9E9B-FC74-A0E82D1B33B9}"/>
                    </a:ext>
                  </a:extLst>
                </p14:cNvPr>
                <p14:cNvContentPartPr/>
                <p14:nvPr/>
              </p14:nvContentPartPr>
              <p14:xfrm>
                <a:off x="2186886" y="3428583"/>
                <a:ext cx="4680" cy="2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9C6DE0A-C9BE-9E9B-FC74-A0E82D1B33B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77886" y="3419943"/>
                  <a:ext cx="223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BADFEC8-F661-3D99-78F7-4BCBE7C393B3}"/>
                    </a:ext>
                  </a:extLst>
                </p14:cNvPr>
                <p14:cNvContentPartPr/>
                <p14:nvPr/>
              </p14:nvContentPartPr>
              <p14:xfrm>
                <a:off x="2710686" y="3521463"/>
                <a:ext cx="140400" cy="52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BADFEC8-F661-3D99-78F7-4BCBE7C393B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02046" y="3512823"/>
                  <a:ext cx="158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8A2E07-FFB6-7428-15CE-F9BCA7AD7435}"/>
                    </a:ext>
                  </a:extLst>
                </p14:cNvPr>
                <p14:cNvContentPartPr/>
                <p14:nvPr/>
              </p14:nvContentPartPr>
              <p14:xfrm>
                <a:off x="2033526" y="3524703"/>
                <a:ext cx="3240" cy="3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58A2E07-FFB6-7428-15CE-F9BCA7AD743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24886" y="3515703"/>
                  <a:ext cx="20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33C0CA9-7735-F700-6C46-F79CED82389E}"/>
                    </a:ext>
                  </a:extLst>
                </p14:cNvPr>
                <p14:cNvContentPartPr/>
                <p14:nvPr/>
              </p14:nvContentPartPr>
              <p14:xfrm>
                <a:off x="2868006" y="3456303"/>
                <a:ext cx="10800" cy="2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33C0CA9-7735-F700-6C46-F79CED82389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59006" y="3447303"/>
                  <a:ext cx="28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C58675-6B20-08B4-2FF6-A3AFC77AA3F5}"/>
                    </a:ext>
                  </a:extLst>
                </p14:cNvPr>
                <p14:cNvContentPartPr/>
                <p14:nvPr/>
              </p14:nvContentPartPr>
              <p14:xfrm>
                <a:off x="1799886" y="3396543"/>
                <a:ext cx="91800" cy="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C58675-6B20-08B4-2FF6-A3AFC77AA3F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790886" y="3387543"/>
                  <a:ext cx="10944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64FBB8C-B6CC-5B09-97C4-C91FEDC70D9A}"/>
                  </a:ext>
                </a:extLst>
              </p14:cNvPr>
              <p14:cNvContentPartPr/>
              <p14:nvPr/>
            </p14:nvContentPartPr>
            <p14:xfrm>
              <a:off x="4499166" y="3301503"/>
              <a:ext cx="85320" cy="1324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64FBB8C-B6CC-5B09-97C4-C91FEDC70D9A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4490526" y="3292503"/>
                <a:ext cx="10296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4068438-EC1D-BC39-FBC6-35E09C651D3C}"/>
              </a:ext>
            </a:extLst>
          </p:cNvPr>
          <p:cNvGrpSpPr/>
          <p:nvPr/>
        </p:nvGrpSpPr>
        <p:grpSpPr>
          <a:xfrm>
            <a:off x="4996686" y="2851863"/>
            <a:ext cx="744840" cy="802080"/>
            <a:chOff x="4996686" y="2851863"/>
            <a:chExt cx="74484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6DBA92D-5921-873C-E894-73E92559F276}"/>
                    </a:ext>
                  </a:extLst>
                </p14:cNvPr>
                <p14:cNvContentPartPr/>
                <p14:nvPr/>
              </p14:nvContentPartPr>
              <p14:xfrm>
                <a:off x="4996686" y="2851863"/>
                <a:ext cx="260640" cy="802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6DBA92D-5921-873C-E894-73E92559F27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88046" y="2843223"/>
                  <a:ext cx="27828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DA042B5-9EE3-1EEE-49AF-FD93BE947066}"/>
                    </a:ext>
                  </a:extLst>
                </p14:cNvPr>
                <p14:cNvContentPartPr/>
                <p14:nvPr/>
              </p14:nvContentPartPr>
              <p14:xfrm>
                <a:off x="5304126" y="3063183"/>
                <a:ext cx="120600" cy="155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DA042B5-9EE3-1EEE-49AF-FD93BE94706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295486" y="3054543"/>
                  <a:ext cx="138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EB6AC66-B464-7ACA-2E4F-992DAB7B717D}"/>
                    </a:ext>
                  </a:extLst>
                </p14:cNvPr>
                <p14:cNvContentPartPr/>
                <p14:nvPr/>
              </p14:nvContentPartPr>
              <p14:xfrm>
                <a:off x="5511846" y="3014223"/>
                <a:ext cx="229680" cy="165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EB6AC66-B464-7ACA-2E4F-992DAB7B717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502846" y="3005583"/>
                  <a:ext cx="24732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9F8E917-D916-E7F5-6FD2-02FC2E4E38F5}"/>
              </a:ext>
            </a:extLst>
          </p:cNvPr>
          <p:cNvGrpSpPr/>
          <p:nvPr/>
        </p:nvGrpSpPr>
        <p:grpSpPr>
          <a:xfrm>
            <a:off x="6152646" y="3028623"/>
            <a:ext cx="722520" cy="252720"/>
            <a:chOff x="6152646" y="3028623"/>
            <a:chExt cx="72252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C7F763B-EBEA-51B1-3D08-107173C1E93B}"/>
                    </a:ext>
                  </a:extLst>
                </p14:cNvPr>
                <p14:cNvContentPartPr/>
                <p14:nvPr/>
              </p14:nvContentPartPr>
              <p14:xfrm>
                <a:off x="6152646" y="3031143"/>
                <a:ext cx="143640" cy="150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C7F763B-EBEA-51B1-3D08-107173C1E93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143646" y="3022503"/>
                  <a:ext cx="161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724DA07-C261-CBB3-27A9-B359C6978B2D}"/>
                    </a:ext>
                  </a:extLst>
                </p14:cNvPr>
                <p14:cNvContentPartPr/>
                <p14:nvPr/>
              </p14:nvContentPartPr>
              <p14:xfrm>
                <a:off x="6268566" y="3151743"/>
                <a:ext cx="59400" cy="129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724DA07-C261-CBB3-27A9-B359C6978B2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259926" y="3142743"/>
                  <a:ext cx="77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CF28FF0-2D07-E489-40B1-66EC5A43FCCE}"/>
                    </a:ext>
                  </a:extLst>
                </p14:cNvPr>
                <p14:cNvContentPartPr/>
                <p14:nvPr/>
              </p14:nvContentPartPr>
              <p14:xfrm>
                <a:off x="6495006" y="3028623"/>
                <a:ext cx="86400" cy="157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CF28FF0-2D07-E489-40B1-66EC5A43FCC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486006" y="3019623"/>
                  <a:ext cx="104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3B0CFD5-342B-F10C-36F7-85B9E7B09B16}"/>
                    </a:ext>
                  </a:extLst>
                </p14:cNvPr>
                <p14:cNvContentPartPr/>
                <p14:nvPr/>
              </p14:nvContentPartPr>
              <p14:xfrm>
                <a:off x="6732246" y="3030783"/>
                <a:ext cx="125640" cy="8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3B0CFD5-342B-F10C-36F7-85B9E7B09B1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723606" y="3021783"/>
                  <a:ext cx="143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1276FC8-0751-9B68-4ACE-7CCD06FA6BCF}"/>
                    </a:ext>
                  </a:extLst>
                </p14:cNvPr>
                <p14:cNvContentPartPr/>
                <p14:nvPr/>
              </p14:nvContentPartPr>
              <p14:xfrm>
                <a:off x="6761766" y="3093783"/>
                <a:ext cx="113400" cy="17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1276FC8-0751-9B68-4ACE-7CCD06FA6BC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752766" y="3084783"/>
                  <a:ext cx="1310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524A60B-DD75-8068-6C1D-C7CA4A3C921A}"/>
              </a:ext>
            </a:extLst>
          </p:cNvPr>
          <p:cNvGrpSpPr/>
          <p:nvPr/>
        </p:nvGrpSpPr>
        <p:grpSpPr>
          <a:xfrm>
            <a:off x="7161726" y="2980743"/>
            <a:ext cx="1200600" cy="336240"/>
            <a:chOff x="7161726" y="2980743"/>
            <a:chExt cx="120060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064C611-B946-9DEE-15B0-41DE5D668F02}"/>
                    </a:ext>
                  </a:extLst>
                </p14:cNvPr>
                <p14:cNvContentPartPr/>
                <p14:nvPr/>
              </p14:nvContentPartPr>
              <p14:xfrm>
                <a:off x="7161726" y="2995143"/>
                <a:ext cx="84240" cy="260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064C611-B946-9DEE-15B0-41DE5D668F0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52726" y="2986503"/>
                  <a:ext cx="101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DD19A8F-370C-700A-ABB7-591812B26328}"/>
                    </a:ext>
                  </a:extLst>
                </p14:cNvPr>
                <p14:cNvContentPartPr/>
                <p14:nvPr/>
              </p14:nvContentPartPr>
              <p14:xfrm>
                <a:off x="7228686" y="3209703"/>
                <a:ext cx="57960" cy="107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DD19A8F-370C-700A-ABB7-591812B2632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220046" y="3201063"/>
                  <a:ext cx="756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24C2F7D-4D09-253A-F7A8-468BA873C41F}"/>
                    </a:ext>
                  </a:extLst>
                </p14:cNvPr>
                <p14:cNvContentPartPr/>
                <p14:nvPr/>
              </p14:nvContentPartPr>
              <p14:xfrm>
                <a:off x="7416966" y="3034743"/>
                <a:ext cx="138960" cy="19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24C2F7D-4D09-253A-F7A8-468BA873C41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408326" y="3025743"/>
                  <a:ext cx="15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DC89E0B-9358-4E95-EC34-79403E0C8B9F}"/>
                    </a:ext>
                  </a:extLst>
                </p14:cNvPr>
                <p14:cNvContentPartPr/>
                <p14:nvPr/>
              </p14:nvContentPartPr>
              <p14:xfrm>
                <a:off x="7635126" y="3185943"/>
                <a:ext cx="61560" cy="10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DC89E0B-9358-4E95-EC34-79403E0C8B9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626486" y="3176943"/>
                  <a:ext cx="79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0B5600B-287D-41C8-FA05-945D58A4D58E}"/>
                    </a:ext>
                  </a:extLst>
                </p14:cNvPr>
                <p14:cNvContentPartPr/>
                <p14:nvPr/>
              </p14:nvContentPartPr>
              <p14:xfrm>
                <a:off x="7791726" y="2980743"/>
                <a:ext cx="148320" cy="266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0B5600B-287D-41C8-FA05-945D58A4D58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82726" y="2971743"/>
                  <a:ext cx="165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5E1DA52-F413-D982-5581-0ED4717EFE62}"/>
                    </a:ext>
                  </a:extLst>
                </p14:cNvPr>
                <p14:cNvContentPartPr/>
                <p14:nvPr/>
              </p14:nvContentPartPr>
              <p14:xfrm>
                <a:off x="8096286" y="3217623"/>
                <a:ext cx="27360" cy="21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5E1DA52-F413-D982-5581-0ED4717EFE6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87646" y="3208623"/>
                  <a:ext cx="45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65A3351-985A-E0B5-BF2F-A22E9D4468BD}"/>
                    </a:ext>
                  </a:extLst>
                </p14:cNvPr>
                <p14:cNvContentPartPr/>
                <p14:nvPr/>
              </p14:nvContentPartPr>
              <p14:xfrm>
                <a:off x="8293566" y="3156063"/>
                <a:ext cx="68760" cy="27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65A3351-985A-E0B5-BF2F-A22E9D4468B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284566" y="3147063"/>
                  <a:ext cx="864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9DE6E32-9A03-3428-BEC5-10FCEB207F4E}"/>
                  </a:ext>
                </a:extLst>
              </p14:cNvPr>
              <p14:cNvContentPartPr/>
              <p14:nvPr/>
            </p14:nvContentPartPr>
            <p14:xfrm>
              <a:off x="8593086" y="3141303"/>
              <a:ext cx="41760" cy="32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9DE6E32-9A03-3428-BEC5-10FCEB207F4E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584446" y="3132303"/>
                <a:ext cx="5940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BE84346-E989-87B8-1AF8-E6DE21BA4A57}"/>
              </a:ext>
            </a:extLst>
          </p:cNvPr>
          <p:cNvGrpSpPr/>
          <p:nvPr/>
        </p:nvGrpSpPr>
        <p:grpSpPr>
          <a:xfrm>
            <a:off x="8859846" y="3002703"/>
            <a:ext cx="333000" cy="165960"/>
            <a:chOff x="8859846" y="3002703"/>
            <a:chExt cx="33300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946CDAA-D505-47FA-3B3F-69CCF9BE976F}"/>
                    </a:ext>
                  </a:extLst>
                </p14:cNvPr>
                <p14:cNvContentPartPr/>
                <p14:nvPr/>
              </p14:nvContentPartPr>
              <p14:xfrm>
                <a:off x="8859846" y="3092343"/>
                <a:ext cx="10080" cy="7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946CDAA-D505-47FA-3B3F-69CCF9BE976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851206" y="3083703"/>
                  <a:ext cx="27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08661D4-355E-FA54-49A2-284C17EABB97}"/>
                    </a:ext>
                  </a:extLst>
                </p14:cNvPr>
                <p14:cNvContentPartPr/>
                <p14:nvPr/>
              </p14:nvContentPartPr>
              <p14:xfrm>
                <a:off x="9010686" y="3002703"/>
                <a:ext cx="182160" cy="165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08661D4-355E-FA54-49A2-284C17EABB9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01686" y="2994063"/>
                  <a:ext cx="1998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53A00AF-4C54-4CE6-8123-AA8FA9771019}"/>
              </a:ext>
            </a:extLst>
          </p:cNvPr>
          <p:cNvGrpSpPr/>
          <p:nvPr/>
        </p:nvGrpSpPr>
        <p:grpSpPr>
          <a:xfrm>
            <a:off x="9532686" y="2775903"/>
            <a:ext cx="651240" cy="401400"/>
            <a:chOff x="9532686" y="2775903"/>
            <a:chExt cx="65124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615FADE-5746-33F6-AD2A-D9D606DBB75C}"/>
                    </a:ext>
                  </a:extLst>
                </p14:cNvPr>
                <p14:cNvContentPartPr/>
                <p14:nvPr/>
              </p14:nvContentPartPr>
              <p14:xfrm>
                <a:off x="9532686" y="3023223"/>
                <a:ext cx="137160" cy="154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615FADE-5746-33F6-AD2A-D9D606DBB75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524046" y="3014223"/>
                  <a:ext cx="154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FE2CDF5-ADA7-9106-028D-7FD34ADB54F5}"/>
                    </a:ext>
                  </a:extLst>
                </p14:cNvPr>
                <p14:cNvContentPartPr/>
                <p14:nvPr/>
              </p14:nvContentPartPr>
              <p14:xfrm>
                <a:off x="9765606" y="3006303"/>
                <a:ext cx="170640" cy="132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FE2CDF5-ADA7-9106-028D-7FD34ADB54F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756606" y="2997303"/>
                  <a:ext cx="188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6CC2DD8-4295-194B-548A-15F95DC398E3}"/>
                    </a:ext>
                  </a:extLst>
                </p14:cNvPr>
                <p14:cNvContentPartPr/>
                <p14:nvPr/>
              </p14:nvContentPartPr>
              <p14:xfrm>
                <a:off x="9971166" y="2775903"/>
                <a:ext cx="212760" cy="361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6CC2DD8-4295-194B-548A-15F95DC398E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962526" y="2766903"/>
                  <a:ext cx="23040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2199ADD-4751-FF3D-47D3-8E1852BB7868}"/>
              </a:ext>
            </a:extLst>
          </p:cNvPr>
          <p:cNvGrpSpPr/>
          <p:nvPr/>
        </p:nvGrpSpPr>
        <p:grpSpPr>
          <a:xfrm>
            <a:off x="10473366" y="2842143"/>
            <a:ext cx="794160" cy="327240"/>
            <a:chOff x="10473366" y="2842143"/>
            <a:chExt cx="79416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EBBB661-AB34-50A0-97E2-F0EB9FAA589F}"/>
                    </a:ext>
                  </a:extLst>
                </p14:cNvPr>
                <p14:cNvContentPartPr/>
                <p14:nvPr/>
              </p14:nvContentPartPr>
              <p14:xfrm>
                <a:off x="10473366" y="2937543"/>
                <a:ext cx="280440" cy="175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EBBB661-AB34-50A0-97E2-F0EB9FAA589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464726" y="2928543"/>
                  <a:ext cx="298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4D49D07-2065-B773-CC6D-2C273DA4E848}"/>
                    </a:ext>
                  </a:extLst>
                </p14:cNvPr>
                <p14:cNvContentPartPr/>
                <p14:nvPr/>
              </p14:nvContentPartPr>
              <p14:xfrm>
                <a:off x="10845606" y="2992263"/>
                <a:ext cx="128520" cy="14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4D49D07-2065-B773-CC6D-2C273DA4E84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836606" y="2983623"/>
                  <a:ext cx="146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B1DA365-4A99-9E6B-7A15-EC875F4AA42D}"/>
                    </a:ext>
                  </a:extLst>
                </p14:cNvPr>
                <p14:cNvContentPartPr/>
                <p14:nvPr/>
              </p14:nvContentPartPr>
              <p14:xfrm>
                <a:off x="10763166" y="3055263"/>
                <a:ext cx="195840" cy="38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B1DA365-4A99-9E6B-7A15-EC875F4AA42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754166" y="3046263"/>
                  <a:ext cx="213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EAE2EF4-1A50-6874-4129-F56AA800FAEB}"/>
                    </a:ext>
                  </a:extLst>
                </p14:cNvPr>
                <p14:cNvContentPartPr/>
                <p14:nvPr/>
              </p14:nvContentPartPr>
              <p14:xfrm>
                <a:off x="10915806" y="2842143"/>
                <a:ext cx="80280" cy="327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EAE2EF4-1A50-6874-4129-F56AA800FAE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907166" y="2833143"/>
                  <a:ext cx="979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1DA0B3F-64F9-8D70-A662-E77A144AB30C}"/>
                    </a:ext>
                  </a:extLst>
                </p14:cNvPr>
                <p14:cNvContentPartPr/>
                <p14:nvPr/>
              </p14:nvContentPartPr>
              <p14:xfrm>
                <a:off x="11154846" y="2940423"/>
                <a:ext cx="112680" cy="200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1DA0B3F-64F9-8D70-A662-E77A144AB30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145846" y="2931423"/>
                  <a:ext cx="13032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641615F-763F-C6D8-FF73-4DE214014743}"/>
                  </a:ext>
                </a:extLst>
              </p14:cNvPr>
              <p14:cNvContentPartPr/>
              <p14:nvPr/>
            </p14:nvContentPartPr>
            <p14:xfrm>
              <a:off x="11637246" y="3205383"/>
              <a:ext cx="49680" cy="32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641615F-763F-C6D8-FF73-4DE214014743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1628606" y="3196383"/>
                <a:ext cx="6732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8068BFC-2626-AFBC-A4EE-F8C6B77CA9AD}"/>
              </a:ext>
            </a:extLst>
          </p:cNvPr>
          <p:cNvGrpSpPr/>
          <p:nvPr/>
        </p:nvGrpSpPr>
        <p:grpSpPr>
          <a:xfrm>
            <a:off x="188886" y="4169103"/>
            <a:ext cx="480600" cy="504360"/>
            <a:chOff x="188886" y="4169103"/>
            <a:chExt cx="48060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2163DC6-F1BF-4408-2DD9-51605F7BC6A7}"/>
                    </a:ext>
                  </a:extLst>
                </p14:cNvPr>
                <p14:cNvContentPartPr/>
                <p14:nvPr/>
              </p14:nvContentPartPr>
              <p14:xfrm>
                <a:off x="188886" y="4358823"/>
                <a:ext cx="33840" cy="168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2163DC6-F1BF-4408-2DD9-51605F7BC6A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80246" y="4350183"/>
                  <a:ext cx="51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E6A4840-EAB8-F23B-736D-FF8B7A103B92}"/>
                    </a:ext>
                  </a:extLst>
                </p14:cNvPr>
                <p14:cNvContentPartPr/>
                <p14:nvPr/>
              </p14:nvContentPartPr>
              <p14:xfrm>
                <a:off x="348006" y="4329303"/>
                <a:ext cx="138240" cy="187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E6A4840-EAB8-F23B-736D-FF8B7A103B9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39006" y="4320303"/>
                  <a:ext cx="155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151A8AE-CE08-8C78-B7B0-5EA6588FA405}"/>
                    </a:ext>
                  </a:extLst>
                </p14:cNvPr>
                <p14:cNvContentPartPr/>
                <p14:nvPr/>
              </p14:nvContentPartPr>
              <p14:xfrm>
                <a:off x="490206" y="4169103"/>
                <a:ext cx="179280" cy="504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151A8AE-CE08-8C78-B7B0-5EA6588FA40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81206" y="4160103"/>
                  <a:ext cx="196920" cy="52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8918062-D3E2-E00B-3812-C464EAFF3237}"/>
                  </a:ext>
                </a:extLst>
              </p14:cNvPr>
              <p14:cNvContentPartPr/>
              <p14:nvPr/>
            </p14:nvContentPartPr>
            <p14:xfrm>
              <a:off x="474366" y="4825023"/>
              <a:ext cx="58320" cy="61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8918062-D3E2-E00B-3812-C464EAFF3237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65366" y="4816383"/>
                <a:ext cx="7596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3EC06681-EC18-3929-C120-DA5B70F2AA01}"/>
              </a:ext>
            </a:extLst>
          </p:cNvPr>
          <p:cNvGrpSpPr/>
          <p:nvPr/>
        </p:nvGrpSpPr>
        <p:grpSpPr>
          <a:xfrm>
            <a:off x="1348806" y="4256943"/>
            <a:ext cx="1744920" cy="586800"/>
            <a:chOff x="1348806" y="4256943"/>
            <a:chExt cx="1744920" cy="5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B3A7A2-23F0-67E6-844E-BB49496749A1}"/>
                    </a:ext>
                  </a:extLst>
                </p14:cNvPr>
                <p14:cNvContentPartPr/>
                <p14:nvPr/>
              </p14:nvContentPartPr>
              <p14:xfrm>
                <a:off x="1348806" y="4290423"/>
                <a:ext cx="121320" cy="315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B3A7A2-23F0-67E6-844E-BB49496749A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339806" y="4281783"/>
                  <a:ext cx="1389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F46F27C-A8B3-EEA5-2C8A-CF54EB245EF2}"/>
                    </a:ext>
                  </a:extLst>
                </p14:cNvPr>
                <p14:cNvContentPartPr/>
                <p14:nvPr/>
              </p14:nvContentPartPr>
              <p14:xfrm>
                <a:off x="1423326" y="4295103"/>
                <a:ext cx="165600" cy="252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F46F27C-A8B3-EEA5-2C8A-CF54EB245EF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414326" y="4286463"/>
                  <a:ext cx="183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A09F928-ACDF-3C29-9B0A-EA1F8039A3DE}"/>
                    </a:ext>
                  </a:extLst>
                </p14:cNvPr>
                <p14:cNvContentPartPr/>
                <p14:nvPr/>
              </p14:nvContentPartPr>
              <p14:xfrm>
                <a:off x="1630326" y="4256943"/>
                <a:ext cx="82440" cy="287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A09F928-ACDF-3C29-9B0A-EA1F8039A3D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621686" y="4247943"/>
                  <a:ext cx="1000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D9788B7-EA81-8286-CEC8-F720889BC188}"/>
                    </a:ext>
                  </a:extLst>
                </p14:cNvPr>
                <p14:cNvContentPartPr/>
                <p14:nvPr/>
              </p14:nvContentPartPr>
              <p14:xfrm>
                <a:off x="1734366" y="4363863"/>
                <a:ext cx="122760" cy="162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D9788B7-EA81-8286-CEC8-F720889BC18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725726" y="4355223"/>
                  <a:ext cx="1404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145C745-D1A4-C16C-51E2-086FD0DF129F}"/>
                    </a:ext>
                  </a:extLst>
                </p14:cNvPr>
                <p14:cNvContentPartPr/>
                <p14:nvPr/>
              </p14:nvContentPartPr>
              <p14:xfrm>
                <a:off x="1934526" y="4404543"/>
                <a:ext cx="147240" cy="140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145C745-D1A4-C16C-51E2-086FD0DF129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925886" y="4395903"/>
                  <a:ext cx="164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37C6A6E-0293-38A0-2014-20C5582C56E5}"/>
                    </a:ext>
                  </a:extLst>
                </p14:cNvPr>
                <p14:cNvContentPartPr/>
                <p14:nvPr/>
              </p14:nvContentPartPr>
              <p14:xfrm>
                <a:off x="2180766" y="4480503"/>
                <a:ext cx="124920" cy="46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37C6A6E-0293-38A0-2014-20C5582C56E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171766" y="4471503"/>
                  <a:ext cx="142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B49567A-B92C-B859-85CC-EABEDFA557DF}"/>
                    </a:ext>
                  </a:extLst>
                </p14:cNvPr>
                <p14:cNvContentPartPr/>
                <p14:nvPr/>
              </p14:nvContentPartPr>
              <p14:xfrm>
                <a:off x="2376966" y="4404543"/>
                <a:ext cx="116280" cy="160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B49567A-B92C-B859-85CC-EABEDFA557D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367966" y="4395903"/>
                  <a:ext cx="133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E5E9128-8022-5D65-6125-89147CC69376}"/>
                    </a:ext>
                  </a:extLst>
                </p14:cNvPr>
                <p14:cNvContentPartPr/>
                <p14:nvPr/>
              </p14:nvContentPartPr>
              <p14:xfrm>
                <a:off x="2634006" y="4412463"/>
                <a:ext cx="25920" cy="132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E5E9128-8022-5D65-6125-89147CC6937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625366" y="4403823"/>
                  <a:ext cx="43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99246BA-94B5-FF08-1837-B8821EDE0622}"/>
                    </a:ext>
                  </a:extLst>
                </p14:cNvPr>
                <p14:cNvContentPartPr/>
                <p14:nvPr/>
              </p14:nvContentPartPr>
              <p14:xfrm>
                <a:off x="2679366" y="4259823"/>
                <a:ext cx="10080" cy="47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99246BA-94B5-FF08-1837-B8821EDE062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70366" y="4251183"/>
                  <a:ext cx="27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8B3DEED-E0F2-78EF-92C0-7D5DA2396F60}"/>
                    </a:ext>
                  </a:extLst>
                </p14:cNvPr>
                <p14:cNvContentPartPr/>
                <p14:nvPr/>
              </p14:nvContentPartPr>
              <p14:xfrm>
                <a:off x="2726526" y="4437303"/>
                <a:ext cx="180720" cy="129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8B3DEED-E0F2-78EF-92C0-7D5DA2396F6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717526" y="4428663"/>
                  <a:ext cx="198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6D965EA-3060-01B6-2390-D5F5C8CAA76F}"/>
                    </a:ext>
                  </a:extLst>
                </p14:cNvPr>
                <p14:cNvContentPartPr/>
                <p14:nvPr/>
              </p14:nvContentPartPr>
              <p14:xfrm>
                <a:off x="2811126" y="4436223"/>
                <a:ext cx="282600" cy="407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6D965EA-3060-01B6-2390-D5F5C8CAA76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02126" y="4427223"/>
                  <a:ext cx="30024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AC01C2C-7FB9-58AB-7B2D-64E4533DF868}"/>
              </a:ext>
            </a:extLst>
          </p:cNvPr>
          <p:cNvGrpSpPr/>
          <p:nvPr/>
        </p:nvGrpSpPr>
        <p:grpSpPr>
          <a:xfrm>
            <a:off x="3282006" y="4245063"/>
            <a:ext cx="838440" cy="361080"/>
            <a:chOff x="3282006" y="4245063"/>
            <a:chExt cx="83844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3BE96FA-67D8-EFE2-03AF-E4EBB9C95FE0}"/>
                    </a:ext>
                  </a:extLst>
                </p14:cNvPr>
                <p14:cNvContentPartPr/>
                <p14:nvPr/>
              </p14:nvContentPartPr>
              <p14:xfrm>
                <a:off x="3282006" y="4417503"/>
                <a:ext cx="217080" cy="137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3BE96FA-67D8-EFE2-03AF-E4EBB9C95FE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273366" y="4408503"/>
                  <a:ext cx="234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4D0B890-C6A2-F5B5-C334-34478D690404}"/>
                    </a:ext>
                  </a:extLst>
                </p14:cNvPr>
                <p14:cNvContentPartPr/>
                <p14:nvPr/>
              </p14:nvContentPartPr>
              <p14:xfrm>
                <a:off x="3541206" y="4245063"/>
                <a:ext cx="84600" cy="328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4D0B890-C6A2-F5B5-C334-34478D69040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532566" y="4236423"/>
                  <a:ext cx="1022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4A189D2-2429-C3BA-1830-47AD660A24A2}"/>
                    </a:ext>
                  </a:extLst>
                </p14:cNvPr>
                <p14:cNvContentPartPr/>
                <p14:nvPr/>
              </p14:nvContentPartPr>
              <p14:xfrm>
                <a:off x="3659286" y="4426863"/>
                <a:ext cx="160200" cy="179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4A189D2-2429-C3BA-1830-47AD660A24A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650646" y="4417863"/>
                  <a:ext cx="177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E1EEB9C-E7DE-9E62-313F-C67DF4D07990}"/>
                    </a:ext>
                  </a:extLst>
                </p14:cNvPr>
                <p14:cNvContentPartPr/>
                <p14:nvPr/>
              </p14:nvContentPartPr>
              <p14:xfrm>
                <a:off x="3891486" y="4442343"/>
                <a:ext cx="228960" cy="155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E1EEB9C-E7DE-9E62-313F-C67DF4D0799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882486" y="4433703"/>
                  <a:ext cx="2466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0223DCF-F5B2-52B9-D50D-9ED12B90A5A0}"/>
                  </a:ext>
                </a:extLst>
              </p14:cNvPr>
              <p14:cNvContentPartPr/>
              <p14:nvPr/>
            </p14:nvContentPartPr>
            <p14:xfrm>
              <a:off x="4362006" y="4634223"/>
              <a:ext cx="7560" cy="216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0223DCF-F5B2-52B9-D50D-9ED12B90A5A0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353006" y="4625223"/>
                <a:ext cx="252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7EA1353-F1E5-D703-EFC6-4B9C966154B6}"/>
              </a:ext>
            </a:extLst>
          </p:cNvPr>
          <p:cNvGrpSpPr/>
          <p:nvPr/>
        </p:nvGrpSpPr>
        <p:grpSpPr>
          <a:xfrm>
            <a:off x="282846" y="5055063"/>
            <a:ext cx="300600" cy="585720"/>
            <a:chOff x="282846" y="5055063"/>
            <a:chExt cx="300600" cy="58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5201F81-405F-5810-7106-E81D28176148}"/>
                    </a:ext>
                  </a:extLst>
                </p14:cNvPr>
                <p14:cNvContentPartPr/>
                <p14:nvPr/>
              </p14:nvContentPartPr>
              <p14:xfrm>
                <a:off x="282846" y="5216343"/>
                <a:ext cx="119520" cy="172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5201F81-405F-5810-7106-E81D2817614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74206" y="5207703"/>
                  <a:ext cx="137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96BBE7E-9DA0-CAD2-9F60-A5EA24D9DA03}"/>
                    </a:ext>
                  </a:extLst>
                </p14:cNvPr>
                <p14:cNvContentPartPr/>
                <p14:nvPr/>
              </p14:nvContentPartPr>
              <p14:xfrm>
                <a:off x="390126" y="5055063"/>
                <a:ext cx="193320" cy="585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96BBE7E-9DA0-CAD2-9F60-A5EA24D9DA0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81126" y="5046423"/>
                  <a:ext cx="210960" cy="60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D4A7AA2A-C4A9-EEA9-81B3-AC647C296A12}"/>
              </a:ext>
            </a:extLst>
          </p:cNvPr>
          <p:cNvGrpSpPr/>
          <p:nvPr/>
        </p:nvGrpSpPr>
        <p:grpSpPr>
          <a:xfrm>
            <a:off x="1317126" y="5194383"/>
            <a:ext cx="2005560" cy="716400"/>
            <a:chOff x="1317126" y="5194383"/>
            <a:chExt cx="2005560" cy="71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A51A934-BC55-58B0-19B4-8FF3322C3086}"/>
                    </a:ext>
                  </a:extLst>
                </p14:cNvPr>
                <p14:cNvContentPartPr/>
                <p14:nvPr/>
              </p14:nvContentPartPr>
              <p14:xfrm>
                <a:off x="1317126" y="5194383"/>
                <a:ext cx="306000" cy="69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A51A934-BC55-58B0-19B4-8FF3322C308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308486" y="5185383"/>
                  <a:ext cx="323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989E9A0-F104-2099-682D-AA2B17EB6C09}"/>
                    </a:ext>
                  </a:extLst>
                </p14:cNvPr>
                <p14:cNvContentPartPr/>
                <p14:nvPr/>
              </p14:nvContentPartPr>
              <p14:xfrm>
                <a:off x="1399566" y="5223543"/>
                <a:ext cx="110880" cy="295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989E9A0-F104-2099-682D-AA2B17EB6C0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390566" y="5214903"/>
                  <a:ext cx="1285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8E36A83-57B8-1A35-1472-5F56E67478A9}"/>
                    </a:ext>
                  </a:extLst>
                </p14:cNvPr>
                <p14:cNvContentPartPr/>
                <p14:nvPr/>
              </p14:nvContentPartPr>
              <p14:xfrm>
                <a:off x="1550046" y="5327583"/>
                <a:ext cx="206640" cy="165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8E36A83-57B8-1A35-1472-5F56E67478A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41406" y="5318583"/>
                  <a:ext cx="22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B7D8124-7C86-07C9-E717-EF20AC4E10A0}"/>
                    </a:ext>
                  </a:extLst>
                </p14:cNvPr>
                <p14:cNvContentPartPr/>
                <p14:nvPr/>
              </p14:nvContentPartPr>
              <p14:xfrm>
                <a:off x="1862886" y="5342703"/>
                <a:ext cx="114840" cy="153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B7D8124-7C86-07C9-E717-EF20AC4E10A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853886" y="5333703"/>
                  <a:ext cx="132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0A6DB3C-18F4-E730-278B-04F8C0262C2C}"/>
                    </a:ext>
                  </a:extLst>
                </p14:cNvPr>
                <p14:cNvContentPartPr/>
                <p14:nvPr/>
              </p14:nvContentPartPr>
              <p14:xfrm>
                <a:off x="2061606" y="5333343"/>
                <a:ext cx="188640" cy="180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0A6DB3C-18F4-E730-278B-04F8C0262C2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052966" y="5324343"/>
                  <a:ext cx="206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60E977F-863A-C06D-3E66-32C2DBB5D214}"/>
                    </a:ext>
                  </a:extLst>
                </p14:cNvPr>
                <p14:cNvContentPartPr/>
                <p14:nvPr/>
              </p14:nvContentPartPr>
              <p14:xfrm>
                <a:off x="2370846" y="5369703"/>
                <a:ext cx="109080" cy="136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60E977F-863A-C06D-3E66-32C2DBB5D21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362206" y="5360703"/>
                  <a:ext cx="126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D890116-81C2-7836-72E5-E1DD070B65BE}"/>
                    </a:ext>
                  </a:extLst>
                </p14:cNvPr>
                <p14:cNvContentPartPr/>
                <p14:nvPr/>
              </p14:nvContentPartPr>
              <p14:xfrm>
                <a:off x="2483886" y="5351343"/>
                <a:ext cx="134640" cy="559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D890116-81C2-7836-72E5-E1DD070B65B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475246" y="5342343"/>
                  <a:ext cx="1522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47F7DB4-C7DA-01AA-8A07-0DD056ADAB41}"/>
                    </a:ext>
                  </a:extLst>
                </p14:cNvPr>
                <p14:cNvContentPartPr/>
                <p14:nvPr/>
              </p14:nvContentPartPr>
              <p14:xfrm>
                <a:off x="2612046" y="5355663"/>
                <a:ext cx="136800" cy="147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47F7DB4-C7DA-01AA-8A07-0DD056ADAB4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603406" y="5347023"/>
                  <a:ext cx="154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D8E0967-6531-1321-8D27-2FBEAD02108C}"/>
                    </a:ext>
                  </a:extLst>
                </p14:cNvPr>
                <p14:cNvContentPartPr/>
                <p14:nvPr/>
              </p14:nvContentPartPr>
              <p14:xfrm>
                <a:off x="2795646" y="5374023"/>
                <a:ext cx="87120" cy="129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D8E0967-6531-1321-8D27-2FBEAD02108C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787006" y="5365383"/>
                  <a:ext cx="104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A9FD265-7E96-5B50-D3D5-817D8EBB4D9F}"/>
                    </a:ext>
                  </a:extLst>
                </p14:cNvPr>
                <p14:cNvContentPartPr/>
                <p14:nvPr/>
              </p14:nvContentPartPr>
              <p14:xfrm>
                <a:off x="2951526" y="5352063"/>
                <a:ext cx="75240" cy="158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A9FD265-7E96-5B50-D3D5-817D8EBB4D9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942526" y="5343063"/>
                  <a:ext cx="92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0432C24-FB1B-50E3-6ECF-9F1E69CB974D}"/>
                    </a:ext>
                  </a:extLst>
                </p14:cNvPr>
                <p14:cNvContentPartPr/>
                <p14:nvPr/>
              </p14:nvContentPartPr>
              <p14:xfrm>
                <a:off x="3143406" y="5398863"/>
                <a:ext cx="179280" cy="111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0432C24-FB1B-50E3-6ECF-9F1E69CB974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134406" y="5390223"/>
                  <a:ext cx="1969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0A2DAA60-8342-6E85-742C-F5D0D7DEA687}"/>
                  </a:ext>
                </a:extLst>
              </p14:cNvPr>
              <p14:cNvContentPartPr/>
              <p14:nvPr/>
            </p14:nvContentPartPr>
            <p14:xfrm>
              <a:off x="3756126" y="5246223"/>
              <a:ext cx="319680" cy="5727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0A2DAA60-8342-6E85-742C-F5D0D7DEA687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3747486" y="5237583"/>
                <a:ext cx="337320" cy="59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B670E8E5-AC05-A8FE-A89D-EBC1F22F3FE1}"/>
              </a:ext>
            </a:extLst>
          </p:cNvPr>
          <p:cNvGrpSpPr/>
          <p:nvPr/>
        </p:nvGrpSpPr>
        <p:grpSpPr>
          <a:xfrm>
            <a:off x="4571526" y="5345583"/>
            <a:ext cx="475920" cy="175320"/>
            <a:chOff x="4571526" y="5345583"/>
            <a:chExt cx="47592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48130B-58BD-56D4-3BE4-A14F3556E4A7}"/>
                    </a:ext>
                  </a:extLst>
                </p14:cNvPr>
                <p14:cNvContentPartPr/>
                <p14:nvPr/>
              </p14:nvContentPartPr>
              <p14:xfrm>
                <a:off x="4571526" y="5345583"/>
                <a:ext cx="172080" cy="175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48130B-58BD-56D4-3BE4-A14F3556E4A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562526" y="5336583"/>
                  <a:ext cx="189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38BAD8D-F2E7-815A-2D39-745AFD2DB83C}"/>
                    </a:ext>
                  </a:extLst>
                </p14:cNvPr>
                <p14:cNvContentPartPr/>
                <p14:nvPr/>
              </p14:nvContentPartPr>
              <p14:xfrm>
                <a:off x="4821366" y="5385183"/>
                <a:ext cx="226080" cy="135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38BAD8D-F2E7-815A-2D39-745AFD2DB83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812726" y="5376543"/>
                  <a:ext cx="24372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AC7C4DD-592A-5E7B-8107-4EE78C1E3A4B}"/>
              </a:ext>
            </a:extLst>
          </p:cNvPr>
          <p:cNvGrpSpPr/>
          <p:nvPr/>
        </p:nvGrpSpPr>
        <p:grpSpPr>
          <a:xfrm>
            <a:off x="5642166" y="5254143"/>
            <a:ext cx="1134720" cy="478080"/>
            <a:chOff x="5642166" y="5254143"/>
            <a:chExt cx="113472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11ECAA3-AD3C-C8E1-8C55-D5AE6B6F35CC}"/>
                    </a:ext>
                  </a:extLst>
                </p14:cNvPr>
                <p14:cNvContentPartPr/>
                <p14:nvPr/>
              </p14:nvContentPartPr>
              <p14:xfrm>
                <a:off x="5642166" y="5364663"/>
                <a:ext cx="91080" cy="13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11ECAA3-AD3C-C8E1-8C55-D5AE6B6F35C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633526" y="5355663"/>
                  <a:ext cx="108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DEAA49E-7BB1-BCE4-946E-D86272526C78}"/>
                    </a:ext>
                  </a:extLst>
                </p14:cNvPr>
                <p14:cNvContentPartPr/>
                <p14:nvPr/>
              </p14:nvContentPartPr>
              <p14:xfrm>
                <a:off x="5805246" y="5360343"/>
                <a:ext cx="195120" cy="141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DEAA49E-7BB1-BCE4-946E-D86272526C7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796606" y="5351343"/>
                  <a:ext cx="212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72C4994-0F43-B737-C79A-C7E55C57A0A1}"/>
                    </a:ext>
                  </a:extLst>
                </p14:cNvPr>
                <p14:cNvContentPartPr/>
                <p14:nvPr/>
              </p14:nvContentPartPr>
              <p14:xfrm>
                <a:off x="6052566" y="5254143"/>
                <a:ext cx="34560" cy="234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72C4994-0F43-B737-C79A-C7E55C57A0A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043566" y="5245143"/>
                  <a:ext cx="52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3B5A88B-1D49-C97B-4AC6-6EFE7EB3BB2B}"/>
                    </a:ext>
                  </a:extLst>
                </p14:cNvPr>
                <p14:cNvContentPartPr/>
                <p14:nvPr/>
              </p14:nvContentPartPr>
              <p14:xfrm>
                <a:off x="5966886" y="5273223"/>
                <a:ext cx="397800" cy="208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3B5A88B-1D49-C97B-4AC6-6EFE7EB3BB2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958246" y="5264583"/>
                  <a:ext cx="415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DFBC29-0259-9B62-D6D5-B3F27F7FE74A}"/>
                    </a:ext>
                  </a:extLst>
                </p14:cNvPr>
                <p14:cNvContentPartPr/>
                <p14:nvPr/>
              </p14:nvContentPartPr>
              <p14:xfrm>
                <a:off x="6447126" y="5356383"/>
                <a:ext cx="85680" cy="122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DFBC29-0259-9B62-D6D5-B3F27F7FE74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438486" y="5347383"/>
                  <a:ext cx="103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3C73490-B1EE-CF26-5199-FA8A4BB5BE59}"/>
                    </a:ext>
                  </a:extLst>
                </p14:cNvPr>
                <p14:cNvContentPartPr/>
                <p14:nvPr/>
              </p14:nvContentPartPr>
              <p14:xfrm>
                <a:off x="6501486" y="5335863"/>
                <a:ext cx="275400" cy="396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3C73490-B1EE-CF26-5199-FA8A4BB5BE5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492846" y="5326863"/>
                  <a:ext cx="29304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2D104D5-7AE7-B368-F09D-076D3986B31D}"/>
              </a:ext>
            </a:extLst>
          </p:cNvPr>
          <p:cNvGrpSpPr/>
          <p:nvPr/>
        </p:nvGrpSpPr>
        <p:grpSpPr>
          <a:xfrm>
            <a:off x="6964806" y="5168103"/>
            <a:ext cx="855000" cy="294480"/>
            <a:chOff x="6964806" y="5168103"/>
            <a:chExt cx="8550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3C1F3E1-D1A7-B5AA-BA17-8F6EB95F3192}"/>
                    </a:ext>
                  </a:extLst>
                </p14:cNvPr>
                <p14:cNvContentPartPr/>
                <p14:nvPr/>
              </p14:nvContentPartPr>
              <p14:xfrm>
                <a:off x="6964806" y="5321823"/>
                <a:ext cx="103680" cy="130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3C1F3E1-D1A7-B5AA-BA17-8F6EB95F319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56166" y="5312823"/>
                  <a:ext cx="121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04222DD-77BE-C2DB-5E5C-1B58867E3E6D}"/>
                    </a:ext>
                  </a:extLst>
                </p14:cNvPr>
                <p14:cNvContentPartPr/>
                <p14:nvPr/>
              </p14:nvContentPartPr>
              <p14:xfrm>
                <a:off x="7166766" y="5334063"/>
                <a:ext cx="171720" cy="128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04222DD-77BE-C2DB-5E5C-1B58867E3E6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58126" y="5325423"/>
                  <a:ext cx="189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2D53DAC-3989-4C03-D2F3-E93FECA9AF95}"/>
                    </a:ext>
                  </a:extLst>
                </p14:cNvPr>
                <p14:cNvContentPartPr/>
                <p14:nvPr/>
              </p14:nvContentPartPr>
              <p14:xfrm>
                <a:off x="7433526" y="5168103"/>
                <a:ext cx="386280" cy="293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2D53DAC-3989-4C03-D2F3-E93FECA9AF9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424526" y="5159103"/>
                  <a:ext cx="40392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239300D-9BA3-3109-EBF0-D400499FB703}"/>
              </a:ext>
            </a:extLst>
          </p:cNvPr>
          <p:cNvGrpSpPr/>
          <p:nvPr/>
        </p:nvGrpSpPr>
        <p:grpSpPr>
          <a:xfrm>
            <a:off x="8447646" y="5233623"/>
            <a:ext cx="1225440" cy="366480"/>
            <a:chOff x="8447646" y="5233623"/>
            <a:chExt cx="122544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3C90661-995B-D503-07FC-F217031EE886}"/>
                    </a:ext>
                  </a:extLst>
                </p14:cNvPr>
                <p14:cNvContentPartPr/>
                <p14:nvPr/>
              </p14:nvContentPartPr>
              <p14:xfrm>
                <a:off x="8447646" y="5392023"/>
                <a:ext cx="294840" cy="145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3C90661-995B-D503-07FC-F217031EE88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438646" y="5383383"/>
                  <a:ext cx="312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8C93BAE-2CC1-7BD4-5A20-70C71F4CFD56}"/>
                    </a:ext>
                  </a:extLst>
                </p14:cNvPr>
                <p14:cNvContentPartPr/>
                <p14:nvPr/>
              </p14:nvContentPartPr>
              <p14:xfrm>
                <a:off x="8833566" y="5402463"/>
                <a:ext cx="135720" cy="185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8C93BAE-2CC1-7BD4-5A20-70C71F4CFD5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824926" y="5393463"/>
                  <a:ext cx="153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C400FED-176A-C15D-EA1D-097896F6F56E}"/>
                    </a:ext>
                  </a:extLst>
                </p14:cNvPr>
                <p14:cNvContentPartPr/>
                <p14:nvPr/>
              </p14:nvContentPartPr>
              <p14:xfrm>
                <a:off x="9080886" y="5233623"/>
                <a:ext cx="61920" cy="366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C400FED-176A-C15D-EA1D-097896F6F56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071886" y="5224983"/>
                  <a:ext cx="795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FBB1B86-963C-430E-0375-DC3FF0F0DF38}"/>
                    </a:ext>
                  </a:extLst>
                </p14:cNvPr>
                <p14:cNvContentPartPr/>
                <p14:nvPr/>
              </p14:nvContentPartPr>
              <p14:xfrm>
                <a:off x="8977566" y="5406063"/>
                <a:ext cx="412920" cy="1890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FBB1B86-963C-430E-0375-DC3FF0F0DF3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68926" y="5397423"/>
                  <a:ext cx="4305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E157227-9ACC-3A52-A283-441D3D1A0D37}"/>
                    </a:ext>
                  </a:extLst>
                </p14:cNvPr>
                <p14:cNvContentPartPr/>
                <p14:nvPr/>
              </p14:nvContentPartPr>
              <p14:xfrm>
                <a:off x="9399486" y="5309223"/>
                <a:ext cx="25920" cy="19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E157227-9ACC-3A52-A283-441D3D1A0D3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390486" y="5300223"/>
                  <a:ext cx="43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ABB7CD5-2EDF-EE17-B3A3-E39D8C934E5F}"/>
                    </a:ext>
                  </a:extLst>
                </p14:cNvPr>
                <p14:cNvContentPartPr/>
                <p14:nvPr/>
              </p14:nvContentPartPr>
              <p14:xfrm>
                <a:off x="9514686" y="5407863"/>
                <a:ext cx="111600" cy="175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ABB7CD5-2EDF-EE17-B3A3-E39D8C934E5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506046" y="5399223"/>
                  <a:ext cx="129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301CDE8-F258-FD01-B60E-5E6F8D797118}"/>
                    </a:ext>
                  </a:extLst>
                </p14:cNvPr>
                <p14:cNvContentPartPr/>
                <p14:nvPr/>
              </p14:nvContentPartPr>
              <p14:xfrm>
                <a:off x="9498126" y="5409663"/>
                <a:ext cx="174960" cy="163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301CDE8-F258-FD01-B60E-5E6F8D79711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489486" y="5401023"/>
                  <a:ext cx="19260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685C356-C119-2602-726A-36DAF3D49413}"/>
              </a:ext>
            </a:extLst>
          </p:cNvPr>
          <p:cNvGrpSpPr/>
          <p:nvPr/>
        </p:nvGrpSpPr>
        <p:grpSpPr>
          <a:xfrm>
            <a:off x="10043166" y="5396703"/>
            <a:ext cx="200880" cy="169200"/>
            <a:chOff x="10043166" y="5396703"/>
            <a:chExt cx="20088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3DACE98-5F8C-D558-3BBD-0C210A959374}"/>
                    </a:ext>
                  </a:extLst>
                </p14:cNvPr>
                <p14:cNvContentPartPr/>
                <p14:nvPr/>
              </p14:nvContentPartPr>
              <p14:xfrm>
                <a:off x="10043166" y="5414703"/>
                <a:ext cx="73080" cy="151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3DACE98-5F8C-D558-3BBD-0C210A95937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034526" y="5405703"/>
                  <a:ext cx="907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210B9FD-DDBC-0BD9-08A0-11B702E49886}"/>
                    </a:ext>
                  </a:extLst>
                </p14:cNvPr>
                <p14:cNvContentPartPr/>
                <p14:nvPr/>
              </p14:nvContentPartPr>
              <p14:xfrm>
                <a:off x="10133526" y="5396703"/>
                <a:ext cx="110520" cy="151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210B9FD-DDBC-0BD9-08A0-11B702E4988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124886" y="5387703"/>
                  <a:ext cx="12816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4986B479-BB69-EFFF-6EC2-8E09830CDDAD}"/>
                  </a:ext>
                </a:extLst>
              </p14:cNvPr>
              <p14:cNvContentPartPr/>
              <p14:nvPr/>
            </p14:nvContentPartPr>
            <p14:xfrm>
              <a:off x="10133166" y="5213103"/>
              <a:ext cx="14760" cy="338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4986B479-BB69-EFFF-6EC2-8E09830CDDAD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0124526" y="5204463"/>
                <a:ext cx="324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200BDBE2-46AE-7798-750F-EA73FEEC3102}"/>
              </a:ext>
            </a:extLst>
          </p:cNvPr>
          <p:cNvGrpSpPr/>
          <p:nvPr/>
        </p:nvGrpSpPr>
        <p:grpSpPr>
          <a:xfrm>
            <a:off x="10503606" y="5219943"/>
            <a:ext cx="1746000" cy="771840"/>
            <a:chOff x="10503606" y="5219943"/>
            <a:chExt cx="1746000" cy="77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804CF32-C067-163D-0DDC-B20EA6701A44}"/>
                    </a:ext>
                  </a:extLst>
                </p14:cNvPr>
                <p14:cNvContentPartPr/>
                <p14:nvPr/>
              </p14:nvContentPartPr>
              <p14:xfrm>
                <a:off x="10503606" y="5351703"/>
                <a:ext cx="366840" cy="1576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804CF32-C067-163D-0DDC-B20EA6701A4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494606" y="5343063"/>
                  <a:ext cx="384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7415F75-2EAF-2462-ADC7-D7308FAF3542}"/>
                    </a:ext>
                  </a:extLst>
                </p14:cNvPr>
                <p14:cNvContentPartPr/>
                <p14:nvPr/>
              </p14:nvContentPartPr>
              <p14:xfrm>
                <a:off x="10930566" y="5219943"/>
                <a:ext cx="43920" cy="352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7415F75-2EAF-2462-ADC7-D7308FAF3542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921566" y="5210943"/>
                  <a:ext cx="615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6DCE5FA-8CAF-9A24-98F2-8F1B3DFB3AEC}"/>
                    </a:ext>
                  </a:extLst>
                </p14:cNvPr>
                <p14:cNvContentPartPr/>
                <p14:nvPr/>
              </p14:nvContentPartPr>
              <p14:xfrm>
                <a:off x="10860006" y="5286543"/>
                <a:ext cx="293040" cy="283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6DCE5FA-8CAF-9A24-98F2-8F1B3DFB3AE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851006" y="5277903"/>
                  <a:ext cx="3106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FDD9F82-7C36-4807-DE39-D1E12D2B7CC3}"/>
                    </a:ext>
                  </a:extLst>
                </p14:cNvPr>
                <p14:cNvContentPartPr/>
                <p14:nvPr/>
              </p14:nvContentPartPr>
              <p14:xfrm>
                <a:off x="11190126" y="5435943"/>
                <a:ext cx="105120" cy="1198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FDD9F82-7C36-4807-DE39-D1E12D2B7CC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181126" y="5427303"/>
                  <a:ext cx="122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71ABEB4-DB89-AA0F-74FB-059CAF71DBBC}"/>
                    </a:ext>
                  </a:extLst>
                </p14:cNvPr>
                <p14:cNvContentPartPr/>
                <p14:nvPr/>
              </p14:nvContentPartPr>
              <p14:xfrm>
                <a:off x="11157726" y="5391303"/>
                <a:ext cx="654840" cy="600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71ABEB4-DB89-AA0F-74FB-059CAF71DBBC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148726" y="5382303"/>
                  <a:ext cx="67248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9032C10-8AE0-55CB-F874-C8A128C8B7A6}"/>
                    </a:ext>
                  </a:extLst>
                </p14:cNvPr>
                <p14:cNvContentPartPr/>
                <p14:nvPr/>
              </p14:nvContentPartPr>
              <p14:xfrm>
                <a:off x="11834166" y="5277543"/>
                <a:ext cx="264600" cy="291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9032C10-8AE0-55CB-F874-C8A128C8B7A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825166" y="5268903"/>
                  <a:ext cx="282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38D70C3-CC4A-F1B1-9F43-2C1578BB79E6}"/>
                    </a:ext>
                  </a:extLst>
                </p14:cNvPr>
                <p14:cNvContentPartPr/>
                <p14:nvPr/>
              </p14:nvContentPartPr>
              <p14:xfrm>
                <a:off x="12240606" y="5649423"/>
                <a:ext cx="9000" cy="6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38D70C3-CC4A-F1B1-9F43-2C1578BB79E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2231966" y="5640423"/>
                  <a:ext cx="266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A547882C-CFBC-1FAA-F355-391F5A0152C4}"/>
              </a:ext>
            </a:extLst>
          </p:cNvPr>
          <p:cNvGrpSpPr/>
          <p:nvPr/>
        </p:nvGrpSpPr>
        <p:grpSpPr>
          <a:xfrm>
            <a:off x="143397" y="5891343"/>
            <a:ext cx="277200" cy="572400"/>
            <a:chOff x="143397" y="5891343"/>
            <a:chExt cx="27720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30ACB08-1559-9D25-B757-0F5591E39F45}"/>
                    </a:ext>
                  </a:extLst>
                </p14:cNvPr>
                <p14:cNvContentPartPr/>
                <p14:nvPr/>
              </p14:nvContentPartPr>
              <p14:xfrm>
                <a:off x="143397" y="6080343"/>
                <a:ext cx="101880" cy="114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30ACB08-1559-9D25-B757-0F5591E39F4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34397" y="6071343"/>
                  <a:ext cx="119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24288F0-EB6E-80CC-8EBA-A1E5DA3C5FFF}"/>
                    </a:ext>
                  </a:extLst>
                </p14:cNvPr>
                <p14:cNvContentPartPr/>
                <p14:nvPr/>
              </p14:nvContentPartPr>
              <p14:xfrm>
                <a:off x="284157" y="6063423"/>
                <a:ext cx="10800" cy="1450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24288F0-EB6E-80CC-8EBA-A1E5DA3C5FF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75517" y="6054423"/>
                  <a:ext cx="28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142C90C-BA03-55B1-B3F4-508A7A43EC40}"/>
                    </a:ext>
                  </a:extLst>
                </p14:cNvPr>
                <p14:cNvContentPartPr/>
                <p14:nvPr/>
              </p14:nvContentPartPr>
              <p14:xfrm>
                <a:off x="332397" y="5891343"/>
                <a:ext cx="88200" cy="5724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142C90C-BA03-55B1-B3F4-508A7A43EC4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23757" y="5882343"/>
                  <a:ext cx="105840" cy="59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94C378B-7DEC-BDF9-013A-F97D359F7084}"/>
              </a:ext>
            </a:extLst>
          </p:cNvPr>
          <p:cNvGrpSpPr/>
          <p:nvPr/>
        </p:nvGrpSpPr>
        <p:grpSpPr>
          <a:xfrm>
            <a:off x="883917" y="5898183"/>
            <a:ext cx="1456200" cy="700200"/>
            <a:chOff x="883917" y="5898183"/>
            <a:chExt cx="1456200" cy="70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468A378-8F4F-11DC-AF16-9AEE386F913D}"/>
                    </a:ext>
                  </a:extLst>
                </p14:cNvPr>
                <p14:cNvContentPartPr/>
                <p14:nvPr/>
              </p14:nvContentPartPr>
              <p14:xfrm>
                <a:off x="883917" y="5898183"/>
                <a:ext cx="205200" cy="4312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468A378-8F4F-11DC-AF16-9AEE386F913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74917" y="5889543"/>
                  <a:ext cx="2228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BEFF6E5-94A1-6343-F114-2F8B26B4FC8D}"/>
                    </a:ext>
                  </a:extLst>
                </p14:cNvPr>
                <p14:cNvContentPartPr/>
                <p14:nvPr/>
              </p14:nvContentPartPr>
              <p14:xfrm>
                <a:off x="1130157" y="5918703"/>
                <a:ext cx="859320" cy="415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BEFF6E5-94A1-6343-F114-2F8B26B4FC8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21157" y="5910063"/>
                  <a:ext cx="8769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3779C6A-D783-1050-9779-2D673DBD001E}"/>
                    </a:ext>
                  </a:extLst>
                </p14:cNvPr>
                <p14:cNvContentPartPr/>
                <p14:nvPr/>
              </p14:nvContentPartPr>
              <p14:xfrm>
                <a:off x="2014677" y="6031383"/>
                <a:ext cx="18000" cy="464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3779C6A-D783-1050-9779-2D673DBD001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005677" y="6022383"/>
                  <a:ext cx="35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DA5D354-1899-E564-602B-5E2020E3B7F5}"/>
                    </a:ext>
                  </a:extLst>
                </p14:cNvPr>
                <p14:cNvContentPartPr/>
                <p14:nvPr/>
              </p14:nvContentPartPr>
              <p14:xfrm>
                <a:off x="1746837" y="6054783"/>
                <a:ext cx="116640" cy="75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DA5D354-1899-E564-602B-5E2020E3B7F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738197" y="6046143"/>
                  <a:ext cx="134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8C56D61-ABDB-14BC-A9AE-53CCABDC8685}"/>
                    </a:ext>
                  </a:extLst>
                </p14:cNvPr>
                <p14:cNvContentPartPr/>
                <p14:nvPr/>
              </p14:nvContentPartPr>
              <p14:xfrm>
                <a:off x="2099637" y="5971623"/>
                <a:ext cx="50760" cy="342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8C56D61-ABDB-14BC-A9AE-53CCABDC868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090637" y="5962983"/>
                  <a:ext cx="684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D68223A-95F0-14AA-D0B3-30C955B27A26}"/>
                    </a:ext>
                  </a:extLst>
                </p14:cNvPr>
                <p14:cNvContentPartPr/>
                <p14:nvPr/>
              </p14:nvContentPartPr>
              <p14:xfrm>
                <a:off x="2146797" y="6181863"/>
                <a:ext cx="193320" cy="416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D68223A-95F0-14AA-D0B3-30C955B27A2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137797" y="6172863"/>
                  <a:ext cx="2109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7FAFBC4-9955-49FB-3545-1C8CCB3EED7A}"/>
                    </a:ext>
                  </a:extLst>
                </p14:cNvPr>
                <p14:cNvContentPartPr/>
                <p14:nvPr/>
              </p14:nvContentPartPr>
              <p14:xfrm>
                <a:off x="2134917" y="6062703"/>
                <a:ext cx="165600" cy="10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7FAFBC4-9955-49FB-3545-1C8CCB3EED7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125917" y="6054063"/>
                  <a:ext cx="1832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64A8D9BB-8081-FC17-B571-BFFA0009FC32}"/>
              </a:ext>
            </a:extLst>
          </p:cNvPr>
          <p:cNvGrpSpPr/>
          <p:nvPr/>
        </p:nvGrpSpPr>
        <p:grpSpPr>
          <a:xfrm>
            <a:off x="2858157" y="6032823"/>
            <a:ext cx="1301400" cy="338400"/>
            <a:chOff x="2858157" y="6032823"/>
            <a:chExt cx="130140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8E44D8D-44D3-A4A2-EB68-76506CE9CD1A}"/>
                    </a:ext>
                  </a:extLst>
                </p14:cNvPr>
                <p14:cNvContentPartPr/>
                <p14:nvPr/>
              </p14:nvContentPartPr>
              <p14:xfrm>
                <a:off x="2858157" y="6145503"/>
                <a:ext cx="325080" cy="205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8E44D8D-44D3-A4A2-EB68-76506CE9CD1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849157" y="6136503"/>
                  <a:ext cx="342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B69ED81-D8D2-45D3-1A1F-BF4F8F2E9D4A}"/>
                    </a:ext>
                  </a:extLst>
                </p14:cNvPr>
                <p14:cNvContentPartPr/>
                <p14:nvPr/>
              </p14:nvContentPartPr>
              <p14:xfrm>
                <a:off x="3298077" y="6226503"/>
                <a:ext cx="152280" cy="143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B69ED81-D8D2-45D3-1A1F-BF4F8F2E9D4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289437" y="6217863"/>
                  <a:ext cx="169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3B8A5F3-9F94-C6F5-0931-C06C7B5E2DCF}"/>
                    </a:ext>
                  </a:extLst>
                </p14:cNvPr>
                <p14:cNvContentPartPr/>
                <p14:nvPr/>
              </p14:nvContentPartPr>
              <p14:xfrm>
                <a:off x="3565917" y="6032823"/>
                <a:ext cx="33840" cy="335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3B8A5F3-9F94-C6F5-0931-C06C7B5E2DC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557277" y="6023823"/>
                  <a:ext cx="514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1AF39AA-BC05-AC23-6FE0-CE1075961D43}"/>
                    </a:ext>
                  </a:extLst>
                </p14:cNvPr>
                <p14:cNvContentPartPr/>
                <p14:nvPr/>
              </p14:nvContentPartPr>
              <p14:xfrm>
                <a:off x="3500757" y="6174663"/>
                <a:ext cx="367560" cy="186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1AF39AA-BC05-AC23-6FE0-CE1075961D4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492117" y="6166023"/>
                  <a:ext cx="385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6BC0E96-A689-6AC8-71A2-6A7E572D018C}"/>
                    </a:ext>
                  </a:extLst>
                </p14:cNvPr>
                <p14:cNvContentPartPr/>
                <p14:nvPr/>
              </p14:nvContentPartPr>
              <p14:xfrm>
                <a:off x="3838437" y="6049023"/>
                <a:ext cx="15840" cy="766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6BC0E96-A689-6AC8-71A2-6A7E572D018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829797" y="6040383"/>
                  <a:ext cx="33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04F3BCF-77A2-FC12-7EA9-8FCC93EBE6C6}"/>
                    </a:ext>
                  </a:extLst>
                </p14:cNvPr>
                <p14:cNvContentPartPr/>
                <p14:nvPr/>
              </p14:nvContentPartPr>
              <p14:xfrm>
                <a:off x="4016997" y="6196983"/>
                <a:ext cx="82080" cy="1670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04F3BCF-77A2-FC12-7EA9-8FCC93EBE6C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007997" y="6187983"/>
                  <a:ext cx="99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95B4803-E95B-0B57-6F6E-336B83575171}"/>
                    </a:ext>
                  </a:extLst>
                </p14:cNvPr>
                <p14:cNvContentPartPr/>
                <p14:nvPr/>
              </p14:nvContentPartPr>
              <p14:xfrm>
                <a:off x="3968757" y="6191583"/>
                <a:ext cx="190800" cy="1796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95B4803-E95B-0B57-6F6E-336B8357517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959757" y="6182943"/>
                  <a:ext cx="20844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335A4AC-F4D4-FC4A-5389-4AECBD7C999B}"/>
              </a:ext>
            </a:extLst>
          </p:cNvPr>
          <p:cNvGrpSpPr/>
          <p:nvPr/>
        </p:nvGrpSpPr>
        <p:grpSpPr>
          <a:xfrm>
            <a:off x="4809717" y="6010863"/>
            <a:ext cx="193680" cy="283320"/>
            <a:chOff x="4809717" y="6010863"/>
            <a:chExt cx="19368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38539F0-1891-0218-60E1-25E27CF9ECA0}"/>
                    </a:ext>
                  </a:extLst>
                </p14:cNvPr>
                <p14:cNvContentPartPr/>
                <p14:nvPr/>
              </p14:nvContentPartPr>
              <p14:xfrm>
                <a:off x="4809717" y="6133623"/>
                <a:ext cx="21600" cy="144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38539F0-1891-0218-60E1-25E27CF9ECA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801077" y="6124983"/>
                  <a:ext cx="39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2363D11-F1BD-E214-7ACF-A4A12BF8244E}"/>
                    </a:ext>
                  </a:extLst>
                </p14:cNvPr>
                <p14:cNvContentPartPr/>
                <p14:nvPr/>
              </p14:nvContentPartPr>
              <p14:xfrm>
                <a:off x="4897557" y="6133623"/>
                <a:ext cx="105840" cy="160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2363D11-F1BD-E214-7ACF-A4A12BF8244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888917" y="6124983"/>
                  <a:ext cx="123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386827B-EA57-C31B-2FE8-E2DDC2C04F51}"/>
                    </a:ext>
                  </a:extLst>
                </p14:cNvPr>
                <p14:cNvContentPartPr/>
                <p14:nvPr/>
              </p14:nvContentPartPr>
              <p14:xfrm>
                <a:off x="4907277" y="6010863"/>
                <a:ext cx="20520" cy="26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386827B-EA57-C31B-2FE8-E2DDC2C04F5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898637" y="6002223"/>
                  <a:ext cx="3816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DBFFBA9D-0409-DDF7-9E25-6BF38EAF47FA}"/>
              </a:ext>
            </a:extLst>
          </p:cNvPr>
          <p:cNvGrpSpPr/>
          <p:nvPr/>
        </p:nvGrpSpPr>
        <p:grpSpPr>
          <a:xfrm>
            <a:off x="5440077" y="6155223"/>
            <a:ext cx="433080" cy="158040"/>
            <a:chOff x="5440077" y="6155223"/>
            <a:chExt cx="4330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C75D6DB-7F3F-C436-8E07-307F511FFF9E}"/>
                    </a:ext>
                  </a:extLst>
                </p14:cNvPr>
                <p14:cNvContentPartPr/>
                <p14:nvPr/>
              </p14:nvContentPartPr>
              <p14:xfrm>
                <a:off x="5440077" y="6155223"/>
                <a:ext cx="153720" cy="158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C75D6DB-7F3F-C436-8E07-307F511FFF9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431077" y="6146583"/>
                  <a:ext cx="171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C9F9988-B558-B4F4-569F-228993644043}"/>
                    </a:ext>
                  </a:extLst>
                </p14:cNvPr>
                <p14:cNvContentPartPr/>
                <p14:nvPr/>
              </p14:nvContentPartPr>
              <p14:xfrm>
                <a:off x="5626917" y="6159903"/>
                <a:ext cx="246240" cy="130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C9F9988-B558-B4F4-569F-228993644043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618277" y="6151263"/>
                  <a:ext cx="2638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1503D68D-386E-09F5-771A-0A046C7E78F4}"/>
              </a:ext>
            </a:extLst>
          </p:cNvPr>
          <p:cNvGrpSpPr/>
          <p:nvPr/>
        </p:nvGrpSpPr>
        <p:grpSpPr>
          <a:xfrm>
            <a:off x="6261237" y="5827263"/>
            <a:ext cx="2015280" cy="704880"/>
            <a:chOff x="6261237" y="5827263"/>
            <a:chExt cx="201528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004D3DD-75E0-9895-51C6-7AC21D8DAAFC}"/>
                    </a:ext>
                  </a:extLst>
                </p14:cNvPr>
                <p14:cNvContentPartPr/>
                <p14:nvPr/>
              </p14:nvContentPartPr>
              <p14:xfrm>
                <a:off x="6261237" y="6101943"/>
                <a:ext cx="370080" cy="168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004D3DD-75E0-9895-51C6-7AC21D8DAAFC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252597" y="6092943"/>
                  <a:ext cx="387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2707F25-6C8E-2604-5E85-CEDD61285E22}"/>
                    </a:ext>
                  </a:extLst>
                </p14:cNvPr>
                <p14:cNvContentPartPr/>
                <p14:nvPr/>
              </p14:nvContentPartPr>
              <p14:xfrm>
                <a:off x="6668757" y="5961903"/>
                <a:ext cx="60120" cy="2934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2707F25-6C8E-2604-5E85-CEDD61285E2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660117" y="5953263"/>
                  <a:ext cx="777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5AE05CD-3D43-FF8B-D690-566CF93BCB12}"/>
                    </a:ext>
                  </a:extLst>
                </p14:cNvPr>
                <p14:cNvContentPartPr/>
                <p14:nvPr/>
              </p14:nvContentPartPr>
              <p14:xfrm>
                <a:off x="6579477" y="5996823"/>
                <a:ext cx="399960" cy="226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5AE05CD-3D43-FF8B-D690-566CF93BCB1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570837" y="5988183"/>
                  <a:ext cx="417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74C18B2-AF2B-0D57-661A-D59930857F9C}"/>
                    </a:ext>
                  </a:extLst>
                </p14:cNvPr>
                <p14:cNvContentPartPr/>
                <p14:nvPr/>
              </p14:nvContentPartPr>
              <p14:xfrm>
                <a:off x="7063677" y="6084663"/>
                <a:ext cx="105840" cy="1501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74C18B2-AF2B-0D57-661A-D59930857F9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054677" y="6076023"/>
                  <a:ext cx="123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B9A60A2-DDA4-6552-1D78-9A8473C97E8B}"/>
                    </a:ext>
                  </a:extLst>
                </p14:cNvPr>
                <p14:cNvContentPartPr/>
                <p14:nvPr/>
              </p14:nvContentPartPr>
              <p14:xfrm>
                <a:off x="7180317" y="6069903"/>
                <a:ext cx="669240" cy="462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B9A60A2-DDA4-6552-1D78-9A8473C97E8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171677" y="6060903"/>
                  <a:ext cx="6868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925894D-F930-161A-FD65-F0FC3EC2BDB2}"/>
                    </a:ext>
                  </a:extLst>
                </p14:cNvPr>
                <p14:cNvContentPartPr/>
                <p14:nvPr/>
              </p14:nvContentPartPr>
              <p14:xfrm>
                <a:off x="7975557" y="5827263"/>
                <a:ext cx="300960" cy="4075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925894D-F930-161A-FD65-F0FC3EC2BDB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966917" y="5818263"/>
                  <a:ext cx="31860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149ABB1-377E-13FA-56DA-A45DCE7E1CC5}"/>
              </a:ext>
            </a:extLst>
          </p:cNvPr>
          <p:cNvGrpSpPr/>
          <p:nvPr/>
        </p:nvGrpSpPr>
        <p:grpSpPr>
          <a:xfrm>
            <a:off x="8671437" y="5867223"/>
            <a:ext cx="1120680" cy="398880"/>
            <a:chOff x="8671437" y="5867223"/>
            <a:chExt cx="112068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73468E2-78E8-461B-9AF0-053E143925A5}"/>
                    </a:ext>
                  </a:extLst>
                </p14:cNvPr>
                <p14:cNvContentPartPr/>
                <p14:nvPr/>
              </p14:nvContentPartPr>
              <p14:xfrm>
                <a:off x="8671437" y="6091503"/>
                <a:ext cx="273960" cy="1656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73468E2-78E8-461B-9AF0-053E143925A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662797" y="6082863"/>
                  <a:ext cx="291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C407181-3FF8-ECB1-CEF5-C4C07DE956F2}"/>
                    </a:ext>
                  </a:extLst>
                </p14:cNvPr>
                <p14:cNvContentPartPr/>
                <p14:nvPr/>
              </p14:nvContentPartPr>
              <p14:xfrm>
                <a:off x="8961597" y="5867223"/>
                <a:ext cx="648000" cy="398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C407181-3FF8-ECB1-CEF5-C4C07DE956F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952597" y="5858223"/>
                  <a:ext cx="6656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802AB31-ED9B-7AC9-D016-325CE61A6E17}"/>
                    </a:ext>
                  </a:extLst>
                </p14:cNvPr>
                <p14:cNvContentPartPr/>
                <p14:nvPr/>
              </p14:nvContentPartPr>
              <p14:xfrm>
                <a:off x="9704997" y="6103023"/>
                <a:ext cx="81000" cy="101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802AB31-ED9B-7AC9-D016-325CE61A6E17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696357" y="6094023"/>
                  <a:ext cx="98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D0FA035-A5F0-B47F-F4BD-E3C76BAD4D60}"/>
                    </a:ext>
                  </a:extLst>
                </p14:cNvPr>
                <p14:cNvContentPartPr/>
                <p14:nvPr/>
              </p14:nvContentPartPr>
              <p14:xfrm>
                <a:off x="9661437" y="6105543"/>
                <a:ext cx="130680" cy="144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D0FA035-A5F0-B47F-F4BD-E3C76BAD4D6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652437" y="6096903"/>
                  <a:ext cx="148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87CF80A-1AA1-7814-B9EB-588291FAC8A0}"/>
                    </a:ext>
                  </a:extLst>
                </p14:cNvPr>
                <p14:cNvContentPartPr/>
                <p14:nvPr/>
              </p14:nvContentPartPr>
              <p14:xfrm>
                <a:off x="9681957" y="5944983"/>
                <a:ext cx="7200" cy="673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87CF80A-1AA1-7814-B9EB-588291FAC8A0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672957" y="5936343"/>
                  <a:ext cx="24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4F8A493-2622-E163-58BA-5FB08A68EB44}"/>
                    </a:ext>
                  </a:extLst>
                </p14:cNvPr>
                <p14:cNvContentPartPr/>
                <p14:nvPr/>
              </p14:nvContentPartPr>
              <p14:xfrm>
                <a:off x="8970237" y="6050103"/>
                <a:ext cx="146160" cy="4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4F8A493-2622-E163-58BA-5FB08A68EB4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961237" y="6041103"/>
                  <a:ext cx="16380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E74CA867-6463-BCD6-B625-CD546C63E13B}"/>
                  </a:ext>
                </a:extLst>
              </p14:cNvPr>
              <p14:cNvContentPartPr/>
              <p14:nvPr/>
            </p14:nvContentPartPr>
            <p14:xfrm>
              <a:off x="10356237" y="6249543"/>
              <a:ext cx="82800" cy="334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E74CA867-6463-BCD6-B625-CD546C63E13B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0347237" y="6240543"/>
                <a:ext cx="100440" cy="5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118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B681-8953-06E6-942E-AA4F5554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D99985-0268-76B6-A732-E9667F649781}"/>
              </a:ext>
            </a:extLst>
          </p:cNvPr>
          <p:cNvGrpSpPr/>
          <p:nvPr/>
        </p:nvGrpSpPr>
        <p:grpSpPr>
          <a:xfrm>
            <a:off x="243606" y="179223"/>
            <a:ext cx="1390680" cy="600480"/>
            <a:chOff x="243606" y="179223"/>
            <a:chExt cx="1390680" cy="6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ACF4F3E-6B5A-FEB7-2D4C-269A5A002AB9}"/>
                    </a:ext>
                  </a:extLst>
                </p14:cNvPr>
                <p14:cNvContentPartPr/>
                <p14:nvPr/>
              </p14:nvContentPartPr>
              <p14:xfrm>
                <a:off x="243606" y="354183"/>
                <a:ext cx="22320" cy="219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ACF4F3E-6B5A-FEB7-2D4C-269A5A002AB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606" y="345198"/>
                  <a:ext cx="39960" cy="237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B210AB9-6E2B-20A5-00B6-F26226A1A502}"/>
                    </a:ext>
                  </a:extLst>
                </p14:cNvPr>
                <p14:cNvContentPartPr/>
                <p14:nvPr/>
              </p14:nvContentPartPr>
              <p14:xfrm>
                <a:off x="354126" y="394863"/>
                <a:ext cx="12600" cy="15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B210AB9-6E2B-20A5-00B6-F26226A1A50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5126" y="385863"/>
                  <a:ext cx="30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4BDD16A-2CD5-4069-0FD2-222D9AEDD906}"/>
                    </a:ext>
                  </a:extLst>
                </p14:cNvPr>
                <p14:cNvContentPartPr/>
                <p14:nvPr/>
              </p14:nvContentPartPr>
              <p14:xfrm>
                <a:off x="436566" y="379743"/>
                <a:ext cx="24480" cy="162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4BDD16A-2CD5-4069-0FD2-222D9AEDD9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7566" y="370743"/>
                  <a:ext cx="42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7027859-06AA-FD73-78EB-9FC36CFBE952}"/>
                    </a:ext>
                  </a:extLst>
                </p14:cNvPr>
                <p14:cNvContentPartPr/>
                <p14:nvPr/>
              </p14:nvContentPartPr>
              <p14:xfrm>
                <a:off x="577326" y="179223"/>
                <a:ext cx="150120" cy="46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7027859-06AA-FD73-78EB-9FC36CFBE9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8326" y="170223"/>
                  <a:ext cx="1677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FD985C-BF03-1D79-8AD5-A674D7BA3438}"/>
                    </a:ext>
                  </a:extLst>
                </p14:cNvPr>
                <p14:cNvContentPartPr/>
                <p14:nvPr/>
              </p14:nvContentPartPr>
              <p14:xfrm>
                <a:off x="535206" y="751263"/>
                <a:ext cx="2160" cy="28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FD985C-BF03-1D79-8AD5-A674D7BA34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6206" y="742263"/>
                  <a:ext cx="19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D403836-A9D6-E797-8B40-11FD72F9CBE7}"/>
                    </a:ext>
                  </a:extLst>
                </p14:cNvPr>
                <p14:cNvContentPartPr/>
                <p14:nvPr/>
              </p14:nvContentPartPr>
              <p14:xfrm>
                <a:off x="887286" y="287583"/>
                <a:ext cx="336240" cy="342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D403836-A9D6-E797-8B40-11FD72F9CB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276" y="278574"/>
                  <a:ext cx="353899" cy="3600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FA7E7D-D77A-888C-BE44-C1A126CB97FB}"/>
                    </a:ext>
                  </a:extLst>
                </p14:cNvPr>
                <p14:cNvContentPartPr/>
                <p14:nvPr/>
              </p14:nvContentPartPr>
              <p14:xfrm>
                <a:off x="1262046" y="249783"/>
                <a:ext cx="372240" cy="38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FA7E7D-D77A-888C-BE44-C1A126CB97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3046" y="240783"/>
                  <a:ext cx="3898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FD618E-86EF-1801-1E04-723BDBC86092}"/>
              </a:ext>
            </a:extLst>
          </p:cNvPr>
          <p:cNvGrpSpPr/>
          <p:nvPr/>
        </p:nvGrpSpPr>
        <p:grpSpPr>
          <a:xfrm>
            <a:off x="2259966" y="537783"/>
            <a:ext cx="733320" cy="173880"/>
            <a:chOff x="2259966" y="537783"/>
            <a:chExt cx="73332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87E6F4-6D21-AADF-98CB-1189BA643613}"/>
                    </a:ext>
                  </a:extLst>
                </p14:cNvPr>
                <p14:cNvContentPartPr/>
                <p14:nvPr/>
              </p14:nvContentPartPr>
              <p14:xfrm>
                <a:off x="2259966" y="537783"/>
                <a:ext cx="143640" cy="173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87E6F4-6D21-AADF-98CB-1189BA64361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0966" y="528783"/>
                  <a:ext cx="161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31B5309-3A6C-763F-3625-8FDD0324CC46}"/>
                    </a:ext>
                  </a:extLst>
                </p14:cNvPr>
                <p14:cNvContentPartPr/>
                <p14:nvPr/>
              </p14:nvContentPartPr>
              <p14:xfrm>
                <a:off x="2486406" y="547863"/>
                <a:ext cx="137520" cy="155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31B5309-3A6C-763F-3625-8FDD0324CC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77406" y="538863"/>
                  <a:ext cx="155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0805EE-DB02-96D2-C75C-213361CADBC1}"/>
                    </a:ext>
                  </a:extLst>
                </p14:cNvPr>
                <p14:cNvContentPartPr/>
                <p14:nvPr/>
              </p14:nvContentPartPr>
              <p14:xfrm>
                <a:off x="2677926" y="584583"/>
                <a:ext cx="315360" cy="10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0805EE-DB02-96D2-C75C-213361CADBC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68926" y="575583"/>
                  <a:ext cx="33300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B1D37CF-AC99-4F89-0F4E-814BD13B94EF}"/>
                  </a:ext>
                </a:extLst>
              </p14:cNvPr>
              <p14:cNvContentPartPr/>
              <p14:nvPr/>
            </p14:nvContentPartPr>
            <p14:xfrm>
              <a:off x="3521406" y="473703"/>
              <a:ext cx="356040" cy="577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B1D37CF-AC99-4F89-0F4E-814BD13B94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12397" y="464697"/>
                <a:ext cx="373698" cy="595451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7BC630E-C6C3-3FB9-16C2-C102570D2BF5}"/>
              </a:ext>
            </a:extLst>
          </p:cNvPr>
          <p:cNvGrpSpPr/>
          <p:nvPr/>
        </p:nvGrpSpPr>
        <p:grpSpPr>
          <a:xfrm>
            <a:off x="4737486" y="400623"/>
            <a:ext cx="559080" cy="373320"/>
            <a:chOff x="4737486" y="400623"/>
            <a:chExt cx="55908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896306-81EC-50A3-9A5F-89C9688F4BFD}"/>
                    </a:ext>
                  </a:extLst>
                </p14:cNvPr>
                <p14:cNvContentPartPr/>
                <p14:nvPr/>
              </p14:nvContentPartPr>
              <p14:xfrm>
                <a:off x="4754406" y="400623"/>
                <a:ext cx="112680" cy="373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896306-81EC-50A3-9A5F-89C9688F4B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45377" y="391623"/>
                  <a:ext cx="130377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1EB6287-0972-83F9-2026-62288EF3DD0B}"/>
                    </a:ext>
                  </a:extLst>
                </p14:cNvPr>
                <p14:cNvContentPartPr/>
                <p14:nvPr/>
              </p14:nvContentPartPr>
              <p14:xfrm>
                <a:off x="4737486" y="475503"/>
                <a:ext cx="559080" cy="22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1EB6287-0972-83F9-2026-62288EF3DD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28486" y="466503"/>
                  <a:ext cx="57672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52936A1-2D4E-79DB-3BB4-52EB03C2D761}"/>
              </a:ext>
            </a:extLst>
          </p:cNvPr>
          <p:cNvGrpSpPr/>
          <p:nvPr/>
        </p:nvGrpSpPr>
        <p:grpSpPr>
          <a:xfrm>
            <a:off x="5682846" y="272823"/>
            <a:ext cx="1278360" cy="403560"/>
            <a:chOff x="5682846" y="272823"/>
            <a:chExt cx="12783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9D44E3-FA81-4103-D080-621CB2E2576D}"/>
                    </a:ext>
                  </a:extLst>
                </p14:cNvPr>
                <p14:cNvContentPartPr/>
                <p14:nvPr/>
              </p14:nvContentPartPr>
              <p14:xfrm>
                <a:off x="5682846" y="364623"/>
                <a:ext cx="683640" cy="311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9D44E3-FA81-4103-D080-621CB2E257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73846" y="355623"/>
                  <a:ext cx="7012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2B643B2-9383-C56C-9BCE-5B3CAF245A12}"/>
                    </a:ext>
                  </a:extLst>
                </p14:cNvPr>
                <p14:cNvContentPartPr/>
                <p14:nvPr/>
              </p14:nvContentPartPr>
              <p14:xfrm>
                <a:off x="6405006" y="519783"/>
                <a:ext cx="111240" cy="13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2B643B2-9383-C56C-9BCE-5B3CAF245A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96006" y="510807"/>
                  <a:ext cx="128880" cy="1529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1A14C6A-7EE7-558C-4577-F441F7BB33CF}"/>
                    </a:ext>
                  </a:extLst>
                </p14:cNvPr>
                <p14:cNvContentPartPr/>
                <p14:nvPr/>
              </p14:nvContentPartPr>
              <p14:xfrm>
                <a:off x="6535326" y="502863"/>
                <a:ext cx="172440" cy="13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1A14C6A-7EE7-558C-4577-F441F7BB33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26326" y="493863"/>
                  <a:ext cx="190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192122-E247-45BA-F45A-C9AF3076FE0D}"/>
                    </a:ext>
                  </a:extLst>
                </p14:cNvPr>
                <p14:cNvContentPartPr/>
                <p14:nvPr/>
              </p14:nvContentPartPr>
              <p14:xfrm>
                <a:off x="6735846" y="272823"/>
                <a:ext cx="136800" cy="365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192122-E247-45BA-F45A-C9AF3076FE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26822" y="263832"/>
                  <a:ext cx="154487" cy="383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BFD0B56-2A5A-9311-0091-64402EF8F748}"/>
                    </a:ext>
                  </a:extLst>
                </p14:cNvPr>
                <p14:cNvContentPartPr/>
                <p14:nvPr/>
              </p14:nvContentPartPr>
              <p14:xfrm>
                <a:off x="6851766" y="480543"/>
                <a:ext cx="87120" cy="150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BFD0B56-2A5A-9311-0091-64402EF8F7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42766" y="471543"/>
                  <a:ext cx="104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D0ACF6-6580-485B-2D8A-0F1E20A0AC10}"/>
                    </a:ext>
                  </a:extLst>
                </p14:cNvPr>
                <p14:cNvContentPartPr/>
                <p14:nvPr/>
              </p14:nvContentPartPr>
              <p14:xfrm>
                <a:off x="6707766" y="376863"/>
                <a:ext cx="253440" cy="15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D0ACF6-6580-485B-2D8A-0F1E20A0AC1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98766" y="367643"/>
                  <a:ext cx="271080" cy="3319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DDBED14-7F30-EBBC-AAAD-A7C775CC10DA}"/>
              </a:ext>
            </a:extLst>
          </p:cNvPr>
          <p:cNvGrpSpPr/>
          <p:nvPr/>
        </p:nvGrpSpPr>
        <p:grpSpPr>
          <a:xfrm>
            <a:off x="7333446" y="293703"/>
            <a:ext cx="408600" cy="294840"/>
            <a:chOff x="7333446" y="293703"/>
            <a:chExt cx="40860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0DCD22-15C0-F29C-4FC7-D265953B0AB1}"/>
                    </a:ext>
                  </a:extLst>
                </p14:cNvPr>
                <p14:cNvContentPartPr/>
                <p14:nvPr/>
              </p14:nvContentPartPr>
              <p14:xfrm>
                <a:off x="7333446" y="425463"/>
                <a:ext cx="408600" cy="163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0DCD22-15C0-F29C-4FC7-D265953B0A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24446" y="416483"/>
                  <a:ext cx="426240" cy="1806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5D4DADB-16D2-2D82-2D66-57780EBFFE50}"/>
                    </a:ext>
                  </a:extLst>
                </p14:cNvPr>
                <p14:cNvContentPartPr/>
                <p14:nvPr/>
              </p14:nvContentPartPr>
              <p14:xfrm>
                <a:off x="7531446" y="293703"/>
                <a:ext cx="59760" cy="26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5D4DADB-16D2-2D82-2D66-57780EBFFE5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22446" y="284703"/>
                  <a:ext cx="774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CB7024D-9B12-E783-6BD6-798B8FD4019F}"/>
              </a:ext>
            </a:extLst>
          </p:cNvPr>
          <p:cNvGrpSpPr/>
          <p:nvPr/>
        </p:nvGrpSpPr>
        <p:grpSpPr>
          <a:xfrm>
            <a:off x="8184846" y="400623"/>
            <a:ext cx="1354680" cy="567360"/>
            <a:chOff x="8184846" y="400623"/>
            <a:chExt cx="135468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4BD4BB-C1DC-44AE-DD55-2987607138C3}"/>
                    </a:ext>
                  </a:extLst>
                </p14:cNvPr>
                <p14:cNvContentPartPr/>
                <p14:nvPr/>
              </p14:nvContentPartPr>
              <p14:xfrm>
                <a:off x="8184846" y="400623"/>
                <a:ext cx="129240" cy="18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4BD4BB-C1DC-44AE-DD55-2987607138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75846" y="391606"/>
                  <a:ext cx="146880" cy="205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28B913-6A1A-D71F-AE28-D629B72D05D5}"/>
                    </a:ext>
                  </a:extLst>
                </p14:cNvPr>
                <p14:cNvContentPartPr/>
                <p14:nvPr/>
              </p14:nvContentPartPr>
              <p14:xfrm>
                <a:off x="8327046" y="446343"/>
                <a:ext cx="223560" cy="133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28B913-6A1A-D71F-AE28-D629B72D05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18046" y="437343"/>
                  <a:ext cx="241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8D3572D-68D5-A23F-B191-DC80CAF5F5F9}"/>
                    </a:ext>
                  </a:extLst>
                </p14:cNvPr>
                <p14:cNvContentPartPr/>
                <p14:nvPr/>
              </p14:nvContentPartPr>
              <p14:xfrm>
                <a:off x="8347926" y="442743"/>
                <a:ext cx="406800" cy="525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8D3572D-68D5-A23F-B191-DC80CAF5F5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38918" y="433749"/>
                  <a:ext cx="424456" cy="542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B45074-76B7-83C7-EF9D-3B010F4DB482}"/>
                    </a:ext>
                  </a:extLst>
                </p14:cNvPr>
                <p14:cNvContentPartPr/>
                <p14:nvPr/>
              </p14:nvContentPartPr>
              <p14:xfrm>
                <a:off x="8950926" y="415743"/>
                <a:ext cx="588600" cy="183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B45074-76B7-83C7-EF9D-3B010F4DB4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41926" y="406743"/>
                  <a:ext cx="6062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2530DB3-1395-76A9-4219-C7EAE633159E}"/>
              </a:ext>
            </a:extLst>
          </p:cNvPr>
          <p:cNvGrpSpPr/>
          <p:nvPr/>
        </p:nvGrpSpPr>
        <p:grpSpPr>
          <a:xfrm>
            <a:off x="9909606" y="250503"/>
            <a:ext cx="2189520" cy="445320"/>
            <a:chOff x="9909606" y="250503"/>
            <a:chExt cx="218952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5B43086-A374-2066-B6FD-A91A6065920E}"/>
                    </a:ext>
                  </a:extLst>
                </p14:cNvPr>
                <p14:cNvContentPartPr/>
                <p14:nvPr/>
              </p14:nvContentPartPr>
              <p14:xfrm>
                <a:off x="9909606" y="433383"/>
                <a:ext cx="434880" cy="21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5B43086-A374-2066-B6FD-A91A606592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00606" y="424383"/>
                  <a:ext cx="4525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1C9E32A-F336-17F9-35D2-5A7FC92F50BD}"/>
                    </a:ext>
                  </a:extLst>
                </p14:cNvPr>
                <p14:cNvContentPartPr/>
                <p14:nvPr/>
              </p14:nvContentPartPr>
              <p14:xfrm>
                <a:off x="10471566" y="391263"/>
                <a:ext cx="293760" cy="164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1C9E32A-F336-17F9-35D2-5A7FC92F50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62566" y="382243"/>
                  <a:ext cx="311400" cy="18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BAB096-1648-20D7-3641-8AD3ACA46B3B}"/>
                    </a:ext>
                  </a:extLst>
                </p14:cNvPr>
                <p14:cNvContentPartPr/>
                <p14:nvPr/>
              </p14:nvContentPartPr>
              <p14:xfrm>
                <a:off x="10862886" y="580623"/>
                <a:ext cx="120600" cy="11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BAB096-1648-20D7-3641-8AD3ACA46B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53886" y="571623"/>
                  <a:ext cx="1382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E193F7-0192-3CC0-8031-6F8E9BA8C3AB}"/>
                    </a:ext>
                  </a:extLst>
                </p14:cNvPr>
                <p14:cNvContentPartPr/>
                <p14:nvPr/>
              </p14:nvContentPartPr>
              <p14:xfrm>
                <a:off x="11238726" y="414303"/>
                <a:ext cx="160560" cy="172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E193F7-0192-3CC0-8031-6F8E9BA8C3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29726" y="405284"/>
                  <a:ext cx="178200" cy="189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27073E6-827F-8842-EE07-79ECBE55C4B9}"/>
                    </a:ext>
                  </a:extLst>
                </p14:cNvPr>
                <p14:cNvContentPartPr/>
                <p14:nvPr/>
              </p14:nvContentPartPr>
              <p14:xfrm>
                <a:off x="11491446" y="394863"/>
                <a:ext cx="14760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27073E6-827F-8842-EE07-79ECBE55C4B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482446" y="385886"/>
                  <a:ext cx="165240" cy="155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F2D51D-283D-265A-63A5-321E14F3D240}"/>
                    </a:ext>
                  </a:extLst>
                </p14:cNvPr>
                <p14:cNvContentPartPr/>
                <p14:nvPr/>
              </p14:nvContentPartPr>
              <p14:xfrm>
                <a:off x="11661006" y="250503"/>
                <a:ext cx="438120" cy="29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F2D51D-283D-265A-63A5-321E14F3D2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51999" y="241503"/>
                  <a:ext cx="455775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B24C0DF-E9DF-1060-3CD3-2EF363D4D2AC}"/>
              </a:ext>
            </a:extLst>
          </p:cNvPr>
          <p:cNvGrpSpPr/>
          <p:nvPr/>
        </p:nvGrpSpPr>
        <p:grpSpPr>
          <a:xfrm>
            <a:off x="394446" y="1012263"/>
            <a:ext cx="1895400" cy="621360"/>
            <a:chOff x="394446" y="1012263"/>
            <a:chExt cx="1895400" cy="62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DACAF0-429D-8681-5669-ED40A586E6C9}"/>
                    </a:ext>
                  </a:extLst>
                </p14:cNvPr>
                <p14:cNvContentPartPr/>
                <p14:nvPr/>
              </p14:nvContentPartPr>
              <p14:xfrm>
                <a:off x="394446" y="1181463"/>
                <a:ext cx="241920" cy="136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DACAF0-429D-8681-5669-ED40A586E6C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5446" y="1172463"/>
                  <a:ext cx="259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803EF0C-791F-9D89-6FF0-FD03CE0B9B82}"/>
                    </a:ext>
                  </a:extLst>
                </p14:cNvPr>
                <p14:cNvContentPartPr/>
                <p14:nvPr/>
              </p14:nvContentPartPr>
              <p14:xfrm>
                <a:off x="697926" y="1181823"/>
                <a:ext cx="138600" cy="147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803EF0C-791F-9D89-6FF0-FD03CE0B9B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8903" y="1172801"/>
                  <a:ext cx="156286" cy="164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7CCDE13-1991-F949-964D-21C72E224A9C}"/>
                    </a:ext>
                  </a:extLst>
                </p14:cNvPr>
                <p14:cNvContentPartPr/>
                <p14:nvPr/>
              </p14:nvContentPartPr>
              <p14:xfrm>
                <a:off x="904566" y="1017663"/>
                <a:ext cx="58320" cy="30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7CCDE13-1991-F949-964D-21C72E224A9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95566" y="1008663"/>
                  <a:ext cx="75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39932E-322C-5866-CD13-7557794BE59B}"/>
                    </a:ext>
                  </a:extLst>
                </p14:cNvPr>
                <p14:cNvContentPartPr/>
                <p14:nvPr/>
              </p14:nvContentPartPr>
              <p14:xfrm>
                <a:off x="1028766" y="1020543"/>
                <a:ext cx="67320" cy="332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39932E-322C-5866-CD13-7557794BE5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9766" y="1011553"/>
                  <a:ext cx="84960" cy="3499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279A6CC-4A3A-1838-EB7E-69B898A1F659}"/>
                    </a:ext>
                  </a:extLst>
                </p14:cNvPr>
                <p14:cNvContentPartPr/>
                <p14:nvPr/>
              </p14:nvContentPartPr>
              <p14:xfrm>
                <a:off x="1036326" y="1189383"/>
                <a:ext cx="180360" cy="13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279A6CC-4A3A-1838-EB7E-69B898A1F6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7344" y="1180383"/>
                  <a:ext cx="197965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C279150-920A-ECFC-E048-479F69039314}"/>
                    </a:ext>
                  </a:extLst>
                </p14:cNvPr>
                <p14:cNvContentPartPr/>
                <p14:nvPr/>
              </p14:nvContentPartPr>
              <p14:xfrm>
                <a:off x="1231806" y="1027743"/>
                <a:ext cx="25200" cy="27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C279150-920A-ECFC-E048-479F690393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22806" y="1018743"/>
                  <a:ext cx="42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A13B08-A61D-523A-C7CB-DF7249719DAE}"/>
                    </a:ext>
                  </a:extLst>
                </p14:cNvPr>
                <p14:cNvContentPartPr/>
                <p14:nvPr/>
              </p14:nvContentPartPr>
              <p14:xfrm>
                <a:off x="1199406" y="1187583"/>
                <a:ext cx="150480" cy="446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A13B08-A61D-523A-C7CB-DF7249719D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0406" y="1178583"/>
                  <a:ext cx="16812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686F711-A382-5C48-0AC2-56F4AC686C3C}"/>
                    </a:ext>
                  </a:extLst>
                </p14:cNvPr>
                <p14:cNvContentPartPr/>
                <p14:nvPr/>
              </p14:nvContentPartPr>
              <p14:xfrm>
                <a:off x="1259166" y="1012263"/>
                <a:ext cx="458640" cy="338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686F711-A382-5C48-0AC2-56F4AC686C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50166" y="1003263"/>
                  <a:ext cx="4762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0BC8960-954E-D484-C3B4-734D47D45255}"/>
                    </a:ext>
                  </a:extLst>
                </p14:cNvPr>
                <p14:cNvContentPartPr/>
                <p14:nvPr/>
              </p14:nvContentPartPr>
              <p14:xfrm>
                <a:off x="1747326" y="1068063"/>
                <a:ext cx="31320" cy="1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0BC8960-954E-D484-C3B4-734D47D4525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38326" y="1059063"/>
                  <a:ext cx="48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F31118-E615-A8EB-8EE8-698800E51FC5}"/>
                    </a:ext>
                  </a:extLst>
                </p14:cNvPr>
                <p14:cNvContentPartPr/>
                <p14:nvPr/>
              </p14:nvContentPartPr>
              <p14:xfrm>
                <a:off x="1817886" y="1181103"/>
                <a:ext cx="90360" cy="132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F31118-E615-A8EB-8EE8-698800E51F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08886" y="1172103"/>
                  <a:ext cx="108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8AC4395-9CF4-2B99-9A24-3F70C3F2EEC4}"/>
                    </a:ext>
                  </a:extLst>
                </p14:cNvPr>
                <p14:cNvContentPartPr/>
                <p14:nvPr/>
              </p14:nvContentPartPr>
              <p14:xfrm>
                <a:off x="2020206" y="1044303"/>
                <a:ext cx="269640" cy="272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8AC4395-9CF4-2B99-9A24-3F70C3F2EE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11206" y="1035291"/>
                  <a:ext cx="287280" cy="29018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B868526-1DED-4159-AEBB-7B239E1914CC}"/>
              </a:ext>
            </a:extLst>
          </p:cNvPr>
          <p:cNvGrpSpPr/>
          <p:nvPr/>
        </p:nvGrpSpPr>
        <p:grpSpPr>
          <a:xfrm>
            <a:off x="2705286" y="1071303"/>
            <a:ext cx="352800" cy="687240"/>
            <a:chOff x="2705286" y="1071303"/>
            <a:chExt cx="352800" cy="68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6E86F8-B124-C3CC-0CC4-E2DFD378BD78}"/>
                    </a:ext>
                  </a:extLst>
                </p14:cNvPr>
                <p14:cNvContentPartPr/>
                <p14:nvPr/>
              </p14:nvContentPartPr>
              <p14:xfrm>
                <a:off x="2705286" y="1071303"/>
                <a:ext cx="128520" cy="298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6E86F8-B124-C3CC-0CC4-E2DFD378BD7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96286" y="1062303"/>
                  <a:ext cx="1461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E59B8BB-ACED-5444-F745-604ACA939CBB}"/>
                    </a:ext>
                  </a:extLst>
                </p14:cNvPr>
                <p14:cNvContentPartPr/>
                <p14:nvPr/>
              </p14:nvContentPartPr>
              <p14:xfrm>
                <a:off x="2709246" y="1221783"/>
                <a:ext cx="348840" cy="536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E59B8BB-ACED-5444-F745-604ACA939C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00237" y="1212777"/>
                  <a:ext cx="366498" cy="5544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27D76D5-31CF-0D5E-9ADD-79F24456F18D}"/>
              </a:ext>
            </a:extLst>
          </p:cNvPr>
          <p:cNvGrpSpPr/>
          <p:nvPr/>
        </p:nvGrpSpPr>
        <p:grpSpPr>
          <a:xfrm>
            <a:off x="3562446" y="1150143"/>
            <a:ext cx="529200" cy="282600"/>
            <a:chOff x="3562446" y="1150143"/>
            <a:chExt cx="52920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041AA0F-55DB-8CB2-0116-9293A29AC9D1}"/>
                    </a:ext>
                  </a:extLst>
                </p14:cNvPr>
                <p14:cNvContentPartPr/>
                <p14:nvPr/>
              </p14:nvContentPartPr>
              <p14:xfrm>
                <a:off x="3562446" y="1150143"/>
                <a:ext cx="390600" cy="28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041AA0F-55DB-8CB2-0116-9293A29AC9D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53446" y="1141143"/>
                  <a:ext cx="4082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1A2E70D-D40D-EFF4-0605-54420988139E}"/>
                    </a:ext>
                  </a:extLst>
                </p14:cNvPr>
                <p14:cNvContentPartPr/>
                <p14:nvPr/>
              </p14:nvContentPartPr>
              <p14:xfrm>
                <a:off x="3654606" y="1226103"/>
                <a:ext cx="10008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1A2E70D-D40D-EFF4-0605-5442098813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45606" y="1217103"/>
                  <a:ext cx="117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A3F7A33-3AC7-6F6A-D711-4BBCA141D92E}"/>
                    </a:ext>
                  </a:extLst>
                </p14:cNvPr>
                <p14:cNvContentPartPr/>
                <p14:nvPr/>
              </p14:nvContentPartPr>
              <p14:xfrm>
                <a:off x="3986526" y="1275783"/>
                <a:ext cx="105120" cy="119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A3F7A33-3AC7-6F6A-D711-4BBCA141D92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77526" y="1266783"/>
                  <a:ext cx="1227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C324BEB-D003-3C34-82BC-DF8B8A53682B}"/>
              </a:ext>
            </a:extLst>
          </p:cNvPr>
          <p:cNvGrpSpPr/>
          <p:nvPr/>
        </p:nvGrpSpPr>
        <p:grpSpPr>
          <a:xfrm>
            <a:off x="4572606" y="1032423"/>
            <a:ext cx="2234160" cy="846000"/>
            <a:chOff x="4572606" y="1032423"/>
            <a:chExt cx="2234160" cy="84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21FC2A-C9FD-CF8E-CE73-0E96CCE11CE2}"/>
                    </a:ext>
                  </a:extLst>
                </p14:cNvPr>
                <p14:cNvContentPartPr/>
                <p14:nvPr/>
              </p14:nvContentPartPr>
              <p14:xfrm>
                <a:off x="4572606" y="1166343"/>
                <a:ext cx="110160" cy="205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21FC2A-C9FD-CF8E-CE73-0E96CCE11CE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63606" y="1157343"/>
                  <a:ext cx="127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2A7CF9F-1D00-30B0-C2DD-503707503C79}"/>
                    </a:ext>
                  </a:extLst>
                </p14:cNvPr>
                <p14:cNvContentPartPr/>
                <p14:nvPr/>
              </p14:nvContentPartPr>
              <p14:xfrm>
                <a:off x="4751166" y="1215303"/>
                <a:ext cx="122400" cy="118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2A7CF9F-1D00-30B0-C2DD-503707503C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42192" y="1206303"/>
                  <a:ext cx="139988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E30211F-0A77-54D1-9872-FE0403722B92}"/>
                    </a:ext>
                  </a:extLst>
                </p14:cNvPr>
                <p14:cNvContentPartPr/>
                <p14:nvPr/>
              </p14:nvContentPartPr>
              <p14:xfrm>
                <a:off x="4932966" y="1194423"/>
                <a:ext cx="109080" cy="148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E30211F-0A77-54D1-9872-FE0403722B9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23966" y="1185423"/>
                  <a:ext cx="126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D696E2E-35DF-48DD-225E-DDF1752D0FC3}"/>
                    </a:ext>
                  </a:extLst>
                </p14:cNvPr>
                <p14:cNvContentPartPr/>
                <p14:nvPr/>
              </p14:nvContentPartPr>
              <p14:xfrm>
                <a:off x="5075526" y="1160943"/>
                <a:ext cx="81720" cy="19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D696E2E-35DF-48DD-225E-DDF1752D0FC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66526" y="1151960"/>
                  <a:ext cx="99360" cy="2094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085CCB4-34A7-F11D-3C5E-85ACBB4E8266}"/>
                    </a:ext>
                  </a:extLst>
                </p14:cNvPr>
                <p14:cNvContentPartPr/>
                <p14:nvPr/>
              </p14:nvContentPartPr>
              <p14:xfrm>
                <a:off x="5193246" y="1208463"/>
                <a:ext cx="104760" cy="132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085CCB4-34A7-F11D-3C5E-85ACBB4E82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4246" y="1199463"/>
                  <a:ext cx="122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78A3FE-80DE-C834-5360-78E930F80782}"/>
                    </a:ext>
                  </a:extLst>
                </p14:cNvPr>
                <p14:cNvContentPartPr/>
                <p14:nvPr/>
              </p14:nvContentPartPr>
              <p14:xfrm>
                <a:off x="5345526" y="1180383"/>
                <a:ext cx="86760" cy="148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78A3FE-80DE-C834-5360-78E930F8078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36563" y="1171383"/>
                  <a:ext cx="104327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39BB42-C37D-3488-D08A-8A0662746AD9}"/>
                    </a:ext>
                  </a:extLst>
                </p14:cNvPr>
                <p14:cNvContentPartPr/>
                <p14:nvPr/>
              </p14:nvContentPartPr>
              <p14:xfrm>
                <a:off x="5339766" y="1069863"/>
                <a:ext cx="319680" cy="808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39BB42-C37D-3488-D08A-8A0662746A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30766" y="1060863"/>
                  <a:ext cx="33732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625EE53-E533-CE13-BFB8-D06DF15C2DF9}"/>
                    </a:ext>
                  </a:extLst>
                </p14:cNvPr>
                <p14:cNvContentPartPr/>
                <p14:nvPr/>
              </p14:nvContentPartPr>
              <p14:xfrm>
                <a:off x="5446326" y="1139703"/>
                <a:ext cx="225720" cy="186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625EE53-E533-CE13-BFB8-D06DF15C2DF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37326" y="1130686"/>
                  <a:ext cx="243360" cy="203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DCF2E60-F870-7C0D-35CD-A9C42C30F353}"/>
                    </a:ext>
                  </a:extLst>
                </p14:cNvPr>
                <p14:cNvContentPartPr/>
                <p14:nvPr/>
              </p14:nvContentPartPr>
              <p14:xfrm>
                <a:off x="5711286" y="1182543"/>
                <a:ext cx="342360" cy="159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DCF2E60-F870-7C0D-35CD-A9C42C30F3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02286" y="1173543"/>
                  <a:ext cx="360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8DCFBF-5E18-AAA3-891A-90F59637647D}"/>
                    </a:ext>
                  </a:extLst>
                </p14:cNvPr>
                <p14:cNvContentPartPr/>
                <p14:nvPr/>
              </p14:nvContentPartPr>
              <p14:xfrm>
                <a:off x="6117366" y="1038903"/>
                <a:ext cx="322560" cy="283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8DCFBF-5E18-AAA3-891A-90F5963764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8366" y="1029903"/>
                  <a:ext cx="3402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8EC1E1-E20B-0A07-23DB-12E68A20BF2D}"/>
                    </a:ext>
                  </a:extLst>
                </p14:cNvPr>
                <p14:cNvContentPartPr/>
                <p14:nvPr/>
              </p14:nvContentPartPr>
              <p14:xfrm>
                <a:off x="6399966" y="1032423"/>
                <a:ext cx="32040" cy="31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8EC1E1-E20B-0A07-23DB-12E68A20BF2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90966" y="1023423"/>
                  <a:ext cx="49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288FB13-0708-5A2C-DEBB-5927C2E7129D}"/>
                    </a:ext>
                  </a:extLst>
                </p14:cNvPr>
                <p14:cNvContentPartPr/>
                <p14:nvPr/>
              </p14:nvContentPartPr>
              <p14:xfrm>
                <a:off x="6407166" y="1172823"/>
                <a:ext cx="222480" cy="133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288FB13-0708-5A2C-DEBB-5927C2E7129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98166" y="1163799"/>
                  <a:ext cx="240120" cy="1516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643DA6B-84F5-E52C-0DC5-22D943943B10}"/>
                    </a:ext>
                  </a:extLst>
                </p14:cNvPr>
                <p14:cNvContentPartPr/>
                <p14:nvPr/>
              </p14:nvContentPartPr>
              <p14:xfrm>
                <a:off x="6438126" y="1149423"/>
                <a:ext cx="368640" cy="605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643DA6B-84F5-E52C-0DC5-22D943943B1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29126" y="1140423"/>
                  <a:ext cx="386280" cy="62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95EBDD4-C952-EF8A-C84D-620F8BF0C217}"/>
              </a:ext>
            </a:extLst>
          </p:cNvPr>
          <p:cNvGrpSpPr/>
          <p:nvPr/>
        </p:nvGrpSpPr>
        <p:grpSpPr>
          <a:xfrm>
            <a:off x="7361166" y="1016943"/>
            <a:ext cx="1454760" cy="295560"/>
            <a:chOff x="7361166" y="1016943"/>
            <a:chExt cx="14547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AA3FFEF-6D06-6B86-7BC0-3F1AD9BFCF4E}"/>
                    </a:ext>
                  </a:extLst>
                </p14:cNvPr>
                <p14:cNvContentPartPr/>
                <p14:nvPr/>
              </p14:nvContentPartPr>
              <p14:xfrm>
                <a:off x="7361166" y="1023063"/>
                <a:ext cx="756360" cy="277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AA3FFEF-6D06-6B86-7BC0-3F1AD9BFCF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52166" y="1014063"/>
                  <a:ext cx="774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70CC147-8AD5-9459-4A07-119DB4AE1667}"/>
                    </a:ext>
                  </a:extLst>
                </p14:cNvPr>
                <p14:cNvContentPartPr/>
                <p14:nvPr/>
              </p14:nvContentPartPr>
              <p14:xfrm>
                <a:off x="8241006" y="1116303"/>
                <a:ext cx="79560" cy="144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70CC147-8AD5-9459-4A07-119DB4AE16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31965" y="1107303"/>
                  <a:ext cx="97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829190-62CE-6FBC-EFB4-97FB91411E14}"/>
                    </a:ext>
                  </a:extLst>
                </p14:cNvPr>
                <p14:cNvContentPartPr/>
                <p14:nvPr/>
              </p14:nvContentPartPr>
              <p14:xfrm>
                <a:off x="8394726" y="1134303"/>
                <a:ext cx="187560" cy="138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829190-62CE-6FBC-EFB4-97FB91411E1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85709" y="1125303"/>
                  <a:ext cx="205234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6ABCD3E-2A2B-357D-605F-8655469D0A55}"/>
                    </a:ext>
                  </a:extLst>
                </p14:cNvPr>
                <p14:cNvContentPartPr/>
                <p14:nvPr/>
              </p14:nvContentPartPr>
              <p14:xfrm>
                <a:off x="8742126" y="1016943"/>
                <a:ext cx="73800" cy="295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6ABCD3E-2A2B-357D-605F-8655469D0A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33126" y="1007943"/>
                  <a:ext cx="91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18A5B6F-F553-29E2-E4FA-03FDF60D3E7F}"/>
                    </a:ext>
                  </a:extLst>
                </p14:cNvPr>
                <p14:cNvContentPartPr/>
                <p14:nvPr/>
              </p14:nvContentPartPr>
              <p14:xfrm>
                <a:off x="8669766" y="1080303"/>
                <a:ext cx="138240" cy="27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18A5B6F-F553-29E2-E4FA-03FDF60D3E7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60766" y="1071303"/>
                  <a:ext cx="155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67C84A3-821D-7415-DA63-1F14911B6A19}"/>
              </a:ext>
            </a:extLst>
          </p:cNvPr>
          <p:cNvGrpSpPr/>
          <p:nvPr/>
        </p:nvGrpSpPr>
        <p:grpSpPr>
          <a:xfrm>
            <a:off x="9433326" y="1144383"/>
            <a:ext cx="365400" cy="150480"/>
            <a:chOff x="9433326" y="1144383"/>
            <a:chExt cx="3654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2EB6EB4-A9A6-E5C4-1FF9-D39A6FA0661D}"/>
                    </a:ext>
                  </a:extLst>
                </p14:cNvPr>
                <p14:cNvContentPartPr/>
                <p14:nvPr/>
              </p14:nvContentPartPr>
              <p14:xfrm>
                <a:off x="9433326" y="1157343"/>
                <a:ext cx="18360" cy="136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2EB6EB4-A9A6-E5C4-1FF9-D39A6FA0661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24326" y="1148343"/>
                  <a:ext cx="36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C1A1276-6DF7-7F6C-0BE0-44EFAD5D4DAF}"/>
                    </a:ext>
                  </a:extLst>
                </p14:cNvPr>
                <p14:cNvContentPartPr/>
                <p14:nvPr/>
              </p14:nvContentPartPr>
              <p14:xfrm>
                <a:off x="9569046" y="1144383"/>
                <a:ext cx="229680" cy="150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C1A1276-6DF7-7F6C-0BE0-44EFAD5D4DA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60060" y="1135361"/>
                  <a:ext cx="247292" cy="16816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D3905D0-7D41-5E96-CA4D-C264636C180B}"/>
                  </a:ext>
                </a:extLst>
              </p14:cNvPr>
              <p14:cNvContentPartPr/>
              <p14:nvPr/>
            </p14:nvContentPartPr>
            <p14:xfrm>
              <a:off x="9578406" y="933423"/>
              <a:ext cx="23400" cy="10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D3905D0-7D41-5E96-CA4D-C264636C180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569406" y="924423"/>
                <a:ext cx="4104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B348AC67-EFDE-8722-AB1D-636186220D87}"/>
              </a:ext>
            </a:extLst>
          </p:cNvPr>
          <p:cNvGrpSpPr/>
          <p:nvPr/>
        </p:nvGrpSpPr>
        <p:grpSpPr>
          <a:xfrm>
            <a:off x="10322166" y="910383"/>
            <a:ext cx="1677960" cy="644760"/>
            <a:chOff x="10322166" y="910383"/>
            <a:chExt cx="1677960" cy="64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86EDC4B-8249-8459-37A7-1C6FBB9823BD}"/>
                    </a:ext>
                  </a:extLst>
                </p14:cNvPr>
                <p14:cNvContentPartPr/>
                <p14:nvPr/>
              </p14:nvContentPartPr>
              <p14:xfrm>
                <a:off x="10322166" y="1064103"/>
                <a:ext cx="182160" cy="147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86EDC4B-8249-8459-37A7-1C6FBB9823B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313166" y="1055103"/>
                  <a:ext cx="199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32FE86-6AEA-3183-C728-41711EC99368}"/>
                    </a:ext>
                  </a:extLst>
                </p14:cNvPr>
                <p14:cNvContentPartPr/>
                <p14:nvPr/>
              </p14:nvContentPartPr>
              <p14:xfrm>
                <a:off x="10573446" y="1070943"/>
                <a:ext cx="185760" cy="114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32FE86-6AEA-3183-C728-41711EC9936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64446" y="1061943"/>
                  <a:ext cx="203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3CA0D42-83AD-D295-F5E1-AB7E4937E44C}"/>
                    </a:ext>
                  </a:extLst>
                </p14:cNvPr>
                <p14:cNvContentPartPr/>
                <p14:nvPr/>
              </p14:nvContentPartPr>
              <p14:xfrm>
                <a:off x="10684686" y="1047183"/>
                <a:ext cx="285840" cy="50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3CA0D42-83AD-D295-F5E1-AB7E4937E44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675686" y="1038183"/>
                  <a:ext cx="3034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445D01-B43B-A897-540A-37E0E70DAF3B}"/>
                    </a:ext>
                  </a:extLst>
                </p14:cNvPr>
                <p14:cNvContentPartPr/>
                <p14:nvPr/>
              </p14:nvContentPartPr>
              <p14:xfrm>
                <a:off x="11186526" y="1036023"/>
                <a:ext cx="102960" cy="159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445D01-B43B-A897-540A-37E0E70DAF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77494" y="1027043"/>
                  <a:ext cx="120662" cy="1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66184C7-34AB-A3BC-4B49-A81AEFED70AC}"/>
                    </a:ext>
                  </a:extLst>
                </p14:cNvPr>
                <p14:cNvContentPartPr/>
                <p14:nvPr/>
              </p14:nvContentPartPr>
              <p14:xfrm>
                <a:off x="11396766" y="910383"/>
                <a:ext cx="70560" cy="318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66184C7-34AB-A3BC-4B49-A81AEFED70A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87766" y="901383"/>
                  <a:ext cx="882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2DAB015-B538-0087-F6EC-897D8F5560F9}"/>
                    </a:ext>
                  </a:extLst>
                </p14:cNvPr>
                <p14:cNvContentPartPr/>
                <p14:nvPr/>
              </p14:nvContentPartPr>
              <p14:xfrm>
                <a:off x="11373366" y="937743"/>
                <a:ext cx="626760" cy="275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2DAB015-B538-0087-F6EC-897D8F5560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364366" y="928755"/>
                  <a:ext cx="644400" cy="29337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24883F4-4806-7B8B-3957-E7A264D5D8D9}"/>
              </a:ext>
            </a:extLst>
          </p:cNvPr>
          <p:cNvGrpSpPr/>
          <p:nvPr/>
        </p:nvGrpSpPr>
        <p:grpSpPr>
          <a:xfrm>
            <a:off x="468606" y="1916223"/>
            <a:ext cx="837360" cy="196920"/>
            <a:chOff x="468606" y="1916223"/>
            <a:chExt cx="83736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F629C7C-DE1C-0AD3-E735-CBC62D6ED7A5}"/>
                    </a:ext>
                  </a:extLst>
                </p14:cNvPr>
                <p14:cNvContentPartPr/>
                <p14:nvPr/>
              </p14:nvContentPartPr>
              <p14:xfrm>
                <a:off x="468606" y="1916223"/>
                <a:ext cx="400680" cy="196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F629C7C-DE1C-0AD3-E735-CBC62D6ED7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606" y="1907223"/>
                  <a:ext cx="418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2B6DB38-CF8F-0E9E-7716-E988D153FD9C}"/>
                    </a:ext>
                  </a:extLst>
                </p14:cNvPr>
                <p14:cNvContentPartPr/>
                <p14:nvPr/>
              </p14:nvContentPartPr>
              <p14:xfrm>
                <a:off x="1000326" y="1932423"/>
                <a:ext cx="305640" cy="15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2B6DB38-CF8F-0E9E-7716-E988D153FD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1326" y="1923423"/>
                  <a:ext cx="32328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30E56FB-FD25-BA00-9B0C-698C21D02030}"/>
              </a:ext>
            </a:extLst>
          </p:cNvPr>
          <p:cNvGrpSpPr/>
          <p:nvPr/>
        </p:nvGrpSpPr>
        <p:grpSpPr>
          <a:xfrm>
            <a:off x="1868286" y="1969143"/>
            <a:ext cx="198000" cy="340200"/>
            <a:chOff x="1868286" y="1969143"/>
            <a:chExt cx="19800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3DC5B7E-2F41-F71F-B327-503BE72CD922}"/>
                    </a:ext>
                  </a:extLst>
                </p14:cNvPr>
                <p14:cNvContentPartPr/>
                <p14:nvPr/>
              </p14:nvContentPartPr>
              <p14:xfrm>
                <a:off x="1868286" y="2114943"/>
                <a:ext cx="36000" cy="160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3DC5B7E-2F41-F71F-B327-503BE72CD92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59286" y="2105943"/>
                  <a:ext cx="53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C9A81CF-4678-F5B4-4065-E0297709017F}"/>
                    </a:ext>
                  </a:extLst>
                </p14:cNvPr>
                <p14:cNvContentPartPr/>
                <p14:nvPr/>
              </p14:nvContentPartPr>
              <p14:xfrm>
                <a:off x="1966926" y="2142663"/>
                <a:ext cx="99360" cy="166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C9A81CF-4678-F5B4-4065-E0297709017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957926" y="2133663"/>
                  <a:ext cx="117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5420ECC-5107-8CE7-154D-84A7391611E2}"/>
                    </a:ext>
                  </a:extLst>
                </p14:cNvPr>
                <p14:cNvContentPartPr/>
                <p14:nvPr/>
              </p14:nvContentPartPr>
              <p14:xfrm>
                <a:off x="1963686" y="1969143"/>
                <a:ext cx="12600" cy="51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5420ECC-5107-8CE7-154D-84A7391611E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54686" y="1960080"/>
                  <a:ext cx="30240" cy="6924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6EB9586-70B0-EE54-DC42-960080A3BA9D}"/>
                  </a:ext>
                </a:extLst>
              </p14:cNvPr>
              <p14:cNvContentPartPr/>
              <p14:nvPr/>
            </p14:nvContentPartPr>
            <p14:xfrm>
              <a:off x="2599446" y="2135103"/>
              <a:ext cx="766440" cy="399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6EB9586-70B0-EE54-DC42-960080A3BA9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590446" y="2126103"/>
                <a:ext cx="7840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1C4BBD3-2DAC-707D-2D19-9D8F3B95FB8A}"/>
                  </a:ext>
                </a:extLst>
              </p14:cNvPr>
              <p14:cNvContentPartPr/>
              <p14:nvPr/>
            </p14:nvContentPartPr>
            <p14:xfrm>
              <a:off x="3796806" y="2321223"/>
              <a:ext cx="45000" cy="32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1C4BBD3-2DAC-707D-2D19-9D8F3B95FB8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787806" y="2313123"/>
                <a:ext cx="62640" cy="19116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0C19908-CCF2-A259-8B9A-58FB17B4E04B}"/>
              </a:ext>
            </a:extLst>
          </p:cNvPr>
          <p:cNvGrpSpPr/>
          <p:nvPr/>
        </p:nvGrpSpPr>
        <p:grpSpPr>
          <a:xfrm>
            <a:off x="997086" y="2906223"/>
            <a:ext cx="421200" cy="277560"/>
            <a:chOff x="997086" y="2906223"/>
            <a:chExt cx="4212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61A4AA-2AD3-60EF-8E97-851FAC09C28E}"/>
                    </a:ext>
                  </a:extLst>
                </p14:cNvPr>
                <p14:cNvContentPartPr/>
                <p14:nvPr/>
              </p14:nvContentPartPr>
              <p14:xfrm>
                <a:off x="1162326" y="2906223"/>
                <a:ext cx="255960" cy="44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61A4AA-2AD3-60EF-8E97-851FAC09C28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53326" y="2897223"/>
                  <a:ext cx="273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036EDA-8E65-D36A-CFFC-6B65FACD86FD}"/>
                    </a:ext>
                  </a:extLst>
                </p14:cNvPr>
                <p14:cNvContentPartPr/>
                <p14:nvPr/>
              </p14:nvContentPartPr>
              <p14:xfrm>
                <a:off x="997086" y="2924223"/>
                <a:ext cx="410760" cy="259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036EDA-8E65-D36A-CFFC-6B65FACD86F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8086" y="2915223"/>
                  <a:ext cx="42840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1F420A2-D3F6-DD4A-373B-7642845DDA96}"/>
              </a:ext>
            </a:extLst>
          </p:cNvPr>
          <p:cNvGrpSpPr/>
          <p:nvPr/>
        </p:nvGrpSpPr>
        <p:grpSpPr>
          <a:xfrm>
            <a:off x="829326" y="3322383"/>
            <a:ext cx="534960" cy="384840"/>
            <a:chOff x="829326" y="3322383"/>
            <a:chExt cx="53496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37382D8-B5BD-0998-6F19-BB880D42BD81}"/>
                    </a:ext>
                  </a:extLst>
                </p14:cNvPr>
                <p14:cNvContentPartPr/>
                <p14:nvPr/>
              </p14:nvContentPartPr>
              <p14:xfrm>
                <a:off x="829326" y="3477543"/>
                <a:ext cx="150840" cy="229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37382D8-B5BD-0998-6F19-BB880D42BD8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0326" y="3468529"/>
                  <a:ext cx="168480" cy="2473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E72ED86-E299-B561-953F-87214E4AF59E}"/>
                    </a:ext>
                  </a:extLst>
                </p14:cNvPr>
                <p14:cNvContentPartPr/>
                <p14:nvPr/>
              </p14:nvContentPartPr>
              <p14:xfrm>
                <a:off x="1021206" y="3322383"/>
                <a:ext cx="50400" cy="40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E72ED86-E299-B561-953F-87214E4AF59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2206" y="3313383"/>
                  <a:ext cx="68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0C3357-5788-D4BA-0422-29688ACBAA84}"/>
                    </a:ext>
                  </a:extLst>
                </p14:cNvPr>
                <p14:cNvContentPartPr/>
                <p14:nvPr/>
              </p14:nvContentPartPr>
              <p14:xfrm>
                <a:off x="1044966" y="3532623"/>
                <a:ext cx="71640" cy="41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0C3357-5788-D4BA-0422-29688ACBAA8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36011" y="3523623"/>
                  <a:ext cx="89192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8773170-4E83-495D-E0F0-DCB3C4E15B79}"/>
                    </a:ext>
                  </a:extLst>
                </p14:cNvPr>
                <p14:cNvContentPartPr/>
                <p14:nvPr/>
              </p14:nvContentPartPr>
              <p14:xfrm>
                <a:off x="1080606" y="3563583"/>
                <a:ext cx="86400" cy="1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8773170-4E83-495D-E0F0-DCB3C4E15B7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1606" y="3554583"/>
                  <a:ext cx="104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2ED371C-9B4E-DD71-ED04-DF9A244F5029}"/>
                    </a:ext>
                  </a:extLst>
                </p14:cNvPr>
                <p14:cNvContentPartPr/>
                <p14:nvPr/>
              </p14:nvContentPartPr>
              <p14:xfrm>
                <a:off x="1326126" y="3363423"/>
                <a:ext cx="38160" cy="321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2ED371C-9B4E-DD71-ED04-DF9A244F502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17126" y="3354413"/>
                  <a:ext cx="55800" cy="3391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247E0A1-4187-FDE6-9C3E-F974A4AE3ED5}"/>
                    </a:ext>
                  </a:extLst>
                </p14:cNvPr>
                <p14:cNvContentPartPr/>
                <p14:nvPr/>
              </p14:nvContentPartPr>
              <p14:xfrm>
                <a:off x="1121286" y="3456303"/>
                <a:ext cx="129600" cy="40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247E0A1-4187-FDE6-9C3E-F974A4AE3ED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2286" y="3447303"/>
                  <a:ext cx="14724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497B609-0040-432B-B3E0-F5CED8A003DD}"/>
                  </a:ext>
                </a:extLst>
              </p14:cNvPr>
              <p14:cNvContentPartPr/>
              <p14:nvPr/>
            </p14:nvContentPartPr>
            <p14:xfrm>
              <a:off x="1386246" y="2465223"/>
              <a:ext cx="177120" cy="1850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497B609-0040-432B-B3E0-F5CED8A003D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377264" y="2456223"/>
                <a:ext cx="194724" cy="20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77C8701-63D2-83EF-64E1-E8D36801F93A}"/>
              </a:ext>
            </a:extLst>
          </p:cNvPr>
          <p:cNvGrpSpPr/>
          <p:nvPr/>
        </p:nvGrpSpPr>
        <p:grpSpPr>
          <a:xfrm>
            <a:off x="3198486" y="3280263"/>
            <a:ext cx="175680" cy="110880"/>
            <a:chOff x="3198486" y="3280263"/>
            <a:chExt cx="17568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C75F7FA-E308-E748-6E4A-2860F0F94186}"/>
                    </a:ext>
                  </a:extLst>
                </p14:cNvPr>
                <p14:cNvContentPartPr/>
                <p14:nvPr/>
              </p14:nvContentPartPr>
              <p14:xfrm>
                <a:off x="3256446" y="3280263"/>
                <a:ext cx="102960" cy="26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C75F7FA-E308-E748-6E4A-2860F0F9418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47446" y="3271263"/>
                  <a:ext cx="120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8880AC3-E2E1-DC6C-740B-4715923C8CFF}"/>
                    </a:ext>
                  </a:extLst>
                </p14:cNvPr>
                <p14:cNvContentPartPr/>
                <p14:nvPr/>
              </p14:nvContentPartPr>
              <p14:xfrm>
                <a:off x="3198486" y="3368463"/>
                <a:ext cx="175680" cy="22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8880AC3-E2E1-DC6C-740B-4715923C8CF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89468" y="3359463"/>
                  <a:ext cx="193356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541D32B-F2E0-2610-CAE5-8E4D77662062}"/>
                  </a:ext>
                </a:extLst>
              </p14:cNvPr>
              <p14:cNvContentPartPr/>
              <p14:nvPr/>
            </p14:nvContentPartPr>
            <p14:xfrm>
              <a:off x="3846486" y="3023943"/>
              <a:ext cx="270360" cy="2930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541D32B-F2E0-2610-CAE5-8E4D7766206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837498" y="3014943"/>
                <a:ext cx="287977" cy="31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95D8963-8A43-921C-8F8C-7230DC203421}"/>
              </a:ext>
            </a:extLst>
          </p:cNvPr>
          <p:cNvGrpSpPr/>
          <p:nvPr/>
        </p:nvGrpSpPr>
        <p:grpSpPr>
          <a:xfrm>
            <a:off x="1748046" y="3026823"/>
            <a:ext cx="1241280" cy="547560"/>
            <a:chOff x="1748046" y="3026823"/>
            <a:chExt cx="1241280" cy="54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7C34EE3-AC06-ED93-B6B0-3E8F30D92050}"/>
                    </a:ext>
                  </a:extLst>
                </p14:cNvPr>
                <p14:cNvContentPartPr/>
                <p14:nvPr/>
              </p14:nvContentPartPr>
              <p14:xfrm>
                <a:off x="1748046" y="3026823"/>
                <a:ext cx="159120" cy="187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7C34EE3-AC06-ED93-B6B0-3E8F30D9205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39046" y="3017823"/>
                  <a:ext cx="176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F6994EF-D1A2-A150-438B-308BAD113DD9}"/>
                    </a:ext>
                  </a:extLst>
                </p14:cNvPr>
                <p14:cNvContentPartPr/>
                <p14:nvPr/>
              </p14:nvContentPartPr>
              <p14:xfrm>
                <a:off x="1961526" y="3185583"/>
                <a:ext cx="144000" cy="174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F6994EF-D1A2-A150-438B-308BAD113DD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52503" y="3176583"/>
                  <a:ext cx="161684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C79DB6-247F-EB9E-3ADF-5C59FC19DE34}"/>
                    </a:ext>
                  </a:extLst>
                </p14:cNvPr>
                <p14:cNvContentPartPr/>
                <p14:nvPr/>
              </p14:nvContentPartPr>
              <p14:xfrm>
                <a:off x="2011206" y="3237783"/>
                <a:ext cx="164160" cy="28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C79DB6-247F-EB9E-3ADF-5C59FC19DE3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02206" y="3228783"/>
                  <a:ext cx="1818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88720AD-7723-CD25-EAFB-946C90670468}"/>
                    </a:ext>
                  </a:extLst>
                </p14:cNvPr>
                <p14:cNvContentPartPr/>
                <p14:nvPr/>
              </p14:nvContentPartPr>
              <p14:xfrm>
                <a:off x="2243046" y="3052743"/>
                <a:ext cx="30600" cy="72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88720AD-7723-CD25-EAFB-946C9067046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234046" y="3043743"/>
                  <a:ext cx="48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FA75A3D-1122-D7B6-1603-7594CFF53C3B}"/>
                    </a:ext>
                  </a:extLst>
                </p14:cNvPr>
                <p14:cNvContentPartPr/>
                <p14:nvPr/>
              </p14:nvContentPartPr>
              <p14:xfrm>
                <a:off x="2441046" y="3072183"/>
                <a:ext cx="174960" cy="221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FA75A3D-1122-D7B6-1603-7594CFF53C3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32046" y="3063183"/>
                  <a:ext cx="192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5C37DC8-490A-2CD1-8C1E-7652BFF7A832}"/>
                    </a:ext>
                  </a:extLst>
                </p14:cNvPr>
                <p14:cNvContentPartPr/>
                <p14:nvPr/>
              </p14:nvContentPartPr>
              <p14:xfrm>
                <a:off x="2636166" y="3205023"/>
                <a:ext cx="116640" cy="159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5C37DC8-490A-2CD1-8C1E-7652BFF7A83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27166" y="3196023"/>
                  <a:ext cx="134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2A8D482-7F25-4B66-2A35-5D5E724B725E}"/>
                    </a:ext>
                  </a:extLst>
                </p14:cNvPr>
                <p14:cNvContentPartPr/>
                <p14:nvPr/>
              </p14:nvContentPartPr>
              <p14:xfrm>
                <a:off x="2841006" y="3284223"/>
                <a:ext cx="81000" cy="240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2A8D482-7F25-4B66-2A35-5D5E724B725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32046" y="3275223"/>
                  <a:ext cx="98562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D0B277A-0C40-6D46-D78C-BDF2246CF40A}"/>
                    </a:ext>
                  </a:extLst>
                </p14:cNvPr>
                <p14:cNvContentPartPr/>
                <p14:nvPr/>
              </p14:nvContentPartPr>
              <p14:xfrm>
                <a:off x="2965566" y="3088743"/>
                <a:ext cx="23760" cy="41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D0B277A-0C40-6D46-D78C-BDF2246CF40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56566" y="3079743"/>
                  <a:ext cx="41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035BB3B-8244-FF9D-C19F-746EB8343420}"/>
                    </a:ext>
                  </a:extLst>
                </p14:cNvPr>
                <p14:cNvContentPartPr/>
                <p14:nvPr/>
              </p14:nvContentPartPr>
              <p14:xfrm>
                <a:off x="2029926" y="3401223"/>
                <a:ext cx="9360" cy="6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035BB3B-8244-FF9D-C19F-746EB834342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21259" y="3392223"/>
                  <a:ext cx="26347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E1EBFE3-25D5-A103-DDAE-901BEE11885B}"/>
                    </a:ext>
                  </a:extLst>
                </p14:cNvPr>
                <p14:cNvContentPartPr/>
                <p14:nvPr/>
              </p14:nvContentPartPr>
              <p14:xfrm>
                <a:off x="2735526" y="3381063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E1EBFE3-25D5-A103-DDAE-901BEE11885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26526" y="337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C0A19B8-9DCE-4CF0-3B2E-96AABDABC6C0}"/>
                    </a:ext>
                  </a:extLst>
                </p14:cNvPr>
                <p14:cNvContentPartPr/>
                <p14:nvPr/>
              </p14:nvContentPartPr>
              <p14:xfrm>
                <a:off x="2186886" y="3428583"/>
                <a:ext cx="4680" cy="2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C0A19B8-9DCE-4CF0-3B2E-96AABDABC6C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77886" y="3419583"/>
                  <a:ext cx="223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FD3B0DA-7139-9857-79BE-0321F72AFB97}"/>
                    </a:ext>
                  </a:extLst>
                </p14:cNvPr>
                <p14:cNvContentPartPr/>
                <p14:nvPr/>
              </p14:nvContentPartPr>
              <p14:xfrm>
                <a:off x="2710686" y="3521463"/>
                <a:ext cx="140400" cy="52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FD3B0DA-7139-9857-79BE-0321F72AFB9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01686" y="3512401"/>
                  <a:ext cx="158040" cy="706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FB075F9-48C9-3422-2973-C9B66E3F0934}"/>
                    </a:ext>
                  </a:extLst>
                </p14:cNvPr>
                <p14:cNvContentPartPr/>
                <p14:nvPr/>
              </p14:nvContentPartPr>
              <p14:xfrm>
                <a:off x="2033526" y="3524703"/>
                <a:ext cx="3240" cy="3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FB075F9-48C9-3422-2973-C9B66E3F093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24526" y="3515703"/>
                  <a:ext cx="20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784C2AF-71E3-260C-1181-78744D597028}"/>
                    </a:ext>
                  </a:extLst>
                </p14:cNvPr>
                <p14:cNvContentPartPr/>
                <p14:nvPr/>
              </p14:nvContentPartPr>
              <p14:xfrm>
                <a:off x="2868006" y="3456303"/>
                <a:ext cx="10800" cy="2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784C2AF-71E3-260C-1181-78744D59702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59006" y="3447303"/>
                  <a:ext cx="28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ED224C1-418A-4649-9628-18576A403DE7}"/>
                    </a:ext>
                  </a:extLst>
                </p14:cNvPr>
                <p14:cNvContentPartPr/>
                <p14:nvPr/>
              </p14:nvContentPartPr>
              <p14:xfrm>
                <a:off x="1799886" y="3396543"/>
                <a:ext cx="91800" cy="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ED224C1-418A-4649-9628-18576A403D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790921" y="3387543"/>
                  <a:ext cx="109371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D63B5B9-1153-9962-2D9A-027C6AD438C9}"/>
                  </a:ext>
                </a:extLst>
              </p14:cNvPr>
              <p14:cNvContentPartPr/>
              <p14:nvPr/>
            </p14:nvContentPartPr>
            <p14:xfrm>
              <a:off x="4499166" y="3301503"/>
              <a:ext cx="85320" cy="1324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D63B5B9-1153-9962-2D9A-027C6AD438C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4490166" y="3292527"/>
                <a:ext cx="102960" cy="150072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222A654-BB1F-5EFE-A1DE-C0A02D9CC2D4}"/>
              </a:ext>
            </a:extLst>
          </p:cNvPr>
          <p:cNvGrpSpPr/>
          <p:nvPr/>
        </p:nvGrpSpPr>
        <p:grpSpPr>
          <a:xfrm>
            <a:off x="4996686" y="2851863"/>
            <a:ext cx="744840" cy="802080"/>
            <a:chOff x="4996686" y="2851863"/>
            <a:chExt cx="74484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BD528E5-2251-CC9B-C9EA-95DB024358F7}"/>
                    </a:ext>
                  </a:extLst>
                </p14:cNvPr>
                <p14:cNvContentPartPr/>
                <p14:nvPr/>
              </p14:nvContentPartPr>
              <p14:xfrm>
                <a:off x="4996686" y="2851863"/>
                <a:ext cx="260640" cy="802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BD528E5-2251-CC9B-C9EA-95DB024358F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87686" y="2842863"/>
                  <a:ext cx="27828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3AD361B-C3B7-B438-DD4B-78659C8F97CF}"/>
                    </a:ext>
                  </a:extLst>
                </p14:cNvPr>
                <p14:cNvContentPartPr/>
                <p14:nvPr/>
              </p14:nvContentPartPr>
              <p14:xfrm>
                <a:off x="5304126" y="3063183"/>
                <a:ext cx="120600" cy="155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3AD361B-C3B7-B438-DD4B-78659C8F97C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295126" y="3054162"/>
                  <a:ext cx="138240" cy="173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BCD7E89-C6AB-C70F-0528-530706BB60F3}"/>
                    </a:ext>
                  </a:extLst>
                </p14:cNvPr>
                <p14:cNvContentPartPr/>
                <p14:nvPr/>
              </p14:nvContentPartPr>
              <p14:xfrm>
                <a:off x="5511846" y="3014223"/>
                <a:ext cx="229680" cy="165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BCD7E89-C6AB-C70F-0528-530706BB60F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502860" y="3005223"/>
                  <a:ext cx="247292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ECA62AF-B73C-E499-A333-80E7099C7D51}"/>
              </a:ext>
            </a:extLst>
          </p:cNvPr>
          <p:cNvGrpSpPr/>
          <p:nvPr/>
        </p:nvGrpSpPr>
        <p:grpSpPr>
          <a:xfrm>
            <a:off x="6152646" y="3028623"/>
            <a:ext cx="722520" cy="252720"/>
            <a:chOff x="6152646" y="3028623"/>
            <a:chExt cx="72252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765074A-6B1C-AB45-7B15-CB7DF52A9ED6}"/>
                    </a:ext>
                  </a:extLst>
                </p14:cNvPr>
                <p14:cNvContentPartPr/>
                <p14:nvPr/>
              </p14:nvContentPartPr>
              <p14:xfrm>
                <a:off x="6152646" y="3031143"/>
                <a:ext cx="143640" cy="150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765074A-6B1C-AB45-7B15-CB7DF52A9ED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143668" y="3022143"/>
                  <a:ext cx="161236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071EAD9-6896-B2E2-B1DD-1B26470A5317}"/>
                    </a:ext>
                  </a:extLst>
                </p14:cNvPr>
                <p14:cNvContentPartPr/>
                <p14:nvPr/>
              </p14:nvContentPartPr>
              <p14:xfrm>
                <a:off x="6268566" y="3151743"/>
                <a:ext cx="59400" cy="129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071EAD9-6896-B2E2-B1DD-1B26470A531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259566" y="3142743"/>
                  <a:ext cx="77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5C517B2-3C4E-2515-AF06-5C32CE266E64}"/>
                    </a:ext>
                  </a:extLst>
                </p14:cNvPr>
                <p14:cNvContentPartPr/>
                <p14:nvPr/>
              </p14:nvContentPartPr>
              <p14:xfrm>
                <a:off x="6495006" y="3028623"/>
                <a:ext cx="86400" cy="157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5C517B2-3C4E-2515-AF06-5C32CE266E6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486006" y="3019623"/>
                  <a:ext cx="104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509CC14-50B1-0DED-3114-4C5BEEC5E6E2}"/>
                    </a:ext>
                  </a:extLst>
                </p14:cNvPr>
                <p14:cNvContentPartPr/>
                <p14:nvPr/>
              </p14:nvContentPartPr>
              <p14:xfrm>
                <a:off x="6732246" y="3030783"/>
                <a:ext cx="125640" cy="8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509CC14-50B1-0DED-3114-4C5BEEC5E6E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723246" y="3021783"/>
                  <a:ext cx="143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010BC1A-959F-4B36-9B17-80F182591B1B}"/>
                    </a:ext>
                  </a:extLst>
                </p14:cNvPr>
                <p14:cNvContentPartPr/>
                <p14:nvPr/>
              </p14:nvContentPartPr>
              <p14:xfrm>
                <a:off x="6761766" y="3093783"/>
                <a:ext cx="113400" cy="17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010BC1A-959F-4B36-9B17-80F182591B1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752766" y="3084967"/>
                  <a:ext cx="1310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DA3D34F-0F8C-242A-3E7E-8D99744C1412}"/>
              </a:ext>
            </a:extLst>
          </p:cNvPr>
          <p:cNvGrpSpPr/>
          <p:nvPr/>
        </p:nvGrpSpPr>
        <p:grpSpPr>
          <a:xfrm>
            <a:off x="7161726" y="2980743"/>
            <a:ext cx="1200600" cy="336240"/>
            <a:chOff x="7161726" y="2980743"/>
            <a:chExt cx="120060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C3DA4B4-15DE-D99D-61C4-6F5CF1B15CF8}"/>
                    </a:ext>
                  </a:extLst>
                </p14:cNvPr>
                <p14:cNvContentPartPr/>
                <p14:nvPr/>
              </p14:nvContentPartPr>
              <p14:xfrm>
                <a:off x="7161726" y="2995143"/>
                <a:ext cx="84240" cy="260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C3DA4B4-15DE-D99D-61C4-6F5CF1B15CF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52726" y="2986143"/>
                  <a:ext cx="101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12350DA-205C-1DAB-67DE-9CE27EC4D88A}"/>
                    </a:ext>
                  </a:extLst>
                </p14:cNvPr>
                <p14:cNvContentPartPr/>
                <p14:nvPr/>
              </p14:nvContentPartPr>
              <p14:xfrm>
                <a:off x="7228686" y="3209703"/>
                <a:ext cx="57960" cy="107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12350DA-205C-1DAB-67DE-9CE27EC4D88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219686" y="3200703"/>
                  <a:ext cx="756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4F4318A-BD0F-FDE3-625F-6526DF1BE317}"/>
                    </a:ext>
                  </a:extLst>
                </p14:cNvPr>
                <p14:cNvContentPartPr/>
                <p14:nvPr/>
              </p14:nvContentPartPr>
              <p14:xfrm>
                <a:off x="7416966" y="3034743"/>
                <a:ext cx="138960" cy="19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4F4318A-BD0F-FDE3-625F-6526DF1BE31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407966" y="3025743"/>
                  <a:ext cx="15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4C4D11A-A68A-6E13-4B6A-8EA990007026}"/>
                    </a:ext>
                  </a:extLst>
                </p14:cNvPr>
                <p14:cNvContentPartPr/>
                <p14:nvPr/>
              </p14:nvContentPartPr>
              <p14:xfrm>
                <a:off x="7635126" y="3185943"/>
                <a:ext cx="61560" cy="10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4C4D11A-A68A-6E13-4B6A-8EA99000702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626126" y="3176943"/>
                  <a:ext cx="79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63F5BB8-D8EB-341D-4E55-3C94B98223D1}"/>
                    </a:ext>
                  </a:extLst>
                </p14:cNvPr>
                <p14:cNvContentPartPr/>
                <p14:nvPr/>
              </p14:nvContentPartPr>
              <p14:xfrm>
                <a:off x="7791726" y="2980743"/>
                <a:ext cx="148320" cy="266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63F5BB8-D8EB-341D-4E55-3C94B98223D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82726" y="2971743"/>
                  <a:ext cx="165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68E0B11-B104-28B4-2A66-513A20C74E2D}"/>
                    </a:ext>
                  </a:extLst>
                </p14:cNvPr>
                <p14:cNvContentPartPr/>
                <p14:nvPr/>
              </p14:nvContentPartPr>
              <p14:xfrm>
                <a:off x="8096286" y="3217623"/>
                <a:ext cx="27360" cy="21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68E0B11-B104-28B4-2A66-513A20C74E2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87166" y="3208623"/>
                  <a:ext cx="45235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E73C79-1B39-6675-ACC0-79728ECE9EC2}"/>
                    </a:ext>
                  </a:extLst>
                </p14:cNvPr>
                <p14:cNvContentPartPr/>
                <p14:nvPr/>
              </p14:nvContentPartPr>
              <p14:xfrm>
                <a:off x="8293566" y="3156063"/>
                <a:ext cx="68760" cy="27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E73C79-1B39-6675-ACC0-79728ECE9EC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284566" y="3147063"/>
                  <a:ext cx="864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1B19B2B-1E8F-A970-F7F3-A5625FBF5B8D}"/>
                  </a:ext>
                </a:extLst>
              </p14:cNvPr>
              <p14:cNvContentPartPr/>
              <p14:nvPr/>
            </p14:nvContentPartPr>
            <p14:xfrm>
              <a:off x="8593086" y="3141303"/>
              <a:ext cx="41760" cy="32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1B19B2B-1E8F-A970-F7F3-A5625FBF5B8D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584086" y="3133203"/>
                <a:ext cx="59400" cy="19116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F3ED4AE-32C3-7346-9390-C7FAB72E6883}"/>
              </a:ext>
            </a:extLst>
          </p:cNvPr>
          <p:cNvGrpSpPr/>
          <p:nvPr/>
        </p:nvGrpSpPr>
        <p:grpSpPr>
          <a:xfrm>
            <a:off x="8859846" y="3002703"/>
            <a:ext cx="333000" cy="165960"/>
            <a:chOff x="8859846" y="3002703"/>
            <a:chExt cx="33300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A17BC94-6136-F30C-C96B-4284940BE64B}"/>
                    </a:ext>
                  </a:extLst>
                </p14:cNvPr>
                <p14:cNvContentPartPr/>
                <p14:nvPr/>
              </p14:nvContentPartPr>
              <p14:xfrm>
                <a:off x="8859846" y="3092343"/>
                <a:ext cx="10080" cy="7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A17BC94-6136-F30C-C96B-4284940BE64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850846" y="3083343"/>
                  <a:ext cx="27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12D7A4F-E69C-990E-3C20-E690A534B0CF}"/>
                    </a:ext>
                  </a:extLst>
                </p14:cNvPr>
                <p14:cNvContentPartPr/>
                <p14:nvPr/>
              </p14:nvContentPartPr>
              <p14:xfrm>
                <a:off x="9010686" y="3002703"/>
                <a:ext cx="182160" cy="165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12D7A4F-E69C-990E-3C20-E690A534B0C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01686" y="2993703"/>
                  <a:ext cx="1998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1947D82-6008-7DAD-6B6A-9727D8087958}"/>
              </a:ext>
            </a:extLst>
          </p:cNvPr>
          <p:cNvGrpSpPr/>
          <p:nvPr/>
        </p:nvGrpSpPr>
        <p:grpSpPr>
          <a:xfrm>
            <a:off x="9532686" y="2775903"/>
            <a:ext cx="651240" cy="401400"/>
            <a:chOff x="9532686" y="2775903"/>
            <a:chExt cx="65124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9BAAA1B-467E-257E-A7A4-8BE42220D6EB}"/>
                    </a:ext>
                  </a:extLst>
                </p14:cNvPr>
                <p14:cNvContentPartPr/>
                <p14:nvPr/>
              </p14:nvContentPartPr>
              <p14:xfrm>
                <a:off x="9532686" y="3023223"/>
                <a:ext cx="137160" cy="154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9BAAA1B-467E-257E-A7A4-8BE42220D6E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523686" y="3014244"/>
                  <a:ext cx="154800" cy="1716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596AD3-7735-4415-0755-58681531D961}"/>
                    </a:ext>
                  </a:extLst>
                </p14:cNvPr>
                <p14:cNvContentPartPr/>
                <p14:nvPr/>
              </p14:nvContentPartPr>
              <p14:xfrm>
                <a:off x="9765606" y="3006303"/>
                <a:ext cx="170640" cy="132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596AD3-7735-4415-0755-58681531D96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756606" y="2997327"/>
                  <a:ext cx="188280" cy="1497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4D83E5C-DF5F-5E35-C10A-00716BD14E04}"/>
                    </a:ext>
                  </a:extLst>
                </p14:cNvPr>
                <p14:cNvContentPartPr/>
                <p14:nvPr/>
              </p14:nvContentPartPr>
              <p14:xfrm>
                <a:off x="9971166" y="2775903"/>
                <a:ext cx="212760" cy="361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4D83E5C-DF5F-5E35-C10A-00716BD14E0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962166" y="2766912"/>
                  <a:ext cx="230400" cy="3790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FC4EB70-0D5F-1827-5908-E29C2FCDA927}"/>
              </a:ext>
            </a:extLst>
          </p:cNvPr>
          <p:cNvGrpSpPr/>
          <p:nvPr/>
        </p:nvGrpSpPr>
        <p:grpSpPr>
          <a:xfrm>
            <a:off x="10473366" y="2842143"/>
            <a:ext cx="794160" cy="327240"/>
            <a:chOff x="10473366" y="2842143"/>
            <a:chExt cx="79416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4EA3B9D-3C7B-1446-8190-2C6BC59AD333}"/>
                    </a:ext>
                  </a:extLst>
                </p14:cNvPr>
                <p14:cNvContentPartPr/>
                <p14:nvPr/>
              </p14:nvContentPartPr>
              <p14:xfrm>
                <a:off x="10473366" y="2937543"/>
                <a:ext cx="280440" cy="175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4EA3B9D-3C7B-1446-8190-2C6BC59AD33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464366" y="2928543"/>
                  <a:ext cx="298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41A516-46A9-F681-BE65-233520147E24}"/>
                    </a:ext>
                  </a:extLst>
                </p14:cNvPr>
                <p14:cNvContentPartPr/>
                <p14:nvPr/>
              </p14:nvContentPartPr>
              <p14:xfrm>
                <a:off x="10845606" y="2992263"/>
                <a:ext cx="128520" cy="14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41A516-46A9-F681-BE65-233520147E2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836606" y="2983263"/>
                  <a:ext cx="146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A335A91-76E0-F4A8-0150-69FB734AF425}"/>
                    </a:ext>
                  </a:extLst>
                </p14:cNvPr>
                <p14:cNvContentPartPr/>
                <p14:nvPr/>
              </p14:nvContentPartPr>
              <p14:xfrm>
                <a:off x="10763166" y="3055263"/>
                <a:ext cx="195840" cy="38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A335A91-76E0-F4A8-0150-69FB734AF42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754183" y="3046263"/>
                  <a:ext cx="213448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CCB7AB6-FF7A-AD6C-7F12-590249B60E2B}"/>
                    </a:ext>
                  </a:extLst>
                </p14:cNvPr>
                <p14:cNvContentPartPr/>
                <p14:nvPr/>
              </p14:nvContentPartPr>
              <p14:xfrm>
                <a:off x="10915806" y="2842143"/>
                <a:ext cx="80280" cy="327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CCB7AB6-FF7A-AD6C-7F12-590249B60E2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906806" y="2833143"/>
                  <a:ext cx="979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E3411E9-38F6-AA0C-C5CA-04735AC77DFA}"/>
                    </a:ext>
                  </a:extLst>
                </p14:cNvPr>
                <p14:cNvContentPartPr/>
                <p14:nvPr/>
              </p14:nvContentPartPr>
              <p14:xfrm>
                <a:off x="11154846" y="2940423"/>
                <a:ext cx="112680" cy="200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E3411E9-38F6-AA0C-C5CA-04735AC77DF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145846" y="2931439"/>
                  <a:ext cx="130320" cy="217768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8552246-4015-05CD-307C-FCA047B9AA9B}"/>
                  </a:ext>
                </a:extLst>
              </p14:cNvPr>
              <p14:cNvContentPartPr/>
              <p14:nvPr/>
            </p14:nvContentPartPr>
            <p14:xfrm>
              <a:off x="11637246" y="3205383"/>
              <a:ext cx="49680" cy="32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8552246-4015-05CD-307C-FCA047B9AA9B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1628246" y="3196383"/>
                <a:ext cx="6732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B595A86-77A6-7B43-4CD7-B400852575B2}"/>
              </a:ext>
            </a:extLst>
          </p:cNvPr>
          <p:cNvGrpSpPr/>
          <p:nvPr/>
        </p:nvGrpSpPr>
        <p:grpSpPr>
          <a:xfrm>
            <a:off x="188886" y="4169103"/>
            <a:ext cx="480600" cy="504360"/>
            <a:chOff x="188886" y="4169103"/>
            <a:chExt cx="48060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6BDB000-CB61-C958-B9AF-99D7F97D6B3B}"/>
                    </a:ext>
                  </a:extLst>
                </p14:cNvPr>
                <p14:cNvContentPartPr/>
                <p14:nvPr/>
              </p14:nvContentPartPr>
              <p14:xfrm>
                <a:off x="188886" y="4358823"/>
                <a:ext cx="33840" cy="168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6BDB000-CB61-C958-B9AF-99D7F97D6B3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79886" y="4349823"/>
                  <a:ext cx="51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6BF923A-C1DA-CFDC-5FCE-C9F52A48686B}"/>
                    </a:ext>
                  </a:extLst>
                </p14:cNvPr>
                <p14:cNvContentPartPr/>
                <p14:nvPr/>
              </p14:nvContentPartPr>
              <p14:xfrm>
                <a:off x="348006" y="4329303"/>
                <a:ext cx="138240" cy="187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6BF923A-C1DA-CFDC-5FCE-C9F52A48686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39006" y="4320320"/>
                  <a:ext cx="155880" cy="2055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8B3B61D-1AF4-4145-9401-3CC62D488E88}"/>
                    </a:ext>
                  </a:extLst>
                </p14:cNvPr>
                <p14:cNvContentPartPr/>
                <p14:nvPr/>
              </p14:nvContentPartPr>
              <p14:xfrm>
                <a:off x="490206" y="4169103"/>
                <a:ext cx="179280" cy="504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8B3B61D-1AF4-4145-9401-3CC62D488E8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81206" y="4160109"/>
                  <a:ext cx="196920" cy="52198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F425220-DDBC-62BE-8879-27CE7B79F4BD}"/>
                  </a:ext>
                </a:extLst>
              </p14:cNvPr>
              <p14:cNvContentPartPr/>
              <p14:nvPr/>
            </p14:nvContentPartPr>
            <p14:xfrm>
              <a:off x="474366" y="4825023"/>
              <a:ext cx="58320" cy="61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F425220-DDBC-62BE-8879-27CE7B79F4BD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65366" y="4816023"/>
                <a:ext cx="7596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7BF9A40-B3C7-2B69-C7C2-A125A4747CB4}"/>
              </a:ext>
            </a:extLst>
          </p:cNvPr>
          <p:cNvGrpSpPr/>
          <p:nvPr/>
        </p:nvGrpSpPr>
        <p:grpSpPr>
          <a:xfrm>
            <a:off x="1348806" y="4256943"/>
            <a:ext cx="1744920" cy="586800"/>
            <a:chOff x="1348806" y="4256943"/>
            <a:chExt cx="1744920" cy="5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F92E0AA-9729-D875-AA57-836E1D6F1C45}"/>
                    </a:ext>
                  </a:extLst>
                </p14:cNvPr>
                <p14:cNvContentPartPr/>
                <p14:nvPr/>
              </p14:nvContentPartPr>
              <p14:xfrm>
                <a:off x="1348806" y="4290423"/>
                <a:ext cx="121320" cy="315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F92E0AA-9729-D875-AA57-836E1D6F1C4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339806" y="4281423"/>
                  <a:ext cx="1389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74316A5-B401-C98E-A4C5-F3A7E3E6A1E8}"/>
                    </a:ext>
                  </a:extLst>
                </p14:cNvPr>
                <p14:cNvContentPartPr/>
                <p14:nvPr/>
              </p14:nvContentPartPr>
              <p14:xfrm>
                <a:off x="1423326" y="4295103"/>
                <a:ext cx="165600" cy="252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74316A5-B401-C98E-A4C5-F3A7E3E6A1E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414326" y="4286103"/>
                  <a:ext cx="183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6C07FE5-6404-7F23-55B2-E81FCE436A8D}"/>
                    </a:ext>
                  </a:extLst>
                </p14:cNvPr>
                <p14:cNvContentPartPr/>
                <p14:nvPr/>
              </p14:nvContentPartPr>
              <p14:xfrm>
                <a:off x="1630326" y="4256943"/>
                <a:ext cx="82440" cy="287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6C07FE5-6404-7F23-55B2-E81FCE436A8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621326" y="4247954"/>
                  <a:ext cx="100080" cy="305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A24D88C-F7A7-BDF9-3847-6C364D892C43}"/>
                    </a:ext>
                  </a:extLst>
                </p14:cNvPr>
                <p14:cNvContentPartPr/>
                <p14:nvPr/>
              </p14:nvContentPartPr>
              <p14:xfrm>
                <a:off x="1734366" y="4363863"/>
                <a:ext cx="122760" cy="162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A24D88C-F7A7-BDF9-3847-6C364D892C4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725340" y="4354863"/>
                  <a:ext cx="140452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8C7495A-F999-AA24-8E81-ADD9D3B38288}"/>
                    </a:ext>
                  </a:extLst>
                </p14:cNvPr>
                <p14:cNvContentPartPr/>
                <p14:nvPr/>
              </p14:nvContentPartPr>
              <p14:xfrm>
                <a:off x="1934526" y="4404543"/>
                <a:ext cx="147240" cy="140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8C7495A-F999-AA24-8E81-ADD9D3B3828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925526" y="4395543"/>
                  <a:ext cx="164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52CD740-1024-FB4F-520E-61B29B5DAFD6}"/>
                    </a:ext>
                  </a:extLst>
                </p14:cNvPr>
                <p14:cNvContentPartPr/>
                <p14:nvPr/>
              </p14:nvContentPartPr>
              <p14:xfrm>
                <a:off x="2180766" y="4480503"/>
                <a:ext cx="124920" cy="46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52CD740-1024-FB4F-520E-61B29B5DAFD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171766" y="4471572"/>
                  <a:ext cx="142560" cy="63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84083F2-7984-97FD-1BA0-330E9DDB217A}"/>
                    </a:ext>
                  </a:extLst>
                </p14:cNvPr>
                <p14:cNvContentPartPr/>
                <p14:nvPr/>
              </p14:nvContentPartPr>
              <p14:xfrm>
                <a:off x="2376966" y="4404543"/>
                <a:ext cx="116280" cy="160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84083F2-7984-97FD-1BA0-330E9DDB217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367966" y="4395543"/>
                  <a:ext cx="133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D30B226-EF54-3304-F624-E3F6D5FFD92E}"/>
                    </a:ext>
                  </a:extLst>
                </p14:cNvPr>
                <p14:cNvContentPartPr/>
                <p14:nvPr/>
              </p14:nvContentPartPr>
              <p14:xfrm>
                <a:off x="2634006" y="4412463"/>
                <a:ext cx="25920" cy="132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D30B226-EF54-3304-F624-E3F6D5FFD92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625006" y="4403438"/>
                  <a:ext cx="43560" cy="149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F8D5711-AD51-98F4-009F-DEE7613466AA}"/>
                    </a:ext>
                  </a:extLst>
                </p14:cNvPr>
                <p14:cNvContentPartPr/>
                <p14:nvPr/>
              </p14:nvContentPartPr>
              <p14:xfrm>
                <a:off x="2679366" y="4259823"/>
                <a:ext cx="10080" cy="47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F8D5711-AD51-98F4-009F-DEE7613466A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70366" y="4250754"/>
                  <a:ext cx="27720" cy="65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8D3E418-CBD3-2D44-6404-BD0D90DD09FE}"/>
                    </a:ext>
                  </a:extLst>
                </p14:cNvPr>
                <p14:cNvContentPartPr/>
                <p14:nvPr/>
              </p14:nvContentPartPr>
              <p14:xfrm>
                <a:off x="2726526" y="4437303"/>
                <a:ext cx="180720" cy="129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8D3E418-CBD3-2D44-6404-BD0D90DD09F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717526" y="4428303"/>
                  <a:ext cx="198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45DF5DB-57A9-2F1B-8AEA-C5ED988A55D6}"/>
                    </a:ext>
                  </a:extLst>
                </p14:cNvPr>
                <p14:cNvContentPartPr/>
                <p14:nvPr/>
              </p14:nvContentPartPr>
              <p14:xfrm>
                <a:off x="2811126" y="4436223"/>
                <a:ext cx="282600" cy="407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45DF5DB-57A9-2F1B-8AEA-C5ED988A55D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02126" y="4427223"/>
                  <a:ext cx="30024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E8220EF-F176-86F2-DC10-7E65CFCC3895}"/>
              </a:ext>
            </a:extLst>
          </p:cNvPr>
          <p:cNvGrpSpPr/>
          <p:nvPr/>
        </p:nvGrpSpPr>
        <p:grpSpPr>
          <a:xfrm>
            <a:off x="3282006" y="4245063"/>
            <a:ext cx="838440" cy="361080"/>
            <a:chOff x="3282006" y="4245063"/>
            <a:chExt cx="83844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BD799AE-8E7A-E61D-3D91-626A7A1C86A1}"/>
                    </a:ext>
                  </a:extLst>
                </p14:cNvPr>
                <p14:cNvContentPartPr/>
                <p14:nvPr/>
              </p14:nvContentPartPr>
              <p14:xfrm>
                <a:off x="3282006" y="4417503"/>
                <a:ext cx="217080" cy="137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BD799AE-8E7A-E61D-3D91-626A7A1C86A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273006" y="4408503"/>
                  <a:ext cx="234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BFF8043-2912-C29E-1FF0-4A29B60BE0FC}"/>
                    </a:ext>
                  </a:extLst>
                </p14:cNvPr>
                <p14:cNvContentPartPr/>
                <p14:nvPr/>
              </p14:nvContentPartPr>
              <p14:xfrm>
                <a:off x="3541206" y="4245063"/>
                <a:ext cx="84600" cy="328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BFF8043-2912-C29E-1FF0-4A29B60BE0F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532206" y="4236063"/>
                  <a:ext cx="1022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3DDEA17-71A0-A8CB-0273-75A220AD7E93}"/>
                    </a:ext>
                  </a:extLst>
                </p14:cNvPr>
                <p14:cNvContentPartPr/>
                <p14:nvPr/>
              </p14:nvContentPartPr>
              <p14:xfrm>
                <a:off x="3659286" y="4426863"/>
                <a:ext cx="160200" cy="179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3DDEA17-71A0-A8CB-0273-75A220AD7E9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650286" y="4417863"/>
                  <a:ext cx="177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B3D8303-1F7A-5722-1F3C-57845FE0DC10}"/>
                    </a:ext>
                  </a:extLst>
                </p14:cNvPr>
                <p14:cNvContentPartPr/>
                <p14:nvPr/>
              </p14:nvContentPartPr>
              <p14:xfrm>
                <a:off x="3891486" y="4442343"/>
                <a:ext cx="228960" cy="155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B3D8303-1F7A-5722-1F3C-57845FE0DC1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882500" y="4433343"/>
                  <a:ext cx="246572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8672158-4B68-D7FB-687F-DE705509A267}"/>
                  </a:ext>
                </a:extLst>
              </p14:cNvPr>
              <p14:cNvContentPartPr/>
              <p14:nvPr/>
            </p14:nvContentPartPr>
            <p14:xfrm>
              <a:off x="4362006" y="4634223"/>
              <a:ext cx="7560" cy="216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8672158-4B68-D7FB-687F-DE705509A267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353006" y="4625223"/>
                <a:ext cx="252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0492647-EF47-4630-1E90-1C73B3C3EA3D}"/>
              </a:ext>
            </a:extLst>
          </p:cNvPr>
          <p:cNvGrpSpPr/>
          <p:nvPr/>
        </p:nvGrpSpPr>
        <p:grpSpPr>
          <a:xfrm>
            <a:off x="282846" y="5055063"/>
            <a:ext cx="300600" cy="585720"/>
            <a:chOff x="282846" y="5055063"/>
            <a:chExt cx="300600" cy="58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E42CACD-AF69-6ACF-90FD-D51D4A45E926}"/>
                    </a:ext>
                  </a:extLst>
                </p14:cNvPr>
                <p14:cNvContentPartPr/>
                <p14:nvPr/>
              </p14:nvContentPartPr>
              <p14:xfrm>
                <a:off x="282846" y="5216343"/>
                <a:ext cx="119520" cy="172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E42CACD-AF69-6ACF-90FD-D51D4A45E92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73846" y="5207343"/>
                  <a:ext cx="137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7E7E380-DEEC-DA1E-ED2C-AC39E0DAE1E9}"/>
                    </a:ext>
                  </a:extLst>
                </p14:cNvPr>
                <p14:cNvContentPartPr/>
                <p14:nvPr/>
              </p14:nvContentPartPr>
              <p14:xfrm>
                <a:off x="390126" y="5055063"/>
                <a:ext cx="193320" cy="585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7E7E380-DEEC-DA1E-ED2C-AC39E0DAE1E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81126" y="5046063"/>
                  <a:ext cx="210960" cy="60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CFE33E1-D878-45E1-85FF-8CB24173505B}"/>
              </a:ext>
            </a:extLst>
          </p:cNvPr>
          <p:cNvGrpSpPr/>
          <p:nvPr/>
        </p:nvGrpSpPr>
        <p:grpSpPr>
          <a:xfrm>
            <a:off x="1317126" y="5194383"/>
            <a:ext cx="2005560" cy="716400"/>
            <a:chOff x="1317126" y="5194383"/>
            <a:chExt cx="2005560" cy="71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8776625-59EF-2419-5487-8221800D8C39}"/>
                    </a:ext>
                  </a:extLst>
                </p14:cNvPr>
                <p14:cNvContentPartPr/>
                <p14:nvPr/>
              </p14:nvContentPartPr>
              <p14:xfrm>
                <a:off x="1317126" y="5194383"/>
                <a:ext cx="306000" cy="69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8776625-59EF-2419-5487-8221800D8C3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308126" y="5185429"/>
                  <a:ext cx="323640" cy="873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EAAB9DD-9D84-0562-FB54-890BDC32678C}"/>
                    </a:ext>
                  </a:extLst>
                </p14:cNvPr>
                <p14:cNvContentPartPr/>
                <p14:nvPr/>
              </p14:nvContentPartPr>
              <p14:xfrm>
                <a:off x="1399566" y="5223543"/>
                <a:ext cx="110880" cy="295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EAAB9DD-9D84-0562-FB54-890BDC32678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390566" y="5214532"/>
                  <a:ext cx="128520" cy="3135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B40FB58-2216-2371-D418-07B647A4C263}"/>
                    </a:ext>
                  </a:extLst>
                </p14:cNvPr>
                <p14:cNvContentPartPr/>
                <p14:nvPr/>
              </p14:nvContentPartPr>
              <p14:xfrm>
                <a:off x="1550046" y="5327583"/>
                <a:ext cx="206640" cy="165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B40FB58-2216-2371-D418-07B647A4C26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41046" y="5318583"/>
                  <a:ext cx="22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9B4AFB6-8BF2-2C2F-AE75-8E2240B8552D}"/>
                    </a:ext>
                  </a:extLst>
                </p14:cNvPr>
                <p14:cNvContentPartPr/>
                <p14:nvPr/>
              </p14:nvContentPartPr>
              <p14:xfrm>
                <a:off x="1862886" y="5342703"/>
                <a:ext cx="114840" cy="153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9B4AFB6-8BF2-2C2F-AE75-8E2240B8552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853886" y="5333703"/>
                  <a:ext cx="132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F0F1C9A-9F48-5ECF-0A8F-13974FC6FC49}"/>
                    </a:ext>
                  </a:extLst>
                </p14:cNvPr>
                <p14:cNvContentPartPr/>
                <p14:nvPr/>
              </p14:nvContentPartPr>
              <p14:xfrm>
                <a:off x="2061606" y="5333343"/>
                <a:ext cx="188640" cy="180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F0F1C9A-9F48-5ECF-0A8F-13974FC6FC4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052606" y="5324343"/>
                  <a:ext cx="206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D0DCC7A-D544-2EE8-6F80-93FCAC0D3C7D}"/>
                    </a:ext>
                  </a:extLst>
                </p14:cNvPr>
                <p14:cNvContentPartPr/>
                <p14:nvPr/>
              </p14:nvContentPartPr>
              <p14:xfrm>
                <a:off x="2370846" y="5369703"/>
                <a:ext cx="109080" cy="136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D0DCC7A-D544-2EE8-6F80-93FCAC0D3C7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361846" y="5360727"/>
                  <a:ext cx="126720" cy="154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18CAAA3-4532-2B92-3B75-EDEC30CC4C11}"/>
                    </a:ext>
                  </a:extLst>
                </p14:cNvPr>
                <p14:cNvContentPartPr/>
                <p14:nvPr/>
              </p14:nvContentPartPr>
              <p14:xfrm>
                <a:off x="2483886" y="5351343"/>
                <a:ext cx="134640" cy="559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18CAAA3-4532-2B92-3B75-EDEC30CC4C1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474886" y="5342343"/>
                  <a:ext cx="1522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47742F3-90E3-363D-244C-157B803E1412}"/>
                    </a:ext>
                  </a:extLst>
                </p14:cNvPr>
                <p14:cNvContentPartPr/>
                <p14:nvPr/>
              </p14:nvContentPartPr>
              <p14:xfrm>
                <a:off x="2612046" y="5355663"/>
                <a:ext cx="136800" cy="147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47742F3-90E3-363D-244C-157B803E141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603046" y="5346663"/>
                  <a:ext cx="154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4546DD8-F7C0-00BD-DB86-3F7D39E3AA26}"/>
                    </a:ext>
                  </a:extLst>
                </p14:cNvPr>
                <p14:cNvContentPartPr/>
                <p14:nvPr/>
              </p14:nvContentPartPr>
              <p14:xfrm>
                <a:off x="2795646" y="5374023"/>
                <a:ext cx="87120" cy="129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4546DD8-F7C0-00BD-DB86-3F7D39E3AA2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786646" y="5365023"/>
                  <a:ext cx="104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B9B25F8-1DB8-5CD6-5743-9EE53CB5D04B}"/>
                    </a:ext>
                  </a:extLst>
                </p14:cNvPr>
                <p14:cNvContentPartPr/>
                <p14:nvPr/>
              </p14:nvContentPartPr>
              <p14:xfrm>
                <a:off x="2951526" y="5352063"/>
                <a:ext cx="75240" cy="158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B9B25F8-1DB8-5CD6-5743-9EE53CB5D04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942526" y="5343063"/>
                  <a:ext cx="92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DF4B728-E4F5-D7DE-ED30-0EB4599BA48E}"/>
                    </a:ext>
                  </a:extLst>
                </p14:cNvPr>
                <p14:cNvContentPartPr/>
                <p14:nvPr/>
              </p14:nvContentPartPr>
              <p14:xfrm>
                <a:off x="3143406" y="5398863"/>
                <a:ext cx="179280" cy="111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DF4B728-E4F5-D7DE-ED30-0EB4599BA48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134406" y="5389863"/>
                  <a:ext cx="1969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37B4E709-7D03-F80C-858A-659763348B5E}"/>
                  </a:ext>
                </a:extLst>
              </p14:cNvPr>
              <p14:cNvContentPartPr/>
              <p14:nvPr/>
            </p14:nvContentPartPr>
            <p14:xfrm>
              <a:off x="3756126" y="5246223"/>
              <a:ext cx="319680" cy="5727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37B4E709-7D03-F80C-858A-659763348B5E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3747126" y="5237223"/>
                <a:ext cx="337320" cy="59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EB41B47-0BA2-C51D-884C-530B10944BAB}"/>
              </a:ext>
            </a:extLst>
          </p:cNvPr>
          <p:cNvGrpSpPr/>
          <p:nvPr/>
        </p:nvGrpSpPr>
        <p:grpSpPr>
          <a:xfrm>
            <a:off x="4571526" y="5345583"/>
            <a:ext cx="475920" cy="175320"/>
            <a:chOff x="4571526" y="5345583"/>
            <a:chExt cx="47592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7AA6A44-873C-B094-4A95-7C6BCBE9E07E}"/>
                    </a:ext>
                  </a:extLst>
                </p14:cNvPr>
                <p14:cNvContentPartPr/>
                <p14:nvPr/>
              </p14:nvContentPartPr>
              <p14:xfrm>
                <a:off x="4571526" y="5345583"/>
                <a:ext cx="172080" cy="175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7AA6A44-873C-B094-4A95-7C6BCBE9E07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562526" y="5336583"/>
                  <a:ext cx="189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3EA7D3A-AF27-0F90-F5C8-D89E2B3A9B84}"/>
                    </a:ext>
                  </a:extLst>
                </p14:cNvPr>
                <p14:cNvContentPartPr/>
                <p14:nvPr/>
              </p14:nvContentPartPr>
              <p14:xfrm>
                <a:off x="4821366" y="5385183"/>
                <a:ext cx="226080" cy="135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3EA7D3A-AF27-0F90-F5C8-D89E2B3A9B8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812366" y="5376183"/>
                  <a:ext cx="24372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841C778-C5AC-17AD-5EB0-D4396B428D92}"/>
              </a:ext>
            </a:extLst>
          </p:cNvPr>
          <p:cNvGrpSpPr/>
          <p:nvPr/>
        </p:nvGrpSpPr>
        <p:grpSpPr>
          <a:xfrm>
            <a:off x="5642166" y="5254143"/>
            <a:ext cx="1134720" cy="478080"/>
            <a:chOff x="5642166" y="5254143"/>
            <a:chExt cx="113472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61525F3-3CF9-30C5-A22D-344F575F3A0B}"/>
                    </a:ext>
                  </a:extLst>
                </p14:cNvPr>
                <p14:cNvContentPartPr/>
                <p14:nvPr/>
              </p14:nvContentPartPr>
              <p14:xfrm>
                <a:off x="5642166" y="5364663"/>
                <a:ext cx="91080" cy="13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61525F3-3CF9-30C5-A22D-344F575F3A0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633166" y="5355663"/>
                  <a:ext cx="108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99B67B4-1FA1-6413-8692-ACA08C8EA0DB}"/>
                    </a:ext>
                  </a:extLst>
                </p14:cNvPr>
                <p14:cNvContentPartPr/>
                <p14:nvPr/>
              </p14:nvContentPartPr>
              <p14:xfrm>
                <a:off x="5805246" y="5360343"/>
                <a:ext cx="195120" cy="141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99B67B4-1FA1-6413-8692-ACA08C8EA0D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796229" y="5351343"/>
                  <a:ext cx="212793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C750331-1820-312E-7D03-3A5E64AB624E}"/>
                    </a:ext>
                  </a:extLst>
                </p14:cNvPr>
                <p14:cNvContentPartPr/>
                <p14:nvPr/>
              </p14:nvContentPartPr>
              <p14:xfrm>
                <a:off x="6052566" y="5254143"/>
                <a:ext cx="34560" cy="234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C750331-1820-312E-7D03-3A5E64AB624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043566" y="5245157"/>
                  <a:ext cx="52200" cy="251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C1B9685-6A2D-E373-041A-B2616EA0D7D8}"/>
                    </a:ext>
                  </a:extLst>
                </p14:cNvPr>
                <p14:cNvContentPartPr/>
                <p14:nvPr/>
              </p14:nvContentPartPr>
              <p14:xfrm>
                <a:off x="5966886" y="5273223"/>
                <a:ext cx="397800" cy="208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C1B9685-6A2D-E373-041A-B2616EA0D7D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957878" y="5264223"/>
                  <a:ext cx="415456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844BBBD-B2DE-39B6-CF83-6D35D66603C2}"/>
                    </a:ext>
                  </a:extLst>
                </p14:cNvPr>
                <p14:cNvContentPartPr/>
                <p14:nvPr/>
              </p14:nvContentPartPr>
              <p14:xfrm>
                <a:off x="6447126" y="5356383"/>
                <a:ext cx="85680" cy="122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844BBBD-B2DE-39B6-CF83-6D35D66603C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438126" y="5347383"/>
                  <a:ext cx="103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B5E19FC-9522-FE7A-5B0E-D1BAA5E00CDD}"/>
                    </a:ext>
                  </a:extLst>
                </p14:cNvPr>
                <p14:cNvContentPartPr/>
                <p14:nvPr/>
              </p14:nvContentPartPr>
              <p14:xfrm>
                <a:off x="6501486" y="5335863"/>
                <a:ext cx="275400" cy="396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B5E19FC-9522-FE7A-5B0E-D1BAA5E00CD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492486" y="5326863"/>
                  <a:ext cx="29304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5CE7A0B-DB2A-BD2E-7F50-D8877AE78FF6}"/>
              </a:ext>
            </a:extLst>
          </p:cNvPr>
          <p:cNvGrpSpPr/>
          <p:nvPr/>
        </p:nvGrpSpPr>
        <p:grpSpPr>
          <a:xfrm>
            <a:off x="6964806" y="5168103"/>
            <a:ext cx="855000" cy="294480"/>
            <a:chOff x="6964806" y="5168103"/>
            <a:chExt cx="8550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E6AEF27-75C3-3F0C-B1A5-E1061E878B52}"/>
                    </a:ext>
                  </a:extLst>
                </p14:cNvPr>
                <p14:cNvContentPartPr/>
                <p14:nvPr/>
              </p14:nvContentPartPr>
              <p14:xfrm>
                <a:off x="6964806" y="5321823"/>
                <a:ext cx="103680" cy="130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E6AEF27-75C3-3F0C-B1A5-E1061E878B5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55806" y="5312823"/>
                  <a:ext cx="121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8C387F4-28DB-11F7-8E78-4251574DC847}"/>
                    </a:ext>
                  </a:extLst>
                </p14:cNvPr>
                <p14:cNvContentPartPr/>
                <p14:nvPr/>
              </p14:nvContentPartPr>
              <p14:xfrm>
                <a:off x="7166766" y="5334063"/>
                <a:ext cx="171720" cy="128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8C387F4-28DB-11F7-8E78-4251574DC84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57766" y="5325063"/>
                  <a:ext cx="189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E36816A-128D-4F14-74DA-46D5866C185D}"/>
                    </a:ext>
                  </a:extLst>
                </p14:cNvPr>
                <p14:cNvContentPartPr/>
                <p14:nvPr/>
              </p14:nvContentPartPr>
              <p14:xfrm>
                <a:off x="7433526" y="5168103"/>
                <a:ext cx="386280" cy="293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E36816A-128D-4F14-74DA-46D5866C185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424526" y="5159114"/>
                  <a:ext cx="403920" cy="31137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7D65711-03D7-3F45-27CE-6D745167EDBE}"/>
              </a:ext>
            </a:extLst>
          </p:cNvPr>
          <p:cNvGrpSpPr/>
          <p:nvPr/>
        </p:nvGrpSpPr>
        <p:grpSpPr>
          <a:xfrm>
            <a:off x="8447646" y="5233623"/>
            <a:ext cx="1225440" cy="366480"/>
            <a:chOff x="8447646" y="5233623"/>
            <a:chExt cx="122544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4320273-3893-C0E4-AF6C-EAE8B4880C08}"/>
                    </a:ext>
                  </a:extLst>
                </p14:cNvPr>
                <p14:cNvContentPartPr/>
                <p14:nvPr/>
              </p14:nvContentPartPr>
              <p14:xfrm>
                <a:off x="8447646" y="5392023"/>
                <a:ext cx="294840" cy="145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4320273-3893-C0E4-AF6C-EAE8B4880C0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438646" y="5383001"/>
                  <a:ext cx="312480" cy="1627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4CD67E0-387F-C6C9-4847-C8E972717A27}"/>
                    </a:ext>
                  </a:extLst>
                </p14:cNvPr>
                <p14:cNvContentPartPr/>
                <p14:nvPr/>
              </p14:nvContentPartPr>
              <p14:xfrm>
                <a:off x="8833566" y="5402463"/>
                <a:ext cx="135720" cy="185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4CD67E0-387F-C6C9-4847-C8E972717A2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824566" y="5393463"/>
                  <a:ext cx="153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41CB60D-C8C3-6CF4-66EE-D47B49C02E05}"/>
                    </a:ext>
                  </a:extLst>
                </p14:cNvPr>
                <p14:cNvContentPartPr/>
                <p14:nvPr/>
              </p14:nvContentPartPr>
              <p14:xfrm>
                <a:off x="9080886" y="5233623"/>
                <a:ext cx="61920" cy="366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41CB60D-C8C3-6CF4-66EE-D47B49C02E0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071886" y="5224623"/>
                  <a:ext cx="795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15CBDC1-D1CB-6372-B295-136DA15E6E33}"/>
                    </a:ext>
                  </a:extLst>
                </p14:cNvPr>
                <p14:cNvContentPartPr/>
                <p14:nvPr/>
              </p14:nvContentPartPr>
              <p14:xfrm>
                <a:off x="8977566" y="5406063"/>
                <a:ext cx="412920" cy="1890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15CBDC1-D1CB-6372-B295-136DA15E6E3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68566" y="5397046"/>
                  <a:ext cx="430560" cy="206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2E17E0F-5D24-66D7-B0E7-F75919A6D44D}"/>
                    </a:ext>
                  </a:extLst>
                </p14:cNvPr>
                <p14:cNvContentPartPr/>
                <p14:nvPr/>
              </p14:nvContentPartPr>
              <p14:xfrm>
                <a:off x="9399486" y="5309223"/>
                <a:ext cx="25920" cy="19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2E17E0F-5D24-66D7-B0E7-F75919A6D44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390486" y="5300223"/>
                  <a:ext cx="43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B5238E7-93EE-1431-07B4-236721108EB2}"/>
                    </a:ext>
                  </a:extLst>
                </p14:cNvPr>
                <p14:cNvContentPartPr/>
                <p14:nvPr/>
              </p14:nvContentPartPr>
              <p14:xfrm>
                <a:off x="9514686" y="5407863"/>
                <a:ext cx="111600" cy="175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B5238E7-93EE-1431-07B4-236721108EB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505657" y="5398863"/>
                  <a:ext cx="129297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8FA68A2-B810-1E00-A254-F426832857EE}"/>
                    </a:ext>
                  </a:extLst>
                </p14:cNvPr>
                <p14:cNvContentPartPr/>
                <p14:nvPr/>
              </p14:nvContentPartPr>
              <p14:xfrm>
                <a:off x="9498126" y="5409663"/>
                <a:ext cx="174960" cy="163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8FA68A2-B810-1E00-A254-F426832857E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489126" y="5400663"/>
                  <a:ext cx="19260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D1F979A-CF82-A75C-878E-05B480B21553}"/>
              </a:ext>
            </a:extLst>
          </p:cNvPr>
          <p:cNvGrpSpPr/>
          <p:nvPr/>
        </p:nvGrpSpPr>
        <p:grpSpPr>
          <a:xfrm>
            <a:off x="10043166" y="5396703"/>
            <a:ext cx="200880" cy="169200"/>
            <a:chOff x="10043166" y="5396703"/>
            <a:chExt cx="20088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18E7DFF-2F38-F586-4042-40F9C9780EF8}"/>
                    </a:ext>
                  </a:extLst>
                </p14:cNvPr>
                <p14:cNvContentPartPr/>
                <p14:nvPr/>
              </p14:nvContentPartPr>
              <p14:xfrm>
                <a:off x="10043166" y="5414703"/>
                <a:ext cx="73080" cy="151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18E7DFF-2F38-F586-4042-40F9C9780EF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034121" y="5405703"/>
                  <a:ext cx="90807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F71A16-8C2E-39DE-054C-5CBEBE8BC540}"/>
                    </a:ext>
                  </a:extLst>
                </p14:cNvPr>
                <p14:cNvContentPartPr/>
                <p14:nvPr/>
              </p14:nvContentPartPr>
              <p14:xfrm>
                <a:off x="10133526" y="5396703"/>
                <a:ext cx="110520" cy="151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F71A16-8C2E-39DE-054C-5CBEBE8BC54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124526" y="5387703"/>
                  <a:ext cx="12816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969BE461-0EDC-4DEB-6972-C5B3BCE2B96E}"/>
                  </a:ext>
                </a:extLst>
              </p14:cNvPr>
              <p14:cNvContentPartPr/>
              <p14:nvPr/>
            </p14:nvContentPartPr>
            <p14:xfrm>
              <a:off x="10133166" y="5213103"/>
              <a:ext cx="14760" cy="338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969BE461-0EDC-4DEB-6972-C5B3BCE2B96E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0124166" y="5204103"/>
                <a:ext cx="3240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EE28EAD-3379-070E-E5E4-65F2E864A155}"/>
              </a:ext>
            </a:extLst>
          </p:cNvPr>
          <p:cNvGrpSpPr/>
          <p:nvPr/>
        </p:nvGrpSpPr>
        <p:grpSpPr>
          <a:xfrm>
            <a:off x="10503606" y="5219943"/>
            <a:ext cx="1746000" cy="771840"/>
            <a:chOff x="10503606" y="5219943"/>
            <a:chExt cx="1746000" cy="77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2707E3C-FC0A-D909-6283-1F2810B9B452}"/>
                    </a:ext>
                  </a:extLst>
                </p14:cNvPr>
                <p14:cNvContentPartPr/>
                <p14:nvPr/>
              </p14:nvContentPartPr>
              <p14:xfrm>
                <a:off x="10503606" y="5351703"/>
                <a:ext cx="366840" cy="1576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2707E3C-FC0A-D909-6283-1F2810B9B45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494615" y="5342703"/>
                  <a:ext cx="384463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867086A-D5C0-37A1-5B56-B5ADEBA8DD6F}"/>
                    </a:ext>
                  </a:extLst>
                </p14:cNvPr>
                <p14:cNvContentPartPr/>
                <p14:nvPr/>
              </p14:nvContentPartPr>
              <p14:xfrm>
                <a:off x="10930566" y="5219943"/>
                <a:ext cx="43920" cy="352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867086A-D5C0-37A1-5B56-B5ADEBA8DD6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921639" y="5210943"/>
                  <a:ext cx="61417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1357645-2F3A-A31B-3E19-A785FCF2D88F}"/>
                    </a:ext>
                  </a:extLst>
                </p14:cNvPr>
                <p14:cNvContentPartPr/>
                <p14:nvPr/>
              </p14:nvContentPartPr>
              <p14:xfrm>
                <a:off x="10860006" y="5286543"/>
                <a:ext cx="293040" cy="283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1357645-2F3A-A31B-3E19-A785FCF2D88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851006" y="5277543"/>
                  <a:ext cx="3106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08D7328-97B8-14B0-62C5-76B56E78BA9E}"/>
                    </a:ext>
                  </a:extLst>
                </p14:cNvPr>
                <p14:cNvContentPartPr/>
                <p14:nvPr/>
              </p14:nvContentPartPr>
              <p14:xfrm>
                <a:off x="11190126" y="5435943"/>
                <a:ext cx="105120" cy="1198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08D7328-97B8-14B0-62C5-76B56E78BA9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181157" y="5426943"/>
                  <a:ext cx="1227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6769599-EB99-2FE1-ACF3-922666671F52}"/>
                    </a:ext>
                  </a:extLst>
                </p14:cNvPr>
                <p14:cNvContentPartPr/>
                <p14:nvPr/>
              </p14:nvContentPartPr>
              <p14:xfrm>
                <a:off x="11157726" y="5391303"/>
                <a:ext cx="654840" cy="600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6769599-EB99-2FE1-ACF3-922666671F5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148726" y="5382303"/>
                  <a:ext cx="67248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29BD5D6-BE4F-C757-873A-D57796E0EEC1}"/>
                    </a:ext>
                  </a:extLst>
                </p14:cNvPr>
                <p14:cNvContentPartPr/>
                <p14:nvPr/>
              </p14:nvContentPartPr>
              <p14:xfrm>
                <a:off x="11834166" y="5277543"/>
                <a:ext cx="264600" cy="291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29BD5D6-BE4F-C757-873A-D57796E0EEC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825166" y="5268543"/>
                  <a:ext cx="282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948AFB8-7621-55B1-4C19-DE015C3D2FA7}"/>
                    </a:ext>
                  </a:extLst>
                </p14:cNvPr>
                <p14:cNvContentPartPr/>
                <p14:nvPr/>
              </p14:nvContentPartPr>
              <p14:xfrm>
                <a:off x="12240606" y="5649423"/>
                <a:ext cx="9000" cy="6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948AFB8-7621-55B1-4C19-DE015C3D2FA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2231606" y="5640423"/>
                  <a:ext cx="266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6479B4D-8A14-2D9D-CE1F-A4C3F219914A}"/>
              </a:ext>
            </a:extLst>
          </p:cNvPr>
          <p:cNvGrpSpPr/>
          <p:nvPr/>
        </p:nvGrpSpPr>
        <p:grpSpPr>
          <a:xfrm>
            <a:off x="143397" y="5891343"/>
            <a:ext cx="277200" cy="572400"/>
            <a:chOff x="143397" y="5891343"/>
            <a:chExt cx="27720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182C5DD-A697-84A4-BAB6-E4ADA880308F}"/>
                    </a:ext>
                  </a:extLst>
                </p14:cNvPr>
                <p14:cNvContentPartPr/>
                <p14:nvPr/>
              </p14:nvContentPartPr>
              <p14:xfrm>
                <a:off x="143397" y="6080343"/>
                <a:ext cx="101880" cy="114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182C5DD-A697-84A4-BAB6-E4ADA880308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34397" y="6071343"/>
                  <a:ext cx="119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52E6358-B672-B7D8-E96F-8D3D06198334}"/>
                    </a:ext>
                  </a:extLst>
                </p14:cNvPr>
                <p14:cNvContentPartPr/>
                <p14:nvPr/>
              </p14:nvContentPartPr>
              <p14:xfrm>
                <a:off x="284157" y="6063423"/>
                <a:ext cx="10800" cy="1450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52E6358-B672-B7D8-E96F-8D3D0619833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75157" y="6054423"/>
                  <a:ext cx="28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B685E35-880B-DC7D-8D31-67E3667FFA37}"/>
                    </a:ext>
                  </a:extLst>
                </p14:cNvPr>
                <p14:cNvContentPartPr/>
                <p14:nvPr/>
              </p14:nvContentPartPr>
              <p14:xfrm>
                <a:off x="332397" y="5891343"/>
                <a:ext cx="88200" cy="5724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B685E35-880B-DC7D-8D31-67E3667FFA3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23397" y="5882343"/>
                  <a:ext cx="105840" cy="59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E6A32C0D-B8C3-2C8B-86A5-AEF7172325BA}"/>
              </a:ext>
            </a:extLst>
          </p:cNvPr>
          <p:cNvGrpSpPr/>
          <p:nvPr/>
        </p:nvGrpSpPr>
        <p:grpSpPr>
          <a:xfrm>
            <a:off x="883917" y="5898183"/>
            <a:ext cx="1456200" cy="700200"/>
            <a:chOff x="883917" y="5898183"/>
            <a:chExt cx="1456200" cy="70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57C348E-8D00-EE1A-B28A-F66E6D94CDB8}"/>
                    </a:ext>
                  </a:extLst>
                </p14:cNvPr>
                <p14:cNvContentPartPr/>
                <p14:nvPr/>
              </p14:nvContentPartPr>
              <p14:xfrm>
                <a:off x="883917" y="5898183"/>
                <a:ext cx="205200" cy="4312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57C348E-8D00-EE1A-B28A-F66E6D94CDB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74917" y="5889183"/>
                  <a:ext cx="2228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5CBC332-42F5-F05C-256C-2ED7960FC290}"/>
                    </a:ext>
                  </a:extLst>
                </p14:cNvPr>
                <p14:cNvContentPartPr/>
                <p14:nvPr/>
              </p14:nvContentPartPr>
              <p14:xfrm>
                <a:off x="1130157" y="5918703"/>
                <a:ext cx="859320" cy="415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5CBC332-42F5-F05C-256C-2ED7960FC29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21157" y="5909695"/>
                  <a:ext cx="876960" cy="4327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9981BAA-D5F8-4982-C74F-CCFF840899C7}"/>
                    </a:ext>
                  </a:extLst>
                </p14:cNvPr>
                <p14:cNvContentPartPr/>
                <p14:nvPr/>
              </p14:nvContentPartPr>
              <p14:xfrm>
                <a:off x="2014677" y="6031383"/>
                <a:ext cx="18000" cy="464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9981BAA-D5F8-4982-C74F-CCFF840899C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005677" y="6022383"/>
                  <a:ext cx="35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E9CF053-C154-6235-E2AF-D8356D2D6D1E}"/>
                    </a:ext>
                  </a:extLst>
                </p14:cNvPr>
                <p14:cNvContentPartPr/>
                <p14:nvPr/>
              </p14:nvContentPartPr>
              <p14:xfrm>
                <a:off x="1746837" y="6054783"/>
                <a:ext cx="116640" cy="75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E9CF053-C154-6235-E2AF-D8356D2D6D1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737837" y="6045783"/>
                  <a:ext cx="134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4BC81D-18B1-203A-53DD-4478B4C0D1BE}"/>
                    </a:ext>
                  </a:extLst>
                </p14:cNvPr>
                <p14:cNvContentPartPr/>
                <p14:nvPr/>
              </p14:nvContentPartPr>
              <p14:xfrm>
                <a:off x="2099637" y="5971623"/>
                <a:ext cx="50760" cy="342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4BC81D-18B1-203A-53DD-4478B4C0D1B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090700" y="5962623"/>
                  <a:ext cx="68276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1CC0664-16C7-1EDA-B2D6-A00EFEB80EAA}"/>
                    </a:ext>
                  </a:extLst>
                </p14:cNvPr>
                <p14:cNvContentPartPr/>
                <p14:nvPr/>
              </p14:nvContentPartPr>
              <p14:xfrm>
                <a:off x="2146797" y="6181863"/>
                <a:ext cx="193320" cy="416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1CC0664-16C7-1EDA-B2D6-A00EFEB80EA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137814" y="6172863"/>
                  <a:ext cx="210927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93B7C59-B7FF-77D6-36CA-4C72F00CDAF6}"/>
                    </a:ext>
                  </a:extLst>
                </p14:cNvPr>
                <p14:cNvContentPartPr/>
                <p14:nvPr/>
              </p14:nvContentPartPr>
              <p14:xfrm>
                <a:off x="2134917" y="6062703"/>
                <a:ext cx="165600" cy="10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93B7C59-B7FF-77D6-36CA-4C72F00CDAF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125937" y="6053703"/>
                  <a:ext cx="183202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C0B6DCEC-2C42-9BF2-8F25-B6A3AE604F01}"/>
              </a:ext>
            </a:extLst>
          </p:cNvPr>
          <p:cNvGrpSpPr/>
          <p:nvPr/>
        </p:nvGrpSpPr>
        <p:grpSpPr>
          <a:xfrm>
            <a:off x="2858157" y="6032823"/>
            <a:ext cx="1301400" cy="338400"/>
            <a:chOff x="2858157" y="6032823"/>
            <a:chExt cx="130140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8F682A4-58EB-AA90-5A37-0B72A8CE7EDA}"/>
                    </a:ext>
                  </a:extLst>
                </p14:cNvPr>
                <p14:cNvContentPartPr/>
                <p14:nvPr/>
              </p14:nvContentPartPr>
              <p14:xfrm>
                <a:off x="2858157" y="6145503"/>
                <a:ext cx="325080" cy="205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8F682A4-58EB-AA90-5A37-0B72A8CE7ED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849157" y="6136503"/>
                  <a:ext cx="342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1B158DF-98A5-3EDE-DB87-476115A39126}"/>
                    </a:ext>
                  </a:extLst>
                </p14:cNvPr>
                <p14:cNvContentPartPr/>
                <p14:nvPr/>
              </p14:nvContentPartPr>
              <p14:xfrm>
                <a:off x="3298077" y="6226503"/>
                <a:ext cx="152280" cy="143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1B158DF-98A5-3EDE-DB87-476115A3912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289056" y="6217503"/>
                  <a:ext cx="169962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600C1EE-F052-8767-6F63-7031AB0A2C23}"/>
                    </a:ext>
                  </a:extLst>
                </p14:cNvPr>
                <p14:cNvContentPartPr/>
                <p14:nvPr/>
              </p14:nvContentPartPr>
              <p14:xfrm>
                <a:off x="3565917" y="6032823"/>
                <a:ext cx="33840" cy="335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600C1EE-F052-8767-6F63-7031AB0A2C2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556917" y="6023823"/>
                  <a:ext cx="514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6A6FF13-3732-588D-F20D-89F035BBA67F}"/>
                    </a:ext>
                  </a:extLst>
                </p14:cNvPr>
                <p14:cNvContentPartPr/>
                <p14:nvPr/>
              </p14:nvContentPartPr>
              <p14:xfrm>
                <a:off x="3500757" y="6174663"/>
                <a:ext cx="367560" cy="186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6A6FF13-3732-588D-F20D-89F035BBA67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491757" y="6165663"/>
                  <a:ext cx="385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EF68F77-7BA2-EFC4-B2E6-F42F698F6D66}"/>
                    </a:ext>
                  </a:extLst>
                </p14:cNvPr>
                <p14:cNvContentPartPr/>
                <p14:nvPr/>
              </p14:nvContentPartPr>
              <p14:xfrm>
                <a:off x="3838437" y="6049023"/>
                <a:ext cx="15840" cy="766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EF68F77-7BA2-EFC4-B2E6-F42F698F6D6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829437" y="6040023"/>
                  <a:ext cx="33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CCCBD2D-C42A-FB60-B7D7-87940A56AC14}"/>
                    </a:ext>
                  </a:extLst>
                </p14:cNvPr>
                <p14:cNvContentPartPr/>
                <p14:nvPr/>
              </p14:nvContentPartPr>
              <p14:xfrm>
                <a:off x="4016997" y="6196983"/>
                <a:ext cx="82080" cy="1670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CCCBD2D-C42A-FB60-B7D7-87940A56AC1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007997" y="6187983"/>
                  <a:ext cx="99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4E4F7E6-4E56-57B6-4A1F-7BF88FC129D4}"/>
                    </a:ext>
                  </a:extLst>
                </p14:cNvPr>
                <p14:cNvContentPartPr/>
                <p14:nvPr/>
              </p14:nvContentPartPr>
              <p14:xfrm>
                <a:off x="3968757" y="6191583"/>
                <a:ext cx="190800" cy="1796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4E4F7E6-4E56-57B6-4A1F-7BF88FC129D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959757" y="6182583"/>
                  <a:ext cx="20844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BDDF9705-3922-BB5E-2EC6-407BCBB75106}"/>
              </a:ext>
            </a:extLst>
          </p:cNvPr>
          <p:cNvGrpSpPr/>
          <p:nvPr/>
        </p:nvGrpSpPr>
        <p:grpSpPr>
          <a:xfrm>
            <a:off x="4809717" y="6010863"/>
            <a:ext cx="193680" cy="283320"/>
            <a:chOff x="4809717" y="6010863"/>
            <a:chExt cx="19368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765C930-A8A5-1A37-5EEE-8B08EF9211ED}"/>
                    </a:ext>
                  </a:extLst>
                </p14:cNvPr>
                <p14:cNvContentPartPr/>
                <p14:nvPr/>
              </p14:nvContentPartPr>
              <p14:xfrm>
                <a:off x="4809717" y="6133623"/>
                <a:ext cx="21600" cy="144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765C930-A8A5-1A37-5EEE-8B08EF9211E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800717" y="6124623"/>
                  <a:ext cx="39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F0AD146-E34C-66F0-D558-16034BECA0B7}"/>
                    </a:ext>
                  </a:extLst>
                </p14:cNvPr>
                <p14:cNvContentPartPr/>
                <p14:nvPr/>
              </p14:nvContentPartPr>
              <p14:xfrm>
                <a:off x="4897557" y="6133623"/>
                <a:ext cx="105840" cy="160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F0AD146-E34C-66F0-D558-16034BECA0B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888557" y="6124623"/>
                  <a:ext cx="123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0F8A9B6-D872-77F7-5D6C-05E32ACBA9AB}"/>
                    </a:ext>
                  </a:extLst>
                </p14:cNvPr>
                <p14:cNvContentPartPr/>
                <p14:nvPr/>
              </p14:nvContentPartPr>
              <p14:xfrm>
                <a:off x="4907277" y="6010863"/>
                <a:ext cx="20520" cy="26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0F8A9B6-D872-77F7-5D6C-05E32ACBA9A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898277" y="6001740"/>
                  <a:ext cx="38160" cy="4452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8872A796-96A1-7E02-81B1-1F9BBE38968C}"/>
              </a:ext>
            </a:extLst>
          </p:cNvPr>
          <p:cNvGrpSpPr/>
          <p:nvPr/>
        </p:nvGrpSpPr>
        <p:grpSpPr>
          <a:xfrm>
            <a:off x="5440077" y="6155223"/>
            <a:ext cx="433080" cy="158040"/>
            <a:chOff x="5440077" y="6155223"/>
            <a:chExt cx="4330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9831166-EFB9-D4D7-9CD7-541D328FCBAF}"/>
                    </a:ext>
                  </a:extLst>
                </p14:cNvPr>
                <p14:cNvContentPartPr/>
                <p14:nvPr/>
              </p14:nvContentPartPr>
              <p14:xfrm>
                <a:off x="5440077" y="6155223"/>
                <a:ext cx="153720" cy="158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9831166-EFB9-D4D7-9CD7-541D328FCBA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431077" y="6146223"/>
                  <a:ext cx="171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79E0B98-252C-6141-7699-47A3B2467229}"/>
                    </a:ext>
                  </a:extLst>
                </p14:cNvPr>
                <p14:cNvContentPartPr/>
                <p14:nvPr/>
              </p14:nvContentPartPr>
              <p14:xfrm>
                <a:off x="5626917" y="6159903"/>
                <a:ext cx="246240" cy="130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79E0B98-252C-6141-7699-47A3B246722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617917" y="6150903"/>
                  <a:ext cx="2638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34FC86D4-F4CC-A283-36E8-39A5330341C6}"/>
              </a:ext>
            </a:extLst>
          </p:cNvPr>
          <p:cNvGrpSpPr/>
          <p:nvPr/>
        </p:nvGrpSpPr>
        <p:grpSpPr>
          <a:xfrm>
            <a:off x="6261237" y="5827263"/>
            <a:ext cx="2015280" cy="704880"/>
            <a:chOff x="6261237" y="5827263"/>
            <a:chExt cx="201528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DAB15AC-579D-16DA-8E5E-91A584BA250B}"/>
                    </a:ext>
                  </a:extLst>
                </p14:cNvPr>
                <p14:cNvContentPartPr/>
                <p14:nvPr/>
              </p14:nvContentPartPr>
              <p14:xfrm>
                <a:off x="6261237" y="6101943"/>
                <a:ext cx="370080" cy="168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DAB15AC-579D-16DA-8E5E-91A584BA250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252228" y="6092943"/>
                  <a:ext cx="387737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16F9CE7-2D5D-85C3-B835-61C261669F35}"/>
                    </a:ext>
                  </a:extLst>
                </p14:cNvPr>
                <p14:cNvContentPartPr/>
                <p14:nvPr/>
              </p14:nvContentPartPr>
              <p14:xfrm>
                <a:off x="6668757" y="5961903"/>
                <a:ext cx="60120" cy="2934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16F9CE7-2D5D-85C3-B835-61C261669F3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659757" y="5952903"/>
                  <a:ext cx="777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9862487-DEB5-EFBE-AFCA-7D4ED1956759}"/>
                    </a:ext>
                  </a:extLst>
                </p14:cNvPr>
                <p14:cNvContentPartPr/>
                <p14:nvPr/>
              </p14:nvContentPartPr>
              <p14:xfrm>
                <a:off x="6579477" y="5996823"/>
                <a:ext cx="399960" cy="226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9862487-DEB5-EFBE-AFCA-7D4ED195675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570477" y="5987823"/>
                  <a:ext cx="417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E404594-E770-9398-8412-0FDE8E0CA71A}"/>
                    </a:ext>
                  </a:extLst>
                </p14:cNvPr>
                <p14:cNvContentPartPr/>
                <p14:nvPr/>
              </p14:nvContentPartPr>
              <p14:xfrm>
                <a:off x="7063677" y="6084663"/>
                <a:ext cx="105840" cy="1501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E404594-E770-9398-8412-0FDE8E0CA71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054677" y="6075663"/>
                  <a:ext cx="123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C574F57-D7A3-6376-3E07-CD08B61783F0}"/>
                    </a:ext>
                  </a:extLst>
                </p14:cNvPr>
                <p14:cNvContentPartPr/>
                <p14:nvPr/>
              </p14:nvContentPartPr>
              <p14:xfrm>
                <a:off x="7180317" y="6069903"/>
                <a:ext cx="669240" cy="462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C574F57-D7A3-6376-3E07-CD08B61783F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171312" y="6060903"/>
                  <a:ext cx="686889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BCA3827-4CF1-9056-4FFF-AB7E9F162E18}"/>
                    </a:ext>
                  </a:extLst>
                </p14:cNvPr>
                <p14:cNvContentPartPr/>
                <p14:nvPr/>
              </p14:nvContentPartPr>
              <p14:xfrm>
                <a:off x="7975557" y="5827263"/>
                <a:ext cx="300960" cy="4075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BCA3827-4CF1-9056-4FFF-AB7E9F162E1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966557" y="5818263"/>
                  <a:ext cx="31860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6AE9A4FC-C841-DE1A-97B1-73C8F27DA12A}"/>
              </a:ext>
            </a:extLst>
          </p:cNvPr>
          <p:cNvGrpSpPr/>
          <p:nvPr/>
        </p:nvGrpSpPr>
        <p:grpSpPr>
          <a:xfrm>
            <a:off x="8671437" y="5867223"/>
            <a:ext cx="1120680" cy="398880"/>
            <a:chOff x="8671437" y="5867223"/>
            <a:chExt cx="112068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537D79A-9E2F-8FA0-5CF4-46178DF1AD28}"/>
                    </a:ext>
                  </a:extLst>
                </p14:cNvPr>
                <p14:cNvContentPartPr/>
                <p14:nvPr/>
              </p14:nvContentPartPr>
              <p14:xfrm>
                <a:off x="8671437" y="6091503"/>
                <a:ext cx="273960" cy="1656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537D79A-9E2F-8FA0-5CF4-46178DF1AD2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662437" y="6082503"/>
                  <a:ext cx="291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18A3FE9-2677-BB83-81FD-FA34815BCD10}"/>
                    </a:ext>
                  </a:extLst>
                </p14:cNvPr>
                <p14:cNvContentPartPr/>
                <p14:nvPr/>
              </p14:nvContentPartPr>
              <p14:xfrm>
                <a:off x="8961597" y="5867223"/>
                <a:ext cx="648000" cy="398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18A3FE9-2677-BB83-81FD-FA34815BCD1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952597" y="5858223"/>
                  <a:ext cx="6656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CD3F557-9EB2-C606-9C3D-A14A71F79902}"/>
                    </a:ext>
                  </a:extLst>
                </p14:cNvPr>
                <p14:cNvContentPartPr/>
                <p14:nvPr/>
              </p14:nvContentPartPr>
              <p14:xfrm>
                <a:off x="9704997" y="6103023"/>
                <a:ext cx="81000" cy="101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CD3F557-9EB2-C606-9C3D-A14A71F7990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695997" y="6094023"/>
                  <a:ext cx="98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0992AAA-0490-BF41-363E-2183A5A785EB}"/>
                    </a:ext>
                  </a:extLst>
                </p14:cNvPr>
                <p14:cNvContentPartPr/>
                <p14:nvPr/>
              </p14:nvContentPartPr>
              <p14:xfrm>
                <a:off x="9661437" y="6105543"/>
                <a:ext cx="130680" cy="144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0992AAA-0490-BF41-363E-2183A5A785E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652437" y="6096543"/>
                  <a:ext cx="148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9543675-998C-B7C7-FF61-011CE5F2990C}"/>
                    </a:ext>
                  </a:extLst>
                </p14:cNvPr>
                <p14:cNvContentPartPr/>
                <p14:nvPr/>
              </p14:nvContentPartPr>
              <p14:xfrm>
                <a:off x="9681957" y="5944983"/>
                <a:ext cx="7200" cy="673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9543675-998C-B7C7-FF61-011CE5F2990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672957" y="5935983"/>
                  <a:ext cx="24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6AFFF52-36F6-E72E-E2C3-4728F4D361E0}"/>
                    </a:ext>
                  </a:extLst>
                </p14:cNvPr>
                <p14:cNvContentPartPr/>
                <p14:nvPr/>
              </p14:nvContentPartPr>
              <p14:xfrm>
                <a:off x="8970237" y="6050103"/>
                <a:ext cx="146160" cy="4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6AFFF52-36F6-E72E-E2C3-4728F4D361E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961259" y="6041103"/>
                  <a:ext cx="163757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4C411FA-F508-3385-FBD7-54EE3D4BD627}"/>
                  </a:ext>
                </a:extLst>
              </p14:cNvPr>
              <p14:cNvContentPartPr/>
              <p14:nvPr/>
            </p14:nvContentPartPr>
            <p14:xfrm>
              <a:off x="10356237" y="6249543"/>
              <a:ext cx="82800" cy="334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4C411FA-F508-3385-FBD7-54EE3D4BD627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0347237" y="6240543"/>
                <a:ext cx="100440" cy="5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155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E97474D5-2B49-0003-D33B-3AC949675A66}"/>
              </a:ext>
            </a:extLst>
          </p:cNvPr>
          <p:cNvGrpSpPr/>
          <p:nvPr/>
        </p:nvGrpSpPr>
        <p:grpSpPr>
          <a:xfrm>
            <a:off x="291126" y="264543"/>
            <a:ext cx="403200" cy="387360"/>
            <a:chOff x="291126" y="264543"/>
            <a:chExt cx="40320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C16C85-3052-2285-74A2-B6B7890D61F3}"/>
                    </a:ext>
                  </a:extLst>
                </p14:cNvPr>
                <p14:cNvContentPartPr/>
                <p14:nvPr/>
              </p14:nvContentPartPr>
              <p14:xfrm>
                <a:off x="291126" y="264543"/>
                <a:ext cx="232920" cy="387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C16C85-3052-2285-74A2-B6B7890D61F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2486" y="255903"/>
                  <a:ext cx="2505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F09541-F344-DFB1-F99C-E62A974F2D8D}"/>
                    </a:ext>
                  </a:extLst>
                </p14:cNvPr>
                <p14:cNvContentPartPr/>
                <p14:nvPr/>
              </p14:nvContentPartPr>
              <p14:xfrm>
                <a:off x="679926" y="439143"/>
                <a:ext cx="14400" cy="25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F09541-F344-DFB1-F99C-E62A974F2D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0926" y="430143"/>
                  <a:ext cx="3204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69D3DE4-1C57-745E-DDA2-45E672AF03CE}"/>
              </a:ext>
            </a:extLst>
          </p:cNvPr>
          <p:cNvGrpSpPr/>
          <p:nvPr/>
        </p:nvGrpSpPr>
        <p:grpSpPr>
          <a:xfrm>
            <a:off x="1116246" y="226023"/>
            <a:ext cx="1080360" cy="747360"/>
            <a:chOff x="1116246" y="226023"/>
            <a:chExt cx="1080360" cy="74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E79F2A-B736-E53D-F6FE-F5FFA7103A6F}"/>
                    </a:ext>
                  </a:extLst>
                </p14:cNvPr>
                <p14:cNvContentPartPr/>
                <p14:nvPr/>
              </p14:nvContentPartPr>
              <p14:xfrm>
                <a:off x="1116246" y="254463"/>
                <a:ext cx="226800" cy="323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E79F2A-B736-E53D-F6FE-F5FFA7103A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7606" y="245463"/>
                  <a:ext cx="2444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6C25D2-D4E9-4F24-57A1-726876FF7FE7}"/>
                    </a:ext>
                  </a:extLst>
                </p14:cNvPr>
                <p14:cNvContentPartPr/>
                <p14:nvPr/>
              </p14:nvContentPartPr>
              <p14:xfrm>
                <a:off x="1362126" y="398463"/>
                <a:ext cx="345240" cy="176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6C25D2-D4E9-4F24-57A1-726876FF7F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3126" y="389823"/>
                  <a:ext cx="362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816801-7426-2156-2C0D-C0F765474AFA}"/>
                    </a:ext>
                  </a:extLst>
                </p14:cNvPr>
                <p14:cNvContentPartPr/>
                <p14:nvPr/>
              </p14:nvContentPartPr>
              <p14:xfrm>
                <a:off x="1702326" y="271383"/>
                <a:ext cx="33840" cy="45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816801-7426-2156-2C0D-C0F765474A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3326" y="262743"/>
                  <a:ext cx="51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7D54D7-3649-3CB4-B5B9-0BA01FA507CF}"/>
                    </a:ext>
                  </a:extLst>
                </p14:cNvPr>
                <p14:cNvContentPartPr/>
                <p14:nvPr/>
              </p14:nvContentPartPr>
              <p14:xfrm>
                <a:off x="1757046" y="226023"/>
                <a:ext cx="174960" cy="596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7D54D7-3649-3CB4-B5B9-0BA01FA507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48406" y="217023"/>
                  <a:ext cx="19260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6FA4D6-73DD-707A-172D-F3A9ADD1E248}"/>
                    </a:ext>
                  </a:extLst>
                </p14:cNvPr>
                <p14:cNvContentPartPr/>
                <p14:nvPr/>
              </p14:nvContentPartPr>
              <p14:xfrm>
                <a:off x="1775406" y="484863"/>
                <a:ext cx="126000" cy="87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6FA4D6-73DD-707A-172D-F3A9ADD1E2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66766" y="475863"/>
                  <a:ext cx="143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B078F4-5ABE-EE35-804B-927A4265CE62}"/>
                    </a:ext>
                  </a:extLst>
                </p14:cNvPr>
                <p14:cNvContentPartPr/>
                <p14:nvPr/>
              </p14:nvContentPartPr>
              <p14:xfrm>
                <a:off x="1983846" y="380823"/>
                <a:ext cx="212760" cy="59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B078F4-5ABE-EE35-804B-927A4265CE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5206" y="372183"/>
                  <a:ext cx="230400" cy="61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2FCF95-5CD5-AE3C-01F5-C17B6F1B5216}"/>
              </a:ext>
            </a:extLst>
          </p:cNvPr>
          <p:cNvGrpSpPr/>
          <p:nvPr/>
        </p:nvGrpSpPr>
        <p:grpSpPr>
          <a:xfrm>
            <a:off x="2769006" y="316023"/>
            <a:ext cx="777960" cy="303120"/>
            <a:chOff x="2769006" y="316023"/>
            <a:chExt cx="77796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DD2D91-F5F1-9374-4719-2E5394EE6754}"/>
                    </a:ext>
                  </a:extLst>
                </p14:cNvPr>
                <p14:cNvContentPartPr/>
                <p14:nvPr/>
              </p14:nvContentPartPr>
              <p14:xfrm>
                <a:off x="2774766" y="332583"/>
                <a:ext cx="176040" cy="284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DD2D91-F5F1-9374-4719-2E5394EE67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5766" y="323583"/>
                  <a:ext cx="1936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14D5F1-779C-0ADD-3714-9B3F34074EFC}"/>
                    </a:ext>
                  </a:extLst>
                </p14:cNvPr>
                <p14:cNvContentPartPr/>
                <p14:nvPr/>
              </p14:nvContentPartPr>
              <p14:xfrm>
                <a:off x="3042246" y="384063"/>
                <a:ext cx="142560" cy="227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14D5F1-779C-0ADD-3714-9B3F34074E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3606" y="375063"/>
                  <a:ext cx="160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73635A3-F05A-35B5-C6C5-09B869C00887}"/>
                    </a:ext>
                  </a:extLst>
                </p14:cNvPr>
                <p14:cNvContentPartPr/>
                <p14:nvPr/>
              </p14:nvContentPartPr>
              <p14:xfrm>
                <a:off x="3253926" y="316023"/>
                <a:ext cx="293040" cy="303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73635A3-F05A-35B5-C6C5-09B869C0088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44926" y="307383"/>
                  <a:ext cx="3106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CEAD1D-A636-E5B7-EC5D-4F7B48EE4BC8}"/>
                    </a:ext>
                  </a:extLst>
                </p14:cNvPr>
                <p14:cNvContentPartPr/>
                <p14:nvPr/>
              </p14:nvContentPartPr>
              <p14:xfrm>
                <a:off x="3372006" y="358863"/>
                <a:ext cx="138960" cy="32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CEAD1D-A636-E5B7-EC5D-4F7B48EE4B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63006" y="350223"/>
                  <a:ext cx="156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7E7F75-F44D-7D88-9ED3-626E5E2D54C8}"/>
                    </a:ext>
                  </a:extLst>
                </p14:cNvPr>
                <p14:cNvContentPartPr/>
                <p14:nvPr/>
              </p14:nvContentPartPr>
              <p14:xfrm>
                <a:off x="2769006" y="395583"/>
                <a:ext cx="139680" cy="12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7E7F75-F44D-7D88-9ED3-626E5E2D54C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60006" y="386943"/>
                  <a:ext cx="1573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39396B-4808-3280-6986-7F3EEEAB77EC}"/>
              </a:ext>
            </a:extLst>
          </p:cNvPr>
          <p:cNvGrpSpPr/>
          <p:nvPr/>
        </p:nvGrpSpPr>
        <p:grpSpPr>
          <a:xfrm>
            <a:off x="4252566" y="242943"/>
            <a:ext cx="749520" cy="349560"/>
            <a:chOff x="4252566" y="242943"/>
            <a:chExt cx="74952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1903832-4D9C-150A-AA46-CC5A1523174A}"/>
                    </a:ext>
                  </a:extLst>
                </p14:cNvPr>
                <p14:cNvContentPartPr/>
                <p14:nvPr/>
              </p14:nvContentPartPr>
              <p14:xfrm>
                <a:off x="4376766" y="242943"/>
                <a:ext cx="625320" cy="349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1903832-4D9C-150A-AA46-CC5A152317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67766" y="233943"/>
                  <a:ext cx="64296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3817320-9F06-5709-F9E9-B04DD044A5F2}"/>
                    </a:ext>
                  </a:extLst>
                </p14:cNvPr>
                <p14:cNvContentPartPr/>
                <p14:nvPr/>
              </p14:nvContentPartPr>
              <p14:xfrm>
                <a:off x="4252566" y="364983"/>
                <a:ext cx="181080" cy="21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3817320-9F06-5709-F9E9-B04DD044A5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43926" y="356343"/>
                  <a:ext cx="19872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668ACB-3C22-311F-1D90-96F5A6198671}"/>
              </a:ext>
            </a:extLst>
          </p:cNvPr>
          <p:cNvGrpSpPr/>
          <p:nvPr/>
        </p:nvGrpSpPr>
        <p:grpSpPr>
          <a:xfrm>
            <a:off x="5610486" y="233943"/>
            <a:ext cx="1172880" cy="387720"/>
            <a:chOff x="5610486" y="233943"/>
            <a:chExt cx="117288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FC6A4F-AD87-344A-A9D2-3D8821E331C6}"/>
                    </a:ext>
                  </a:extLst>
                </p14:cNvPr>
                <p14:cNvContentPartPr/>
                <p14:nvPr/>
              </p14:nvContentPartPr>
              <p14:xfrm>
                <a:off x="5610486" y="392343"/>
                <a:ext cx="276840" cy="170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FC6A4F-AD87-344A-A9D2-3D8821E331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01846" y="383343"/>
                  <a:ext cx="294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3F50F5-634D-5623-4AEE-FB46CF16A8FD}"/>
                    </a:ext>
                  </a:extLst>
                </p14:cNvPr>
                <p14:cNvContentPartPr/>
                <p14:nvPr/>
              </p14:nvContentPartPr>
              <p14:xfrm>
                <a:off x="5931606" y="233943"/>
                <a:ext cx="575640" cy="370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3F50F5-634D-5623-4AEE-FB46CF16A8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22966" y="224943"/>
                  <a:ext cx="5932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8A6249-17F2-E4B7-3BFD-C95BA2CD6E86}"/>
                    </a:ext>
                  </a:extLst>
                </p14:cNvPr>
                <p14:cNvContentPartPr/>
                <p14:nvPr/>
              </p14:nvContentPartPr>
              <p14:xfrm>
                <a:off x="6585366" y="424383"/>
                <a:ext cx="12960" cy="165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8A6249-17F2-E4B7-3BFD-C95BA2CD6E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76366" y="415383"/>
                  <a:ext cx="30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992995-8549-86B8-843A-B4730325B019}"/>
                    </a:ext>
                  </a:extLst>
                </p14:cNvPr>
                <p14:cNvContentPartPr/>
                <p14:nvPr/>
              </p14:nvContentPartPr>
              <p14:xfrm>
                <a:off x="6665646" y="458223"/>
                <a:ext cx="95400" cy="10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992995-8549-86B8-843A-B4730325B0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57006" y="449583"/>
                  <a:ext cx="1130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F081B88-DE73-63D1-122C-DB9FD540072C}"/>
                    </a:ext>
                  </a:extLst>
                </p14:cNvPr>
                <p14:cNvContentPartPr/>
                <p14:nvPr/>
              </p14:nvContentPartPr>
              <p14:xfrm>
                <a:off x="6668886" y="457143"/>
                <a:ext cx="114480" cy="164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F081B88-DE73-63D1-122C-DB9FD54007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59886" y="448503"/>
                  <a:ext cx="1321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F46548-258E-B78C-62E5-13606E0F670E}"/>
                    </a:ext>
                  </a:extLst>
                </p14:cNvPr>
                <p14:cNvContentPartPr/>
                <p14:nvPr/>
              </p14:nvContentPartPr>
              <p14:xfrm>
                <a:off x="6648726" y="282183"/>
                <a:ext cx="30960" cy="62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F46548-258E-B78C-62E5-13606E0F67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39726" y="273183"/>
                  <a:ext cx="48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FA24850-B57B-B45B-5D82-430F41E7B277}"/>
                    </a:ext>
                  </a:extLst>
                </p14:cNvPr>
                <p14:cNvContentPartPr/>
                <p14:nvPr/>
              </p14:nvContentPartPr>
              <p14:xfrm>
                <a:off x="5913966" y="309543"/>
                <a:ext cx="263880" cy="26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FA24850-B57B-B45B-5D82-430F41E7B2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4966" y="300903"/>
                  <a:ext cx="2815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481FAD-81DE-24EB-000B-10B5F29C61AE}"/>
              </a:ext>
            </a:extLst>
          </p:cNvPr>
          <p:cNvGrpSpPr/>
          <p:nvPr/>
        </p:nvGrpSpPr>
        <p:grpSpPr>
          <a:xfrm>
            <a:off x="7203486" y="260223"/>
            <a:ext cx="251280" cy="318240"/>
            <a:chOff x="7203486" y="260223"/>
            <a:chExt cx="25128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9238A8-3E41-5260-210D-108FF2799327}"/>
                    </a:ext>
                  </a:extLst>
                </p14:cNvPr>
                <p14:cNvContentPartPr/>
                <p14:nvPr/>
              </p14:nvContentPartPr>
              <p14:xfrm>
                <a:off x="7203486" y="260223"/>
                <a:ext cx="251280" cy="318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9238A8-3E41-5260-210D-108FF27993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94486" y="251223"/>
                  <a:ext cx="268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698FB9-AFAA-709C-4608-E6D76FF3C4B9}"/>
                    </a:ext>
                  </a:extLst>
                </p14:cNvPr>
                <p14:cNvContentPartPr/>
                <p14:nvPr/>
              </p14:nvContentPartPr>
              <p14:xfrm>
                <a:off x="7266486" y="430863"/>
                <a:ext cx="126000" cy="46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698FB9-AFAA-709C-4608-E6D76FF3C4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57486" y="422223"/>
                  <a:ext cx="14364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8A2967-3D86-1C54-6E2E-485356FA0614}"/>
              </a:ext>
            </a:extLst>
          </p:cNvPr>
          <p:cNvGrpSpPr/>
          <p:nvPr/>
        </p:nvGrpSpPr>
        <p:grpSpPr>
          <a:xfrm>
            <a:off x="7951206" y="398463"/>
            <a:ext cx="165600" cy="189720"/>
            <a:chOff x="7951206" y="398463"/>
            <a:chExt cx="16560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F28EDD-47C0-4211-4881-16D0EADF541D}"/>
                    </a:ext>
                  </a:extLst>
                </p14:cNvPr>
                <p14:cNvContentPartPr/>
                <p14:nvPr/>
              </p14:nvContentPartPr>
              <p14:xfrm>
                <a:off x="7951206" y="398463"/>
                <a:ext cx="21240" cy="18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F28EDD-47C0-4211-4881-16D0EADF541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42206" y="389463"/>
                  <a:ext cx="38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FCE982-206C-A5D5-A2B2-1BAC81AC7D1D}"/>
                    </a:ext>
                  </a:extLst>
                </p14:cNvPr>
                <p14:cNvContentPartPr/>
                <p14:nvPr/>
              </p14:nvContentPartPr>
              <p14:xfrm>
                <a:off x="8000526" y="425463"/>
                <a:ext cx="116280" cy="145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FCE982-206C-A5D5-A2B2-1BAC81AC7D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91886" y="416823"/>
                  <a:ext cx="13392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0DE1ABF-FB71-9376-8811-49E19A974D75}"/>
                  </a:ext>
                </a:extLst>
              </p14:cNvPr>
              <p14:cNvContentPartPr/>
              <p14:nvPr/>
            </p14:nvContentPartPr>
            <p14:xfrm>
              <a:off x="8007366" y="211263"/>
              <a:ext cx="18720" cy="29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0DE1ABF-FB71-9376-8811-49E19A974D7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998366" y="202623"/>
                <a:ext cx="3636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801EAC6C-51E6-64B4-9B13-7A0AAD312740}"/>
              </a:ext>
            </a:extLst>
          </p:cNvPr>
          <p:cNvGrpSpPr/>
          <p:nvPr/>
        </p:nvGrpSpPr>
        <p:grpSpPr>
          <a:xfrm>
            <a:off x="8652846" y="178503"/>
            <a:ext cx="1935360" cy="604800"/>
            <a:chOff x="8652846" y="178503"/>
            <a:chExt cx="193536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C021EB-D0D2-2EEB-8F64-67CBF1539BAE}"/>
                    </a:ext>
                  </a:extLst>
                </p14:cNvPr>
                <p14:cNvContentPartPr/>
                <p14:nvPr/>
              </p14:nvContentPartPr>
              <p14:xfrm>
                <a:off x="8652846" y="367143"/>
                <a:ext cx="366120" cy="151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C021EB-D0D2-2EEB-8F64-67CBF1539B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43846" y="358143"/>
                  <a:ext cx="383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416C509-F805-74FE-C439-E5160B43F8C5}"/>
                    </a:ext>
                  </a:extLst>
                </p14:cNvPr>
                <p14:cNvContentPartPr/>
                <p14:nvPr/>
              </p14:nvContentPartPr>
              <p14:xfrm>
                <a:off x="9092406" y="233223"/>
                <a:ext cx="38160" cy="28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416C509-F805-74FE-C439-E5160B43F8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83406" y="224583"/>
                  <a:ext cx="55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ECF4A3-8D01-89B6-DC56-F0C34FCEDB48}"/>
                    </a:ext>
                  </a:extLst>
                </p14:cNvPr>
                <p14:cNvContentPartPr/>
                <p14:nvPr/>
              </p14:nvContentPartPr>
              <p14:xfrm>
                <a:off x="9015006" y="243663"/>
                <a:ext cx="306360" cy="274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ECF4A3-8D01-89B6-DC56-F0C34FCEDB4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06366" y="234663"/>
                  <a:ext cx="3240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6376E4-D33E-6264-E165-2120EE6ACA5E}"/>
                    </a:ext>
                  </a:extLst>
                </p14:cNvPr>
                <p14:cNvContentPartPr/>
                <p14:nvPr/>
              </p14:nvContentPartPr>
              <p14:xfrm>
                <a:off x="9364566" y="370023"/>
                <a:ext cx="136080" cy="160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36376E4-D33E-6264-E165-2120EE6ACA5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55566" y="361023"/>
                  <a:ext cx="153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50DB96-9888-3173-68FD-5A90C9F3E68E}"/>
                    </a:ext>
                  </a:extLst>
                </p14:cNvPr>
                <p14:cNvContentPartPr/>
                <p14:nvPr/>
              </p14:nvContentPartPr>
              <p14:xfrm>
                <a:off x="9558246" y="375783"/>
                <a:ext cx="209520" cy="407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50DB96-9888-3173-68FD-5A90C9F3E6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49606" y="367143"/>
                  <a:ext cx="2271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82EAA1-C936-6695-0706-B724EA6AF51E}"/>
                    </a:ext>
                  </a:extLst>
                </p14:cNvPr>
                <p14:cNvContentPartPr/>
                <p14:nvPr/>
              </p14:nvContentPartPr>
              <p14:xfrm>
                <a:off x="9826086" y="359223"/>
                <a:ext cx="384120" cy="166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82EAA1-C936-6695-0706-B724EA6AF51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17446" y="350223"/>
                  <a:ext cx="401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70CEF13-79A9-8822-4306-68C140774B09}"/>
                    </a:ext>
                  </a:extLst>
                </p14:cNvPr>
                <p14:cNvContentPartPr/>
                <p14:nvPr/>
              </p14:nvContentPartPr>
              <p14:xfrm>
                <a:off x="10288326" y="178503"/>
                <a:ext cx="299880" cy="353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70CEF13-79A9-8822-4306-68C140774B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79686" y="169863"/>
                  <a:ext cx="317520" cy="3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1AB7596-C088-D0A6-4082-E93E1B7F1C43}"/>
                  </a:ext>
                </a:extLst>
              </p14:cNvPr>
              <p14:cNvContentPartPr/>
              <p14:nvPr/>
            </p14:nvContentPartPr>
            <p14:xfrm>
              <a:off x="11017326" y="695823"/>
              <a:ext cx="2880" cy="17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1AB7596-C088-D0A6-4082-E93E1B7F1C4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008326" y="687183"/>
                <a:ext cx="2052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ABE7404A-0B36-B519-A493-9DE85957231C}"/>
              </a:ext>
            </a:extLst>
          </p:cNvPr>
          <p:cNvGrpSpPr/>
          <p:nvPr/>
        </p:nvGrpSpPr>
        <p:grpSpPr>
          <a:xfrm>
            <a:off x="1934526" y="1139703"/>
            <a:ext cx="771120" cy="422640"/>
            <a:chOff x="1934526" y="1139703"/>
            <a:chExt cx="77112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5494829-5A72-D10C-A6A8-88922F345DEA}"/>
                    </a:ext>
                  </a:extLst>
                </p14:cNvPr>
                <p14:cNvContentPartPr/>
                <p14:nvPr/>
              </p14:nvContentPartPr>
              <p14:xfrm>
                <a:off x="1934526" y="1139703"/>
                <a:ext cx="397080" cy="422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5494829-5A72-D10C-A6A8-88922F345D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25526" y="1131063"/>
                  <a:ext cx="4147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3E1D6C-332D-250E-DD65-20EA132D5B7C}"/>
                    </a:ext>
                  </a:extLst>
                </p14:cNvPr>
                <p14:cNvContentPartPr/>
                <p14:nvPr/>
              </p14:nvContentPartPr>
              <p14:xfrm>
                <a:off x="2023086" y="1349943"/>
                <a:ext cx="201240" cy="15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3E1D6C-332D-250E-DD65-20EA132D5B7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14446" y="1341303"/>
                  <a:ext cx="218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9F243BB-B2EF-5194-1708-2261517C39B3}"/>
                    </a:ext>
                  </a:extLst>
                </p14:cNvPr>
                <p14:cNvContentPartPr/>
                <p14:nvPr/>
              </p14:nvContentPartPr>
              <p14:xfrm>
                <a:off x="2496126" y="1373343"/>
                <a:ext cx="127800" cy="19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9F243BB-B2EF-5194-1708-2261517C39B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87486" y="1364343"/>
                  <a:ext cx="145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CE56959-D879-311A-1D32-08EC9195E722}"/>
                    </a:ext>
                  </a:extLst>
                </p14:cNvPr>
                <p14:cNvContentPartPr/>
                <p14:nvPr/>
              </p14:nvContentPartPr>
              <p14:xfrm>
                <a:off x="2511966" y="1445343"/>
                <a:ext cx="193680" cy="25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CE56959-D879-311A-1D32-08EC9195E7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03326" y="1436343"/>
                  <a:ext cx="2113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E51936-FA46-4590-6D97-1EE1C18697F3}"/>
              </a:ext>
            </a:extLst>
          </p:cNvPr>
          <p:cNvGrpSpPr/>
          <p:nvPr/>
        </p:nvGrpSpPr>
        <p:grpSpPr>
          <a:xfrm>
            <a:off x="3276246" y="1176783"/>
            <a:ext cx="488880" cy="899640"/>
            <a:chOff x="3276246" y="1176783"/>
            <a:chExt cx="48888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A5E0022-BB25-F61E-C8EA-A2C7A80717D0}"/>
                    </a:ext>
                  </a:extLst>
                </p14:cNvPr>
                <p14:cNvContentPartPr/>
                <p14:nvPr/>
              </p14:nvContentPartPr>
              <p14:xfrm>
                <a:off x="3590526" y="1176783"/>
                <a:ext cx="69840" cy="312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A5E0022-BB25-F61E-C8EA-A2C7A80717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81526" y="1167783"/>
                  <a:ext cx="874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702270-19A4-F38E-0A8C-40EE2169F4FC}"/>
                    </a:ext>
                  </a:extLst>
                </p14:cNvPr>
                <p14:cNvContentPartPr/>
                <p14:nvPr/>
              </p14:nvContentPartPr>
              <p14:xfrm>
                <a:off x="3276246" y="1603383"/>
                <a:ext cx="488880" cy="57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702270-19A4-F38E-0A8C-40EE2169F4F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67606" y="1594383"/>
                  <a:ext cx="5065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62C724-227D-695E-105C-FAB321350B0A}"/>
                    </a:ext>
                  </a:extLst>
                </p14:cNvPr>
                <p14:cNvContentPartPr/>
                <p14:nvPr/>
              </p14:nvContentPartPr>
              <p14:xfrm>
                <a:off x="3453006" y="1787343"/>
                <a:ext cx="184320" cy="289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62C724-227D-695E-105C-FAB321350B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44366" y="1778343"/>
                  <a:ext cx="20196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9D9CDDD-F07A-1291-5002-D4A1F0AD07E0}"/>
                  </a:ext>
                </a:extLst>
              </p14:cNvPr>
              <p14:cNvContentPartPr/>
              <p14:nvPr/>
            </p14:nvContentPartPr>
            <p14:xfrm>
              <a:off x="5327886" y="1213503"/>
              <a:ext cx="192960" cy="2106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9D9CDDD-F07A-1291-5002-D4A1F0AD07E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18886" y="1204863"/>
                <a:ext cx="210600" cy="22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6521F13B-99FA-4FC5-C662-839D1836108D}"/>
              </a:ext>
            </a:extLst>
          </p:cNvPr>
          <p:cNvGrpSpPr/>
          <p:nvPr/>
        </p:nvGrpSpPr>
        <p:grpSpPr>
          <a:xfrm>
            <a:off x="4074006" y="918303"/>
            <a:ext cx="839160" cy="1758600"/>
            <a:chOff x="4074006" y="918303"/>
            <a:chExt cx="839160" cy="175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025B57-30AC-5293-2729-B4C737CF8550}"/>
                    </a:ext>
                  </a:extLst>
                </p14:cNvPr>
                <p14:cNvContentPartPr/>
                <p14:nvPr/>
              </p14:nvContentPartPr>
              <p14:xfrm>
                <a:off x="4074006" y="918303"/>
                <a:ext cx="384480" cy="1758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025B57-30AC-5293-2729-B4C737CF855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65366" y="909303"/>
                  <a:ext cx="402120" cy="177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E69B6D-A0EC-183D-3EDF-A7E78538977E}"/>
                    </a:ext>
                  </a:extLst>
                </p14:cNvPr>
                <p14:cNvContentPartPr/>
                <p14:nvPr/>
              </p14:nvContentPartPr>
              <p14:xfrm>
                <a:off x="4620126" y="1249863"/>
                <a:ext cx="23400" cy="236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E69B6D-A0EC-183D-3EDF-A7E7853897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11486" y="1241223"/>
                  <a:ext cx="41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40916BE-86A2-52DB-0A0D-04C40DD7A845}"/>
                    </a:ext>
                  </a:extLst>
                </p14:cNvPr>
                <p14:cNvContentPartPr/>
                <p14:nvPr/>
              </p14:nvContentPartPr>
              <p14:xfrm>
                <a:off x="4641726" y="1778343"/>
                <a:ext cx="271440" cy="161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40916BE-86A2-52DB-0A0D-04C40DD7A84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33086" y="1769703"/>
                  <a:ext cx="28908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B59B638-6676-F0BF-0434-D1E33E7C3854}"/>
                  </a:ext>
                </a:extLst>
              </p14:cNvPr>
              <p14:cNvContentPartPr/>
              <p14:nvPr/>
            </p14:nvContentPartPr>
            <p14:xfrm>
              <a:off x="5449926" y="1704543"/>
              <a:ext cx="24120" cy="165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B59B638-6676-F0BF-0434-D1E33E7C385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41286" y="1695903"/>
                <a:ext cx="4176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78CDA093-8E88-5A75-762A-6262A51D1530}"/>
              </a:ext>
            </a:extLst>
          </p:cNvPr>
          <p:cNvGrpSpPr/>
          <p:nvPr/>
        </p:nvGrpSpPr>
        <p:grpSpPr>
          <a:xfrm>
            <a:off x="4316646" y="2193423"/>
            <a:ext cx="527760" cy="250920"/>
            <a:chOff x="4316646" y="2193423"/>
            <a:chExt cx="52776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F6DEAA5-F35D-E319-8E4A-6A194D147E46}"/>
                    </a:ext>
                  </a:extLst>
                </p14:cNvPr>
                <p14:cNvContentPartPr/>
                <p14:nvPr/>
              </p14:nvContentPartPr>
              <p14:xfrm>
                <a:off x="4316646" y="2278383"/>
                <a:ext cx="165240" cy="14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F6DEAA5-F35D-E319-8E4A-6A194D147E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08006" y="2269383"/>
                  <a:ext cx="182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CAFAF60-BCF7-B9F8-A41D-8ECC837330C6}"/>
                    </a:ext>
                  </a:extLst>
                </p14:cNvPr>
                <p14:cNvContentPartPr/>
                <p14:nvPr/>
              </p14:nvContentPartPr>
              <p14:xfrm>
                <a:off x="4590246" y="2193423"/>
                <a:ext cx="254160" cy="250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CAFAF60-BCF7-B9F8-A41D-8ECC837330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81246" y="2184783"/>
                  <a:ext cx="27180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9865D8B-DF05-9656-9DF6-ACB40709197B}"/>
                  </a:ext>
                </a:extLst>
              </p14:cNvPr>
              <p14:cNvContentPartPr/>
              <p14:nvPr/>
            </p14:nvContentPartPr>
            <p14:xfrm>
              <a:off x="5378646" y="2206383"/>
              <a:ext cx="249120" cy="179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9865D8B-DF05-9656-9DF6-ACB40709197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370006" y="2197743"/>
                <a:ext cx="26676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7092F7D1-A154-BFA3-A2DC-8565CB4274CC}"/>
              </a:ext>
            </a:extLst>
          </p:cNvPr>
          <p:cNvGrpSpPr/>
          <p:nvPr/>
        </p:nvGrpSpPr>
        <p:grpSpPr>
          <a:xfrm>
            <a:off x="6100086" y="919743"/>
            <a:ext cx="1063800" cy="1742760"/>
            <a:chOff x="6100086" y="919743"/>
            <a:chExt cx="1063800" cy="174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FA6D1E-CC19-6E8C-524C-E227C622862C}"/>
                    </a:ext>
                  </a:extLst>
                </p14:cNvPr>
                <p14:cNvContentPartPr/>
                <p14:nvPr/>
              </p14:nvContentPartPr>
              <p14:xfrm>
                <a:off x="6145086" y="1172103"/>
                <a:ext cx="278640" cy="210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FA6D1E-CC19-6E8C-524C-E227C62286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36446" y="1163103"/>
                  <a:ext cx="296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D0CC26-597D-3A17-A41B-C7C23C438B36}"/>
                    </a:ext>
                  </a:extLst>
                </p14:cNvPr>
                <p14:cNvContentPartPr/>
                <p14:nvPr/>
              </p14:nvContentPartPr>
              <p14:xfrm>
                <a:off x="6100086" y="1768263"/>
                <a:ext cx="158760" cy="1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D0CC26-597D-3A17-A41B-C7C23C438B3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91086" y="1759263"/>
                  <a:ext cx="176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632B5D3-90C8-1F31-55AA-0B7617E62035}"/>
                    </a:ext>
                  </a:extLst>
                </p14:cNvPr>
                <p14:cNvContentPartPr/>
                <p14:nvPr/>
              </p14:nvContentPartPr>
              <p14:xfrm>
                <a:off x="6315726" y="1654503"/>
                <a:ext cx="331560" cy="225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632B5D3-90C8-1F31-55AA-0B7617E6203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06726" y="1645863"/>
                  <a:ext cx="349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D326673-775A-4423-D140-872E7FF843AA}"/>
                    </a:ext>
                  </a:extLst>
                </p14:cNvPr>
                <p14:cNvContentPartPr/>
                <p14:nvPr/>
              </p14:nvContentPartPr>
              <p14:xfrm>
                <a:off x="6418326" y="2237343"/>
                <a:ext cx="113040" cy="27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D326673-775A-4423-D140-872E7FF843A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09326" y="2228703"/>
                  <a:ext cx="130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A996ABB-A3B5-8526-88E6-9E805A0D4691}"/>
                    </a:ext>
                  </a:extLst>
                </p14:cNvPr>
                <p14:cNvContentPartPr/>
                <p14:nvPr/>
              </p14:nvContentPartPr>
              <p14:xfrm>
                <a:off x="6611646" y="2152383"/>
                <a:ext cx="25560" cy="250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A996ABB-A3B5-8526-88E6-9E805A0D469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02646" y="2143743"/>
                  <a:ext cx="43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7C93DB1-E383-BF0B-1F37-27043CCC299F}"/>
                    </a:ext>
                  </a:extLst>
                </p14:cNvPr>
                <p14:cNvContentPartPr/>
                <p14:nvPr/>
              </p14:nvContentPartPr>
              <p14:xfrm>
                <a:off x="6804966" y="919743"/>
                <a:ext cx="358920" cy="174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7C93DB1-E383-BF0B-1F37-27043CCC299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95966" y="910743"/>
                  <a:ext cx="376560" cy="176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1417605-ACCF-C528-99FB-FADE1743D0B3}"/>
              </a:ext>
            </a:extLst>
          </p:cNvPr>
          <p:cNvGrpSpPr/>
          <p:nvPr/>
        </p:nvGrpSpPr>
        <p:grpSpPr>
          <a:xfrm>
            <a:off x="1447086" y="3025383"/>
            <a:ext cx="736560" cy="442080"/>
            <a:chOff x="1447086" y="3025383"/>
            <a:chExt cx="73656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CA6016-4340-D0D5-C339-8C8D76F84FBD}"/>
                    </a:ext>
                  </a:extLst>
                </p14:cNvPr>
                <p14:cNvContentPartPr/>
                <p14:nvPr/>
              </p14:nvContentPartPr>
              <p14:xfrm>
                <a:off x="1447086" y="3146343"/>
                <a:ext cx="174960" cy="321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CA6016-4340-D0D5-C339-8C8D76F84F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438446" y="3137703"/>
                  <a:ext cx="1926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01BB158-1066-8F0A-9EC2-B5C855BA8F08}"/>
                    </a:ext>
                  </a:extLst>
                </p14:cNvPr>
                <p14:cNvContentPartPr/>
                <p14:nvPr/>
              </p14:nvContentPartPr>
              <p14:xfrm>
                <a:off x="1467966" y="3296463"/>
                <a:ext cx="183960" cy="55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01BB158-1066-8F0A-9EC2-B5C855BA8F0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58966" y="3287463"/>
                  <a:ext cx="201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9B4212C-CDA6-8043-72F3-628D59ADDDCF}"/>
                    </a:ext>
                  </a:extLst>
                </p14:cNvPr>
                <p14:cNvContentPartPr/>
                <p14:nvPr/>
              </p14:nvContentPartPr>
              <p14:xfrm>
                <a:off x="1876926" y="3025383"/>
                <a:ext cx="11880" cy="217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9B4212C-CDA6-8043-72F3-628D59ADDDC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67926" y="3016383"/>
                  <a:ext cx="295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4F7268-E00C-ECEA-F0F3-EBEECA8E0D63}"/>
                    </a:ext>
                  </a:extLst>
                </p14:cNvPr>
                <p14:cNvContentPartPr/>
                <p14:nvPr/>
              </p14:nvContentPartPr>
              <p14:xfrm>
                <a:off x="2086806" y="3343983"/>
                <a:ext cx="70560" cy="11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4F7268-E00C-ECEA-F0F3-EBEECA8E0D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77806" y="3335343"/>
                  <a:ext cx="88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5991721-0DA7-A8D7-98F5-860F169C9039}"/>
                    </a:ext>
                  </a:extLst>
                </p14:cNvPr>
                <p14:cNvContentPartPr/>
                <p14:nvPr/>
              </p14:nvContentPartPr>
              <p14:xfrm>
                <a:off x="1984206" y="3421383"/>
                <a:ext cx="199440" cy="41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5991721-0DA7-A8D7-98F5-860F169C90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75206" y="3412743"/>
                  <a:ext cx="21708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E3A45B6-9629-D3FF-50B1-E12DD2E43BCA}"/>
              </a:ext>
            </a:extLst>
          </p:cNvPr>
          <p:cNvGrpSpPr/>
          <p:nvPr/>
        </p:nvGrpSpPr>
        <p:grpSpPr>
          <a:xfrm>
            <a:off x="2878446" y="3128703"/>
            <a:ext cx="331560" cy="416160"/>
            <a:chOff x="2878446" y="3128703"/>
            <a:chExt cx="33156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4B29465-E667-D1ED-BF3E-95DD4C821BA7}"/>
                    </a:ext>
                  </a:extLst>
                </p14:cNvPr>
                <p14:cNvContentPartPr/>
                <p14:nvPr/>
              </p14:nvContentPartPr>
              <p14:xfrm>
                <a:off x="3132246" y="3128703"/>
                <a:ext cx="77760" cy="300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4B29465-E667-D1ED-BF3E-95DD4C821B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23246" y="3119703"/>
                  <a:ext cx="954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F1E63A5-F7F8-6135-2A6B-BB225E099B09}"/>
                    </a:ext>
                  </a:extLst>
                </p14:cNvPr>
                <p14:cNvContentPartPr/>
                <p14:nvPr/>
              </p14:nvContentPartPr>
              <p14:xfrm>
                <a:off x="2878446" y="3507423"/>
                <a:ext cx="326160" cy="37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F1E63A5-F7F8-6135-2A6B-BB225E099B0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69446" y="3498783"/>
                  <a:ext cx="34380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2488240-B152-9D07-6117-68AD1473BBFD}"/>
                  </a:ext>
                </a:extLst>
              </p14:cNvPr>
              <p14:cNvContentPartPr/>
              <p14:nvPr/>
            </p14:nvContentPartPr>
            <p14:xfrm>
              <a:off x="2805726" y="3684903"/>
              <a:ext cx="213840" cy="269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2488240-B152-9D07-6117-68AD1473BBF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796726" y="3676263"/>
                <a:ext cx="2314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4A67ACC-E7E6-B2A8-E9A1-247AAB2FBEA0}"/>
                  </a:ext>
                </a:extLst>
              </p14:cNvPr>
              <p14:cNvContentPartPr/>
              <p14:nvPr/>
            </p14:nvContentPartPr>
            <p14:xfrm>
              <a:off x="3502686" y="2901543"/>
              <a:ext cx="375480" cy="1529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4A67ACC-E7E6-B2A8-E9A1-247AAB2FBEA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494046" y="2892543"/>
                <a:ext cx="393120" cy="154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DFCE299-E3AF-3614-8ADD-DBEC35FD7D49}"/>
                  </a:ext>
                </a:extLst>
              </p14:cNvPr>
              <p14:cNvContentPartPr/>
              <p14:nvPr/>
            </p14:nvContentPartPr>
            <p14:xfrm>
              <a:off x="4427166" y="3048423"/>
              <a:ext cx="45720" cy="2656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DFCE299-E3AF-3614-8ADD-DBEC35FD7D4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418526" y="3039423"/>
                <a:ext cx="633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67C52FD-B015-0FC8-9A70-AB9FD606DC60}"/>
                  </a:ext>
                </a:extLst>
              </p14:cNvPr>
              <p14:cNvContentPartPr/>
              <p14:nvPr/>
            </p14:nvContentPartPr>
            <p14:xfrm>
              <a:off x="4262646" y="3532623"/>
              <a:ext cx="237600" cy="158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67C52FD-B015-0FC8-9A70-AB9FD606DC6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53646" y="3523623"/>
                <a:ext cx="2552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68543E2-4A3B-A0A4-4E68-1854573249D7}"/>
                  </a:ext>
                </a:extLst>
              </p14:cNvPr>
              <p14:cNvContentPartPr/>
              <p14:nvPr/>
            </p14:nvContentPartPr>
            <p14:xfrm>
              <a:off x="4207926" y="3941943"/>
              <a:ext cx="479520" cy="2016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68543E2-4A3B-A0A4-4E68-1854573249D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199286" y="3933303"/>
                <a:ext cx="49716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C089D49-466B-FAFC-C243-7CA2778AEC0C}"/>
              </a:ext>
            </a:extLst>
          </p:cNvPr>
          <p:cNvGrpSpPr/>
          <p:nvPr/>
        </p:nvGrpSpPr>
        <p:grpSpPr>
          <a:xfrm>
            <a:off x="5253006" y="2967783"/>
            <a:ext cx="216720" cy="251640"/>
            <a:chOff x="5253006" y="2967783"/>
            <a:chExt cx="21672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75E3219-A755-F7C9-6FA6-0B1D5045A5C1}"/>
                    </a:ext>
                  </a:extLst>
                </p14:cNvPr>
                <p14:cNvContentPartPr/>
                <p14:nvPr/>
              </p14:nvContentPartPr>
              <p14:xfrm>
                <a:off x="5346246" y="2967783"/>
                <a:ext cx="14760" cy="19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75E3219-A755-F7C9-6FA6-0B1D5045A5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37606" y="2959143"/>
                  <a:ext cx="32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8D4AE7D-38A7-E914-15FD-6548599E34B1}"/>
                    </a:ext>
                  </a:extLst>
                </p14:cNvPr>
                <p14:cNvContentPartPr/>
                <p14:nvPr/>
              </p14:nvContentPartPr>
              <p14:xfrm>
                <a:off x="5253006" y="2988303"/>
                <a:ext cx="216720" cy="231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8D4AE7D-38A7-E914-15FD-6548599E34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44006" y="2979663"/>
                  <a:ext cx="234360" cy="24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64EE2A2-0A88-AB13-B378-04118AF31316}"/>
                  </a:ext>
                </a:extLst>
              </p14:cNvPr>
              <p14:cNvContentPartPr/>
              <p14:nvPr/>
            </p14:nvContentPartPr>
            <p14:xfrm>
              <a:off x="5317086" y="3580143"/>
              <a:ext cx="21600" cy="160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64EE2A2-0A88-AB13-B378-04118AF3131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08086" y="3571503"/>
                <a:ext cx="3924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CD569BF7-687C-1798-12E3-FDD876A358E4}"/>
              </a:ext>
            </a:extLst>
          </p:cNvPr>
          <p:cNvGrpSpPr/>
          <p:nvPr/>
        </p:nvGrpSpPr>
        <p:grpSpPr>
          <a:xfrm>
            <a:off x="5158686" y="3899823"/>
            <a:ext cx="405720" cy="191160"/>
            <a:chOff x="5158686" y="3899823"/>
            <a:chExt cx="40572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DD8E48E-B323-2BA8-A9F2-1FC26220ABC1}"/>
                    </a:ext>
                  </a:extLst>
                </p14:cNvPr>
                <p14:cNvContentPartPr/>
                <p14:nvPr/>
              </p14:nvContentPartPr>
              <p14:xfrm>
                <a:off x="5158686" y="3934743"/>
                <a:ext cx="133920" cy="38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DD8E48E-B323-2BA8-A9F2-1FC26220ABC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49686" y="3925743"/>
                  <a:ext cx="151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3E88BC5-D1D6-868F-8B43-12CF16E3A691}"/>
                    </a:ext>
                  </a:extLst>
                </p14:cNvPr>
                <p14:cNvContentPartPr/>
                <p14:nvPr/>
              </p14:nvContentPartPr>
              <p14:xfrm>
                <a:off x="5374686" y="3899823"/>
                <a:ext cx="189720" cy="191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3E88BC5-D1D6-868F-8B43-12CF16E3A6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66046" y="3891183"/>
                  <a:ext cx="20736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07B4738-78E8-172E-F995-86C500AC3B03}"/>
              </a:ext>
            </a:extLst>
          </p:cNvPr>
          <p:cNvGrpSpPr/>
          <p:nvPr/>
        </p:nvGrpSpPr>
        <p:grpSpPr>
          <a:xfrm>
            <a:off x="6332286" y="2737023"/>
            <a:ext cx="1281600" cy="1671480"/>
            <a:chOff x="6332286" y="2737023"/>
            <a:chExt cx="1281600" cy="16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8F23710-896C-E2A4-3B13-7DCC182D83C9}"/>
                    </a:ext>
                  </a:extLst>
                </p14:cNvPr>
                <p14:cNvContentPartPr/>
                <p14:nvPr/>
              </p14:nvContentPartPr>
              <p14:xfrm>
                <a:off x="6332286" y="3020343"/>
                <a:ext cx="235080" cy="65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8F23710-896C-E2A4-3B13-7DCC182D83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23286" y="3011703"/>
                  <a:ext cx="252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8131CE-9526-38D6-C968-19DD3C2992CC}"/>
                    </a:ext>
                  </a:extLst>
                </p14:cNvPr>
                <p14:cNvContentPartPr/>
                <p14:nvPr/>
              </p14:nvContentPartPr>
              <p14:xfrm>
                <a:off x="6776166" y="2907303"/>
                <a:ext cx="271800" cy="213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8131CE-9526-38D6-C968-19DD3C2992C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67526" y="2898303"/>
                  <a:ext cx="289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E98CD00-8899-5087-D344-0486BC8A1EDA}"/>
                    </a:ext>
                  </a:extLst>
                </p14:cNvPr>
                <p14:cNvContentPartPr/>
                <p14:nvPr/>
              </p14:nvContentPartPr>
              <p14:xfrm>
                <a:off x="6666006" y="3434703"/>
                <a:ext cx="312480" cy="111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E98CD00-8899-5087-D344-0486BC8A1ED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57366" y="3425703"/>
                  <a:ext cx="330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FCFC7E0-F6D3-898C-E95B-9A0833B08E0A}"/>
                    </a:ext>
                  </a:extLst>
                </p14:cNvPr>
                <p14:cNvContentPartPr/>
                <p14:nvPr/>
              </p14:nvContentPartPr>
              <p14:xfrm>
                <a:off x="6499686" y="3904863"/>
                <a:ext cx="146880" cy="35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FCFC7E0-F6D3-898C-E95B-9A0833B08E0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91046" y="3895863"/>
                  <a:ext cx="164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0E5E515-3E9D-49D3-E421-F8EF6BF24EEF}"/>
                    </a:ext>
                  </a:extLst>
                </p14:cNvPr>
                <p14:cNvContentPartPr/>
                <p14:nvPr/>
              </p14:nvContentPartPr>
              <p14:xfrm>
                <a:off x="6783366" y="3804063"/>
                <a:ext cx="58320" cy="242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0E5E515-3E9D-49D3-E421-F8EF6BF24E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74726" y="3795423"/>
                  <a:ext cx="75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A31112E-5F1C-8CA6-2C48-37F9CEF5792A}"/>
                    </a:ext>
                  </a:extLst>
                </p14:cNvPr>
                <p14:cNvContentPartPr/>
                <p14:nvPr/>
              </p14:nvContentPartPr>
              <p14:xfrm>
                <a:off x="7090086" y="2737023"/>
                <a:ext cx="523800" cy="1671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A31112E-5F1C-8CA6-2C48-37F9CEF5792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81086" y="2728383"/>
                  <a:ext cx="541440" cy="168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751393C-A6E4-4F06-5B5D-4B65417FE367}"/>
              </a:ext>
            </a:extLst>
          </p:cNvPr>
          <p:cNvGrpSpPr/>
          <p:nvPr/>
        </p:nvGrpSpPr>
        <p:grpSpPr>
          <a:xfrm>
            <a:off x="389406" y="4749783"/>
            <a:ext cx="1044720" cy="451080"/>
            <a:chOff x="389406" y="4749783"/>
            <a:chExt cx="104472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4A03EC3-E8FD-CD4E-D0D9-4B57E0E826AC}"/>
                    </a:ext>
                  </a:extLst>
                </p14:cNvPr>
                <p14:cNvContentPartPr/>
                <p14:nvPr/>
              </p14:nvContentPartPr>
              <p14:xfrm>
                <a:off x="389406" y="4909983"/>
                <a:ext cx="202680" cy="290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4A03EC3-E8FD-CD4E-D0D9-4B57E0E826A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0766" y="4901343"/>
                  <a:ext cx="2203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F81CED4-93F0-0C28-2261-370EC7763635}"/>
                    </a:ext>
                  </a:extLst>
                </p14:cNvPr>
                <p14:cNvContentPartPr/>
                <p14:nvPr/>
              </p14:nvContentPartPr>
              <p14:xfrm>
                <a:off x="410286" y="5042463"/>
                <a:ext cx="191880" cy="59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F81CED4-93F0-0C28-2261-370EC776363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1286" y="5033463"/>
                  <a:ext cx="209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F8CEC25-5AFA-170A-7013-5A55C00B3C97}"/>
                    </a:ext>
                  </a:extLst>
                </p14:cNvPr>
                <p14:cNvContentPartPr/>
                <p14:nvPr/>
              </p14:nvContentPartPr>
              <p14:xfrm>
                <a:off x="751206" y="4749783"/>
                <a:ext cx="72000" cy="191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F8CEC25-5AFA-170A-7013-5A55C00B3C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42566" y="4740783"/>
                  <a:ext cx="896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7687E6-45C6-BC12-4AC8-061BB75462BF}"/>
                    </a:ext>
                  </a:extLst>
                </p14:cNvPr>
                <p14:cNvContentPartPr/>
                <p14:nvPr/>
              </p14:nvContentPartPr>
              <p14:xfrm>
                <a:off x="840486" y="4846983"/>
                <a:ext cx="183600" cy="330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7687E6-45C6-BC12-4AC8-061BB75462B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1846" y="4838343"/>
                  <a:ext cx="2012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6683C0D-EB17-DE93-15B1-2E96B5A75741}"/>
                    </a:ext>
                  </a:extLst>
                </p14:cNvPr>
                <p14:cNvContentPartPr/>
                <p14:nvPr/>
              </p14:nvContentPartPr>
              <p14:xfrm>
                <a:off x="840846" y="5044263"/>
                <a:ext cx="156960" cy="53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6683C0D-EB17-DE93-15B1-2E96B5A7574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1846" y="5035263"/>
                  <a:ext cx="174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521A6DE-B592-ABA8-A97D-C049C58AF1D4}"/>
                    </a:ext>
                  </a:extLst>
                </p14:cNvPr>
                <p14:cNvContentPartPr/>
                <p14:nvPr/>
              </p14:nvContentPartPr>
              <p14:xfrm>
                <a:off x="1345206" y="5070543"/>
                <a:ext cx="88920" cy="10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521A6DE-B592-ABA8-A97D-C049C58AF1D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36206" y="5061543"/>
                  <a:ext cx="106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E55B3D0-3387-6532-B893-76403852D2CF}"/>
                    </a:ext>
                  </a:extLst>
                </p14:cNvPr>
                <p14:cNvContentPartPr/>
                <p14:nvPr/>
              </p14:nvContentPartPr>
              <p14:xfrm>
                <a:off x="1192206" y="5150823"/>
                <a:ext cx="142200" cy="22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E55B3D0-3387-6532-B893-76403852D2C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83566" y="5142183"/>
                  <a:ext cx="1598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986E16F-E1FD-0BF2-AB2C-CAA9606F440B}"/>
              </a:ext>
            </a:extLst>
          </p:cNvPr>
          <p:cNvGrpSpPr/>
          <p:nvPr/>
        </p:nvGrpSpPr>
        <p:grpSpPr>
          <a:xfrm>
            <a:off x="1780086" y="4435863"/>
            <a:ext cx="966240" cy="2097000"/>
            <a:chOff x="1780086" y="4435863"/>
            <a:chExt cx="966240" cy="20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B74509F-3032-3544-180C-A8E4D2A258FD}"/>
                    </a:ext>
                  </a:extLst>
                </p14:cNvPr>
                <p14:cNvContentPartPr/>
                <p14:nvPr/>
              </p14:nvContentPartPr>
              <p14:xfrm>
                <a:off x="1980606" y="4885503"/>
                <a:ext cx="41760" cy="286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B74509F-3032-3544-180C-A8E4D2A258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71606" y="4876863"/>
                  <a:ext cx="594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33C344-31DA-E625-5A31-79E4771FA96B}"/>
                    </a:ext>
                  </a:extLst>
                </p14:cNvPr>
                <p14:cNvContentPartPr/>
                <p14:nvPr/>
              </p14:nvContentPartPr>
              <p14:xfrm>
                <a:off x="1780086" y="5273583"/>
                <a:ext cx="486720" cy="56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33C344-31DA-E625-5A31-79E4771FA9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71446" y="5264943"/>
                  <a:ext cx="504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49176C9-EC9C-1806-2E17-A16F28FE0DC6}"/>
                    </a:ext>
                  </a:extLst>
                </p14:cNvPr>
                <p14:cNvContentPartPr/>
                <p14:nvPr/>
              </p14:nvContentPartPr>
              <p14:xfrm>
                <a:off x="1865046" y="5529543"/>
                <a:ext cx="145080" cy="331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49176C9-EC9C-1806-2E17-A16F28FE0DC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56406" y="5520543"/>
                  <a:ext cx="162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9A1757B-F3D5-7189-68AD-909294B0A15B}"/>
                    </a:ext>
                  </a:extLst>
                </p14:cNvPr>
                <p14:cNvContentPartPr/>
                <p14:nvPr/>
              </p14:nvContentPartPr>
              <p14:xfrm>
                <a:off x="2328366" y="4435863"/>
                <a:ext cx="417960" cy="2097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9A1757B-F3D5-7189-68AD-909294B0A15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19366" y="4427223"/>
                  <a:ext cx="435600" cy="21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7A02E21-E97F-39BB-C961-F488E28486D2}"/>
                  </a:ext>
                </a:extLst>
              </p14:cNvPr>
              <p14:cNvContentPartPr/>
              <p14:nvPr/>
            </p14:nvContentPartPr>
            <p14:xfrm>
              <a:off x="4488726" y="4381863"/>
              <a:ext cx="412560" cy="21546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7A02E21-E97F-39BB-C961-F488E28486D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480086" y="4373223"/>
                <a:ext cx="430200" cy="21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64BDBCE-E251-484A-2A49-59319B71FCF1}"/>
                  </a:ext>
                </a:extLst>
              </p14:cNvPr>
              <p14:cNvContentPartPr/>
              <p14:nvPr/>
            </p14:nvContentPartPr>
            <p14:xfrm>
              <a:off x="5261646" y="4428303"/>
              <a:ext cx="370800" cy="19692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64BDBCE-E251-484A-2A49-59319B71FCF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253006" y="4419663"/>
                <a:ext cx="388440" cy="19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4872E5E-5DD7-3CAB-3800-668745BC77CC}"/>
                  </a:ext>
                </a:extLst>
              </p14:cNvPr>
              <p14:cNvContentPartPr/>
              <p14:nvPr/>
            </p14:nvContentPartPr>
            <p14:xfrm>
              <a:off x="2680446" y="4979463"/>
              <a:ext cx="43200" cy="2138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4872E5E-5DD7-3CAB-3800-668745BC77C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662806" y="4961823"/>
                <a:ext cx="788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A16A661-D43A-D412-EA60-2B78C6897DC9}"/>
                  </a:ext>
                </a:extLst>
              </p14:cNvPr>
              <p14:cNvContentPartPr/>
              <p14:nvPr/>
            </p14:nvContentPartPr>
            <p14:xfrm>
              <a:off x="3179406" y="5006463"/>
              <a:ext cx="241920" cy="1911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AA16A661-D43A-D412-EA60-2B78C6897DC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161766" y="4988823"/>
                <a:ext cx="27756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287755C-8DF9-A10A-73BA-D48D9C8F96D4}"/>
              </a:ext>
            </a:extLst>
          </p:cNvPr>
          <p:cNvGrpSpPr/>
          <p:nvPr/>
        </p:nvGrpSpPr>
        <p:grpSpPr>
          <a:xfrm>
            <a:off x="3921366" y="5064423"/>
            <a:ext cx="469800" cy="178920"/>
            <a:chOff x="3921366" y="5064423"/>
            <a:chExt cx="46980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854579C-6220-AAF9-595A-24652C22AF56}"/>
                    </a:ext>
                  </a:extLst>
                </p14:cNvPr>
                <p14:cNvContentPartPr/>
                <p14:nvPr/>
              </p14:nvContentPartPr>
              <p14:xfrm>
                <a:off x="3921366" y="5170983"/>
                <a:ext cx="115920" cy="9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854579C-6220-AAF9-595A-24652C22AF5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03366" y="5152983"/>
                  <a:ext cx="151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EA8D537-F8E7-B3D4-E91B-6267F0E8E6C1}"/>
                    </a:ext>
                  </a:extLst>
                </p14:cNvPr>
                <p14:cNvContentPartPr/>
                <p14:nvPr/>
              </p14:nvContentPartPr>
              <p14:xfrm>
                <a:off x="4171566" y="5064423"/>
                <a:ext cx="219600" cy="178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EA8D537-F8E7-B3D4-E91B-6267F0E8E6C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53566" y="5046423"/>
                  <a:ext cx="25524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5654B69-E42E-20FB-4D4F-61F8434C0089}"/>
                  </a:ext>
                </a:extLst>
              </p14:cNvPr>
              <p14:cNvContentPartPr/>
              <p14:nvPr/>
            </p14:nvContentPartPr>
            <p14:xfrm>
              <a:off x="2546886" y="5508303"/>
              <a:ext cx="288360" cy="1962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5654B69-E42E-20FB-4D4F-61F8434C008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528886" y="5490663"/>
                <a:ext cx="3240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73446BC-8EE1-5D08-84A1-98327C4A600E}"/>
                  </a:ext>
                </a:extLst>
              </p14:cNvPr>
              <p14:cNvContentPartPr/>
              <p14:nvPr/>
            </p14:nvContentPartPr>
            <p14:xfrm>
              <a:off x="3315846" y="5521623"/>
              <a:ext cx="37800" cy="1717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73446BC-8EE1-5D08-84A1-98327C4A600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297846" y="5503623"/>
                <a:ext cx="73440" cy="20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9E820C8-EE6F-EE13-C736-39F25014D1F1}"/>
              </a:ext>
            </a:extLst>
          </p:cNvPr>
          <p:cNvGrpSpPr/>
          <p:nvPr/>
        </p:nvGrpSpPr>
        <p:grpSpPr>
          <a:xfrm>
            <a:off x="3820206" y="5517303"/>
            <a:ext cx="433800" cy="171000"/>
            <a:chOff x="3820206" y="5517303"/>
            <a:chExt cx="43380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5A09D3B-9866-0321-D42B-3FB92A202540}"/>
                    </a:ext>
                  </a:extLst>
                </p14:cNvPr>
                <p14:cNvContentPartPr/>
                <p14:nvPr/>
              </p14:nvContentPartPr>
              <p14:xfrm>
                <a:off x="3820206" y="5593983"/>
                <a:ext cx="180000" cy="36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5A09D3B-9866-0321-D42B-3FB92A20254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02566" y="5576343"/>
                  <a:ext cx="215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F54D94A-5C93-6073-C44F-D60A070B0AE4}"/>
                    </a:ext>
                  </a:extLst>
                </p14:cNvPr>
                <p14:cNvContentPartPr/>
                <p14:nvPr/>
              </p14:nvContentPartPr>
              <p14:xfrm>
                <a:off x="4066806" y="5517303"/>
                <a:ext cx="187200" cy="171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F54D94A-5C93-6073-C44F-D60A070B0AE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049166" y="5499663"/>
                  <a:ext cx="22284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2CE30BB-1AB8-2167-CDDE-63FB84FCFAA4}"/>
                  </a:ext>
                </a:extLst>
              </p14:cNvPr>
              <p14:cNvContentPartPr/>
              <p14:nvPr/>
            </p14:nvContentPartPr>
            <p14:xfrm>
              <a:off x="2603046" y="6017703"/>
              <a:ext cx="300960" cy="1659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2CE30BB-1AB8-2167-CDDE-63FB84FCFAA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585406" y="5999703"/>
                <a:ext cx="33660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451AAAF-2201-214D-2640-DCC3C2E14334}"/>
              </a:ext>
            </a:extLst>
          </p:cNvPr>
          <p:cNvGrpSpPr/>
          <p:nvPr/>
        </p:nvGrpSpPr>
        <p:grpSpPr>
          <a:xfrm>
            <a:off x="3265086" y="6063783"/>
            <a:ext cx="313920" cy="180360"/>
            <a:chOff x="3265086" y="6063783"/>
            <a:chExt cx="31392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ADE9AC-B2B8-A11D-9F42-5A43D7C9A3D4}"/>
                    </a:ext>
                  </a:extLst>
                </p14:cNvPr>
                <p14:cNvContentPartPr/>
                <p14:nvPr/>
              </p14:nvContentPartPr>
              <p14:xfrm>
                <a:off x="3265086" y="6112743"/>
                <a:ext cx="113040" cy="13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ADE9AC-B2B8-A11D-9F42-5A43D7C9A3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47446" y="6095103"/>
                  <a:ext cx="148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A042249-BAE3-7A95-1442-EA9F56F4BCEC}"/>
                    </a:ext>
                  </a:extLst>
                </p14:cNvPr>
                <p14:cNvContentPartPr/>
                <p14:nvPr/>
              </p14:nvContentPartPr>
              <p14:xfrm>
                <a:off x="3422766" y="6063783"/>
                <a:ext cx="156240" cy="180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A042249-BAE3-7A95-1442-EA9F56F4BC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05126" y="6046143"/>
                  <a:ext cx="19188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4A782F8-589D-546C-69CE-B04B5ED938CD}"/>
              </a:ext>
            </a:extLst>
          </p:cNvPr>
          <p:cNvGrpSpPr/>
          <p:nvPr/>
        </p:nvGrpSpPr>
        <p:grpSpPr>
          <a:xfrm>
            <a:off x="3929286" y="6021303"/>
            <a:ext cx="338760" cy="183960"/>
            <a:chOff x="3929286" y="6021303"/>
            <a:chExt cx="33876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F23CFFD-9BF6-7998-D4E5-7E87DD89C3E9}"/>
                    </a:ext>
                  </a:extLst>
                </p14:cNvPr>
                <p14:cNvContentPartPr/>
                <p14:nvPr/>
              </p14:nvContentPartPr>
              <p14:xfrm>
                <a:off x="3929286" y="6139023"/>
                <a:ext cx="169920" cy="40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F23CFFD-9BF6-7998-D4E5-7E87DD89C3E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11286" y="6121383"/>
                  <a:ext cx="205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635F4CA-319D-041D-FA32-4ECC5B175B74}"/>
                    </a:ext>
                  </a:extLst>
                </p14:cNvPr>
                <p14:cNvContentPartPr/>
                <p14:nvPr/>
              </p14:nvContentPartPr>
              <p14:xfrm>
                <a:off x="4241766" y="6021303"/>
                <a:ext cx="26280" cy="183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635F4CA-319D-041D-FA32-4ECC5B175B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223766" y="6003303"/>
                  <a:ext cx="6192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F0801E1-E480-09BF-2B5C-8DBED87A5087}"/>
                  </a:ext>
                </a:extLst>
              </p14:cNvPr>
              <p14:cNvContentPartPr/>
              <p14:nvPr/>
            </p14:nvContentPartPr>
            <p14:xfrm>
              <a:off x="5776086" y="4812783"/>
              <a:ext cx="7200" cy="1954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F0801E1-E480-09BF-2B5C-8DBED87A508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758086" y="4795143"/>
                <a:ext cx="428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77D8C7B-E3B9-C3D4-07B2-AE5FE41A86EE}"/>
                  </a:ext>
                </a:extLst>
              </p14:cNvPr>
              <p14:cNvContentPartPr/>
              <p14:nvPr/>
            </p14:nvContentPartPr>
            <p14:xfrm>
              <a:off x="5636046" y="5416143"/>
              <a:ext cx="267480" cy="1850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77D8C7B-E3B9-C3D4-07B2-AE5FE41A86E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618406" y="5398503"/>
                <a:ext cx="30312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42FA9E3-D8E0-AC3E-08AE-A4ABE312BE0F}"/>
              </a:ext>
            </a:extLst>
          </p:cNvPr>
          <p:cNvGrpSpPr/>
          <p:nvPr/>
        </p:nvGrpSpPr>
        <p:grpSpPr>
          <a:xfrm>
            <a:off x="5533806" y="5930223"/>
            <a:ext cx="528120" cy="200880"/>
            <a:chOff x="5533806" y="5930223"/>
            <a:chExt cx="52812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5B38A6A-99CE-DA68-EA39-7AF943D069CE}"/>
                    </a:ext>
                  </a:extLst>
                </p14:cNvPr>
                <p14:cNvContentPartPr/>
                <p14:nvPr/>
              </p14:nvContentPartPr>
              <p14:xfrm>
                <a:off x="5533806" y="6028503"/>
                <a:ext cx="180360" cy="15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5B38A6A-99CE-DA68-EA39-7AF943D069C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515806" y="6010863"/>
                  <a:ext cx="216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096538A-0A90-465B-AEB4-7994C2CC60D1}"/>
                    </a:ext>
                  </a:extLst>
                </p14:cNvPr>
                <p14:cNvContentPartPr/>
                <p14:nvPr/>
              </p14:nvContentPartPr>
              <p14:xfrm>
                <a:off x="5815326" y="5930223"/>
                <a:ext cx="246600" cy="200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096538A-0A90-465B-AEB4-7994C2CC60D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797686" y="5912223"/>
                  <a:ext cx="2822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05D15BF-B69C-1BAE-FEAA-06D6B5135B67}"/>
              </a:ext>
            </a:extLst>
          </p:cNvPr>
          <p:cNvGrpSpPr/>
          <p:nvPr/>
        </p:nvGrpSpPr>
        <p:grpSpPr>
          <a:xfrm>
            <a:off x="6339846" y="4620543"/>
            <a:ext cx="2237400" cy="1768320"/>
            <a:chOff x="6339846" y="4620543"/>
            <a:chExt cx="2237400" cy="176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8C49AB8-9781-5A18-C2B4-FD8358F07597}"/>
                    </a:ext>
                  </a:extLst>
                </p14:cNvPr>
                <p14:cNvContentPartPr/>
                <p14:nvPr/>
              </p14:nvContentPartPr>
              <p14:xfrm>
                <a:off x="6347406" y="4799823"/>
                <a:ext cx="244800" cy="171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8C49AB8-9781-5A18-C2B4-FD8358F0759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329406" y="4782183"/>
                  <a:ext cx="280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65C31BB-EABA-983B-660C-0FFE602BFD00}"/>
                    </a:ext>
                  </a:extLst>
                </p14:cNvPr>
                <p14:cNvContentPartPr/>
                <p14:nvPr/>
              </p14:nvContentPartPr>
              <p14:xfrm>
                <a:off x="7044006" y="4810623"/>
                <a:ext cx="334080" cy="210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65C31BB-EABA-983B-660C-0FFE602BFD0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26366" y="4792623"/>
                  <a:ext cx="369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6A7539C-1717-C6AD-5F4E-A3AE29234002}"/>
                    </a:ext>
                  </a:extLst>
                </p14:cNvPr>
                <p14:cNvContentPartPr/>
                <p14:nvPr/>
              </p14:nvContentPartPr>
              <p14:xfrm>
                <a:off x="6339846" y="5438463"/>
                <a:ext cx="39600" cy="178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6A7539C-1717-C6AD-5F4E-A3AE292340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322206" y="5420463"/>
                  <a:ext cx="752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A1016FC-955D-5BB3-BBE4-EB23DFBA0760}"/>
                    </a:ext>
                  </a:extLst>
                </p14:cNvPr>
                <p14:cNvContentPartPr/>
                <p14:nvPr/>
              </p14:nvContentPartPr>
              <p14:xfrm>
                <a:off x="6932766" y="5552223"/>
                <a:ext cx="104400" cy="15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A1016FC-955D-5BB3-BBE4-EB23DFBA076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14766" y="5534583"/>
                  <a:ext cx="140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624768D-C798-F262-11CC-B06619C873A3}"/>
                    </a:ext>
                  </a:extLst>
                </p14:cNvPr>
                <p14:cNvContentPartPr/>
                <p14:nvPr/>
              </p14:nvContentPartPr>
              <p14:xfrm>
                <a:off x="7149126" y="5443863"/>
                <a:ext cx="315720" cy="214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624768D-C798-F262-11CC-B06619C873A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31126" y="5426223"/>
                  <a:ext cx="3513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1406B75-C69B-FF64-3B87-7283999D089D}"/>
                    </a:ext>
                  </a:extLst>
                </p14:cNvPr>
                <p14:cNvContentPartPr/>
                <p14:nvPr/>
              </p14:nvContentPartPr>
              <p14:xfrm>
                <a:off x="6421206" y="5944263"/>
                <a:ext cx="315360" cy="192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1406B75-C69B-FF64-3B87-7283999D089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03206" y="5926263"/>
                  <a:ext cx="3510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92BEB75-1B1C-FE5C-76AE-E087A342BAAB}"/>
                    </a:ext>
                  </a:extLst>
                </p14:cNvPr>
                <p14:cNvContentPartPr/>
                <p14:nvPr/>
              </p14:nvContentPartPr>
              <p14:xfrm>
                <a:off x="7058406" y="6063423"/>
                <a:ext cx="117000" cy="27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92BEB75-1B1C-FE5C-76AE-E087A342BAA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40406" y="6045423"/>
                  <a:ext cx="152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6567FFD-FA00-E626-65A9-32B35E2076F9}"/>
                    </a:ext>
                  </a:extLst>
                </p14:cNvPr>
                <p14:cNvContentPartPr/>
                <p14:nvPr/>
              </p14:nvContentPartPr>
              <p14:xfrm>
                <a:off x="7314726" y="5956863"/>
                <a:ext cx="34200" cy="232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6567FFD-FA00-E626-65A9-32B35E2076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297086" y="5938863"/>
                  <a:ext cx="698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F3B741E-391E-D8E8-3CD2-91ED698CFFAF}"/>
                    </a:ext>
                  </a:extLst>
                </p14:cNvPr>
                <p14:cNvContentPartPr/>
                <p14:nvPr/>
              </p14:nvContentPartPr>
              <p14:xfrm>
                <a:off x="7220406" y="4620543"/>
                <a:ext cx="522720" cy="1768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F3B741E-391E-D8E8-3CD2-91ED698CFFA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02766" y="4602903"/>
                  <a:ext cx="558360" cy="180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EBC09E9-46ED-E649-36E0-4E18E5AC9E12}"/>
                    </a:ext>
                  </a:extLst>
                </p14:cNvPr>
                <p14:cNvContentPartPr/>
                <p14:nvPr/>
              </p14:nvContentPartPr>
              <p14:xfrm>
                <a:off x="7882086" y="5254143"/>
                <a:ext cx="128520" cy="14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EBC09E9-46ED-E649-36E0-4E18E5AC9E1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864086" y="5236143"/>
                  <a:ext cx="164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0B0421-EF42-1AE0-BAF3-39A8A5C5FD1B}"/>
                    </a:ext>
                  </a:extLst>
                </p14:cNvPr>
                <p14:cNvContentPartPr/>
                <p14:nvPr/>
              </p14:nvContentPartPr>
              <p14:xfrm>
                <a:off x="7871646" y="5373663"/>
                <a:ext cx="237600" cy="16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0B0421-EF42-1AE0-BAF3-39A8A5C5FD1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854006" y="5356023"/>
                  <a:ext cx="273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93D1473-8367-6FF0-5D05-BA62B5B009FD}"/>
                    </a:ext>
                  </a:extLst>
                </p14:cNvPr>
                <p14:cNvContentPartPr/>
                <p14:nvPr/>
              </p14:nvContentPartPr>
              <p14:xfrm>
                <a:off x="8428926" y="5092143"/>
                <a:ext cx="34200" cy="222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93D1473-8367-6FF0-5D05-BA62B5B009F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10926" y="5074143"/>
                  <a:ext cx="698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30BFE6B-189C-8DB1-CFCA-EA0DFB8EC02B}"/>
                    </a:ext>
                  </a:extLst>
                </p14:cNvPr>
                <p14:cNvContentPartPr/>
                <p14:nvPr/>
              </p14:nvContentPartPr>
              <p14:xfrm>
                <a:off x="8197806" y="5425503"/>
                <a:ext cx="379440" cy="57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30BFE6B-189C-8DB1-CFCA-EA0DFB8EC02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179806" y="5407863"/>
                  <a:ext cx="415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4E3EF7D-D30A-799E-9863-630F3FA2D67D}"/>
                    </a:ext>
                  </a:extLst>
                </p14:cNvPr>
                <p14:cNvContentPartPr/>
                <p14:nvPr/>
              </p14:nvContentPartPr>
              <p14:xfrm>
                <a:off x="8292486" y="5681103"/>
                <a:ext cx="123120" cy="3186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4E3EF7D-D30A-799E-9863-630F3FA2D67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74846" y="5663463"/>
                  <a:ext cx="158760" cy="35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77B1FBEB-1E82-2E08-5117-0B95A84B7975}"/>
                  </a:ext>
                </a:extLst>
              </p14:cNvPr>
              <p14:cNvContentPartPr/>
              <p14:nvPr/>
            </p14:nvContentPartPr>
            <p14:xfrm>
              <a:off x="8894406" y="4641423"/>
              <a:ext cx="301320" cy="19152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77B1FBEB-1E82-2E08-5117-0B95A84B797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876766" y="4623423"/>
                <a:ext cx="336960" cy="19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529D5D9-654B-4351-24B4-84378739F675}"/>
                  </a:ext>
                </a:extLst>
              </p14:cNvPr>
              <p14:cNvContentPartPr/>
              <p14:nvPr/>
            </p14:nvContentPartPr>
            <p14:xfrm>
              <a:off x="9197886" y="4873263"/>
              <a:ext cx="181800" cy="3434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529D5D9-654B-4351-24B4-84378739F67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179886" y="4855623"/>
                <a:ext cx="21744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3E78CC50-3E7C-105D-3F42-48E32C7DE336}"/>
                  </a:ext>
                </a:extLst>
              </p14:cNvPr>
              <p14:cNvContentPartPr/>
              <p14:nvPr/>
            </p14:nvContentPartPr>
            <p14:xfrm>
              <a:off x="9916806" y="4917183"/>
              <a:ext cx="212760" cy="2404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3E78CC50-3E7C-105D-3F42-48E32C7DE33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898806" y="4899543"/>
                <a:ext cx="2484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9CF9EFD2-7B47-9EF4-BABD-02CD4ECE4157}"/>
                  </a:ext>
                </a:extLst>
              </p14:cNvPr>
              <p14:cNvContentPartPr/>
              <p14:nvPr/>
            </p14:nvContentPartPr>
            <p14:xfrm>
              <a:off x="10696926" y="4875423"/>
              <a:ext cx="285840" cy="2757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9CF9EFD2-7B47-9EF4-BABD-02CD4ECE415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679286" y="4857423"/>
                <a:ext cx="3214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E36718D-F7B7-9932-6E5F-BB949119AB5D}"/>
                  </a:ext>
                </a:extLst>
              </p14:cNvPr>
              <p14:cNvContentPartPr/>
              <p14:nvPr/>
            </p14:nvContentPartPr>
            <p14:xfrm>
              <a:off x="9269886" y="5506503"/>
              <a:ext cx="174960" cy="1890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E36718D-F7B7-9932-6E5F-BB949119AB5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251886" y="5488863"/>
                <a:ext cx="210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C0DEEFB-B60B-8E56-72D7-3BE7233ABA4F}"/>
                  </a:ext>
                </a:extLst>
              </p14:cNvPr>
              <p14:cNvContentPartPr/>
              <p14:nvPr/>
            </p14:nvContentPartPr>
            <p14:xfrm>
              <a:off x="9932646" y="5460423"/>
              <a:ext cx="139320" cy="2743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C0DEEFB-B60B-8E56-72D7-3BE7233ABA4F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915006" y="5442423"/>
                <a:ext cx="17496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1DF5300-26DA-8486-AA91-91025E2D3756}"/>
                  </a:ext>
                </a:extLst>
              </p14:cNvPr>
              <p14:cNvContentPartPr/>
              <p14:nvPr/>
            </p14:nvContentPartPr>
            <p14:xfrm>
              <a:off x="9237486" y="5998623"/>
              <a:ext cx="208800" cy="3088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1DF5300-26DA-8486-AA91-91025E2D375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219486" y="5980623"/>
                <a:ext cx="2444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43A87DB8-E14E-42E2-699A-8361A993DD38}"/>
                  </a:ext>
                </a:extLst>
              </p14:cNvPr>
              <p14:cNvContentPartPr/>
              <p14:nvPr/>
            </p14:nvContentPartPr>
            <p14:xfrm>
              <a:off x="9999246" y="5978103"/>
              <a:ext cx="178200" cy="2462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43A87DB8-E14E-42E2-699A-8361A993DD38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981246" y="5960103"/>
                <a:ext cx="21384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82BF232-DFCF-C911-7290-11E7599882F9}"/>
              </a:ext>
            </a:extLst>
          </p:cNvPr>
          <p:cNvGrpSpPr/>
          <p:nvPr/>
        </p:nvGrpSpPr>
        <p:grpSpPr>
          <a:xfrm>
            <a:off x="10696926" y="4488063"/>
            <a:ext cx="638640" cy="2244960"/>
            <a:chOff x="10696926" y="4488063"/>
            <a:chExt cx="638640" cy="224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7E88DD9-5DF8-6FE0-15A7-596C8814BBA5}"/>
                    </a:ext>
                  </a:extLst>
                </p14:cNvPr>
                <p14:cNvContentPartPr/>
                <p14:nvPr/>
              </p14:nvContentPartPr>
              <p14:xfrm>
                <a:off x="10696926" y="5455743"/>
                <a:ext cx="286920" cy="227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7E88DD9-5DF8-6FE0-15A7-596C8814BBA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678926" y="5437743"/>
                  <a:ext cx="3225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2291B2A-36AD-0BF1-4887-6873FDC0AAAF}"/>
                    </a:ext>
                  </a:extLst>
                </p14:cNvPr>
                <p14:cNvContentPartPr/>
                <p14:nvPr/>
              </p14:nvContentPartPr>
              <p14:xfrm>
                <a:off x="10737966" y="5964063"/>
                <a:ext cx="171000" cy="373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2291B2A-36AD-0BF1-4887-6873FDC0AAA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720326" y="5946063"/>
                  <a:ext cx="2066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7C77EE7-C89E-ABBD-F236-90815823CDF0}"/>
                    </a:ext>
                  </a:extLst>
                </p14:cNvPr>
                <p14:cNvContentPartPr/>
                <p14:nvPr/>
              </p14:nvContentPartPr>
              <p14:xfrm>
                <a:off x="10832286" y="4488063"/>
                <a:ext cx="503280" cy="2244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7C77EE7-C89E-ABBD-F236-90815823CDF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814646" y="4470063"/>
                  <a:ext cx="538920" cy="228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265D4F9-2136-4933-64C6-BB226C468A66}"/>
              </a:ext>
            </a:extLst>
          </p:cNvPr>
          <p:cNvGrpSpPr/>
          <p:nvPr/>
        </p:nvGrpSpPr>
        <p:grpSpPr>
          <a:xfrm>
            <a:off x="11392086" y="5446743"/>
            <a:ext cx="157320" cy="130680"/>
            <a:chOff x="11392086" y="5446743"/>
            <a:chExt cx="15732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C2737B8-D064-B1A7-7D97-7E6BD21006D9}"/>
                    </a:ext>
                  </a:extLst>
                </p14:cNvPr>
                <p14:cNvContentPartPr/>
                <p14:nvPr/>
              </p14:nvContentPartPr>
              <p14:xfrm>
                <a:off x="11427726" y="5446743"/>
                <a:ext cx="93240" cy="17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C2737B8-D064-B1A7-7D97-7E6BD21006D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410086" y="5429103"/>
                  <a:ext cx="128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C633F17-44B3-C7F9-3656-6D51ABD5F238}"/>
                    </a:ext>
                  </a:extLst>
                </p14:cNvPr>
                <p14:cNvContentPartPr/>
                <p14:nvPr/>
              </p14:nvContentPartPr>
              <p14:xfrm>
                <a:off x="11392086" y="5544663"/>
                <a:ext cx="157320" cy="32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C633F17-44B3-C7F9-3656-6D51ABD5F23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374086" y="5526663"/>
                  <a:ext cx="19296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E542DE1A-D87C-0AC1-2538-78145DDA44A6}"/>
                  </a:ext>
                </a:extLst>
              </p14:cNvPr>
              <p14:cNvContentPartPr/>
              <p14:nvPr/>
            </p14:nvContentPartPr>
            <p14:xfrm>
              <a:off x="9158646" y="2061303"/>
              <a:ext cx="2028600" cy="518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E542DE1A-D87C-0AC1-2538-78145DDA44A6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141006" y="2043303"/>
                <a:ext cx="2064240" cy="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FBEA9EA-094F-9E1B-0ABA-FE770254A2E6}"/>
              </a:ext>
            </a:extLst>
          </p:cNvPr>
          <p:cNvGrpSpPr/>
          <p:nvPr/>
        </p:nvGrpSpPr>
        <p:grpSpPr>
          <a:xfrm>
            <a:off x="8800806" y="1222503"/>
            <a:ext cx="3029760" cy="722520"/>
            <a:chOff x="8800806" y="1222503"/>
            <a:chExt cx="3029760" cy="72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D62E4A6-24F7-258A-AFB1-27EFC0E474AE}"/>
                    </a:ext>
                  </a:extLst>
                </p14:cNvPr>
                <p14:cNvContentPartPr/>
                <p14:nvPr/>
              </p14:nvContentPartPr>
              <p14:xfrm>
                <a:off x="8852286" y="1352103"/>
                <a:ext cx="228960" cy="345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D62E4A6-24F7-258A-AFB1-27EFC0E474A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834286" y="1334103"/>
                  <a:ext cx="2646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E1B2B6A-C5A1-43DC-AC10-1BB7D6851B22}"/>
                    </a:ext>
                  </a:extLst>
                </p14:cNvPr>
                <p14:cNvContentPartPr/>
                <p14:nvPr/>
              </p14:nvContentPartPr>
              <p14:xfrm>
                <a:off x="8946246" y="1525263"/>
                <a:ext cx="173520" cy="248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E1B2B6A-C5A1-43DC-AC10-1BB7D6851B2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928246" y="1507263"/>
                  <a:ext cx="209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2BAC1F3-8999-3399-3C11-68A8FCC5546C}"/>
                    </a:ext>
                  </a:extLst>
                </p14:cNvPr>
                <p14:cNvContentPartPr/>
                <p14:nvPr/>
              </p14:nvContentPartPr>
              <p14:xfrm>
                <a:off x="9267726" y="1373343"/>
                <a:ext cx="196920" cy="3322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2BAC1F3-8999-3399-3C11-68A8FCC5546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250086" y="1355343"/>
                  <a:ext cx="2325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36229AB-AF5D-DC16-9743-112EFFF9458E}"/>
                    </a:ext>
                  </a:extLst>
                </p14:cNvPr>
                <p14:cNvContentPartPr/>
                <p14:nvPr/>
              </p14:nvContentPartPr>
              <p14:xfrm>
                <a:off x="9336486" y="1516623"/>
                <a:ext cx="138960" cy="62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36229AB-AF5D-DC16-9743-112EFFF9458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318846" y="1498983"/>
                  <a:ext cx="174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4CF4FA7-0AC4-88EC-9112-9153A613731F}"/>
                    </a:ext>
                  </a:extLst>
                </p14:cNvPr>
                <p14:cNvContentPartPr/>
                <p14:nvPr/>
              </p14:nvContentPartPr>
              <p14:xfrm>
                <a:off x="9627366" y="1258143"/>
                <a:ext cx="30960" cy="1929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4CF4FA7-0AC4-88EC-9112-9153A613731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609726" y="1240143"/>
                  <a:ext cx="66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8A5E1EA-09E5-486A-F407-504DF2B97581}"/>
                    </a:ext>
                  </a:extLst>
                </p14:cNvPr>
                <p14:cNvContentPartPr/>
                <p14:nvPr/>
              </p14:nvContentPartPr>
              <p14:xfrm>
                <a:off x="9779646" y="1571703"/>
                <a:ext cx="76320" cy="25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8A5E1EA-09E5-486A-F407-504DF2B9758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62006" y="1553703"/>
                  <a:ext cx="111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27C09E2-2759-56FB-BF59-B26048BD0AA9}"/>
                    </a:ext>
                  </a:extLst>
                </p14:cNvPr>
                <p14:cNvContentPartPr/>
                <p14:nvPr/>
              </p14:nvContentPartPr>
              <p14:xfrm>
                <a:off x="9764526" y="1636143"/>
                <a:ext cx="119160" cy="48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27C09E2-2759-56FB-BF59-B26048BD0AA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746526" y="1618503"/>
                  <a:ext cx="154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F9B3037-490B-67EA-0E6B-D4AB1E7E5F6F}"/>
                    </a:ext>
                  </a:extLst>
                </p14:cNvPr>
                <p14:cNvContentPartPr/>
                <p14:nvPr/>
              </p14:nvContentPartPr>
              <p14:xfrm>
                <a:off x="10231446" y="1353903"/>
                <a:ext cx="253800" cy="3549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F9B3037-490B-67EA-0E6B-D4AB1E7E5F6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213806" y="1335903"/>
                  <a:ext cx="2894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1F406A2-F3E9-257D-4DE3-6648776AE8A4}"/>
                    </a:ext>
                  </a:extLst>
                </p14:cNvPr>
                <p14:cNvContentPartPr/>
                <p14:nvPr/>
              </p14:nvContentPartPr>
              <p14:xfrm>
                <a:off x="10279686" y="1506903"/>
                <a:ext cx="118440" cy="39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1F406A2-F3E9-257D-4DE3-6648776AE8A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262046" y="1489263"/>
                  <a:ext cx="154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4F62CF4-025F-67ED-FF26-432640EFBA9C}"/>
                    </a:ext>
                  </a:extLst>
                </p14:cNvPr>
                <p14:cNvContentPartPr/>
                <p14:nvPr/>
              </p14:nvContentPartPr>
              <p14:xfrm>
                <a:off x="10552206" y="1222503"/>
                <a:ext cx="79920" cy="234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4F62CF4-025F-67ED-FF26-432640EFBA9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534206" y="1204863"/>
                  <a:ext cx="1155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35DA37F-53D2-D455-AD78-1FA1CBFF9ED0}"/>
                    </a:ext>
                  </a:extLst>
                </p14:cNvPr>
                <p14:cNvContentPartPr/>
                <p14:nvPr/>
              </p14:nvContentPartPr>
              <p14:xfrm>
                <a:off x="10683966" y="1365063"/>
                <a:ext cx="250920" cy="3412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35DA37F-53D2-D455-AD78-1FA1CBFF9ED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665966" y="1347063"/>
                  <a:ext cx="2865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42339BE-1AA6-FB43-E856-5930F16EE793}"/>
                    </a:ext>
                  </a:extLst>
                </p14:cNvPr>
                <p14:cNvContentPartPr/>
                <p14:nvPr/>
              </p14:nvContentPartPr>
              <p14:xfrm>
                <a:off x="10685766" y="1522743"/>
                <a:ext cx="176760" cy="16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42339BE-1AA6-FB43-E856-5930F16EE79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68126" y="1505103"/>
                  <a:ext cx="212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9741EEC-FC8A-B944-E387-9DC462E977D9}"/>
                    </a:ext>
                  </a:extLst>
                </p14:cNvPr>
                <p14:cNvContentPartPr/>
                <p14:nvPr/>
              </p14:nvContentPartPr>
              <p14:xfrm>
                <a:off x="11131086" y="1525263"/>
                <a:ext cx="124560" cy="126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9741EEC-FC8A-B944-E387-9DC462E977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113086" y="1507263"/>
                  <a:ext cx="160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CA04C68-C21D-1034-C184-C19A9F18BA27}"/>
                    </a:ext>
                  </a:extLst>
                </p14:cNvPr>
                <p14:cNvContentPartPr/>
                <p14:nvPr/>
              </p14:nvContentPartPr>
              <p14:xfrm>
                <a:off x="11091126" y="1582143"/>
                <a:ext cx="237240" cy="446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CA04C68-C21D-1034-C184-C19A9F18BA2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073486" y="1564143"/>
                  <a:ext cx="272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E6473EA-754F-4990-94F5-9B1CB7120718}"/>
                    </a:ext>
                  </a:extLst>
                </p14:cNvPr>
                <p14:cNvContentPartPr/>
                <p14:nvPr/>
              </p14:nvContentPartPr>
              <p14:xfrm>
                <a:off x="11529246" y="1402503"/>
                <a:ext cx="226800" cy="6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E6473EA-754F-4990-94F5-9B1CB71207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511606" y="1384863"/>
                  <a:ext cx="262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8E36740-B39C-5D9E-7C5B-A008F37A0B31}"/>
                    </a:ext>
                  </a:extLst>
                </p14:cNvPr>
                <p14:cNvContentPartPr/>
                <p14:nvPr/>
              </p14:nvContentPartPr>
              <p14:xfrm>
                <a:off x="11640486" y="1395303"/>
                <a:ext cx="50760" cy="2901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8E36740-B39C-5D9E-7C5B-A008F37A0B3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622846" y="1377303"/>
                  <a:ext cx="864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0867B8B-6878-514C-7E36-3E47FBCE5AED}"/>
                    </a:ext>
                  </a:extLst>
                </p14:cNvPr>
                <p14:cNvContentPartPr/>
                <p14:nvPr/>
              </p14:nvContentPartPr>
              <p14:xfrm>
                <a:off x="11501166" y="1684023"/>
                <a:ext cx="329400" cy="277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0867B8B-6878-514C-7E36-3E47FBCE5AE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483526" y="1666023"/>
                  <a:ext cx="365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D00E088-A692-2240-98A3-72F7D8C2617C}"/>
                    </a:ext>
                  </a:extLst>
                </p14:cNvPr>
                <p14:cNvContentPartPr/>
                <p14:nvPr/>
              </p14:nvContentPartPr>
              <p14:xfrm>
                <a:off x="8994486" y="1899303"/>
                <a:ext cx="2334600" cy="45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D00E088-A692-2240-98A3-72F7D8C2617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976846" y="1881663"/>
                  <a:ext cx="2370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7C8FDDF-F784-0CEE-1B87-DE5D455CBA6F}"/>
                    </a:ext>
                  </a:extLst>
                </p14:cNvPr>
                <p14:cNvContentPartPr/>
                <p14:nvPr/>
              </p14:nvContentPartPr>
              <p14:xfrm>
                <a:off x="10184646" y="1824063"/>
                <a:ext cx="1800" cy="21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7C8FDDF-F784-0CEE-1B87-DE5D455CBA6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166646" y="1806423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D5922BE-AB98-36A6-4886-31712311D260}"/>
                    </a:ext>
                  </a:extLst>
                </p14:cNvPr>
                <p14:cNvContentPartPr/>
                <p14:nvPr/>
              </p14:nvContentPartPr>
              <p14:xfrm>
                <a:off x="8800806" y="1772943"/>
                <a:ext cx="130680" cy="320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D5922BE-AB98-36A6-4886-31712311D26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782806" y="1755303"/>
                  <a:ext cx="16632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930F6F08-ABF7-C11C-CF82-1ACE68E6CC84}"/>
                  </a:ext>
                </a:extLst>
              </p14:cNvPr>
              <p14:cNvContentPartPr/>
              <p14:nvPr/>
            </p14:nvContentPartPr>
            <p14:xfrm>
              <a:off x="283926" y="5331183"/>
              <a:ext cx="1080" cy="324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930F6F08-ABF7-C11C-CF82-1ACE68E6CC84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65926" y="5313183"/>
                <a:ext cx="36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A886F4AC-DAA3-62FF-1D0B-36BB9EB0FA4B}"/>
                  </a:ext>
                </a:extLst>
              </p14:cNvPr>
              <p14:cNvContentPartPr/>
              <p14:nvPr/>
            </p14:nvContentPartPr>
            <p14:xfrm>
              <a:off x="2065206" y="5959743"/>
              <a:ext cx="360" cy="3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A886F4AC-DAA3-62FF-1D0B-36BB9EB0FA4B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047566" y="59417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B03FECB-231A-3E6F-81AC-ECEF13E6FA3F}"/>
                  </a:ext>
                </a:extLst>
              </p14:cNvPr>
              <p14:cNvContentPartPr/>
              <p14:nvPr/>
            </p14:nvContentPartPr>
            <p14:xfrm>
              <a:off x="4206846" y="4396623"/>
              <a:ext cx="4680" cy="108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B03FECB-231A-3E6F-81AC-ECEF13E6FA3F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4189206" y="4378983"/>
                <a:ext cx="403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4F33890-70F1-2FA2-6F84-163B82714D1A}"/>
                  </a:ext>
                </a:extLst>
              </p14:cNvPr>
              <p14:cNvContentPartPr/>
              <p14:nvPr/>
            </p14:nvContentPartPr>
            <p14:xfrm>
              <a:off x="6071286" y="4162983"/>
              <a:ext cx="32760" cy="64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4F33890-70F1-2FA2-6F84-163B82714D1A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6053646" y="4144983"/>
                <a:ext cx="6840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862EFF0-CA51-2B70-B77A-D47D39CD85AF}"/>
              </a:ext>
            </a:extLst>
          </p:cNvPr>
          <p:cNvGrpSpPr/>
          <p:nvPr/>
        </p:nvGrpSpPr>
        <p:grpSpPr>
          <a:xfrm>
            <a:off x="3323046" y="6464463"/>
            <a:ext cx="65160" cy="46800"/>
            <a:chOff x="3323046" y="6464463"/>
            <a:chExt cx="65160" cy="4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0A5E6DC-0AB6-38AC-1C5E-FBCF3C197204}"/>
                    </a:ext>
                  </a:extLst>
                </p14:cNvPr>
                <p14:cNvContentPartPr/>
                <p14:nvPr/>
              </p14:nvContentPartPr>
              <p14:xfrm>
                <a:off x="3323046" y="6464463"/>
                <a:ext cx="9000" cy="2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0A5E6DC-0AB6-38AC-1C5E-FBCF3C19720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305406" y="6446463"/>
                  <a:ext cx="44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5C4A672-A40C-575C-2F61-1446A89D5728}"/>
                    </a:ext>
                  </a:extLst>
                </p14:cNvPr>
                <p14:cNvContentPartPr/>
                <p14:nvPr/>
              </p14:nvContentPartPr>
              <p14:xfrm>
                <a:off x="3348606" y="6510903"/>
                <a:ext cx="360" cy="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5C4A672-A40C-575C-2F61-1446A89D572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330966" y="64929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C69E055-7316-7F3D-C54E-900417BEE8CF}"/>
                    </a:ext>
                  </a:extLst>
                </p14:cNvPr>
                <p14:cNvContentPartPr/>
                <p14:nvPr/>
              </p14:nvContentPartPr>
              <p14:xfrm>
                <a:off x="3386766" y="6495423"/>
                <a:ext cx="1440" cy="118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C69E055-7316-7F3D-C54E-900417BEE8C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68766" y="6477783"/>
                  <a:ext cx="3708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F3E69F80-821F-87E5-49BC-FB211831979F}"/>
                  </a:ext>
                </a:extLst>
              </p14:cNvPr>
              <p14:cNvContentPartPr/>
              <p14:nvPr/>
            </p14:nvContentPartPr>
            <p14:xfrm>
              <a:off x="5364606" y="2607783"/>
              <a:ext cx="720" cy="21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F3E69F80-821F-87E5-49BC-FB211831979F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5346966" y="2590143"/>
                <a:ext cx="3636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F0A6B71E-229E-6262-A3C6-A12DC4649712}"/>
              </a:ext>
            </a:extLst>
          </p:cNvPr>
          <p:cNvGrpSpPr/>
          <p:nvPr/>
        </p:nvGrpSpPr>
        <p:grpSpPr>
          <a:xfrm>
            <a:off x="6221046" y="6542943"/>
            <a:ext cx="76320" cy="9000"/>
            <a:chOff x="6221046" y="6542943"/>
            <a:chExt cx="76320" cy="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7DA6376-628D-7F72-55CA-66CD956E5105}"/>
                    </a:ext>
                  </a:extLst>
                </p14:cNvPr>
                <p14:cNvContentPartPr/>
                <p14:nvPr/>
              </p14:nvContentPartPr>
              <p14:xfrm>
                <a:off x="6221046" y="6542943"/>
                <a:ext cx="2160" cy="72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7DA6376-628D-7F72-55CA-66CD956E510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03406" y="6525303"/>
                  <a:ext cx="37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6300F29-6023-95A8-10A9-8C60E581ACB4}"/>
                    </a:ext>
                  </a:extLst>
                </p14:cNvPr>
                <p14:cNvContentPartPr/>
                <p14:nvPr/>
              </p14:nvContentPartPr>
              <p14:xfrm>
                <a:off x="6295926" y="6544383"/>
                <a:ext cx="1440" cy="75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6300F29-6023-95A8-10A9-8C60E581ACB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278286" y="6526383"/>
                  <a:ext cx="3708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83B8FEA8-A2EB-FAC1-E100-FF1D8BEE1459}"/>
                  </a:ext>
                </a:extLst>
              </p14:cNvPr>
              <p14:cNvContentPartPr/>
              <p14:nvPr/>
            </p14:nvContentPartPr>
            <p14:xfrm>
              <a:off x="4341846" y="5235063"/>
              <a:ext cx="360" cy="3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83B8FEA8-A2EB-FAC1-E100-FF1D8BEE1459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323846" y="521742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82B843D-23D7-B0C0-3D43-AD6B50B1774B}"/>
                  </a:ext>
                </a:extLst>
              </p14:cNvPr>
              <p14:cNvContentPartPr/>
              <p14:nvPr/>
            </p14:nvContentPartPr>
            <p14:xfrm>
              <a:off x="5863926" y="6123183"/>
              <a:ext cx="3960" cy="648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82B843D-23D7-B0C0-3D43-AD6B50B1774B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5845926" y="6105543"/>
                <a:ext cx="396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8ECCA56F-17BC-1BA2-07FD-A7A231733C76}"/>
                  </a:ext>
                </a:extLst>
              </p14:cNvPr>
              <p14:cNvContentPartPr/>
              <p14:nvPr/>
            </p14:nvContentPartPr>
            <p14:xfrm>
              <a:off x="2771166" y="5170983"/>
              <a:ext cx="2520" cy="540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8ECCA56F-17BC-1BA2-07FD-A7A231733C76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753166" y="5152983"/>
                <a:ext cx="381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2FAB8417-9807-5BCB-7F5B-392FB3FCD4EC}"/>
                  </a:ext>
                </a:extLst>
              </p14:cNvPr>
              <p14:cNvContentPartPr/>
              <p14:nvPr/>
            </p14:nvContentPartPr>
            <p14:xfrm>
              <a:off x="5758446" y="5541423"/>
              <a:ext cx="360" cy="3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2FAB8417-9807-5BCB-7F5B-392FB3FCD4EC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5740446" y="55237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004641FE-8D67-3381-884D-C33DC2031126}"/>
                  </a:ext>
                </a:extLst>
              </p14:cNvPr>
              <p14:cNvContentPartPr/>
              <p14:nvPr/>
            </p14:nvContentPartPr>
            <p14:xfrm>
              <a:off x="4139166" y="5311383"/>
              <a:ext cx="5400" cy="54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004641FE-8D67-3381-884D-C33DC2031126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4121166" y="5293743"/>
                <a:ext cx="41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D5B4A57A-02DE-9E0A-06D6-1A120E8899EF}"/>
                  </a:ext>
                </a:extLst>
              </p14:cNvPr>
              <p14:cNvContentPartPr/>
              <p14:nvPr/>
            </p14:nvContentPartPr>
            <p14:xfrm>
              <a:off x="9373206" y="5105823"/>
              <a:ext cx="5760" cy="396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D5B4A57A-02DE-9E0A-06D6-1A120E8899EF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9355206" y="5087823"/>
                <a:ext cx="41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5BBE409F-8E79-0A48-AA7D-1EC79AC03E2B}"/>
                  </a:ext>
                </a:extLst>
              </p14:cNvPr>
              <p14:cNvContentPartPr/>
              <p14:nvPr/>
            </p14:nvContentPartPr>
            <p14:xfrm>
              <a:off x="6501126" y="6248463"/>
              <a:ext cx="1080" cy="72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5BBE409F-8E79-0A48-AA7D-1EC79AC03E2B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6483126" y="6230463"/>
                <a:ext cx="367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F2B01869-6156-0D22-23C0-728A94171941}"/>
                  </a:ext>
                </a:extLst>
              </p14:cNvPr>
              <p14:cNvContentPartPr/>
              <p14:nvPr/>
            </p14:nvContentPartPr>
            <p14:xfrm>
              <a:off x="2691966" y="5208423"/>
              <a:ext cx="5760" cy="108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F2B01869-6156-0D22-23C0-728A94171941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674326" y="5190423"/>
                <a:ext cx="414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DF8D567C-79AE-8B9C-8EC0-0666599ED8EB}"/>
                  </a:ext>
                </a:extLst>
              </p14:cNvPr>
              <p14:cNvContentPartPr/>
              <p14:nvPr/>
            </p14:nvContentPartPr>
            <p14:xfrm>
              <a:off x="6408246" y="4970823"/>
              <a:ext cx="360" cy="3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DF8D567C-79AE-8B9C-8EC0-0666599ED8EB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390606" y="49531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F27A7707-5468-8187-6BEB-BE509BBECA08}"/>
                  </a:ext>
                </a:extLst>
              </p14:cNvPr>
              <p14:cNvContentPartPr/>
              <p14:nvPr/>
            </p14:nvContentPartPr>
            <p14:xfrm>
              <a:off x="6347046" y="5622783"/>
              <a:ext cx="5760" cy="288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F27A7707-5468-8187-6BEB-BE509BBECA08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6329406" y="5604783"/>
                <a:ext cx="414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C6F64DD-3008-7DFB-3C57-BD7C20E652F4}"/>
                  </a:ext>
                </a:extLst>
              </p14:cNvPr>
              <p14:cNvContentPartPr/>
              <p14:nvPr/>
            </p14:nvContentPartPr>
            <p14:xfrm>
              <a:off x="6583566" y="6159903"/>
              <a:ext cx="360" cy="36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C6F64DD-3008-7DFB-3C57-BD7C20E652F4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565566" y="614190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660EC7E6-2398-179E-B9BB-86A6578F7137}"/>
                  </a:ext>
                </a:extLst>
              </p14:cNvPr>
              <p14:cNvContentPartPr/>
              <p14:nvPr/>
            </p14:nvContentPartPr>
            <p14:xfrm>
              <a:off x="10103646" y="5174223"/>
              <a:ext cx="1080" cy="324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660EC7E6-2398-179E-B9BB-86A6578F7137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10086006" y="5156223"/>
                <a:ext cx="3672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261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5588784-AA2D-AC52-A284-9D5F6C39FBDB}"/>
              </a:ext>
            </a:extLst>
          </p:cNvPr>
          <p:cNvGrpSpPr/>
          <p:nvPr/>
        </p:nvGrpSpPr>
        <p:grpSpPr>
          <a:xfrm>
            <a:off x="1113726" y="202623"/>
            <a:ext cx="734760" cy="601920"/>
            <a:chOff x="1113726" y="202623"/>
            <a:chExt cx="734760" cy="60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4064265-0C04-D60D-C2C3-AA04444C0B62}"/>
                    </a:ext>
                  </a:extLst>
                </p14:cNvPr>
                <p14:cNvContentPartPr/>
                <p14:nvPr/>
              </p14:nvContentPartPr>
              <p14:xfrm>
                <a:off x="1113726" y="368943"/>
                <a:ext cx="318960" cy="435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4064265-0C04-D60D-C2C3-AA04444C0B6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6086" y="351303"/>
                  <a:ext cx="3546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8A69C11-9F41-5D53-2ACC-9596862E1A51}"/>
                    </a:ext>
                  </a:extLst>
                </p14:cNvPr>
                <p14:cNvContentPartPr/>
                <p14:nvPr/>
              </p14:nvContentPartPr>
              <p14:xfrm>
                <a:off x="1217046" y="524823"/>
                <a:ext cx="227520" cy="41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8A69C11-9F41-5D53-2ACC-9596862E1A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9046" y="507183"/>
                  <a:ext cx="263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D6B7FD-4DB9-6043-444F-EAD3B8D1085C}"/>
                    </a:ext>
                  </a:extLst>
                </p14:cNvPr>
                <p14:cNvContentPartPr/>
                <p14:nvPr/>
              </p14:nvContentPartPr>
              <p14:xfrm>
                <a:off x="1652286" y="410703"/>
                <a:ext cx="196200" cy="376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D6B7FD-4DB9-6043-444F-EAD3B8D108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4286" y="392703"/>
                  <a:ext cx="2318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9777BD-DE70-6229-29AC-AA636EC5BDCE}"/>
                    </a:ext>
                  </a:extLst>
                </p14:cNvPr>
                <p14:cNvContentPartPr/>
                <p14:nvPr/>
              </p14:nvContentPartPr>
              <p14:xfrm>
                <a:off x="1665966" y="633903"/>
                <a:ext cx="179280" cy="56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9777BD-DE70-6229-29AC-AA636EC5BDC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47966" y="616263"/>
                  <a:ext cx="214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53BA5C3-6883-D64D-AFB9-7E307B151C20}"/>
                    </a:ext>
                  </a:extLst>
                </p14:cNvPr>
                <p14:cNvContentPartPr/>
                <p14:nvPr/>
              </p14:nvContentPartPr>
              <p14:xfrm>
                <a:off x="1479846" y="202623"/>
                <a:ext cx="9720" cy="151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53BA5C3-6883-D64D-AFB9-7E307B151C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61846" y="184983"/>
                  <a:ext cx="4536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04C08-02DD-6849-36FB-C77F4BF5ABF1}"/>
              </a:ext>
            </a:extLst>
          </p:cNvPr>
          <p:cNvGrpSpPr/>
          <p:nvPr/>
        </p:nvGrpSpPr>
        <p:grpSpPr>
          <a:xfrm>
            <a:off x="2395686" y="606183"/>
            <a:ext cx="306000" cy="155880"/>
            <a:chOff x="2395686" y="606183"/>
            <a:chExt cx="30600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99A49C-467F-386C-A026-33904D5BA915}"/>
                    </a:ext>
                  </a:extLst>
                </p14:cNvPr>
                <p14:cNvContentPartPr/>
                <p14:nvPr/>
              </p14:nvContentPartPr>
              <p14:xfrm>
                <a:off x="2473086" y="606183"/>
                <a:ext cx="107640" cy="1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99A49C-467F-386C-A026-33904D5BA9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55086" y="588183"/>
                  <a:ext cx="143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5402F0C-79DF-4B7C-86A9-C846E4D48768}"/>
                    </a:ext>
                  </a:extLst>
                </p14:cNvPr>
                <p14:cNvContentPartPr/>
                <p14:nvPr/>
              </p14:nvContentPartPr>
              <p14:xfrm>
                <a:off x="2395686" y="709143"/>
                <a:ext cx="306000" cy="52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5402F0C-79DF-4B7C-86A9-C846E4D487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78046" y="691503"/>
                  <a:ext cx="34164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A707820-72AF-DBED-C212-E13CF2A99175}"/>
                  </a:ext>
                </a:extLst>
              </p14:cNvPr>
              <p14:cNvContentPartPr/>
              <p14:nvPr/>
            </p14:nvContentPartPr>
            <p14:xfrm>
              <a:off x="3356886" y="269583"/>
              <a:ext cx="426240" cy="1755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A707820-72AF-DBED-C212-E13CF2A9917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39246" y="251583"/>
                <a:ext cx="461880" cy="179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E5F5EEC-B199-7710-7394-DD4F9615E939}"/>
                  </a:ext>
                </a:extLst>
              </p14:cNvPr>
              <p14:cNvContentPartPr/>
              <p14:nvPr/>
            </p14:nvContentPartPr>
            <p14:xfrm>
              <a:off x="4049526" y="334383"/>
              <a:ext cx="9000" cy="237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E5F5EEC-B199-7710-7394-DD4F9615E93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31526" y="316383"/>
                <a:ext cx="446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AD9918-68AF-5222-05C2-16859536C837}"/>
                  </a:ext>
                </a:extLst>
              </p14:cNvPr>
              <p14:cNvContentPartPr/>
              <p14:nvPr/>
            </p14:nvContentPartPr>
            <p14:xfrm>
              <a:off x="4696446" y="983103"/>
              <a:ext cx="28800" cy="242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AD9918-68AF-5222-05C2-16859536C83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78806" y="965103"/>
                <a:ext cx="6444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32ACA36-8F65-0D4E-BDED-2E2645E289F8}"/>
                  </a:ext>
                </a:extLst>
              </p14:cNvPr>
              <p14:cNvContentPartPr/>
              <p14:nvPr/>
            </p14:nvContentPartPr>
            <p14:xfrm>
              <a:off x="5352366" y="1438503"/>
              <a:ext cx="19440" cy="294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32ACA36-8F65-0D4E-BDED-2E2645E289F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34726" y="1420863"/>
                <a:ext cx="5508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8E8C60D-8E7A-F1B0-1DF9-6FA686F54E34}"/>
                  </a:ext>
                </a:extLst>
              </p14:cNvPr>
              <p14:cNvContentPartPr/>
              <p14:nvPr/>
            </p14:nvContentPartPr>
            <p14:xfrm>
              <a:off x="4012446" y="1015503"/>
              <a:ext cx="135720" cy="240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8E8C60D-8E7A-F1B0-1DF9-6FA686F54E3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94806" y="997503"/>
                <a:ext cx="1713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705C342-6758-CCB2-B264-09BF2DD61876}"/>
                  </a:ext>
                </a:extLst>
              </p14:cNvPr>
              <p14:cNvContentPartPr/>
              <p14:nvPr/>
            </p14:nvContentPartPr>
            <p14:xfrm>
              <a:off x="4044486" y="1533183"/>
              <a:ext cx="117000" cy="21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705C342-6758-CCB2-B264-09BF2DD618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26846" y="1515183"/>
                <a:ext cx="1526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D05BEF1-7910-3234-77CD-6C9E227BB462}"/>
                  </a:ext>
                </a:extLst>
              </p14:cNvPr>
              <p14:cNvContentPartPr/>
              <p14:nvPr/>
            </p14:nvContentPartPr>
            <p14:xfrm>
              <a:off x="4712646" y="1537143"/>
              <a:ext cx="151920" cy="255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05BEF1-7910-3234-77CD-6C9E227BB46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94646" y="1519143"/>
                <a:ext cx="1875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F0A924D-3C1F-14A1-E3F3-33271C6C5F69}"/>
                  </a:ext>
                </a:extLst>
              </p14:cNvPr>
              <p14:cNvContentPartPr/>
              <p14:nvPr/>
            </p14:nvContentPartPr>
            <p14:xfrm>
              <a:off x="4561806" y="381543"/>
              <a:ext cx="222120" cy="226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F0A924D-3C1F-14A1-E3F3-33271C6C5F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43806" y="363543"/>
                <a:ext cx="25776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CF3F061-21C0-804F-E545-C3D8E50AB263}"/>
              </a:ext>
            </a:extLst>
          </p:cNvPr>
          <p:cNvGrpSpPr/>
          <p:nvPr/>
        </p:nvGrpSpPr>
        <p:grpSpPr>
          <a:xfrm>
            <a:off x="5263806" y="173823"/>
            <a:ext cx="758880" cy="1895760"/>
            <a:chOff x="5263806" y="173823"/>
            <a:chExt cx="758880" cy="189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4D51A0-503A-29A6-AC25-6A435E5777E3}"/>
                    </a:ext>
                  </a:extLst>
                </p14:cNvPr>
                <p14:cNvContentPartPr/>
                <p14:nvPr/>
              </p14:nvContentPartPr>
              <p14:xfrm>
                <a:off x="5329686" y="429783"/>
                <a:ext cx="156960" cy="212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4D51A0-503A-29A6-AC25-6A435E5777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12046" y="412143"/>
                  <a:ext cx="1926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59C7633-5D70-F0C8-F873-3E3F62F6D4C4}"/>
                    </a:ext>
                  </a:extLst>
                </p14:cNvPr>
                <p14:cNvContentPartPr/>
                <p14:nvPr/>
              </p14:nvContentPartPr>
              <p14:xfrm>
                <a:off x="5263806" y="990303"/>
                <a:ext cx="176040" cy="199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59C7633-5D70-F0C8-F873-3E3F62F6D4C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46166" y="972663"/>
                  <a:ext cx="211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AF809F1-3ACA-93DD-8234-FFB10DF3993D}"/>
                    </a:ext>
                  </a:extLst>
                </p14:cNvPr>
                <p14:cNvContentPartPr/>
                <p14:nvPr/>
              </p14:nvContentPartPr>
              <p14:xfrm>
                <a:off x="5438406" y="173823"/>
                <a:ext cx="584280" cy="18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AF809F1-3ACA-93DD-8234-FFB10DF399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20766" y="155823"/>
                  <a:ext cx="619920" cy="19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0ACF862-2CEA-E67C-2B7A-4D157EBD1C9F}"/>
              </a:ext>
            </a:extLst>
          </p:cNvPr>
          <p:cNvGrpSpPr/>
          <p:nvPr/>
        </p:nvGrpSpPr>
        <p:grpSpPr>
          <a:xfrm>
            <a:off x="967926" y="2567823"/>
            <a:ext cx="254880" cy="547920"/>
            <a:chOff x="967926" y="2567823"/>
            <a:chExt cx="254880" cy="5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343F51-7032-1928-942D-E5777627EEFA}"/>
                    </a:ext>
                  </a:extLst>
                </p14:cNvPr>
                <p14:cNvContentPartPr/>
                <p14:nvPr/>
              </p14:nvContentPartPr>
              <p14:xfrm>
                <a:off x="1010046" y="2567823"/>
                <a:ext cx="212760" cy="547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343F51-7032-1928-942D-E5777627EE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2046" y="2550183"/>
                  <a:ext cx="2484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4B6878-3590-46DA-1929-D82CEECB2D61}"/>
                    </a:ext>
                  </a:extLst>
                </p14:cNvPr>
                <p14:cNvContentPartPr/>
                <p14:nvPr/>
              </p14:nvContentPartPr>
              <p14:xfrm>
                <a:off x="967926" y="2821983"/>
                <a:ext cx="225720" cy="7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4B6878-3590-46DA-1929-D82CEECB2D6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0286" y="2803983"/>
                  <a:ext cx="26136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2782E4-CA73-4A8C-356C-33B90B811317}"/>
              </a:ext>
            </a:extLst>
          </p:cNvPr>
          <p:cNvGrpSpPr/>
          <p:nvPr/>
        </p:nvGrpSpPr>
        <p:grpSpPr>
          <a:xfrm>
            <a:off x="2082126" y="2812623"/>
            <a:ext cx="218160" cy="236160"/>
            <a:chOff x="2082126" y="2812623"/>
            <a:chExt cx="21816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5164E5-75D8-9EC5-9D7B-A51DDC10BBC7}"/>
                    </a:ext>
                  </a:extLst>
                </p14:cNvPr>
                <p14:cNvContentPartPr/>
                <p14:nvPr/>
              </p14:nvContentPartPr>
              <p14:xfrm>
                <a:off x="2082126" y="2812623"/>
                <a:ext cx="18000" cy="236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05164E5-75D8-9EC5-9D7B-A51DDC10BB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64126" y="2794983"/>
                  <a:ext cx="536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CACF3E-D059-5D1B-D8E2-E021FE48CA69}"/>
                    </a:ext>
                  </a:extLst>
                </p14:cNvPr>
                <p14:cNvContentPartPr/>
                <p14:nvPr/>
              </p14:nvContentPartPr>
              <p14:xfrm>
                <a:off x="2187966" y="2864823"/>
                <a:ext cx="112320" cy="165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CACF3E-D059-5D1B-D8E2-E021FE48CA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70326" y="2847183"/>
                  <a:ext cx="14796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DA24A6F-68AE-0400-17E7-206135987844}"/>
                  </a:ext>
                </a:extLst>
              </p14:cNvPr>
              <p14:cNvContentPartPr/>
              <p14:nvPr/>
            </p14:nvContentPartPr>
            <p14:xfrm>
              <a:off x="2163126" y="2575023"/>
              <a:ext cx="6480" cy="36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DA24A6F-68AE-0400-17E7-2061359878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45126" y="2557023"/>
                <a:ext cx="4212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DFCD72E-BF2B-5879-BC82-DE61D5028BEE}"/>
              </a:ext>
            </a:extLst>
          </p:cNvPr>
          <p:cNvGrpSpPr/>
          <p:nvPr/>
        </p:nvGrpSpPr>
        <p:grpSpPr>
          <a:xfrm>
            <a:off x="2940006" y="2840343"/>
            <a:ext cx="484920" cy="218520"/>
            <a:chOff x="2940006" y="2840343"/>
            <a:chExt cx="484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95B135-5C51-6F56-54C3-F8589C852AF7}"/>
                    </a:ext>
                  </a:extLst>
                </p14:cNvPr>
                <p14:cNvContentPartPr/>
                <p14:nvPr/>
              </p14:nvContentPartPr>
              <p14:xfrm>
                <a:off x="2940006" y="2840343"/>
                <a:ext cx="225000" cy="218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95B135-5C51-6F56-54C3-F8589C852A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22006" y="2822703"/>
                  <a:ext cx="260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EFEFF27-DC03-4F13-8532-66BE96B74831}"/>
                    </a:ext>
                  </a:extLst>
                </p14:cNvPr>
                <p14:cNvContentPartPr/>
                <p14:nvPr/>
              </p14:nvContentPartPr>
              <p14:xfrm>
                <a:off x="3228006" y="2879943"/>
                <a:ext cx="196920" cy="167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EFEFF27-DC03-4F13-8532-66BE96B748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10006" y="2861943"/>
                  <a:ext cx="23256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9FFE460-E243-8EAA-2D05-25677D301D4C}"/>
              </a:ext>
            </a:extLst>
          </p:cNvPr>
          <p:cNvGrpSpPr/>
          <p:nvPr/>
        </p:nvGrpSpPr>
        <p:grpSpPr>
          <a:xfrm>
            <a:off x="6419766" y="860703"/>
            <a:ext cx="302760" cy="142560"/>
            <a:chOff x="6419766" y="860703"/>
            <a:chExt cx="30276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808827-65D5-7FEF-C639-833BB135BE00}"/>
                    </a:ext>
                  </a:extLst>
                </p14:cNvPr>
                <p14:cNvContentPartPr/>
                <p14:nvPr/>
              </p14:nvContentPartPr>
              <p14:xfrm>
                <a:off x="6419766" y="860703"/>
                <a:ext cx="138960" cy="3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808827-65D5-7FEF-C639-833BB135BE0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02126" y="842703"/>
                  <a:ext cx="174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567D69C-803C-8FDD-1CFA-5788A3E324C6}"/>
                    </a:ext>
                  </a:extLst>
                </p14:cNvPr>
                <p14:cNvContentPartPr/>
                <p14:nvPr/>
              </p14:nvContentPartPr>
              <p14:xfrm>
                <a:off x="6465846" y="962583"/>
                <a:ext cx="256680" cy="40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567D69C-803C-8FDD-1CFA-5788A3E324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47846" y="944583"/>
                  <a:ext cx="29232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5B6548-B742-7E2F-4442-554AF79D5787}"/>
              </a:ext>
            </a:extLst>
          </p:cNvPr>
          <p:cNvGrpSpPr/>
          <p:nvPr/>
        </p:nvGrpSpPr>
        <p:grpSpPr>
          <a:xfrm>
            <a:off x="7342806" y="623823"/>
            <a:ext cx="755280" cy="480600"/>
            <a:chOff x="7342806" y="623823"/>
            <a:chExt cx="755280" cy="48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68B82B1-1423-8F34-C6BB-4DF2FADF2751}"/>
                    </a:ext>
                  </a:extLst>
                </p14:cNvPr>
                <p14:cNvContentPartPr/>
                <p14:nvPr/>
              </p14:nvContentPartPr>
              <p14:xfrm>
                <a:off x="7492926" y="623823"/>
                <a:ext cx="240120" cy="40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68B82B1-1423-8F34-C6BB-4DF2FADF275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74926" y="606183"/>
                  <a:ext cx="275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7F46E47-DE95-78D4-AF3A-00AEC6F327D5}"/>
                    </a:ext>
                  </a:extLst>
                </p14:cNvPr>
                <p14:cNvContentPartPr/>
                <p14:nvPr/>
              </p14:nvContentPartPr>
              <p14:xfrm>
                <a:off x="7598406" y="624543"/>
                <a:ext cx="75960" cy="359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7F46E47-DE95-78D4-AF3A-00AEC6F327D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80406" y="606543"/>
                  <a:ext cx="1116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4458387-FFC0-20FE-A697-FA42738E4100}"/>
                    </a:ext>
                  </a:extLst>
                </p14:cNvPr>
                <p14:cNvContentPartPr/>
                <p14:nvPr/>
              </p14:nvContentPartPr>
              <p14:xfrm>
                <a:off x="7342806" y="1061583"/>
                <a:ext cx="755280" cy="42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4458387-FFC0-20FE-A697-FA42738E410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24806" y="1043583"/>
                  <a:ext cx="7909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0BFB097-6DAC-BC75-649D-CEDE5860E77B}"/>
              </a:ext>
            </a:extLst>
          </p:cNvPr>
          <p:cNvGrpSpPr/>
          <p:nvPr/>
        </p:nvGrpSpPr>
        <p:grpSpPr>
          <a:xfrm>
            <a:off x="4112526" y="2570343"/>
            <a:ext cx="2278800" cy="1036800"/>
            <a:chOff x="4112526" y="2570343"/>
            <a:chExt cx="2278800" cy="10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4BA42A-0E4E-A83C-6150-15E93C14736E}"/>
                    </a:ext>
                  </a:extLst>
                </p14:cNvPr>
                <p14:cNvContentPartPr/>
                <p14:nvPr/>
              </p14:nvContentPartPr>
              <p14:xfrm>
                <a:off x="4112526" y="2800383"/>
                <a:ext cx="478080" cy="24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4BA42A-0E4E-A83C-6150-15E93C1473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94886" y="2782383"/>
                  <a:ext cx="5137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94FD70C-8DA4-9011-E7DD-8477325D3827}"/>
                    </a:ext>
                  </a:extLst>
                </p14:cNvPr>
                <p14:cNvContentPartPr/>
                <p14:nvPr/>
              </p14:nvContentPartPr>
              <p14:xfrm>
                <a:off x="4628766" y="2586543"/>
                <a:ext cx="66240" cy="415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94FD70C-8DA4-9011-E7DD-8477325D382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11126" y="2568903"/>
                  <a:ext cx="1018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D3A19D-EF04-03A8-04A7-169E3A1204BF}"/>
                    </a:ext>
                  </a:extLst>
                </p14:cNvPr>
                <p14:cNvContentPartPr/>
                <p14:nvPr/>
              </p14:nvContentPartPr>
              <p14:xfrm>
                <a:off x="4825686" y="2650623"/>
                <a:ext cx="165240" cy="346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D3A19D-EF04-03A8-04A7-169E3A1204B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08046" y="2632983"/>
                  <a:ext cx="2008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1D9466-5751-B7C4-19BC-CDE3E002AB95}"/>
                    </a:ext>
                  </a:extLst>
                </p14:cNvPr>
                <p14:cNvContentPartPr/>
                <p14:nvPr/>
              </p14:nvContentPartPr>
              <p14:xfrm>
                <a:off x="5060046" y="2850423"/>
                <a:ext cx="131400" cy="145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1D9466-5751-B7C4-19BC-CDE3E002AB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42406" y="2832423"/>
                  <a:ext cx="167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B5E7069-52D9-DA5B-C522-A82B20EFA86B}"/>
                    </a:ext>
                  </a:extLst>
                </p14:cNvPr>
                <p14:cNvContentPartPr/>
                <p14:nvPr/>
              </p14:nvContentPartPr>
              <p14:xfrm>
                <a:off x="5103606" y="2842143"/>
                <a:ext cx="826560" cy="765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B5E7069-52D9-DA5B-C522-A82B20EFA8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85606" y="2824143"/>
                  <a:ext cx="86220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2BC8278-6AB1-22CE-9573-816F2D8A0180}"/>
                    </a:ext>
                  </a:extLst>
                </p14:cNvPr>
                <p14:cNvContentPartPr/>
                <p14:nvPr/>
              </p14:nvContentPartPr>
              <p14:xfrm>
                <a:off x="6017646" y="2570343"/>
                <a:ext cx="373680" cy="494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2BC8278-6AB1-22CE-9573-816F2D8A018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00006" y="2552703"/>
                  <a:ext cx="40932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9A27873-16FB-8131-16D5-666DB0176AEF}"/>
                    </a:ext>
                  </a:extLst>
                </p14:cNvPr>
                <p14:cNvContentPartPr/>
                <p14:nvPr/>
              </p14:nvContentPartPr>
              <p14:xfrm>
                <a:off x="4529046" y="2883903"/>
                <a:ext cx="110880" cy="56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9A27873-16FB-8131-16D5-666DB0176A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11406" y="2865903"/>
                  <a:ext cx="14652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A73B7D8-ABB4-A255-641B-21AFD11DA2F8}"/>
              </a:ext>
            </a:extLst>
          </p:cNvPr>
          <p:cNvGrpSpPr/>
          <p:nvPr/>
        </p:nvGrpSpPr>
        <p:grpSpPr>
          <a:xfrm>
            <a:off x="7078206" y="2512743"/>
            <a:ext cx="1312560" cy="460800"/>
            <a:chOff x="7078206" y="2512743"/>
            <a:chExt cx="131256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307A50-596C-5FC2-C788-BD8E5F45464F}"/>
                    </a:ext>
                  </a:extLst>
                </p14:cNvPr>
                <p14:cNvContentPartPr/>
                <p14:nvPr/>
              </p14:nvContentPartPr>
              <p14:xfrm>
                <a:off x="7078206" y="2739903"/>
                <a:ext cx="283320" cy="208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307A50-596C-5FC2-C788-BD8E5F4546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60206" y="2721903"/>
                  <a:ext cx="318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75CD97-699F-C8F2-E2B5-741F8B28BFEC}"/>
                    </a:ext>
                  </a:extLst>
                </p14:cNvPr>
                <p14:cNvContentPartPr/>
                <p14:nvPr/>
              </p14:nvContentPartPr>
              <p14:xfrm>
                <a:off x="7426686" y="2514183"/>
                <a:ext cx="691560" cy="454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75CD97-699F-C8F2-E2B5-741F8B28BFE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09046" y="2496543"/>
                  <a:ext cx="727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847CA0F-B0BF-5EAA-F95F-29F489753E0C}"/>
                    </a:ext>
                  </a:extLst>
                </p14:cNvPr>
                <p14:cNvContentPartPr/>
                <p14:nvPr/>
              </p14:nvContentPartPr>
              <p14:xfrm>
                <a:off x="8214726" y="2767623"/>
                <a:ext cx="143640" cy="165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847CA0F-B0BF-5EAA-F95F-29F489753E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97086" y="2749623"/>
                  <a:ext cx="179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F4ED535-5920-D6CA-B769-877CFF2EBD49}"/>
                    </a:ext>
                  </a:extLst>
                </p14:cNvPr>
                <p14:cNvContentPartPr/>
                <p14:nvPr/>
              </p14:nvContentPartPr>
              <p14:xfrm>
                <a:off x="8229486" y="2766903"/>
                <a:ext cx="161280" cy="206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F4ED535-5920-D6CA-B769-877CFF2EBD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11846" y="2749263"/>
                  <a:ext cx="1969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89C89C-92E1-C109-AFFA-B44C93F2F431}"/>
                    </a:ext>
                  </a:extLst>
                </p14:cNvPr>
                <p14:cNvContentPartPr/>
                <p14:nvPr/>
              </p14:nvContentPartPr>
              <p14:xfrm>
                <a:off x="8129046" y="2512743"/>
                <a:ext cx="46800" cy="103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89C89C-92E1-C109-AFFA-B44C93F2F43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11406" y="2494743"/>
                  <a:ext cx="82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89EA39-6C38-B58C-D74D-FF4FEF6D6966}"/>
                    </a:ext>
                  </a:extLst>
                </p14:cNvPr>
                <p14:cNvContentPartPr/>
                <p14:nvPr/>
              </p14:nvContentPartPr>
              <p14:xfrm>
                <a:off x="7380966" y="2602383"/>
                <a:ext cx="393480" cy="37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89EA39-6C38-B58C-D74D-FF4FEF6D696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63326" y="2584743"/>
                  <a:ext cx="42912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7E43CBF-BB63-1626-D0B8-2D61BE0BC4E1}"/>
                  </a:ext>
                </a:extLst>
              </p14:cNvPr>
              <p14:cNvContentPartPr/>
              <p14:nvPr/>
            </p14:nvContentPartPr>
            <p14:xfrm>
              <a:off x="8857326" y="2891823"/>
              <a:ext cx="7200" cy="7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7E43CBF-BB63-1626-D0B8-2D61BE0BC4E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839686" y="2873823"/>
                <a:ext cx="4284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6D3F18B9-FC62-6DEF-AB3C-110B03EE09AA}"/>
              </a:ext>
            </a:extLst>
          </p:cNvPr>
          <p:cNvGrpSpPr/>
          <p:nvPr/>
        </p:nvGrpSpPr>
        <p:grpSpPr>
          <a:xfrm>
            <a:off x="7391406" y="591063"/>
            <a:ext cx="659880" cy="510840"/>
            <a:chOff x="7391406" y="591063"/>
            <a:chExt cx="659880" cy="5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DEC4A60-381B-B981-50DB-EC6D07B09C63}"/>
                    </a:ext>
                  </a:extLst>
                </p14:cNvPr>
                <p14:cNvContentPartPr/>
                <p14:nvPr/>
              </p14:nvContentPartPr>
              <p14:xfrm>
                <a:off x="7575006" y="672783"/>
                <a:ext cx="45720" cy="370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DEC4A60-381B-B981-50DB-EC6D07B09C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57366" y="654783"/>
                  <a:ext cx="813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743C4DE-5D72-F1B7-C1BF-0CF8EA9FA4E2}"/>
                    </a:ext>
                  </a:extLst>
                </p14:cNvPr>
                <p14:cNvContentPartPr/>
                <p14:nvPr/>
              </p14:nvContentPartPr>
              <p14:xfrm>
                <a:off x="7391406" y="1017303"/>
                <a:ext cx="529920" cy="84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743C4DE-5D72-F1B7-C1BF-0CF8EA9FA4E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73406" y="999663"/>
                  <a:ext cx="565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26C723-B9F6-49F4-17D4-34FB3B238053}"/>
                    </a:ext>
                  </a:extLst>
                </p14:cNvPr>
                <p14:cNvContentPartPr/>
                <p14:nvPr/>
              </p14:nvContentPartPr>
              <p14:xfrm>
                <a:off x="7568526" y="953943"/>
                <a:ext cx="5400" cy="9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26C723-B9F6-49F4-17D4-34FB3B23805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50526" y="936303"/>
                  <a:ext cx="41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3358E40-6EDC-351D-AC37-40FD1878ADD9}"/>
                    </a:ext>
                  </a:extLst>
                </p14:cNvPr>
                <p14:cNvContentPartPr/>
                <p14:nvPr/>
              </p14:nvContentPartPr>
              <p14:xfrm>
                <a:off x="7594086" y="957543"/>
                <a:ext cx="19080" cy="115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3358E40-6EDC-351D-AC37-40FD1878AD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76086" y="939903"/>
                  <a:ext cx="54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0CA8ECD-A3DD-0A63-D0FF-6C40D0252350}"/>
                    </a:ext>
                  </a:extLst>
                </p14:cNvPr>
                <p14:cNvContentPartPr/>
                <p14:nvPr/>
              </p14:nvContentPartPr>
              <p14:xfrm>
                <a:off x="7483566" y="591063"/>
                <a:ext cx="567720" cy="41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0CA8ECD-A3DD-0A63-D0FF-6C40D02523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65926" y="573063"/>
                  <a:ext cx="60336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7CA37F2-9A79-5723-D266-5A14DDEAAA98}"/>
                  </a:ext>
                </a:extLst>
              </p14:cNvPr>
              <p14:cNvContentPartPr/>
              <p14:nvPr/>
            </p14:nvContentPartPr>
            <p14:xfrm>
              <a:off x="1128486" y="3129063"/>
              <a:ext cx="2160" cy="13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7CA37F2-9A79-5723-D266-5A14DDEAAA9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10846" y="3111423"/>
                <a:ext cx="378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98D5875-A9B2-164A-5DD4-F3BDBBCA48AC}"/>
                  </a:ext>
                </a:extLst>
              </p14:cNvPr>
              <p14:cNvContentPartPr/>
              <p14:nvPr/>
            </p14:nvContentPartPr>
            <p14:xfrm>
              <a:off x="1225686" y="922623"/>
              <a:ext cx="4680" cy="2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98D5875-A9B2-164A-5DD4-F3BDBBCA48A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207686" y="904983"/>
                <a:ext cx="4032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21C1FF51-73A8-2D88-92FB-AAC05B56D8C3}"/>
              </a:ext>
            </a:extLst>
          </p:cNvPr>
          <p:cNvGrpSpPr/>
          <p:nvPr/>
        </p:nvGrpSpPr>
        <p:grpSpPr>
          <a:xfrm>
            <a:off x="7724046" y="1182903"/>
            <a:ext cx="124920" cy="100440"/>
            <a:chOff x="7724046" y="1182903"/>
            <a:chExt cx="124920" cy="10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AC097DA-646C-DA63-24F0-071AD62DC1F9}"/>
                    </a:ext>
                  </a:extLst>
                </p14:cNvPr>
                <p14:cNvContentPartPr/>
                <p14:nvPr/>
              </p14:nvContentPartPr>
              <p14:xfrm>
                <a:off x="7724046" y="1282983"/>
                <a:ext cx="3960" cy="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AC097DA-646C-DA63-24F0-071AD62DC1F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706406" y="1264983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DB1C581-7916-C214-6ABF-4B99AEACD20A}"/>
                    </a:ext>
                  </a:extLst>
                </p14:cNvPr>
                <p14:cNvContentPartPr/>
                <p14:nvPr/>
              </p14:nvContentPartPr>
              <p14:xfrm>
                <a:off x="7740966" y="1245903"/>
                <a:ext cx="4680" cy="3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DB1C581-7916-C214-6ABF-4B99AEACD2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22966" y="1227903"/>
                  <a:ext cx="40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FF8D13-E78E-BFD5-9F63-00AF2CF16651}"/>
                    </a:ext>
                  </a:extLst>
                </p14:cNvPr>
                <p14:cNvContentPartPr/>
                <p14:nvPr/>
              </p14:nvContentPartPr>
              <p14:xfrm>
                <a:off x="7846086" y="1182903"/>
                <a:ext cx="2880" cy="22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FF8D13-E78E-BFD5-9F63-00AF2CF1665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28446" y="1165263"/>
                  <a:ext cx="3852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7E70957-9914-C66C-E1C7-2EAA44ECF7C9}"/>
                  </a:ext>
                </a:extLst>
              </p14:cNvPr>
              <p14:cNvContentPartPr/>
              <p14:nvPr/>
            </p14:nvContentPartPr>
            <p14:xfrm>
              <a:off x="1326126" y="3287823"/>
              <a:ext cx="10800" cy="3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7E70957-9914-C66C-E1C7-2EAA44ECF7C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308126" y="3269823"/>
                <a:ext cx="464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12AC1BF-0E54-E998-4D8B-574737634A83}"/>
                  </a:ext>
                </a:extLst>
              </p14:cNvPr>
              <p14:cNvContentPartPr/>
              <p14:nvPr/>
            </p14:nvContentPartPr>
            <p14:xfrm>
              <a:off x="1503966" y="3211503"/>
              <a:ext cx="5760" cy="46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12AC1BF-0E54-E998-4D8B-574737634A8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485966" y="3193503"/>
                <a:ext cx="4140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97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C86D7B-2D52-8A89-E2E9-E05FAC838D5E}"/>
              </a:ext>
            </a:extLst>
          </p:cNvPr>
          <p:cNvGrpSpPr/>
          <p:nvPr/>
        </p:nvGrpSpPr>
        <p:grpSpPr>
          <a:xfrm>
            <a:off x="229206" y="218823"/>
            <a:ext cx="389160" cy="354600"/>
            <a:chOff x="229206" y="218823"/>
            <a:chExt cx="38916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9F92860-D2D8-4814-C83B-18A2178E2D31}"/>
                    </a:ext>
                  </a:extLst>
                </p14:cNvPr>
                <p14:cNvContentPartPr/>
                <p14:nvPr/>
              </p14:nvContentPartPr>
              <p14:xfrm>
                <a:off x="229206" y="218823"/>
                <a:ext cx="263160" cy="354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9F92860-D2D8-4814-C83B-18A2178E2D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1206" y="200823"/>
                  <a:ext cx="2988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75B175-84E6-8436-D7CD-470F36D958B9}"/>
                    </a:ext>
                  </a:extLst>
                </p14:cNvPr>
                <p14:cNvContentPartPr/>
                <p14:nvPr/>
              </p14:nvContentPartPr>
              <p14:xfrm>
                <a:off x="612606" y="419703"/>
                <a:ext cx="5760" cy="15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75B175-84E6-8436-D7CD-470F36D958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4966" y="402063"/>
                  <a:ext cx="414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D763A9-09DD-32F0-7AA1-AB61CE60FBBA}"/>
              </a:ext>
            </a:extLst>
          </p:cNvPr>
          <p:cNvGrpSpPr/>
          <p:nvPr/>
        </p:nvGrpSpPr>
        <p:grpSpPr>
          <a:xfrm>
            <a:off x="868926" y="220263"/>
            <a:ext cx="1847880" cy="366840"/>
            <a:chOff x="868926" y="220263"/>
            <a:chExt cx="184788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6CE285-7FA6-2291-E5CA-5EF8E3D908F9}"/>
                    </a:ext>
                  </a:extLst>
                </p14:cNvPr>
                <p14:cNvContentPartPr/>
                <p14:nvPr/>
              </p14:nvContentPartPr>
              <p14:xfrm>
                <a:off x="868926" y="235023"/>
                <a:ext cx="365400" cy="343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6CE285-7FA6-2291-E5CA-5EF8E3D908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0926" y="217023"/>
                  <a:ext cx="4010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56ACD5-423C-D154-50CF-985389F30DDC}"/>
                    </a:ext>
                  </a:extLst>
                </p14:cNvPr>
                <p14:cNvContentPartPr/>
                <p14:nvPr/>
              </p14:nvContentPartPr>
              <p14:xfrm>
                <a:off x="1307406" y="220263"/>
                <a:ext cx="294120" cy="366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56ACD5-423C-D154-50CF-985389F30D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9406" y="202623"/>
                  <a:ext cx="3297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C2547A0-F6A8-5622-117C-3EB93FC79626}"/>
                    </a:ext>
                  </a:extLst>
                </p14:cNvPr>
                <p14:cNvContentPartPr/>
                <p14:nvPr/>
              </p14:nvContentPartPr>
              <p14:xfrm>
                <a:off x="1454646" y="306663"/>
                <a:ext cx="150480" cy="25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C2547A0-F6A8-5622-117C-3EB93FC796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36646" y="288663"/>
                  <a:ext cx="186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E592A7-53AC-5332-8024-F3A6861A20AE}"/>
                    </a:ext>
                  </a:extLst>
                </p14:cNvPr>
                <p14:cNvContentPartPr/>
                <p14:nvPr/>
              </p14:nvContentPartPr>
              <p14:xfrm>
                <a:off x="1608006" y="377583"/>
                <a:ext cx="163440" cy="15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E592A7-53AC-5332-8024-F3A6861A20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90366" y="359943"/>
                  <a:ext cx="199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BD586F-5359-E92E-0C63-527043815815}"/>
                    </a:ext>
                  </a:extLst>
                </p14:cNvPr>
                <p14:cNvContentPartPr/>
                <p14:nvPr/>
              </p14:nvContentPartPr>
              <p14:xfrm>
                <a:off x="1770366" y="364623"/>
                <a:ext cx="158400" cy="173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BD586F-5359-E92E-0C63-5270438158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52726" y="346623"/>
                  <a:ext cx="194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00ED53-CD1D-4932-809E-B40B317174B3}"/>
                    </a:ext>
                  </a:extLst>
                </p14:cNvPr>
                <p14:cNvContentPartPr/>
                <p14:nvPr/>
              </p14:nvContentPartPr>
              <p14:xfrm>
                <a:off x="1982406" y="374703"/>
                <a:ext cx="240120" cy="156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00ED53-CD1D-4932-809E-B40B317174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64766" y="357063"/>
                  <a:ext cx="2757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DDD551-E1A4-9790-3F26-DF0C7F5B1426}"/>
                    </a:ext>
                  </a:extLst>
                </p14:cNvPr>
                <p14:cNvContentPartPr/>
                <p14:nvPr/>
              </p14:nvContentPartPr>
              <p14:xfrm>
                <a:off x="2281566" y="410343"/>
                <a:ext cx="55080" cy="136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DDD551-E1A4-9790-3F26-DF0C7F5B14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63926" y="392343"/>
                  <a:ext cx="90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2ADDDC-DC51-7597-7C02-78FFBF07E71D}"/>
                    </a:ext>
                  </a:extLst>
                </p14:cNvPr>
                <p14:cNvContentPartPr/>
                <p14:nvPr/>
              </p14:nvContentPartPr>
              <p14:xfrm>
                <a:off x="2312526" y="251943"/>
                <a:ext cx="39960" cy="2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2ADDDC-DC51-7597-7C02-78FFBF07E7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94526" y="234303"/>
                  <a:ext cx="75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B5EC8B-538D-819D-F03D-9F2B4DD23EC8}"/>
                    </a:ext>
                  </a:extLst>
                </p14:cNvPr>
                <p14:cNvContentPartPr/>
                <p14:nvPr/>
              </p14:nvContentPartPr>
              <p14:xfrm>
                <a:off x="2388846" y="383343"/>
                <a:ext cx="327960" cy="150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2B5EC8B-538D-819D-F03D-9F2B4DD23E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70846" y="365343"/>
                  <a:ext cx="36360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C840720-52DB-F899-0E4A-E8C9952B0161}"/>
              </a:ext>
            </a:extLst>
          </p:cNvPr>
          <p:cNvGrpSpPr/>
          <p:nvPr/>
        </p:nvGrpSpPr>
        <p:grpSpPr>
          <a:xfrm>
            <a:off x="4664406" y="263103"/>
            <a:ext cx="845640" cy="297720"/>
            <a:chOff x="4664406" y="263103"/>
            <a:chExt cx="84564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28C43C-3667-88F4-12A3-D32BFCAD9E59}"/>
                    </a:ext>
                  </a:extLst>
                </p14:cNvPr>
                <p14:cNvContentPartPr/>
                <p14:nvPr/>
              </p14:nvContentPartPr>
              <p14:xfrm>
                <a:off x="4664406" y="346623"/>
                <a:ext cx="201240" cy="181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28C43C-3667-88F4-12A3-D32BFCAD9E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46406" y="328983"/>
                  <a:ext cx="236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3A0996-0B23-5159-9619-D16DF633C8E7}"/>
                    </a:ext>
                  </a:extLst>
                </p14:cNvPr>
                <p14:cNvContentPartPr/>
                <p14:nvPr/>
              </p14:nvContentPartPr>
              <p14:xfrm>
                <a:off x="4956006" y="386583"/>
                <a:ext cx="105840" cy="169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3A0996-0B23-5159-9619-D16DF633C8E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38006" y="368583"/>
                  <a:ext cx="141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6047CA-8718-FFA6-8B00-5C09D70DE905}"/>
                    </a:ext>
                  </a:extLst>
                </p14:cNvPr>
                <p14:cNvContentPartPr/>
                <p14:nvPr/>
              </p14:nvContentPartPr>
              <p14:xfrm>
                <a:off x="5129166" y="363543"/>
                <a:ext cx="137160" cy="197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6047CA-8718-FFA6-8B00-5C09D70DE9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11166" y="345903"/>
                  <a:ext cx="172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50051C-393A-F0D3-C00C-C417050A3E3D}"/>
                    </a:ext>
                  </a:extLst>
                </p14:cNvPr>
                <p14:cNvContentPartPr/>
                <p14:nvPr/>
              </p14:nvContentPartPr>
              <p14:xfrm>
                <a:off x="5301966" y="263103"/>
                <a:ext cx="208080" cy="28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50051C-393A-F0D3-C00C-C417050A3E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84326" y="245463"/>
                  <a:ext cx="24372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8B6DC64-B02A-CAFD-45C8-A7B02467FCA1}"/>
              </a:ext>
            </a:extLst>
          </p:cNvPr>
          <p:cNvGrpSpPr/>
          <p:nvPr/>
        </p:nvGrpSpPr>
        <p:grpSpPr>
          <a:xfrm>
            <a:off x="5880846" y="204063"/>
            <a:ext cx="810000" cy="333000"/>
            <a:chOff x="5880846" y="204063"/>
            <a:chExt cx="81000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0E04D4-B996-CEA3-EFCC-37FFB79A3F71}"/>
                    </a:ext>
                  </a:extLst>
                </p14:cNvPr>
                <p14:cNvContentPartPr/>
                <p14:nvPr/>
              </p14:nvContentPartPr>
              <p14:xfrm>
                <a:off x="5880846" y="207663"/>
                <a:ext cx="224280" cy="303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0E04D4-B996-CEA3-EFCC-37FFB79A3F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63206" y="189663"/>
                  <a:ext cx="259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A03761-B3F8-572B-8D31-B3713A006531}"/>
                    </a:ext>
                  </a:extLst>
                </p14:cNvPr>
                <p14:cNvContentPartPr/>
                <p14:nvPr/>
              </p14:nvContentPartPr>
              <p14:xfrm>
                <a:off x="6126366" y="204063"/>
                <a:ext cx="158760" cy="306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A03761-B3F8-572B-8D31-B3713A0065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08726" y="186423"/>
                  <a:ext cx="1944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E9DFF9-63CB-9AB8-E3A7-3FC7B2C50556}"/>
                    </a:ext>
                  </a:extLst>
                </p14:cNvPr>
                <p14:cNvContentPartPr/>
                <p14:nvPr/>
              </p14:nvContentPartPr>
              <p14:xfrm>
                <a:off x="6336246" y="213783"/>
                <a:ext cx="306360" cy="323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E9DFF9-63CB-9AB8-E3A7-3FC7B2C505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18246" y="195783"/>
                  <a:ext cx="3420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A533E4-357C-57AF-EB7A-B1BE9792BF47}"/>
                    </a:ext>
                  </a:extLst>
                </p14:cNvPr>
                <p14:cNvContentPartPr/>
                <p14:nvPr/>
              </p14:nvContentPartPr>
              <p14:xfrm>
                <a:off x="6601566" y="289383"/>
                <a:ext cx="89280" cy="23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A533E4-357C-57AF-EB7A-B1BE9792BF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83566" y="271743"/>
                  <a:ext cx="124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42596E-AA48-6995-5204-3BBFA54CF996}"/>
                    </a:ext>
                  </a:extLst>
                </p14:cNvPr>
                <p14:cNvContentPartPr/>
                <p14:nvPr/>
              </p14:nvContentPartPr>
              <p14:xfrm>
                <a:off x="5942046" y="288303"/>
                <a:ext cx="162000" cy="16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42596E-AA48-6995-5204-3BBFA54CF99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24046" y="270303"/>
                  <a:ext cx="1976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1A49EB-8200-9B37-EAF3-7AC48D0E78B6}"/>
              </a:ext>
            </a:extLst>
          </p:cNvPr>
          <p:cNvGrpSpPr/>
          <p:nvPr/>
        </p:nvGrpSpPr>
        <p:grpSpPr>
          <a:xfrm>
            <a:off x="7256406" y="199023"/>
            <a:ext cx="645480" cy="372600"/>
            <a:chOff x="7256406" y="199023"/>
            <a:chExt cx="64548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826FD5-1406-6374-D513-8E1B3F207BD9}"/>
                    </a:ext>
                  </a:extLst>
                </p14:cNvPr>
                <p14:cNvContentPartPr/>
                <p14:nvPr/>
              </p14:nvContentPartPr>
              <p14:xfrm>
                <a:off x="7256406" y="199023"/>
                <a:ext cx="645480" cy="372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826FD5-1406-6374-D513-8E1B3F207BD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38766" y="181023"/>
                  <a:ext cx="6811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A6BA27-EEE1-2FB3-063B-8858A2CEFE49}"/>
                    </a:ext>
                  </a:extLst>
                </p14:cNvPr>
                <p14:cNvContentPartPr/>
                <p14:nvPr/>
              </p14:nvContentPartPr>
              <p14:xfrm>
                <a:off x="7283046" y="313143"/>
                <a:ext cx="249120" cy="35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A6BA27-EEE1-2FB3-063B-8858A2CEFE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65046" y="295503"/>
                  <a:ext cx="2847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8A5B6E7-11D0-F24C-B098-B262CCD9C5C7}"/>
              </a:ext>
            </a:extLst>
          </p:cNvPr>
          <p:cNvGrpSpPr/>
          <p:nvPr/>
        </p:nvGrpSpPr>
        <p:grpSpPr>
          <a:xfrm>
            <a:off x="8342886" y="191103"/>
            <a:ext cx="2132640" cy="414360"/>
            <a:chOff x="8342886" y="191103"/>
            <a:chExt cx="213264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870FAB9-5465-35EB-174B-465F50FD5B32}"/>
                    </a:ext>
                  </a:extLst>
                </p14:cNvPr>
                <p14:cNvContentPartPr/>
                <p14:nvPr/>
              </p14:nvContentPartPr>
              <p14:xfrm>
                <a:off x="8342886" y="394863"/>
                <a:ext cx="340200" cy="165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870FAB9-5465-35EB-174B-465F50FD5B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25246" y="376863"/>
                  <a:ext cx="375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E800F6F-823D-CD3D-3FBC-7DDF792B764A}"/>
                    </a:ext>
                  </a:extLst>
                </p14:cNvPr>
                <p14:cNvContentPartPr/>
                <p14:nvPr/>
              </p14:nvContentPartPr>
              <p14:xfrm>
                <a:off x="8739246" y="191103"/>
                <a:ext cx="608760" cy="403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E800F6F-823D-CD3D-3FBC-7DDF792B76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21246" y="173103"/>
                  <a:ext cx="64440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937248-89B9-2B9A-293A-5A1A5B4389E7}"/>
                    </a:ext>
                  </a:extLst>
                </p14:cNvPr>
                <p14:cNvContentPartPr/>
                <p14:nvPr/>
              </p14:nvContentPartPr>
              <p14:xfrm>
                <a:off x="9457086" y="407103"/>
                <a:ext cx="232200" cy="176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937248-89B9-2B9A-293A-5A1A5B4389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39086" y="389463"/>
                  <a:ext cx="2678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180463-76E7-CB92-6BBE-D6A02ABE4D08}"/>
                    </a:ext>
                  </a:extLst>
                </p14:cNvPr>
                <p14:cNvContentPartPr/>
                <p14:nvPr/>
              </p14:nvContentPartPr>
              <p14:xfrm>
                <a:off x="9362766" y="246543"/>
                <a:ext cx="88920" cy="27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180463-76E7-CB92-6BBE-D6A02ABE4D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44766" y="228903"/>
                  <a:ext cx="124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BDB83D-25C8-0A0B-66BC-C7B4A2BE89CB}"/>
                    </a:ext>
                  </a:extLst>
                </p14:cNvPr>
                <p14:cNvContentPartPr/>
                <p14:nvPr/>
              </p14:nvContentPartPr>
              <p14:xfrm>
                <a:off x="8805486" y="239343"/>
                <a:ext cx="189000" cy="4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BDB83D-25C8-0A0B-66BC-C7B4A2BE89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87846" y="221703"/>
                  <a:ext cx="22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AB634A8-2406-7621-24BB-D9170339BBEA}"/>
                    </a:ext>
                  </a:extLst>
                </p14:cNvPr>
                <p14:cNvContentPartPr/>
                <p14:nvPr/>
              </p14:nvContentPartPr>
              <p14:xfrm>
                <a:off x="10061166" y="191463"/>
                <a:ext cx="335520" cy="414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AB634A8-2406-7621-24BB-D9170339BB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43526" y="173463"/>
                  <a:ext cx="3711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55913A-1127-7CC4-3D78-2B1BF47A2ED4}"/>
                    </a:ext>
                  </a:extLst>
                </p14:cNvPr>
                <p14:cNvContentPartPr/>
                <p14:nvPr/>
              </p14:nvContentPartPr>
              <p14:xfrm>
                <a:off x="10238646" y="375423"/>
                <a:ext cx="236880" cy="10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55913A-1127-7CC4-3D78-2B1BF47A2E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21006" y="357783"/>
                  <a:ext cx="2725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E9B2CDF-5396-92D8-DB03-C8AF487814AE}"/>
              </a:ext>
            </a:extLst>
          </p:cNvPr>
          <p:cNvGrpSpPr/>
          <p:nvPr/>
        </p:nvGrpSpPr>
        <p:grpSpPr>
          <a:xfrm>
            <a:off x="4857006" y="885543"/>
            <a:ext cx="589680" cy="191520"/>
            <a:chOff x="4857006" y="885543"/>
            <a:chExt cx="58968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19A07B-8E12-B112-0F74-98866C9EAC51}"/>
                    </a:ext>
                  </a:extLst>
                </p14:cNvPr>
                <p14:cNvContentPartPr/>
                <p14:nvPr/>
              </p14:nvContentPartPr>
              <p14:xfrm>
                <a:off x="4857006" y="885543"/>
                <a:ext cx="221760" cy="191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19A07B-8E12-B112-0F74-98866C9EAC5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39006" y="867903"/>
                  <a:ext cx="257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90ADE6-C62B-B178-86A5-9D4C3AC58F8E}"/>
                    </a:ext>
                  </a:extLst>
                </p14:cNvPr>
                <p14:cNvContentPartPr/>
                <p14:nvPr/>
              </p14:nvContentPartPr>
              <p14:xfrm>
                <a:off x="5143566" y="918303"/>
                <a:ext cx="303120" cy="141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90ADE6-C62B-B178-86A5-9D4C3AC58F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25926" y="900303"/>
                  <a:ext cx="33876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D68ADA5-E441-CB81-2DBE-BC6E2E76C728}"/>
                  </a:ext>
                </a:extLst>
              </p14:cNvPr>
              <p14:cNvContentPartPr/>
              <p14:nvPr/>
            </p14:nvContentPartPr>
            <p14:xfrm>
              <a:off x="4051686" y="1277583"/>
              <a:ext cx="316440" cy="2790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D68ADA5-E441-CB81-2DBE-BC6E2E76C72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34046" y="1259943"/>
                <a:ext cx="3520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7438B0F-B27D-E1C1-905F-4FB3D1B12A75}"/>
                  </a:ext>
                </a:extLst>
              </p14:cNvPr>
              <p14:cNvContentPartPr/>
              <p14:nvPr/>
            </p14:nvContentPartPr>
            <p14:xfrm>
              <a:off x="5007846" y="1362903"/>
              <a:ext cx="277200" cy="1378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7438B0F-B27D-E1C1-905F-4FB3D1B12A7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90206" y="1344903"/>
                <a:ext cx="3128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80F021F-7F0B-1BAA-FEB2-264419EACDDE}"/>
                  </a:ext>
                </a:extLst>
              </p14:cNvPr>
              <p14:cNvContentPartPr/>
              <p14:nvPr/>
            </p14:nvContentPartPr>
            <p14:xfrm>
              <a:off x="4055286" y="1693383"/>
              <a:ext cx="293040" cy="293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80F021F-7F0B-1BAA-FEB2-264419EACDD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037646" y="1675383"/>
                <a:ext cx="32868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33A2AE52-F0B0-BE1C-154F-BBC93C08C4DE}"/>
              </a:ext>
            </a:extLst>
          </p:cNvPr>
          <p:cNvGrpSpPr/>
          <p:nvPr/>
        </p:nvGrpSpPr>
        <p:grpSpPr>
          <a:xfrm>
            <a:off x="4949886" y="1810743"/>
            <a:ext cx="502200" cy="151920"/>
            <a:chOff x="4949886" y="1810743"/>
            <a:chExt cx="50220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7B6D3B0-69D2-6433-F07C-EBEC7C753902}"/>
                    </a:ext>
                  </a:extLst>
                </p14:cNvPr>
                <p14:cNvContentPartPr/>
                <p14:nvPr/>
              </p14:nvContentPartPr>
              <p14:xfrm>
                <a:off x="4949886" y="1877343"/>
                <a:ext cx="126000" cy="42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7B6D3B0-69D2-6433-F07C-EBEC7C7539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31886" y="1859703"/>
                  <a:ext cx="161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915475D-9676-41BA-E906-34D174E403BC}"/>
                    </a:ext>
                  </a:extLst>
                </p14:cNvPr>
                <p14:cNvContentPartPr/>
                <p14:nvPr/>
              </p14:nvContentPartPr>
              <p14:xfrm>
                <a:off x="5142486" y="1810743"/>
                <a:ext cx="309600" cy="151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915475D-9676-41BA-E906-34D174E403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24846" y="1792743"/>
                  <a:ext cx="34524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3B4ECCA-18AC-754B-B711-77D4A9364B08}"/>
              </a:ext>
            </a:extLst>
          </p:cNvPr>
          <p:cNvGrpSpPr/>
          <p:nvPr/>
        </p:nvGrpSpPr>
        <p:grpSpPr>
          <a:xfrm>
            <a:off x="5871126" y="778263"/>
            <a:ext cx="959400" cy="1256760"/>
            <a:chOff x="5871126" y="778263"/>
            <a:chExt cx="959400" cy="12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8D58F0-2B93-50C4-6C2E-336DAFFB8746}"/>
                    </a:ext>
                  </a:extLst>
                </p14:cNvPr>
                <p14:cNvContentPartPr/>
                <p14:nvPr/>
              </p14:nvContentPartPr>
              <p14:xfrm>
                <a:off x="5943126" y="863223"/>
                <a:ext cx="280440" cy="166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8D58F0-2B93-50C4-6C2E-336DAFFB874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25486" y="845583"/>
                  <a:ext cx="316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F5F3BC5-99A4-DBBC-DB8B-BEEC4FD65281}"/>
                    </a:ext>
                  </a:extLst>
                </p14:cNvPr>
                <p14:cNvContentPartPr/>
                <p14:nvPr/>
              </p14:nvContentPartPr>
              <p14:xfrm>
                <a:off x="5871126" y="1409703"/>
                <a:ext cx="128160" cy="28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F5F3BC5-99A4-DBBC-DB8B-BEEC4FD652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53486" y="1391703"/>
                  <a:ext cx="163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500E6B6-DAEE-A877-9287-AB22A276FED5}"/>
                    </a:ext>
                  </a:extLst>
                </p14:cNvPr>
                <p14:cNvContentPartPr/>
                <p14:nvPr/>
              </p14:nvContentPartPr>
              <p14:xfrm>
                <a:off x="6096846" y="1311783"/>
                <a:ext cx="221760" cy="129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500E6B6-DAEE-A877-9287-AB22A276FE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79206" y="1294143"/>
                  <a:ext cx="257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909EEB9-76E1-BC21-E2B0-D81F713A111D}"/>
                    </a:ext>
                  </a:extLst>
                </p14:cNvPr>
                <p14:cNvContentPartPr/>
                <p14:nvPr/>
              </p14:nvContentPartPr>
              <p14:xfrm>
                <a:off x="5965086" y="1742343"/>
                <a:ext cx="296280" cy="162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909EEB9-76E1-BC21-E2B0-D81F713A111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47446" y="1724703"/>
                  <a:ext cx="331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831597-39C8-B28F-A7FD-B52F2F6B5C60}"/>
                    </a:ext>
                  </a:extLst>
                </p14:cNvPr>
                <p14:cNvContentPartPr/>
                <p14:nvPr/>
              </p14:nvContentPartPr>
              <p14:xfrm>
                <a:off x="6475206" y="778263"/>
                <a:ext cx="355320" cy="1256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831597-39C8-B28F-A7FD-B52F2F6B5C6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57566" y="760263"/>
                  <a:ext cx="390960" cy="129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B182DCD-6C69-D0E3-7D35-F9127DA7B6E6}"/>
              </a:ext>
            </a:extLst>
          </p:cNvPr>
          <p:cNvGrpSpPr/>
          <p:nvPr/>
        </p:nvGrpSpPr>
        <p:grpSpPr>
          <a:xfrm>
            <a:off x="7821246" y="1095063"/>
            <a:ext cx="357480" cy="340200"/>
            <a:chOff x="7821246" y="1095063"/>
            <a:chExt cx="35748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677097-657F-91D9-3468-B952F16E6D40}"/>
                    </a:ext>
                  </a:extLst>
                </p14:cNvPr>
                <p14:cNvContentPartPr/>
                <p14:nvPr/>
              </p14:nvContentPartPr>
              <p14:xfrm>
                <a:off x="7821246" y="1248783"/>
                <a:ext cx="172080" cy="185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677097-657F-91D9-3468-B952F16E6D4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03246" y="1231143"/>
                  <a:ext cx="20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7CD9346-B809-5171-1530-E5645C3184F5}"/>
                    </a:ext>
                  </a:extLst>
                </p14:cNvPr>
                <p14:cNvContentPartPr/>
                <p14:nvPr/>
              </p14:nvContentPartPr>
              <p14:xfrm>
                <a:off x="8065686" y="1262823"/>
                <a:ext cx="113040" cy="172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7CD9346-B809-5171-1530-E5645C3184F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48046" y="1244823"/>
                  <a:ext cx="148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4A3000-D045-A3D3-74FF-B0D58F15B3D2}"/>
                    </a:ext>
                  </a:extLst>
                </p14:cNvPr>
                <p14:cNvContentPartPr/>
                <p14:nvPr/>
              </p14:nvContentPartPr>
              <p14:xfrm>
                <a:off x="8017086" y="1095063"/>
                <a:ext cx="19440" cy="39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4A3000-D045-A3D3-74FF-B0D58F15B3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99086" y="1077063"/>
                  <a:ext cx="5508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A5E61D5-4139-FEB0-7B35-C7F6B6C7E945}"/>
              </a:ext>
            </a:extLst>
          </p:cNvPr>
          <p:cNvGrpSpPr/>
          <p:nvPr/>
        </p:nvGrpSpPr>
        <p:grpSpPr>
          <a:xfrm>
            <a:off x="8800446" y="1051863"/>
            <a:ext cx="2087280" cy="783000"/>
            <a:chOff x="8800446" y="1051863"/>
            <a:chExt cx="2087280" cy="78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BF684C9-1CD6-4334-59F9-B9C1CDB7DB64}"/>
                    </a:ext>
                  </a:extLst>
                </p14:cNvPr>
                <p14:cNvContentPartPr/>
                <p14:nvPr/>
              </p14:nvContentPartPr>
              <p14:xfrm>
                <a:off x="8800446" y="1235463"/>
                <a:ext cx="404640" cy="221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BF684C9-1CD6-4334-59F9-B9C1CDB7DB6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2446" y="1217463"/>
                  <a:ext cx="440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B840C7-2BB8-F7C4-C7F7-1F71476CB70C}"/>
                    </a:ext>
                  </a:extLst>
                </p14:cNvPr>
                <p14:cNvContentPartPr/>
                <p14:nvPr/>
              </p14:nvContentPartPr>
              <p14:xfrm>
                <a:off x="9230286" y="1078503"/>
                <a:ext cx="52920" cy="358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B840C7-2BB8-F7C4-C7F7-1F71476CB7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12286" y="1060863"/>
                  <a:ext cx="885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E4E1C3A-655E-B2D4-244D-AF45D05ACA3D}"/>
                    </a:ext>
                  </a:extLst>
                </p14:cNvPr>
                <p14:cNvContentPartPr/>
                <p14:nvPr/>
              </p14:nvContentPartPr>
              <p14:xfrm>
                <a:off x="9198606" y="1116663"/>
                <a:ext cx="390240" cy="271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E4E1C3A-655E-B2D4-244D-AF45D05ACA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80606" y="1098663"/>
                  <a:ext cx="4258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051DB8-B852-A9A4-61DF-421CA9197BD0}"/>
                    </a:ext>
                  </a:extLst>
                </p14:cNvPr>
                <p14:cNvContentPartPr/>
                <p14:nvPr/>
              </p14:nvContentPartPr>
              <p14:xfrm>
                <a:off x="9638166" y="1227903"/>
                <a:ext cx="109080" cy="178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051DB8-B852-A9A4-61DF-421CA9197B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20526" y="1210263"/>
                  <a:ext cx="1447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9FF3F70-4E5F-832B-3BB5-59ED064123F6}"/>
                    </a:ext>
                  </a:extLst>
                </p14:cNvPr>
                <p14:cNvContentPartPr/>
                <p14:nvPr/>
              </p14:nvContentPartPr>
              <p14:xfrm>
                <a:off x="9656886" y="1260663"/>
                <a:ext cx="310680" cy="574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9FF3F70-4E5F-832B-3BB5-59ED064123F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38886" y="1242663"/>
                  <a:ext cx="34632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B40ED96-4D17-4BB1-27BD-0C11042068A4}"/>
                    </a:ext>
                  </a:extLst>
                </p14:cNvPr>
                <p14:cNvContentPartPr/>
                <p14:nvPr/>
              </p14:nvContentPartPr>
              <p14:xfrm>
                <a:off x="10055406" y="1245183"/>
                <a:ext cx="388800" cy="213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B40ED96-4D17-4BB1-27BD-0C11042068A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37766" y="1227183"/>
                  <a:ext cx="424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0ED5241-736E-9B06-2B0F-FC8FD0C64DEC}"/>
                    </a:ext>
                  </a:extLst>
                </p14:cNvPr>
                <p14:cNvContentPartPr/>
                <p14:nvPr/>
              </p14:nvContentPartPr>
              <p14:xfrm>
                <a:off x="10515846" y="1051863"/>
                <a:ext cx="371880" cy="413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0ED5241-736E-9B06-2B0F-FC8FD0C64DE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97846" y="1034223"/>
                  <a:ext cx="407520" cy="44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6D9C841-060F-A5C2-7519-D38BCF5AB137}"/>
                  </a:ext>
                </a:extLst>
              </p14:cNvPr>
              <p14:cNvContentPartPr/>
              <p14:nvPr/>
            </p14:nvContentPartPr>
            <p14:xfrm>
              <a:off x="11209926" y="1451103"/>
              <a:ext cx="10800" cy="230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6D9C841-060F-A5C2-7519-D38BCF5AB13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92286" y="1433463"/>
                <a:ext cx="4644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6421C0B8-65AE-5722-2A8E-EF7C3F4D104D}"/>
              </a:ext>
            </a:extLst>
          </p:cNvPr>
          <p:cNvGrpSpPr/>
          <p:nvPr/>
        </p:nvGrpSpPr>
        <p:grpSpPr>
          <a:xfrm>
            <a:off x="566526" y="2447943"/>
            <a:ext cx="1085760" cy="358200"/>
            <a:chOff x="566526" y="2447943"/>
            <a:chExt cx="108576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D05E508-1195-7122-3BD8-37BC4AD5C21E}"/>
                    </a:ext>
                  </a:extLst>
                </p14:cNvPr>
                <p14:cNvContentPartPr/>
                <p14:nvPr/>
              </p14:nvContentPartPr>
              <p14:xfrm>
                <a:off x="566526" y="2447943"/>
                <a:ext cx="739440" cy="358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D05E508-1195-7122-3BD8-37BC4AD5C21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8886" y="2430303"/>
                  <a:ext cx="7750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4BA876-981F-A4D0-9F81-F7CE5907112A}"/>
                    </a:ext>
                  </a:extLst>
                </p14:cNvPr>
                <p14:cNvContentPartPr/>
                <p14:nvPr/>
              </p14:nvContentPartPr>
              <p14:xfrm>
                <a:off x="1371846" y="2604543"/>
                <a:ext cx="280440" cy="194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4BA876-981F-A4D0-9F81-F7CE590711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54206" y="2586543"/>
                  <a:ext cx="31608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C624C00-571E-47DB-4700-4F6C529FD436}"/>
              </a:ext>
            </a:extLst>
          </p:cNvPr>
          <p:cNvGrpSpPr/>
          <p:nvPr/>
        </p:nvGrpSpPr>
        <p:grpSpPr>
          <a:xfrm>
            <a:off x="2027046" y="2389983"/>
            <a:ext cx="949320" cy="846720"/>
            <a:chOff x="2027046" y="2389983"/>
            <a:chExt cx="949320" cy="84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A35BF82-2CAC-9607-1ABC-889EB2FABF75}"/>
                    </a:ext>
                  </a:extLst>
                </p14:cNvPr>
                <p14:cNvContentPartPr/>
                <p14:nvPr/>
              </p14:nvContentPartPr>
              <p14:xfrm>
                <a:off x="2027046" y="2389983"/>
                <a:ext cx="295200" cy="846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A35BF82-2CAC-9607-1ABC-889EB2FABF7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09046" y="2372343"/>
                  <a:ext cx="330840" cy="88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3B76166-6F80-A5C0-AFD0-A10D454564B4}"/>
                    </a:ext>
                  </a:extLst>
                </p14:cNvPr>
                <p14:cNvContentPartPr/>
                <p14:nvPr/>
              </p14:nvContentPartPr>
              <p14:xfrm>
                <a:off x="2367606" y="2636223"/>
                <a:ext cx="38880" cy="179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3B76166-6F80-A5C0-AFD0-A10D454564B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49606" y="2618223"/>
                  <a:ext cx="74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F068CA4-E3BA-41A0-C497-BCE5B2A545A4}"/>
                    </a:ext>
                  </a:extLst>
                </p14:cNvPr>
                <p14:cNvContentPartPr/>
                <p14:nvPr/>
              </p14:nvContentPartPr>
              <p14:xfrm>
                <a:off x="2488926" y="2647743"/>
                <a:ext cx="168840" cy="174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F068CA4-E3BA-41A0-C497-BCE5B2A545A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70926" y="2630103"/>
                  <a:ext cx="204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824CA81-BCFD-8D47-71B5-2A66342BD985}"/>
                    </a:ext>
                  </a:extLst>
                </p14:cNvPr>
                <p14:cNvContentPartPr/>
                <p14:nvPr/>
              </p14:nvContentPartPr>
              <p14:xfrm>
                <a:off x="2718246" y="2450823"/>
                <a:ext cx="258120" cy="372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824CA81-BCFD-8D47-71B5-2A66342BD98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00606" y="2433183"/>
                  <a:ext cx="2937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D0713C5-7E21-2512-FC6E-D5FC060A272A}"/>
                    </a:ext>
                  </a:extLst>
                </p14:cNvPr>
                <p14:cNvContentPartPr/>
                <p14:nvPr/>
              </p14:nvContentPartPr>
              <p14:xfrm>
                <a:off x="2538246" y="2451183"/>
                <a:ext cx="90000" cy="4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D0713C5-7E21-2512-FC6E-D5FC060A27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20606" y="2433183"/>
                  <a:ext cx="1256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2538AC8-46E9-3EA8-C0B6-67CCEF58F042}"/>
              </a:ext>
            </a:extLst>
          </p:cNvPr>
          <p:cNvGrpSpPr/>
          <p:nvPr/>
        </p:nvGrpSpPr>
        <p:grpSpPr>
          <a:xfrm>
            <a:off x="3610326" y="2287023"/>
            <a:ext cx="787680" cy="492480"/>
            <a:chOff x="3610326" y="2287023"/>
            <a:chExt cx="787680" cy="49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E457DA8-3D59-81B1-BD48-AA2F09398EA0}"/>
                    </a:ext>
                  </a:extLst>
                </p14:cNvPr>
                <p14:cNvContentPartPr/>
                <p14:nvPr/>
              </p14:nvContentPartPr>
              <p14:xfrm>
                <a:off x="3610326" y="2448303"/>
                <a:ext cx="273240" cy="331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E457DA8-3D59-81B1-BD48-AA2F09398E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92686" y="2430303"/>
                  <a:ext cx="3088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33B8E0-02AB-3C01-1A48-50FEE26F271C}"/>
                    </a:ext>
                  </a:extLst>
                </p14:cNvPr>
                <p14:cNvContentPartPr/>
                <p14:nvPr/>
              </p14:nvContentPartPr>
              <p14:xfrm>
                <a:off x="4097766" y="2444343"/>
                <a:ext cx="136440" cy="44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33B8E0-02AB-3C01-1A48-50FEE26F271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79766" y="2426343"/>
                  <a:ext cx="172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F2022D7-CEFD-45D3-539A-A8500E160A9E}"/>
                    </a:ext>
                  </a:extLst>
                </p14:cNvPr>
                <p14:cNvContentPartPr/>
                <p14:nvPr/>
              </p14:nvContentPartPr>
              <p14:xfrm>
                <a:off x="4354446" y="2323383"/>
                <a:ext cx="11880" cy="20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F2022D7-CEFD-45D3-539A-A8500E160A9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36806" y="2305743"/>
                  <a:ext cx="47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A41428-EDF3-4F4C-39C6-2E38BEF8B29F}"/>
                    </a:ext>
                  </a:extLst>
                </p14:cNvPr>
                <p14:cNvContentPartPr/>
                <p14:nvPr/>
              </p14:nvContentPartPr>
              <p14:xfrm>
                <a:off x="4375326" y="2287023"/>
                <a:ext cx="22680" cy="133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A41428-EDF3-4F4C-39C6-2E38BEF8B29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57686" y="2269023"/>
                  <a:ext cx="583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AD2342D-8B27-0DB4-2E5F-9C70CB708CA0}"/>
              </a:ext>
            </a:extLst>
          </p:cNvPr>
          <p:cNvGrpSpPr/>
          <p:nvPr/>
        </p:nvGrpSpPr>
        <p:grpSpPr>
          <a:xfrm>
            <a:off x="2477766" y="848463"/>
            <a:ext cx="272520" cy="454680"/>
            <a:chOff x="2477766" y="848463"/>
            <a:chExt cx="27252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1B0288F-7EE2-55C4-F215-B04ADDACABDB}"/>
                    </a:ext>
                  </a:extLst>
                </p14:cNvPr>
                <p14:cNvContentPartPr/>
                <p14:nvPr/>
              </p14:nvContentPartPr>
              <p14:xfrm>
                <a:off x="2477766" y="848463"/>
                <a:ext cx="272520" cy="454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1B0288F-7EE2-55C4-F215-B04ADDACABD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60126" y="830823"/>
                  <a:ext cx="3081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EC31967-A41B-52AB-AB1B-0D8446926237}"/>
                    </a:ext>
                  </a:extLst>
                </p14:cNvPr>
                <p14:cNvContentPartPr/>
                <p14:nvPr/>
              </p14:nvContentPartPr>
              <p14:xfrm>
                <a:off x="2513406" y="1097583"/>
                <a:ext cx="136440" cy="27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EC31967-A41B-52AB-AB1B-0D844692623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95406" y="1079583"/>
                  <a:ext cx="17208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568200B-36A4-27FB-7222-3D3E1D327C2E}"/>
              </a:ext>
            </a:extLst>
          </p:cNvPr>
          <p:cNvGrpSpPr/>
          <p:nvPr/>
        </p:nvGrpSpPr>
        <p:grpSpPr>
          <a:xfrm>
            <a:off x="2135766" y="3460983"/>
            <a:ext cx="610920" cy="610200"/>
            <a:chOff x="2135766" y="3460983"/>
            <a:chExt cx="610920" cy="61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5774E42-2666-233B-C92C-B88179E1BA7B}"/>
                    </a:ext>
                  </a:extLst>
                </p14:cNvPr>
                <p14:cNvContentPartPr/>
                <p14:nvPr/>
              </p14:nvContentPartPr>
              <p14:xfrm>
                <a:off x="2135766" y="3573303"/>
                <a:ext cx="270360" cy="497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5774E42-2666-233B-C92C-B88179E1BA7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18126" y="3555663"/>
                  <a:ext cx="3060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3E53D1F-D88B-F6AE-AF26-DEAFB0F0130A}"/>
                    </a:ext>
                  </a:extLst>
                </p14:cNvPr>
                <p14:cNvContentPartPr/>
                <p14:nvPr/>
              </p14:nvContentPartPr>
              <p14:xfrm>
                <a:off x="2160966" y="3828543"/>
                <a:ext cx="190080" cy="32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3E53D1F-D88B-F6AE-AF26-DEAFB0F0130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43326" y="3810543"/>
                  <a:ext cx="225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6E1B22-8FC9-1EE6-2D70-E99E1D326CF7}"/>
                    </a:ext>
                  </a:extLst>
                </p14:cNvPr>
                <p14:cNvContentPartPr/>
                <p14:nvPr/>
              </p14:nvContentPartPr>
              <p14:xfrm>
                <a:off x="2616366" y="3460983"/>
                <a:ext cx="87120" cy="212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6E1B22-8FC9-1EE6-2D70-E99E1D326CF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98726" y="3443343"/>
                  <a:ext cx="122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D7FBE29-01EF-CDA7-691C-05EEAE20F840}"/>
                    </a:ext>
                  </a:extLst>
                </p14:cNvPr>
                <p14:cNvContentPartPr/>
                <p14:nvPr/>
              </p14:nvContentPartPr>
              <p14:xfrm>
                <a:off x="2647686" y="3832143"/>
                <a:ext cx="99000" cy="25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D7FBE29-01EF-CDA7-691C-05EEAE20F84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30046" y="3814503"/>
                  <a:ext cx="134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A544741-ADF6-5446-3395-9846030516F3}"/>
                    </a:ext>
                  </a:extLst>
                </p14:cNvPr>
                <p14:cNvContentPartPr/>
                <p14:nvPr/>
              </p14:nvContentPartPr>
              <p14:xfrm>
                <a:off x="2616366" y="3941223"/>
                <a:ext cx="106560" cy="31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A544741-ADF6-5446-3395-9846030516F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98726" y="3923583"/>
                  <a:ext cx="14220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43319C5-0DA8-D74A-A555-A3CDC9290D20}"/>
                  </a:ext>
                </a:extLst>
              </p14:cNvPr>
              <p14:cNvContentPartPr/>
              <p14:nvPr/>
            </p14:nvContentPartPr>
            <p14:xfrm>
              <a:off x="3377046" y="3382863"/>
              <a:ext cx="380520" cy="12718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43319C5-0DA8-D74A-A555-A3CDC9290D2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359046" y="3365223"/>
                <a:ext cx="416160" cy="130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AB61EA5-3100-9B05-4D6D-AB47CD8F053D}"/>
              </a:ext>
            </a:extLst>
          </p:cNvPr>
          <p:cNvGrpSpPr/>
          <p:nvPr/>
        </p:nvGrpSpPr>
        <p:grpSpPr>
          <a:xfrm>
            <a:off x="4203246" y="3426063"/>
            <a:ext cx="462960" cy="514440"/>
            <a:chOff x="4203246" y="3426063"/>
            <a:chExt cx="462960" cy="5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6C4076A-6608-6636-E61B-CD8CD301569C}"/>
                    </a:ext>
                  </a:extLst>
                </p14:cNvPr>
                <p14:cNvContentPartPr/>
                <p14:nvPr/>
              </p14:nvContentPartPr>
              <p14:xfrm>
                <a:off x="4320966" y="3426063"/>
                <a:ext cx="175680" cy="231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6C4076A-6608-6636-E61B-CD8CD301569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03326" y="3408423"/>
                  <a:ext cx="211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86D1776-3F97-ED53-661C-24E0CD8BF163}"/>
                    </a:ext>
                  </a:extLst>
                </p14:cNvPr>
                <p14:cNvContentPartPr/>
                <p14:nvPr/>
              </p14:nvContentPartPr>
              <p14:xfrm>
                <a:off x="4203246" y="3767343"/>
                <a:ext cx="154800" cy="173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86D1776-3F97-ED53-661C-24E0CD8BF16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185606" y="3749343"/>
                  <a:ext cx="190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A8CD3EE-974F-882A-CE93-074747DA9982}"/>
                    </a:ext>
                  </a:extLst>
                </p14:cNvPr>
                <p14:cNvContentPartPr/>
                <p14:nvPr/>
              </p14:nvContentPartPr>
              <p14:xfrm>
                <a:off x="4430406" y="3783903"/>
                <a:ext cx="235800" cy="132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A8CD3EE-974F-882A-CE93-074747DA998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12406" y="3766263"/>
                  <a:ext cx="27144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038B4CC-9268-3C7C-29CC-FA34945798E0}"/>
                  </a:ext>
                </a:extLst>
              </p14:cNvPr>
              <p14:cNvContentPartPr/>
              <p14:nvPr/>
            </p14:nvContentPartPr>
            <p14:xfrm>
              <a:off x="4240686" y="4165143"/>
              <a:ext cx="248040" cy="175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038B4CC-9268-3C7C-29CC-FA34945798E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222686" y="4147143"/>
                <a:ext cx="2836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15896D6-55C1-32E3-CE56-753BD90B6F97}"/>
                  </a:ext>
                </a:extLst>
              </p14:cNvPr>
              <p14:cNvContentPartPr/>
              <p14:nvPr/>
            </p14:nvContentPartPr>
            <p14:xfrm>
              <a:off x="5076606" y="3265863"/>
              <a:ext cx="283680" cy="2584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15896D6-55C1-32E3-CE56-753BD90B6F9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058606" y="3247863"/>
                <a:ext cx="3193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F5D1BC2-9231-E975-90BC-C65CEC70AF82}"/>
                  </a:ext>
                </a:extLst>
              </p14:cNvPr>
              <p14:cNvContentPartPr/>
              <p14:nvPr/>
            </p14:nvContentPartPr>
            <p14:xfrm>
              <a:off x="5186046" y="3697863"/>
              <a:ext cx="248040" cy="964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F5D1BC2-9231-E975-90BC-C65CEC70AF8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168046" y="3680223"/>
                <a:ext cx="28368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67EEA8-F015-E614-0592-2FA789122440}"/>
              </a:ext>
            </a:extLst>
          </p:cNvPr>
          <p:cNvGrpSpPr/>
          <p:nvPr/>
        </p:nvGrpSpPr>
        <p:grpSpPr>
          <a:xfrm>
            <a:off x="4882566" y="4147503"/>
            <a:ext cx="478080" cy="163440"/>
            <a:chOff x="4882566" y="4147503"/>
            <a:chExt cx="478080" cy="16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654E08D-50B9-84EC-606F-35D70650CDC9}"/>
                    </a:ext>
                  </a:extLst>
                </p14:cNvPr>
                <p14:cNvContentPartPr/>
                <p14:nvPr/>
              </p14:nvContentPartPr>
              <p14:xfrm>
                <a:off x="4882566" y="4186743"/>
                <a:ext cx="187920" cy="29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654E08D-50B9-84EC-606F-35D70650CDC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64926" y="4169103"/>
                  <a:ext cx="223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3F621A5-21AB-DECC-6D9B-300EC74E5A5E}"/>
                    </a:ext>
                  </a:extLst>
                </p14:cNvPr>
                <p14:cNvContentPartPr/>
                <p14:nvPr/>
              </p14:nvContentPartPr>
              <p14:xfrm>
                <a:off x="5164446" y="4147503"/>
                <a:ext cx="196200" cy="163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3F621A5-21AB-DECC-6D9B-300EC74E5A5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6446" y="4129503"/>
                  <a:ext cx="23184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82B1EDF-9E40-7376-39CC-1F148F829F61}"/>
              </a:ext>
            </a:extLst>
          </p:cNvPr>
          <p:cNvGrpSpPr/>
          <p:nvPr/>
        </p:nvGrpSpPr>
        <p:grpSpPr>
          <a:xfrm>
            <a:off x="5886606" y="3107103"/>
            <a:ext cx="775440" cy="1379520"/>
            <a:chOff x="5886606" y="3107103"/>
            <a:chExt cx="775440" cy="13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B0EFD0B-C7A8-4ABA-142E-51DE4439BFCE}"/>
                    </a:ext>
                  </a:extLst>
                </p14:cNvPr>
                <p14:cNvContentPartPr/>
                <p14:nvPr/>
              </p14:nvContentPartPr>
              <p14:xfrm>
                <a:off x="5938806" y="3220863"/>
                <a:ext cx="248760" cy="379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B0EFD0B-C7A8-4ABA-142E-51DE4439BF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21166" y="3203223"/>
                  <a:ext cx="2844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0503943-6DB3-E681-653B-D288C9E1A7A6}"/>
                    </a:ext>
                  </a:extLst>
                </p14:cNvPr>
                <p14:cNvContentPartPr/>
                <p14:nvPr/>
              </p14:nvContentPartPr>
              <p14:xfrm>
                <a:off x="5886606" y="3757263"/>
                <a:ext cx="150840" cy="16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0503943-6DB3-E681-653B-D288C9E1A7A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68966" y="3739263"/>
                  <a:ext cx="186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5FF0E4A-5B7C-B20D-4484-135129DCB241}"/>
                    </a:ext>
                  </a:extLst>
                </p14:cNvPr>
                <p14:cNvContentPartPr/>
                <p14:nvPr/>
              </p14:nvContentPartPr>
              <p14:xfrm>
                <a:off x="6081006" y="3718023"/>
                <a:ext cx="275040" cy="162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5FF0E4A-5B7C-B20D-4484-135129DCB24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63366" y="3700383"/>
                  <a:ext cx="310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6485861-9042-FB07-EC61-A622C4DAA9AA}"/>
                    </a:ext>
                  </a:extLst>
                </p14:cNvPr>
                <p14:cNvContentPartPr/>
                <p14:nvPr/>
              </p14:nvContentPartPr>
              <p14:xfrm>
                <a:off x="6041406" y="4175223"/>
                <a:ext cx="150480" cy="130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6485861-9042-FB07-EC61-A622C4DAA9A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23766" y="4157223"/>
                  <a:ext cx="186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4BB7351-E4D5-8956-4AC9-7049E99CC4D2}"/>
                    </a:ext>
                  </a:extLst>
                </p14:cNvPr>
                <p14:cNvContentPartPr/>
                <p14:nvPr/>
              </p14:nvContentPartPr>
              <p14:xfrm>
                <a:off x="6114126" y="3107103"/>
                <a:ext cx="547920" cy="1379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4BB7351-E4D5-8956-4AC9-7049E99CC4D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96126" y="3089463"/>
                  <a:ext cx="583560" cy="141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819615C-815D-A34E-5980-EC44D153CFED}"/>
                  </a:ext>
                </a:extLst>
              </p14:cNvPr>
              <p14:cNvContentPartPr/>
              <p14:nvPr/>
            </p14:nvContentPartPr>
            <p14:xfrm>
              <a:off x="2349246" y="5021583"/>
              <a:ext cx="207720" cy="2746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819615C-815D-A34E-5980-EC44D153CFE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31246" y="5003583"/>
                <a:ext cx="2433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2779475-99B3-0A93-1C15-362C40DC6FF4}"/>
                  </a:ext>
                </a:extLst>
              </p14:cNvPr>
              <p14:cNvContentPartPr/>
              <p14:nvPr/>
            </p14:nvContentPartPr>
            <p14:xfrm>
              <a:off x="3055566" y="4902063"/>
              <a:ext cx="352080" cy="3736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2779475-99B3-0A93-1C15-362C40DC6FF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037926" y="4884423"/>
                <a:ext cx="38772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35A40BE-D7F9-4746-265C-87659B13F904}"/>
                  </a:ext>
                </a:extLst>
              </p14:cNvPr>
              <p14:cNvContentPartPr/>
              <p14:nvPr/>
            </p14:nvContentPartPr>
            <p14:xfrm>
              <a:off x="2311806" y="5581023"/>
              <a:ext cx="205920" cy="1227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35A40BE-D7F9-4746-265C-87659B13F90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294166" y="5563383"/>
                <a:ext cx="241560" cy="1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EF9193E-D220-B38B-263C-8FDC8F97DFE3}"/>
              </a:ext>
            </a:extLst>
          </p:cNvPr>
          <p:cNvGrpSpPr/>
          <p:nvPr/>
        </p:nvGrpSpPr>
        <p:grpSpPr>
          <a:xfrm>
            <a:off x="2325126" y="6051903"/>
            <a:ext cx="353880" cy="174240"/>
            <a:chOff x="2325126" y="6051903"/>
            <a:chExt cx="35388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2EBB2C0-8F41-85F8-8EE9-55FBB02A7B45}"/>
                    </a:ext>
                  </a:extLst>
                </p14:cNvPr>
                <p14:cNvContentPartPr/>
                <p14:nvPr/>
              </p14:nvContentPartPr>
              <p14:xfrm>
                <a:off x="2325126" y="6118863"/>
                <a:ext cx="109080" cy="9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2EBB2C0-8F41-85F8-8EE9-55FBB02A7B4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07486" y="6101223"/>
                  <a:ext cx="144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5C9AC03-02F4-D09D-BC1E-A8A7EEBFB9CE}"/>
                    </a:ext>
                  </a:extLst>
                </p14:cNvPr>
                <p14:cNvContentPartPr/>
                <p14:nvPr/>
              </p14:nvContentPartPr>
              <p14:xfrm>
                <a:off x="2494326" y="6051903"/>
                <a:ext cx="184680" cy="174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5C9AC03-02F4-D09D-BC1E-A8A7EEBFB9C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476686" y="6033903"/>
                  <a:ext cx="22032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F800465-505F-9BFA-0B7F-2D2F4DCF08DC}"/>
              </a:ext>
            </a:extLst>
          </p:cNvPr>
          <p:cNvGrpSpPr/>
          <p:nvPr/>
        </p:nvGrpSpPr>
        <p:grpSpPr>
          <a:xfrm>
            <a:off x="2961966" y="4900263"/>
            <a:ext cx="939240" cy="1490760"/>
            <a:chOff x="2961966" y="4900263"/>
            <a:chExt cx="939240" cy="14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8E1C458-CB48-D7E9-717F-FEE98A63C750}"/>
                    </a:ext>
                  </a:extLst>
                </p14:cNvPr>
                <p14:cNvContentPartPr/>
                <p14:nvPr/>
              </p14:nvContentPartPr>
              <p14:xfrm>
                <a:off x="2961966" y="5649783"/>
                <a:ext cx="140760" cy="11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8E1C458-CB48-D7E9-717F-FEE98A63C75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43966" y="5631783"/>
                  <a:ext cx="176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D0A75E7-775E-728B-8A21-3754FDA8F070}"/>
                    </a:ext>
                  </a:extLst>
                </p14:cNvPr>
                <p14:cNvContentPartPr/>
                <p14:nvPr/>
              </p14:nvContentPartPr>
              <p14:xfrm>
                <a:off x="3169326" y="5569863"/>
                <a:ext cx="319680" cy="162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D0A75E7-775E-728B-8A21-3754FDA8F07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51686" y="5552223"/>
                  <a:ext cx="355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391EE1B-02C0-16CB-DA8A-7F2B5A58CE53}"/>
                    </a:ext>
                  </a:extLst>
                </p14:cNvPr>
                <p14:cNvContentPartPr/>
                <p14:nvPr/>
              </p14:nvContentPartPr>
              <p14:xfrm>
                <a:off x="3037206" y="6085023"/>
                <a:ext cx="249120" cy="169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391EE1B-02C0-16CB-DA8A-7F2B5A58CE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19566" y="6067383"/>
                  <a:ext cx="284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C3A3E03-6B4B-324F-683A-F9A0ECF0EDDC}"/>
                    </a:ext>
                  </a:extLst>
                </p14:cNvPr>
                <p14:cNvContentPartPr/>
                <p14:nvPr/>
              </p14:nvContentPartPr>
              <p14:xfrm>
                <a:off x="3442206" y="4900263"/>
                <a:ext cx="459000" cy="1490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C3A3E03-6B4B-324F-683A-F9A0ECF0EDD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24206" y="4882263"/>
                  <a:ext cx="494640" cy="152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73587FAC-79DD-8C61-858D-91FEB3ADA58D}"/>
                  </a:ext>
                </a:extLst>
              </p14:cNvPr>
              <p14:cNvContentPartPr/>
              <p14:nvPr/>
            </p14:nvContentPartPr>
            <p14:xfrm>
              <a:off x="4230246" y="4862463"/>
              <a:ext cx="352440" cy="15616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73587FAC-79DD-8C61-858D-91FEB3ADA58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212246" y="4844463"/>
                <a:ext cx="388080" cy="159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7FA4235-0821-E541-3A73-731F84B45C49}"/>
              </a:ext>
            </a:extLst>
          </p:cNvPr>
          <p:cNvGrpSpPr/>
          <p:nvPr/>
        </p:nvGrpSpPr>
        <p:grpSpPr>
          <a:xfrm>
            <a:off x="4908846" y="4975863"/>
            <a:ext cx="1035720" cy="750600"/>
            <a:chOff x="4908846" y="4975863"/>
            <a:chExt cx="1035720" cy="75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9F0893-01E4-DB20-89F2-D216E0D849EE}"/>
                    </a:ext>
                  </a:extLst>
                </p14:cNvPr>
                <p14:cNvContentPartPr/>
                <p14:nvPr/>
              </p14:nvContentPartPr>
              <p14:xfrm>
                <a:off x="4908846" y="4975863"/>
                <a:ext cx="137160" cy="250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9F0893-01E4-DB20-89F2-D216E0D849E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91206" y="4957863"/>
                  <a:ext cx="1728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22678E5-B008-C3FE-51B3-D636B8E0E206}"/>
                    </a:ext>
                  </a:extLst>
                </p14:cNvPr>
                <p14:cNvContentPartPr/>
                <p14:nvPr/>
              </p14:nvContentPartPr>
              <p14:xfrm>
                <a:off x="5436966" y="5041023"/>
                <a:ext cx="159120" cy="256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22678E5-B008-C3FE-51B3-D636B8E0E20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19326" y="5023383"/>
                  <a:ext cx="1947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D97612A-7AC3-EA3D-8C80-3F0FCC6DD221}"/>
                    </a:ext>
                  </a:extLst>
                </p14:cNvPr>
                <p14:cNvContentPartPr/>
                <p14:nvPr/>
              </p14:nvContentPartPr>
              <p14:xfrm>
                <a:off x="5670246" y="5154063"/>
                <a:ext cx="274320" cy="157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D97612A-7AC3-EA3D-8C80-3F0FCC6DD22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52606" y="5136063"/>
                  <a:ext cx="309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79D3896-CAC3-B431-CB01-E2F3A0FF64E7}"/>
                    </a:ext>
                  </a:extLst>
                </p14:cNvPr>
                <p14:cNvContentPartPr/>
                <p14:nvPr/>
              </p14:nvContentPartPr>
              <p14:xfrm>
                <a:off x="4945566" y="5381223"/>
                <a:ext cx="245520" cy="2844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79D3896-CAC3-B431-CB01-E2F3A0FF64E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27926" y="5363223"/>
                  <a:ext cx="281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41552E9-158F-987F-8626-6501C7F93774}"/>
                    </a:ext>
                  </a:extLst>
                </p14:cNvPr>
                <p14:cNvContentPartPr/>
                <p14:nvPr/>
              </p14:nvContentPartPr>
              <p14:xfrm>
                <a:off x="5649726" y="5604783"/>
                <a:ext cx="283680" cy="121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41552E9-158F-987F-8626-6501C7F9377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31726" y="5586783"/>
                  <a:ext cx="31932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E6CFDAA-DE21-C982-8331-5D9B7C50C882}"/>
              </a:ext>
            </a:extLst>
          </p:cNvPr>
          <p:cNvGrpSpPr/>
          <p:nvPr/>
        </p:nvGrpSpPr>
        <p:grpSpPr>
          <a:xfrm>
            <a:off x="6221046" y="4915743"/>
            <a:ext cx="582120" cy="1515600"/>
            <a:chOff x="6221046" y="4915743"/>
            <a:chExt cx="582120" cy="15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2A0BC95-B580-E657-489A-27CB1E7CF261}"/>
                    </a:ext>
                  </a:extLst>
                </p14:cNvPr>
                <p14:cNvContentPartPr/>
                <p14:nvPr/>
              </p14:nvContentPartPr>
              <p14:xfrm>
                <a:off x="6221046" y="5152623"/>
                <a:ext cx="267840" cy="160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2A0BC95-B580-E657-489A-27CB1E7CF26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03046" y="5134983"/>
                  <a:ext cx="303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A8902A5-FD94-EAD0-E1EE-CF8FB2CB7065}"/>
                    </a:ext>
                  </a:extLst>
                </p14:cNvPr>
                <p14:cNvContentPartPr/>
                <p14:nvPr/>
              </p14:nvContentPartPr>
              <p14:xfrm>
                <a:off x="6235446" y="5650503"/>
                <a:ext cx="105840" cy="9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A8902A5-FD94-EAD0-E1EE-CF8FB2CB706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17806" y="5632863"/>
                  <a:ext cx="141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2915FD0-5324-5517-9F84-B884D4601344}"/>
                    </a:ext>
                  </a:extLst>
                </p14:cNvPr>
                <p14:cNvContentPartPr/>
                <p14:nvPr/>
              </p14:nvContentPartPr>
              <p14:xfrm>
                <a:off x="6405726" y="5561943"/>
                <a:ext cx="191880" cy="175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2915FD0-5324-5517-9F84-B884D460134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387726" y="5543943"/>
                  <a:ext cx="227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F106AB5-3B9B-4917-0CDC-6E87822B4A02}"/>
                    </a:ext>
                  </a:extLst>
                </p14:cNvPr>
                <p14:cNvContentPartPr/>
                <p14:nvPr/>
              </p14:nvContentPartPr>
              <p14:xfrm>
                <a:off x="6316086" y="6083223"/>
                <a:ext cx="277560" cy="150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F106AB5-3B9B-4917-0CDC-6E87822B4A0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98446" y="6065223"/>
                  <a:ext cx="3132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4FAD241-FEBD-5FF7-1162-7B6620E24556}"/>
                    </a:ext>
                  </a:extLst>
                </p14:cNvPr>
                <p14:cNvContentPartPr/>
                <p14:nvPr/>
              </p14:nvContentPartPr>
              <p14:xfrm>
                <a:off x="6555126" y="4915743"/>
                <a:ext cx="248040" cy="1515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4FAD241-FEBD-5FF7-1162-7B6620E2455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37126" y="4897743"/>
                  <a:ext cx="283680" cy="155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39D808F-40BE-4F4C-A895-EA90AD41DED4}"/>
              </a:ext>
            </a:extLst>
          </p:cNvPr>
          <p:cNvGrpSpPr/>
          <p:nvPr/>
        </p:nvGrpSpPr>
        <p:grpSpPr>
          <a:xfrm>
            <a:off x="7160286" y="5340903"/>
            <a:ext cx="196560" cy="167760"/>
            <a:chOff x="7160286" y="5340903"/>
            <a:chExt cx="19656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F3A570B-45DD-EB1E-EE31-6DFCE03D5A7F}"/>
                    </a:ext>
                  </a:extLst>
                </p14:cNvPr>
                <p14:cNvContentPartPr/>
                <p14:nvPr/>
              </p14:nvContentPartPr>
              <p14:xfrm>
                <a:off x="7233366" y="5489223"/>
                <a:ext cx="7200" cy="19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F3A570B-45DD-EB1E-EE31-6DFCE03D5A7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15726" y="5471223"/>
                  <a:ext cx="428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C006F07-80C1-E17C-737E-F813F3920553}"/>
                    </a:ext>
                  </a:extLst>
                </p14:cNvPr>
                <p14:cNvContentPartPr/>
                <p14:nvPr/>
              </p14:nvContentPartPr>
              <p14:xfrm>
                <a:off x="7195206" y="5340903"/>
                <a:ext cx="136080" cy="6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C006F07-80C1-E17C-737E-F813F392055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77566" y="5322903"/>
                  <a:ext cx="171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D64E5D0-4B3F-0A5D-8A88-1B8653BDA70A}"/>
                    </a:ext>
                  </a:extLst>
                </p14:cNvPr>
                <p14:cNvContentPartPr/>
                <p14:nvPr/>
              </p14:nvContentPartPr>
              <p14:xfrm>
                <a:off x="7160286" y="5454303"/>
                <a:ext cx="196560" cy="24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D64E5D0-4B3F-0A5D-8A88-1B8653BDA70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42646" y="5436663"/>
                  <a:ext cx="2322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24427C5-7611-03E4-759E-5F95DD77580A}"/>
              </a:ext>
            </a:extLst>
          </p:cNvPr>
          <p:cNvGrpSpPr/>
          <p:nvPr/>
        </p:nvGrpSpPr>
        <p:grpSpPr>
          <a:xfrm>
            <a:off x="362406" y="4900623"/>
            <a:ext cx="1654200" cy="1466640"/>
            <a:chOff x="362406" y="4900623"/>
            <a:chExt cx="1654200" cy="14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A1B62C1-1C38-5CCC-4219-58832FEA37CD}"/>
                    </a:ext>
                  </a:extLst>
                </p14:cNvPr>
                <p14:cNvContentPartPr/>
                <p14:nvPr/>
              </p14:nvContentPartPr>
              <p14:xfrm>
                <a:off x="362406" y="5051823"/>
                <a:ext cx="177840" cy="314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A1B62C1-1C38-5CCC-4219-58832FEA37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44406" y="5033823"/>
                  <a:ext cx="2134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B7E0E19-0F42-AF5D-4268-8B639AD83E18}"/>
                    </a:ext>
                  </a:extLst>
                </p14:cNvPr>
                <p14:cNvContentPartPr/>
                <p14:nvPr/>
              </p14:nvContentPartPr>
              <p14:xfrm>
                <a:off x="394806" y="5127063"/>
                <a:ext cx="177840" cy="67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B7E0E19-0F42-AF5D-4268-8B639AD83E1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7166" y="5109423"/>
                  <a:ext cx="213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86CB83F-D9B2-D0D2-CA9E-2EBC5AFB566D}"/>
                    </a:ext>
                  </a:extLst>
                </p14:cNvPr>
                <p14:cNvContentPartPr/>
                <p14:nvPr/>
              </p14:nvContentPartPr>
              <p14:xfrm>
                <a:off x="678126" y="4948863"/>
                <a:ext cx="48600" cy="197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86CB83F-D9B2-D0D2-CA9E-2EBC5AFB566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60126" y="4931223"/>
                  <a:ext cx="84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A768698-F89F-C6CD-544A-715B0FBEF944}"/>
                    </a:ext>
                  </a:extLst>
                </p14:cNvPr>
                <p14:cNvContentPartPr/>
                <p14:nvPr/>
              </p14:nvContentPartPr>
              <p14:xfrm>
                <a:off x="665166" y="5082063"/>
                <a:ext cx="245160" cy="327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A768698-F89F-C6CD-544A-715B0FBEF9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7166" y="5064063"/>
                  <a:ext cx="2808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F20AC88-AA80-05FE-1372-07BBFCABCC68}"/>
                    </a:ext>
                  </a:extLst>
                </p14:cNvPr>
                <p14:cNvContentPartPr/>
                <p14:nvPr/>
              </p14:nvContentPartPr>
              <p14:xfrm>
                <a:off x="770286" y="5251623"/>
                <a:ext cx="129600" cy="22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F20AC88-AA80-05FE-1372-07BBFCABCC6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2286" y="5233983"/>
                  <a:ext cx="165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B5E5BD1-953E-AF81-38DE-E6E50CD13AE6}"/>
                    </a:ext>
                  </a:extLst>
                </p14:cNvPr>
                <p14:cNvContentPartPr/>
                <p14:nvPr/>
              </p14:nvContentPartPr>
              <p14:xfrm>
                <a:off x="1140006" y="5247303"/>
                <a:ext cx="60480" cy="5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B5E5BD1-953E-AF81-38DE-E6E50CD13AE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22006" y="5229663"/>
                  <a:ext cx="96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BF6846-0187-4229-C32F-62B99B17903B}"/>
                    </a:ext>
                  </a:extLst>
                </p14:cNvPr>
                <p14:cNvContentPartPr/>
                <p14:nvPr/>
              </p14:nvContentPartPr>
              <p14:xfrm>
                <a:off x="1086366" y="5322543"/>
                <a:ext cx="144360" cy="29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BF6846-0187-4229-C32F-62B99B17903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8726" y="5304543"/>
                  <a:ext cx="180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7D34FD7-D33B-4CEF-7670-F982DC1069F5}"/>
                    </a:ext>
                  </a:extLst>
                </p14:cNvPr>
                <p14:cNvContentPartPr/>
                <p14:nvPr/>
              </p14:nvContentPartPr>
              <p14:xfrm>
                <a:off x="1350606" y="4900623"/>
                <a:ext cx="455040" cy="1466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7D34FD7-D33B-4CEF-7670-F982DC1069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32966" y="4882983"/>
                  <a:ext cx="490680" cy="15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62E5FAF-6B97-9A20-C692-08A8F4519235}"/>
                    </a:ext>
                  </a:extLst>
                </p14:cNvPr>
                <p14:cNvContentPartPr/>
                <p14:nvPr/>
              </p14:nvContentPartPr>
              <p14:xfrm>
                <a:off x="1909686" y="4972263"/>
                <a:ext cx="94680" cy="221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62E5FAF-6B97-9A20-C692-08A8F451923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891686" y="4954263"/>
                  <a:ext cx="130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2C3C068-BD42-BA70-FD14-AA0F3EB314A1}"/>
                    </a:ext>
                  </a:extLst>
                </p14:cNvPr>
                <p14:cNvContentPartPr/>
                <p14:nvPr/>
              </p14:nvContentPartPr>
              <p14:xfrm>
                <a:off x="1528086" y="5464023"/>
                <a:ext cx="193680" cy="233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2C3C068-BD42-BA70-FD14-AA0F3EB314A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10446" y="5446383"/>
                  <a:ext cx="229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B6D0B8A-60D0-6E6A-3616-E4F857732A01}"/>
                    </a:ext>
                  </a:extLst>
                </p14:cNvPr>
                <p14:cNvContentPartPr/>
                <p14:nvPr/>
              </p14:nvContentPartPr>
              <p14:xfrm>
                <a:off x="1757766" y="5572023"/>
                <a:ext cx="258840" cy="140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B6D0B8A-60D0-6E6A-3616-E4F857732A0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40126" y="5554023"/>
                  <a:ext cx="294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181E8BE-3DB0-8CE2-1662-15FE07CFE1DD}"/>
                    </a:ext>
                  </a:extLst>
                </p14:cNvPr>
                <p14:cNvContentPartPr/>
                <p14:nvPr/>
              </p14:nvContentPartPr>
              <p14:xfrm>
                <a:off x="1641126" y="6033903"/>
                <a:ext cx="328680" cy="211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181E8BE-3DB0-8CE2-1662-15FE07CFE1D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23126" y="6015903"/>
                  <a:ext cx="364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E7188CD-7411-B0E1-93EF-3BAAF183BDC5}"/>
                    </a:ext>
                  </a:extLst>
                </p14:cNvPr>
                <p14:cNvContentPartPr/>
                <p14:nvPr/>
              </p14:nvContentPartPr>
              <p14:xfrm>
                <a:off x="1891326" y="5154783"/>
                <a:ext cx="17280" cy="5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E7188CD-7411-B0E1-93EF-3BAAF183BDC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873686" y="5136783"/>
                  <a:ext cx="5292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F8220FCF-6C52-B3FE-E04B-109A2F574E6A}"/>
                  </a:ext>
                </a:extLst>
              </p14:cNvPr>
              <p14:cNvContentPartPr/>
              <p14:nvPr/>
            </p14:nvContentPartPr>
            <p14:xfrm>
              <a:off x="5796246" y="5727183"/>
              <a:ext cx="360" cy="3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F8220FCF-6C52-B3FE-E04B-109A2F574E6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778246" y="570918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B3FCCB5-F543-1E87-D598-9FF93B1CD357}"/>
              </a:ext>
            </a:extLst>
          </p:cNvPr>
          <p:cNvGrpSpPr/>
          <p:nvPr/>
        </p:nvGrpSpPr>
        <p:grpSpPr>
          <a:xfrm>
            <a:off x="4768806" y="5933103"/>
            <a:ext cx="1082160" cy="358920"/>
            <a:chOff x="4768806" y="5933103"/>
            <a:chExt cx="108216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1EBD307-26F3-0DFE-0743-85E39C0188EC}"/>
                    </a:ext>
                  </a:extLst>
                </p14:cNvPr>
                <p14:cNvContentPartPr/>
                <p14:nvPr/>
              </p14:nvContentPartPr>
              <p14:xfrm>
                <a:off x="4768806" y="5933103"/>
                <a:ext cx="329760" cy="358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1EBD307-26F3-0DFE-0743-85E39C0188E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51166" y="5915103"/>
                  <a:ext cx="3654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A690940-F10D-F1AE-2359-A308CF7EA44B}"/>
                    </a:ext>
                  </a:extLst>
                </p14:cNvPr>
                <p14:cNvContentPartPr/>
                <p14:nvPr/>
              </p14:nvContentPartPr>
              <p14:xfrm>
                <a:off x="5286846" y="6123543"/>
                <a:ext cx="163440" cy="35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A690940-F10D-F1AE-2359-A308CF7EA44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68846" y="6105903"/>
                  <a:ext cx="199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39B896A-7E8D-DAA8-F92E-B7C5499601C7}"/>
                    </a:ext>
                  </a:extLst>
                </p14:cNvPr>
                <p14:cNvContentPartPr/>
                <p14:nvPr/>
              </p14:nvContentPartPr>
              <p14:xfrm>
                <a:off x="5560086" y="6088983"/>
                <a:ext cx="290880" cy="153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39B896A-7E8D-DAA8-F92E-B7C5499601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542086" y="6071343"/>
                  <a:ext cx="326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F1B98C4-A70F-B879-23A3-B8222E6E79A9}"/>
                    </a:ext>
                  </a:extLst>
                </p14:cNvPr>
                <p14:cNvContentPartPr/>
                <p14:nvPr/>
              </p14:nvContentPartPr>
              <p14:xfrm>
                <a:off x="5077326" y="6245943"/>
                <a:ext cx="27360" cy="7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F1B98C4-A70F-B879-23A3-B8222E6E79A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059326" y="6227943"/>
                  <a:ext cx="6300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6335DE0-C473-FAC2-9B09-D97415C92FA1}"/>
              </a:ext>
            </a:extLst>
          </p:cNvPr>
          <p:cNvGrpSpPr/>
          <p:nvPr/>
        </p:nvGrpSpPr>
        <p:grpSpPr>
          <a:xfrm>
            <a:off x="7576446" y="4692543"/>
            <a:ext cx="3006720" cy="2030040"/>
            <a:chOff x="7576446" y="4692543"/>
            <a:chExt cx="3006720" cy="20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EBD4B5D-958F-0F04-2898-6551C581698B}"/>
                    </a:ext>
                  </a:extLst>
                </p14:cNvPr>
                <p14:cNvContentPartPr/>
                <p14:nvPr/>
              </p14:nvContentPartPr>
              <p14:xfrm>
                <a:off x="8991966" y="5010063"/>
                <a:ext cx="173880" cy="251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EBD4B5D-958F-0F04-2898-6551C581698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974326" y="4992063"/>
                  <a:ext cx="2095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59E2ADC-15F2-5584-EE25-535117E0B804}"/>
                    </a:ext>
                  </a:extLst>
                </p14:cNvPr>
                <p14:cNvContentPartPr/>
                <p14:nvPr/>
              </p14:nvContentPartPr>
              <p14:xfrm>
                <a:off x="7805406" y="5004663"/>
                <a:ext cx="190080" cy="298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59E2ADC-15F2-5584-EE25-535117E0B80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87406" y="4986663"/>
                  <a:ext cx="225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14D0425-3C60-3B22-F341-FE4E9FB69618}"/>
                    </a:ext>
                  </a:extLst>
                </p14:cNvPr>
                <p14:cNvContentPartPr/>
                <p14:nvPr/>
              </p14:nvContentPartPr>
              <p14:xfrm>
                <a:off x="8103486" y="5177103"/>
                <a:ext cx="95400" cy="29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14D0425-3C60-3B22-F341-FE4E9FB6961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85846" y="5159463"/>
                  <a:ext cx="131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7BC2993-ACC4-C09D-DD4F-ECBD3629BB7A}"/>
                    </a:ext>
                  </a:extLst>
                </p14:cNvPr>
                <p14:cNvContentPartPr/>
                <p14:nvPr/>
              </p14:nvContentPartPr>
              <p14:xfrm>
                <a:off x="8132646" y="5082063"/>
                <a:ext cx="63360" cy="185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7BC2993-ACC4-C09D-DD4F-ECBD3629BB7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15006" y="5064423"/>
                  <a:ext cx="99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E07B6B0-4F28-C75F-C99E-6A02EABB1CB4}"/>
                    </a:ext>
                  </a:extLst>
                </p14:cNvPr>
                <p14:cNvContentPartPr/>
                <p14:nvPr/>
              </p14:nvContentPartPr>
              <p14:xfrm>
                <a:off x="8247126" y="5001423"/>
                <a:ext cx="118080" cy="252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E07B6B0-4F28-C75F-C99E-6A02EABB1CB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29126" y="4983423"/>
                  <a:ext cx="1537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9893A7A-7FC8-85FF-1F1F-91208DB40036}"/>
                    </a:ext>
                  </a:extLst>
                </p14:cNvPr>
                <p14:cNvContentPartPr/>
                <p14:nvPr/>
              </p14:nvContentPartPr>
              <p14:xfrm>
                <a:off x="8463126" y="4884423"/>
                <a:ext cx="98280" cy="123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9893A7A-7FC8-85FF-1F1F-91208DB4003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445126" y="4866423"/>
                  <a:ext cx="133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008BEDF-31D9-2C0B-14E9-35384C4E763E}"/>
                    </a:ext>
                  </a:extLst>
                </p14:cNvPr>
                <p14:cNvContentPartPr/>
                <p14:nvPr/>
              </p14:nvContentPartPr>
              <p14:xfrm>
                <a:off x="7995486" y="4819983"/>
                <a:ext cx="128520" cy="140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008BEDF-31D9-2C0B-14E9-35384C4E763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77846" y="4801983"/>
                  <a:ext cx="164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26093DC-AA8B-BCD6-5C3D-46FF11FC47B3}"/>
                    </a:ext>
                  </a:extLst>
                </p14:cNvPr>
                <p14:cNvContentPartPr/>
                <p14:nvPr/>
              </p14:nvContentPartPr>
              <p14:xfrm>
                <a:off x="9830046" y="4997823"/>
                <a:ext cx="203760" cy="241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26093DC-AA8B-BCD6-5C3D-46FF11FC47B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812046" y="4979823"/>
                  <a:ext cx="239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30CDE1A-ECA2-F3B7-A427-DA4236820C2F}"/>
                    </a:ext>
                  </a:extLst>
                </p14:cNvPr>
                <p14:cNvContentPartPr/>
                <p14:nvPr/>
              </p14:nvContentPartPr>
              <p14:xfrm>
                <a:off x="7860486" y="5554383"/>
                <a:ext cx="260640" cy="291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30CDE1A-ECA2-F3B7-A427-DA4236820C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842846" y="5536743"/>
                  <a:ext cx="2962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14A1EE4-81D6-5710-342D-6AADC3C7C8B2}"/>
                    </a:ext>
                  </a:extLst>
                </p14:cNvPr>
                <p14:cNvContentPartPr/>
                <p14:nvPr/>
              </p14:nvContentPartPr>
              <p14:xfrm>
                <a:off x="8746086" y="5606223"/>
                <a:ext cx="142200" cy="277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14A1EE4-81D6-5710-342D-6AADC3C7C8B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28086" y="5588583"/>
                  <a:ext cx="1778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A754A65-99B2-6C17-DEE8-E6BA1DEB01A8}"/>
                    </a:ext>
                  </a:extLst>
                </p14:cNvPr>
                <p14:cNvContentPartPr/>
                <p14:nvPr/>
              </p14:nvContentPartPr>
              <p14:xfrm>
                <a:off x="9000966" y="5712783"/>
                <a:ext cx="218880" cy="140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A754A65-99B2-6C17-DEE8-E6BA1DEB01A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82966" y="5695143"/>
                  <a:ext cx="2545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5DB58E3-149C-7D40-AC0A-CB957CCF2E97}"/>
                    </a:ext>
                  </a:extLst>
                </p14:cNvPr>
                <p14:cNvContentPartPr/>
                <p14:nvPr/>
              </p14:nvContentPartPr>
              <p14:xfrm>
                <a:off x="9305526" y="5494983"/>
                <a:ext cx="147960" cy="1245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5DB58E3-149C-7D40-AC0A-CB957CCF2E9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87526" y="5476983"/>
                  <a:ext cx="183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78EE16C-C9F2-2EB9-4A82-3240B95E5645}"/>
                    </a:ext>
                  </a:extLst>
                </p14:cNvPr>
                <p14:cNvContentPartPr/>
                <p14:nvPr/>
              </p14:nvContentPartPr>
              <p14:xfrm>
                <a:off x="9834006" y="5608743"/>
                <a:ext cx="203040" cy="208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78EE16C-C9F2-2EB9-4A82-3240B95E564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816366" y="5590743"/>
                  <a:ext cx="2386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24AC52D-F675-7FDE-D66C-D67C803E30D9}"/>
                    </a:ext>
                  </a:extLst>
                </p14:cNvPr>
                <p14:cNvContentPartPr/>
                <p14:nvPr/>
              </p14:nvContentPartPr>
              <p14:xfrm>
                <a:off x="7897206" y="6143343"/>
                <a:ext cx="173520" cy="248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24AC52D-F675-7FDE-D66C-D67C803E30D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879206" y="6125343"/>
                  <a:ext cx="2091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E0CD807-4890-0038-D64E-69CD5F9E3409}"/>
                    </a:ext>
                  </a:extLst>
                </p14:cNvPr>
                <p14:cNvContentPartPr/>
                <p14:nvPr/>
              </p14:nvContentPartPr>
              <p14:xfrm>
                <a:off x="8901966" y="6173943"/>
                <a:ext cx="154080" cy="242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E0CD807-4890-0038-D64E-69CD5F9E340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884326" y="6156303"/>
                  <a:ext cx="189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F5EFC84-0A29-DA65-A515-D1FFDB2E92A1}"/>
                    </a:ext>
                  </a:extLst>
                </p14:cNvPr>
                <p14:cNvContentPartPr/>
                <p14:nvPr/>
              </p14:nvContentPartPr>
              <p14:xfrm>
                <a:off x="9659406" y="6142983"/>
                <a:ext cx="152640" cy="273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F5EFC84-0A29-DA65-A515-D1FFDB2E92A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641406" y="6125343"/>
                  <a:ext cx="188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03DCEF5-9C32-F661-F890-64529FF85C66}"/>
                    </a:ext>
                  </a:extLst>
                </p14:cNvPr>
                <p14:cNvContentPartPr/>
                <p14:nvPr/>
              </p14:nvContentPartPr>
              <p14:xfrm>
                <a:off x="9874326" y="6234423"/>
                <a:ext cx="185400" cy="149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03DCEF5-9C32-F661-F890-64529FF85C6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56326" y="6216783"/>
                  <a:ext cx="221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9C5C451-29B7-B8DE-42CF-E222708B027E}"/>
                    </a:ext>
                  </a:extLst>
                </p14:cNvPr>
                <p14:cNvContentPartPr/>
                <p14:nvPr/>
              </p14:nvContentPartPr>
              <p14:xfrm>
                <a:off x="10187886" y="6087903"/>
                <a:ext cx="182880" cy="125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9C5C451-29B7-B8DE-42CF-E222708B027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169886" y="6070263"/>
                  <a:ext cx="218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DEDCBDF-E8C2-F1FF-E217-EC6F31873457}"/>
                    </a:ext>
                  </a:extLst>
                </p14:cNvPr>
                <p14:cNvContentPartPr/>
                <p14:nvPr/>
              </p14:nvContentPartPr>
              <p14:xfrm>
                <a:off x="10034166" y="4733583"/>
                <a:ext cx="549000" cy="1989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DEDCBDF-E8C2-F1FF-E217-EC6F3187345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016166" y="4715943"/>
                  <a:ext cx="584640" cy="20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1850C83-2014-44F4-335D-D798F0E68E66}"/>
                    </a:ext>
                  </a:extLst>
                </p14:cNvPr>
                <p14:cNvContentPartPr/>
                <p14:nvPr/>
              </p14:nvContentPartPr>
              <p14:xfrm>
                <a:off x="7576446" y="4692543"/>
                <a:ext cx="346680" cy="2014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1850C83-2014-44F4-335D-D798F0E68E6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558806" y="4674543"/>
                  <a:ext cx="382320" cy="20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A883A849-1C93-4D8C-C27A-4E8DC2382C15}"/>
              </a:ext>
            </a:extLst>
          </p:cNvPr>
          <p:cNvGrpSpPr/>
          <p:nvPr/>
        </p:nvGrpSpPr>
        <p:grpSpPr>
          <a:xfrm>
            <a:off x="3034686" y="163023"/>
            <a:ext cx="1344240" cy="1907280"/>
            <a:chOff x="3034686" y="163023"/>
            <a:chExt cx="1344240" cy="19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1C72BFC-7B89-E719-25B3-B7B1C4CAAACD}"/>
                    </a:ext>
                  </a:extLst>
                </p14:cNvPr>
                <p14:cNvContentPartPr/>
                <p14:nvPr/>
              </p14:nvContentPartPr>
              <p14:xfrm>
                <a:off x="3034686" y="163023"/>
                <a:ext cx="200880" cy="325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1C72BFC-7B89-E719-25B3-B7B1C4CAAAC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17046" y="145383"/>
                  <a:ext cx="2365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7929C2-0C90-6C64-5758-82920967F1EE}"/>
                    </a:ext>
                  </a:extLst>
                </p14:cNvPr>
                <p14:cNvContentPartPr/>
                <p14:nvPr/>
              </p14:nvContentPartPr>
              <p14:xfrm>
                <a:off x="3300006" y="429423"/>
                <a:ext cx="23400" cy="100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7929C2-0C90-6C64-5758-82920967F1E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282366" y="411423"/>
                  <a:ext cx="59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8F20EA-5675-4A1D-23BA-4981A4ADF123}"/>
                    </a:ext>
                  </a:extLst>
                </p14:cNvPr>
                <p14:cNvContentPartPr/>
                <p14:nvPr/>
              </p14:nvContentPartPr>
              <p14:xfrm>
                <a:off x="3452646" y="286143"/>
                <a:ext cx="232200" cy="155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8F20EA-5675-4A1D-23BA-4981A4ADF12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434646" y="268143"/>
                  <a:ext cx="267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856586-EC90-1BDD-C390-804DA88277D5}"/>
                    </a:ext>
                  </a:extLst>
                </p14:cNvPr>
                <p14:cNvContentPartPr/>
                <p14:nvPr/>
              </p14:nvContentPartPr>
              <p14:xfrm>
                <a:off x="3747486" y="445263"/>
                <a:ext cx="27720" cy="86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856586-EC90-1BDD-C390-804DA88277D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729486" y="427623"/>
                  <a:ext cx="63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5D9E77-1A4F-B5E9-5C36-7A5587B435C3}"/>
                    </a:ext>
                  </a:extLst>
                </p14:cNvPr>
                <p14:cNvContentPartPr/>
                <p14:nvPr/>
              </p14:nvContentPartPr>
              <p14:xfrm>
                <a:off x="3948726" y="304503"/>
                <a:ext cx="193320" cy="149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5D9E77-1A4F-B5E9-5C36-7A5587B435C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930726" y="286863"/>
                  <a:ext cx="228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708F426-9D60-74A3-E99F-97172F266D67}"/>
                    </a:ext>
                  </a:extLst>
                </p14:cNvPr>
                <p14:cNvContentPartPr/>
                <p14:nvPr/>
              </p14:nvContentPartPr>
              <p14:xfrm>
                <a:off x="3132246" y="1059063"/>
                <a:ext cx="88200" cy="11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708F426-9D60-74A3-E99F-97172F266D6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114606" y="1041063"/>
                  <a:ext cx="123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C1A394-1764-683C-98E1-140F796D998A}"/>
                    </a:ext>
                  </a:extLst>
                </p14:cNvPr>
                <p14:cNvContentPartPr/>
                <p14:nvPr/>
              </p14:nvContentPartPr>
              <p14:xfrm>
                <a:off x="3137646" y="1111623"/>
                <a:ext cx="218160" cy="35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C1A394-1764-683C-98E1-140F796D998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119646" y="1093623"/>
                  <a:ext cx="253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BD6B62-9DCA-EFC5-A32A-A33BA2F245F4}"/>
                    </a:ext>
                  </a:extLst>
                </p14:cNvPr>
                <p14:cNvContentPartPr/>
                <p14:nvPr/>
              </p14:nvContentPartPr>
              <p14:xfrm>
                <a:off x="3731286" y="743703"/>
                <a:ext cx="261000" cy="1326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BD6B62-9DCA-EFC5-A32A-A33BA2F245F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713646" y="725703"/>
                  <a:ext cx="296640" cy="13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5F59276-072C-0E8E-D46D-8F7322D4AF61}"/>
                    </a:ext>
                  </a:extLst>
                </p14:cNvPr>
                <p14:cNvContentPartPr/>
                <p14:nvPr/>
              </p14:nvContentPartPr>
              <p14:xfrm>
                <a:off x="4223046" y="821823"/>
                <a:ext cx="155880" cy="259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5F59276-072C-0E8E-D46D-8F7322D4AF6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205406" y="804183"/>
                  <a:ext cx="1915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5819E24-8863-4632-A69E-42A1D6209D0A}"/>
                    </a:ext>
                  </a:extLst>
                </p14:cNvPr>
                <p14:cNvContentPartPr/>
                <p14:nvPr/>
              </p14:nvContentPartPr>
              <p14:xfrm>
                <a:off x="3163926" y="635343"/>
                <a:ext cx="735120" cy="1036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5819E24-8863-4632-A69E-42A1D6209D0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145926" y="617703"/>
                  <a:ext cx="770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50A041B-F2F7-7A54-DFA9-954F92188F81}"/>
                    </a:ext>
                  </a:extLst>
                </p14:cNvPr>
                <p14:cNvContentPartPr/>
                <p14:nvPr/>
              </p14:nvContentPartPr>
              <p14:xfrm>
                <a:off x="3217566" y="639663"/>
                <a:ext cx="1067040" cy="135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50A041B-F2F7-7A54-DFA9-954F92188F8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199926" y="622023"/>
                  <a:ext cx="1102680" cy="17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4896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F9D30C6-BB4D-6705-DCAA-5AE028BDD661}"/>
              </a:ext>
            </a:extLst>
          </p:cNvPr>
          <p:cNvGrpSpPr/>
          <p:nvPr/>
        </p:nvGrpSpPr>
        <p:grpSpPr>
          <a:xfrm>
            <a:off x="3002646" y="447423"/>
            <a:ext cx="244440" cy="110160"/>
            <a:chOff x="3002646" y="447423"/>
            <a:chExt cx="244440" cy="1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90C74B5-D727-BBA0-F10A-73765BE431F9}"/>
                    </a:ext>
                  </a:extLst>
                </p14:cNvPr>
                <p14:cNvContentPartPr/>
                <p14:nvPr/>
              </p14:nvContentPartPr>
              <p14:xfrm>
                <a:off x="3002646" y="447423"/>
                <a:ext cx="89640" cy="11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90C74B5-D727-BBA0-F10A-73765BE431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85006" y="429783"/>
                  <a:ext cx="125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39CF85-C02A-A499-B2A1-28D8564A9BA8}"/>
                    </a:ext>
                  </a:extLst>
                </p14:cNvPr>
                <p14:cNvContentPartPr/>
                <p14:nvPr/>
              </p14:nvContentPartPr>
              <p14:xfrm>
                <a:off x="3008766" y="505383"/>
                <a:ext cx="238320" cy="52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39CF85-C02A-A499-B2A1-28D8564A9B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1126" y="487743"/>
                  <a:ext cx="2739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B0915E9-EB01-91DC-0E41-84D63436DB04}"/>
              </a:ext>
            </a:extLst>
          </p:cNvPr>
          <p:cNvGrpSpPr/>
          <p:nvPr/>
        </p:nvGrpSpPr>
        <p:grpSpPr>
          <a:xfrm>
            <a:off x="3627966" y="174183"/>
            <a:ext cx="1197000" cy="1525320"/>
            <a:chOff x="3627966" y="174183"/>
            <a:chExt cx="1197000" cy="152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A69F4F-F908-B8EE-5CED-6946F4ED7C59}"/>
                    </a:ext>
                  </a:extLst>
                </p14:cNvPr>
                <p14:cNvContentPartPr/>
                <p14:nvPr/>
              </p14:nvContentPartPr>
              <p14:xfrm>
                <a:off x="3627966" y="174183"/>
                <a:ext cx="389520" cy="1525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A69F4F-F908-B8EE-5CED-6946F4ED7C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9966" y="156543"/>
                  <a:ext cx="425160" cy="15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6C91F2-D6B4-6427-1D69-AFFD6300228D}"/>
                    </a:ext>
                  </a:extLst>
                </p14:cNvPr>
                <p14:cNvContentPartPr/>
                <p14:nvPr/>
              </p14:nvContentPartPr>
              <p14:xfrm>
                <a:off x="4066086" y="403143"/>
                <a:ext cx="137520" cy="201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6C91F2-D6B4-6427-1D69-AFFD630022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48086" y="385503"/>
                  <a:ext cx="173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BC370A2-2104-4BF8-C225-703A2BB55396}"/>
                    </a:ext>
                  </a:extLst>
                </p14:cNvPr>
                <p14:cNvContentPartPr/>
                <p14:nvPr/>
              </p14:nvContentPartPr>
              <p14:xfrm>
                <a:off x="4331406" y="364983"/>
                <a:ext cx="213840" cy="21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BC370A2-2104-4BF8-C225-703A2BB553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13766" y="347343"/>
                  <a:ext cx="249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A54CEA-ABC0-0254-1A27-75380E6879B6}"/>
                    </a:ext>
                  </a:extLst>
                </p14:cNvPr>
                <p14:cNvContentPartPr/>
                <p14:nvPr/>
              </p14:nvContentPartPr>
              <p14:xfrm>
                <a:off x="4665126" y="179943"/>
                <a:ext cx="159840" cy="125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A54CEA-ABC0-0254-1A27-75380E6879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47126" y="161943"/>
                  <a:ext cx="19548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EF036C2-0779-C871-564C-F9AB69A76662}"/>
                  </a:ext>
                </a:extLst>
              </p14:cNvPr>
              <p14:cNvContentPartPr/>
              <p14:nvPr/>
            </p14:nvContentPartPr>
            <p14:xfrm>
              <a:off x="5379366" y="331503"/>
              <a:ext cx="152640" cy="214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EF036C2-0779-C871-564C-F9AB69A766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61726" y="313503"/>
                <a:ext cx="1882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93BE06-348D-24E7-B3C5-D2399F3A5013}"/>
                  </a:ext>
                </a:extLst>
              </p14:cNvPr>
              <p14:cNvContentPartPr/>
              <p14:nvPr/>
            </p14:nvContentPartPr>
            <p14:xfrm>
              <a:off x="6275766" y="297303"/>
              <a:ext cx="261360" cy="285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93BE06-348D-24E7-B3C5-D2399F3A50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58126" y="279663"/>
                <a:ext cx="2970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EC823AF-0048-4593-129A-427AAABAB566}"/>
                  </a:ext>
                </a:extLst>
              </p14:cNvPr>
              <p14:cNvContentPartPr/>
              <p14:nvPr/>
            </p14:nvContentPartPr>
            <p14:xfrm>
              <a:off x="4294326" y="845583"/>
              <a:ext cx="135000" cy="220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EC823AF-0048-4593-129A-427AAABAB5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76326" y="827583"/>
                <a:ext cx="17064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34057842-A801-280B-8F43-C7C9378A51CB}"/>
              </a:ext>
            </a:extLst>
          </p:cNvPr>
          <p:cNvGrpSpPr/>
          <p:nvPr/>
        </p:nvGrpSpPr>
        <p:grpSpPr>
          <a:xfrm>
            <a:off x="5111886" y="770343"/>
            <a:ext cx="789480" cy="358920"/>
            <a:chOff x="5111886" y="770343"/>
            <a:chExt cx="78948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2F7199-0B65-2E23-189C-CFF97CD72F1E}"/>
                    </a:ext>
                  </a:extLst>
                </p14:cNvPr>
                <p14:cNvContentPartPr/>
                <p14:nvPr/>
              </p14:nvContentPartPr>
              <p14:xfrm>
                <a:off x="5111886" y="863943"/>
                <a:ext cx="199440" cy="265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2F7199-0B65-2E23-189C-CFF97CD72F1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93886" y="846303"/>
                  <a:ext cx="2350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B0456C-82D2-5C8E-DD26-2F082D45A0BF}"/>
                    </a:ext>
                  </a:extLst>
                </p14:cNvPr>
                <p14:cNvContentPartPr/>
                <p14:nvPr/>
              </p14:nvContentPartPr>
              <p14:xfrm>
                <a:off x="5331126" y="956823"/>
                <a:ext cx="278640" cy="139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B0456C-82D2-5C8E-DD26-2F082D45A0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13126" y="939183"/>
                  <a:ext cx="314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51DB73C-AEF6-AC14-10DE-30195AF0E1B6}"/>
                    </a:ext>
                  </a:extLst>
                </p14:cNvPr>
                <p14:cNvContentPartPr/>
                <p14:nvPr/>
              </p14:nvContentPartPr>
              <p14:xfrm>
                <a:off x="5705166" y="770343"/>
                <a:ext cx="196200" cy="119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51DB73C-AEF6-AC14-10DE-30195AF0E1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87526" y="752703"/>
                  <a:ext cx="23184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1CA736C-ABDB-6568-F7A3-35119EB58B4F}"/>
                  </a:ext>
                </a:extLst>
              </p14:cNvPr>
              <p14:cNvContentPartPr/>
              <p14:nvPr/>
            </p14:nvContentPartPr>
            <p14:xfrm>
              <a:off x="4225926" y="1348143"/>
              <a:ext cx="157680" cy="254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1CA736C-ABDB-6568-F7A3-35119EB58B4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07926" y="1330143"/>
                <a:ext cx="1933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442D406-EF05-4C42-89B8-6295C8E1339D}"/>
                  </a:ext>
                </a:extLst>
              </p14:cNvPr>
              <p14:cNvContentPartPr/>
              <p14:nvPr/>
            </p14:nvContentPartPr>
            <p14:xfrm>
              <a:off x="5370726" y="1420503"/>
              <a:ext cx="136080" cy="2160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442D406-EF05-4C42-89B8-6295C8E1339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53086" y="1402863"/>
                <a:ext cx="17172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4D85BA3-30F7-AE62-B8B1-D85A173C3569}"/>
              </a:ext>
            </a:extLst>
          </p:cNvPr>
          <p:cNvGrpSpPr/>
          <p:nvPr/>
        </p:nvGrpSpPr>
        <p:grpSpPr>
          <a:xfrm>
            <a:off x="6163446" y="98223"/>
            <a:ext cx="1131120" cy="1663560"/>
            <a:chOff x="6163446" y="98223"/>
            <a:chExt cx="1131120" cy="16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118844A-74B1-397C-F88C-1CB0B25009AC}"/>
                    </a:ext>
                  </a:extLst>
                </p14:cNvPr>
                <p14:cNvContentPartPr/>
                <p14:nvPr/>
              </p14:nvContentPartPr>
              <p14:xfrm>
                <a:off x="6281166" y="849903"/>
                <a:ext cx="221400" cy="244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118844A-74B1-397C-F88C-1CB0B25009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63526" y="832263"/>
                  <a:ext cx="257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C8FA00-233D-CE0A-9330-E20D070C2B37}"/>
                    </a:ext>
                  </a:extLst>
                </p14:cNvPr>
                <p14:cNvContentPartPr/>
                <p14:nvPr/>
              </p14:nvContentPartPr>
              <p14:xfrm>
                <a:off x="6163446" y="1357863"/>
                <a:ext cx="112680" cy="241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C8FA00-233D-CE0A-9330-E20D070C2B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45446" y="1340223"/>
                  <a:ext cx="1483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C49638-CEE7-3B20-8AC7-581B006151E7}"/>
                    </a:ext>
                  </a:extLst>
                </p14:cNvPr>
                <p14:cNvContentPartPr/>
                <p14:nvPr/>
              </p14:nvContentPartPr>
              <p14:xfrm>
                <a:off x="6391326" y="1435623"/>
                <a:ext cx="168120" cy="129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C49638-CEE7-3B20-8AC7-581B006151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73326" y="1417623"/>
                  <a:ext cx="203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44952B-550F-04BA-72D6-9D7EE1A6E36E}"/>
                    </a:ext>
                  </a:extLst>
                </p14:cNvPr>
                <p14:cNvContentPartPr/>
                <p14:nvPr/>
              </p14:nvContentPartPr>
              <p14:xfrm>
                <a:off x="6673566" y="1297383"/>
                <a:ext cx="209520" cy="106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44952B-550F-04BA-72D6-9D7EE1A6E36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55926" y="1279743"/>
                  <a:ext cx="245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5B6988-695A-345A-19CE-61AB357F921E}"/>
                    </a:ext>
                  </a:extLst>
                </p14:cNvPr>
                <p14:cNvContentPartPr/>
                <p14:nvPr/>
              </p14:nvContentPartPr>
              <p14:xfrm>
                <a:off x="6732966" y="98223"/>
                <a:ext cx="561600" cy="1663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5B6988-695A-345A-19CE-61AB357F92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14966" y="80583"/>
                  <a:ext cx="597240" cy="169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90666DE-16E8-2C28-5777-B829BF138FAC}"/>
              </a:ext>
            </a:extLst>
          </p:cNvPr>
          <p:cNvGrpSpPr/>
          <p:nvPr/>
        </p:nvGrpSpPr>
        <p:grpSpPr>
          <a:xfrm>
            <a:off x="778926" y="2109903"/>
            <a:ext cx="402480" cy="745920"/>
            <a:chOff x="778926" y="2109903"/>
            <a:chExt cx="402480" cy="74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0A4093-42A3-B701-3F93-DF9EF0B4D282}"/>
                    </a:ext>
                  </a:extLst>
                </p14:cNvPr>
                <p14:cNvContentPartPr/>
                <p14:nvPr/>
              </p14:nvContentPartPr>
              <p14:xfrm>
                <a:off x="778926" y="2127543"/>
                <a:ext cx="227880" cy="347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0A4093-42A3-B701-3F93-DF9EF0B4D2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0926" y="2109903"/>
                  <a:ext cx="2635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162A774-D008-155C-A9C8-4E2460D6914F}"/>
                    </a:ext>
                  </a:extLst>
                </p14:cNvPr>
                <p14:cNvContentPartPr/>
                <p14:nvPr/>
              </p14:nvContentPartPr>
              <p14:xfrm>
                <a:off x="1016166" y="2109903"/>
                <a:ext cx="165240" cy="745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162A774-D008-155C-A9C8-4E2460D6914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8166" y="2092263"/>
                  <a:ext cx="200880" cy="78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B402253-CA08-D948-20F9-9E09959A86CA}"/>
                  </a:ext>
                </a:extLst>
              </p14:cNvPr>
              <p14:cNvContentPartPr/>
              <p14:nvPr/>
            </p14:nvContentPartPr>
            <p14:xfrm>
              <a:off x="1530606" y="2143743"/>
              <a:ext cx="196920" cy="351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B402253-CA08-D948-20F9-9E09959A86C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12966" y="2125743"/>
                <a:ext cx="23256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B42A1111-BBDA-7539-A9DF-3756DE75C307}"/>
              </a:ext>
            </a:extLst>
          </p:cNvPr>
          <p:cNvGrpSpPr/>
          <p:nvPr/>
        </p:nvGrpSpPr>
        <p:grpSpPr>
          <a:xfrm>
            <a:off x="2241246" y="2134383"/>
            <a:ext cx="176760" cy="347400"/>
            <a:chOff x="2241246" y="2134383"/>
            <a:chExt cx="17676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97BDCB-F244-F437-7631-81AB9DD9A11A}"/>
                    </a:ext>
                  </a:extLst>
                </p14:cNvPr>
                <p14:cNvContentPartPr/>
                <p14:nvPr/>
              </p14:nvContentPartPr>
              <p14:xfrm>
                <a:off x="2241246" y="2298903"/>
                <a:ext cx="41400" cy="182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97BDCB-F244-F437-7631-81AB9DD9A1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23606" y="2280903"/>
                  <a:ext cx="77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A9DD4E-A68E-D233-81D7-B182970A0961}"/>
                    </a:ext>
                  </a:extLst>
                </p14:cNvPr>
                <p14:cNvContentPartPr/>
                <p14:nvPr/>
              </p14:nvContentPartPr>
              <p14:xfrm>
                <a:off x="2319726" y="2325543"/>
                <a:ext cx="98280" cy="154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A9DD4E-A68E-D233-81D7-B182970A09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02086" y="2307543"/>
                  <a:ext cx="133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6768F4C-F3AB-7A1E-17EB-248C778DC91F}"/>
                    </a:ext>
                  </a:extLst>
                </p14:cNvPr>
                <p14:cNvContentPartPr/>
                <p14:nvPr/>
              </p14:nvContentPartPr>
              <p14:xfrm>
                <a:off x="2329086" y="2134383"/>
                <a:ext cx="13680" cy="15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6768F4C-F3AB-7A1E-17EB-248C778DC9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11086" y="2116383"/>
                  <a:ext cx="4932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4FC4B4-E4A0-9318-4197-F9CA071A8860}"/>
              </a:ext>
            </a:extLst>
          </p:cNvPr>
          <p:cNvGrpSpPr/>
          <p:nvPr/>
        </p:nvGrpSpPr>
        <p:grpSpPr>
          <a:xfrm>
            <a:off x="3019926" y="2144103"/>
            <a:ext cx="2538360" cy="777960"/>
            <a:chOff x="3019926" y="2144103"/>
            <a:chExt cx="2538360" cy="77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ADC590-845A-15EE-C74C-3B2A8FF6896F}"/>
                    </a:ext>
                  </a:extLst>
                </p14:cNvPr>
                <p14:cNvContentPartPr/>
                <p14:nvPr/>
              </p14:nvContentPartPr>
              <p14:xfrm>
                <a:off x="3019926" y="2263623"/>
                <a:ext cx="434160" cy="236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8ADC590-845A-15EE-C74C-3B2A8FF6896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02286" y="2245623"/>
                  <a:ext cx="469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DA4466-D382-C988-607F-2464FB61D6B9}"/>
                    </a:ext>
                  </a:extLst>
                </p14:cNvPr>
                <p14:cNvContentPartPr/>
                <p14:nvPr/>
              </p14:nvContentPartPr>
              <p14:xfrm>
                <a:off x="3536166" y="2144103"/>
                <a:ext cx="74160" cy="331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DA4466-D382-C988-607F-2464FB61D6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18166" y="2126103"/>
                  <a:ext cx="109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4EB36E-E4BD-52A6-D0BE-A5AA15854896}"/>
                    </a:ext>
                  </a:extLst>
                </p14:cNvPr>
                <p14:cNvContentPartPr/>
                <p14:nvPr/>
              </p14:nvContentPartPr>
              <p14:xfrm>
                <a:off x="3484326" y="2199183"/>
                <a:ext cx="570240" cy="277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4EB36E-E4BD-52A6-D0BE-A5AA158548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66326" y="2181183"/>
                  <a:ext cx="6058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C204E99-3C10-C619-C6A0-7DFE577FAC9F}"/>
                    </a:ext>
                  </a:extLst>
                </p14:cNvPr>
                <p14:cNvContentPartPr/>
                <p14:nvPr/>
              </p14:nvContentPartPr>
              <p14:xfrm>
                <a:off x="4022886" y="2303583"/>
                <a:ext cx="889560" cy="618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C204E99-3C10-C619-C6A0-7DFE577FAC9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04886" y="2285583"/>
                  <a:ext cx="92520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7C08B0-FBDC-FF98-F591-EDBF8F3AF034}"/>
                    </a:ext>
                  </a:extLst>
                </p14:cNvPr>
                <p14:cNvContentPartPr/>
                <p14:nvPr/>
              </p14:nvContentPartPr>
              <p14:xfrm>
                <a:off x="5074806" y="2201343"/>
                <a:ext cx="483480" cy="286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7C08B0-FBDC-FF98-F591-EDBF8F3AF0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56806" y="2183343"/>
                  <a:ext cx="519120" cy="32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E62FFD2-42CF-1033-57B2-B439FBA0AE5B}"/>
                  </a:ext>
                </a:extLst>
              </p14:cNvPr>
              <p14:cNvContentPartPr/>
              <p14:nvPr/>
            </p14:nvContentPartPr>
            <p14:xfrm>
              <a:off x="6446766" y="2493663"/>
              <a:ext cx="53280" cy="101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E62FFD2-42CF-1033-57B2-B439FBA0AE5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28766" y="2476023"/>
                <a:ext cx="8892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B53E9778-283D-42EF-8ECA-43DEF25837BE}"/>
              </a:ext>
            </a:extLst>
          </p:cNvPr>
          <p:cNvGrpSpPr/>
          <p:nvPr/>
        </p:nvGrpSpPr>
        <p:grpSpPr>
          <a:xfrm>
            <a:off x="7118526" y="2017023"/>
            <a:ext cx="869400" cy="495720"/>
            <a:chOff x="7118526" y="2017023"/>
            <a:chExt cx="86940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E992C9-BFAD-107A-0093-17E606D153BB}"/>
                    </a:ext>
                  </a:extLst>
                </p14:cNvPr>
                <p14:cNvContentPartPr/>
                <p14:nvPr/>
              </p14:nvContentPartPr>
              <p14:xfrm>
                <a:off x="7118526" y="2137983"/>
                <a:ext cx="283680" cy="368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E992C9-BFAD-107A-0093-17E606D153B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00886" y="2119983"/>
                  <a:ext cx="3193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C6D1F8-532B-5CC0-5EBE-9AF89F27AE24}"/>
                    </a:ext>
                  </a:extLst>
                </p14:cNvPr>
                <p14:cNvContentPartPr/>
                <p14:nvPr/>
              </p14:nvContentPartPr>
              <p14:xfrm>
                <a:off x="7233726" y="2274063"/>
                <a:ext cx="179280" cy="62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C6D1F8-532B-5CC0-5EBE-9AF89F27AE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16086" y="2256423"/>
                  <a:ext cx="214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5426D3-4237-935E-CFC5-C19CBD2347B7}"/>
                    </a:ext>
                  </a:extLst>
                </p14:cNvPr>
                <p14:cNvContentPartPr/>
                <p14:nvPr/>
              </p14:nvContentPartPr>
              <p14:xfrm>
                <a:off x="7613886" y="2017023"/>
                <a:ext cx="70920" cy="281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5426D3-4237-935E-CFC5-C19CBD2347B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96246" y="1999383"/>
                  <a:ext cx="1065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DDA3B8A-4B08-BD6E-2BC9-47044DEE2791}"/>
                    </a:ext>
                  </a:extLst>
                </p14:cNvPr>
                <p14:cNvContentPartPr/>
                <p14:nvPr/>
              </p14:nvContentPartPr>
              <p14:xfrm>
                <a:off x="7709646" y="2158503"/>
                <a:ext cx="272880" cy="354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DDA3B8A-4B08-BD6E-2BC9-47044DEE279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92006" y="2140863"/>
                  <a:ext cx="308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45C49D-C392-E9D8-0D48-F3A1E682B85A}"/>
                    </a:ext>
                  </a:extLst>
                </p14:cNvPr>
                <p14:cNvContentPartPr/>
                <p14:nvPr/>
              </p14:nvContentPartPr>
              <p14:xfrm>
                <a:off x="7825206" y="2341743"/>
                <a:ext cx="162720" cy="19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45C49D-C392-E9D8-0D48-F3A1E682B8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07566" y="2324103"/>
                  <a:ext cx="19836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76E2893-1606-674B-EDBC-E9A14346DBD6}"/>
              </a:ext>
            </a:extLst>
          </p:cNvPr>
          <p:cNvGrpSpPr/>
          <p:nvPr/>
        </p:nvGrpSpPr>
        <p:grpSpPr>
          <a:xfrm>
            <a:off x="8332806" y="2321583"/>
            <a:ext cx="209880" cy="106560"/>
            <a:chOff x="8332806" y="2321583"/>
            <a:chExt cx="209880" cy="1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5AD924-4257-B887-D524-06BF680C94AB}"/>
                    </a:ext>
                  </a:extLst>
                </p14:cNvPr>
                <p14:cNvContentPartPr/>
                <p14:nvPr/>
              </p14:nvContentPartPr>
              <p14:xfrm>
                <a:off x="8404086" y="2321583"/>
                <a:ext cx="138600" cy="19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5AD924-4257-B887-D524-06BF680C94A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86086" y="2303943"/>
                  <a:ext cx="174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E0A6039-8395-EE46-AF4B-B0A3A4450692}"/>
                    </a:ext>
                  </a:extLst>
                </p14:cNvPr>
                <p14:cNvContentPartPr/>
                <p14:nvPr/>
              </p14:nvContentPartPr>
              <p14:xfrm>
                <a:off x="8332806" y="2402943"/>
                <a:ext cx="99720" cy="25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E0A6039-8395-EE46-AF4B-B0A3A445069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14806" y="2384943"/>
                  <a:ext cx="13536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C76279B-FF95-5581-9176-47F4D4B04E80}"/>
                  </a:ext>
                </a:extLst>
              </p14:cNvPr>
              <p14:cNvContentPartPr/>
              <p14:nvPr/>
            </p14:nvContentPartPr>
            <p14:xfrm>
              <a:off x="8311206" y="2438223"/>
              <a:ext cx="242640" cy="144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C76279B-FF95-5581-9176-47F4D4B04E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293206" y="2420583"/>
                <a:ext cx="27828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3482A95-2C91-EB1C-43C3-0862AA0DE1A4}"/>
              </a:ext>
            </a:extLst>
          </p:cNvPr>
          <p:cNvGrpSpPr/>
          <p:nvPr/>
        </p:nvGrpSpPr>
        <p:grpSpPr>
          <a:xfrm>
            <a:off x="8773086" y="2099463"/>
            <a:ext cx="452520" cy="456120"/>
            <a:chOff x="8773086" y="2099463"/>
            <a:chExt cx="45252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9BC777-28DA-355E-8B85-4541F5CBBDD2}"/>
                    </a:ext>
                  </a:extLst>
                </p14:cNvPr>
                <p14:cNvContentPartPr/>
                <p14:nvPr/>
              </p14:nvContentPartPr>
              <p14:xfrm>
                <a:off x="8934366" y="2099463"/>
                <a:ext cx="243000" cy="55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9BC777-28DA-355E-8B85-4541F5CBBD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16726" y="2081823"/>
                  <a:ext cx="278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49FBF40-CD61-5E73-471C-2A6BB95D2493}"/>
                    </a:ext>
                  </a:extLst>
                </p14:cNvPr>
                <p14:cNvContentPartPr/>
                <p14:nvPr/>
              </p14:nvContentPartPr>
              <p14:xfrm>
                <a:off x="8972886" y="2164263"/>
                <a:ext cx="95400" cy="324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49FBF40-CD61-5E73-471C-2A6BB95D24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55246" y="2146263"/>
                  <a:ext cx="1310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2C5D1C-985A-494B-F827-B8127918497A}"/>
                    </a:ext>
                  </a:extLst>
                </p14:cNvPr>
                <p14:cNvContentPartPr/>
                <p14:nvPr/>
              </p14:nvContentPartPr>
              <p14:xfrm>
                <a:off x="8773086" y="2515263"/>
                <a:ext cx="452520" cy="40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2C5D1C-985A-494B-F827-B8127918497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55446" y="2497263"/>
                  <a:ext cx="4881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B5B85DF-B355-8CB0-AA0F-97B972A99B6E}"/>
              </a:ext>
            </a:extLst>
          </p:cNvPr>
          <p:cNvGrpSpPr/>
          <p:nvPr/>
        </p:nvGrpSpPr>
        <p:grpSpPr>
          <a:xfrm>
            <a:off x="1633206" y="228543"/>
            <a:ext cx="643680" cy="541440"/>
            <a:chOff x="1633206" y="228543"/>
            <a:chExt cx="643680" cy="54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9C57FA-CE44-A1F3-4A60-1AF76D6CE9CA}"/>
                    </a:ext>
                  </a:extLst>
                </p14:cNvPr>
                <p14:cNvContentPartPr/>
                <p14:nvPr/>
              </p14:nvContentPartPr>
              <p14:xfrm>
                <a:off x="1641486" y="399903"/>
                <a:ext cx="191520" cy="370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99C57FA-CE44-A1F3-4A60-1AF76D6CE9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23486" y="382263"/>
                  <a:ext cx="2271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BF0379-802E-64E8-5E3E-B54D93B2DF62}"/>
                    </a:ext>
                  </a:extLst>
                </p14:cNvPr>
                <p14:cNvContentPartPr/>
                <p14:nvPr/>
              </p14:nvContentPartPr>
              <p14:xfrm>
                <a:off x="1633206" y="550743"/>
                <a:ext cx="126720" cy="60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BF0379-802E-64E8-5E3E-B54D93B2DF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15566" y="532743"/>
                  <a:ext cx="162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0D68F56-119A-12DF-ABCC-D4C523F5820A}"/>
                    </a:ext>
                  </a:extLst>
                </p14:cNvPr>
                <p14:cNvContentPartPr/>
                <p14:nvPr/>
              </p14:nvContentPartPr>
              <p14:xfrm>
                <a:off x="1978806" y="228543"/>
                <a:ext cx="59400" cy="224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0D68F56-119A-12DF-ABCC-D4C523F5820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60806" y="210543"/>
                  <a:ext cx="95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1EBEEAD-9799-E9C1-0F64-0C7097F55359}"/>
                    </a:ext>
                  </a:extLst>
                </p14:cNvPr>
                <p14:cNvContentPartPr/>
                <p14:nvPr/>
              </p14:nvContentPartPr>
              <p14:xfrm>
                <a:off x="2060526" y="396303"/>
                <a:ext cx="186120" cy="311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1EBEEAD-9799-E9C1-0F64-0C7097F553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42886" y="378303"/>
                  <a:ext cx="2217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7737047-4303-E603-13D8-49219131615C}"/>
                    </a:ext>
                  </a:extLst>
                </p14:cNvPr>
                <p14:cNvContentPartPr/>
                <p14:nvPr/>
              </p14:nvContentPartPr>
              <p14:xfrm>
                <a:off x="2118486" y="541383"/>
                <a:ext cx="158400" cy="3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7737047-4303-E603-13D8-4921913161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00486" y="523743"/>
                  <a:ext cx="19404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7D213F1-393B-AD8C-1B84-7D785458A855}"/>
              </a:ext>
            </a:extLst>
          </p:cNvPr>
          <p:cNvGrpSpPr/>
          <p:nvPr/>
        </p:nvGrpSpPr>
        <p:grpSpPr>
          <a:xfrm>
            <a:off x="7842846" y="592143"/>
            <a:ext cx="250200" cy="124200"/>
            <a:chOff x="7842846" y="592143"/>
            <a:chExt cx="250200" cy="1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6AE173F-45B4-2637-5AB8-70E46F61EFC0}"/>
                    </a:ext>
                  </a:extLst>
                </p14:cNvPr>
                <p14:cNvContentPartPr/>
                <p14:nvPr/>
              </p14:nvContentPartPr>
              <p14:xfrm>
                <a:off x="7898646" y="592143"/>
                <a:ext cx="105480" cy="9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6AE173F-45B4-2637-5AB8-70E46F61EF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80646" y="574143"/>
                  <a:ext cx="141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118A4A1-14BD-C37A-F2E0-3430582142C8}"/>
                    </a:ext>
                  </a:extLst>
                </p14:cNvPr>
                <p14:cNvContentPartPr/>
                <p14:nvPr/>
              </p14:nvContentPartPr>
              <p14:xfrm>
                <a:off x="7842846" y="692943"/>
                <a:ext cx="250200" cy="23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118A4A1-14BD-C37A-F2E0-3430582142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24846" y="674943"/>
                  <a:ext cx="28584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7C2C09D-AAC0-58F1-5E4F-51ADF6050A4D}"/>
                  </a:ext>
                </a:extLst>
              </p14:cNvPr>
              <p14:cNvContentPartPr/>
              <p14:nvPr/>
            </p14:nvContentPartPr>
            <p14:xfrm>
              <a:off x="8628366" y="148263"/>
              <a:ext cx="426600" cy="1634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7C2C09D-AAC0-58F1-5E4F-51ADF6050A4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610366" y="130263"/>
                <a:ext cx="462240" cy="16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F222948-8F65-9FD0-8695-7213D58F9CF5}"/>
                  </a:ext>
                </a:extLst>
              </p14:cNvPr>
              <p14:cNvContentPartPr/>
              <p14:nvPr/>
            </p14:nvContentPartPr>
            <p14:xfrm>
              <a:off x="9475086" y="322863"/>
              <a:ext cx="14400" cy="274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F222948-8F65-9FD0-8695-7213D58F9CF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457446" y="304863"/>
                <a:ext cx="5004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ACB93D2-DE17-D4CD-D167-F94DD9301540}"/>
                  </a:ext>
                </a:extLst>
              </p14:cNvPr>
              <p14:cNvContentPartPr/>
              <p14:nvPr/>
            </p14:nvContentPartPr>
            <p14:xfrm>
              <a:off x="10230726" y="291903"/>
              <a:ext cx="160920" cy="267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ACB93D2-DE17-D4CD-D167-F94DD930154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213086" y="274263"/>
                <a:ext cx="19656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4854E13-EE1F-49D9-31C9-91071B5228EB}"/>
                  </a:ext>
                </a:extLst>
              </p14:cNvPr>
              <p14:cNvContentPartPr/>
              <p14:nvPr/>
            </p14:nvContentPartPr>
            <p14:xfrm>
              <a:off x="9538806" y="912183"/>
              <a:ext cx="182160" cy="2188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4854E13-EE1F-49D9-31C9-91071B5228E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521166" y="894183"/>
                <a:ext cx="2178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2077816-B40D-5C29-E04E-612654899CE7}"/>
                  </a:ext>
                </a:extLst>
              </p14:cNvPr>
              <p14:cNvContentPartPr/>
              <p14:nvPr/>
            </p14:nvContentPartPr>
            <p14:xfrm>
              <a:off x="10345926" y="875463"/>
              <a:ext cx="33480" cy="211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2077816-B40D-5C29-E04E-612654899CE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328286" y="857463"/>
                <a:ext cx="691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A66F8D5-834D-7C3A-818B-639BFCA51184}"/>
                  </a:ext>
                </a:extLst>
              </p14:cNvPr>
              <p14:cNvContentPartPr/>
              <p14:nvPr/>
            </p14:nvContentPartPr>
            <p14:xfrm>
              <a:off x="9538446" y="1429863"/>
              <a:ext cx="166680" cy="2358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A66F8D5-834D-7C3A-818B-639BFCA5118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520806" y="1412223"/>
                <a:ext cx="2023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AD0AF2A-AE4C-ACD9-5E0F-4169D2F3B384}"/>
                  </a:ext>
                </a:extLst>
              </p14:cNvPr>
              <p14:cNvContentPartPr/>
              <p14:nvPr/>
            </p14:nvContentPartPr>
            <p14:xfrm>
              <a:off x="10280406" y="1457223"/>
              <a:ext cx="204480" cy="2160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AD0AF2A-AE4C-ACD9-5E0F-4169D2F3B38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62406" y="1439583"/>
                <a:ext cx="24012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7BBCBB7B-4B91-3BD5-C7AA-743072232E14}"/>
              </a:ext>
            </a:extLst>
          </p:cNvPr>
          <p:cNvGrpSpPr/>
          <p:nvPr/>
        </p:nvGrpSpPr>
        <p:grpSpPr>
          <a:xfrm>
            <a:off x="10918686" y="216303"/>
            <a:ext cx="785880" cy="1815120"/>
            <a:chOff x="10918686" y="216303"/>
            <a:chExt cx="785880" cy="181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BA7ACC1-0EBF-6619-1417-CC44011DD6C4}"/>
                    </a:ext>
                  </a:extLst>
                </p14:cNvPr>
                <p14:cNvContentPartPr/>
                <p14:nvPr/>
              </p14:nvContentPartPr>
              <p14:xfrm>
                <a:off x="10918686" y="293703"/>
                <a:ext cx="227880" cy="260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BA7ACC1-0EBF-6619-1417-CC44011DD6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00686" y="276063"/>
                  <a:ext cx="2635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03559CF-7310-3B4D-3DBF-2177DD701637}"/>
                    </a:ext>
                  </a:extLst>
                </p14:cNvPr>
                <p14:cNvContentPartPr/>
                <p14:nvPr/>
              </p14:nvContentPartPr>
              <p14:xfrm>
                <a:off x="10976286" y="827583"/>
                <a:ext cx="212400" cy="236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03559CF-7310-3B4D-3DBF-2177DD7016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58646" y="809943"/>
                  <a:ext cx="248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F677561-478B-7D84-09C3-495FA08A3323}"/>
                    </a:ext>
                  </a:extLst>
                </p14:cNvPr>
                <p14:cNvContentPartPr/>
                <p14:nvPr/>
              </p14:nvContentPartPr>
              <p14:xfrm>
                <a:off x="11112726" y="1393503"/>
                <a:ext cx="37440" cy="289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F677561-478B-7D84-09C3-495FA08A332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95086" y="1375503"/>
                  <a:ext cx="730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D82273-1E9F-E960-4DA7-1F75007081DB}"/>
                    </a:ext>
                  </a:extLst>
                </p14:cNvPr>
                <p14:cNvContentPartPr/>
                <p14:nvPr/>
              </p14:nvContentPartPr>
              <p14:xfrm>
                <a:off x="11186886" y="216303"/>
                <a:ext cx="517680" cy="1815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D82273-1E9F-E960-4DA7-1F75007081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69246" y="198303"/>
                  <a:ext cx="553320" cy="18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3067401-8445-DA75-96AB-EB9140C23B66}"/>
                  </a:ext>
                </a:extLst>
              </p14:cNvPr>
              <p14:cNvContentPartPr/>
              <p14:nvPr/>
            </p14:nvContentPartPr>
            <p14:xfrm>
              <a:off x="5719926" y="1155903"/>
              <a:ext cx="36360" cy="39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3067401-8445-DA75-96AB-EB9140C23B6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01926" y="1138263"/>
                <a:ext cx="720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7CB12425-4F3A-023C-2C12-EB153A717883}"/>
              </a:ext>
            </a:extLst>
          </p:cNvPr>
          <p:cNvGrpSpPr/>
          <p:nvPr/>
        </p:nvGrpSpPr>
        <p:grpSpPr>
          <a:xfrm>
            <a:off x="10343406" y="1039623"/>
            <a:ext cx="120960" cy="47880"/>
            <a:chOff x="10343406" y="1039623"/>
            <a:chExt cx="120960" cy="4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D7CE00E-473D-5334-8493-744D8183C32C}"/>
                    </a:ext>
                  </a:extLst>
                </p14:cNvPr>
                <p14:cNvContentPartPr/>
                <p14:nvPr/>
              </p14:nvContentPartPr>
              <p14:xfrm>
                <a:off x="10449246" y="1082823"/>
                <a:ext cx="15120" cy="4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7CE00E-473D-5334-8493-744D8183C32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31246" y="1064823"/>
                  <a:ext cx="50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BCFA1E-0AE6-D57E-FA60-B83422AF9FEC}"/>
                    </a:ext>
                  </a:extLst>
                </p14:cNvPr>
                <p14:cNvContentPartPr/>
                <p14:nvPr/>
              </p14:nvContentPartPr>
              <p14:xfrm>
                <a:off x="10343406" y="1039623"/>
                <a:ext cx="5400" cy="1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BCFA1E-0AE6-D57E-FA60-B83422AF9FE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25766" y="1021623"/>
                  <a:ext cx="410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0E87DEB-C56F-A478-FE18-BC3F2CC47849}"/>
              </a:ext>
            </a:extLst>
          </p:cNvPr>
          <p:cNvGrpSpPr/>
          <p:nvPr/>
        </p:nvGrpSpPr>
        <p:grpSpPr>
          <a:xfrm>
            <a:off x="1870806" y="2932503"/>
            <a:ext cx="1110960" cy="532080"/>
            <a:chOff x="1870806" y="2932503"/>
            <a:chExt cx="1110960" cy="53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7C78D57-BEB1-4C03-1848-87F1D4E7D755}"/>
                    </a:ext>
                  </a:extLst>
                </p14:cNvPr>
                <p14:cNvContentPartPr/>
                <p14:nvPr/>
              </p14:nvContentPartPr>
              <p14:xfrm>
                <a:off x="1870806" y="3175863"/>
                <a:ext cx="221760" cy="288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7C78D57-BEB1-4C03-1848-87F1D4E7D7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52806" y="3157863"/>
                  <a:ext cx="2574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D048E2A-5646-F768-5674-C5B46805BD05}"/>
                    </a:ext>
                  </a:extLst>
                </p14:cNvPr>
                <p14:cNvContentPartPr/>
                <p14:nvPr/>
              </p14:nvContentPartPr>
              <p14:xfrm>
                <a:off x="2153046" y="3104583"/>
                <a:ext cx="181440" cy="354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D048E2A-5646-F768-5674-C5B46805BD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35406" y="3086583"/>
                  <a:ext cx="2170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EECB96-70CE-BD62-008C-9434949F2D63}"/>
                    </a:ext>
                  </a:extLst>
                </p14:cNvPr>
                <p14:cNvContentPartPr/>
                <p14:nvPr/>
              </p14:nvContentPartPr>
              <p14:xfrm>
                <a:off x="2436006" y="2932503"/>
                <a:ext cx="160560" cy="154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EECB96-70CE-BD62-008C-9434949F2D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18006" y="2914503"/>
                  <a:ext cx="196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DC72633-5A15-D1FB-03F3-A38A6F7076DC}"/>
                    </a:ext>
                  </a:extLst>
                </p14:cNvPr>
                <p14:cNvContentPartPr/>
                <p14:nvPr/>
              </p14:nvContentPartPr>
              <p14:xfrm>
                <a:off x="2605206" y="3250023"/>
                <a:ext cx="123120" cy="54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DC72633-5A15-D1FB-03F3-A38A6F7076D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87206" y="3232023"/>
                  <a:ext cx="158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3451B22-A4F0-5C81-E8C9-B97A08DB6C5D}"/>
                    </a:ext>
                  </a:extLst>
                </p14:cNvPr>
                <p14:cNvContentPartPr/>
                <p14:nvPr/>
              </p14:nvContentPartPr>
              <p14:xfrm>
                <a:off x="2613126" y="3359823"/>
                <a:ext cx="134640" cy="35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3451B22-A4F0-5C81-E8C9-B97A08DB6C5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95486" y="3341823"/>
                  <a:ext cx="170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9C164F-1EA3-EEE8-5ACE-C2BFD8345C64}"/>
                    </a:ext>
                  </a:extLst>
                </p14:cNvPr>
                <p14:cNvContentPartPr/>
                <p14:nvPr/>
              </p14:nvContentPartPr>
              <p14:xfrm>
                <a:off x="2946846" y="3172623"/>
                <a:ext cx="34920" cy="282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9C164F-1EA3-EEE8-5ACE-C2BFD8345C6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28846" y="3154983"/>
                  <a:ext cx="70560" cy="31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6A289A0-01AE-28CE-26CD-E77554C96CE8}"/>
                  </a:ext>
                </a:extLst>
              </p14:cNvPr>
              <p14:cNvContentPartPr/>
              <p14:nvPr/>
            </p14:nvContentPartPr>
            <p14:xfrm>
              <a:off x="3503046" y="3527943"/>
              <a:ext cx="111600" cy="1576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6A289A0-01AE-28CE-26CD-E77554C96CE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485406" y="3509943"/>
                <a:ext cx="147240" cy="19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699EEE3-F59A-EFFC-44A1-671F3FB99016}"/>
              </a:ext>
            </a:extLst>
          </p:cNvPr>
          <p:cNvGrpSpPr/>
          <p:nvPr/>
        </p:nvGrpSpPr>
        <p:grpSpPr>
          <a:xfrm>
            <a:off x="4582686" y="3101703"/>
            <a:ext cx="1121040" cy="403560"/>
            <a:chOff x="4582686" y="3101703"/>
            <a:chExt cx="112104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F4740F6-F924-8583-E2F6-6DDBFFC1D141}"/>
                    </a:ext>
                  </a:extLst>
                </p14:cNvPr>
                <p14:cNvContentPartPr/>
                <p14:nvPr/>
              </p14:nvContentPartPr>
              <p14:xfrm>
                <a:off x="4582686" y="3149583"/>
                <a:ext cx="145080" cy="355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F4740F6-F924-8583-E2F6-6DDBFFC1D14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65046" y="3131583"/>
                  <a:ext cx="1807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65070AD-9FF3-57F6-E61A-062A86B8D440}"/>
                    </a:ext>
                  </a:extLst>
                </p14:cNvPr>
                <p14:cNvContentPartPr/>
                <p14:nvPr/>
              </p14:nvContentPartPr>
              <p14:xfrm>
                <a:off x="4802646" y="3327063"/>
                <a:ext cx="284760" cy="153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65070AD-9FF3-57F6-E61A-062A86B8D44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784646" y="3309063"/>
                  <a:ext cx="320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66BCBAA-F112-B1B1-69D2-DF9BF0B5A843}"/>
                    </a:ext>
                  </a:extLst>
                </p14:cNvPr>
                <p14:cNvContentPartPr/>
                <p14:nvPr/>
              </p14:nvContentPartPr>
              <p14:xfrm>
                <a:off x="5242206" y="3101703"/>
                <a:ext cx="161280" cy="100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66BCBAA-F112-B1B1-69D2-DF9BF0B5A84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24206" y="3084063"/>
                  <a:ext cx="1969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C012CA8-962A-CB8D-F860-14C12CDAC522}"/>
                    </a:ext>
                  </a:extLst>
                </p14:cNvPr>
                <p14:cNvContentPartPr/>
                <p14:nvPr/>
              </p14:nvContentPartPr>
              <p14:xfrm>
                <a:off x="5501766" y="3314463"/>
                <a:ext cx="123480" cy="32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C012CA8-962A-CB8D-F860-14C12CDAC52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83766" y="3296823"/>
                  <a:ext cx="159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BF2455B-9ED3-6A9B-7584-EAAA96039CC3}"/>
                    </a:ext>
                  </a:extLst>
                </p14:cNvPr>
                <p14:cNvContentPartPr/>
                <p14:nvPr/>
              </p14:nvContentPartPr>
              <p14:xfrm>
                <a:off x="5532006" y="3368463"/>
                <a:ext cx="171720" cy="42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BF2455B-9ED3-6A9B-7584-EAAA96039C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14006" y="3350463"/>
                  <a:ext cx="2073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EFD87A7-D27B-373B-723D-23CD709B48A1}"/>
              </a:ext>
            </a:extLst>
          </p:cNvPr>
          <p:cNvGrpSpPr/>
          <p:nvPr/>
        </p:nvGrpSpPr>
        <p:grpSpPr>
          <a:xfrm>
            <a:off x="6018006" y="3161463"/>
            <a:ext cx="287280" cy="469080"/>
            <a:chOff x="6018006" y="3161463"/>
            <a:chExt cx="28728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259849F-EE7B-4D0E-B83C-DB915B090F1F}"/>
                    </a:ext>
                  </a:extLst>
                </p14:cNvPr>
                <p14:cNvContentPartPr/>
                <p14:nvPr/>
              </p14:nvContentPartPr>
              <p14:xfrm>
                <a:off x="6018006" y="3161463"/>
                <a:ext cx="52560" cy="275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259849F-EE7B-4D0E-B83C-DB915B090F1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00006" y="3143463"/>
                  <a:ext cx="88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A561FC0-8857-A5FC-8AFA-605596B72AAB}"/>
                    </a:ext>
                  </a:extLst>
                </p14:cNvPr>
                <p14:cNvContentPartPr/>
                <p14:nvPr/>
              </p14:nvContentPartPr>
              <p14:xfrm>
                <a:off x="6217806" y="3489783"/>
                <a:ext cx="87480" cy="140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A561FC0-8857-A5FC-8AFA-605596B72AA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00166" y="3471783"/>
                  <a:ext cx="12312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997F4F0-4DB8-F57E-D3B6-C4F0C43D79C9}"/>
              </a:ext>
            </a:extLst>
          </p:cNvPr>
          <p:cNvGrpSpPr/>
          <p:nvPr/>
        </p:nvGrpSpPr>
        <p:grpSpPr>
          <a:xfrm>
            <a:off x="7159566" y="3019983"/>
            <a:ext cx="1184760" cy="369720"/>
            <a:chOff x="7159566" y="3019983"/>
            <a:chExt cx="118476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E89287-5419-E325-0F67-0C25B63A8F25}"/>
                    </a:ext>
                  </a:extLst>
                </p14:cNvPr>
                <p14:cNvContentPartPr/>
                <p14:nvPr/>
              </p14:nvContentPartPr>
              <p14:xfrm>
                <a:off x="7159566" y="3106383"/>
                <a:ext cx="173520" cy="279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E89287-5419-E325-0F67-0C25B63A8F2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41926" y="3088383"/>
                  <a:ext cx="2091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5C3E481-573E-D575-3212-2A97C05D5839}"/>
                    </a:ext>
                  </a:extLst>
                </p14:cNvPr>
                <p14:cNvContentPartPr/>
                <p14:nvPr/>
              </p14:nvContentPartPr>
              <p14:xfrm>
                <a:off x="7485366" y="3226263"/>
                <a:ext cx="193320" cy="153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5C3E481-573E-D575-3212-2A97C05D58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67726" y="3208623"/>
                  <a:ext cx="228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3931D0B-B4D3-F459-240F-1182D3B19B09}"/>
                    </a:ext>
                  </a:extLst>
                </p14:cNvPr>
                <p14:cNvContentPartPr/>
                <p14:nvPr/>
              </p14:nvContentPartPr>
              <p14:xfrm>
                <a:off x="7834566" y="3019983"/>
                <a:ext cx="153000" cy="91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3931D0B-B4D3-F459-240F-1182D3B19B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16566" y="3002343"/>
                  <a:ext cx="188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867F66-7010-14DC-F433-34D60FEA1180}"/>
                    </a:ext>
                  </a:extLst>
                </p14:cNvPr>
                <p14:cNvContentPartPr/>
                <p14:nvPr/>
              </p14:nvContentPartPr>
              <p14:xfrm>
                <a:off x="8171166" y="3266943"/>
                <a:ext cx="118440" cy="30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867F66-7010-14DC-F433-34D60FEA118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53166" y="3249303"/>
                  <a:ext cx="154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64356E-6F7A-3577-942B-10011D900580}"/>
                    </a:ext>
                  </a:extLst>
                </p14:cNvPr>
                <p14:cNvContentPartPr/>
                <p14:nvPr/>
              </p14:nvContentPartPr>
              <p14:xfrm>
                <a:off x="8148126" y="3356223"/>
                <a:ext cx="196200" cy="33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64356E-6F7A-3577-942B-10011D90058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30486" y="3338223"/>
                  <a:ext cx="23184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97CDD0E-29E7-BE83-BA09-E66AC300BE02}"/>
                  </a:ext>
                </a:extLst>
              </p14:cNvPr>
              <p14:cNvContentPartPr/>
              <p14:nvPr/>
            </p14:nvContentPartPr>
            <p14:xfrm>
              <a:off x="8796486" y="3081543"/>
              <a:ext cx="83160" cy="3855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97CDD0E-29E7-BE83-BA09-E66AC300BE0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778486" y="3063543"/>
                <a:ext cx="118800" cy="42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7EF8377-CCCD-229A-CF4F-0F4C8E55DDFE}"/>
              </a:ext>
            </a:extLst>
          </p:cNvPr>
          <p:cNvGrpSpPr/>
          <p:nvPr/>
        </p:nvGrpSpPr>
        <p:grpSpPr>
          <a:xfrm>
            <a:off x="1879446" y="4088463"/>
            <a:ext cx="1588320" cy="480960"/>
            <a:chOff x="1879446" y="4088463"/>
            <a:chExt cx="158832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784CBCD-0756-10E9-7542-D66837C1302D}"/>
                    </a:ext>
                  </a:extLst>
                </p14:cNvPr>
                <p14:cNvContentPartPr/>
                <p14:nvPr/>
              </p14:nvContentPartPr>
              <p14:xfrm>
                <a:off x="1879446" y="4088463"/>
                <a:ext cx="213120" cy="371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784CBCD-0756-10E9-7542-D66837C1302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861446" y="4070463"/>
                  <a:ext cx="2487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831CC2-53A3-00F0-FACF-18C5F34018B4}"/>
                    </a:ext>
                  </a:extLst>
                </p14:cNvPr>
                <p14:cNvContentPartPr/>
                <p14:nvPr/>
              </p14:nvContentPartPr>
              <p14:xfrm>
                <a:off x="2249166" y="4236783"/>
                <a:ext cx="104040" cy="31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831CC2-53A3-00F0-FACF-18C5F34018B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31166" y="4219143"/>
                  <a:ext cx="139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ED5B091-3795-141A-2D2F-06621CE64949}"/>
                    </a:ext>
                  </a:extLst>
                </p14:cNvPr>
                <p14:cNvContentPartPr/>
                <p14:nvPr/>
              </p14:nvContentPartPr>
              <p14:xfrm>
                <a:off x="2204526" y="4330743"/>
                <a:ext cx="241560" cy="58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ED5B091-3795-141A-2D2F-06621CE649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86526" y="4313103"/>
                  <a:ext cx="277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3584172-DB4E-53EF-6FD6-FAA72906E95D}"/>
                    </a:ext>
                  </a:extLst>
                </p14:cNvPr>
                <p14:cNvContentPartPr/>
                <p14:nvPr/>
              </p14:nvContentPartPr>
              <p14:xfrm>
                <a:off x="2707806" y="4282143"/>
                <a:ext cx="139680" cy="55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3584172-DB4E-53EF-6FD6-FAA72906E95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690166" y="4264143"/>
                  <a:ext cx="175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3C34805-76A5-87B3-8E1E-D64AF05EAFEB}"/>
                    </a:ext>
                  </a:extLst>
                </p14:cNvPr>
                <p14:cNvContentPartPr/>
                <p14:nvPr/>
              </p14:nvContentPartPr>
              <p14:xfrm>
                <a:off x="2776566" y="4191423"/>
                <a:ext cx="30600" cy="241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3C34805-76A5-87B3-8E1E-D64AF05EAFE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758926" y="4173783"/>
                  <a:ext cx="66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1CBA11F-8A5A-1167-9A8E-19F69775E35C}"/>
                    </a:ext>
                  </a:extLst>
                </p14:cNvPr>
                <p14:cNvContentPartPr/>
                <p14:nvPr/>
              </p14:nvContentPartPr>
              <p14:xfrm>
                <a:off x="2690166" y="4433343"/>
                <a:ext cx="202680" cy="42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1CBA11F-8A5A-1167-9A8E-19F69775E35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72526" y="4415703"/>
                  <a:ext cx="238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61D77A-5EEE-3ABD-D9FF-CEAF6779BC4E}"/>
                    </a:ext>
                  </a:extLst>
                </p14:cNvPr>
                <p14:cNvContentPartPr/>
                <p14:nvPr/>
              </p14:nvContentPartPr>
              <p14:xfrm>
                <a:off x="3168246" y="4153983"/>
                <a:ext cx="58320" cy="348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61D77A-5EEE-3ABD-D9FF-CEAF6779BC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50606" y="4136343"/>
                  <a:ext cx="939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FA3F22-6455-D783-103E-4E5BA21845D2}"/>
                    </a:ext>
                  </a:extLst>
                </p14:cNvPr>
                <p14:cNvContentPartPr/>
                <p14:nvPr/>
              </p14:nvContentPartPr>
              <p14:xfrm>
                <a:off x="2977086" y="4527303"/>
                <a:ext cx="490680" cy="42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FA3F22-6455-D783-103E-4E5BA21845D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59086" y="4509663"/>
                  <a:ext cx="52632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DF569F5-42B8-4B35-5929-09F7DB031D55}"/>
              </a:ext>
            </a:extLst>
          </p:cNvPr>
          <p:cNvGrpSpPr/>
          <p:nvPr/>
        </p:nvGrpSpPr>
        <p:grpSpPr>
          <a:xfrm>
            <a:off x="2938926" y="4727823"/>
            <a:ext cx="536760" cy="384840"/>
            <a:chOff x="2938926" y="4727823"/>
            <a:chExt cx="53676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A6963F3-C806-33EB-945B-DD1B94DEC3C5}"/>
                    </a:ext>
                  </a:extLst>
                </p14:cNvPr>
                <p14:cNvContentPartPr/>
                <p14:nvPr/>
              </p14:nvContentPartPr>
              <p14:xfrm>
                <a:off x="2938926" y="4727823"/>
                <a:ext cx="448200" cy="384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A6963F3-C806-33EB-945B-DD1B94DEC3C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21286" y="4709823"/>
                  <a:ext cx="4838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7A87F8F-221F-862A-B597-ABFDD6585E00}"/>
                    </a:ext>
                  </a:extLst>
                </p14:cNvPr>
                <p14:cNvContentPartPr/>
                <p14:nvPr/>
              </p14:nvContentPartPr>
              <p14:xfrm>
                <a:off x="3174006" y="4893423"/>
                <a:ext cx="301680" cy="213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7A87F8F-221F-862A-B597-ABFDD6585E0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56366" y="4875783"/>
                  <a:ext cx="33732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86DFF44-2C8D-9250-5303-BD79B900CDC2}"/>
              </a:ext>
            </a:extLst>
          </p:cNvPr>
          <p:cNvGrpSpPr/>
          <p:nvPr/>
        </p:nvGrpSpPr>
        <p:grpSpPr>
          <a:xfrm>
            <a:off x="4963206" y="4079823"/>
            <a:ext cx="1579320" cy="376560"/>
            <a:chOff x="4963206" y="4079823"/>
            <a:chExt cx="157932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5D3C67E-F504-335E-28C1-AA18D094C4EB}"/>
                    </a:ext>
                  </a:extLst>
                </p14:cNvPr>
                <p14:cNvContentPartPr/>
                <p14:nvPr/>
              </p14:nvContentPartPr>
              <p14:xfrm>
                <a:off x="4963206" y="4201863"/>
                <a:ext cx="290160" cy="180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5D3C67E-F504-335E-28C1-AA18D094C4E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45206" y="4183863"/>
                  <a:ext cx="325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1D9FF42-5B5E-4DF7-1D78-E9926086D649}"/>
                    </a:ext>
                  </a:extLst>
                </p14:cNvPr>
                <p14:cNvContentPartPr/>
                <p14:nvPr/>
              </p14:nvContentPartPr>
              <p14:xfrm>
                <a:off x="5467926" y="4219863"/>
                <a:ext cx="83880" cy="4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1D9FF42-5B5E-4DF7-1D78-E9926086D64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49926" y="4201863"/>
                  <a:ext cx="119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B4B1603-0B3D-5D92-493B-4DC587DE627B}"/>
                    </a:ext>
                  </a:extLst>
                </p14:cNvPr>
                <p14:cNvContentPartPr/>
                <p14:nvPr/>
              </p14:nvContentPartPr>
              <p14:xfrm>
                <a:off x="5437326" y="4303743"/>
                <a:ext cx="184680" cy="30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B4B1603-0B3D-5D92-493B-4DC587DE627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19326" y="4286103"/>
                  <a:ext cx="220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3E3AFAA-FEF3-061D-2738-6EDC4F8304B2}"/>
                    </a:ext>
                  </a:extLst>
                </p14:cNvPr>
                <p14:cNvContentPartPr/>
                <p14:nvPr/>
              </p14:nvContentPartPr>
              <p14:xfrm>
                <a:off x="5880486" y="4158663"/>
                <a:ext cx="160920" cy="42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3E3AFAA-FEF3-061D-2738-6EDC4F8304B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62486" y="4141023"/>
                  <a:ext cx="196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12B3C98-C48F-4780-CB4C-1104DACB5670}"/>
                    </a:ext>
                  </a:extLst>
                </p14:cNvPr>
                <p14:cNvContentPartPr/>
                <p14:nvPr/>
              </p14:nvContentPartPr>
              <p14:xfrm>
                <a:off x="5919726" y="4079823"/>
                <a:ext cx="72000" cy="225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12B3C98-C48F-4780-CB4C-1104DACB567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02086" y="4061823"/>
                  <a:ext cx="107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4DB7859-468E-5FDB-3E96-FB3B8EA49AA5}"/>
                    </a:ext>
                  </a:extLst>
                </p14:cNvPr>
                <p14:cNvContentPartPr/>
                <p14:nvPr/>
              </p14:nvContentPartPr>
              <p14:xfrm>
                <a:off x="5847726" y="4323903"/>
                <a:ext cx="231480" cy="29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4DB7859-468E-5FDB-3E96-FB3B8EA49AA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29726" y="4305903"/>
                  <a:ext cx="267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270991F-C0DA-0B87-0833-A250C648288C}"/>
                    </a:ext>
                  </a:extLst>
                </p14:cNvPr>
                <p14:cNvContentPartPr/>
                <p14:nvPr/>
              </p14:nvContentPartPr>
              <p14:xfrm>
                <a:off x="6326166" y="4087743"/>
                <a:ext cx="48960" cy="273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270991F-C0DA-0B87-0833-A250C648288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08526" y="4070103"/>
                  <a:ext cx="846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7D45C6E-1D71-C3B6-6F39-2DC33AD8A1C0}"/>
                    </a:ext>
                  </a:extLst>
                </p14:cNvPr>
                <p14:cNvContentPartPr/>
                <p14:nvPr/>
              </p14:nvContentPartPr>
              <p14:xfrm>
                <a:off x="6029166" y="4433343"/>
                <a:ext cx="513360" cy="23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7D45C6E-1D71-C3B6-6F39-2DC33AD8A1C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11526" y="4415343"/>
                  <a:ext cx="5490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FAF9C94-5BD2-2657-BB38-78C005B9AD57}"/>
              </a:ext>
            </a:extLst>
          </p:cNvPr>
          <p:cNvGrpSpPr/>
          <p:nvPr/>
        </p:nvGrpSpPr>
        <p:grpSpPr>
          <a:xfrm>
            <a:off x="5979486" y="4606143"/>
            <a:ext cx="451440" cy="398520"/>
            <a:chOff x="5979486" y="4606143"/>
            <a:chExt cx="45144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B5581FD-7CF2-F9E1-E5A1-1B9255B9C1DE}"/>
                    </a:ext>
                  </a:extLst>
                </p14:cNvPr>
                <p14:cNvContentPartPr/>
                <p14:nvPr/>
              </p14:nvContentPartPr>
              <p14:xfrm>
                <a:off x="5979486" y="4606143"/>
                <a:ext cx="451440" cy="396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B5581FD-7CF2-F9E1-E5A1-1B9255B9C1D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61486" y="4588143"/>
                  <a:ext cx="4870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B4E3B47-7305-408F-2A53-2FEF592063D0}"/>
                    </a:ext>
                  </a:extLst>
                </p14:cNvPr>
                <p14:cNvContentPartPr/>
                <p14:nvPr/>
              </p14:nvContentPartPr>
              <p14:xfrm>
                <a:off x="6154806" y="4776783"/>
                <a:ext cx="133560" cy="227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B4E3B47-7305-408F-2A53-2FEF592063D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36806" y="4759143"/>
                  <a:ext cx="169200" cy="26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E77C7F7-97CA-97FC-1EA3-5361A071694C}"/>
                  </a:ext>
                </a:extLst>
              </p14:cNvPr>
              <p14:cNvContentPartPr/>
              <p14:nvPr/>
            </p14:nvContentPartPr>
            <p14:xfrm>
              <a:off x="7054086" y="4398063"/>
              <a:ext cx="93240" cy="2073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E77C7F7-97CA-97FC-1EA3-5361A071694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036086" y="4380063"/>
                <a:ext cx="12888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695386F-3F10-CE5C-F8B5-7FDFBCC4E71F}"/>
              </a:ext>
            </a:extLst>
          </p:cNvPr>
          <p:cNvGrpSpPr/>
          <p:nvPr/>
        </p:nvGrpSpPr>
        <p:grpSpPr>
          <a:xfrm>
            <a:off x="7739526" y="4053543"/>
            <a:ext cx="1766160" cy="390960"/>
            <a:chOff x="7739526" y="4053543"/>
            <a:chExt cx="176616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43038D8-A9B9-F48E-D8DE-07D31ACDA1B4}"/>
                    </a:ext>
                  </a:extLst>
                </p14:cNvPr>
                <p14:cNvContentPartPr/>
                <p14:nvPr/>
              </p14:nvContentPartPr>
              <p14:xfrm>
                <a:off x="7739526" y="4153263"/>
                <a:ext cx="249120" cy="179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43038D8-A9B9-F48E-D8DE-07D31ACDA1B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21886" y="4135623"/>
                  <a:ext cx="284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C283C45-B996-7B22-49BE-0659980C244B}"/>
                    </a:ext>
                  </a:extLst>
                </p14:cNvPr>
                <p14:cNvContentPartPr/>
                <p14:nvPr/>
              </p14:nvContentPartPr>
              <p14:xfrm>
                <a:off x="8213646" y="4169823"/>
                <a:ext cx="79200" cy="10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C283C45-B996-7B22-49BE-0659980C244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95646" y="4151823"/>
                  <a:ext cx="114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1108C7A-E8C9-4008-C6DB-91E1CCCE6628}"/>
                    </a:ext>
                  </a:extLst>
                </p14:cNvPr>
                <p14:cNvContentPartPr/>
                <p14:nvPr/>
              </p14:nvContentPartPr>
              <p14:xfrm>
                <a:off x="8151366" y="4243983"/>
                <a:ext cx="185760" cy="37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1108C7A-E8C9-4008-C6DB-91E1CCCE662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33366" y="4226343"/>
                  <a:ext cx="221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DDAEE40-67C2-71ED-B91F-3FC609D9FCD1}"/>
                    </a:ext>
                  </a:extLst>
                </p14:cNvPr>
                <p14:cNvContentPartPr/>
                <p14:nvPr/>
              </p14:nvContentPartPr>
              <p14:xfrm>
                <a:off x="8613606" y="4162263"/>
                <a:ext cx="155520" cy="21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DDAEE40-67C2-71ED-B91F-3FC609D9FCD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595606" y="4144623"/>
                  <a:ext cx="191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EE60E1A-E421-91DA-301A-0360F156FF7C}"/>
                    </a:ext>
                  </a:extLst>
                </p14:cNvPr>
                <p14:cNvContentPartPr/>
                <p14:nvPr/>
              </p14:nvContentPartPr>
              <p14:xfrm>
                <a:off x="8648526" y="4053543"/>
                <a:ext cx="60840" cy="209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EE60E1A-E421-91DA-301A-0360F156FF7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630886" y="4035543"/>
                  <a:ext cx="964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8EF1EF-68B4-BEFE-7267-47C89E10922F}"/>
                    </a:ext>
                  </a:extLst>
                </p14:cNvPr>
                <p14:cNvContentPartPr/>
                <p14:nvPr/>
              </p14:nvContentPartPr>
              <p14:xfrm>
                <a:off x="8549166" y="4301583"/>
                <a:ext cx="203760" cy="27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8EF1EF-68B4-BEFE-7267-47C89E10922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531526" y="4283583"/>
                  <a:ext cx="239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3458025-67BD-64C8-2620-604AE5E4AEAF}"/>
                    </a:ext>
                  </a:extLst>
                </p14:cNvPr>
                <p14:cNvContentPartPr/>
                <p14:nvPr/>
              </p14:nvContentPartPr>
              <p14:xfrm>
                <a:off x="9165486" y="4057503"/>
                <a:ext cx="62640" cy="315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3458025-67BD-64C8-2620-604AE5E4AEA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47846" y="4039863"/>
                  <a:ext cx="982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924E40B-D915-E164-F4B0-0170D31D1FAC}"/>
                    </a:ext>
                  </a:extLst>
                </p14:cNvPr>
                <p14:cNvContentPartPr/>
                <p14:nvPr/>
              </p14:nvContentPartPr>
              <p14:xfrm>
                <a:off x="8904846" y="4416783"/>
                <a:ext cx="600840" cy="27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924E40B-D915-E164-F4B0-0170D31D1FA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887206" y="4399143"/>
                  <a:ext cx="63648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D812CA7-509F-2AF8-1A07-FD75FC6AA62F}"/>
              </a:ext>
            </a:extLst>
          </p:cNvPr>
          <p:cNvGrpSpPr/>
          <p:nvPr/>
        </p:nvGrpSpPr>
        <p:grpSpPr>
          <a:xfrm>
            <a:off x="8941566" y="4594263"/>
            <a:ext cx="447120" cy="483480"/>
            <a:chOff x="8941566" y="4594263"/>
            <a:chExt cx="44712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485783F-5E46-A969-BB2A-F877DDCCC055}"/>
                    </a:ext>
                  </a:extLst>
                </p14:cNvPr>
                <p14:cNvContentPartPr/>
                <p14:nvPr/>
              </p14:nvContentPartPr>
              <p14:xfrm>
                <a:off x="8941566" y="4594263"/>
                <a:ext cx="447120" cy="450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485783F-5E46-A969-BB2A-F877DDCCC05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23926" y="4576623"/>
                  <a:ext cx="4827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707697A-7A63-A883-BFF5-3511074CA51F}"/>
                    </a:ext>
                  </a:extLst>
                </p14:cNvPr>
                <p14:cNvContentPartPr/>
                <p14:nvPr/>
              </p14:nvContentPartPr>
              <p14:xfrm>
                <a:off x="9139566" y="4806303"/>
                <a:ext cx="175320" cy="271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707697A-7A63-A883-BFF5-3511074CA51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21566" y="4788303"/>
                  <a:ext cx="210960" cy="30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8626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B58557-F185-F55D-F46E-0DCEFE00B33F}"/>
              </a:ext>
            </a:extLst>
          </p:cNvPr>
          <p:cNvGrpSpPr/>
          <p:nvPr/>
        </p:nvGrpSpPr>
        <p:grpSpPr>
          <a:xfrm>
            <a:off x="2778366" y="164103"/>
            <a:ext cx="595800" cy="672840"/>
            <a:chOff x="2778366" y="164103"/>
            <a:chExt cx="595800" cy="6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42CF5D8-0AAD-3AE0-2E5A-22A33B7FBA34}"/>
                    </a:ext>
                  </a:extLst>
                </p14:cNvPr>
                <p14:cNvContentPartPr/>
                <p14:nvPr/>
              </p14:nvContentPartPr>
              <p14:xfrm>
                <a:off x="2778366" y="346263"/>
                <a:ext cx="298440" cy="490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42CF5D8-0AAD-3AE0-2E5A-22A33B7FBA3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60726" y="328263"/>
                  <a:ext cx="33408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E8D99FC-F24B-1B8D-97CF-65FBBF19C5AF}"/>
                    </a:ext>
                  </a:extLst>
                </p14:cNvPr>
                <p14:cNvContentPartPr/>
                <p14:nvPr/>
              </p14:nvContentPartPr>
              <p14:xfrm>
                <a:off x="2873406" y="571983"/>
                <a:ext cx="205920" cy="43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E8D99FC-F24B-1B8D-97CF-65FBBF19C5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55406" y="553983"/>
                  <a:ext cx="241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A618818-778A-C123-6D60-F489649C7E2D}"/>
                    </a:ext>
                  </a:extLst>
                </p14:cNvPr>
                <p14:cNvContentPartPr/>
                <p14:nvPr/>
              </p14:nvContentPartPr>
              <p14:xfrm>
                <a:off x="3169326" y="405303"/>
                <a:ext cx="204840" cy="405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A618818-778A-C123-6D60-F489649C7E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51326" y="387303"/>
                  <a:ext cx="24048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FACCAC-F6D3-C379-766D-11A440B16F60}"/>
                    </a:ext>
                  </a:extLst>
                </p14:cNvPr>
                <p14:cNvContentPartPr/>
                <p14:nvPr/>
              </p14:nvContentPartPr>
              <p14:xfrm>
                <a:off x="3158886" y="600063"/>
                <a:ext cx="176040" cy="43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FACCAC-F6D3-C379-766D-11A440B16F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41246" y="582063"/>
                  <a:ext cx="2116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CE96D8-D644-B914-48B1-7463AE612138}"/>
                    </a:ext>
                  </a:extLst>
                </p14:cNvPr>
                <p14:cNvContentPartPr/>
                <p14:nvPr/>
              </p14:nvContentPartPr>
              <p14:xfrm>
                <a:off x="3126486" y="164103"/>
                <a:ext cx="95040" cy="19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ACE96D8-D644-B914-48B1-7463AE6121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08846" y="146463"/>
                  <a:ext cx="13068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BF1009-E1B9-620F-5D5B-685587B145D1}"/>
              </a:ext>
            </a:extLst>
          </p:cNvPr>
          <p:cNvGrpSpPr/>
          <p:nvPr/>
        </p:nvGrpSpPr>
        <p:grpSpPr>
          <a:xfrm>
            <a:off x="3661086" y="639303"/>
            <a:ext cx="181440" cy="123120"/>
            <a:chOff x="3661086" y="639303"/>
            <a:chExt cx="181440" cy="12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2B833D4-9182-446D-4BD6-2B5586EA4CF2}"/>
                    </a:ext>
                  </a:extLst>
                </p14:cNvPr>
                <p14:cNvContentPartPr/>
                <p14:nvPr/>
              </p14:nvContentPartPr>
              <p14:xfrm>
                <a:off x="3661086" y="639303"/>
                <a:ext cx="181440" cy="24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B833D4-9182-446D-4BD6-2B5586EA4C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43086" y="621303"/>
                  <a:ext cx="217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C247E0-38F8-E45A-1BA9-5C30E46F20F2}"/>
                    </a:ext>
                  </a:extLst>
                </p14:cNvPr>
                <p14:cNvContentPartPr/>
                <p14:nvPr/>
              </p14:nvContentPartPr>
              <p14:xfrm>
                <a:off x="3670446" y="730743"/>
                <a:ext cx="160200" cy="31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C247E0-38F8-E45A-1BA9-5C30E46F20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52446" y="712743"/>
                  <a:ext cx="19584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2CE503B-5BD5-DEED-7188-66A002EF9BFC}"/>
              </a:ext>
            </a:extLst>
          </p:cNvPr>
          <p:cNvGrpSpPr/>
          <p:nvPr/>
        </p:nvGrpSpPr>
        <p:grpSpPr>
          <a:xfrm>
            <a:off x="2122806" y="1247703"/>
            <a:ext cx="1216800" cy="563760"/>
            <a:chOff x="2122806" y="1247703"/>
            <a:chExt cx="121680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8004ED9-494B-4AF9-D57C-BD04116D32F3}"/>
                    </a:ext>
                  </a:extLst>
                </p14:cNvPr>
                <p14:cNvContentPartPr/>
                <p14:nvPr/>
              </p14:nvContentPartPr>
              <p14:xfrm>
                <a:off x="2122806" y="1419423"/>
                <a:ext cx="228600" cy="392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8004ED9-494B-4AF9-D57C-BD04116D32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04806" y="1401423"/>
                  <a:ext cx="2642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80965D-95F4-CEDF-F39B-07B59E892E09}"/>
                    </a:ext>
                  </a:extLst>
                </p14:cNvPr>
                <p14:cNvContentPartPr/>
                <p14:nvPr/>
              </p14:nvContentPartPr>
              <p14:xfrm>
                <a:off x="2185086" y="1606263"/>
                <a:ext cx="163440" cy="44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80965D-95F4-CEDF-F39B-07B59E892E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67086" y="1588623"/>
                  <a:ext cx="199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69DB4E-9BF7-4FD8-90CB-29DCA746569D}"/>
                    </a:ext>
                  </a:extLst>
                </p14:cNvPr>
                <p14:cNvContentPartPr/>
                <p14:nvPr/>
              </p14:nvContentPartPr>
              <p14:xfrm>
                <a:off x="2451126" y="1402143"/>
                <a:ext cx="171360" cy="36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69DB4E-9BF7-4FD8-90CB-29DCA74656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33126" y="1384503"/>
                  <a:ext cx="207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39C915-952C-371D-7898-DE4F53A612B1}"/>
                    </a:ext>
                  </a:extLst>
                </p14:cNvPr>
                <p14:cNvContentPartPr/>
                <p14:nvPr/>
              </p14:nvContentPartPr>
              <p14:xfrm>
                <a:off x="2701326" y="1247703"/>
                <a:ext cx="53280" cy="231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39C915-952C-371D-7898-DE4F53A612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83686" y="1229703"/>
                  <a:ext cx="88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93FBD0-EA1F-F8EA-9E4E-CDBA95E106A1}"/>
                    </a:ext>
                  </a:extLst>
                </p14:cNvPr>
                <p14:cNvContentPartPr/>
                <p14:nvPr/>
              </p14:nvContentPartPr>
              <p14:xfrm>
                <a:off x="2781246" y="1459023"/>
                <a:ext cx="214200" cy="351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93FBD0-EA1F-F8EA-9E4E-CDBA95E106A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63246" y="1441383"/>
                  <a:ext cx="2498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925D2F3-464D-F85B-2D8B-71C306A61077}"/>
                    </a:ext>
                  </a:extLst>
                </p14:cNvPr>
                <p14:cNvContentPartPr/>
                <p14:nvPr/>
              </p14:nvContentPartPr>
              <p14:xfrm>
                <a:off x="2820126" y="1648023"/>
                <a:ext cx="132840" cy="31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925D2F3-464D-F85B-2D8B-71C306A610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02486" y="1630023"/>
                  <a:ext cx="168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0FC849-0B28-62F5-591B-D70DCCACA106}"/>
                    </a:ext>
                  </a:extLst>
                </p14:cNvPr>
                <p14:cNvContentPartPr/>
                <p14:nvPr/>
              </p14:nvContentPartPr>
              <p14:xfrm>
                <a:off x="3142326" y="1482063"/>
                <a:ext cx="197280" cy="32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0FC849-0B28-62F5-591B-D70DCCACA1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24686" y="1464063"/>
                  <a:ext cx="2329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B5D7ED-A0F7-3906-7B73-A58020BBD4F2}"/>
                    </a:ext>
                  </a:extLst>
                </p14:cNvPr>
                <p14:cNvContentPartPr/>
                <p14:nvPr/>
              </p14:nvContentPartPr>
              <p14:xfrm>
                <a:off x="3152406" y="1622103"/>
                <a:ext cx="168840" cy="7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B5D7ED-A0F7-3906-7B73-A58020BBD4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34406" y="1604103"/>
                  <a:ext cx="20448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8616D78-F207-3CA5-1751-A645EFB4A09E}"/>
                  </a:ext>
                </a:extLst>
              </p14:cNvPr>
              <p14:cNvContentPartPr/>
              <p14:nvPr/>
            </p14:nvContentPartPr>
            <p14:xfrm>
              <a:off x="3571086" y="1214223"/>
              <a:ext cx="123480" cy="2736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8616D78-F207-3CA5-1751-A645EFB4A0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53086" y="1196223"/>
                <a:ext cx="159120" cy="30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BA53A23-85DA-F139-8DD5-8F0A9286CA90}"/>
              </a:ext>
            </a:extLst>
          </p:cNvPr>
          <p:cNvGrpSpPr/>
          <p:nvPr/>
        </p:nvGrpSpPr>
        <p:grpSpPr>
          <a:xfrm>
            <a:off x="3829566" y="1630743"/>
            <a:ext cx="195120" cy="147600"/>
            <a:chOff x="3829566" y="1630743"/>
            <a:chExt cx="195120" cy="1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245B28-662C-423C-6447-DDB7C785D6F6}"/>
                    </a:ext>
                  </a:extLst>
                </p14:cNvPr>
                <p14:cNvContentPartPr/>
                <p14:nvPr/>
              </p14:nvContentPartPr>
              <p14:xfrm>
                <a:off x="3887166" y="1630743"/>
                <a:ext cx="137520" cy="2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245B28-662C-423C-6447-DDB7C785D6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9166" y="1613103"/>
                  <a:ext cx="173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FC33E5-7F0E-8077-9216-922E83702849}"/>
                    </a:ext>
                  </a:extLst>
                </p14:cNvPr>
                <p14:cNvContentPartPr/>
                <p14:nvPr/>
              </p14:nvContentPartPr>
              <p14:xfrm>
                <a:off x="3829566" y="1735143"/>
                <a:ext cx="185040" cy="43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FC33E5-7F0E-8077-9216-922E8370284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11566" y="1717503"/>
                  <a:ext cx="2206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2BC89F-7EDC-05A1-FBC9-0289AB6EB1F8}"/>
              </a:ext>
            </a:extLst>
          </p:cNvPr>
          <p:cNvGrpSpPr/>
          <p:nvPr/>
        </p:nvGrpSpPr>
        <p:grpSpPr>
          <a:xfrm>
            <a:off x="4732806" y="1280463"/>
            <a:ext cx="1102320" cy="538920"/>
            <a:chOff x="4732806" y="1280463"/>
            <a:chExt cx="1102320" cy="53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4E62CA-E63E-2444-F2BD-690ED59B6E4D}"/>
                    </a:ext>
                  </a:extLst>
                </p14:cNvPr>
                <p14:cNvContentPartPr/>
                <p14:nvPr/>
              </p14:nvContentPartPr>
              <p14:xfrm>
                <a:off x="4758726" y="1472703"/>
                <a:ext cx="228960" cy="346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4E62CA-E63E-2444-F2BD-690ED59B6E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40726" y="1455063"/>
                  <a:ext cx="2646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651D11-B2B5-8B40-499F-EC77F61124AF}"/>
                    </a:ext>
                  </a:extLst>
                </p14:cNvPr>
                <p14:cNvContentPartPr/>
                <p14:nvPr/>
              </p14:nvContentPartPr>
              <p14:xfrm>
                <a:off x="4732806" y="1596183"/>
                <a:ext cx="163440" cy="80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651D11-B2B5-8B40-499F-EC77F61124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15166" y="1578183"/>
                  <a:ext cx="199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09BA097-C547-4044-043B-AB773733D85E}"/>
                    </a:ext>
                  </a:extLst>
                </p14:cNvPr>
                <p14:cNvContentPartPr/>
                <p14:nvPr/>
              </p14:nvContentPartPr>
              <p14:xfrm>
                <a:off x="5168406" y="1451463"/>
                <a:ext cx="185760" cy="25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09BA097-C547-4044-043B-AB773733D8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50766" y="1433463"/>
                  <a:ext cx="2214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0B7D0D-EAC9-3CF1-8EB9-89CCF5A23CEB}"/>
                    </a:ext>
                  </a:extLst>
                </p14:cNvPr>
                <p14:cNvContentPartPr/>
                <p14:nvPr/>
              </p14:nvContentPartPr>
              <p14:xfrm>
                <a:off x="5422566" y="1280463"/>
                <a:ext cx="54720" cy="234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0B7D0D-EAC9-3CF1-8EB9-89CCF5A23C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04926" y="1262823"/>
                  <a:ext cx="903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B07BF7-41D2-4E2C-2BC1-63A975D946C2}"/>
                    </a:ext>
                  </a:extLst>
                </p14:cNvPr>
                <p14:cNvContentPartPr/>
                <p14:nvPr/>
              </p14:nvContentPartPr>
              <p14:xfrm>
                <a:off x="5634246" y="1461543"/>
                <a:ext cx="189360" cy="32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B07BF7-41D2-4E2C-2BC1-63A975D946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16606" y="1443543"/>
                  <a:ext cx="2250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973F8C-C1A9-C83D-A451-6326195B235E}"/>
                    </a:ext>
                  </a:extLst>
                </p14:cNvPr>
                <p14:cNvContentPartPr/>
                <p14:nvPr/>
              </p14:nvContentPartPr>
              <p14:xfrm>
                <a:off x="5694726" y="1462623"/>
                <a:ext cx="92880" cy="267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973F8C-C1A9-C83D-A451-6326195B23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77086" y="1444983"/>
                  <a:ext cx="1285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5A0188-4B9F-808A-4829-4E20D46BC117}"/>
                    </a:ext>
                  </a:extLst>
                </p14:cNvPr>
                <p14:cNvContentPartPr/>
                <p14:nvPr/>
              </p14:nvContentPartPr>
              <p14:xfrm>
                <a:off x="5521566" y="1755663"/>
                <a:ext cx="313560" cy="30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5A0188-4B9F-808A-4829-4E20D46BC11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03566" y="1737663"/>
                  <a:ext cx="3492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F810C9A-1692-8C2B-B185-D3BA4D54673F}"/>
              </a:ext>
            </a:extLst>
          </p:cNvPr>
          <p:cNvGrpSpPr/>
          <p:nvPr/>
        </p:nvGrpSpPr>
        <p:grpSpPr>
          <a:xfrm>
            <a:off x="4165446" y="474063"/>
            <a:ext cx="282600" cy="356400"/>
            <a:chOff x="4165446" y="474063"/>
            <a:chExt cx="28260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DAAC0A-7DF0-8E1D-65CE-71865B682CB7}"/>
                    </a:ext>
                  </a:extLst>
                </p14:cNvPr>
                <p14:cNvContentPartPr/>
                <p14:nvPr/>
              </p14:nvContentPartPr>
              <p14:xfrm>
                <a:off x="4236726" y="830103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DAAC0A-7DF0-8E1D-65CE-71865B682CB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19086" y="8124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1DB106-2C6A-FAF7-6E1E-6F92921A10D4}"/>
                    </a:ext>
                  </a:extLst>
                </p14:cNvPr>
                <p14:cNvContentPartPr/>
                <p14:nvPr/>
              </p14:nvContentPartPr>
              <p14:xfrm>
                <a:off x="4250766" y="474063"/>
                <a:ext cx="197280" cy="43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1DB106-2C6A-FAF7-6E1E-6F92921A10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33126" y="456423"/>
                  <a:ext cx="232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D05577-17A0-0B8A-7472-2A060112BD07}"/>
                    </a:ext>
                  </a:extLst>
                </p14:cNvPr>
                <p14:cNvContentPartPr/>
                <p14:nvPr/>
              </p14:nvContentPartPr>
              <p14:xfrm>
                <a:off x="4297566" y="508623"/>
                <a:ext cx="47520" cy="259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D05577-17A0-0B8A-7472-2A060112BD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79926" y="490623"/>
                  <a:ext cx="83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A359A8-6CC6-C29A-2431-A2EDA36340F6}"/>
                    </a:ext>
                  </a:extLst>
                </p14:cNvPr>
                <p14:cNvContentPartPr/>
                <p14:nvPr/>
              </p14:nvContentPartPr>
              <p14:xfrm>
                <a:off x="4165446" y="791583"/>
                <a:ext cx="254160" cy="38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A359A8-6CC6-C29A-2431-A2EDA36340F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47446" y="773583"/>
                  <a:ext cx="28980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A7F02F-3FD4-9589-2A2F-B754151AD041}"/>
                  </a:ext>
                </a:extLst>
              </p14:cNvPr>
              <p14:cNvContentPartPr/>
              <p14:nvPr/>
            </p14:nvContentPartPr>
            <p14:xfrm>
              <a:off x="4939446" y="641103"/>
              <a:ext cx="111960" cy="8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A7F02F-3FD4-9589-2A2F-B754151AD04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21446" y="623103"/>
                <a:ext cx="1476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CB9C46-6E31-A762-1504-A49969665F9B}"/>
                  </a:ext>
                </a:extLst>
              </p14:cNvPr>
              <p14:cNvContentPartPr/>
              <p14:nvPr/>
            </p14:nvContentPartPr>
            <p14:xfrm>
              <a:off x="4915326" y="734343"/>
              <a:ext cx="89640" cy="25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CB9C46-6E31-A762-1504-A49969665F9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897686" y="716343"/>
                <a:ext cx="1252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5927CF-9A3B-96B2-A6C9-ED703FF5661A}"/>
                  </a:ext>
                </a:extLst>
              </p14:cNvPr>
              <p14:cNvContentPartPr/>
              <p14:nvPr/>
            </p14:nvContentPartPr>
            <p14:xfrm>
              <a:off x="5377566" y="463263"/>
              <a:ext cx="163800" cy="293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5927CF-9A3B-96B2-A6C9-ED703FF5661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59926" y="445623"/>
                <a:ext cx="19944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52505FD-E5AB-0903-DD56-EC814F04AD26}"/>
                  </a:ext>
                </a:extLst>
              </p14:cNvPr>
              <p14:cNvContentPartPr/>
              <p14:nvPr/>
            </p14:nvContentPartPr>
            <p14:xfrm>
              <a:off x="5390526" y="635343"/>
              <a:ext cx="192960" cy="61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52505FD-E5AB-0903-DD56-EC814F04AD2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72886" y="617703"/>
                <a:ext cx="2286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B19BC5C-D1BA-807D-54BA-EBF052CA4055}"/>
                  </a:ext>
                </a:extLst>
              </p14:cNvPr>
              <p14:cNvContentPartPr/>
              <p14:nvPr/>
            </p14:nvContentPartPr>
            <p14:xfrm>
              <a:off x="5778606" y="454263"/>
              <a:ext cx="208080" cy="357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B19BC5C-D1BA-807D-54BA-EBF052CA405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760966" y="436263"/>
                <a:ext cx="24372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8E042CA-47D4-E109-22D4-C08FE1399005}"/>
                  </a:ext>
                </a:extLst>
              </p14:cNvPr>
              <p14:cNvContentPartPr/>
              <p14:nvPr/>
            </p14:nvContentPartPr>
            <p14:xfrm>
              <a:off x="5826126" y="651903"/>
              <a:ext cx="204480" cy="36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8E042CA-47D4-E109-22D4-C08FE139900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08486" y="633903"/>
                <a:ext cx="2401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E7FB432-E9E7-A6F2-2643-25E806E6833E}"/>
                  </a:ext>
                </a:extLst>
              </p14:cNvPr>
              <p14:cNvContentPartPr/>
              <p14:nvPr/>
            </p14:nvContentPartPr>
            <p14:xfrm>
              <a:off x="6260646" y="219903"/>
              <a:ext cx="88560" cy="256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E7FB432-E9E7-A6F2-2643-25E806E6833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242646" y="201903"/>
                <a:ext cx="124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E481245-8B9C-40B3-80F7-9B52DAD0BD89}"/>
                  </a:ext>
                </a:extLst>
              </p14:cNvPr>
              <p14:cNvContentPartPr/>
              <p14:nvPr/>
            </p14:nvContentPartPr>
            <p14:xfrm>
              <a:off x="4202886" y="891663"/>
              <a:ext cx="2147040" cy="1508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E481245-8B9C-40B3-80F7-9B52DAD0BD8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85246" y="874023"/>
                <a:ext cx="2182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3107B78-1E19-91C4-878D-4B8B4A3820D3}"/>
                  </a:ext>
                </a:extLst>
              </p14:cNvPr>
              <p14:cNvContentPartPr/>
              <p14:nvPr/>
            </p14:nvContentPartPr>
            <p14:xfrm>
              <a:off x="4248966" y="947103"/>
              <a:ext cx="2281680" cy="1602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3107B78-1E19-91C4-878D-4B8B4A3820D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230966" y="929463"/>
                <a:ext cx="231732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4EDB1CF0-D88D-D8E7-FEC5-37B2AB002A5C}"/>
              </a:ext>
            </a:extLst>
          </p:cNvPr>
          <p:cNvGrpSpPr/>
          <p:nvPr/>
        </p:nvGrpSpPr>
        <p:grpSpPr>
          <a:xfrm>
            <a:off x="1944246" y="1930623"/>
            <a:ext cx="2293560" cy="699840"/>
            <a:chOff x="1944246" y="1930623"/>
            <a:chExt cx="2293560" cy="69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9AB2AF6-6B07-B2CD-63A5-B62DC9B041EF}"/>
                    </a:ext>
                  </a:extLst>
                </p14:cNvPr>
                <p14:cNvContentPartPr/>
                <p14:nvPr/>
              </p14:nvContentPartPr>
              <p14:xfrm>
                <a:off x="2063766" y="1930623"/>
                <a:ext cx="955440" cy="33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9AB2AF6-6B07-B2CD-63A5-B62DC9B041E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46126" y="1912623"/>
                  <a:ext cx="991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8472509-A86F-C414-7387-EFC93F2631C9}"/>
                    </a:ext>
                  </a:extLst>
                </p14:cNvPr>
                <p14:cNvContentPartPr/>
                <p14:nvPr/>
              </p14:nvContentPartPr>
              <p14:xfrm>
                <a:off x="1944246" y="1954743"/>
                <a:ext cx="905040" cy="72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8472509-A86F-C414-7387-EFC93F2631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26246" y="1937103"/>
                  <a:ext cx="940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5A98BE-E7EC-A1B6-F265-6104F758DFAB}"/>
                    </a:ext>
                  </a:extLst>
                </p14:cNvPr>
                <p14:cNvContentPartPr/>
                <p14:nvPr/>
              </p14:nvContentPartPr>
              <p14:xfrm>
                <a:off x="2792046" y="2304663"/>
                <a:ext cx="190800" cy="22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5A98BE-E7EC-A1B6-F265-6104F758DFA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74406" y="2286663"/>
                  <a:ext cx="2264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983568-3CFD-EBA0-57BE-6733890EE534}"/>
                    </a:ext>
                  </a:extLst>
                </p14:cNvPr>
                <p14:cNvContentPartPr/>
                <p14:nvPr/>
              </p14:nvContentPartPr>
              <p14:xfrm>
                <a:off x="2861886" y="2315103"/>
                <a:ext cx="86400" cy="239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983568-3CFD-EBA0-57BE-6733890EE53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43886" y="2297103"/>
                  <a:ext cx="122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C43ABF-3BA3-FCE5-90E6-5465535B4D27}"/>
                    </a:ext>
                  </a:extLst>
                </p14:cNvPr>
                <p14:cNvContentPartPr/>
                <p14:nvPr/>
              </p14:nvContentPartPr>
              <p14:xfrm>
                <a:off x="2732286" y="2556663"/>
                <a:ext cx="320400" cy="73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C43ABF-3BA3-FCE5-90E6-5465535B4D2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14646" y="2539023"/>
                  <a:ext cx="3560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A45180-64D1-E44E-53AD-CA9F80B37413}"/>
                    </a:ext>
                  </a:extLst>
                </p14:cNvPr>
                <p14:cNvContentPartPr/>
                <p14:nvPr/>
              </p14:nvContentPartPr>
              <p14:xfrm>
                <a:off x="3283446" y="2263983"/>
                <a:ext cx="179280" cy="309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A45180-64D1-E44E-53AD-CA9F80B3741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65446" y="2245983"/>
                  <a:ext cx="2149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FB2CE3F-DCE6-F200-5B3A-77FCE91BDC98}"/>
                    </a:ext>
                  </a:extLst>
                </p14:cNvPr>
                <p14:cNvContentPartPr/>
                <p14:nvPr/>
              </p14:nvContentPartPr>
              <p14:xfrm>
                <a:off x="3314406" y="2403303"/>
                <a:ext cx="161640" cy="6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FB2CE3F-DCE6-F200-5B3A-77FCE91BDC9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96766" y="2385663"/>
                  <a:ext cx="197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BC107FB-75CA-80C5-7FD6-5C104858F4CD}"/>
                    </a:ext>
                  </a:extLst>
                </p14:cNvPr>
                <p14:cNvContentPartPr/>
                <p14:nvPr/>
              </p14:nvContentPartPr>
              <p14:xfrm>
                <a:off x="3697806" y="2104863"/>
                <a:ext cx="52560" cy="173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BC107FB-75CA-80C5-7FD6-5C104858F4C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79806" y="2087223"/>
                  <a:ext cx="88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FDBB2F3-4131-F4E3-57BD-FB221F833556}"/>
                    </a:ext>
                  </a:extLst>
                </p14:cNvPr>
                <p14:cNvContentPartPr/>
                <p14:nvPr/>
              </p14:nvContentPartPr>
              <p14:xfrm>
                <a:off x="3927486" y="2446863"/>
                <a:ext cx="131400" cy="28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DBB2F3-4131-F4E3-57BD-FB221F83355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09846" y="2428863"/>
                  <a:ext cx="1670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E9A8AD-A9BD-761D-768B-40C1A577BCE8}"/>
                    </a:ext>
                  </a:extLst>
                </p14:cNvPr>
                <p14:cNvContentPartPr/>
                <p14:nvPr/>
              </p14:nvContentPartPr>
              <p14:xfrm>
                <a:off x="3897966" y="2505903"/>
                <a:ext cx="339840" cy="50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E9A8AD-A9BD-761D-768B-40C1A577BCE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79966" y="2488263"/>
                  <a:ext cx="37548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A52065B-C3BD-2EC0-EE15-D51C4E978F4A}"/>
              </a:ext>
            </a:extLst>
          </p:cNvPr>
          <p:cNvGrpSpPr/>
          <p:nvPr/>
        </p:nvGrpSpPr>
        <p:grpSpPr>
          <a:xfrm>
            <a:off x="4713006" y="2006943"/>
            <a:ext cx="1135440" cy="534960"/>
            <a:chOff x="4713006" y="2006943"/>
            <a:chExt cx="113544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7C5E28-FB2D-6615-2F92-059334CF1CA5}"/>
                    </a:ext>
                  </a:extLst>
                </p14:cNvPr>
                <p14:cNvContentPartPr/>
                <p14:nvPr/>
              </p14:nvContentPartPr>
              <p14:xfrm>
                <a:off x="4713006" y="2195583"/>
                <a:ext cx="216000" cy="346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7C5E28-FB2D-6615-2F92-059334CF1CA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95006" y="2177583"/>
                  <a:ext cx="251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B473AE9-2A91-9516-DDA3-FC0953C32546}"/>
                    </a:ext>
                  </a:extLst>
                </p14:cNvPr>
                <p14:cNvContentPartPr/>
                <p14:nvPr/>
              </p14:nvContentPartPr>
              <p14:xfrm>
                <a:off x="4751886" y="2377383"/>
                <a:ext cx="191880" cy="64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B473AE9-2A91-9516-DDA3-FC0953C3254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34246" y="2359383"/>
                  <a:ext cx="227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B2B239F-D5A5-D1E1-2BFC-A56D7636D692}"/>
                    </a:ext>
                  </a:extLst>
                </p14:cNvPr>
                <p14:cNvContentPartPr/>
                <p14:nvPr/>
              </p14:nvContentPartPr>
              <p14:xfrm>
                <a:off x="5078766" y="2167863"/>
                <a:ext cx="148680" cy="57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B2B239F-D5A5-D1E1-2BFC-A56D7636D69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61126" y="2150223"/>
                  <a:ext cx="184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4E05848-CFFD-367B-3867-E4EC1764982A}"/>
                    </a:ext>
                  </a:extLst>
                </p14:cNvPr>
                <p14:cNvContentPartPr/>
                <p14:nvPr/>
              </p14:nvContentPartPr>
              <p14:xfrm>
                <a:off x="5358126" y="2006943"/>
                <a:ext cx="48960" cy="195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4E05848-CFFD-367B-3867-E4EC1764982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40126" y="1989303"/>
                  <a:ext cx="84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E15395F-BE2E-D7DF-83DB-CAAC1579395D}"/>
                    </a:ext>
                  </a:extLst>
                </p14:cNvPr>
                <p14:cNvContentPartPr/>
                <p14:nvPr/>
              </p14:nvContentPartPr>
              <p14:xfrm>
                <a:off x="5595726" y="2205303"/>
                <a:ext cx="167400" cy="20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E15395F-BE2E-D7DF-83DB-CAAC1579395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77726" y="2187663"/>
                  <a:ext cx="203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337E36E-06E0-4AA8-A9ED-84F9F5FE19DE}"/>
                    </a:ext>
                  </a:extLst>
                </p14:cNvPr>
                <p14:cNvContentPartPr/>
                <p14:nvPr/>
              </p14:nvContentPartPr>
              <p14:xfrm>
                <a:off x="5638926" y="2214303"/>
                <a:ext cx="75960" cy="268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337E36E-06E0-4AA8-A9ED-84F9F5FE19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20926" y="2196303"/>
                  <a:ext cx="1116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69BBC1F-F7DA-BC58-037F-DE0153D70593}"/>
                    </a:ext>
                  </a:extLst>
                </p14:cNvPr>
                <p14:cNvContentPartPr/>
                <p14:nvPr/>
              </p14:nvContentPartPr>
              <p14:xfrm>
                <a:off x="5474046" y="2496903"/>
                <a:ext cx="374400" cy="20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69BBC1F-F7DA-BC58-037F-DE0153D7059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56046" y="2478903"/>
                  <a:ext cx="41004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FB670EA-6A39-815D-EA78-DA47E1632841}"/>
              </a:ext>
            </a:extLst>
          </p:cNvPr>
          <p:cNvGrpSpPr/>
          <p:nvPr/>
        </p:nvGrpSpPr>
        <p:grpSpPr>
          <a:xfrm>
            <a:off x="2628966" y="2760783"/>
            <a:ext cx="2874600" cy="950400"/>
            <a:chOff x="2628966" y="2760783"/>
            <a:chExt cx="2874600" cy="95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62BBB6F-3E64-C06A-2ACF-DBE0E2F616A3}"/>
                    </a:ext>
                  </a:extLst>
                </p14:cNvPr>
                <p14:cNvContentPartPr/>
                <p14:nvPr/>
              </p14:nvContentPartPr>
              <p14:xfrm>
                <a:off x="3234846" y="3050583"/>
                <a:ext cx="192240" cy="368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62BBB6F-3E64-C06A-2ACF-DBE0E2F616A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16846" y="3032583"/>
                  <a:ext cx="2278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96E4021-9D95-D133-AB49-B1F4B404EEDE}"/>
                    </a:ext>
                  </a:extLst>
                </p14:cNvPr>
                <p14:cNvContentPartPr/>
                <p14:nvPr/>
              </p14:nvContentPartPr>
              <p14:xfrm>
                <a:off x="3244566" y="3219423"/>
                <a:ext cx="149760" cy="68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96E4021-9D95-D133-AB49-B1F4B404EED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26566" y="3201423"/>
                  <a:ext cx="185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0E445E-D75A-8A20-6C90-06596701226D}"/>
                    </a:ext>
                  </a:extLst>
                </p14:cNvPr>
                <p14:cNvContentPartPr/>
                <p14:nvPr/>
              </p14:nvContentPartPr>
              <p14:xfrm>
                <a:off x="3611766" y="2881743"/>
                <a:ext cx="48600" cy="186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0E445E-D75A-8A20-6C90-06596701226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94126" y="2864103"/>
                  <a:ext cx="84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2674ED4-2CBF-8169-0719-9D967BDD6252}"/>
                    </a:ext>
                  </a:extLst>
                </p14:cNvPr>
                <p14:cNvContentPartPr/>
                <p14:nvPr/>
              </p14:nvContentPartPr>
              <p14:xfrm>
                <a:off x="3790686" y="3222303"/>
                <a:ext cx="119880" cy="10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2674ED4-2CBF-8169-0719-9D967BDD625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72686" y="3204663"/>
                  <a:ext cx="155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7BCD00F-F07C-91C7-859F-8D70ACF7814C}"/>
                    </a:ext>
                  </a:extLst>
                </p14:cNvPr>
                <p14:cNvContentPartPr/>
                <p14:nvPr/>
              </p14:nvContentPartPr>
              <p14:xfrm>
                <a:off x="3796806" y="3318423"/>
                <a:ext cx="171720" cy="38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7BCD00F-F07C-91C7-859F-8D70ACF7814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78806" y="3300423"/>
                  <a:ext cx="207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172150-7217-46BC-AD7C-09F62DC46711}"/>
                    </a:ext>
                  </a:extLst>
                </p14:cNvPr>
                <p14:cNvContentPartPr/>
                <p14:nvPr/>
              </p14:nvContentPartPr>
              <p14:xfrm>
                <a:off x="4266246" y="3081903"/>
                <a:ext cx="195120" cy="325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172150-7217-46BC-AD7C-09F62DC467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48606" y="3064263"/>
                  <a:ext cx="2307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A457B92-209F-0B74-B70F-3F877278241C}"/>
                    </a:ext>
                  </a:extLst>
                </p14:cNvPr>
                <p14:cNvContentPartPr/>
                <p14:nvPr/>
              </p14:nvContentPartPr>
              <p14:xfrm>
                <a:off x="4271646" y="3233103"/>
                <a:ext cx="166320" cy="40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A457B92-209F-0B74-B70F-3F877278241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53646" y="3215103"/>
                  <a:ext cx="201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75689AE-9DEA-FB2B-DBF6-A31BCE8ADB69}"/>
                    </a:ext>
                  </a:extLst>
                </p14:cNvPr>
                <p14:cNvContentPartPr/>
                <p14:nvPr/>
              </p14:nvContentPartPr>
              <p14:xfrm>
                <a:off x="4628046" y="3039423"/>
                <a:ext cx="147240" cy="50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75689AE-9DEA-FB2B-DBF6-A31BCE8ADB6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10046" y="3021423"/>
                  <a:ext cx="182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CCB72FA-954F-E93F-AB8E-E9A8976657B8}"/>
                    </a:ext>
                  </a:extLst>
                </p14:cNvPr>
                <p14:cNvContentPartPr/>
                <p14:nvPr/>
              </p14:nvContentPartPr>
              <p14:xfrm>
                <a:off x="4909926" y="2892903"/>
                <a:ext cx="78120" cy="263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CCB72FA-954F-E93F-AB8E-E9A8976657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92286" y="2874903"/>
                  <a:ext cx="113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D95FD7D-FA05-304C-61E1-A24DF12F891F}"/>
                    </a:ext>
                  </a:extLst>
                </p14:cNvPr>
                <p14:cNvContentPartPr/>
                <p14:nvPr/>
              </p14:nvContentPartPr>
              <p14:xfrm>
                <a:off x="2658486" y="2860863"/>
                <a:ext cx="187560" cy="781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D95FD7D-FA05-304C-61E1-A24DF12F891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40846" y="2842863"/>
                  <a:ext cx="22320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A9E3B3F-6700-89F1-9595-BCF5F2DF5985}"/>
                    </a:ext>
                  </a:extLst>
                </p14:cNvPr>
                <p14:cNvContentPartPr/>
                <p14:nvPr/>
              </p14:nvContentPartPr>
              <p14:xfrm>
                <a:off x="2827686" y="2760783"/>
                <a:ext cx="2675880" cy="843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A9E3B3F-6700-89F1-9595-BCF5F2DF59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09686" y="2743143"/>
                  <a:ext cx="271152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B19EE6-88A2-CE04-7089-D81D8FB038F2}"/>
                    </a:ext>
                  </a:extLst>
                </p14:cNvPr>
                <p14:cNvContentPartPr/>
                <p14:nvPr/>
              </p14:nvContentPartPr>
              <p14:xfrm>
                <a:off x="2628966" y="3646743"/>
                <a:ext cx="2755800" cy="64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B19EE6-88A2-CE04-7089-D81D8FB038F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10966" y="3628743"/>
                  <a:ext cx="2791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E34D7C0-80BF-56C5-F7C1-69218FE5F4CE}"/>
                    </a:ext>
                  </a:extLst>
                </p14:cNvPr>
                <p14:cNvContentPartPr/>
                <p14:nvPr/>
              </p14:nvContentPartPr>
              <p14:xfrm>
                <a:off x="4473606" y="3434703"/>
                <a:ext cx="9000" cy="7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E34D7C0-80BF-56C5-F7C1-69218FE5F4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55606" y="3417063"/>
                  <a:ext cx="44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E79AF46-A64F-50F3-870D-666F084CE00E}"/>
                    </a:ext>
                  </a:extLst>
                </p14:cNvPr>
                <p14:cNvContentPartPr/>
                <p14:nvPr/>
              </p14:nvContentPartPr>
              <p14:xfrm>
                <a:off x="3286686" y="3434343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E79AF46-A64F-50F3-870D-666F084CE0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68686" y="34163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FCAD11-AE56-C50D-D8B8-37CC8FBF7ED2}"/>
              </a:ext>
            </a:extLst>
          </p:cNvPr>
          <p:cNvGrpSpPr/>
          <p:nvPr/>
        </p:nvGrpSpPr>
        <p:grpSpPr>
          <a:xfrm>
            <a:off x="891246" y="4104303"/>
            <a:ext cx="1778040" cy="618840"/>
            <a:chOff x="891246" y="4104303"/>
            <a:chExt cx="1778040" cy="61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21050B0-FEE1-6764-28AD-8EEA99C6F1E6}"/>
                    </a:ext>
                  </a:extLst>
                </p14:cNvPr>
                <p14:cNvContentPartPr/>
                <p14:nvPr/>
              </p14:nvContentPartPr>
              <p14:xfrm>
                <a:off x="891246" y="4269183"/>
                <a:ext cx="212760" cy="385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21050B0-FEE1-6764-28AD-8EEA99C6F1E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73606" y="4251543"/>
                  <a:ext cx="2484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E37B2B1-5EBA-29B3-D26C-9D46BDE2DEF1}"/>
                    </a:ext>
                  </a:extLst>
                </p14:cNvPr>
                <p14:cNvContentPartPr/>
                <p14:nvPr/>
              </p14:nvContentPartPr>
              <p14:xfrm>
                <a:off x="897006" y="4463223"/>
                <a:ext cx="159480" cy="52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E37B2B1-5EBA-29B3-D26C-9D46BDE2DEF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9366" y="4445223"/>
                  <a:ext cx="195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8E9BEF-FFB9-29DD-939B-1B935158EF5F}"/>
                    </a:ext>
                  </a:extLst>
                </p14:cNvPr>
                <p14:cNvContentPartPr/>
                <p14:nvPr/>
              </p14:nvContentPartPr>
              <p14:xfrm>
                <a:off x="1228566" y="4265943"/>
                <a:ext cx="122760" cy="60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8E9BEF-FFB9-29DD-939B-1B935158EF5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210926" y="4248303"/>
                  <a:ext cx="158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0677C53-492B-B87F-27A9-30619C16C690}"/>
                    </a:ext>
                  </a:extLst>
                </p14:cNvPr>
                <p14:cNvContentPartPr/>
                <p14:nvPr/>
              </p14:nvContentPartPr>
              <p14:xfrm>
                <a:off x="1390566" y="4104303"/>
                <a:ext cx="66600" cy="264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0677C53-492B-B87F-27A9-30619C16C69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372926" y="4086663"/>
                  <a:ext cx="1022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4E472F3-9435-1F23-1875-E784E891DA6D}"/>
                    </a:ext>
                  </a:extLst>
                </p14:cNvPr>
                <p14:cNvContentPartPr/>
                <p14:nvPr/>
              </p14:nvContentPartPr>
              <p14:xfrm>
                <a:off x="1506486" y="4476183"/>
                <a:ext cx="88920" cy="14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4E472F3-9435-1F23-1875-E784E891DA6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88486" y="4458183"/>
                  <a:ext cx="124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895011-8778-3C37-80B7-091CA6B054A1}"/>
                    </a:ext>
                  </a:extLst>
                </p14:cNvPr>
                <p14:cNvContentPartPr/>
                <p14:nvPr/>
              </p14:nvContentPartPr>
              <p14:xfrm>
                <a:off x="1448886" y="4570143"/>
                <a:ext cx="190080" cy="53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895011-8778-3C37-80B7-091CA6B054A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430886" y="4552143"/>
                  <a:ext cx="225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1080F66-B659-D76C-429A-1A99A8AF52DB}"/>
                    </a:ext>
                  </a:extLst>
                </p14:cNvPr>
                <p14:cNvContentPartPr/>
                <p14:nvPr/>
              </p14:nvContentPartPr>
              <p14:xfrm>
                <a:off x="1919046" y="4350543"/>
                <a:ext cx="192240" cy="372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1080F66-B659-D76C-429A-1A99A8AF52D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901046" y="4332543"/>
                  <a:ext cx="2278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2C7C9C5-FB2F-A13E-B77C-BACCDC8572A0}"/>
                    </a:ext>
                  </a:extLst>
                </p14:cNvPr>
                <p14:cNvContentPartPr/>
                <p14:nvPr/>
              </p14:nvContentPartPr>
              <p14:xfrm>
                <a:off x="1946766" y="4508943"/>
                <a:ext cx="157320" cy="57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2C7C9C5-FB2F-A13E-B77C-BACCDC8572A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29126" y="4491303"/>
                  <a:ext cx="192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2125118-DCDB-C8FD-6BFE-D298B27FBDEC}"/>
                    </a:ext>
                  </a:extLst>
                </p14:cNvPr>
                <p14:cNvContentPartPr/>
                <p14:nvPr/>
              </p14:nvContentPartPr>
              <p14:xfrm>
                <a:off x="2330166" y="4139223"/>
                <a:ext cx="42480" cy="201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2125118-DCDB-C8FD-6BFE-D298B27FBDE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312526" y="4121223"/>
                  <a:ext cx="78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61CDEE-0F58-406D-F026-3600ECE29276}"/>
                    </a:ext>
                  </a:extLst>
                </p14:cNvPr>
                <p14:cNvContentPartPr/>
                <p14:nvPr/>
              </p14:nvContentPartPr>
              <p14:xfrm>
                <a:off x="2460126" y="4452423"/>
                <a:ext cx="127080" cy="17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61CDEE-0F58-406D-F026-3600ECE2927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442126" y="4434423"/>
                  <a:ext cx="162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AEA01A7-E2F0-83EC-7848-213228A841FC}"/>
                    </a:ext>
                  </a:extLst>
                </p14:cNvPr>
                <p14:cNvContentPartPr/>
                <p14:nvPr/>
              </p14:nvContentPartPr>
              <p14:xfrm>
                <a:off x="2387766" y="4559703"/>
                <a:ext cx="281520" cy="53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AEA01A7-E2F0-83EC-7848-213228A841F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369766" y="4541703"/>
                  <a:ext cx="31716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3D8A6A6-E9B0-D30E-C559-128B4055B977}"/>
              </a:ext>
            </a:extLst>
          </p:cNvPr>
          <p:cNvGrpSpPr/>
          <p:nvPr/>
        </p:nvGrpSpPr>
        <p:grpSpPr>
          <a:xfrm>
            <a:off x="3098046" y="4008543"/>
            <a:ext cx="1060200" cy="2179080"/>
            <a:chOff x="3098046" y="4008543"/>
            <a:chExt cx="1060200" cy="21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988390D-BE5F-0CE2-85EF-C8C08B455CD9}"/>
                    </a:ext>
                  </a:extLst>
                </p14:cNvPr>
                <p14:cNvContentPartPr/>
                <p14:nvPr/>
              </p14:nvContentPartPr>
              <p14:xfrm>
                <a:off x="3098046" y="4008543"/>
                <a:ext cx="552240" cy="2179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988390D-BE5F-0CE2-85EF-C8C08B455CD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080046" y="3990903"/>
                  <a:ext cx="587880" cy="22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BAB9E64-8BAC-C890-0D44-5A39EB0DE882}"/>
                    </a:ext>
                  </a:extLst>
                </p14:cNvPr>
                <p14:cNvContentPartPr/>
                <p14:nvPr/>
              </p14:nvContentPartPr>
              <p14:xfrm>
                <a:off x="3938646" y="4256943"/>
                <a:ext cx="219600" cy="358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BAB9E64-8BAC-C890-0D44-5A39EB0DE88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920646" y="4239303"/>
                  <a:ext cx="25524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723025A-7588-B2C9-B76A-FC4650FDD87B}"/>
                  </a:ext>
                </a:extLst>
              </p14:cNvPr>
              <p14:cNvContentPartPr/>
              <p14:nvPr/>
            </p14:nvContentPartPr>
            <p14:xfrm>
              <a:off x="4840086" y="4267383"/>
              <a:ext cx="314280" cy="4280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723025A-7588-B2C9-B76A-FC4650FDD87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822446" y="4249383"/>
                <a:ext cx="34992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42CD698-F9CA-118D-B854-526528B2A5BC}"/>
                  </a:ext>
                </a:extLst>
              </p14:cNvPr>
              <p14:cNvContentPartPr/>
              <p14:nvPr/>
            </p14:nvContentPartPr>
            <p14:xfrm>
              <a:off x="5824326" y="4169823"/>
              <a:ext cx="440640" cy="4435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42CD698-F9CA-118D-B854-526528B2A5BC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806326" y="4152183"/>
                <a:ext cx="476280" cy="47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F6FDF98-AB35-2275-F1E0-DE5A22502B24}"/>
              </a:ext>
            </a:extLst>
          </p:cNvPr>
          <p:cNvGrpSpPr/>
          <p:nvPr/>
        </p:nvGrpSpPr>
        <p:grpSpPr>
          <a:xfrm>
            <a:off x="3666486" y="5046063"/>
            <a:ext cx="614520" cy="312120"/>
            <a:chOff x="3666486" y="5046063"/>
            <a:chExt cx="61452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59D3BE-B9D1-ADE3-9BDF-D41351742371}"/>
                    </a:ext>
                  </a:extLst>
                </p14:cNvPr>
                <p14:cNvContentPartPr/>
                <p14:nvPr/>
              </p14:nvContentPartPr>
              <p14:xfrm>
                <a:off x="3666486" y="5046063"/>
                <a:ext cx="206640" cy="312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59D3BE-B9D1-ADE3-9BDF-D4135174237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648486" y="5028423"/>
                  <a:ext cx="2422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1271362-E2D4-0F74-FB58-BC56C9C8024F}"/>
                    </a:ext>
                  </a:extLst>
                </p14:cNvPr>
                <p14:cNvContentPartPr/>
                <p14:nvPr/>
              </p14:nvContentPartPr>
              <p14:xfrm>
                <a:off x="3966366" y="5169543"/>
                <a:ext cx="314640" cy="169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1271362-E2D4-0F74-FB58-BC56C9C8024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948726" y="5151543"/>
                  <a:ext cx="350280" cy="20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EDC8719-4502-F83A-E16C-BB53729F326D}"/>
                  </a:ext>
                </a:extLst>
              </p14:cNvPr>
              <p14:cNvContentPartPr/>
              <p14:nvPr/>
            </p14:nvContentPartPr>
            <p14:xfrm>
              <a:off x="4863126" y="5186103"/>
              <a:ext cx="394560" cy="1375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EDC8719-4502-F83A-E16C-BB53729F326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845126" y="5168463"/>
                <a:ext cx="4302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8DDB8BE-A75A-94CF-1CB7-29B7A9755A6D}"/>
                  </a:ext>
                </a:extLst>
              </p14:cNvPr>
              <p14:cNvContentPartPr/>
              <p14:nvPr/>
            </p14:nvContentPartPr>
            <p14:xfrm>
              <a:off x="3772326" y="5741583"/>
              <a:ext cx="296280" cy="1886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8DDB8BE-A75A-94CF-1CB7-29B7A9755A6D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754686" y="5723583"/>
                <a:ext cx="33192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C9B4FB7-AECC-52E7-F8FA-30C2F4588D28}"/>
              </a:ext>
            </a:extLst>
          </p:cNvPr>
          <p:cNvGrpSpPr/>
          <p:nvPr/>
        </p:nvGrpSpPr>
        <p:grpSpPr>
          <a:xfrm>
            <a:off x="4805886" y="5781903"/>
            <a:ext cx="409680" cy="195120"/>
            <a:chOff x="4805886" y="5781903"/>
            <a:chExt cx="40968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C1CA549-4DE3-6135-9948-3B6363A25DC6}"/>
                    </a:ext>
                  </a:extLst>
                </p14:cNvPr>
                <p14:cNvContentPartPr/>
                <p14:nvPr/>
              </p14:nvContentPartPr>
              <p14:xfrm>
                <a:off x="4805886" y="5849223"/>
                <a:ext cx="111600" cy="9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C1CA549-4DE3-6135-9948-3B6363A25DC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787886" y="5831223"/>
                  <a:ext cx="147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4410F61-A558-B4BE-F8EA-69A1F6A69FEF}"/>
                    </a:ext>
                  </a:extLst>
                </p14:cNvPr>
                <p14:cNvContentPartPr/>
                <p14:nvPr/>
              </p14:nvContentPartPr>
              <p14:xfrm>
                <a:off x="4988046" y="5781903"/>
                <a:ext cx="227520" cy="195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4410F61-A558-B4BE-F8EA-69A1F6A69FE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970406" y="5763903"/>
                  <a:ext cx="26316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D6F923-3750-9F71-6BB3-B57F305216C4}"/>
              </a:ext>
            </a:extLst>
          </p:cNvPr>
          <p:cNvGrpSpPr/>
          <p:nvPr/>
        </p:nvGrpSpPr>
        <p:grpSpPr>
          <a:xfrm>
            <a:off x="5805966" y="4015743"/>
            <a:ext cx="1123920" cy="2296800"/>
            <a:chOff x="5805966" y="4015743"/>
            <a:chExt cx="1123920" cy="22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F025B7-4DE6-ACD5-FADB-962BCC47441E}"/>
                    </a:ext>
                  </a:extLst>
                </p14:cNvPr>
                <p14:cNvContentPartPr/>
                <p14:nvPr/>
              </p14:nvContentPartPr>
              <p14:xfrm>
                <a:off x="5805966" y="5217783"/>
                <a:ext cx="146520" cy="12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8F025B7-4DE6-ACD5-FADB-962BCC47441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787966" y="5199783"/>
                  <a:ext cx="182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2E8F0A1-473F-3E80-883D-4EBB4043851D}"/>
                    </a:ext>
                  </a:extLst>
                </p14:cNvPr>
                <p14:cNvContentPartPr/>
                <p14:nvPr/>
              </p14:nvContentPartPr>
              <p14:xfrm>
                <a:off x="6062646" y="5126703"/>
                <a:ext cx="371880" cy="162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2E8F0A1-473F-3E80-883D-4EBB4043851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45006" y="5108703"/>
                  <a:ext cx="407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217493C-10E9-32B8-AC7F-1138ED87D754}"/>
                    </a:ext>
                  </a:extLst>
                </p14:cNvPr>
                <p14:cNvContentPartPr/>
                <p14:nvPr/>
              </p14:nvContentPartPr>
              <p14:xfrm>
                <a:off x="6128166" y="5678223"/>
                <a:ext cx="274320" cy="179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217493C-10E9-32B8-AC7F-1138ED87D75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110166" y="5660223"/>
                  <a:ext cx="309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AF39081-AAF1-5460-751A-BE25586706BE}"/>
                    </a:ext>
                  </a:extLst>
                </p14:cNvPr>
                <p14:cNvContentPartPr/>
                <p14:nvPr/>
              </p14:nvContentPartPr>
              <p14:xfrm>
                <a:off x="6433446" y="4015743"/>
                <a:ext cx="496440" cy="2296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AF39081-AAF1-5460-751A-BE25586706B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415446" y="3998103"/>
                  <a:ext cx="532080" cy="233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482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371B5EE-BF07-78C1-C92A-495B92A9A781}"/>
              </a:ext>
            </a:extLst>
          </p:cNvPr>
          <p:cNvGrpSpPr/>
          <p:nvPr/>
        </p:nvGrpSpPr>
        <p:grpSpPr>
          <a:xfrm>
            <a:off x="430446" y="161583"/>
            <a:ext cx="6707880" cy="1022400"/>
            <a:chOff x="430446" y="161583"/>
            <a:chExt cx="6707880" cy="10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299089-5C41-DB72-F09E-3FD4D5213FA9}"/>
                    </a:ext>
                  </a:extLst>
                </p14:cNvPr>
                <p14:cNvContentPartPr/>
                <p14:nvPr/>
              </p14:nvContentPartPr>
              <p14:xfrm>
                <a:off x="430446" y="161583"/>
                <a:ext cx="455040" cy="467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299089-5C41-DB72-F09E-3FD4D5213F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2806" y="143943"/>
                  <a:ext cx="49068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4306286-C4C1-879E-D014-F9D982D46608}"/>
                    </a:ext>
                  </a:extLst>
                </p14:cNvPr>
                <p14:cNvContentPartPr/>
                <p14:nvPr/>
              </p14:nvContentPartPr>
              <p14:xfrm>
                <a:off x="788286" y="447783"/>
                <a:ext cx="105480" cy="182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4306286-C4C1-879E-D014-F9D982D466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0646" y="429783"/>
                  <a:ext cx="141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33C88ED-589B-F920-FC83-4FE539C06940}"/>
                    </a:ext>
                  </a:extLst>
                </p14:cNvPr>
                <p14:cNvContentPartPr/>
                <p14:nvPr/>
              </p14:nvContentPartPr>
              <p14:xfrm>
                <a:off x="983406" y="456783"/>
                <a:ext cx="112680" cy="162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33C88ED-589B-F920-FC83-4FE539C069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406" y="438783"/>
                  <a:ext cx="148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03BAB2-E70F-E4D0-86C4-8CA6BC5D90FE}"/>
                    </a:ext>
                  </a:extLst>
                </p14:cNvPr>
                <p14:cNvContentPartPr/>
                <p14:nvPr/>
              </p14:nvContentPartPr>
              <p14:xfrm>
                <a:off x="1191846" y="430503"/>
                <a:ext cx="242280" cy="158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03BAB2-E70F-E4D0-86C4-8CA6BC5D90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3846" y="412503"/>
                  <a:ext cx="277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295A39-BDA7-1F31-31D7-15262A0E3EE6}"/>
                    </a:ext>
                  </a:extLst>
                </p14:cNvPr>
                <p14:cNvContentPartPr/>
                <p14:nvPr/>
              </p14:nvContentPartPr>
              <p14:xfrm>
                <a:off x="1512246" y="173103"/>
                <a:ext cx="473400" cy="431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295A39-BDA7-1F31-31D7-15262A0E3E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94606" y="155103"/>
                  <a:ext cx="5090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B5B8E0B-EA7B-C475-A56A-7075DE7621B6}"/>
                    </a:ext>
                  </a:extLst>
                </p14:cNvPr>
                <p14:cNvContentPartPr/>
                <p14:nvPr/>
              </p14:nvContentPartPr>
              <p14:xfrm>
                <a:off x="1987446" y="220623"/>
                <a:ext cx="51480" cy="50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B5B8E0B-EA7B-C475-A56A-7075DE7621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9446" y="202983"/>
                  <a:ext cx="87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053BA6-03DE-4B1F-ECFD-642ABAAF99BD}"/>
                    </a:ext>
                  </a:extLst>
                </p14:cNvPr>
                <p14:cNvContentPartPr/>
                <p14:nvPr/>
              </p14:nvContentPartPr>
              <p14:xfrm>
                <a:off x="2020566" y="409623"/>
                <a:ext cx="225720" cy="473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053BA6-03DE-4B1F-ECFD-642ABAAF99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2926" y="391983"/>
                  <a:ext cx="26136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5904DC-0552-9955-CC3A-7AA92BE8CAB0}"/>
                    </a:ext>
                  </a:extLst>
                </p14:cNvPr>
                <p14:cNvContentPartPr/>
                <p14:nvPr/>
              </p14:nvContentPartPr>
              <p14:xfrm>
                <a:off x="2308566" y="163743"/>
                <a:ext cx="389520" cy="515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5904DC-0552-9955-CC3A-7AA92BE8CA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0566" y="145743"/>
                  <a:ext cx="4251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3D1B92-7D14-6AF9-8AD3-361C7FE2F251}"/>
                    </a:ext>
                  </a:extLst>
                </p14:cNvPr>
                <p14:cNvContentPartPr/>
                <p14:nvPr/>
              </p14:nvContentPartPr>
              <p14:xfrm>
                <a:off x="2738406" y="494223"/>
                <a:ext cx="71280" cy="155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3D1B92-7D14-6AF9-8AD3-361C7FE2F2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20766" y="476583"/>
                  <a:ext cx="106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150981-75F7-FEAF-D742-B84865C68BF4}"/>
                    </a:ext>
                  </a:extLst>
                </p14:cNvPr>
                <p14:cNvContentPartPr/>
                <p14:nvPr/>
              </p14:nvContentPartPr>
              <p14:xfrm>
                <a:off x="2883126" y="481623"/>
                <a:ext cx="412920" cy="19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150981-75F7-FEAF-D742-B84865C68B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65486" y="463983"/>
                  <a:ext cx="448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7C2341-26FB-1BC6-C5BA-732D4A362FC5}"/>
                    </a:ext>
                  </a:extLst>
                </p14:cNvPr>
                <p14:cNvContentPartPr/>
                <p14:nvPr/>
              </p14:nvContentPartPr>
              <p14:xfrm>
                <a:off x="2846046" y="310623"/>
                <a:ext cx="79200" cy="11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7C2341-26FB-1BC6-C5BA-732D4A362F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28046" y="292983"/>
                  <a:ext cx="114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508304-AED0-80F1-A70D-0D4401FE314D}"/>
                    </a:ext>
                  </a:extLst>
                </p14:cNvPr>
                <p14:cNvContentPartPr/>
                <p14:nvPr/>
              </p14:nvContentPartPr>
              <p14:xfrm>
                <a:off x="2582886" y="319263"/>
                <a:ext cx="179640" cy="6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508304-AED0-80F1-A70D-0D4401FE31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64886" y="301263"/>
                  <a:ext cx="215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625154-35E9-8DBE-32E3-B91917DD78FC}"/>
                    </a:ext>
                  </a:extLst>
                </p14:cNvPr>
                <p14:cNvContentPartPr/>
                <p14:nvPr/>
              </p14:nvContentPartPr>
              <p14:xfrm>
                <a:off x="3680886" y="357063"/>
                <a:ext cx="324360" cy="826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625154-35E9-8DBE-32E3-B91917DD78F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63246" y="339423"/>
                  <a:ext cx="36000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4C7FCD-FCC2-E289-9C24-E9BFA1F34368}"/>
                    </a:ext>
                  </a:extLst>
                </p14:cNvPr>
                <p14:cNvContentPartPr/>
                <p14:nvPr/>
              </p14:nvContentPartPr>
              <p14:xfrm>
                <a:off x="4332486" y="485223"/>
                <a:ext cx="492120" cy="188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4C7FCD-FCC2-E289-9C24-E9BFA1F343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14846" y="467583"/>
                  <a:ext cx="527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E5DBF50-91CD-BE23-A7EA-8DCF349BBCC4}"/>
                    </a:ext>
                  </a:extLst>
                </p14:cNvPr>
                <p14:cNvContentPartPr/>
                <p14:nvPr/>
              </p14:nvContentPartPr>
              <p14:xfrm>
                <a:off x="4843326" y="489543"/>
                <a:ext cx="182880" cy="190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E5DBF50-91CD-BE23-A7EA-8DCF349BBCC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25686" y="471903"/>
                  <a:ext cx="218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8DFB91-D961-EDCC-9D3B-0F498E53F1E4}"/>
                    </a:ext>
                  </a:extLst>
                </p14:cNvPr>
                <p14:cNvContentPartPr/>
                <p14:nvPr/>
              </p14:nvContentPartPr>
              <p14:xfrm>
                <a:off x="5120526" y="194703"/>
                <a:ext cx="142200" cy="526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8DFB91-D961-EDCC-9D3B-0F498E53F1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02886" y="177063"/>
                  <a:ext cx="17784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B7A4BC-4CDE-BAD3-0C4E-5574E5784761}"/>
                    </a:ext>
                  </a:extLst>
                </p14:cNvPr>
                <p14:cNvContentPartPr/>
                <p14:nvPr/>
              </p14:nvContentPartPr>
              <p14:xfrm>
                <a:off x="5276766" y="510783"/>
                <a:ext cx="531360" cy="186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B7A4BC-4CDE-BAD3-0C4E-5574E57847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58766" y="493143"/>
                  <a:ext cx="567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192E91-CDD7-6372-3152-6463BF995795}"/>
                    </a:ext>
                  </a:extLst>
                </p14:cNvPr>
                <p14:cNvContentPartPr/>
                <p14:nvPr/>
              </p14:nvContentPartPr>
              <p14:xfrm>
                <a:off x="5947446" y="638583"/>
                <a:ext cx="49680" cy="18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192E91-CDD7-6372-3152-6463BF99579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29806" y="620583"/>
                  <a:ext cx="85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55B138-D3CF-E715-49E6-4D715FFE7988}"/>
                    </a:ext>
                  </a:extLst>
                </p14:cNvPr>
                <p14:cNvContentPartPr/>
                <p14:nvPr/>
              </p14:nvContentPartPr>
              <p14:xfrm>
                <a:off x="4867086" y="280743"/>
                <a:ext cx="831240" cy="30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55B138-D3CF-E715-49E6-4D715FFE79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49086" y="263103"/>
                  <a:ext cx="866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6BD303-EAB5-5945-8BC1-8F89DD2B68BA}"/>
                    </a:ext>
                  </a:extLst>
                </p14:cNvPr>
                <p14:cNvContentPartPr/>
                <p14:nvPr/>
              </p14:nvContentPartPr>
              <p14:xfrm>
                <a:off x="7128246" y="810663"/>
                <a:ext cx="10080" cy="12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6BD303-EAB5-5945-8BC1-8F89DD2B68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10606" y="792663"/>
                  <a:ext cx="45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DCB9DC-8EF5-40B3-4812-C9AA8B2CA1E6}"/>
                    </a:ext>
                  </a:extLst>
                </p14:cNvPr>
                <p14:cNvContentPartPr/>
                <p14:nvPr/>
              </p14:nvContentPartPr>
              <p14:xfrm>
                <a:off x="539526" y="786543"/>
                <a:ext cx="6321960" cy="155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DCB9DC-8EF5-40B3-4812-C9AA8B2CA1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1526" y="768543"/>
                  <a:ext cx="63576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C894518-8469-7C76-E69B-34B20E9460F3}"/>
              </a:ext>
            </a:extLst>
          </p:cNvPr>
          <p:cNvGrpSpPr/>
          <p:nvPr/>
        </p:nvGrpSpPr>
        <p:grpSpPr>
          <a:xfrm>
            <a:off x="447006" y="1121343"/>
            <a:ext cx="2996640" cy="466560"/>
            <a:chOff x="447006" y="1121343"/>
            <a:chExt cx="299664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C56676-50B3-A161-4EB8-A9A81BD8E8F2}"/>
                    </a:ext>
                  </a:extLst>
                </p14:cNvPr>
                <p14:cNvContentPartPr/>
                <p14:nvPr/>
              </p14:nvContentPartPr>
              <p14:xfrm>
                <a:off x="447006" y="1235463"/>
                <a:ext cx="263880" cy="352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C56676-50B3-A161-4EB8-A9A81BD8E8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9366" y="1217463"/>
                  <a:ext cx="2995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6BD3CA8-5B97-FD16-5C6E-F5E63146F002}"/>
                    </a:ext>
                  </a:extLst>
                </p14:cNvPr>
                <p14:cNvContentPartPr/>
                <p14:nvPr/>
              </p14:nvContentPartPr>
              <p14:xfrm>
                <a:off x="1185006" y="1376223"/>
                <a:ext cx="365040" cy="181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6BD3CA8-5B97-FD16-5C6E-F5E63146F00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67006" y="1358223"/>
                  <a:ext cx="400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C70F6A-528A-5F7A-1337-2B5EF79C3AA2}"/>
                    </a:ext>
                  </a:extLst>
                </p14:cNvPr>
                <p14:cNvContentPartPr/>
                <p14:nvPr/>
              </p14:nvContentPartPr>
              <p14:xfrm>
                <a:off x="1587846" y="1410063"/>
                <a:ext cx="116640" cy="164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C70F6A-528A-5F7A-1337-2B5EF79C3AA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69846" y="1392423"/>
                  <a:ext cx="152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BB352F-24AC-9889-34C5-672A0A3DD486}"/>
                    </a:ext>
                  </a:extLst>
                </p14:cNvPr>
                <p14:cNvContentPartPr/>
                <p14:nvPr/>
              </p14:nvContentPartPr>
              <p14:xfrm>
                <a:off x="1853526" y="1121343"/>
                <a:ext cx="99000" cy="463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BB352F-24AC-9889-34C5-672A0A3DD48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35886" y="1103343"/>
                  <a:ext cx="13464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0B9287-19AB-E1BB-560A-AFCBD5DFB237}"/>
                    </a:ext>
                  </a:extLst>
                </p14:cNvPr>
                <p14:cNvContentPartPr/>
                <p14:nvPr/>
              </p14:nvContentPartPr>
              <p14:xfrm>
                <a:off x="1988526" y="1405023"/>
                <a:ext cx="410040" cy="169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0B9287-19AB-E1BB-560A-AFCBD5DFB23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70886" y="1387383"/>
                  <a:ext cx="445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BBB7AF-A526-8F28-A858-7CADB1F52A60}"/>
                    </a:ext>
                  </a:extLst>
                </p14:cNvPr>
                <p14:cNvContentPartPr/>
                <p14:nvPr/>
              </p14:nvContentPartPr>
              <p14:xfrm>
                <a:off x="1807446" y="1225023"/>
                <a:ext cx="223200" cy="33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BBB7AF-A526-8F28-A858-7CADB1F52A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89806" y="1207023"/>
                  <a:ext cx="258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F80A8B-C648-4A5F-5256-10A925868874}"/>
                    </a:ext>
                  </a:extLst>
                </p14:cNvPr>
                <p14:cNvContentPartPr/>
                <p14:nvPr/>
              </p14:nvContentPartPr>
              <p14:xfrm>
                <a:off x="2748846" y="1417983"/>
                <a:ext cx="253800" cy="156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F80A8B-C648-4A5F-5256-10A9258688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31206" y="1399983"/>
                  <a:ext cx="289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7679B7-A308-1E92-51C9-DD6E9D75539C}"/>
                    </a:ext>
                  </a:extLst>
                </p14:cNvPr>
                <p14:cNvContentPartPr/>
                <p14:nvPr/>
              </p14:nvContentPartPr>
              <p14:xfrm>
                <a:off x="3316926" y="1482423"/>
                <a:ext cx="126720" cy="25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7679B7-A308-1E92-51C9-DD6E9D7553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99286" y="1464783"/>
                  <a:ext cx="162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ED78982-75E5-D0BF-AACD-944B48035F7F}"/>
                    </a:ext>
                  </a:extLst>
                </p14:cNvPr>
                <p14:cNvContentPartPr/>
                <p14:nvPr/>
              </p14:nvContentPartPr>
              <p14:xfrm>
                <a:off x="3233406" y="1552623"/>
                <a:ext cx="145080" cy="32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ED78982-75E5-D0BF-AACD-944B48035F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15406" y="1534983"/>
                  <a:ext cx="18072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EDF9AD3-2D3C-2DBC-A274-A2296FA1B8C0}"/>
              </a:ext>
            </a:extLst>
          </p:cNvPr>
          <p:cNvGrpSpPr/>
          <p:nvPr/>
        </p:nvGrpSpPr>
        <p:grpSpPr>
          <a:xfrm>
            <a:off x="3676206" y="1093983"/>
            <a:ext cx="2691360" cy="760680"/>
            <a:chOff x="3676206" y="1093983"/>
            <a:chExt cx="2691360" cy="76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5AC475F-A034-1FA0-9E13-5696326D403F}"/>
                    </a:ext>
                  </a:extLst>
                </p14:cNvPr>
                <p14:cNvContentPartPr/>
                <p14:nvPr/>
              </p14:nvContentPartPr>
              <p14:xfrm>
                <a:off x="3676206" y="1255983"/>
                <a:ext cx="238680" cy="598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5AC475F-A034-1FA0-9E13-5696326D403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58206" y="1238343"/>
                  <a:ext cx="27432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CA2E48-62DE-94B9-BE59-C1EDD47466D7}"/>
                    </a:ext>
                  </a:extLst>
                </p14:cNvPr>
                <p14:cNvContentPartPr/>
                <p14:nvPr/>
              </p14:nvContentPartPr>
              <p14:xfrm>
                <a:off x="4041606" y="1430583"/>
                <a:ext cx="179640" cy="171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CA2E48-62DE-94B9-BE59-C1EDD47466D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23966" y="1412943"/>
                  <a:ext cx="215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AED6C8-3C1E-125D-5B5D-701F06D73ACF}"/>
                    </a:ext>
                  </a:extLst>
                </p14:cNvPr>
                <p14:cNvContentPartPr/>
                <p14:nvPr/>
              </p14:nvContentPartPr>
              <p14:xfrm>
                <a:off x="4331046" y="1547943"/>
                <a:ext cx="14040" cy="136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AED6C8-3C1E-125D-5B5D-701F06D73A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13046" y="1529943"/>
                  <a:ext cx="49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B80F1B-3ED1-BDD2-C588-0721977D9E02}"/>
                    </a:ext>
                  </a:extLst>
                </p14:cNvPr>
                <p14:cNvContentPartPr/>
                <p14:nvPr/>
              </p14:nvContentPartPr>
              <p14:xfrm>
                <a:off x="4504566" y="1608783"/>
                <a:ext cx="72360" cy="126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B80F1B-3ED1-BDD2-C588-0721977D9E0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86566" y="1591143"/>
                  <a:ext cx="108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350705-D4B7-EBEF-E911-F31577871852}"/>
                    </a:ext>
                  </a:extLst>
                </p14:cNvPr>
                <p14:cNvContentPartPr/>
                <p14:nvPr/>
              </p14:nvContentPartPr>
              <p14:xfrm>
                <a:off x="4813446" y="1426263"/>
                <a:ext cx="205200" cy="217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350705-D4B7-EBEF-E911-F3157787185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95806" y="1408623"/>
                  <a:ext cx="240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72AFBC-91A3-411D-5C4E-679D5FE9BA26}"/>
                    </a:ext>
                  </a:extLst>
                </p14:cNvPr>
                <p14:cNvContentPartPr/>
                <p14:nvPr/>
              </p14:nvContentPartPr>
              <p14:xfrm>
                <a:off x="5120166" y="1543623"/>
                <a:ext cx="147600" cy="174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72AFBC-91A3-411D-5C4E-679D5FE9BA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02526" y="1525983"/>
                  <a:ext cx="183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16B83E-4C4B-F0BA-54E5-1CAE88792CE7}"/>
                    </a:ext>
                  </a:extLst>
                </p14:cNvPr>
                <p14:cNvContentPartPr/>
                <p14:nvPr/>
              </p14:nvContentPartPr>
              <p14:xfrm>
                <a:off x="5341566" y="1590423"/>
                <a:ext cx="130680" cy="150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16B83E-4C4B-F0BA-54E5-1CAE88792C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23926" y="1572783"/>
                  <a:ext cx="166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12D7F5-DFE2-9063-C3BC-95195CB3B23A}"/>
                    </a:ext>
                  </a:extLst>
                </p14:cNvPr>
                <p14:cNvContentPartPr/>
                <p14:nvPr/>
              </p14:nvContentPartPr>
              <p14:xfrm>
                <a:off x="5665206" y="1440303"/>
                <a:ext cx="142200" cy="170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12D7F5-DFE2-9063-C3BC-95195CB3B2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47566" y="1422303"/>
                  <a:ext cx="177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A11FF73-E28D-584C-4CA2-52D711BD8CB3}"/>
                    </a:ext>
                  </a:extLst>
                </p14:cNvPr>
                <p14:cNvContentPartPr/>
                <p14:nvPr/>
              </p14:nvContentPartPr>
              <p14:xfrm>
                <a:off x="5863926" y="1497183"/>
                <a:ext cx="174240" cy="217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A11FF73-E28D-584C-4CA2-52D711BD8C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45926" y="1479183"/>
                  <a:ext cx="209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1FB3172-675E-39AF-84C4-6E31CAF9C3C2}"/>
                    </a:ext>
                  </a:extLst>
                </p14:cNvPr>
                <p14:cNvContentPartPr/>
                <p14:nvPr/>
              </p14:nvContentPartPr>
              <p14:xfrm>
                <a:off x="6052566" y="1093983"/>
                <a:ext cx="315000" cy="726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1FB3172-675E-39AF-84C4-6E31CAF9C3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34566" y="1075983"/>
                  <a:ext cx="350640" cy="76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2B19B73-7E68-C5EA-31A9-2F7F8D25B90E}"/>
              </a:ext>
            </a:extLst>
          </p:cNvPr>
          <p:cNvGrpSpPr/>
          <p:nvPr/>
        </p:nvGrpSpPr>
        <p:grpSpPr>
          <a:xfrm>
            <a:off x="6741606" y="1306023"/>
            <a:ext cx="196920" cy="255960"/>
            <a:chOff x="6741606" y="1306023"/>
            <a:chExt cx="19692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D49541-BD5A-4D48-0A91-2753E0D2D728}"/>
                    </a:ext>
                  </a:extLst>
                </p14:cNvPr>
                <p14:cNvContentPartPr/>
                <p14:nvPr/>
              </p14:nvContentPartPr>
              <p14:xfrm>
                <a:off x="6741606" y="1306023"/>
                <a:ext cx="49680" cy="255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D49541-BD5A-4D48-0A91-2753E0D2D72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23606" y="1288383"/>
                  <a:ext cx="853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F9B376-8F33-7766-ED26-A5CB907808D5}"/>
                    </a:ext>
                  </a:extLst>
                </p14:cNvPr>
                <p14:cNvContentPartPr/>
                <p14:nvPr/>
              </p14:nvContentPartPr>
              <p14:xfrm>
                <a:off x="6769686" y="1378743"/>
                <a:ext cx="168840" cy="156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F9B376-8F33-7766-ED26-A5CB907808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52046" y="1360743"/>
                  <a:ext cx="20448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F99BDBB-C167-53AA-8CD5-E9EBC6669C10}"/>
                  </a:ext>
                </a:extLst>
              </p14:cNvPr>
              <p14:cNvContentPartPr/>
              <p14:nvPr/>
            </p14:nvContentPartPr>
            <p14:xfrm>
              <a:off x="6840966" y="1108383"/>
              <a:ext cx="7560" cy="30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F99BDBB-C167-53AA-8CD5-E9EBC6669C1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22966" y="1090743"/>
                <a:ext cx="4320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3F48639C-9B98-2FFF-B6F8-B887D583BFDD}"/>
              </a:ext>
            </a:extLst>
          </p:cNvPr>
          <p:cNvGrpSpPr/>
          <p:nvPr/>
        </p:nvGrpSpPr>
        <p:grpSpPr>
          <a:xfrm>
            <a:off x="7451886" y="1186143"/>
            <a:ext cx="824400" cy="388080"/>
            <a:chOff x="7451886" y="1186143"/>
            <a:chExt cx="82440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5EDF86-142E-3BB6-03B4-E490DAD3538F}"/>
                    </a:ext>
                  </a:extLst>
                </p14:cNvPr>
                <p14:cNvContentPartPr/>
                <p14:nvPr/>
              </p14:nvContentPartPr>
              <p14:xfrm>
                <a:off x="7451886" y="1373703"/>
                <a:ext cx="131760" cy="167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5EDF86-142E-3BB6-03B4-E490DAD353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33886" y="1356063"/>
                  <a:ext cx="167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4240C9-6D18-E122-6C2D-38F000DC59AA}"/>
                    </a:ext>
                  </a:extLst>
                </p14:cNvPr>
                <p14:cNvContentPartPr/>
                <p14:nvPr/>
              </p14:nvContentPartPr>
              <p14:xfrm>
                <a:off x="7710006" y="1381263"/>
                <a:ext cx="307440" cy="192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4240C9-6D18-E122-6C2D-38F000DC59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92366" y="1363623"/>
                  <a:ext cx="343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DBAFCC-CB44-2B68-7B86-58CB225294DB}"/>
                    </a:ext>
                  </a:extLst>
                </p14:cNvPr>
                <p14:cNvContentPartPr/>
                <p14:nvPr/>
              </p14:nvContentPartPr>
              <p14:xfrm>
                <a:off x="7984326" y="1223943"/>
                <a:ext cx="56520" cy="70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DBAFCC-CB44-2B68-7B86-58CB225294D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66326" y="1206303"/>
                  <a:ext cx="92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9A1E314-182E-8A14-4FE8-8067F2A30F5E}"/>
                    </a:ext>
                  </a:extLst>
                </p14:cNvPr>
                <p14:cNvContentPartPr/>
                <p14:nvPr/>
              </p14:nvContentPartPr>
              <p14:xfrm>
                <a:off x="8087286" y="1186143"/>
                <a:ext cx="189000" cy="342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9A1E314-182E-8A14-4FE8-8067F2A30F5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69286" y="1168143"/>
                  <a:ext cx="22464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C0A79E-429B-5654-99C3-443C42439940}"/>
              </a:ext>
            </a:extLst>
          </p:cNvPr>
          <p:cNvGrpSpPr/>
          <p:nvPr/>
        </p:nvGrpSpPr>
        <p:grpSpPr>
          <a:xfrm>
            <a:off x="8576166" y="1157343"/>
            <a:ext cx="383760" cy="409680"/>
            <a:chOff x="8576166" y="1157343"/>
            <a:chExt cx="38376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9B045C4-6534-6198-E083-E0BDEF1CE130}"/>
                    </a:ext>
                  </a:extLst>
                </p14:cNvPr>
                <p14:cNvContentPartPr/>
                <p14:nvPr/>
              </p14:nvContentPartPr>
              <p14:xfrm>
                <a:off x="8587686" y="1157343"/>
                <a:ext cx="372240" cy="409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9B045C4-6534-6198-E083-E0BDEF1CE13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70046" y="1139703"/>
                  <a:ext cx="4078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D1B076-D130-7F6C-7511-D7B1DE5DCB11}"/>
                    </a:ext>
                  </a:extLst>
                </p14:cNvPr>
                <p14:cNvContentPartPr/>
                <p14:nvPr/>
              </p14:nvContentPartPr>
              <p14:xfrm>
                <a:off x="8576166" y="1279383"/>
                <a:ext cx="298800" cy="40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D1B076-D130-7F6C-7511-D7B1DE5DCB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58166" y="1261383"/>
                  <a:ext cx="3344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69664E4-3554-203D-A7AC-F484D56091A4}"/>
              </a:ext>
            </a:extLst>
          </p:cNvPr>
          <p:cNvGrpSpPr/>
          <p:nvPr/>
        </p:nvGrpSpPr>
        <p:grpSpPr>
          <a:xfrm>
            <a:off x="9311646" y="1081023"/>
            <a:ext cx="2824920" cy="588240"/>
            <a:chOff x="9311646" y="1081023"/>
            <a:chExt cx="28249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FB3ED9-7880-09C6-7E85-8A7702AC4765}"/>
                    </a:ext>
                  </a:extLst>
                </p14:cNvPr>
                <p14:cNvContentPartPr/>
                <p14:nvPr/>
              </p14:nvContentPartPr>
              <p14:xfrm>
                <a:off x="9311646" y="1190823"/>
                <a:ext cx="128160" cy="328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FB3ED9-7880-09C6-7E85-8A7702AC476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93646" y="1172823"/>
                  <a:ext cx="1638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18AF09-B586-395A-41CE-A62BDEFB860F}"/>
                    </a:ext>
                  </a:extLst>
                </p14:cNvPr>
                <p14:cNvContentPartPr/>
                <p14:nvPr/>
              </p14:nvContentPartPr>
              <p14:xfrm>
                <a:off x="9577686" y="1346343"/>
                <a:ext cx="128520" cy="153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18AF09-B586-395A-41CE-A62BDEFB86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59686" y="1328343"/>
                  <a:ext cx="164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8A9E776-9C8C-140C-7B67-1013B6264940}"/>
                    </a:ext>
                  </a:extLst>
                </p14:cNvPr>
                <p14:cNvContentPartPr/>
                <p14:nvPr/>
              </p14:nvContentPartPr>
              <p14:xfrm>
                <a:off x="9949926" y="1363263"/>
                <a:ext cx="258480" cy="171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8A9E776-9C8C-140C-7B67-1013B62649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31926" y="1345623"/>
                  <a:ext cx="294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6A6917F-9853-61BB-2F8A-F1FFF5C36D18}"/>
                    </a:ext>
                  </a:extLst>
                </p14:cNvPr>
                <p14:cNvContentPartPr/>
                <p14:nvPr/>
              </p14:nvContentPartPr>
              <p14:xfrm>
                <a:off x="10248366" y="1385223"/>
                <a:ext cx="317160" cy="157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6A6917F-9853-61BB-2F8A-F1FFF5C36D1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30366" y="1367583"/>
                  <a:ext cx="352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986C58-6F07-E94C-E052-287CF62DDD0E}"/>
                    </a:ext>
                  </a:extLst>
                </p14:cNvPr>
                <p14:cNvContentPartPr/>
                <p14:nvPr/>
              </p14:nvContentPartPr>
              <p14:xfrm>
                <a:off x="10610526" y="1354983"/>
                <a:ext cx="282600" cy="160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986C58-6F07-E94C-E052-287CF62DDD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92886" y="1337343"/>
                  <a:ext cx="318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A2FAA0-F1CF-DC7F-47E6-23A49DBA0AEA}"/>
                    </a:ext>
                  </a:extLst>
                </p14:cNvPr>
                <p14:cNvContentPartPr/>
                <p14:nvPr/>
              </p14:nvContentPartPr>
              <p14:xfrm>
                <a:off x="10959366" y="1147623"/>
                <a:ext cx="465840" cy="397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A2FAA0-F1CF-DC7F-47E6-23A49DBA0A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41726" y="1129983"/>
                  <a:ext cx="5014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649ADA-AFF1-A59E-EE0C-423331CD1F04}"/>
                    </a:ext>
                  </a:extLst>
                </p14:cNvPr>
                <p14:cNvContentPartPr/>
                <p14:nvPr/>
              </p14:nvContentPartPr>
              <p14:xfrm>
                <a:off x="11370126" y="1210983"/>
                <a:ext cx="38160" cy="33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649ADA-AFF1-A59E-EE0C-423331CD1F0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52126" y="1192983"/>
                  <a:ext cx="73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4F49BC-E703-1414-C522-C49FDE3197AC}"/>
                    </a:ext>
                  </a:extLst>
                </p14:cNvPr>
                <p14:cNvContentPartPr/>
                <p14:nvPr/>
              </p14:nvContentPartPr>
              <p14:xfrm>
                <a:off x="11498286" y="1295583"/>
                <a:ext cx="373320" cy="373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4F49BC-E703-1414-C522-C49FDE3197A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480646" y="1277583"/>
                  <a:ext cx="4089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376683-AAC7-A57E-74BC-6C59600AD91F}"/>
                    </a:ext>
                  </a:extLst>
                </p14:cNvPr>
                <p14:cNvContentPartPr/>
                <p14:nvPr/>
              </p14:nvContentPartPr>
              <p14:xfrm>
                <a:off x="11947206" y="1081023"/>
                <a:ext cx="189360" cy="397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376683-AAC7-A57E-74BC-6C59600AD9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929206" y="1063383"/>
                  <a:ext cx="225000" cy="43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F320962-B1E8-C1C3-FF68-A121D6BA6F05}"/>
              </a:ext>
            </a:extLst>
          </p:cNvPr>
          <p:cNvGrpSpPr/>
          <p:nvPr/>
        </p:nvGrpSpPr>
        <p:grpSpPr>
          <a:xfrm>
            <a:off x="500286" y="1853223"/>
            <a:ext cx="325800" cy="780120"/>
            <a:chOff x="500286" y="1853223"/>
            <a:chExt cx="325800" cy="78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4B0ECBD-06A4-D1F0-5155-5DCA4D8CF3E6}"/>
                    </a:ext>
                  </a:extLst>
                </p14:cNvPr>
                <p14:cNvContentPartPr/>
                <p14:nvPr/>
              </p14:nvContentPartPr>
              <p14:xfrm>
                <a:off x="500286" y="1853223"/>
                <a:ext cx="325800" cy="78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4B0ECBD-06A4-D1F0-5155-5DCA4D8CF3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2646" y="1835223"/>
                  <a:ext cx="36144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69004E-D22C-36BC-8204-F8BEE82039C3}"/>
                    </a:ext>
                  </a:extLst>
                </p14:cNvPr>
                <p14:cNvContentPartPr/>
                <p14:nvPr/>
              </p14:nvContentPartPr>
              <p14:xfrm>
                <a:off x="537726" y="1918023"/>
                <a:ext cx="52200" cy="19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69004E-D22C-36BC-8204-F8BEE82039C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9726" y="1900023"/>
                  <a:ext cx="878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6AAD9B4-B24F-8D56-8D58-F4BEE998642E}"/>
              </a:ext>
            </a:extLst>
          </p:cNvPr>
          <p:cNvGrpSpPr/>
          <p:nvPr/>
        </p:nvGrpSpPr>
        <p:grpSpPr>
          <a:xfrm>
            <a:off x="1534206" y="1932063"/>
            <a:ext cx="2783880" cy="649800"/>
            <a:chOff x="1534206" y="1932063"/>
            <a:chExt cx="2783880" cy="64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4007647-67E2-F13C-B0DB-4313E6FDEFB9}"/>
                    </a:ext>
                  </a:extLst>
                </p14:cNvPr>
                <p14:cNvContentPartPr/>
                <p14:nvPr/>
              </p14:nvContentPartPr>
              <p14:xfrm>
                <a:off x="1534206" y="2158863"/>
                <a:ext cx="137880" cy="171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4007647-67E2-F13C-B0DB-4313E6FDEF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16566" y="2141223"/>
                  <a:ext cx="1735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1D0FCFF-A5AE-F651-8FF7-4425B39967B9}"/>
                    </a:ext>
                  </a:extLst>
                </p14:cNvPr>
                <p14:cNvContentPartPr/>
                <p14:nvPr/>
              </p14:nvContentPartPr>
              <p14:xfrm>
                <a:off x="1756326" y="2312583"/>
                <a:ext cx="23040" cy="128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1D0FCFF-A5AE-F651-8FF7-4425B39967B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38686" y="2294583"/>
                  <a:ext cx="58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AD1A416-DE5B-2E8A-9360-0BAD0A61C2B1}"/>
                    </a:ext>
                  </a:extLst>
                </p14:cNvPr>
                <p14:cNvContentPartPr/>
                <p14:nvPr/>
              </p14:nvContentPartPr>
              <p14:xfrm>
                <a:off x="1860366" y="1932063"/>
                <a:ext cx="184680" cy="183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AD1A416-DE5B-2E8A-9360-0BAD0A61C2B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842366" y="1914423"/>
                  <a:ext cx="220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E8F32BF-0A93-7941-C257-B49FA6118FA8}"/>
                    </a:ext>
                  </a:extLst>
                </p14:cNvPr>
                <p14:cNvContentPartPr/>
                <p14:nvPr/>
              </p14:nvContentPartPr>
              <p14:xfrm>
                <a:off x="2172846" y="2242383"/>
                <a:ext cx="189360" cy="47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E8F32BF-0A93-7941-C257-B49FA6118FA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54846" y="2224383"/>
                  <a:ext cx="22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2E5120-AF0A-AF10-F51B-8A08BF43CD7B}"/>
                    </a:ext>
                  </a:extLst>
                </p14:cNvPr>
                <p14:cNvContentPartPr/>
                <p14:nvPr/>
              </p14:nvContentPartPr>
              <p14:xfrm>
                <a:off x="2234406" y="2167863"/>
                <a:ext cx="49320" cy="223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2E5120-AF0A-AF10-F51B-8A08BF43CD7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16406" y="2150223"/>
                  <a:ext cx="84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B6E809-9DF9-CFB7-5128-4B9488D60667}"/>
                    </a:ext>
                  </a:extLst>
                </p14:cNvPr>
                <p14:cNvContentPartPr/>
                <p14:nvPr/>
              </p14:nvContentPartPr>
              <p14:xfrm>
                <a:off x="2479926" y="2175423"/>
                <a:ext cx="119160" cy="209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B6E809-9DF9-CFB7-5128-4B9488D606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61926" y="2157423"/>
                  <a:ext cx="1548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91820DE-4829-DADD-6B61-0211FFEF1504}"/>
                    </a:ext>
                  </a:extLst>
                </p14:cNvPr>
                <p14:cNvContentPartPr/>
                <p14:nvPr/>
              </p14:nvContentPartPr>
              <p14:xfrm>
                <a:off x="2702406" y="2332023"/>
                <a:ext cx="129600" cy="156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91820DE-4829-DADD-6B61-0211FFEF150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84766" y="2314023"/>
                  <a:ext cx="165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7C8B68C-E520-2943-3804-8E0FA35FCBD1}"/>
                    </a:ext>
                  </a:extLst>
                </p14:cNvPr>
                <p14:cNvContentPartPr/>
                <p14:nvPr/>
              </p14:nvContentPartPr>
              <p14:xfrm>
                <a:off x="2848206" y="1933503"/>
                <a:ext cx="175320" cy="176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7C8B68C-E520-2943-3804-8E0FA35FCB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30566" y="1915863"/>
                  <a:ext cx="210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928E36B-399A-1580-FEE0-B420C5955087}"/>
                    </a:ext>
                  </a:extLst>
                </p14:cNvPr>
                <p14:cNvContentPartPr/>
                <p14:nvPr/>
              </p14:nvContentPartPr>
              <p14:xfrm>
                <a:off x="3113886" y="2275863"/>
                <a:ext cx="136800" cy="35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928E36B-399A-1580-FEE0-B420C595508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96246" y="2258223"/>
                  <a:ext cx="172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67E55C7-DF34-6007-6BC4-B6507A68ACAF}"/>
                    </a:ext>
                  </a:extLst>
                </p14:cNvPr>
                <p14:cNvContentPartPr/>
                <p14:nvPr/>
              </p14:nvContentPartPr>
              <p14:xfrm>
                <a:off x="3134046" y="2208183"/>
                <a:ext cx="57600" cy="21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67E55C7-DF34-6007-6BC4-B6507A68ACA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16406" y="2190183"/>
                  <a:ext cx="93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B7C4C93-AC61-E66B-93B8-3CD4238AF2FE}"/>
                    </a:ext>
                  </a:extLst>
                </p14:cNvPr>
                <p14:cNvContentPartPr/>
                <p14:nvPr/>
              </p14:nvContentPartPr>
              <p14:xfrm>
                <a:off x="3403326" y="2198823"/>
                <a:ext cx="139680" cy="232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B7C4C93-AC61-E66B-93B8-3CD4238AF2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85326" y="2181183"/>
                  <a:ext cx="175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97EA7C8-CDCA-DFB6-DCF0-764092F46460}"/>
                    </a:ext>
                  </a:extLst>
                </p14:cNvPr>
                <p14:cNvContentPartPr/>
                <p14:nvPr/>
              </p14:nvContentPartPr>
              <p14:xfrm>
                <a:off x="3576486" y="2352543"/>
                <a:ext cx="112680" cy="229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97EA7C8-CDCA-DFB6-DCF0-764092F4646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58846" y="2334903"/>
                  <a:ext cx="148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04537A-0EE9-89CD-4706-2F3551900509}"/>
                    </a:ext>
                  </a:extLst>
                </p14:cNvPr>
                <p14:cNvContentPartPr/>
                <p14:nvPr/>
              </p14:nvContentPartPr>
              <p14:xfrm>
                <a:off x="3802206" y="1983543"/>
                <a:ext cx="159120" cy="153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804537A-0EE9-89CD-4706-2F35519005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84566" y="1965903"/>
                  <a:ext cx="194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E169FB9-B92D-140E-0B7A-553287AAFE34}"/>
                    </a:ext>
                  </a:extLst>
                </p14:cNvPr>
                <p14:cNvContentPartPr/>
                <p14:nvPr/>
              </p14:nvContentPartPr>
              <p14:xfrm>
                <a:off x="4167606" y="2314383"/>
                <a:ext cx="102960" cy="9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E169FB9-B92D-140E-0B7A-553287AAFE3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49966" y="2296383"/>
                  <a:ext cx="138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F34A9F-7BCF-5417-D809-63D891DD28F0}"/>
                    </a:ext>
                  </a:extLst>
                </p14:cNvPr>
                <p14:cNvContentPartPr/>
                <p14:nvPr/>
              </p14:nvContentPartPr>
              <p14:xfrm>
                <a:off x="4115766" y="2375223"/>
                <a:ext cx="202320" cy="38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F34A9F-7BCF-5417-D809-63D891DD28F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97766" y="2357583"/>
                  <a:ext cx="23796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67763F4-7F19-38C5-24D8-6F28F229CBDC}"/>
                  </a:ext>
                </a:extLst>
              </p14:cNvPr>
              <p14:cNvContentPartPr/>
              <p14:nvPr/>
            </p14:nvContentPartPr>
            <p14:xfrm>
              <a:off x="4807326" y="2065623"/>
              <a:ext cx="95760" cy="3898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67763F4-7F19-38C5-24D8-6F28F229CBD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789686" y="2047983"/>
                <a:ext cx="131400" cy="42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845965F9-84F8-2131-1D69-FEB83E9669C1}"/>
              </a:ext>
            </a:extLst>
          </p:cNvPr>
          <p:cNvGrpSpPr/>
          <p:nvPr/>
        </p:nvGrpSpPr>
        <p:grpSpPr>
          <a:xfrm>
            <a:off x="269166" y="2913063"/>
            <a:ext cx="488880" cy="191160"/>
            <a:chOff x="269166" y="2913063"/>
            <a:chExt cx="48888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EDFF31-5C39-5E7F-01CC-8075E5A59698}"/>
                    </a:ext>
                  </a:extLst>
                </p14:cNvPr>
                <p14:cNvContentPartPr/>
                <p14:nvPr/>
              </p14:nvContentPartPr>
              <p14:xfrm>
                <a:off x="269166" y="2948703"/>
                <a:ext cx="123120" cy="155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EDFF31-5C39-5E7F-01CC-8075E5A5969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1166" y="2930703"/>
                  <a:ext cx="158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0B26F00-40C9-0329-8795-3C9AB3072685}"/>
                    </a:ext>
                  </a:extLst>
                </p14:cNvPr>
                <p14:cNvContentPartPr/>
                <p14:nvPr/>
              </p14:nvContentPartPr>
              <p14:xfrm>
                <a:off x="466086" y="2996583"/>
                <a:ext cx="18360" cy="6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0B26F00-40C9-0329-8795-3C9AB30726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8086" y="2978583"/>
                  <a:ext cx="54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345283B-EDD1-2A9D-F6C9-9031C754F8F7}"/>
                    </a:ext>
                  </a:extLst>
                </p14:cNvPr>
                <p14:cNvContentPartPr/>
                <p14:nvPr/>
              </p14:nvContentPartPr>
              <p14:xfrm>
                <a:off x="600726" y="2913063"/>
                <a:ext cx="157320" cy="142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345283B-EDD1-2A9D-F6C9-9031C754F8F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2726" y="2895423"/>
                  <a:ext cx="19296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C4F7FA2-15AF-A31B-FF80-D91C720A1749}"/>
                  </a:ext>
                </a:extLst>
              </p14:cNvPr>
              <p14:cNvContentPartPr/>
              <p14:nvPr/>
            </p14:nvContentPartPr>
            <p14:xfrm>
              <a:off x="1052166" y="2976783"/>
              <a:ext cx="6120" cy="18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C4F7FA2-15AF-A31B-FF80-D91C720A174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34526" y="2959143"/>
                <a:ext cx="417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F2DD636-62C2-29CE-1105-F36055FC8EF8}"/>
              </a:ext>
            </a:extLst>
          </p:cNvPr>
          <p:cNvGrpSpPr/>
          <p:nvPr/>
        </p:nvGrpSpPr>
        <p:grpSpPr>
          <a:xfrm>
            <a:off x="1733286" y="2675823"/>
            <a:ext cx="656640" cy="460080"/>
            <a:chOff x="1733286" y="2675823"/>
            <a:chExt cx="65664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16E8C72-C785-F974-B01E-A0D04626AB56}"/>
                    </a:ext>
                  </a:extLst>
                </p14:cNvPr>
                <p14:cNvContentPartPr/>
                <p14:nvPr/>
              </p14:nvContentPartPr>
              <p14:xfrm>
                <a:off x="1733286" y="2675823"/>
                <a:ext cx="606240" cy="460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16E8C72-C785-F974-B01E-A0D04626AB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15646" y="2657823"/>
                  <a:ext cx="64188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8E891C-0132-3B18-5E97-55F8CFE971F1}"/>
                    </a:ext>
                  </a:extLst>
                </p14:cNvPr>
                <p14:cNvContentPartPr/>
                <p14:nvPr/>
              </p14:nvContentPartPr>
              <p14:xfrm>
                <a:off x="2190486" y="2899023"/>
                <a:ext cx="199440" cy="35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8E891C-0132-3B18-5E97-55F8CFE971F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72486" y="2881023"/>
                  <a:ext cx="2350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E5D50F5-154F-C327-7F1F-E459EC0F0C3C}"/>
              </a:ext>
            </a:extLst>
          </p:cNvPr>
          <p:cNvGrpSpPr/>
          <p:nvPr/>
        </p:nvGrpSpPr>
        <p:grpSpPr>
          <a:xfrm>
            <a:off x="2798886" y="2797863"/>
            <a:ext cx="2276280" cy="655200"/>
            <a:chOff x="2798886" y="2797863"/>
            <a:chExt cx="227628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347970C-B0F6-B361-BDDA-5A5C8DC7BCEB}"/>
                    </a:ext>
                  </a:extLst>
                </p14:cNvPr>
                <p14:cNvContentPartPr/>
                <p14:nvPr/>
              </p14:nvContentPartPr>
              <p14:xfrm>
                <a:off x="2798886" y="2935383"/>
                <a:ext cx="338400" cy="197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347970C-B0F6-B361-BDDA-5A5C8DC7BC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81246" y="2917383"/>
                  <a:ext cx="374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381B6C-9F6E-AAB9-51B5-DD0A2F43A429}"/>
                    </a:ext>
                  </a:extLst>
                </p14:cNvPr>
                <p14:cNvContentPartPr/>
                <p14:nvPr/>
              </p14:nvContentPartPr>
              <p14:xfrm>
                <a:off x="3279846" y="2940063"/>
                <a:ext cx="104040" cy="16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381B6C-9F6E-AAB9-51B5-DD0A2F43A42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62206" y="2922063"/>
                  <a:ext cx="139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B7706E0-1F3A-DE1D-850A-553E4A6C1A02}"/>
                    </a:ext>
                  </a:extLst>
                </p14:cNvPr>
                <p14:cNvContentPartPr/>
                <p14:nvPr/>
              </p14:nvContentPartPr>
              <p14:xfrm>
                <a:off x="3221166" y="3047343"/>
                <a:ext cx="165600" cy="39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B7706E0-1F3A-DE1D-850A-553E4A6C1A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03526" y="3029343"/>
                  <a:ext cx="201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EAE117F-4156-C9B3-31C1-9D037DD05912}"/>
                    </a:ext>
                  </a:extLst>
                </p14:cNvPr>
                <p14:cNvContentPartPr/>
                <p14:nvPr/>
              </p14:nvContentPartPr>
              <p14:xfrm>
                <a:off x="3672966" y="2797863"/>
                <a:ext cx="160920" cy="508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EAE117F-4156-C9B3-31C1-9D037DD0591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54966" y="2779863"/>
                  <a:ext cx="19656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D72FAE-7B2B-1DBB-EC92-3C49D91EF693}"/>
                    </a:ext>
                  </a:extLst>
                </p14:cNvPr>
                <p14:cNvContentPartPr/>
                <p14:nvPr/>
              </p14:nvContentPartPr>
              <p14:xfrm>
                <a:off x="4050606" y="2933223"/>
                <a:ext cx="15840" cy="276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D72FAE-7B2B-1DBB-EC92-3C49D91EF69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32966" y="2915583"/>
                  <a:ext cx="51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5EE80A-C3C7-E7D0-CB75-06441C490BAC}"/>
                    </a:ext>
                  </a:extLst>
                </p14:cNvPr>
                <p14:cNvContentPartPr/>
                <p14:nvPr/>
              </p14:nvContentPartPr>
              <p14:xfrm>
                <a:off x="4161126" y="3200343"/>
                <a:ext cx="54000" cy="113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5EE80A-C3C7-E7D0-CB75-06441C490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43126" y="3182703"/>
                  <a:ext cx="89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F691ADD-CDAA-7A9A-0966-0EC5A5B915A0}"/>
                    </a:ext>
                  </a:extLst>
                </p14:cNvPr>
                <p14:cNvContentPartPr/>
                <p14:nvPr/>
              </p14:nvContentPartPr>
              <p14:xfrm>
                <a:off x="4340406" y="2994063"/>
                <a:ext cx="170640" cy="205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F691ADD-CDAA-7A9A-0966-0EC5A5B915A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22766" y="2976063"/>
                  <a:ext cx="206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CF6528-333A-3197-8745-9BAE58C25EDD}"/>
                    </a:ext>
                  </a:extLst>
                </p14:cNvPr>
                <p14:cNvContentPartPr/>
                <p14:nvPr/>
              </p14:nvContentPartPr>
              <p14:xfrm>
                <a:off x="4602486" y="3191343"/>
                <a:ext cx="82440" cy="157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CF6528-333A-3197-8745-9BAE58C25E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584846" y="3173343"/>
                  <a:ext cx="118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12D48E7-D960-D0A3-8DD3-2805C263C9CB}"/>
                    </a:ext>
                  </a:extLst>
                </p14:cNvPr>
                <p14:cNvContentPartPr/>
                <p14:nvPr/>
              </p14:nvContentPartPr>
              <p14:xfrm>
                <a:off x="4815246" y="2937903"/>
                <a:ext cx="156240" cy="259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12D48E7-D960-D0A3-8DD3-2805C263C9C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97606" y="2919903"/>
                  <a:ext cx="191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629A8B5-8E45-202B-5F54-20711CF60612}"/>
                    </a:ext>
                  </a:extLst>
                </p14:cNvPr>
                <p14:cNvContentPartPr/>
                <p14:nvPr/>
              </p14:nvContentPartPr>
              <p14:xfrm>
                <a:off x="4783566" y="2822703"/>
                <a:ext cx="291600" cy="630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629A8B5-8E45-202B-5F54-20711CF6061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65926" y="2805063"/>
                  <a:ext cx="327240" cy="66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BB055B2-261D-F3BD-0685-6CAA56920C56}"/>
                  </a:ext>
                </a:extLst>
              </p14:cNvPr>
              <p14:cNvContentPartPr/>
              <p14:nvPr/>
            </p14:nvContentPartPr>
            <p14:xfrm>
              <a:off x="5647926" y="3224463"/>
              <a:ext cx="720" cy="57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BB055B2-261D-F3BD-0685-6CAA56920C5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630286" y="3206823"/>
                <a:ext cx="363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80537BC-FE8B-45E0-2399-1496F3A69B61}"/>
              </a:ext>
            </a:extLst>
          </p:cNvPr>
          <p:cNvGrpSpPr/>
          <p:nvPr/>
        </p:nvGrpSpPr>
        <p:grpSpPr>
          <a:xfrm>
            <a:off x="6331926" y="2809743"/>
            <a:ext cx="1008720" cy="451440"/>
            <a:chOff x="6331926" y="2809743"/>
            <a:chExt cx="10087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5CA7008-E03F-C104-E0F0-C0F58663E9B8}"/>
                    </a:ext>
                  </a:extLst>
                </p14:cNvPr>
                <p14:cNvContentPartPr/>
                <p14:nvPr/>
              </p14:nvContentPartPr>
              <p14:xfrm>
                <a:off x="6331926" y="2809743"/>
                <a:ext cx="317880" cy="451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5CA7008-E03F-C104-E0F0-C0F58663E9B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313926" y="2792103"/>
                  <a:ext cx="35352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D0163F-53C2-DCE5-D705-B73ACC08A20F}"/>
                    </a:ext>
                  </a:extLst>
                </p14:cNvPr>
                <p14:cNvContentPartPr/>
                <p14:nvPr/>
              </p14:nvContentPartPr>
              <p14:xfrm>
                <a:off x="6672846" y="2879583"/>
                <a:ext cx="667800" cy="365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D0163F-53C2-DCE5-D705-B73ACC08A20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654846" y="2861583"/>
                  <a:ext cx="70344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56F78B9-4B9C-31DC-4D0B-3F2869424964}"/>
              </a:ext>
            </a:extLst>
          </p:cNvPr>
          <p:cNvGrpSpPr/>
          <p:nvPr/>
        </p:nvGrpSpPr>
        <p:grpSpPr>
          <a:xfrm>
            <a:off x="7934286" y="2680143"/>
            <a:ext cx="2600280" cy="518400"/>
            <a:chOff x="7934286" y="2680143"/>
            <a:chExt cx="260028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0D2CC7F-7D66-E2C5-3F5B-83398242C85F}"/>
                    </a:ext>
                  </a:extLst>
                </p14:cNvPr>
                <p14:cNvContentPartPr/>
                <p14:nvPr/>
              </p14:nvContentPartPr>
              <p14:xfrm>
                <a:off x="7934286" y="2927103"/>
                <a:ext cx="25560" cy="244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0D2CC7F-7D66-E2C5-3F5B-83398242C85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16286" y="2909463"/>
                  <a:ext cx="612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50E1A42-AF61-140C-B07E-10E858FC04C2}"/>
                    </a:ext>
                  </a:extLst>
                </p14:cNvPr>
                <p14:cNvContentPartPr/>
                <p14:nvPr/>
              </p14:nvContentPartPr>
              <p14:xfrm>
                <a:off x="8057766" y="2758263"/>
                <a:ext cx="150480" cy="134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50E1A42-AF61-140C-B07E-10E858FC04C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040126" y="2740623"/>
                  <a:ext cx="186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D3D7BDE-4BD7-92C7-6DE9-6D9D17DDF137}"/>
                    </a:ext>
                  </a:extLst>
                </p14:cNvPr>
                <p14:cNvContentPartPr/>
                <p14:nvPr/>
              </p14:nvContentPartPr>
              <p14:xfrm>
                <a:off x="8248926" y="3016023"/>
                <a:ext cx="119520" cy="37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D3D7BDE-4BD7-92C7-6DE9-6D9D17DDF13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230926" y="2998383"/>
                  <a:ext cx="1551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C4C39D3-327C-80B2-1F4E-E71CBEC4FCF4}"/>
                    </a:ext>
                  </a:extLst>
                </p14:cNvPr>
                <p14:cNvContentPartPr/>
                <p14:nvPr/>
              </p14:nvContentPartPr>
              <p14:xfrm>
                <a:off x="8273406" y="2973903"/>
                <a:ext cx="71280" cy="224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C4C39D3-327C-80B2-1F4E-E71CBEC4FCF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255406" y="2956263"/>
                  <a:ext cx="106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9F75AB4-FCAE-1637-4268-049217492C45}"/>
                    </a:ext>
                  </a:extLst>
                </p14:cNvPr>
                <p14:cNvContentPartPr/>
                <p14:nvPr/>
              </p14:nvContentPartPr>
              <p14:xfrm>
                <a:off x="8474646" y="2967423"/>
                <a:ext cx="162000" cy="225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9F75AB4-FCAE-1637-4268-049217492C4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457006" y="2949783"/>
                  <a:ext cx="197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AED9257-13D7-24F9-62C2-CF4909EF068F}"/>
                    </a:ext>
                  </a:extLst>
                </p14:cNvPr>
                <p14:cNvContentPartPr/>
                <p14:nvPr/>
              </p14:nvContentPartPr>
              <p14:xfrm>
                <a:off x="8710446" y="2792103"/>
                <a:ext cx="147240" cy="130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AED9257-13D7-24F9-62C2-CF4909EF068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92446" y="2774103"/>
                  <a:ext cx="182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3D351AF-19C3-7256-D6F6-B0EB39D8AC7B}"/>
                    </a:ext>
                  </a:extLst>
                </p14:cNvPr>
                <p14:cNvContentPartPr/>
                <p14:nvPr/>
              </p14:nvContentPartPr>
              <p14:xfrm>
                <a:off x="8973606" y="3012063"/>
                <a:ext cx="113400" cy="12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3D351AF-19C3-7256-D6F6-B0EB39D8AC7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55966" y="2994063"/>
                  <a:ext cx="149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C532852-34A9-F348-0946-180236840291}"/>
                    </a:ext>
                  </a:extLst>
                </p14:cNvPr>
                <p14:cNvContentPartPr/>
                <p14:nvPr/>
              </p14:nvContentPartPr>
              <p14:xfrm>
                <a:off x="9017166" y="2915583"/>
                <a:ext cx="59760" cy="228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C532852-34A9-F348-0946-18023684029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999166" y="2897943"/>
                  <a:ext cx="954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E2560C7-69F8-3743-D3A8-91B1D1268F84}"/>
                    </a:ext>
                  </a:extLst>
                </p14:cNvPr>
                <p14:cNvContentPartPr/>
                <p14:nvPr/>
              </p14:nvContentPartPr>
              <p14:xfrm>
                <a:off x="9225246" y="2939343"/>
                <a:ext cx="140040" cy="224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E2560C7-69F8-3743-D3A8-91B1D1268F8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207606" y="2921703"/>
                  <a:ext cx="175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E91957F-0439-655E-B1A5-14C7143E40B7}"/>
                    </a:ext>
                  </a:extLst>
                </p14:cNvPr>
                <p14:cNvContentPartPr/>
                <p14:nvPr/>
              </p14:nvContentPartPr>
              <p14:xfrm>
                <a:off x="9467886" y="2680143"/>
                <a:ext cx="193680" cy="182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E91957F-0439-655E-B1A5-14C7143E40B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450246" y="2662143"/>
                  <a:ext cx="2293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0A77ED1-C05A-10DE-1D98-50E94D10B843}"/>
                    </a:ext>
                  </a:extLst>
                </p14:cNvPr>
                <p14:cNvContentPartPr/>
                <p14:nvPr/>
              </p14:nvContentPartPr>
              <p14:xfrm>
                <a:off x="9769926" y="3029703"/>
                <a:ext cx="110160" cy="14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0A77ED1-C05A-10DE-1D98-50E94D10B84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752286" y="3012063"/>
                  <a:ext cx="145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AA66386-95D7-091E-F46E-0F490860CC89}"/>
                    </a:ext>
                  </a:extLst>
                </p14:cNvPr>
                <p14:cNvContentPartPr/>
                <p14:nvPr/>
              </p14:nvContentPartPr>
              <p14:xfrm>
                <a:off x="9747246" y="3090183"/>
                <a:ext cx="221400" cy="27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AA66386-95D7-091E-F46E-0F490860CC8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729246" y="3072183"/>
                  <a:ext cx="257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AE5AB62-81A8-6D01-A2FF-9BCF8A7155D1}"/>
                    </a:ext>
                  </a:extLst>
                </p14:cNvPr>
                <p14:cNvContentPartPr/>
                <p14:nvPr/>
              </p14:nvContentPartPr>
              <p14:xfrm>
                <a:off x="10108326" y="2849343"/>
                <a:ext cx="94680" cy="314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AE5AB62-81A8-6D01-A2FF-9BCF8A7155D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90326" y="2831703"/>
                  <a:ext cx="130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D6A805F-2128-3F63-22EE-E13453C900F1}"/>
                    </a:ext>
                  </a:extLst>
                </p14:cNvPr>
                <p14:cNvContentPartPr/>
                <p14:nvPr/>
              </p14:nvContentPartPr>
              <p14:xfrm>
                <a:off x="10335846" y="2822703"/>
                <a:ext cx="198720" cy="334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D6A805F-2128-3F63-22EE-E13453C900F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317846" y="2805063"/>
                  <a:ext cx="23436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AFAF6D0-65FB-B1AE-CC9F-589E21DCE88E}"/>
              </a:ext>
            </a:extLst>
          </p:cNvPr>
          <p:cNvGrpSpPr/>
          <p:nvPr/>
        </p:nvGrpSpPr>
        <p:grpSpPr>
          <a:xfrm>
            <a:off x="616926" y="3567183"/>
            <a:ext cx="532440" cy="264600"/>
            <a:chOff x="616926" y="3567183"/>
            <a:chExt cx="53244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77F04E6-EFE3-2ADD-702F-E1717A16153B}"/>
                    </a:ext>
                  </a:extLst>
                </p14:cNvPr>
                <p14:cNvContentPartPr/>
                <p14:nvPr/>
              </p14:nvContentPartPr>
              <p14:xfrm>
                <a:off x="616926" y="3567183"/>
                <a:ext cx="307080" cy="262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77F04E6-EFE3-2ADD-702F-E1717A16153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99286" y="3549543"/>
                  <a:ext cx="3427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9C8B196-8DC2-996B-D702-52E79EF32C0E}"/>
                    </a:ext>
                  </a:extLst>
                </p14:cNvPr>
                <p14:cNvContentPartPr/>
                <p14:nvPr/>
              </p14:nvContentPartPr>
              <p14:xfrm>
                <a:off x="978366" y="3696063"/>
                <a:ext cx="171000" cy="135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9C8B196-8DC2-996B-D702-52E79EF32C0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60366" y="3678063"/>
                  <a:ext cx="2066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5B3EC34-6A5C-23DD-3DD5-A6BE2C3F93BB}"/>
              </a:ext>
            </a:extLst>
          </p:cNvPr>
          <p:cNvGrpSpPr/>
          <p:nvPr/>
        </p:nvGrpSpPr>
        <p:grpSpPr>
          <a:xfrm>
            <a:off x="1641126" y="3600303"/>
            <a:ext cx="725400" cy="212040"/>
            <a:chOff x="1641126" y="3600303"/>
            <a:chExt cx="72540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DECCE64-672F-C032-7FDA-B77538BC3E9C}"/>
                    </a:ext>
                  </a:extLst>
                </p14:cNvPr>
                <p14:cNvContentPartPr/>
                <p14:nvPr/>
              </p14:nvContentPartPr>
              <p14:xfrm>
                <a:off x="1641126" y="3600303"/>
                <a:ext cx="177840" cy="196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DECCE64-672F-C032-7FDA-B77538BC3E9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623126" y="3582663"/>
                  <a:ext cx="213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DC1517C-446E-FAF9-29BB-4812EADDC411}"/>
                    </a:ext>
                  </a:extLst>
                </p14:cNvPr>
                <p14:cNvContentPartPr/>
                <p14:nvPr/>
              </p14:nvContentPartPr>
              <p14:xfrm>
                <a:off x="1862166" y="3668703"/>
                <a:ext cx="159120" cy="142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DC1517C-446E-FAF9-29BB-4812EADDC41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844166" y="3650703"/>
                  <a:ext cx="194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DD2036-CC28-56B5-1066-838B4E90AA65}"/>
                    </a:ext>
                  </a:extLst>
                </p14:cNvPr>
                <p14:cNvContentPartPr/>
                <p14:nvPr/>
              </p14:nvContentPartPr>
              <p14:xfrm>
                <a:off x="2064846" y="3701103"/>
                <a:ext cx="301680" cy="111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DD2036-CC28-56B5-1066-838B4E90AA6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046846" y="3683463"/>
                  <a:ext cx="33732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1E968D2-2AA5-7625-510E-9A69515D1458}"/>
              </a:ext>
            </a:extLst>
          </p:cNvPr>
          <p:cNvGrpSpPr/>
          <p:nvPr/>
        </p:nvGrpSpPr>
        <p:grpSpPr>
          <a:xfrm>
            <a:off x="2754966" y="3525423"/>
            <a:ext cx="1990080" cy="409680"/>
            <a:chOff x="2754966" y="3525423"/>
            <a:chExt cx="199008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31F349C-27B6-A5D5-57DA-71F3E05A55C7}"/>
                    </a:ext>
                  </a:extLst>
                </p14:cNvPr>
                <p14:cNvContentPartPr/>
                <p14:nvPr/>
              </p14:nvContentPartPr>
              <p14:xfrm>
                <a:off x="2754966" y="3706503"/>
                <a:ext cx="238320" cy="131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31F349C-27B6-A5D5-57DA-71F3E05A55C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37326" y="3688503"/>
                  <a:ext cx="273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7503C86-579C-0C63-69A0-0FB0FFA32B56}"/>
                    </a:ext>
                  </a:extLst>
                </p14:cNvPr>
                <p14:cNvContentPartPr/>
                <p14:nvPr/>
              </p14:nvContentPartPr>
              <p14:xfrm>
                <a:off x="3081846" y="3715863"/>
                <a:ext cx="96120" cy="143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7503C86-579C-0C63-69A0-0FB0FFA32B5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064206" y="3698223"/>
                  <a:ext cx="131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1F37047-0FE7-D938-2D24-969FC871FF93}"/>
                    </a:ext>
                  </a:extLst>
                </p14:cNvPr>
                <p14:cNvContentPartPr/>
                <p14:nvPr/>
              </p14:nvContentPartPr>
              <p14:xfrm>
                <a:off x="3260406" y="3725943"/>
                <a:ext cx="163440" cy="1368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1F37047-0FE7-D938-2D24-969FC871FF9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242406" y="3708303"/>
                  <a:ext cx="199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2EEF762-2A54-3764-8DFF-FFE951BA006D}"/>
                    </a:ext>
                  </a:extLst>
                </p14:cNvPr>
                <p14:cNvContentPartPr/>
                <p14:nvPr/>
              </p14:nvContentPartPr>
              <p14:xfrm>
                <a:off x="3459126" y="3715143"/>
                <a:ext cx="300240" cy="16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2EEF762-2A54-3764-8DFF-FFE951BA006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41126" y="3697143"/>
                  <a:ext cx="335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F8D5066-9DA3-4527-CC5C-A05006BCF107}"/>
                    </a:ext>
                  </a:extLst>
                </p14:cNvPr>
                <p14:cNvContentPartPr/>
                <p14:nvPr/>
              </p14:nvContentPartPr>
              <p14:xfrm>
                <a:off x="3853326" y="3525423"/>
                <a:ext cx="466920" cy="382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F8D5066-9DA3-4527-CC5C-A05006BCF10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835326" y="3507423"/>
                  <a:ext cx="5025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FD59C8B-F57F-090F-3D95-EB8A3EFDF697}"/>
                    </a:ext>
                  </a:extLst>
                </p14:cNvPr>
                <p14:cNvContentPartPr/>
                <p14:nvPr/>
              </p14:nvContentPartPr>
              <p14:xfrm>
                <a:off x="4312326" y="3558543"/>
                <a:ext cx="83520" cy="59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FD59C8B-F57F-090F-3D95-EB8A3EFDF69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294686" y="3540903"/>
                  <a:ext cx="119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26DEB72-BC61-D3AF-7C46-433C2653BD83}"/>
                    </a:ext>
                  </a:extLst>
                </p14:cNvPr>
                <p14:cNvContentPartPr/>
                <p14:nvPr/>
              </p14:nvContentPartPr>
              <p14:xfrm>
                <a:off x="4395126" y="3738903"/>
                <a:ext cx="106560" cy="165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26DEB72-BC61-D3AF-7C46-433C2653BD8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377126" y="3720903"/>
                  <a:ext cx="142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F70C4AE-4060-29E6-0F87-A50526100C34}"/>
                    </a:ext>
                  </a:extLst>
                </p14:cNvPr>
                <p14:cNvContentPartPr/>
                <p14:nvPr/>
              </p14:nvContentPartPr>
              <p14:xfrm>
                <a:off x="4576926" y="3755103"/>
                <a:ext cx="168120" cy="1800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F70C4AE-4060-29E6-0F87-A50526100C3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558926" y="3737103"/>
                  <a:ext cx="20376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17D36BA-2617-E7F5-FD93-3F4B99F39BE0}"/>
              </a:ext>
            </a:extLst>
          </p:cNvPr>
          <p:cNvGrpSpPr/>
          <p:nvPr/>
        </p:nvGrpSpPr>
        <p:grpSpPr>
          <a:xfrm>
            <a:off x="5123046" y="3536943"/>
            <a:ext cx="701640" cy="401040"/>
            <a:chOff x="5123046" y="3536943"/>
            <a:chExt cx="70164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0B4D4F2-D567-9286-F315-B239021A4FD5}"/>
                    </a:ext>
                  </a:extLst>
                </p14:cNvPr>
                <p14:cNvContentPartPr/>
                <p14:nvPr/>
              </p14:nvContentPartPr>
              <p14:xfrm>
                <a:off x="5138166" y="3595263"/>
                <a:ext cx="266400" cy="333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0B4D4F2-D567-9286-F315-B239021A4FD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120166" y="3577623"/>
                  <a:ext cx="3020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D0F32C2-BB1E-04A1-56F5-85078EB30A0F}"/>
                    </a:ext>
                  </a:extLst>
                </p14:cNvPr>
                <p14:cNvContentPartPr/>
                <p14:nvPr/>
              </p14:nvContentPartPr>
              <p14:xfrm>
                <a:off x="5403846" y="3584463"/>
                <a:ext cx="290880" cy="353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D0F32C2-BB1E-04A1-56F5-85078EB30A0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385846" y="3566463"/>
                  <a:ext cx="3265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78AE6FF-0066-1E59-E063-9F31DFB76436}"/>
                    </a:ext>
                  </a:extLst>
                </p14:cNvPr>
                <p14:cNvContentPartPr/>
                <p14:nvPr/>
              </p14:nvContentPartPr>
              <p14:xfrm>
                <a:off x="5712006" y="3780303"/>
                <a:ext cx="112680" cy="146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78AE6FF-0066-1E59-E063-9F31DFB7643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694006" y="3762663"/>
                  <a:ext cx="148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4771331-F30A-A94D-21F1-8A48E54E0CD2}"/>
                    </a:ext>
                  </a:extLst>
                </p14:cNvPr>
                <p14:cNvContentPartPr/>
                <p14:nvPr/>
              </p14:nvContentPartPr>
              <p14:xfrm>
                <a:off x="5714886" y="3536943"/>
                <a:ext cx="720" cy="39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4771331-F30A-A94D-21F1-8A48E54E0CD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697246" y="3519303"/>
                  <a:ext cx="36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E75235B-1646-F42E-A588-102FBAC198A8}"/>
                    </a:ext>
                  </a:extLst>
                </p14:cNvPr>
                <p14:cNvContentPartPr/>
                <p14:nvPr/>
              </p14:nvContentPartPr>
              <p14:xfrm>
                <a:off x="5123046" y="3686343"/>
                <a:ext cx="236520" cy="25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E75235B-1646-F42E-A588-102FBAC198A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105046" y="3668343"/>
                  <a:ext cx="2721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713EFC9-4F29-DBD0-0C19-55B382F6EC45}"/>
              </a:ext>
            </a:extLst>
          </p:cNvPr>
          <p:cNvGrpSpPr/>
          <p:nvPr/>
        </p:nvGrpSpPr>
        <p:grpSpPr>
          <a:xfrm>
            <a:off x="6395286" y="3579423"/>
            <a:ext cx="1208160" cy="355680"/>
            <a:chOff x="6395286" y="3579423"/>
            <a:chExt cx="120816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7E6985D-DB1D-2CB9-B180-88420A7C4900}"/>
                    </a:ext>
                  </a:extLst>
                </p14:cNvPr>
                <p14:cNvContentPartPr/>
                <p14:nvPr/>
              </p14:nvContentPartPr>
              <p14:xfrm>
                <a:off x="6395286" y="3764823"/>
                <a:ext cx="285840" cy="170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7E6985D-DB1D-2CB9-B180-88420A7C490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377646" y="3747183"/>
                  <a:ext cx="321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71A1856-D3E5-3956-49D0-604D815CC4F9}"/>
                    </a:ext>
                  </a:extLst>
                </p14:cNvPr>
                <p14:cNvContentPartPr/>
                <p14:nvPr/>
              </p14:nvContentPartPr>
              <p14:xfrm>
                <a:off x="6764286" y="3760503"/>
                <a:ext cx="121320" cy="159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71A1856-D3E5-3956-49D0-604D815CC4F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46286" y="3742503"/>
                  <a:ext cx="156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CDF0EA0-F31F-1236-6B60-49AEF414668D}"/>
                    </a:ext>
                  </a:extLst>
                </p14:cNvPr>
                <p14:cNvContentPartPr/>
                <p14:nvPr/>
              </p14:nvContentPartPr>
              <p14:xfrm>
                <a:off x="7020606" y="3579423"/>
                <a:ext cx="84960" cy="333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CDF0EA0-F31F-1236-6B60-49AEF414668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002606" y="3561783"/>
                  <a:ext cx="1206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9999ED3-FCEE-BD74-8343-C305471370E3}"/>
                    </a:ext>
                  </a:extLst>
                </p14:cNvPr>
                <p14:cNvContentPartPr/>
                <p14:nvPr/>
              </p14:nvContentPartPr>
              <p14:xfrm>
                <a:off x="6964086" y="3739983"/>
                <a:ext cx="639360" cy="176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9999ED3-FCEE-BD74-8343-C305471370E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946446" y="3722343"/>
                  <a:ext cx="675000" cy="21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BF129FE-A1AE-2F78-070A-0A5A1FB6AEF4}"/>
                  </a:ext>
                </a:extLst>
              </p14:cNvPr>
              <p14:cNvContentPartPr/>
              <p14:nvPr/>
            </p14:nvContentPartPr>
            <p14:xfrm>
              <a:off x="8066046" y="3535503"/>
              <a:ext cx="175320" cy="3931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BF129FE-A1AE-2F78-070A-0A5A1FB6AEF4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8048046" y="3517863"/>
                <a:ext cx="21096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11E4F84B-2BE5-42F5-ADCD-BC52010D8768}"/>
                  </a:ext>
                </a:extLst>
              </p14:cNvPr>
              <p14:cNvContentPartPr/>
              <p14:nvPr/>
            </p14:nvContentPartPr>
            <p14:xfrm>
              <a:off x="8187366" y="3754743"/>
              <a:ext cx="283320" cy="6022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11E4F84B-2BE5-42F5-ADCD-BC52010D8768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169726" y="3737103"/>
                <a:ext cx="31896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A804C3F-9EB5-8900-DBC4-2F16D9F8EFC4}"/>
                  </a:ext>
                </a:extLst>
              </p14:cNvPr>
              <p14:cNvContentPartPr/>
              <p14:nvPr/>
            </p14:nvContentPartPr>
            <p14:xfrm>
              <a:off x="9015726" y="3521823"/>
              <a:ext cx="414000" cy="3571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A804C3F-9EB5-8900-DBC4-2F16D9F8EFC4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8997726" y="3504183"/>
                <a:ext cx="4496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1640E5E-41F9-A37D-6331-970A85E9A700}"/>
                  </a:ext>
                </a:extLst>
              </p14:cNvPr>
              <p14:cNvContentPartPr/>
              <p14:nvPr/>
            </p14:nvContentPartPr>
            <p14:xfrm>
              <a:off x="9402366" y="3570423"/>
              <a:ext cx="35280" cy="356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1640E5E-41F9-A37D-6331-970A85E9A700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9384366" y="3552423"/>
                <a:ext cx="709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59CD80E-2FCE-AC2D-31D1-C8D8CF59B839}"/>
                  </a:ext>
                </a:extLst>
              </p14:cNvPr>
              <p14:cNvContentPartPr/>
              <p14:nvPr/>
            </p14:nvContentPartPr>
            <p14:xfrm>
              <a:off x="9537726" y="3695703"/>
              <a:ext cx="246600" cy="13752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59CD80E-2FCE-AC2D-31D1-C8D8CF59B839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9520086" y="3678063"/>
                <a:ext cx="2822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898B23F4-7C5F-9657-35DC-737044880027}"/>
                  </a:ext>
                </a:extLst>
              </p14:cNvPr>
              <p14:cNvContentPartPr/>
              <p14:nvPr/>
            </p14:nvContentPartPr>
            <p14:xfrm>
              <a:off x="9838686" y="3575823"/>
              <a:ext cx="25920" cy="486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898B23F4-7C5F-9657-35DC-737044880027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9821046" y="3557823"/>
                <a:ext cx="615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1F72CCB-9A9A-37EA-416C-72E80AEFD28A}"/>
                  </a:ext>
                </a:extLst>
              </p14:cNvPr>
              <p14:cNvContentPartPr/>
              <p14:nvPr/>
            </p14:nvContentPartPr>
            <p14:xfrm>
              <a:off x="9930486" y="3506343"/>
              <a:ext cx="398160" cy="3531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1F72CCB-9A9A-37EA-416C-72E80AEFD28A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9912486" y="3488343"/>
                <a:ext cx="433800" cy="38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4D8CD55-7EE4-6853-A0A9-22CAD4C0A13F}"/>
              </a:ext>
            </a:extLst>
          </p:cNvPr>
          <p:cNvGrpSpPr/>
          <p:nvPr/>
        </p:nvGrpSpPr>
        <p:grpSpPr>
          <a:xfrm>
            <a:off x="10269246" y="3606423"/>
            <a:ext cx="469440" cy="782280"/>
            <a:chOff x="10269246" y="3606423"/>
            <a:chExt cx="469440" cy="78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A51556D-E868-8C2B-9DE3-A6B979D911BC}"/>
                    </a:ext>
                  </a:extLst>
                </p14:cNvPr>
                <p14:cNvContentPartPr/>
                <p14:nvPr/>
              </p14:nvContentPartPr>
              <p14:xfrm>
                <a:off x="10299486" y="3606423"/>
                <a:ext cx="37800" cy="154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A51556D-E868-8C2B-9DE3-A6B979D911B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281846" y="3588423"/>
                  <a:ext cx="73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E2D08B8-C47E-6705-4FB9-4BD700BB3484}"/>
                    </a:ext>
                  </a:extLst>
                </p14:cNvPr>
                <p14:cNvContentPartPr/>
                <p14:nvPr/>
              </p14:nvContentPartPr>
              <p14:xfrm>
                <a:off x="10269246" y="3717663"/>
                <a:ext cx="296640" cy="2080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E2D08B8-C47E-6705-4FB9-4BD700BB348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251606" y="3700023"/>
                  <a:ext cx="3322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5B57AD8-8659-9575-3399-8984D6CE1614}"/>
                    </a:ext>
                  </a:extLst>
                </p14:cNvPr>
                <p14:cNvContentPartPr/>
                <p14:nvPr/>
              </p14:nvContentPartPr>
              <p14:xfrm>
                <a:off x="10400646" y="3722343"/>
                <a:ext cx="338040" cy="666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5B57AD8-8659-9575-3399-8984D6CE161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383006" y="3704343"/>
                  <a:ext cx="373680" cy="70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BC38C0A-3D01-46CB-7FA9-AA263160A2C2}"/>
              </a:ext>
            </a:extLst>
          </p:cNvPr>
          <p:cNvGrpSpPr/>
          <p:nvPr/>
        </p:nvGrpSpPr>
        <p:grpSpPr>
          <a:xfrm>
            <a:off x="11055486" y="3489063"/>
            <a:ext cx="1050840" cy="312840"/>
            <a:chOff x="11055486" y="3489063"/>
            <a:chExt cx="105084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490E5C2-5383-AFCB-FA5A-E9A46769C182}"/>
                    </a:ext>
                  </a:extLst>
                </p14:cNvPr>
                <p14:cNvContentPartPr/>
                <p14:nvPr/>
              </p14:nvContentPartPr>
              <p14:xfrm>
                <a:off x="11055486" y="3610023"/>
                <a:ext cx="211680" cy="176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490E5C2-5383-AFCB-FA5A-E9A46769C1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037486" y="3592023"/>
                  <a:ext cx="247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5DFDFF6-D774-C5B6-96BE-D7BA15A30D3C}"/>
                    </a:ext>
                  </a:extLst>
                </p14:cNvPr>
                <p14:cNvContentPartPr/>
                <p14:nvPr/>
              </p14:nvContentPartPr>
              <p14:xfrm>
                <a:off x="11270406" y="3643863"/>
                <a:ext cx="173160" cy="158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5DFDFF6-D774-C5B6-96BE-D7BA15A30D3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252766" y="3626223"/>
                  <a:ext cx="208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26402D-F15B-12E6-40D4-416BF62851DE}"/>
                    </a:ext>
                  </a:extLst>
                </p14:cNvPr>
                <p14:cNvContentPartPr/>
                <p14:nvPr/>
              </p14:nvContentPartPr>
              <p14:xfrm>
                <a:off x="11534646" y="3489063"/>
                <a:ext cx="571680" cy="309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26402D-F15B-12E6-40D4-416BF62851D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517006" y="3471063"/>
                  <a:ext cx="607320" cy="34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035FC03-DBCB-0783-6F71-39C3D1C41356}"/>
              </a:ext>
            </a:extLst>
          </p:cNvPr>
          <p:cNvGrpSpPr/>
          <p:nvPr/>
        </p:nvGrpSpPr>
        <p:grpSpPr>
          <a:xfrm>
            <a:off x="739686" y="4158663"/>
            <a:ext cx="426240" cy="802800"/>
            <a:chOff x="739686" y="4158663"/>
            <a:chExt cx="426240" cy="80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A6AC695-7FF3-0DC1-67A7-15B02A660D20}"/>
                    </a:ext>
                  </a:extLst>
                </p14:cNvPr>
                <p14:cNvContentPartPr/>
                <p14:nvPr/>
              </p14:nvContentPartPr>
              <p14:xfrm>
                <a:off x="739686" y="4158663"/>
                <a:ext cx="203400" cy="362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A6AC695-7FF3-0DC1-67A7-15B02A660D2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22046" y="4140663"/>
                  <a:ext cx="23904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140A48D-20BF-ACEE-624D-E631CC8BF073}"/>
                    </a:ext>
                  </a:extLst>
                </p14:cNvPr>
                <p14:cNvContentPartPr/>
                <p14:nvPr/>
              </p14:nvContentPartPr>
              <p14:xfrm>
                <a:off x="971526" y="4360623"/>
                <a:ext cx="194400" cy="600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140A48D-20BF-ACEE-624D-E631CC8BF07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53886" y="4342983"/>
                  <a:ext cx="230040" cy="63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92682F4-E52E-AFFF-3CA7-7F9544BABB3D}"/>
              </a:ext>
            </a:extLst>
          </p:cNvPr>
          <p:cNvGrpSpPr/>
          <p:nvPr/>
        </p:nvGrpSpPr>
        <p:grpSpPr>
          <a:xfrm>
            <a:off x="1574166" y="4245423"/>
            <a:ext cx="227520" cy="265680"/>
            <a:chOff x="1574166" y="4245423"/>
            <a:chExt cx="22752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D8F7ACC-21FC-8C8E-95BD-9C00AC6EDB11}"/>
                    </a:ext>
                  </a:extLst>
                </p14:cNvPr>
                <p14:cNvContentPartPr/>
                <p14:nvPr/>
              </p14:nvContentPartPr>
              <p14:xfrm>
                <a:off x="1574166" y="4245423"/>
                <a:ext cx="41400" cy="2656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D8F7ACC-21FC-8C8E-95BD-9C00AC6EDB1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556166" y="4227423"/>
                  <a:ext cx="770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46FDDB3-69D4-9253-5CF5-04D43975251B}"/>
                    </a:ext>
                  </a:extLst>
                </p14:cNvPr>
                <p14:cNvContentPartPr/>
                <p14:nvPr/>
              </p14:nvContentPartPr>
              <p14:xfrm>
                <a:off x="1591086" y="4277103"/>
                <a:ext cx="210600" cy="2160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46FDDB3-69D4-9253-5CF5-04D43975251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573446" y="4259103"/>
                  <a:ext cx="24624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9F76349-D398-FD07-AE1E-E63954D15335}"/>
              </a:ext>
            </a:extLst>
          </p:cNvPr>
          <p:cNvGrpSpPr/>
          <p:nvPr/>
        </p:nvGrpSpPr>
        <p:grpSpPr>
          <a:xfrm>
            <a:off x="2484246" y="4718103"/>
            <a:ext cx="1576440" cy="1073880"/>
            <a:chOff x="2484246" y="4718103"/>
            <a:chExt cx="1576440" cy="10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6E8DA57-8D75-D168-B0C5-543F94B3F52C}"/>
                    </a:ext>
                  </a:extLst>
                </p14:cNvPr>
                <p14:cNvContentPartPr/>
                <p14:nvPr/>
              </p14:nvContentPartPr>
              <p14:xfrm>
                <a:off x="2484246" y="4765983"/>
                <a:ext cx="51480" cy="355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6E8DA57-8D75-D168-B0C5-543F94B3F52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466606" y="4748343"/>
                  <a:ext cx="871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887052C-B7E7-88AF-D735-1135C054C25B}"/>
                    </a:ext>
                  </a:extLst>
                </p14:cNvPr>
                <p14:cNvContentPartPr/>
                <p14:nvPr/>
              </p14:nvContentPartPr>
              <p14:xfrm>
                <a:off x="2549406" y="4824663"/>
                <a:ext cx="218880" cy="266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887052C-B7E7-88AF-D735-1135C054C25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531406" y="4806663"/>
                  <a:ext cx="2545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CBB878-DD13-D88D-48F4-A12F13D3B8B1}"/>
                    </a:ext>
                  </a:extLst>
                </p14:cNvPr>
                <p14:cNvContentPartPr/>
                <p14:nvPr/>
              </p14:nvContentPartPr>
              <p14:xfrm>
                <a:off x="2879526" y="4925463"/>
                <a:ext cx="108000" cy="31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CBB878-DD13-D88D-48F4-A12F13D3B8B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61526" y="4907463"/>
                  <a:ext cx="143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F2F27AE-69FC-147C-F3C7-A9D289DDA948}"/>
                    </a:ext>
                  </a:extLst>
                </p14:cNvPr>
                <p14:cNvContentPartPr/>
                <p14:nvPr/>
              </p14:nvContentPartPr>
              <p14:xfrm>
                <a:off x="2835246" y="4993503"/>
                <a:ext cx="178560" cy="31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F2F27AE-69FC-147C-F3C7-A9D289DDA94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817606" y="4975863"/>
                  <a:ext cx="214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E85BA04-A176-BEBB-BACB-E528EF544DB2}"/>
                    </a:ext>
                  </a:extLst>
                </p14:cNvPr>
                <p14:cNvContentPartPr/>
                <p14:nvPr/>
              </p14:nvContentPartPr>
              <p14:xfrm>
                <a:off x="3603126" y="4718103"/>
                <a:ext cx="103320" cy="341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E85BA04-A176-BEBB-BACB-E528EF544DB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585126" y="4700103"/>
                  <a:ext cx="1389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E0EFCE8-A507-9EAF-DBFE-3157D9048B19}"/>
                    </a:ext>
                  </a:extLst>
                </p14:cNvPr>
                <p14:cNvContentPartPr/>
                <p14:nvPr/>
              </p14:nvContentPartPr>
              <p14:xfrm>
                <a:off x="3193446" y="5140743"/>
                <a:ext cx="867240" cy="424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E0EFCE8-A507-9EAF-DBFE-3157D9048B1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175806" y="5122743"/>
                  <a:ext cx="902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15B5559-CA12-9016-A297-ED2F4E07B09F}"/>
                    </a:ext>
                  </a:extLst>
                </p14:cNvPr>
                <p14:cNvContentPartPr/>
                <p14:nvPr/>
              </p14:nvContentPartPr>
              <p14:xfrm>
                <a:off x="3452286" y="5299503"/>
                <a:ext cx="577800" cy="392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15B5559-CA12-9016-A297-ED2F4E07B09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434286" y="5281863"/>
                  <a:ext cx="6134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C60DA36-B27B-0D69-3657-AB29ED900B45}"/>
                    </a:ext>
                  </a:extLst>
                </p14:cNvPr>
                <p14:cNvContentPartPr/>
                <p14:nvPr/>
              </p14:nvContentPartPr>
              <p14:xfrm>
                <a:off x="3630846" y="5469423"/>
                <a:ext cx="71640" cy="221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C60DA36-B27B-0D69-3657-AB29ED900B4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612846" y="5451423"/>
                  <a:ext cx="1072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D4EEF42-48FF-7014-3378-7B7891104DCE}"/>
                    </a:ext>
                  </a:extLst>
                </p14:cNvPr>
                <p14:cNvContentPartPr/>
                <p14:nvPr/>
              </p14:nvContentPartPr>
              <p14:xfrm>
                <a:off x="3798606" y="5491023"/>
                <a:ext cx="114480" cy="300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D4EEF42-48FF-7014-3378-7B7891104DC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780606" y="5473383"/>
                  <a:ext cx="15012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4E3F177-0D1F-2FBE-6AEF-2F20F228150F}"/>
              </a:ext>
            </a:extLst>
          </p:cNvPr>
          <p:cNvGrpSpPr/>
          <p:nvPr/>
        </p:nvGrpSpPr>
        <p:grpSpPr>
          <a:xfrm>
            <a:off x="160086" y="6079983"/>
            <a:ext cx="1827360" cy="387000"/>
            <a:chOff x="160086" y="6079983"/>
            <a:chExt cx="182736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5BBE981-CB39-CE8C-8E37-F32EB6128A7A}"/>
                    </a:ext>
                  </a:extLst>
                </p14:cNvPr>
                <p14:cNvContentPartPr/>
                <p14:nvPr/>
              </p14:nvContentPartPr>
              <p14:xfrm>
                <a:off x="260166" y="6149463"/>
                <a:ext cx="62640" cy="303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5BBE981-CB39-CE8C-8E37-F32EB6128A7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42526" y="6131463"/>
                  <a:ext cx="982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EDE3F0B-0ABD-122E-617B-C34EEA90E52F}"/>
                    </a:ext>
                  </a:extLst>
                </p14:cNvPr>
                <p14:cNvContentPartPr/>
                <p14:nvPr/>
              </p14:nvContentPartPr>
              <p14:xfrm>
                <a:off x="160086" y="6129303"/>
                <a:ext cx="585720" cy="2869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EDE3F0B-0ABD-122E-617B-C34EEA90E52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42086" y="6111303"/>
                  <a:ext cx="6213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1248611-4E87-FF36-4978-4E3F0BD8ABFD}"/>
                    </a:ext>
                  </a:extLst>
                </p14:cNvPr>
                <p14:cNvContentPartPr/>
                <p14:nvPr/>
              </p14:nvContentPartPr>
              <p14:xfrm>
                <a:off x="903846" y="6230103"/>
                <a:ext cx="326160" cy="1882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1248611-4E87-FF36-4978-4E3F0BD8ABF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86206" y="6212463"/>
                  <a:ext cx="361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417F821-CAD4-7BDE-CE6D-AD76C141E68A}"/>
                    </a:ext>
                  </a:extLst>
                </p14:cNvPr>
                <p14:cNvContentPartPr/>
                <p14:nvPr/>
              </p14:nvContentPartPr>
              <p14:xfrm>
                <a:off x="1297326" y="6269703"/>
                <a:ext cx="149040" cy="177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417F821-CAD4-7BDE-CE6D-AD76C141E68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279326" y="6252063"/>
                  <a:ext cx="184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10EF87D-2B8E-A0DB-9CA0-895DF9E6248D}"/>
                    </a:ext>
                  </a:extLst>
                </p14:cNvPr>
                <p14:cNvContentPartPr/>
                <p14:nvPr/>
              </p14:nvContentPartPr>
              <p14:xfrm>
                <a:off x="1484166" y="6079983"/>
                <a:ext cx="88920" cy="3679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10EF87D-2B8E-A0DB-9CA0-895DF9E6248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466526" y="6061983"/>
                  <a:ext cx="12456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9C27886-1E26-4209-27EB-468083AD814F}"/>
                    </a:ext>
                  </a:extLst>
                </p14:cNvPr>
                <p14:cNvContentPartPr/>
                <p14:nvPr/>
              </p14:nvContentPartPr>
              <p14:xfrm>
                <a:off x="1625646" y="6271503"/>
                <a:ext cx="361800" cy="195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9C27886-1E26-4209-27EB-468083AD814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608006" y="6253863"/>
                  <a:ext cx="397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9B2EB24-6AC9-3653-880A-03C61B195623}"/>
                    </a:ext>
                  </a:extLst>
                </p14:cNvPr>
                <p14:cNvContentPartPr/>
                <p14:nvPr/>
              </p14:nvContentPartPr>
              <p14:xfrm>
                <a:off x="1345926" y="6123183"/>
                <a:ext cx="327960" cy="28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9B2EB24-6AC9-3653-880A-03C61B19562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327926" y="6105183"/>
                  <a:ext cx="36360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B1CD2AD-F41A-623A-FE74-9D397666CD75}"/>
              </a:ext>
            </a:extLst>
          </p:cNvPr>
          <p:cNvGrpSpPr/>
          <p:nvPr/>
        </p:nvGrpSpPr>
        <p:grpSpPr>
          <a:xfrm>
            <a:off x="2247366" y="6131103"/>
            <a:ext cx="790200" cy="355320"/>
            <a:chOff x="2247366" y="6131103"/>
            <a:chExt cx="79020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90F38D2-709E-4D2B-7CE2-1AC16E8C5A86}"/>
                    </a:ext>
                  </a:extLst>
                </p14:cNvPr>
                <p14:cNvContentPartPr/>
                <p14:nvPr/>
              </p14:nvContentPartPr>
              <p14:xfrm>
                <a:off x="2247366" y="6131103"/>
                <a:ext cx="98640" cy="3445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90F38D2-709E-4D2B-7CE2-1AC16E8C5A8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229726" y="6113463"/>
                  <a:ext cx="1342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0A83B9D-A128-B39A-B9CB-025F8BA5636D}"/>
                    </a:ext>
                  </a:extLst>
                </p14:cNvPr>
                <p14:cNvContentPartPr/>
                <p14:nvPr/>
              </p14:nvContentPartPr>
              <p14:xfrm>
                <a:off x="2275086" y="6242343"/>
                <a:ext cx="182880" cy="244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0A83B9D-A128-B39A-B9CB-025F8BA5636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257446" y="6224343"/>
                  <a:ext cx="218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DC7FA82-2975-B7E2-B4EC-F98F0B8A4B70}"/>
                    </a:ext>
                  </a:extLst>
                </p14:cNvPr>
                <p14:cNvContentPartPr/>
                <p14:nvPr/>
              </p14:nvContentPartPr>
              <p14:xfrm>
                <a:off x="2532846" y="6267183"/>
                <a:ext cx="346680" cy="209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DC7FA82-2975-B7E2-B4EC-F98F0B8A4B7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514846" y="6249183"/>
                  <a:ext cx="382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B230A72-88E6-D383-07E0-EB4F52C16772}"/>
                    </a:ext>
                  </a:extLst>
                </p14:cNvPr>
                <p14:cNvContentPartPr/>
                <p14:nvPr/>
              </p14:nvContentPartPr>
              <p14:xfrm>
                <a:off x="2852166" y="6317583"/>
                <a:ext cx="132480" cy="201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B230A72-88E6-D383-07E0-EB4F52C1677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834166" y="6299943"/>
                  <a:ext cx="1681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6EBC2F3-8BC0-7F18-0AA3-7EAEC21EE08B}"/>
                    </a:ext>
                  </a:extLst>
                </p14:cNvPr>
                <p14:cNvContentPartPr/>
                <p14:nvPr/>
              </p14:nvContentPartPr>
              <p14:xfrm>
                <a:off x="2811846" y="6444663"/>
                <a:ext cx="225720" cy="23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6EBC2F3-8BC0-7F18-0AA3-7EAEC21EE08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793846" y="6427023"/>
                  <a:ext cx="2613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85F57EC5-AF50-FF26-DF4B-EB1B9700E599}"/>
              </a:ext>
            </a:extLst>
          </p:cNvPr>
          <p:cNvGrpSpPr/>
          <p:nvPr/>
        </p:nvGrpSpPr>
        <p:grpSpPr>
          <a:xfrm>
            <a:off x="3301086" y="5986743"/>
            <a:ext cx="1126440" cy="863640"/>
            <a:chOff x="3301086" y="5986743"/>
            <a:chExt cx="1126440" cy="8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5346421-AC38-FE6C-F7C9-893324F259C6}"/>
                    </a:ext>
                  </a:extLst>
                </p14:cNvPr>
                <p14:cNvContentPartPr/>
                <p14:nvPr/>
              </p14:nvContentPartPr>
              <p14:xfrm>
                <a:off x="3301086" y="5986743"/>
                <a:ext cx="318600" cy="8164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5346421-AC38-FE6C-F7C9-893324F259C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283446" y="5969103"/>
                  <a:ext cx="35424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0A92673-7171-0262-90FD-BBAC4B83CE6E}"/>
                    </a:ext>
                  </a:extLst>
                </p14:cNvPr>
                <p14:cNvContentPartPr/>
                <p14:nvPr/>
              </p14:nvContentPartPr>
              <p14:xfrm>
                <a:off x="3868806" y="6103023"/>
                <a:ext cx="33480" cy="1854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0A92673-7171-0262-90FD-BBAC4B83CE6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850806" y="6085383"/>
                  <a:ext cx="69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7D19977-B78F-967F-6F76-86109E46C2EE}"/>
                    </a:ext>
                  </a:extLst>
                </p14:cNvPr>
                <p14:cNvContentPartPr/>
                <p14:nvPr/>
              </p14:nvContentPartPr>
              <p14:xfrm>
                <a:off x="3610326" y="6414783"/>
                <a:ext cx="520560" cy="23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7D19977-B78F-967F-6F76-86109E46C2E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592686" y="6397143"/>
                  <a:ext cx="556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1209172-3B50-97CB-B9A9-AB1F4233F3BD}"/>
                    </a:ext>
                  </a:extLst>
                </p14:cNvPr>
                <p14:cNvContentPartPr/>
                <p14:nvPr/>
              </p14:nvContentPartPr>
              <p14:xfrm>
                <a:off x="3572526" y="6526743"/>
                <a:ext cx="545040" cy="2516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1209172-3B50-97CB-B9A9-AB1F4233F3B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554526" y="6509103"/>
                  <a:ext cx="580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7214229-A150-CA28-ED0E-A01B22E580A6}"/>
                    </a:ext>
                  </a:extLst>
                </p14:cNvPr>
                <p14:cNvContentPartPr/>
                <p14:nvPr/>
              </p14:nvContentPartPr>
              <p14:xfrm>
                <a:off x="3757206" y="6621423"/>
                <a:ext cx="34560" cy="194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7214229-A150-CA28-ED0E-A01B22E580A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739206" y="6603783"/>
                  <a:ext cx="702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2C2E946-BB07-67A4-C2F0-11A9BC00293F}"/>
                    </a:ext>
                  </a:extLst>
                </p14:cNvPr>
                <p14:cNvContentPartPr/>
                <p14:nvPr/>
              </p14:nvContentPartPr>
              <p14:xfrm>
                <a:off x="3866286" y="6624303"/>
                <a:ext cx="149040" cy="226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2C2E946-BB07-67A4-C2F0-11A9BC00293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848646" y="6606663"/>
                  <a:ext cx="184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642344E-8762-A0B9-C33B-8330F510C5D2}"/>
                    </a:ext>
                  </a:extLst>
                </p14:cNvPr>
                <p14:cNvContentPartPr/>
                <p14:nvPr/>
              </p14:nvContentPartPr>
              <p14:xfrm>
                <a:off x="4373526" y="6477783"/>
                <a:ext cx="54000" cy="997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642344E-8762-A0B9-C33B-8330F510C5D2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355526" y="6459783"/>
                  <a:ext cx="8964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50637F3-6F74-2A07-7DC1-0EE1012A201B}"/>
              </a:ext>
            </a:extLst>
          </p:cNvPr>
          <p:cNvGrpSpPr/>
          <p:nvPr/>
        </p:nvGrpSpPr>
        <p:grpSpPr>
          <a:xfrm>
            <a:off x="4580886" y="6076023"/>
            <a:ext cx="797760" cy="779040"/>
            <a:chOff x="4580886" y="6076023"/>
            <a:chExt cx="797760" cy="77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5A97113-DF8D-E015-8F76-597584CAC151}"/>
                    </a:ext>
                  </a:extLst>
                </p14:cNvPr>
                <p14:cNvContentPartPr/>
                <p14:nvPr/>
              </p14:nvContentPartPr>
              <p14:xfrm>
                <a:off x="4698246" y="6076023"/>
                <a:ext cx="248400" cy="280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5A97113-DF8D-E015-8F76-597584CAC15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680606" y="6058023"/>
                  <a:ext cx="2840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E4B786D-16C2-0779-8406-C91123394983}"/>
                    </a:ext>
                  </a:extLst>
                </p14:cNvPr>
                <p14:cNvContentPartPr/>
                <p14:nvPr/>
              </p14:nvContentPartPr>
              <p14:xfrm>
                <a:off x="4580886" y="6436743"/>
                <a:ext cx="540000" cy="57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E4B786D-16C2-0779-8406-C911233949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563246" y="6419103"/>
                  <a:ext cx="575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B03BADA-8E45-AB6F-F9BE-4E38384960FB}"/>
                    </a:ext>
                  </a:extLst>
                </p14:cNvPr>
                <p14:cNvContentPartPr/>
                <p14:nvPr/>
              </p14:nvContentPartPr>
              <p14:xfrm>
                <a:off x="4626606" y="6536463"/>
                <a:ext cx="510480" cy="2538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B03BADA-8E45-AB6F-F9BE-4E38384960F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608606" y="6518463"/>
                  <a:ext cx="546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6BCB699-669E-3F35-7BEA-A2B474086216}"/>
                    </a:ext>
                  </a:extLst>
                </p14:cNvPr>
                <p14:cNvContentPartPr/>
                <p14:nvPr/>
              </p14:nvContentPartPr>
              <p14:xfrm>
                <a:off x="4809486" y="6647343"/>
                <a:ext cx="50400" cy="1926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6BCB699-669E-3F35-7BEA-A2B47408621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791486" y="6629703"/>
                  <a:ext cx="860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083E668-BD7B-83E7-FE93-476D94220797}"/>
                    </a:ext>
                  </a:extLst>
                </p14:cNvPr>
                <p14:cNvContentPartPr/>
                <p14:nvPr/>
              </p14:nvContentPartPr>
              <p14:xfrm>
                <a:off x="4966086" y="6661023"/>
                <a:ext cx="110880" cy="194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083E668-BD7B-83E7-FE93-476D94220797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48446" y="6643383"/>
                  <a:ext cx="146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1C399B3-CC1D-54BA-8FCD-DBF82D8FAE59}"/>
                    </a:ext>
                  </a:extLst>
                </p14:cNvPr>
                <p14:cNvContentPartPr/>
                <p14:nvPr/>
              </p14:nvContentPartPr>
              <p14:xfrm>
                <a:off x="5322486" y="6529623"/>
                <a:ext cx="56160" cy="1267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1C399B3-CC1D-54BA-8FCD-DBF82D8FAE5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304846" y="6511983"/>
                  <a:ext cx="9180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D8C38B7-B7F4-CEE3-F282-48FA0EA361D0}"/>
              </a:ext>
            </a:extLst>
          </p:cNvPr>
          <p:cNvGrpSpPr/>
          <p:nvPr/>
        </p:nvGrpSpPr>
        <p:grpSpPr>
          <a:xfrm>
            <a:off x="5665926" y="6063423"/>
            <a:ext cx="842400" cy="1006920"/>
            <a:chOff x="5665926" y="6063423"/>
            <a:chExt cx="842400" cy="10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0B6D5AF-B74F-308F-C1BD-BF49720F1276}"/>
                    </a:ext>
                  </a:extLst>
                </p14:cNvPr>
                <p14:cNvContentPartPr/>
                <p14:nvPr/>
              </p14:nvContentPartPr>
              <p14:xfrm>
                <a:off x="5811366" y="6127143"/>
                <a:ext cx="158400" cy="300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0B6D5AF-B74F-308F-C1BD-BF49720F127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793726" y="6109143"/>
                  <a:ext cx="194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3F24D5C-7425-9DE9-C822-D7CBE7E236E9}"/>
                    </a:ext>
                  </a:extLst>
                </p14:cNvPr>
                <p14:cNvContentPartPr/>
                <p14:nvPr/>
              </p14:nvContentPartPr>
              <p14:xfrm>
                <a:off x="5665926" y="6516303"/>
                <a:ext cx="466920" cy="208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3F24D5C-7425-9DE9-C822-D7CBE7E236E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648286" y="6498303"/>
                  <a:ext cx="502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59C8E38-3171-E86D-0BF4-48D706E2F31E}"/>
                    </a:ext>
                  </a:extLst>
                </p14:cNvPr>
                <p14:cNvContentPartPr/>
                <p14:nvPr/>
              </p14:nvContentPartPr>
              <p14:xfrm>
                <a:off x="5740086" y="6585783"/>
                <a:ext cx="447840" cy="249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59C8E38-3171-E86D-0BF4-48D706E2F31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722086" y="6568143"/>
                  <a:ext cx="483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84053AF-2649-987C-DC7F-59D67C11D52D}"/>
                    </a:ext>
                  </a:extLst>
                </p14:cNvPr>
                <p14:cNvContentPartPr/>
                <p14:nvPr/>
              </p14:nvContentPartPr>
              <p14:xfrm>
                <a:off x="5970486" y="6672543"/>
                <a:ext cx="38880" cy="187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84053AF-2649-987C-DC7F-59D67C11D52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952846" y="6654543"/>
                  <a:ext cx="74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95CB078-DFA5-3B01-FDEE-338BB02106FB}"/>
                    </a:ext>
                  </a:extLst>
                </p14:cNvPr>
                <p14:cNvContentPartPr/>
                <p14:nvPr/>
              </p14:nvContentPartPr>
              <p14:xfrm>
                <a:off x="6168846" y="6676143"/>
                <a:ext cx="107280" cy="1598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95CB078-DFA5-3B01-FDEE-338BB02106F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151206" y="6658503"/>
                  <a:ext cx="142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976312D-AC02-8447-4FE6-5C55B57FA6B6}"/>
                    </a:ext>
                  </a:extLst>
                </p14:cNvPr>
                <p14:cNvContentPartPr/>
                <p14:nvPr/>
              </p14:nvContentPartPr>
              <p14:xfrm>
                <a:off x="6321486" y="6063423"/>
                <a:ext cx="186840" cy="10069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976312D-AC02-8447-4FE6-5C55B57FA6B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303846" y="6045423"/>
                  <a:ext cx="222480" cy="10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CEF09957-9340-AC37-B055-80EFCDFF2E4D}"/>
              </a:ext>
            </a:extLst>
          </p:cNvPr>
          <p:cNvGrpSpPr/>
          <p:nvPr/>
        </p:nvGrpSpPr>
        <p:grpSpPr>
          <a:xfrm>
            <a:off x="7325166" y="6379143"/>
            <a:ext cx="199440" cy="201240"/>
            <a:chOff x="7325166" y="6379143"/>
            <a:chExt cx="19944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3AF028F-8BE9-56AA-FEB6-2C7621BD5347}"/>
                    </a:ext>
                  </a:extLst>
                </p14:cNvPr>
                <p14:cNvContentPartPr/>
                <p14:nvPr/>
              </p14:nvContentPartPr>
              <p14:xfrm>
                <a:off x="7325166" y="6379143"/>
                <a:ext cx="50040" cy="1987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3AF028F-8BE9-56AA-FEB6-2C7621BD534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307166" y="6361503"/>
                  <a:ext cx="856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624C665-EA26-409A-6C73-80EA656733CE}"/>
                    </a:ext>
                  </a:extLst>
                </p14:cNvPr>
                <p14:cNvContentPartPr/>
                <p14:nvPr/>
              </p14:nvContentPartPr>
              <p14:xfrm>
                <a:off x="7397886" y="6415503"/>
                <a:ext cx="126720" cy="164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624C665-EA26-409A-6C73-80EA656733C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379886" y="6397863"/>
                  <a:ext cx="16236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A47E607-D5AB-3E0B-CF33-CDBCFDE6FE8D}"/>
                  </a:ext>
                </a:extLst>
              </p14:cNvPr>
              <p14:cNvContentPartPr/>
              <p14:nvPr/>
            </p14:nvContentPartPr>
            <p14:xfrm>
              <a:off x="7385646" y="6184743"/>
              <a:ext cx="10440" cy="460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A47E607-D5AB-3E0B-CF33-CDBCFDE6FE8D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7367646" y="6167103"/>
                <a:ext cx="4608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E56CFE71-962F-8606-2845-966153CEC0B2}"/>
              </a:ext>
            </a:extLst>
          </p:cNvPr>
          <p:cNvGrpSpPr/>
          <p:nvPr/>
        </p:nvGrpSpPr>
        <p:grpSpPr>
          <a:xfrm>
            <a:off x="7896486" y="6060543"/>
            <a:ext cx="2695320" cy="480240"/>
            <a:chOff x="7896486" y="6060543"/>
            <a:chExt cx="269532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822D46F-7E8E-169E-E8EB-481B90172344}"/>
                    </a:ext>
                  </a:extLst>
                </p14:cNvPr>
                <p14:cNvContentPartPr/>
                <p14:nvPr/>
              </p14:nvContentPartPr>
              <p14:xfrm>
                <a:off x="7896486" y="6317943"/>
                <a:ext cx="218880" cy="222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822D46F-7E8E-169E-E8EB-481B9017234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878846" y="6300303"/>
                  <a:ext cx="254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631B500-EFE4-68BE-6282-B0B4F0F2581F}"/>
                    </a:ext>
                  </a:extLst>
                </p14:cNvPr>
                <p14:cNvContentPartPr/>
                <p14:nvPr/>
              </p14:nvContentPartPr>
              <p14:xfrm>
                <a:off x="8309046" y="6350343"/>
                <a:ext cx="228240" cy="1530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631B500-EFE4-68BE-6282-B0B4F0F2581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291046" y="6332343"/>
                  <a:ext cx="263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6E042B8-D6FC-00E4-7A4A-7E5910F1B50F}"/>
                    </a:ext>
                  </a:extLst>
                </p14:cNvPr>
                <p14:cNvContentPartPr/>
                <p14:nvPr/>
              </p14:nvContentPartPr>
              <p14:xfrm>
                <a:off x="8612166" y="6318303"/>
                <a:ext cx="146160" cy="185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6E042B8-D6FC-00E4-7A4A-7E5910F1B50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594166" y="6300303"/>
                  <a:ext cx="181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D4C6D1B-2537-35AC-4F86-4FF85B06CA09}"/>
                    </a:ext>
                  </a:extLst>
                </p14:cNvPr>
                <p14:cNvContentPartPr/>
                <p14:nvPr/>
              </p14:nvContentPartPr>
              <p14:xfrm>
                <a:off x="8809806" y="6317943"/>
                <a:ext cx="174240" cy="1648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D4C6D1B-2537-35AC-4F86-4FF85B06CA0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792166" y="6299943"/>
                  <a:ext cx="209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C33EE52-8BCF-BE17-C7DC-621C5CD7F222}"/>
                    </a:ext>
                  </a:extLst>
                </p14:cNvPr>
                <p14:cNvContentPartPr/>
                <p14:nvPr/>
              </p14:nvContentPartPr>
              <p14:xfrm>
                <a:off x="9081966" y="6345303"/>
                <a:ext cx="304920" cy="149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C33EE52-8BCF-BE17-C7DC-621C5CD7F22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64326" y="6327663"/>
                  <a:ext cx="340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D62F809-093F-A82B-63F0-93A21DE3CC91}"/>
                    </a:ext>
                  </a:extLst>
                </p14:cNvPr>
                <p14:cNvContentPartPr/>
                <p14:nvPr/>
              </p14:nvContentPartPr>
              <p14:xfrm>
                <a:off x="9475806" y="6082863"/>
                <a:ext cx="459000" cy="4003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D62F809-093F-A82B-63F0-93A21DE3CC9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457806" y="6065223"/>
                  <a:ext cx="4946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0B13215-316F-2A21-E0DF-1DCD70C93FD4}"/>
                    </a:ext>
                  </a:extLst>
                </p14:cNvPr>
                <p14:cNvContentPartPr/>
                <p14:nvPr/>
              </p14:nvContentPartPr>
              <p14:xfrm>
                <a:off x="9864966" y="6111663"/>
                <a:ext cx="62640" cy="777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0B13215-316F-2A21-E0DF-1DCD70C93FD4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847326" y="6093663"/>
                  <a:ext cx="98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2FA0B69-0A4B-E0A5-ADC3-7E1018A48FBA}"/>
                    </a:ext>
                  </a:extLst>
                </p14:cNvPr>
                <p14:cNvContentPartPr/>
                <p14:nvPr/>
              </p14:nvContentPartPr>
              <p14:xfrm>
                <a:off x="10012566" y="6275823"/>
                <a:ext cx="410760" cy="2055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2FA0B69-0A4B-E0A5-ADC3-7E1018A48FBA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994566" y="6258183"/>
                  <a:ext cx="446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5DFE780-DB6C-10EF-8435-FF15CCD0BE50}"/>
                    </a:ext>
                  </a:extLst>
                </p14:cNvPr>
                <p14:cNvContentPartPr/>
                <p14:nvPr/>
              </p14:nvContentPartPr>
              <p14:xfrm>
                <a:off x="10400646" y="6060543"/>
                <a:ext cx="191160" cy="428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5DFE780-DB6C-10EF-8435-FF15CCD0BE5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383006" y="6042903"/>
                  <a:ext cx="22680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E2A1904-B401-2830-A49A-F99B12DD2644}"/>
              </a:ext>
            </a:extLst>
          </p:cNvPr>
          <p:cNvGrpSpPr/>
          <p:nvPr/>
        </p:nvGrpSpPr>
        <p:grpSpPr>
          <a:xfrm>
            <a:off x="10938126" y="6059103"/>
            <a:ext cx="1325880" cy="459000"/>
            <a:chOff x="10938126" y="6059103"/>
            <a:chExt cx="132588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0EF9D66-FA95-2105-9661-CD90F86F19CE}"/>
                    </a:ext>
                  </a:extLst>
                </p14:cNvPr>
                <p14:cNvContentPartPr/>
                <p14:nvPr/>
              </p14:nvContentPartPr>
              <p14:xfrm>
                <a:off x="10938126" y="6310743"/>
                <a:ext cx="303840" cy="1620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0EF9D66-FA95-2105-9661-CD90F86F19C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920126" y="6292743"/>
                  <a:ext cx="339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B5A8EE3-ED6D-AC63-9B02-B570C35BE61C}"/>
                    </a:ext>
                  </a:extLst>
                </p14:cNvPr>
                <p14:cNvContentPartPr/>
                <p14:nvPr/>
              </p14:nvContentPartPr>
              <p14:xfrm>
                <a:off x="11254926" y="6324423"/>
                <a:ext cx="115200" cy="1936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B5A8EE3-ED6D-AC63-9B02-B570C35BE61C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236926" y="6306423"/>
                  <a:ext cx="150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4CBB930-8D39-40DA-FEEF-6E407F5BC6A9}"/>
                    </a:ext>
                  </a:extLst>
                </p14:cNvPr>
                <p14:cNvContentPartPr/>
                <p14:nvPr/>
              </p14:nvContentPartPr>
              <p14:xfrm>
                <a:off x="11452566" y="6059103"/>
                <a:ext cx="77400" cy="4500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4CBB930-8D39-40DA-FEEF-6E407F5BC6A9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434566" y="6041103"/>
                  <a:ext cx="11304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23A821F-543A-C1B3-2835-D0FC4E6DC55F}"/>
                    </a:ext>
                  </a:extLst>
                </p14:cNvPr>
                <p14:cNvContentPartPr/>
                <p14:nvPr/>
              </p14:nvContentPartPr>
              <p14:xfrm>
                <a:off x="11557326" y="6323343"/>
                <a:ext cx="154800" cy="166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23A821F-543A-C1B3-2835-D0FC4E6DC55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539686" y="6305343"/>
                  <a:ext cx="190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7CD7337-21AF-6A70-4F38-E4EAE568F144}"/>
                    </a:ext>
                  </a:extLst>
                </p14:cNvPr>
                <p14:cNvContentPartPr/>
                <p14:nvPr/>
              </p14:nvContentPartPr>
              <p14:xfrm>
                <a:off x="11787366" y="6313623"/>
                <a:ext cx="217080" cy="1962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7CD7337-21AF-6A70-4F38-E4EAE568F14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769726" y="6295623"/>
                  <a:ext cx="252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F5DB7D8-31E2-A6A6-E26B-BA4C84EC26B8}"/>
                    </a:ext>
                  </a:extLst>
                </p14:cNvPr>
                <p14:cNvContentPartPr/>
                <p14:nvPr/>
              </p14:nvContentPartPr>
              <p14:xfrm>
                <a:off x="11354286" y="6126783"/>
                <a:ext cx="225720" cy="16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F5DB7D8-31E2-A6A6-E26B-BA4C84EC26B8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336286" y="6109143"/>
                  <a:ext cx="261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182F8A3-05A6-48A5-7720-527190A67156}"/>
                    </a:ext>
                  </a:extLst>
                </p14:cNvPr>
                <p14:cNvContentPartPr/>
                <p14:nvPr/>
              </p14:nvContentPartPr>
              <p14:xfrm>
                <a:off x="12230526" y="6488223"/>
                <a:ext cx="33480" cy="154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182F8A3-05A6-48A5-7720-527190A6715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2212886" y="6470223"/>
                  <a:ext cx="6912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DEEFC78D-D27B-2B07-D40F-B7CC0ACFB685}"/>
              </a:ext>
            </a:extLst>
          </p:cNvPr>
          <p:cNvGrpSpPr/>
          <p:nvPr/>
        </p:nvGrpSpPr>
        <p:grpSpPr>
          <a:xfrm>
            <a:off x="5896197" y="4681383"/>
            <a:ext cx="3271809" cy="1214280"/>
            <a:chOff x="5896197" y="4681383"/>
            <a:chExt cx="3271809" cy="12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CDBED26-4059-8F2A-A116-68021A44473B}"/>
                    </a:ext>
                  </a:extLst>
                </p14:cNvPr>
                <p14:cNvContentPartPr/>
                <p14:nvPr/>
              </p14:nvContentPartPr>
              <p14:xfrm>
                <a:off x="6966606" y="4681383"/>
                <a:ext cx="68400" cy="390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CDBED26-4059-8F2A-A116-68021A44473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948606" y="4663383"/>
                  <a:ext cx="1040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2B265BE-F1FA-F33A-C32A-8BC90590498D}"/>
                    </a:ext>
                  </a:extLst>
                </p14:cNvPr>
                <p14:cNvContentPartPr/>
                <p14:nvPr/>
              </p14:nvContentPartPr>
              <p14:xfrm>
                <a:off x="6521286" y="5235063"/>
                <a:ext cx="1029960" cy="15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2B265BE-F1FA-F33A-C32A-8BC90590498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503646" y="5217423"/>
                  <a:ext cx="1065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B9B481C-F74D-8173-0145-6BABB505103B}"/>
                    </a:ext>
                  </a:extLst>
                </p14:cNvPr>
                <p14:cNvContentPartPr/>
                <p14:nvPr/>
              </p14:nvContentPartPr>
              <p14:xfrm>
                <a:off x="6573126" y="5326503"/>
                <a:ext cx="1029960" cy="439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B9B481C-F74D-8173-0145-6BABB505103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555126" y="5308863"/>
                  <a:ext cx="10656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E644EEE-5134-FF5C-A6D9-F1B407C8FF64}"/>
                    </a:ext>
                  </a:extLst>
                </p14:cNvPr>
                <p14:cNvContentPartPr/>
                <p14:nvPr/>
              </p14:nvContentPartPr>
              <p14:xfrm>
                <a:off x="6752046" y="5586423"/>
                <a:ext cx="136080" cy="192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E644EEE-5134-FF5C-A6D9-F1B407C8FF6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734046" y="5568423"/>
                  <a:ext cx="171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CA7157D-AB29-17CF-1D80-6A2829003CF9}"/>
                    </a:ext>
                  </a:extLst>
                </p14:cNvPr>
                <p14:cNvContentPartPr/>
                <p14:nvPr/>
              </p14:nvContentPartPr>
              <p14:xfrm>
                <a:off x="6951486" y="5724663"/>
                <a:ext cx="19800" cy="138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CA7157D-AB29-17CF-1D80-6A2829003CF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933486" y="5707023"/>
                  <a:ext cx="55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26869B3-1C04-C80D-168F-AF0009AC50D0}"/>
                    </a:ext>
                  </a:extLst>
                </p14:cNvPr>
                <p14:cNvContentPartPr/>
                <p14:nvPr/>
              </p14:nvContentPartPr>
              <p14:xfrm>
                <a:off x="7018086" y="5458623"/>
                <a:ext cx="144000" cy="119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26869B3-1C04-C80D-168F-AF0009AC50D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000446" y="5440623"/>
                  <a:ext cx="179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968C347-6305-6E11-9A53-EEAFB18C31C3}"/>
                    </a:ext>
                  </a:extLst>
                </p14:cNvPr>
                <p14:cNvContentPartPr/>
                <p14:nvPr/>
              </p14:nvContentPartPr>
              <p14:xfrm>
                <a:off x="7256766" y="5672823"/>
                <a:ext cx="113040" cy="17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968C347-6305-6E11-9A53-EEAFB18C31C3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239126" y="5654823"/>
                  <a:ext cx="148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1051AFE-AE95-8A57-7A1A-2E8FC44B6D8C}"/>
                    </a:ext>
                  </a:extLst>
                </p14:cNvPr>
                <p14:cNvContentPartPr/>
                <p14:nvPr/>
              </p14:nvContentPartPr>
              <p14:xfrm>
                <a:off x="7303206" y="5605863"/>
                <a:ext cx="31320" cy="151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1051AFE-AE95-8A57-7A1A-2E8FC44B6D8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285566" y="5588223"/>
                  <a:ext cx="66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DB63FF2-78AA-8F04-B4A6-6C57DC0989C8}"/>
                    </a:ext>
                  </a:extLst>
                </p14:cNvPr>
                <p14:cNvContentPartPr/>
                <p14:nvPr/>
              </p14:nvContentPartPr>
              <p14:xfrm>
                <a:off x="7440726" y="5600103"/>
                <a:ext cx="136080" cy="169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DB63FF2-78AA-8F04-B4A6-6C57DC0989C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422726" y="5582103"/>
                  <a:ext cx="171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48C7DFD-59ED-5EF1-5E64-9AD6375CE967}"/>
                    </a:ext>
                  </a:extLst>
                </p14:cNvPr>
                <p14:cNvContentPartPr/>
                <p14:nvPr/>
              </p14:nvContentPartPr>
              <p14:xfrm>
                <a:off x="7663206" y="5718183"/>
                <a:ext cx="190080" cy="130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48C7DFD-59ED-5EF1-5E64-9AD6375CE96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645206" y="5700183"/>
                  <a:ext cx="225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879C298-91C8-0D73-843E-F140D28D6CEA}"/>
                    </a:ext>
                  </a:extLst>
                </p14:cNvPr>
                <p14:cNvContentPartPr/>
                <p14:nvPr/>
              </p14:nvContentPartPr>
              <p14:xfrm>
                <a:off x="7860126" y="5380143"/>
                <a:ext cx="138960" cy="142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879C298-91C8-0D73-843E-F140D28D6CE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842126" y="5362143"/>
                  <a:ext cx="174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FE66DE5-84BE-CBB5-AE88-E423960CDFBD}"/>
                    </a:ext>
                  </a:extLst>
                </p14:cNvPr>
                <p14:cNvContentPartPr/>
                <p14:nvPr/>
              </p14:nvContentPartPr>
              <p14:xfrm>
                <a:off x="8009526" y="5621703"/>
                <a:ext cx="168840" cy="18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FE66DE5-84BE-CBB5-AE88-E423960CDFBD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991886" y="5603703"/>
                  <a:ext cx="204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AB864FA-3BDE-E4B1-3368-A6024EE4A6DD}"/>
                    </a:ext>
                  </a:extLst>
                </p14:cNvPr>
                <p14:cNvContentPartPr/>
                <p14:nvPr/>
              </p14:nvContentPartPr>
              <p14:xfrm>
                <a:off x="8060286" y="5568423"/>
                <a:ext cx="50400" cy="194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AB864FA-3BDE-E4B1-3368-A6024EE4A6D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042286" y="5550783"/>
                  <a:ext cx="86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CFD47E2-5644-D967-FDEE-D841882175E5}"/>
                    </a:ext>
                  </a:extLst>
                </p14:cNvPr>
                <p14:cNvContentPartPr/>
                <p14:nvPr/>
              </p14:nvContentPartPr>
              <p14:xfrm>
                <a:off x="8274486" y="5564103"/>
                <a:ext cx="144000" cy="1976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CFD47E2-5644-D967-FDEE-D841882175E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256846" y="5546103"/>
                  <a:ext cx="179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31F618D-8202-E758-F5A6-5D3A03988B68}"/>
                    </a:ext>
                  </a:extLst>
                </p14:cNvPr>
                <p14:cNvContentPartPr/>
                <p14:nvPr/>
              </p14:nvContentPartPr>
              <p14:xfrm>
                <a:off x="8437926" y="5685423"/>
                <a:ext cx="235080" cy="210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31F618D-8202-E758-F5A6-5D3A03988B6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419926" y="5667423"/>
                  <a:ext cx="270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D7D728F-4EC8-B7EA-47BF-E8F1DE4EFFA1}"/>
                    </a:ext>
                  </a:extLst>
                </p14:cNvPr>
                <p14:cNvContentPartPr/>
                <p14:nvPr/>
              </p14:nvContentPartPr>
              <p14:xfrm>
                <a:off x="8690646" y="5426583"/>
                <a:ext cx="236880" cy="1245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D7D728F-4EC8-B7EA-47BF-E8F1DE4EFFA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672646" y="5408943"/>
                  <a:ext cx="272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74F9A1C-7477-0EAA-7D06-8DDAE57EE3B5}"/>
                    </a:ext>
                  </a:extLst>
                </p14:cNvPr>
                <p14:cNvContentPartPr/>
                <p14:nvPr/>
              </p14:nvContentPartPr>
              <p14:xfrm>
                <a:off x="7504806" y="5257383"/>
                <a:ext cx="1663200" cy="1090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74F9A1C-7477-0EAA-7D06-8DDAE57EE3B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486806" y="5239383"/>
                  <a:ext cx="1698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632E9AE-2428-535C-E5CC-8231ABF15F65}"/>
                    </a:ext>
                  </a:extLst>
                </p14:cNvPr>
                <p14:cNvContentPartPr/>
                <p14:nvPr/>
              </p14:nvContentPartPr>
              <p14:xfrm>
                <a:off x="5896197" y="4790463"/>
                <a:ext cx="248400" cy="5274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632E9AE-2428-535C-E5CC-8231ABF15F6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878557" y="4772823"/>
                  <a:ext cx="2840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3A6A3D7-E4DA-2555-835B-9C186E75250B}"/>
                    </a:ext>
                  </a:extLst>
                </p14:cNvPr>
                <p14:cNvContentPartPr/>
                <p14:nvPr/>
              </p14:nvContentPartPr>
              <p14:xfrm>
                <a:off x="6256197" y="5066943"/>
                <a:ext cx="98280" cy="532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3A6A3D7-E4DA-2555-835B-9C186E75250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238197" y="5049303"/>
                  <a:ext cx="133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ABFA4859-C374-1705-477A-50B82E52873B}"/>
                    </a:ext>
                  </a:extLst>
                </p14:cNvPr>
                <p14:cNvContentPartPr/>
                <p14:nvPr/>
              </p14:nvContentPartPr>
              <p14:xfrm>
                <a:off x="6223437" y="5145063"/>
                <a:ext cx="167400" cy="302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ABFA4859-C374-1705-477A-50B82E52873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205437" y="5127063"/>
                  <a:ext cx="203040" cy="6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5291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9C56D9-C2A4-E018-F09D-8CF5DADE7B91}"/>
                  </a:ext>
                </a:extLst>
              </p14:cNvPr>
              <p14:cNvContentPartPr/>
              <p14:nvPr/>
            </p14:nvContentPartPr>
            <p14:xfrm>
              <a:off x="1402806" y="364623"/>
              <a:ext cx="247320" cy="502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9C56D9-C2A4-E018-F09D-8CF5DADE7B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4806" y="346623"/>
                <a:ext cx="282960" cy="53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AEB4ED7-8E93-6400-2F21-41EEA119EFE5}"/>
              </a:ext>
            </a:extLst>
          </p:cNvPr>
          <p:cNvGrpSpPr/>
          <p:nvPr/>
        </p:nvGrpSpPr>
        <p:grpSpPr>
          <a:xfrm>
            <a:off x="1974846" y="669183"/>
            <a:ext cx="154080" cy="177840"/>
            <a:chOff x="1974846" y="669183"/>
            <a:chExt cx="15408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D0DB81B-5BA1-C5CD-6D34-F47A401DD3E5}"/>
                    </a:ext>
                  </a:extLst>
                </p14:cNvPr>
                <p14:cNvContentPartPr/>
                <p14:nvPr/>
              </p14:nvContentPartPr>
              <p14:xfrm>
                <a:off x="1974846" y="669183"/>
                <a:ext cx="29160" cy="177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D0DB81B-5BA1-C5CD-6D34-F47A401DD3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56846" y="651543"/>
                  <a:ext cx="64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74ECDC-7803-4B35-4B40-8BFE3D2596B8}"/>
                    </a:ext>
                  </a:extLst>
                </p14:cNvPr>
                <p14:cNvContentPartPr/>
                <p14:nvPr/>
              </p14:nvContentPartPr>
              <p14:xfrm>
                <a:off x="2009766" y="677823"/>
                <a:ext cx="119160" cy="14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74ECDC-7803-4B35-4B40-8BFE3D2596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1766" y="660183"/>
                  <a:ext cx="15480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35F5EA-7231-3ABB-6DD4-9E7D8CAED2D4}"/>
                  </a:ext>
                </a:extLst>
              </p14:cNvPr>
              <p14:cNvContentPartPr/>
              <p14:nvPr/>
            </p14:nvContentPartPr>
            <p14:xfrm>
              <a:off x="2028126" y="470103"/>
              <a:ext cx="10080" cy="18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35F5EA-7231-3ABB-6DD4-9E7D8CAED2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0126" y="452103"/>
                <a:ext cx="457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4C73B2-EAE4-133B-5A51-6292376DC251}"/>
                  </a:ext>
                </a:extLst>
              </p14:cNvPr>
              <p14:cNvContentPartPr/>
              <p14:nvPr/>
            </p14:nvContentPartPr>
            <p14:xfrm>
              <a:off x="2414046" y="701943"/>
              <a:ext cx="205200" cy="149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4C73B2-EAE4-133B-5A51-6292376DC2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96406" y="683943"/>
                <a:ext cx="24084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619C972-3BC0-2197-B43F-7D1DC4F5BB81}"/>
              </a:ext>
            </a:extLst>
          </p:cNvPr>
          <p:cNvGrpSpPr/>
          <p:nvPr/>
        </p:nvGrpSpPr>
        <p:grpSpPr>
          <a:xfrm>
            <a:off x="2919846" y="499263"/>
            <a:ext cx="2370960" cy="811080"/>
            <a:chOff x="2919846" y="499263"/>
            <a:chExt cx="2370960" cy="81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3068CF-B50B-7C8E-610E-5045D829655F}"/>
                    </a:ext>
                  </a:extLst>
                </p14:cNvPr>
                <p14:cNvContentPartPr/>
                <p14:nvPr/>
              </p14:nvContentPartPr>
              <p14:xfrm>
                <a:off x="2919846" y="678543"/>
                <a:ext cx="215640" cy="159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3068CF-B50B-7C8E-610E-5045D82965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01846" y="660543"/>
                  <a:ext cx="251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82CAA8-7ACE-7F23-B827-5E4D0EC4910B}"/>
                    </a:ext>
                  </a:extLst>
                </p14:cNvPr>
                <p14:cNvContentPartPr/>
                <p14:nvPr/>
              </p14:nvContentPartPr>
              <p14:xfrm>
                <a:off x="3211086" y="683583"/>
                <a:ext cx="123480" cy="179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82CAA8-7ACE-7F23-B827-5E4D0EC491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93446" y="665943"/>
                  <a:ext cx="159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7751E8-CE13-1185-BB6B-9B0019514368}"/>
                    </a:ext>
                  </a:extLst>
                </p14:cNvPr>
                <p14:cNvContentPartPr/>
                <p14:nvPr/>
              </p14:nvContentPartPr>
              <p14:xfrm>
                <a:off x="3392526" y="528063"/>
                <a:ext cx="1056960" cy="410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7751E8-CE13-1185-BB6B-9B001951436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74526" y="510063"/>
                  <a:ext cx="10926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D6D3AB1-077D-F179-50F8-6E4DCAD9A240}"/>
                    </a:ext>
                  </a:extLst>
                </p14:cNvPr>
                <p14:cNvContentPartPr/>
                <p14:nvPr/>
              </p14:nvContentPartPr>
              <p14:xfrm>
                <a:off x="4377486" y="609783"/>
                <a:ext cx="69840" cy="33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D6D3AB1-077D-F179-50F8-6E4DCAD9A2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59486" y="592143"/>
                  <a:ext cx="105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104490-530A-7896-E7D4-562BDFCA6336}"/>
                    </a:ext>
                  </a:extLst>
                </p14:cNvPr>
                <p14:cNvContentPartPr/>
                <p14:nvPr/>
              </p14:nvContentPartPr>
              <p14:xfrm>
                <a:off x="4445166" y="763143"/>
                <a:ext cx="372240" cy="388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104490-530A-7896-E7D4-562BDFCA63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7166" y="745143"/>
                  <a:ext cx="4078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75FDC99-5F4C-493D-61D5-8F58F7913EF6}"/>
                    </a:ext>
                  </a:extLst>
                </p14:cNvPr>
                <p14:cNvContentPartPr/>
                <p14:nvPr/>
              </p14:nvContentPartPr>
              <p14:xfrm>
                <a:off x="4934406" y="809223"/>
                <a:ext cx="155880" cy="145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75FDC99-5F4C-493D-61D5-8F58F7913E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16406" y="791583"/>
                  <a:ext cx="191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FE5C053-319B-871B-36C7-07805E385AFC}"/>
                    </a:ext>
                  </a:extLst>
                </p14:cNvPr>
                <p14:cNvContentPartPr/>
                <p14:nvPr/>
              </p14:nvContentPartPr>
              <p14:xfrm>
                <a:off x="5101446" y="800223"/>
                <a:ext cx="189360" cy="510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FE5C053-319B-871B-36C7-07805E385A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83806" y="782583"/>
                  <a:ext cx="22500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94A905-88CD-E771-5935-4BEEAA4025F9}"/>
                    </a:ext>
                  </a:extLst>
                </p14:cNvPr>
                <p14:cNvContentPartPr/>
                <p14:nvPr/>
              </p14:nvContentPartPr>
              <p14:xfrm>
                <a:off x="4997766" y="499263"/>
                <a:ext cx="79560" cy="4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94A905-88CD-E771-5935-4BEEAA4025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80126" y="481623"/>
                  <a:ext cx="1152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E40B18-9628-2A9B-31AD-719BBC40C713}"/>
              </a:ext>
            </a:extLst>
          </p:cNvPr>
          <p:cNvGrpSpPr/>
          <p:nvPr/>
        </p:nvGrpSpPr>
        <p:grpSpPr>
          <a:xfrm>
            <a:off x="5701566" y="520143"/>
            <a:ext cx="1405440" cy="944280"/>
            <a:chOff x="5701566" y="520143"/>
            <a:chExt cx="1405440" cy="94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BB060D-2683-8AF3-2E4F-79E555DEC16B}"/>
                    </a:ext>
                  </a:extLst>
                </p14:cNvPr>
                <p14:cNvContentPartPr/>
                <p14:nvPr/>
              </p14:nvContentPartPr>
              <p14:xfrm>
                <a:off x="5701566" y="563343"/>
                <a:ext cx="271440" cy="901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BB060D-2683-8AF3-2E4F-79E555DEC1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83566" y="545703"/>
                  <a:ext cx="30708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5D0C22-A999-4C5A-E4EF-191FF29B6839}"/>
                    </a:ext>
                  </a:extLst>
                </p14:cNvPr>
                <p14:cNvContentPartPr/>
                <p14:nvPr/>
              </p14:nvContentPartPr>
              <p14:xfrm>
                <a:off x="5962926" y="809223"/>
                <a:ext cx="153720" cy="173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5D0C22-A999-4C5A-E4EF-191FF29B68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45286" y="791223"/>
                  <a:ext cx="1893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65B4FA-6516-5AB0-AF16-D6D8CED7FB6B}"/>
                    </a:ext>
                  </a:extLst>
                </p14:cNvPr>
                <p14:cNvContentPartPr/>
                <p14:nvPr/>
              </p14:nvContentPartPr>
              <p14:xfrm>
                <a:off x="6182886" y="831903"/>
                <a:ext cx="114120" cy="171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65B4FA-6516-5AB0-AF16-D6D8CED7FB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65246" y="813903"/>
                  <a:ext cx="149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18DF26-D997-1744-D62B-2A8A7FAE9200}"/>
                    </a:ext>
                  </a:extLst>
                </p14:cNvPr>
                <p14:cNvContentPartPr/>
                <p14:nvPr/>
              </p14:nvContentPartPr>
              <p14:xfrm>
                <a:off x="6446406" y="541743"/>
                <a:ext cx="125280" cy="455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18DF26-D997-1744-D62B-2A8A7FAE92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28766" y="523743"/>
                  <a:ext cx="1609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765B585-02C3-417F-0786-2C876DE20AC7}"/>
                    </a:ext>
                  </a:extLst>
                </p14:cNvPr>
                <p14:cNvContentPartPr/>
                <p14:nvPr/>
              </p14:nvContentPartPr>
              <p14:xfrm>
                <a:off x="6640806" y="819303"/>
                <a:ext cx="145440" cy="175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765B585-02C3-417F-0786-2C876DE20A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2806" y="801663"/>
                  <a:ext cx="181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E528D8-68BE-FFCA-C120-26A11605273E}"/>
                    </a:ext>
                  </a:extLst>
                </p14:cNvPr>
                <p14:cNvContentPartPr/>
                <p14:nvPr/>
              </p14:nvContentPartPr>
              <p14:xfrm>
                <a:off x="6820086" y="830823"/>
                <a:ext cx="286920" cy="149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E528D8-68BE-FFCA-C120-26A11605273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02446" y="812823"/>
                  <a:ext cx="322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986A23-57F9-2AA4-2647-EDB97F5953EE}"/>
                    </a:ext>
                  </a:extLst>
                </p14:cNvPr>
                <p14:cNvContentPartPr/>
                <p14:nvPr/>
              </p14:nvContentPartPr>
              <p14:xfrm>
                <a:off x="6318606" y="520143"/>
                <a:ext cx="161640" cy="2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986A23-57F9-2AA4-2647-EDB97F5953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00606" y="502143"/>
                  <a:ext cx="19728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163E1E5-1999-9032-A241-394B7F23BE11}"/>
                  </a:ext>
                </a:extLst>
              </p14:cNvPr>
              <p14:cNvContentPartPr/>
              <p14:nvPr/>
            </p14:nvContentPartPr>
            <p14:xfrm>
              <a:off x="7641606" y="967983"/>
              <a:ext cx="16920" cy="13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163E1E5-1999-9032-A241-394B7F23BE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23966" y="950343"/>
                <a:ext cx="5256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A45F630C-DB44-BA6A-D63D-E7F9309E4BC2}"/>
              </a:ext>
            </a:extLst>
          </p:cNvPr>
          <p:cNvGrpSpPr/>
          <p:nvPr/>
        </p:nvGrpSpPr>
        <p:grpSpPr>
          <a:xfrm>
            <a:off x="570126" y="1486743"/>
            <a:ext cx="447120" cy="390960"/>
            <a:chOff x="570126" y="1486743"/>
            <a:chExt cx="44712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D11B1A-0F8E-69CD-6865-7EECDDAF717E}"/>
                    </a:ext>
                  </a:extLst>
                </p14:cNvPr>
                <p14:cNvContentPartPr/>
                <p14:nvPr/>
              </p14:nvContentPartPr>
              <p14:xfrm>
                <a:off x="570126" y="1487463"/>
                <a:ext cx="94320" cy="390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D11B1A-0F8E-69CD-6865-7EECDDAF717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2126" y="1469463"/>
                  <a:ext cx="1299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C812AA-1544-296E-5D39-F6E30A256D75}"/>
                    </a:ext>
                  </a:extLst>
                </p14:cNvPr>
                <p14:cNvContentPartPr/>
                <p14:nvPr/>
              </p14:nvContentPartPr>
              <p14:xfrm>
                <a:off x="622686" y="1486743"/>
                <a:ext cx="164520" cy="191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C812AA-1544-296E-5D39-F6E30A256D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4686" y="1469103"/>
                  <a:ext cx="200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51FC152-5FE5-BD7F-F783-9727463602E4}"/>
                    </a:ext>
                  </a:extLst>
                </p14:cNvPr>
                <p14:cNvContentPartPr/>
                <p14:nvPr/>
              </p14:nvContentPartPr>
              <p14:xfrm>
                <a:off x="888726" y="1735863"/>
                <a:ext cx="100800" cy="19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51FC152-5FE5-BD7F-F783-9727463602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0726" y="1717863"/>
                  <a:ext cx="136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DE6FB0-615B-886C-E9D4-8BB4E31272CB}"/>
                    </a:ext>
                  </a:extLst>
                </p14:cNvPr>
                <p14:cNvContentPartPr/>
                <p14:nvPr/>
              </p14:nvContentPartPr>
              <p14:xfrm>
                <a:off x="877206" y="1804263"/>
                <a:ext cx="140040" cy="27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DE6FB0-615B-886C-E9D4-8BB4E31272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9566" y="1786263"/>
                  <a:ext cx="1756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DC9C44E-6C42-0638-440E-8D475CDDA87F}"/>
              </a:ext>
            </a:extLst>
          </p:cNvPr>
          <p:cNvGrpSpPr/>
          <p:nvPr/>
        </p:nvGrpSpPr>
        <p:grpSpPr>
          <a:xfrm>
            <a:off x="2798526" y="1461183"/>
            <a:ext cx="599040" cy="1316880"/>
            <a:chOff x="2798526" y="1461183"/>
            <a:chExt cx="599040" cy="13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A3C75A1-F782-B0E8-856B-93C58E9536C7}"/>
                    </a:ext>
                  </a:extLst>
                </p14:cNvPr>
                <p14:cNvContentPartPr/>
                <p14:nvPr/>
              </p14:nvContentPartPr>
              <p14:xfrm>
                <a:off x="2825526" y="1590423"/>
                <a:ext cx="45720" cy="19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A3C75A1-F782-B0E8-856B-93C58E9536C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07526" y="1572783"/>
                  <a:ext cx="813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FBA138-D9B9-0E71-E260-A1D122545099}"/>
                    </a:ext>
                  </a:extLst>
                </p14:cNvPr>
                <p14:cNvContentPartPr/>
                <p14:nvPr/>
              </p14:nvContentPartPr>
              <p14:xfrm>
                <a:off x="2798526" y="2119623"/>
                <a:ext cx="57960" cy="309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FBA138-D9B9-0E71-E260-A1D12254509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80526" y="2101623"/>
                  <a:ext cx="936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525806-3423-E159-A7C9-742F1CBA7FE9}"/>
                    </a:ext>
                  </a:extLst>
                </p14:cNvPr>
                <p14:cNvContentPartPr/>
                <p14:nvPr/>
              </p14:nvContentPartPr>
              <p14:xfrm>
                <a:off x="2806806" y="1461183"/>
                <a:ext cx="590760" cy="131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525806-3423-E159-A7C9-742F1CBA7F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89166" y="1443183"/>
                  <a:ext cx="626400" cy="135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CA12734-4923-9C0A-7E1A-CACBABBDC1F6}"/>
              </a:ext>
            </a:extLst>
          </p:cNvPr>
          <p:cNvGrpSpPr/>
          <p:nvPr/>
        </p:nvGrpSpPr>
        <p:grpSpPr>
          <a:xfrm>
            <a:off x="3906966" y="1939623"/>
            <a:ext cx="204120" cy="135000"/>
            <a:chOff x="3906966" y="1939623"/>
            <a:chExt cx="204120" cy="1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F812AF-D69A-78B2-6912-0D7C6C380ED4}"/>
                    </a:ext>
                  </a:extLst>
                </p14:cNvPr>
                <p14:cNvContentPartPr/>
                <p14:nvPr/>
              </p14:nvContentPartPr>
              <p14:xfrm>
                <a:off x="3906966" y="1939623"/>
                <a:ext cx="132840" cy="17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F812AF-D69A-78B2-6912-0D7C6C380E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88966" y="1921983"/>
                  <a:ext cx="168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3556A8-4530-43B7-CFDB-2E2E6C0DF286}"/>
                    </a:ext>
                  </a:extLst>
                </p14:cNvPr>
                <p14:cNvContentPartPr/>
                <p14:nvPr/>
              </p14:nvContentPartPr>
              <p14:xfrm>
                <a:off x="3928206" y="2044023"/>
                <a:ext cx="182880" cy="30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3556A8-4530-43B7-CFDB-2E2E6C0DF2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10206" y="2026023"/>
                  <a:ext cx="2185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0CC8880-1822-05B9-0E61-54E3F71AC0BE}"/>
              </a:ext>
            </a:extLst>
          </p:cNvPr>
          <p:cNvGrpSpPr/>
          <p:nvPr/>
        </p:nvGrpSpPr>
        <p:grpSpPr>
          <a:xfrm>
            <a:off x="4508886" y="1564503"/>
            <a:ext cx="2207160" cy="1032840"/>
            <a:chOff x="4508886" y="1564503"/>
            <a:chExt cx="2207160" cy="10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486A07-2F0E-E944-443D-53A328D6B99A}"/>
                    </a:ext>
                  </a:extLst>
                </p14:cNvPr>
                <p14:cNvContentPartPr/>
                <p14:nvPr/>
              </p14:nvContentPartPr>
              <p14:xfrm>
                <a:off x="4508886" y="1586463"/>
                <a:ext cx="324000" cy="1010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486A07-2F0E-E944-443D-53A328D6B99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90886" y="1568823"/>
                  <a:ext cx="35964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5370B8-07D5-E825-3C4A-EEB1E20F480E}"/>
                    </a:ext>
                  </a:extLst>
                </p14:cNvPr>
                <p14:cNvContentPartPr/>
                <p14:nvPr/>
              </p14:nvContentPartPr>
              <p14:xfrm>
                <a:off x="4941246" y="1944663"/>
                <a:ext cx="193680" cy="210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5370B8-07D5-E825-3C4A-EEB1E20F48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23246" y="1926663"/>
                  <a:ext cx="2293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8E261A-411E-A107-7B75-3BFFD256FA8B}"/>
                    </a:ext>
                  </a:extLst>
                </p14:cNvPr>
                <p14:cNvContentPartPr/>
                <p14:nvPr/>
              </p14:nvContentPartPr>
              <p14:xfrm>
                <a:off x="5212686" y="2132583"/>
                <a:ext cx="16200" cy="106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F8E261A-411E-A107-7B75-3BFFD256FA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94686" y="2114583"/>
                  <a:ext cx="51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D88439-A017-7447-AF04-43F42A4610C4}"/>
                    </a:ext>
                  </a:extLst>
                </p14:cNvPr>
                <p14:cNvContentPartPr/>
                <p14:nvPr/>
              </p14:nvContentPartPr>
              <p14:xfrm>
                <a:off x="5443446" y="2146623"/>
                <a:ext cx="58320" cy="12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D88439-A017-7447-AF04-43F42A4610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25446" y="2128623"/>
                  <a:ext cx="93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007119-B496-2405-E2B6-B6EB69AC2E14}"/>
                    </a:ext>
                  </a:extLst>
                </p14:cNvPr>
                <p14:cNvContentPartPr/>
                <p14:nvPr/>
              </p14:nvContentPartPr>
              <p14:xfrm>
                <a:off x="5760246" y="1947183"/>
                <a:ext cx="224280" cy="199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007119-B496-2405-E2B6-B6EB69AC2E1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42246" y="1929183"/>
                  <a:ext cx="259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FE751BE-D078-E758-50B2-669D84E8F8EC}"/>
                    </a:ext>
                  </a:extLst>
                </p14:cNvPr>
                <p14:cNvContentPartPr/>
                <p14:nvPr/>
              </p14:nvContentPartPr>
              <p14:xfrm>
                <a:off x="6054366" y="2074983"/>
                <a:ext cx="274320" cy="132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FE751BE-D078-E758-50B2-669D84E8F8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36726" y="2056983"/>
                  <a:ext cx="309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C1DBA4-02E0-3E8B-2BA5-68850C3F9716}"/>
                    </a:ext>
                  </a:extLst>
                </p14:cNvPr>
                <p14:cNvContentPartPr/>
                <p14:nvPr/>
              </p14:nvContentPartPr>
              <p14:xfrm>
                <a:off x="6241566" y="1564503"/>
                <a:ext cx="474480" cy="920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C1DBA4-02E0-3E8B-2BA5-68850C3F97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23926" y="1546863"/>
                  <a:ext cx="510120" cy="9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BCC3419-AA60-B993-F7EC-514BAFCBABA8}"/>
                  </a:ext>
                </a:extLst>
              </p14:cNvPr>
              <p14:cNvContentPartPr/>
              <p14:nvPr/>
            </p14:nvContentPartPr>
            <p14:xfrm>
              <a:off x="1441326" y="3045543"/>
              <a:ext cx="276120" cy="11055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BCC3419-AA60-B993-F7EC-514BAFCBABA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23686" y="3027903"/>
                <a:ext cx="311760" cy="11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C41BC0B-4EC0-3190-64E5-3F0B3A18BDA9}"/>
                  </a:ext>
                </a:extLst>
              </p14:cNvPr>
              <p14:cNvContentPartPr/>
              <p14:nvPr/>
            </p14:nvContentPartPr>
            <p14:xfrm>
              <a:off x="1829406" y="3309423"/>
              <a:ext cx="159480" cy="40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C41BC0B-4EC0-3190-64E5-3F0B3A18BDA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811766" y="3291783"/>
                <a:ext cx="1951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E7D1645-3794-79DE-8C4A-9CC73F1AD98C}"/>
                  </a:ext>
                </a:extLst>
              </p14:cNvPr>
              <p14:cNvContentPartPr/>
              <p14:nvPr/>
            </p14:nvContentPartPr>
            <p14:xfrm>
              <a:off x="2169966" y="3150303"/>
              <a:ext cx="63000" cy="271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E7D1645-3794-79DE-8C4A-9CC73F1AD98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52326" y="3132663"/>
                <a:ext cx="986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1492E8C-50A7-1788-A582-04030F05E9CB}"/>
                  </a:ext>
                </a:extLst>
              </p14:cNvPr>
              <p14:cNvContentPartPr/>
              <p14:nvPr/>
            </p14:nvContentPartPr>
            <p14:xfrm>
              <a:off x="1972686" y="3722343"/>
              <a:ext cx="27720" cy="1630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1492E8C-50A7-1788-A582-04030F05E9C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54686" y="3704343"/>
                <a:ext cx="633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362291E-D061-EE41-BDBE-9A5FED21B698}"/>
                  </a:ext>
                </a:extLst>
              </p14:cNvPr>
              <p14:cNvContentPartPr/>
              <p14:nvPr/>
            </p14:nvContentPartPr>
            <p14:xfrm>
              <a:off x="2219646" y="3017463"/>
              <a:ext cx="521640" cy="1037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362291E-D061-EE41-BDBE-9A5FED21B69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02006" y="2999463"/>
                <a:ext cx="557280" cy="10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64C4313-22A6-EC98-5525-D7BC769A5718}"/>
                  </a:ext>
                </a:extLst>
              </p14:cNvPr>
              <p14:cNvContentPartPr/>
              <p14:nvPr/>
            </p14:nvContentPartPr>
            <p14:xfrm>
              <a:off x="3882126" y="3014223"/>
              <a:ext cx="331200" cy="832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64C4313-22A6-EC98-5525-D7BC769A57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64126" y="2996223"/>
                <a:ext cx="366840" cy="86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A2B2720-89B5-F644-B89B-7E1CE89A70E8}"/>
                  </a:ext>
                </a:extLst>
              </p14:cNvPr>
              <p14:cNvContentPartPr/>
              <p14:nvPr/>
            </p14:nvContentPartPr>
            <p14:xfrm>
              <a:off x="4471806" y="3173703"/>
              <a:ext cx="52200" cy="248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A2B2720-89B5-F644-B89B-7E1CE89A70E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454166" y="3156063"/>
                <a:ext cx="878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D888582-C523-3974-D544-266B18EFE30B}"/>
                  </a:ext>
                </a:extLst>
              </p14:cNvPr>
              <p14:cNvContentPartPr/>
              <p14:nvPr/>
            </p14:nvContentPartPr>
            <p14:xfrm>
              <a:off x="4801926" y="3396183"/>
              <a:ext cx="69120" cy="781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D888582-C523-3974-D544-266B18EFE30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84286" y="3378183"/>
                <a:ext cx="10476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7CDDDE78-FCCB-0212-D098-E702EB2CA1B8}"/>
              </a:ext>
            </a:extLst>
          </p:cNvPr>
          <p:cNvGrpSpPr/>
          <p:nvPr/>
        </p:nvGrpSpPr>
        <p:grpSpPr>
          <a:xfrm>
            <a:off x="5360286" y="2907663"/>
            <a:ext cx="484920" cy="813600"/>
            <a:chOff x="5360286" y="2907663"/>
            <a:chExt cx="484920" cy="81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A7E569A-50AC-776B-1A86-7BF25A3B1EC1}"/>
                    </a:ext>
                  </a:extLst>
                </p14:cNvPr>
                <p14:cNvContentPartPr/>
                <p14:nvPr/>
              </p14:nvContentPartPr>
              <p14:xfrm>
                <a:off x="5360286" y="3116463"/>
                <a:ext cx="46800" cy="254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A7E569A-50AC-776B-1A86-7BF25A3B1EC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42646" y="3098823"/>
                  <a:ext cx="824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D34C3E8-4082-A019-9CBD-BFD5AA42F238}"/>
                    </a:ext>
                  </a:extLst>
                </p14:cNvPr>
                <p14:cNvContentPartPr/>
                <p14:nvPr/>
              </p14:nvContentPartPr>
              <p14:xfrm>
                <a:off x="5384046" y="2907663"/>
                <a:ext cx="461160" cy="813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D34C3E8-4082-A019-9CBD-BFD5AA42F2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66406" y="2890023"/>
                  <a:ext cx="496800" cy="84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8A35AC2-5280-5ED0-7DB3-BA2166286258}"/>
              </a:ext>
            </a:extLst>
          </p:cNvPr>
          <p:cNvGrpSpPr/>
          <p:nvPr/>
        </p:nvGrpSpPr>
        <p:grpSpPr>
          <a:xfrm>
            <a:off x="518286" y="4538463"/>
            <a:ext cx="2540880" cy="1212840"/>
            <a:chOff x="518286" y="4538463"/>
            <a:chExt cx="2540880" cy="12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DACABC-C8E1-CD39-F7CD-511C5493F170}"/>
                    </a:ext>
                  </a:extLst>
                </p14:cNvPr>
                <p14:cNvContentPartPr/>
                <p14:nvPr/>
              </p14:nvContentPartPr>
              <p14:xfrm>
                <a:off x="1496766" y="4538463"/>
                <a:ext cx="81360" cy="335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DACABC-C8E1-CD39-F7CD-511C5493F17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79126" y="4520463"/>
                  <a:ext cx="1170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0367C7-A375-8DAF-F9DC-3A56E4373DBA}"/>
                    </a:ext>
                  </a:extLst>
                </p14:cNvPr>
                <p14:cNvContentPartPr/>
                <p14:nvPr/>
              </p14:nvContentPartPr>
              <p14:xfrm>
                <a:off x="1072686" y="5005743"/>
                <a:ext cx="840960" cy="46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F0367C7-A375-8DAF-F9DC-3A56E4373DB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4686" y="4988103"/>
                  <a:ext cx="876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AC1C500-2C38-44F0-B843-CA7C62596181}"/>
                    </a:ext>
                  </a:extLst>
                </p14:cNvPr>
                <p14:cNvContentPartPr/>
                <p14:nvPr/>
              </p14:nvContentPartPr>
              <p14:xfrm>
                <a:off x="1033086" y="5323623"/>
                <a:ext cx="111600" cy="332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AC1C500-2C38-44F0-B843-CA7C625961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5446" y="5305623"/>
                  <a:ext cx="1472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8792AD3-18A9-72A6-4EC3-4569FFFDA595}"/>
                    </a:ext>
                  </a:extLst>
                </p14:cNvPr>
                <p14:cNvContentPartPr/>
                <p14:nvPr/>
              </p14:nvContentPartPr>
              <p14:xfrm>
                <a:off x="1250526" y="5458623"/>
                <a:ext cx="90000" cy="30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8792AD3-18A9-72A6-4EC3-4569FFFDA59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32886" y="5440623"/>
                  <a:ext cx="125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C958FB-04AE-D0CB-BD65-5416FA93D9D2}"/>
                    </a:ext>
                  </a:extLst>
                </p14:cNvPr>
                <p14:cNvContentPartPr/>
                <p14:nvPr/>
              </p14:nvContentPartPr>
              <p14:xfrm>
                <a:off x="1382646" y="5356023"/>
                <a:ext cx="70920" cy="254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C958FB-04AE-D0CB-BD65-5416FA93D9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64646" y="5338383"/>
                  <a:ext cx="1065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5C4617-A017-D422-3315-2EE0510371E0}"/>
                    </a:ext>
                  </a:extLst>
                </p14:cNvPr>
                <p14:cNvContentPartPr/>
                <p14:nvPr/>
              </p14:nvContentPartPr>
              <p14:xfrm>
                <a:off x="1471206" y="5308503"/>
                <a:ext cx="108720" cy="365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5C4617-A017-D422-3315-2EE0510371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53206" y="5290503"/>
                  <a:ext cx="1443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EEF0E1C-E365-899A-8EE7-2F8DDE91339B}"/>
                    </a:ext>
                  </a:extLst>
                </p14:cNvPr>
                <p14:cNvContentPartPr/>
                <p14:nvPr/>
              </p14:nvContentPartPr>
              <p14:xfrm>
                <a:off x="1634286" y="5197623"/>
                <a:ext cx="155520" cy="140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EEF0E1C-E365-899A-8EE7-2F8DDE91339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16646" y="5179983"/>
                  <a:ext cx="191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8E312FC-F31F-30FC-423D-59F4B59DBA89}"/>
                    </a:ext>
                  </a:extLst>
                </p14:cNvPr>
                <p14:cNvContentPartPr/>
                <p14:nvPr/>
              </p14:nvContentPartPr>
              <p14:xfrm>
                <a:off x="1862166" y="5451783"/>
                <a:ext cx="112320" cy="33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8E312FC-F31F-30FC-423D-59F4B59DBA8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44166" y="5434143"/>
                  <a:ext cx="147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67FE1BB-1512-6749-FFEA-D125A590C98F}"/>
                    </a:ext>
                  </a:extLst>
                </p14:cNvPr>
                <p14:cNvContentPartPr/>
                <p14:nvPr/>
              </p14:nvContentPartPr>
              <p14:xfrm>
                <a:off x="1910766" y="5395623"/>
                <a:ext cx="32760" cy="214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67FE1BB-1512-6749-FFEA-D125A590C98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93126" y="5377983"/>
                  <a:ext cx="684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914D9A-C3C8-4874-1B4C-0FE28EBCE564}"/>
                    </a:ext>
                  </a:extLst>
                </p14:cNvPr>
                <p14:cNvContentPartPr/>
                <p14:nvPr/>
              </p14:nvContentPartPr>
              <p14:xfrm>
                <a:off x="2162406" y="5348823"/>
                <a:ext cx="92880" cy="310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914D9A-C3C8-4874-1B4C-0FE28EBCE56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44766" y="5330823"/>
                  <a:ext cx="1285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34DA906-BDBB-3CAA-431E-F0310F1F51D8}"/>
                    </a:ext>
                  </a:extLst>
                </p14:cNvPr>
                <p14:cNvContentPartPr/>
                <p14:nvPr/>
              </p14:nvContentPartPr>
              <p14:xfrm>
                <a:off x="2418726" y="5253423"/>
                <a:ext cx="307080" cy="178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34DA906-BDBB-3CAA-431E-F0310F1F51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00726" y="5235783"/>
                  <a:ext cx="342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A03DCDF-8A25-8F53-3C19-DEB111031EAA}"/>
                    </a:ext>
                  </a:extLst>
                </p14:cNvPr>
                <p14:cNvContentPartPr/>
                <p14:nvPr/>
              </p14:nvContentPartPr>
              <p14:xfrm>
                <a:off x="518286" y="5201943"/>
                <a:ext cx="2540880" cy="549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A03DCDF-8A25-8F53-3C19-DEB111031EA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0286" y="5183943"/>
                  <a:ext cx="2576520" cy="58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BB33085-B16B-A7FF-1542-DD40EEFF9C2A}"/>
              </a:ext>
            </a:extLst>
          </p:cNvPr>
          <p:cNvGrpSpPr/>
          <p:nvPr/>
        </p:nvGrpSpPr>
        <p:grpSpPr>
          <a:xfrm>
            <a:off x="4187406" y="4344063"/>
            <a:ext cx="1509120" cy="1199520"/>
            <a:chOff x="4187406" y="4344063"/>
            <a:chExt cx="1509120" cy="11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FC6FE1C-264D-9683-5F14-397A7DA68D2E}"/>
                    </a:ext>
                  </a:extLst>
                </p14:cNvPr>
                <p14:cNvContentPartPr/>
                <p14:nvPr/>
              </p14:nvContentPartPr>
              <p14:xfrm>
                <a:off x="4805886" y="4344063"/>
                <a:ext cx="72720" cy="300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FC6FE1C-264D-9683-5F14-397A7DA68D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87886" y="4326423"/>
                  <a:ext cx="1083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A28D63D-6A0D-BA7F-76CE-C7DB6DC75C3F}"/>
                    </a:ext>
                  </a:extLst>
                </p14:cNvPr>
                <p14:cNvContentPartPr/>
                <p14:nvPr/>
              </p14:nvContentPartPr>
              <p14:xfrm>
                <a:off x="4466766" y="4768503"/>
                <a:ext cx="799200" cy="53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A28D63D-6A0D-BA7F-76CE-C7DB6DC75C3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49126" y="4750503"/>
                  <a:ext cx="834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ED0934B-536E-9F6A-F973-33AB7F932DE5}"/>
                    </a:ext>
                  </a:extLst>
                </p14:cNvPr>
                <p14:cNvContentPartPr/>
                <p14:nvPr/>
              </p14:nvContentPartPr>
              <p14:xfrm>
                <a:off x="4652526" y="5158743"/>
                <a:ext cx="36720" cy="264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ED0934B-536E-9F6A-F973-33AB7F932D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34526" y="5141103"/>
                  <a:ext cx="72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35F2844-8A47-0BDF-35D4-BCA4367EA7BF}"/>
                    </a:ext>
                  </a:extLst>
                </p14:cNvPr>
                <p14:cNvContentPartPr/>
                <p14:nvPr/>
              </p14:nvContentPartPr>
              <p14:xfrm>
                <a:off x="4187406" y="4873263"/>
                <a:ext cx="1367280" cy="670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35F2844-8A47-0BDF-35D4-BCA4367EA7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69766" y="4855623"/>
                  <a:ext cx="140292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1203474-770B-E173-58D8-93A1BA447A21}"/>
                    </a:ext>
                  </a:extLst>
                </p14:cNvPr>
                <p14:cNvContentPartPr/>
                <p14:nvPr/>
              </p14:nvContentPartPr>
              <p14:xfrm>
                <a:off x="4830006" y="5160183"/>
                <a:ext cx="158400" cy="119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1203474-770B-E173-58D8-93A1BA447A2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12006" y="5142183"/>
                  <a:ext cx="194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6BA4C06-E091-4D41-1B39-F65E94EB532B}"/>
                    </a:ext>
                  </a:extLst>
                </p14:cNvPr>
                <p14:cNvContentPartPr/>
                <p14:nvPr/>
              </p14:nvContentPartPr>
              <p14:xfrm>
                <a:off x="5035566" y="5355303"/>
                <a:ext cx="115920" cy="15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6BA4C06-E091-4D41-1B39-F65E94EB532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17926" y="5337663"/>
                  <a:ext cx="151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64E7B4F-BBF1-3CF0-A474-4115CDB68E00}"/>
                    </a:ext>
                  </a:extLst>
                </p14:cNvPr>
                <p14:cNvContentPartPr/>
                <p14:nvPr/>
              </p14:nvContentPartPr>
              <p14:xfrm>
                <a:off x="5063646" y="5283303"/>
                <a:ext cx="50040" cy="198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64E7B4F-BBF1-3CF0-A474-4115CDB68E0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46006" y="5265663"/>
                  <a:ext cx="85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8BF683-58D9-5DA5-0071-E8AA036D115A}"/>
                    </a:ext>
                  </a:extLst>
                </p14:cNvPr>
                <p14:cNvContentPartPr/>
                <p14:nvPr/>
              </p14:nvContentPartPr>
              <p14:xfrm>
                <a:off x="5293686" y="5273943"/>
                <a:ext cx="40680" cy="224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8BF683-58D9-5DA5-0071-E8AA036D115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75686" y="5256303"/>
                  <a:ext cx="76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41A741-95A0-B0D3-784A-2B1CC9538EDF}"/>
                    </a:ext>
                  </a:extLst>
                </p14:cNvPr>
                <p14:cNvContentPartPr/>
                <p14:nvPr/>
              </p14:nvContentPartPr>
              <p14:xfrm>
                <a:off x="5456766" y="5168103"/>
                <a:ext cx="239760" cy="142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41A741-95A0-B0D3-784A-2B1CC9538ED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39126" y="5150103"/>
                  <a:ext cx="27540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2A9F61C-B9B9-2394-5131-845E3D86C21B}"/>
              </a:ext>
            </a:extLst>
          </p:cNvPr>
          <p:cNvGrpSpPr/>
          <p:nvPr/>
        </p:nvGrpSpPr>
        <p:grpSpPr>
          <a:xfrm>
            <a:off x="1120566" y="5936703"/>
            <a:ext cx="634680" cy="852840"/>
            <a:chOff x="1120566" y="5936703"/>
            <a:chExt cx="634680" cy="85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B08D37C-260D-9491-41E8-6CBC14B84868}"/>
                    </a:ext>
                  </a:extLst>
                </p14:cNvPr>
                <p14:cNvContentPartPr/>
                <p14:nvPr/>
              </p14:nvContentPartPr>
              <p14:xfrm>
                <a:off x="1475166" y="5936703"/>
                <a:ext cx="64800" cy="285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B08D37C-260D-9491-41E8-6CBC14B8486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57166" y="5919063"/>
                  <a:ext cx="1004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885AF2C-C98E-087F-ECF3-8B4777F7F8B0}"/>
                    </a:ext>
                  </a:extLst>
                </p14:cNvPr>
                <p14:cNvContentPartPr/>
                <p14:nvPr/>
              </p14:nvContentPartPr>
              <p14:xfrm>
                <a:off x="1182846" y="6293463"/>
                <a:ext cx="523440" cy="61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885AF2C-C98E-087F-ECF3-8B4777F7F8B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64846" y="6275463"/>
                  <a:ext cx="559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BAEA5CA-6536-64C1-5303-B228E4249BFA}"/>
                    </a:ext>
                  </a:extLst>
                </p14:cNvPr>
                <p14:cNvContentPartPr/>
                <p14:nvPr/>
              </p14:nvContentPartPr>
              <p14:xfrm>
                <a:off x="1120566" y="6370143"/>
                <a:ext cx="452880" cy="419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BAEA5CA-6536-64C1-5303-B228E4249BF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02926" y="6352143"/>
                  <a:ext cx="4885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4B8239-A00F-2B78-2CFF-99A5B529DDCE}"/>
                    </a:ext>
                  </a:extLst>
                </p14:cNvPr>
                <p14:cNvContentPartPr/>
                <p14:nvPr/>
              </p14:nvContentPartPr>
              <p14:xfrm>
                <a:off x="1483086" y="6511263"/>
                <a:ext cx="272160" cy="214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4B8239-A00F-2B78-2CFF-99A5B529DD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65086" y="6493623"/>
                  <a:ext cx="30780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9D6BCEB-924D-9DC1-5B8C-3F9DF0C3A909}"/>
              </a:ext>
            </a:extLst>
          </p:cNvPr>
          <p:cNvGrpSpPr/>
          <p:nvPr/>
        </p:nvGrpSpPr>
        <p:grpSpPr>
          <a:xfrm>
            <a:off x="4433286" y="6036423"/>
            <a:ext cx="756720" cy="757440"/>
            <a:chOff x="4433286" y="6036423"/>
            <a:chExt cx="756720" cy="75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D0407D9-7C79-0052-D343-3276809C9B73}"/>
                    </a:ext>
                  </a:extLst>
                </p14:cNvPr>
                <p14:cNvContentPartPr/>
                <p14:nvPr/>
              </p14:nvContentPartPr>
              <p14:xfrm>
                <a:off x="4707966" y="6036423"/>
                <a:ext cx="31320" cy="239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D0407D9-7C79-0052-D343-3276809C9B7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9966" y="6018783"/>
                  <a:ext cx="66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E38A831-D3F4-3683-ECAC-7572C2831832}"/>
                    </a:ext>
                  </a:extLst>
                </p14:cNvPr>
                <p14:cNvContentPartPr/>
                <p14:nvPr/>
              </p14:nvContentPartPr>
              <p14:xfrm>
                <a:off x="4433286" y="6423423"/>
                <a:ext cx="369000" cy="30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E38A831-D3F4-3683-ECAC-7572C283183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15646" y="6405783"/>
                  <a:ext cx="404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3314909-062A-8A1B-7117-2B19D757204A}"/>
                    </a:ext>
                  </a:extLst>
                </p14:cNvPr>
                <p14:cNvContentPartPr/>
                <p14:nvPr/>
              </p14:nvContentPartPr>
              <p14:xfrm>
                <a:off x="4521846" y="6477063"/>
                <a:ext cx="353880" cy="316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3314909-062A-8A1B-7117-2B19D757204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03846" y="6459423"/>
                  <a:ext cx="389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A4F7835-A552-F326-5C19-7B314487EAD7}"/>
                    </a:ext>
                  </a:extLst>
                </p14:cNvPr>
                <p14:cNvContentPartPr/>
                <p14:nvPr/>
              </p14:nvContentPartPr>
              <p14:xfrm>
                <a:off x="4903806" y="6596943"/>
                <a:ext cx="286200" cy="183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A4F7835-A552-F326-5C19-7B314487EA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5806" y="6578943"/>
                  <a:ext cx="32184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B79CC50-00FA-908E-E22B-95CDB603147E}"/>
              </a:ext>
            </a:extLst>
          </p:cNvPr>
          <p:cNvGrpSpPr/>
          <p:nvPr/>
        </p:nvGrpSpPr>
        <p:grpSpPr>
          <a:xfrm>
            <a:off x="1308486" y="1272183"/>
            <a:ext cx="1229760" cy="1429920"/>
            <a:chOff x="1308486" y="1272183"/>
            <a:chExt cx="1229760" cy="14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8964EE-5A3C-D778-3468-63D28001F465}"/>
                    </a:ext>
                  </a:extLst>
                </p14:cNvPr>
                <p14:cNvContentPartPr/>
                <p14:nvPr/>
              </p14:nvContentPartPr>
              <p14:xfrm>
                <a:off x="1308486" y="1434903"/>
                <a:ext cx="298080" cy="1107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8964EE-5A3C-D778-3468-63D28001F46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290846" y="1416903"/>
                  <a:ext cx="333720" cy="11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A716FA-B65F-2788-AE5C-5D6D146EBD68}"/>
                    </a:ext>
                  </a:extLst>
                </p14:cNvPr>
                <p14:cNvContentPartPr/>
                <p14:nvPr/>
              </p14:nvContentPartPr>
              <p14:xfrm>
                <a:off x="1785846" y="1681863"/>
                <a:ext cx="175320" cy="20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A716FA-B65F-2788-AE5C-5D6D146EBD6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67846" y="1664223"/>
                  <a:ext cx="210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067CB2-6855-1937-CAEF-DDC1EB7BE19A}"/>
                    </a:ext>
                  </a:extLst>
                </p14:cNvPr>
                <p14:cNvContentPartPr/>
                <p14:nvPr/>
              </p14:nvContentPartPr>
              <p14:xfrm>
                <a:off x="2108406" y="1524543"/>
                <a:ext cx="48960" cy="281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067CB2-6855-1937-CAEF-DDC1EB7BE19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90766" y="1506903"/>
                  <a:ext cx="846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D790AA9-3EBA-4A8E-36BC-1FF0A8F68301}"/>
                    </a:ext>
                  </a:extLst>
                </p14:cNvPr>
                <p14:cNvContentPartPr/>
                <p14:nvPr/>
              </p14:nvContentPartPr>
              <p14:xfrm>
                <a:off x="1957206" y="2137263"/>
                <a:ext cx="46080" cy="250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D790AA9-3EBA-4A8E-36BC-1FF0A8F6830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39206" y="2119623"/>
                  <a:ext cx="817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FA57A16-502B-2EBA-569D-7BCC499D638A}"/>
                    </a:ext>
                  </a:extLst>
                </p14:cNvPr>
                <p14:cNvContentPartPr/>
                <p14:nvPr/>
              </p14:nvContentPartPr>
              <p14:xfrm>
                <a:off x="1872606" y="2507343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FA57A16-502B-2EBA-569D-7BCC499D638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54606" y="24893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8CBE403-CE6C-822C-7CF8-926CEBABFBBC}"/>
                    </a:ext>
                  </a:extLst>
                </p14:cNvPr>
                <p14:cNvContentPartPr/>
                <p14:nvPr/>
              </p14:nvContentPartPr>
              <p14:xfrm>
                <a:off x="1567326" y="1272183"/>
                <a:ext cx="891360" cy="1429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8CBE403-CE6C-822C-7CF8-926CEBABFBB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49686" y="1254543"/>
                  <a:ext cx="927000" cy="14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F0BC129-9126-055B-8C22-ABA9F7D68B71}"/>
                    </a:ext>
                  </a:extLst>
                </p14:cNvPr>
                <p14:cNvContentPartPr/>
                <p14:nvPr/>
              </p14:nvContentPartPr>
              <p14:xfrm>
                <a:off x="2515206" y="1724343"/>
                <a:ext cx="23040" cy="38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F0BC129-9126-055B-8C22-ABA9F7D68B7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97206" y="1706343"/>
                  <a:ext cx="586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56A1FC6-C1F8-2E62-0311-98C7B621ECB7}"/>
              </a:ext>
            </a:extLst>
          </p:cNvPr>
          <p:cNvGrpSpPr/>
          <p:nvPr/>
        </p:nvGrpSpPr>
        <p:grpSpPr>
          <a:xfrm>
            <a:off x="9929406" y="1209543"/>
            <a:ext cx="1055880" cy="2503800"/>
            <a:chOff x="9929406" y="1209543"/>
            <a:chExt cx="1055880" cy="250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E5BE567-E81B-B25E-5708-C6CAE39E8736}"/>
                    </a:ext>
                  </a:extLst>
                </p14:cNvPr>
                <p14:cNvContentPartPr/>
                <p14:nvPr/>
              </p14:nvContentPartPr>
              <p14:xfrm>
                <a:off x="10155486" y="1364703"/>
                <a:ext cx="38880" cy="266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E5BE567-E81B-B25E-5708-C6CAE39E873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37846" y="1347063"/>
                  <a:ext cx="745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6AD2CD4-457D-62DA-CA39-613D6C399776}"/>
                    </a:ext>
                  </a:extLst>
                </p14:cNvPr>
                <p14:cNvContentPartPr/>
                <p14:nvPr/>
              </p14:nvContentPartPr>
              <p14:xfrm>
                <a:off x="9929406" y="1715703"/>
                <a:ext cx="369360" cy="22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6AD2CD4-457D-62DA-CA39-613D6C39977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11766" y="1697703"/>
                  <a:ext cx="405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6F179C9-8562-CBD4-DFA9-6076558F9761}"/>
                    </a:ext>
                  </a:extLst>
                </p14:cNvPr>
                <p14:cNvContentPartPr/>
                <p14:nvPr/>
              </p14:nvContentPartPr>
              <p14:xfrm>
                <a:off x="10062246" y="1842063"/>
                <a:ext cx="399960" cy="320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6F179C9-8562-CBD4-DFA9-6076558F97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44606" y="1824423"/>
                  <a:ext cx="4356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8106CBF-3F58-BBF8-1EB3-1CBCEE011665}"/>
                    </a:ext>
                  </a:extLst>
                </p14:cNvPr>
                <p14:cNvContentPartPr/>
                <p14:nvPr/>
              </p14:nvContentPartPr>
              <p14:xfrm>
                <a:off x="10351326" y="1984623"/>
                <a:ext cx="270000" cy="151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8106CBF-3F58-BBF8-1EB3-1CBCEE01166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33686" y="1966983"/>
                  <a:ext cx="305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2B3983A-911B-961D-4420-685676874F90}"/>
                    </a:ext>
                  </a:extLst>
                </p14:cNvPr>
                <p14:cNvContentPartPr/>
                <p14:nvPr/>
              </p14:nvContentPartPr>
              <p14:xfrm>
                <a:off x="10286886" y="2540463"/>
                <a:ext cx="37440" cy="316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2B3983A-911B-961D-4420-685676874F9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68886" y="2522463"/>
                  <a:ext cx="73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20FC8CF-DD37-34D1-1FB8-BD1B01A589F7}"/>
                    </a:ext>
                  </a:extLst>
                </p14:cNvPr>
                <p14:cNvContentPartPr/>
                <p14:nvPr/>
              </p14:nvContentPartPr>
              <p14:xfrm>
                <a:off x="9999606" y="3009543"/>
                <a:ext cx="441000" cy="27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20FC8CF-DD37-34D1-1FB8-BD1B01A589F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81606" y="2991903"/>
                  <a:ext cx="476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0A7C71C-9CE3-3AD7-A30F-879A7C59D941}"/>
                    </a:ext>
                  </a:extLst>
                </p14:cNvPr>
                <p14:cNvContentPartPr/>
                <p14:nvPr/>
              </p14:nvContentPartPr>
              <p14:xfrm>
                <a:off x="10045686" y="3181623"/>
                <a:ext cx="377640" cy="329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0A7C71C-9CE3-3AD7-A30F-879A7C59D9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27686" y="3163983"/>
                  <a:ext cx="4132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D4A8639-D109-BA67-6293-09D73B658B10}"/>
                    </a:ext>
                  </a:extLst>
                </p14:cNvPr>
                <p14:cNvContentPartPr/>
                <p14:nvPr/>
              </p14:nvContentPartPr>
              <p14:xfrm>
                <a:off x="10272846" y="3387183"/>
                <a:ext cx="239040" cy="128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D4A8639-D109-BA67-6293-09D73B658B1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54846" y="3369543"/>
                  <a:ext cx="274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8411E37-A138-36FE-CCD8-882A22C3C432}"/>
                    </a:ext>
                  </a:extLst>
                </p14:cNvPr>
                <p14:cNvContentPartPr/>
                <p14:nvPr/>
              </p14:nvContentPartPr>
              <p14:xfrm>
                <a:off x="10501086" y="1209543"/>
                <a:ext cx="484200" cy="2503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8411E37-A138-36FE-CCD8-882A22C3C4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83086" y="1191903"/>
                  <a:ext cx="519840" cy="253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60B6A61-3E93-99C5-415A-00BF9639E34B}"/>
              </a:ext>
            </a:extLst>
          </p:cNvPr>
          <p:cNvGrpSpPr/>
          <p:nvPr/>
        </p:nvGrpSpPr>
        <p:grpSpPr>
          <a:xfrm>
            <a:off x="8115366" y="1382703"/>
            <a:ext cx="1073880" cy="2359080"/>
            <a:chOff x="8115366" y="1382703"/>
            <a:chExt cx="1073880" cy="23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0570E6D-C469-25F4-05D4-1F63F780FDED}"/>
                    </a:ext>
                  </a:extLst>
                </p14:cNvPr>
                <p14:cNvContentPartPr/>
                <p14:nvPr/>
              </p14:nvContentPartPr>
              <p14:xfrm>
                <a:off x="8729886" y="1430583"/>
                <a:ext cx="31320" cy="45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0570E6D-C469-25F4-05D4-1F63F780FDE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11886" y="1412943"/>
                  <a:ext cx="66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375E1A0-84CC-59B9-9BB1-259BC64B3CED}"/>
                    </a:ext>
                  </a:extLst>
                </p14:cNvPr>
                <p14:cNvContentPartPr/>
                <p14:nvPr/>
              </p14:nvContentPartPr>
              <p14:xfrm>
                <a:off x="8592006" y="1730463"/>
                <a:ext cx="175320" cy="28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375E1A0-84CC-59B9-9BB1-259BC64B3CE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74006" y="1712463"/>
                  <a:ext cx="210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9DD250-E282-6B28-86B1-E325AE7FDCCB}"/>
                    </a:ext>
                  </a:extLst>
                </p14:cNvPr>
                <p14:cNvContentPartPr/>
                <p14:nvPr/>
              </p14:nvContentPartPr>
              <p14:xfrm>
                <a:off x="8884686" y="1543623"/>
                <a:ext cx="73080" cy="294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9DD250-E282-6B28-86B1-E325AE7FDCC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67046" y="1525983"/>
                  <a:ext cx="1087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EE0E11C-1CD7-78E1-26CB-EDEDD2730C8A}"/>
                    </a:ext>
                  </a:extLst>
                </p14:cNvPr>
                <p14:cNvContentPartPr/>
                <p14:nvPr/>
              </p14:nvContentPartPr>
              <p14:xfrm>
                <a:off x="8685606" y="1955463"/>
                <a:ext cx="411480" cy="20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EE0E11C-1CD7-78E1-26CB-EDEDD2730C8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67606" y="1937823"/>
                  <a:ext cx="447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B92640C-8240-CFF3-2478-6448BF90FF43}"/>
                    </a:ext>
                  </a:extLst>
                </p14:cNvPr>
                <p14:cNvContentPartPr/>
                <p14:nvPr/>
              </p14:nvContentPartPr>
              <p14:xfrm>
                <a:off x="8611806" y="2125383"/>
                <a:ext cx="319680" cy="353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B92640C-8240-CFF3-2478-6448BF90FF4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593806" y="2107383"/>
                  <a:ext cx="3553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7BC5CC4-6FBB-855D-7172-18AD3DCE94E7}"/>
                    </a:ext>
                  </a:extLst>
                </p14:cNvPr>
                <p14:cNvContentPartPr/>
                <p14:nvPr/>
              </p14:nvContentPartPr>
              <p14:xfrm>
                <a:off x="8824566" y="2274063"/>
                <a:ext cx="364680" cy="174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7BC5CC4-6FBB-855D-7172-18AD3DCE94E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06566" y="2256423"/>
                  <a:ext cx="400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7358626-C165-7B36-F91D-C335E66028D3}"/>
                    </a:ext>
                  </a:extLst>
                </p14:cNvPr>
                <p14:cNvContentPartPr/>
                <p14:nvPr/>
              </p14:nvContentPartPr>
              <p14:xfrm>
                <a:off x="8783526" y="2774463"/>
                <a:ext cx="100800" cy="324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7358626-C165-7B36-F91D-C335E66028D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65526" y="2756823"/>
                  <a:ext cx="1364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0D720AF-0111-B0CB-234B-41CAE5B52452}"/>
                    </a:ext>
                  </a:extLst>
                </p14:cNvPr>
                <p14:cNvContentPartPr/>
                <p14:nvPr/>
              </p14:nvContentPartPr>
              <p14:xfrm>
                <a:off x="8518206" y="3139503"/>
                <a:ext cx="416160" cy="33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0D720AF-0111-B0CB-234B-41CAE5B5245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500206" y="3121503"/>
                  <a:ext cx="451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6EA24EB-3C27-C0EA-3B32-3EC9518CA6CC}"/>
                    </a:ext>
                  </a:extLst>
                </p14:cNvPr>
                <p14:cNvContentPartPr/>
                <p14:nvPr/>
              </p14:nvContentPartPr>
              <p14:xfrm>
                <a:off x="8560326" y="3263703"/>
                <a:ext cx="315720" cy="336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6EA24EB-3C27-C0EA-3B32-3EC9518CA6C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42686" y="3245703"/>
                  <a:ext cx="351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2BFEF5F-E013-81C7-0743-8AAAFFB72849}"/>
                    </a:ext>
                  </a:extLst>
                </p14:cNvPr>
                <p14:cNvContentPartPr/>
                <p14:nvPr/>
              </p14:nvContentPartPr>
              <p14:xfrm>
                <a:off x="8791446" y="3432903"/>
                <a:ext cx="308880" cy="145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2BFEF5F-E013-81C7-0743-8AAAFFB7284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73446" y="3415263"/>
                  <a:ext cx="344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A27F756-E119-D0CC-9170-F6B017520809}"/>
                    </a:ext>
                  </a:extLst>
                </p14:cNvPr>
                <p14:cNvContentPartPr/>
                <p14:nvPr/>
              </p14:nvContentPartPr>
              <p14:xfrm>
                <a:off x="8115366" y="1382703"/>
                <a:ext cx="380520" cy="2359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A27F756-E119-D0CC-9170-F6B01752080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097726" y="1364703"/>
                  <a:ext cx="416160" cy="239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4C203A4-9DCC-B33F-2542-D0D1845BEAC2}"/>
              </a:ext>
            </a:extLst>
          </p:cNvPr>
          <p:cNvGrpSpPr/>
          <p:nvPr/>
        </p:nvGrpSpPr>
        <p:grpSpPr>
          <a:xfrm>
            <a:off x="9549477" y="34863"/>
            <a:ext cx="2626329" cy="567720"/>
            <a:chOff x="9549477" y="34863"/>
            <a:chExt cx="2626329" cy="56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CB8D81-0633-2761-F867-37BED4016278}"/>
                    </a:ext>
                  </a:extLst>
                </p14:cNvPr>
                <p14:cNvContentPartPr/>
                <p14:nvPr/>
              </p14:nvContentPartPr>
              <p14:xfrm>
                <a:off x="9758406" y="191463"/>
                <a:ext cx="136440" cy="209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CB8D81-0633-2761-F867-37BED401627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40406" y="173463"/>
                  <a:ext cx="172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FB8FFDA-5429-9A77-6EE5-CB0FAFBD6B11}"/>
                    </a:ext>
                  </a:extLst>
                </p14:cNvPr>
                <p14:cNvContentPartPr/>
                <p14:nvPr/>
              </p14:nvContentPartPr>
              <p14:xfrm>
                <a:off x="9929766" y="100743"/>
                <a:ext cx="502560" cy="286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FB8FFDA-5429-9A77-6EE5-CB0FAFBD6B1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911766" y="83103"/>
                  <a:ext cx="538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15EF4C3-9E3B-5EF3-30B0-4DBCC55FD064}"/>
                    </a:ext>
                  </a:extLst>
                </p14:cNvPr>
                <p14:cNvContentPartPr/>
                <p14:nvPr/>
              </p14:nvContentPartPr>
              <p14:xfrm>
                <a:off x="10493526" y="222423"/>
                <a:ext cx="185760" cy="154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15EF4C3-9E3B-5EF3-30B0-4DBCC55FD06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75886" y="204423"/>
                  <a:ext cx="221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65C6AB6-2198-6EC9-D03E-385B9C9B90FB}"/>
                    </a:ext>
                  </a:extLst>
                </p14:cNvPr>
                <p14:cNvContentPartPr/>
                <p14:nvPr/>
              </p14:nvContentPartPr>
              <p14:xfrm>
                <a:off x="10736526" y="251223"/>
                <a:ext cx="173520" cy="119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65C6AB6-2198-6EC9-D03E-385B9C9B90F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718886" y="233223"/>
                  <a:ext cx="209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8463436-E988-BC8D-2EAB-D6E4D0053926}"/>
                    </a:ext>
                  </a:extLst>
                </p14:cNvPr>
                <p14:cNvContentPartPr/>
                <p14:nvPr/>
              </p14:nvContentPartPr>
              <p14:xfrm>
                <a:off x="11173566" y="200823"/>
                <a:ext cx="263520" cy="172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8463436-E988-BC8D-2EAB-D6E4D005392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55566" y="183183"/>
                  <a:ext cx="299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F47F3A2-0997-674F-BAE3-11384C7AF84D}"/>
                    </a:ext>
                  </a:extLst>
                </p14:cNvPr>
                <p14:cNvContentPartPr/>
                <p14:nvPr/>
              </p14:nvContentPartPr>
              <p14:xfrm>
                <a:off x="11511606" y="222063"/>
                <a:ext cx="122040" cy="183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F47F3A2-0997-674F-BAE3-11384C7AF84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93606" y="204063"/>
                  <a:ext cx="157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B97250B-4ADA-D8A6-7094-76BDD6B4F8AD}"/>
                    </a:ext>
                  </a:extLst>
                </p14:cNvPr>
                <p14:cNvContentPartPr/>
                <p14:nvPr/>
              </p14:nvContentPartPr>
              <p14:xfrm>
                <a:off x="11672526" y="34863"/>
                <a:ext cx="69840" cy="410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B97250B-4ADA-D8A6-7094-76BDD6B4F8A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54886" y="17223"/>
                  <a:ext cx="1054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E51102D-1B53-118D-FA1B-7BA3C04DB1E3}"/>
                    </a:ext>
                  </a:extLst>
                </p14:cNvPr>
                <p14:cNvContentPartPr/>
                <p14:nvPr/>
              </p14:nvContentPartPr>
              <p14:xfrm>
                <a:off x="11780166" y="235743"/>
                <a:ext cx="395640" cy="203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E51102D-1B53-118D-FA1B-7BA3C04DB1E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762526" y="217743"/>
                  <a:ext cx="431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C24BBB8-61BF-4C28-67AB-987728182A5B}"/>
                    </a:ext>
                  </a:extLst>
                </p14:cNvPr>
                <p14:cNvContentPartPr/>
                <p14:nvPr/>
              </p14:nvContentPartPr>
              <p14:xfrm>
                <a:off x="11641077" y="81663"/>
                <a:ext cx="164520" cy="24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C24BBB8-61BF-4C28-67AB-987728182A5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23077" y="63663"/>
                  <a:ext cx="200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04D4208-8B17-F456-50D6-CAF02845BF64}"/>
                    </a:ext>
                  </a:extLst>
                </p14:cNvPr>
                <p14:cNvContentPartPr/>
                <p14:nvPr/>
              </p14:nvContentPartPr>
              <p14:xfrm>
                <a:off x="10075437" y="410343"/>
                <a:ext cx="129600" cy="266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04D4208-8B17-F456-50D6-CAF02845BF6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57797" y="392343"/>
                  <a:ext cx="165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022CDD5-3CA5-E669-1006-F4C0ACB3BFD8}"/>
                    </a:ext>
                  </a:extLst>
                </p14:cNvPr>
                <p14:cNvContentPartPr/>
                <p14:nvPr/>
              </p14:nvContentPartPr>
              <p14:xfrm>
                <a:off x="9671877" y="503583"/>
                <a:ext cx="2267280" cy="99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022CDD5-3CA5-E669-1006-F4C0ACB3BFD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654237" y="485943"/>
                  <a:ext cx="2302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850F9AA-6800-7D53-C4EB-BEF201D5B536}"/>
                    </a:ext>
                  </a:extLst>
                </p14:cNvPr>
                <p14:cNvContentPartPr/>
                <p14:nvPr/>
              </p14:nvContentPartPr>
              <p14:xfrm>
                <a:off x="9549477" y="499623"/>
                <a:ext cx="2403720" cy="56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850F9AA-6800-7D53-C4EB-BEF201D5B53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31837" y="481983"/>
                  <a:ext cx="2439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52E7D1C-9AEB-84CC-5E6E-2E25B2D04522}"/>
                    </a:ext>
                  </a:extLst>
                </p14:cNvPr>
                <p14:cNvContentPartPr/>
                <p14:nvPr/>
              </p14:nvContentPartPr>
              <p14:xfrm>
                <a:off x="11961837" y="565863"/>
                <a:ext cx="5760" cy="1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52E7D1C-9AEB-84CC-5E6E-2E25B2D0452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44197" y="548223"/>
                  <a:ext cx="41400" cy="3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2016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D12558-E563-8D28-C59E-4278B4E8D96C}"/>
                  </a:ext>
                </a:extLst>
              </p14:cNvPr>
              <p14:cNvContentPartPr/>
              <p14:nvPr/>
            </p14:nvContentPartPr>
            <p14:xfrm>
              <a:off x="115446" y="584223"/>
              <a:ext cx="245880" cy="36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D12558-E563-8D28-C59E-4278B4E8D9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446" y="566223"/>
                <a:ext cx="28152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515721-CA6D-B917-635E-9B718025E2BF}"/>
                  </a:ext>
                </a:extLst>
              </p14:cNvPr>
              <p14:cNvContentPartPr/>
              <p14:nvPr/>
            </p14:nvContentPartPr>
            <p14:xfrm>
              <a:off x="430446" y="755223"/>
              <a:ext cx="342000" cy="210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515721-CA6D-B917-635E-9B718025E2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806" y="737223"/>
                <a:ext cx="3776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A0B1A3-03B0-218D-299B-6A18931CF7C9}"/>
                  </a:ext>
                </a:extLst>
              </p14:cNvPr>
              <p14:cNvContentPartPr/>
              <p14:nvPr/>
            </p14:nvContentPartPr>
            <p14:xfrm>
              <a:off x="733566" y="586383"/>
              <a:ext cx="63720" cy="5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A0B1A3-03B0-218D-299B-6A18931CF7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5926" y="568743"/>
                <a:ext cx="993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0CF01E6-5202-5B8E-0A2A-C3B4C9BD52AB}"/>
                  </a:ext>
                </a:extLst>
              </p14:cNvPr>
              <p14:cNvContentPartPr/>
              <p14:nvPr/>
            </p14:nvContentPartPr>
            <p14:xfrm>
              <a:off x="929406" y="576303"/>
              <a:ext cx="116280" cy="369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0CF01E6-5202-5B8E-0A2A-C3B4C9BD52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1766" y="558663"/>
                <a:ext cx="1519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4A4E14-8E45-1929-851D-CD8B1BAA3864}"/>
                  </a:ext>
                </a:extLst>
              </p14:cNvPr>
              <p14:cNvContentPartPr/>
              <p14:nvPr/>
            </p14:nvContentPartPr>
            <p14:xfrm>
              <a:off x="832566" y="667023"/>
              <a:ext cx="245520" cy="5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4A4E14-8E45-1929-851D-CD8B1BAA38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4926" y="649383"/>
                <a:ext cx="2811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D56ABEA-8FD1-63FF-AE31-783A53D34D27}"/>
                  </a:ext>
                </a:extLst>
              </p14:cNvPr>
              <p14:cNvContentPartPr/>
              <p14:nvPr/>
            </p14:nvContentPartPr>
            <p14:xfrm>
              <a:off x="1078086" y="712743"/>
              <a:ext cx="228960" cy="233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D56ABEA-8FD1-63FF-AE31-783A53D34D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0446" y="694743"/>
                <a:ext cx="2646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C09F224-895A-9469-EF2E-CE7E1E1841C4}"/>
                  </a:ext>
                </a:extLst>
              </p14:cNvPr>
              <p14:cNvContentPartPr/>
              <p14:nvPr/>
            </p14:nvContentPartPr>
            <p14:xfrm>
              <a:off x="1393086" y="737223"/>
              <a:ext cx="137880" cy="177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C09F224-895A-9469-EF2E-CE7E1E1841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5446" y="719583"/>
                <a:ext cx="1735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857F03D-C409-E230-1964-64C763C790A8}"/>
                  </a:ext>
                </a:extLst>
              </p14:cNvPr>
              <p14:cNvContentPartPr/>
              <p14:nvPr/>
            </p14:nvContentPartPr>
            <p14:xfrm>
              <a:off x="1587846" y="696903"/>
              <a:ext cx="280440" cy="624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857F03D-C409-E230-1964-64C763C790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0206" y="679263"/>
                <a:ext cx="31608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A24DFBB-B93D-11BC-BBF8-951889DF2D19}"/>
                  </a:ext>
                </a:extLst>
              </p14:cNvPr>
              <p14:cNvContentPartPr/>
              <p14:nvPr/>
            </p14:nvContentPartPr>
            <p14:xfrm>
              <a:off x="354846" y="1005423"/>
              <a:ext cx="4024440" cy="74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A24DFBB-B93D-11BC-BBF8-951889DF2D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7206" y="987783"/>
                <a:ext cx="40600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99FFE58-8D60-CC7D-22E7-668268321D46}"/>
                  </a:ext>
                </a:extLst>
              </p14:cNvPr>
              <p14:cNvContentPartPr/>
              <p14:nvPr/>
            </p14:nvContentPartPr>
            <p14:xfrm>
              <a:off x="4821366" y="575943"/>
              <a:ext cx="8640" cy="30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99FFE58-8D60-CC7D-22E7-668268321D4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03726" y="558303"/>
                <a:ext cx="44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66397DD-4BFB-0D51-0B68-98A9EC112415}"/>
                  </a:ext>
                </a:extLst>
              </p14:cNvPr>
              <p14:cNvContentPartPr/>
              <p14:nvPr/>
            </p14:nvContentPartPr>
            <p14:xfrm>
              <a:off x="4779246" y="774663"/>
              <a:ext cx="3240" cy="41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66397DD-4BFB-0D51-0B68-98A9EC11241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61606" y="756663"/>
                <a:ext cx="3888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B056E29-C07C-2C69-6067-B937F5DD2BE8}"/>
              </a:ext>
            </a:extLst>
          </p:cNvPr>
          <p:cNvGrpSpPr/>
          <p:nvPr/>
        </p:nvGrpSpPr>
        <p:grpSpPr>
          <a:xfrm>
            <a:off x="2396046" y="349863"/>
            <a:ext cx="1672560" cy="482040"/>
            <a:chOff x="2396046" y="349863"/>
            <a:chExt cx="167256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4D136C9-F70B-BF3E-6927-6727ACF4A2E4}"/>
                    </a:ext>
                  </a:extLst>
                </p14:cNvPr>
                <p14:cNvContentPartPr/>
                <p14:nvPr/>
              </p14:nvContentPartPr>
              <p14:xfrm>
                <a:off x="2396046" y="636423"/>
                <a:ext cx="386280" cy="162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4D136C9-F70B-BF3E-6927-6727ACF4A2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78046" y="618783"/>
                  <a:ext cx="421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77FDD1-7E4F-717F-AB3D-AE8FE3D3F41C}"/>
                    </a:ext>
                  </a:extLst>
                </p14:cNvPr>
                <p14:cNvContentPartPr/>
                <p14:nvPr/>
              </p14:nvContentPartPr>
              <p14:xfrm>
                <a:off x="2880966" y="636063"/>
                <a:ext cx="207000" cy="195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77FDD1-7E4F-717F-AB3D-AE8FE3D3F41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62966" y="618063"/>
                  <a:ext cx="24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443934A-5BF8-9913-7441-70197F1C4BD4}"/>
                    </a:ext>
                  </a:extLst>
                </p14:cNvPr>
                <p14:cNvContentPartPr/>
                <p14:nvPr/>
              </p14:nvContentPartPr>
              <p14:xfrm>
                <a:off x="3266886" y="405663"/>
                <a:ext cx="36720" cy="368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443934A-5BF8-9913-7441-70197F1C4BD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49246" y="388023"/>
                  <a:ext cx="723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B1D920-AED7-ED81-45F6-53F354EA46ED}"/>
                    </a:ext>
                  </a:extLst>
                </p14:cNvPr>
                <p14:cNvContentPartPr/>
                <p14:nvPr/>
              </p14:nvContentPartPr>
              <p14:xfrm>
                <a:off x="3384246" y="640383"/>
                <a:ext cx="215280" cy="15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B1D920-AED7-ED81-45F6-53F354EA46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66246" y="622383"/>
                  <a:ext cx="250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BD5A910-F812-0EC9-18F0-14C03F32DC40}"/>
                    </a:ext>
                  </a:extLst>
                </p14:cNvPr>
                <p14:cNvContentPartPr/>
                <p14:nvPr/>
              </p14:nvContentPartPr>
              <p14:xfrm>
                <a:off x="3660726" y="647223"/>
                <a:ext cx="18000" cy="130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BD5A910-F812-0EC9-18F0-14C03F32DC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42726" y="629223"/>
                  <a:ext cx="53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B952F9-D94A-68BE-BC89-4FDA52D658A4}"/>
                    </a:ext>
                  </a:extLst>
                </p14:cNvPr>
                <p14:cNvContentPartPr/>
                <p14:nvPr/>
              </p14:nvContentPartPr>
              <p14:xfrm>
                <a:off x="3677646" y="421503"/>
                <a:ext cx="41760" cy="81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B952F9-D94A-68BE-BC89-4FDA52D658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60006" y="403503"/>
                  <a:ext cx="77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9191C25-B0DE-7EFA-6C42-66E0CAF2D2A5}"/>
                    </a:ext>
                  </a:extLst>
                </p14:cNvPr>
                <p14:cNvContentPartPr/>
                <p14:nvPr/>
              </p14:nvContentPartPr>
              <p14:xfrm>
                <a:off x="3893286" y="555423"/>
                <a:ext cx="112680" cy="179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9191C25-B0DE-7EFA-6C42-66E0CAF2D2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75286" y="537783"/>
                  <a:ext cx="148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8C6941-F1CC-2DB8-4040-F2619AFB0843}"/>
                    </a:ext>
                  </a:extLst>
                </p14:cNvPr>
                <p14:cNvContentPartPr/>
                <p14:nvPr/>
              </p14:nvContentPartPr>
              <p14:xfrm>
                <a:off x="3886446" y="582063"/>
                <a:ext cx="182160" cy="181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8C6941-F1CC-2DB8-4040-F2619AFB08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8806" y="564063"/>
                  <a:ext cx="217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C6BD35-4ACA-E454-175E-1CD4D2DC8829}"/>
                    </a:ext>
                  </a:extLst>
                </p14:cNvPr>
                <p14:cNvContentPartPr/>
                <p14:nvPr/>
              </p14:nvContentPartPr>
              <p14:xfrm>
                <a:off x="3754686" y="349863"/>
                <a:ext cx="11520" cy="13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C6BD35-4ACA-E454-175E-1CD4D2DC88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36686" y="331863"/>
                  <a:ext cx="47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649E35-B2AD-9FFA-97D8-BA97199A30CB}"/>
                    </a:ext>
                  </a:extLst>
                </p14:cNvPr>
                <p14:cNvContentPartPr/>
                <p14:nvPr/>
              </p14:nvContentPartPr>
              <p14:xfrm>
                <a:off x="3144486" y="518703"/>
                <a:ext cx="429840" cy="53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C649E35-B2AD-9FFA-97D8-BA97199A30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26486" y="501063"/>
                  <a:ext cx="46548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91A9EE3-358F-7677-9B65-6DCA972E0F3F}"/>
              </a:ext>
            </a:extLst>
          </p:cNvPr>
          <p:cNvGrpSpPr/>
          <p:nvPr/>
        </p:nvGrpSpPr>
        <p:grpSpPr>
          <a:xfrm>
            <a:off x="6081006" y="543903"/>
            <a:ext cx="612360" cy="452520"/>
            <a:chOff x="6081006" y="543903"/>
            <a:chExt cx="612360" cy="45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380BDD-1519-16FD-D39C-1187F1C8D386}"/>
                    </a:ext>
                  </a:extLst>
                </p14:cNvPr>
                <p14:cNvContentPartPr/>
                <p14:nvPr/>
              </p14:nvContentPartPr>
              <p14:xfrm>
                <a:off x="6081006" y="667743"/>
                <a:ext cx="260280" cy="328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380BDD-1519-16FD-D39C-1187F1C8D3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63366" y="649743"/>
                  <a:ext cx="2959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614154-AD80-01D0-66F7-9FAC229099D1}"/>
                    </a:ext>
                  </a:extLst>
                </p14:cNvPr>
                <p14:cNvContentPartPr/>
                <p14:nvPr/>
              </p14:nvContentPartPr>
              <p14:xfrm>
                <a:off x="6177126" y="828303"/>
                <a:ext cx="141840" cy="65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614154-AD80-01D0-66F7-9FAC229099D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59126" y="810303"/>
                  <a:ext cx="177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04F869-0E45-C022-A222-2E6B9B88D706}"/>
                    </a:ext>
                  </a:extLst>
                </p14:cNvPr>
                <p14:cNvContentPartPr/>
                <p14:nvPr/>
              </p14:nvContentPartPr>
              <p14:xfrm>
                <a:off x="6505806" y="543903"/>
                <a:ext cx="187560" cy="182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04F869-0E45-C022-A222-2E6B9B88D7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88166" y="525903"/>
                  <a:ext cx="2232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9F75D4-3DBB-D53D-C7F7-00AE6964DB43}"/>
              </a:ext>
            </a:extLst>
          </p:cNvPr>
          <p:cNvGrpSpPr/>
          <p:nvPr/>
        </p:nvGrpSpPr>
        <p:grpSpPr>
          <a:xfrm>
            <a:off x="7031766" y="694023"/>
            <a:ext cx="246960" cy="338400"/>
            <a:chOff x="7031766" y="694023"/>
            <a:chExt cx="24696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11311AB-9E45-B390-695E-66C63FE01810}"/>
                    </a:ext>
                  </a:extLst>
                </p14:cNvPr>
                <p14:cNvContentPartPr/>
                <p14:nvPr/>
              </p14:nvContentPartPr>
              <p14:xfrm>
                <a:off x="7031766" y="694023"/>
                <a:ext cx="246960" cy="338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11311AB-9E45-B390-695E-66C63FE018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14126" y="676023"/>
                  <a:ext cx="2826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48B4B3-E02E-E620-0606-64EDD3E9A708}"/>
                    </a:ext>
                  </a:extLst>
                </p14:cNvPr>
                <p14:cNvContentPartPr/>
                <p14:nvPr/>
              </p14:nvContentPartPr>
              <p14:xfrm>
                <a:off x="7038606" y="879423"/>
                <a:ext cx="223200" cy="28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48B4B3-E02E-E620-0606-64EDD3E9A7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20966" y="861783"/>
                  <a:ext cx="2588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6BBB2C4-660C-4802-81A9-568E487C49C9}"/>
              </a:ext>
            </a:extLst>
          </p:cNvPr>
          <p:cNvGrpSpPr/>
          <p:nvPr/>
        </p:nvGrpSpPr>
        <p:grpSpPr>
          <a:xfrm>
            <a:off x="215526" y="1746303"/>
            <a:ext cx="1929600" cy="361440"/>
            <a:chOff x="215526" y="1746303"/>
            <a:chExt cx="192960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0BF8A5C-F1B2-C7DF-DD5D-F0C191661172}"/>
                    </a:ext>
                  </a:extLst>
                </p14:cNvPr>
                <p14:cNvContentPartPr/>
                <p14:nvPr/>
              </p14:nvContentPartPr>
              <p14:xfrm>
                <a:off x="215526" y="1746303"/>
                <a:ext cx="343440" cy="354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0BF8A5C-F1B2-C7DF-DD5D-F0C19166117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526" y="1728303"/>
                  <a:ext cx="3790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AA30DF-8504-60CD-19E8-1A321680C3D6}"/>
                    </a:ext>
                  </a:extLst>
                </p14:cNvPr>
                <p14:cNvContentPartPr/>
                <p14:nvPr/>
              </p14:nvContentPartPr>
              <p14:xfrm>
                <a:off x="545646" y="1771143"/>
                <a:ext cx="125640" cy="329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AA30DF-8504-60CD-19E8-1A321680C3D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7646" y="1753503"/>
                  <a:ext cx="1612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FCBCD2E-FCB1-5223-3899-9758694AAF56}"/>
                    </a:ext>
                  </a:extLst>
                </p14:cNvPr>
                <p14:cNvContentPartPr/>
                <p14:nvPr/>
              </p14:nvContentPartPr>
              <p14:xfrm>
                <a:off x="731766" y="1919463"/>
                <a:ext cx="146880" cy="188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FCBCD2E-FCB1-5223-3899-9758694AAF5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3766" y="1901823"/>
                  <a:ext cx="182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46F0262-7719-81D5-D216-8F0FC328C701}"/>
                    </a:ext>
                  </a:extLst>
                </p14:cNvPr>
                <p14:cNvContentPartPr/>
                <p14:nvPr/>
              </p14:nvContentPartPr>
              <p14:xfrm>
                <a:off x="927246" y="1908663"/>
                <a:ext cx="495720" cy="180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46F0262-7719-81D5-D216-8F0FC328C70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606" y="1890663"/>
                  <a:ext cx="531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350F32-6E41-E6F0-611C-2D2F560D301C}"/>
                    </a:ext>
                  </a:extLst>
                </p14:cNvPr>
                <p14:cNvContentPartPr/>
                <p14:nvPr/>
              </p14:nvContentPartPr>
              <p14:xfrm>
                <a:off x="1510446" y="1911183"/>
                <a:ext cx="277920" cy="165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9350F32-6E41-E6F0-611C-2D2F560D30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92806" y="1893183"/>
                  <a:ext cx="313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27CD6CA-46FD-E647-25A4-8B0E2527A726}"/>
                    </a:ext>
                  </a:extLst>
                </p14:cNvPr>
                <p14:cNvContentPartPr/>
                <p14:nvPr/>
              </p14:nvContentPartPr>
              <p14:xfrm>
                <a:off x="2100846" y="1821183"/>
                <a:ext cx="44280" cy="30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27CD6CA-46FD-E647-25A4-8B0E2527A7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82846" y="1803183"/>
                  <a:ext cx="79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0A4CDE-FA28-49C7-D27E-580C0C05ABAE}"/>
                    </a:ext>
                  </a:extLst>
                </p14:cNvPr>
                <p14:cNvContentPartPr/>
                <p14:nvPr/>
              </p14:nvContentPartPr>
              <p14:xfrm>
                <a:off x="2066646" y="2039703"/>
                <a:ext cx="11160" cy="33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0A4CDE-FA28-49C7-D27E-580C0C05ABA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48646" y="2022063"/>
                  <a:ext cx="4680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5C09D45-9C87-A71F-95AD-4A33F8B373BD}"/>
              </a:ext>
            </a:extLst>
          </p:cNvPr>
          <p:cNvGrpSpPr/>
          <p:nvPr/>
        </p:nvGrpSpPr>
        <p:grpSpPr>
          <a:xfrm>
            <a:off x="2427366" y="1657743"/>
            <a:ext cx="395640" cy="724680"/>
            <a:chOff x="2427366" y="1657743"/>
            <a:chExt cx="395640" cy="72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FA291F-55D3-1840-AB21-298F42DBCB30}"/>
                    </a:ext>
                  </a:extLst>
                </p14:cNvPr>
                <p14:cNvContentPartPr/>
                <p14:nvPr/>
              </p14:nvContentPartPr>
              <p14:xfrm>
                <a:off x="2427366" y="1681863"/>
                <a:ext cx="235440" cy="291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FA291F-55D3-1840-AB21-298F42DBCB3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09726" y="1663863"/>
                  <a:ext cx="2710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66F125-B443-9335-9C97-9F649A16AA42}"/>
                    </a:ext>
                  </a:extLst>
                </p14:cNvPr>
                <p14:cNvContentPartPr/>
                <p14:nvPr/>
              </p14:nvContentPartPr>
              <p14:xfrm>
                <a:off x="2632926" y="1657743"/>
                <a:ext cx="190080" cy="724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066F125-B443-9335-9C97-9F649A16AA4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14926" y="1639743"/>
                  <a:ext cx="225720" cy="76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CCD9646-6B48-B99B-E358-865F7707999A}"/>
              </a:ext>
            </a:extLst>
          </p:cNvPr>
          <p:cNvGrpSpPr/>
          <p:nvPr/>
        </p:nvGrpSpPr>
        <p:grpSpPr>
          <a:xfrm>
            <a:off x="3517806" y="1762503"/>
            <a:ext cx="662400" cy="375480"/>
            <a:chOff x="3517806" y="1762503"/>
            <a:chExt cx="66240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197383-3585-8A8C-577E-98270D1DE9E6}"/>
                    </a:ext>
                  </a:extLst>
                </p14:cNvPr>
                <p14:cNvContentPartPr/>
                <p14:nvPr/>
              </p14:nvContentPartPr>
              <p14:xfrm>
                <a:off x="3517806" y="1764663"/>
                <a:ext cx="191880" cy="290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197383-3585-8A8C-577E-98270D1DE9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99806" y="1746663"/>
                  <a:ext cx="2275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61C5EA3-33A6-0A91-66C9-52089D5A907E}"/>
                    </a:ext>
                  </a:extLst>
                </p14:cNvPr>
                <p14:cNvContentPartPr/>
                <p14:nvPr/>
              </p14:nvContentPartPr>
              <p14:xfrm>
                <a:off x="3572526" y="1946463"/>
                <a:ext cx="150480" cy="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61C5EA3-33A6-0A91-66C9-52089D5A907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54886" y="1928463"/>
                  <a:ext cx="186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15D391-DBF1-457C-C8AA-0EDD6158EDCA}"/>
                    </a:ext>
                  </a:extLst>
                </p14:cNvPr>
                <p14:cNvContentPartPr/>
                <p14:nvPr/>
              </p14:nvContentPartPr>
              <p14:xfrm>
                <a:off x="3838926" y="1964823"/>
                <a:ext cx="37800" cy="173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15D391-DBF1-457C-C8AA-0EDD6158ED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21286" y="1946823"/>
                  <a:ext cx="73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4CD4ED0-5892-E9AB-A8ED-0A6438F767D9}"/>
                    </a:ext>
                  </a:extLst>
                </p14:cNvPr>
                <p14:cNvContentPartPr/>
                <p14:nvPr/>
              </p14:nvContentPartPr>
              <p14:xfrm>
                <a:off x="4039806" y="1770063"/>
                <a:ext cx="70200" cy="258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4CD4ED0-5892-E9AB-A8ED-0A6438F767D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21806" y="1752063"/>
                  <a:ext cx="105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9539606-5624-5EF9-86BA-EB217273E302}"/>
                    </a:ext>
                  </a:extLst>
                </p14:cNvPr>
                <p14:cNvContentPartPr/>
                <p14:nvPr/>
              </p14:nvContentPartPr>
              <p14:xfrm>
                <a:off x="4032966" y="1762503"/>
                <a:ext cx="147240" cy="272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9539606-5624-5EF9-86BA-EB217273E3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15326" y="1744503"/>
                  <a:ext cx="18288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00DBC1F-CFDF-E22E-59FD-3A089504A798}"/>
              </a:ext>
            </a:extLst>
          </p:cNvPr>
          <p:cNvGrpSpPr/>
          <p:nvPr/>
        </p:nvGrpSpPr>
        <p:grpSpPr>
          <a:xfrm>
            <a:off x="4768086" y="1706343"/>
            <a:ext cx="390600" cy="317880"/>
            <a:chOff x="4768086" y="1706343"/>
            <a:chExt cx="39060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1FDE0A-C551-49F1-5509-67F4DCBA0272}"/>
                    </a:ext>
                  </a:extLst>
                </p14:cNvPr>
                <p14:cNvContentPartPr/>
                <p14:nvPr/>
              </p14:nvContentPartPr>
              <p14:xfrm>
                <a:off x="4768086" y="1706343"/>
                <a:ext cx="69840" cy="277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1FDE0A-C551-49F1-5509-67F4DCBA02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50086" y="1688703"/>
                  <a:ext cx="1054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7541572-C659-9E61-F496-22B2F3B18857}"/>
                    </a:ext>
                  </a:extLst>
                </p14:cNvPr>
                <p14:cNvContentPartPr/>
                <p14:nvPr/>
              </p14:nvContentPartPr>
              <p14:xfrm>
                <a:off x="4808766" y="1836663"/>
                <a:ext cx="142560" cy="158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7541572-C659-9E61-F496-22B2F3B188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90766" y="1819023"/>
                  <a:ext cx="178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406083-DEE8-1832-2B4F-2DDFEE7DCA18}"/>
                    </a:ext>
                  </a:extLst>
                </p14:cNvPr>
                <p14:cNvContentPartPr/>
                <p14:nvPr/>
              </p14:nvContentPartPr>
              <p14:xfrm>
                <a:off x="5037006" y="1854663"/>
                <a:ext cx="121680" cy="169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406083-DEE8-1832-2B4F-2DDFEE7DCA1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19366" y="1837023"/>
                  <a:ext cx="15732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AA06004-8531-5E2B-3098-093A85F98395}"/>
              </a:ext>
            </a:extLst>
          </p:cNvPr>
          <p:cNvGrpSpPr/>
          <p:nvPr/>
        </p:nvGrpSpPr>
        <p:grpSpPr>
          <a:xfrm>
            <a:off x="5483766" y="1738743"/>
            <a:ext cx="740520" cy="384480"/>
            <a:chOff x="5483766" y="1738743"/>
            <a:chExt cx="74052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4B4819-E9EC-5122-7F89-8E31ED21D671}"/>
                    </a:ext>
                  </a:extLst>
                </p14:cNvPr>
                <p14:cNvContentPartPr/>
                <p14:nvPr/>
              </p14:nvContentPartPr>
              <p14:xfrm>
                <a:off x="5483766" y="1738743"/>
                <a:ext cx="740520" cy="384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4B4819-E9EC-5122-7F89-8E31ED21D67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66126" y="1721103"/>
                  <a:ext cx="7761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DA92635-270B-AA0C-2047-43D3D3E6BD34}"/>
                    </a:ext>
                  </a:extLst>
                </p14:cNvPr>
                <p14:cNvContentPartPr/>
                <p14:nvPr/>
              </p14:nvContentPartPr>
              <p14:xfrm>
                <a:off x="5525886" y="1845663"/>
                <a:ext cx="262080" cy="30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DA92635-270B-AA0C-2047-43D3D3E6BD3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08246" y="1827663"/>
                  <a:ext cx="29772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4ABBE33-A78B-640A-C86D-E54311C9BDB8}"/>
              </a:ext>
            </a:extLst>
          </p:cNvPr>
          <p:cNvGrpSpPr/>
          <p:nvPr/>
        </p:nvGrpSpPr>
        <p:grpSpPr>
          <a:xfrm>
            <a:off x="6692286" y="1677903"/>
            <a:ext cx="1327680" cy="759240"/>
            <a:chOff x="6692286" y="1677903"/>
            <a:chExt cx="1327680" cy="75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65C0911-9DE0-5379-BB2A-6F074793955F}"/>
                    </a:ext>
                  </a:extLst>
                </p14:cNvPr>
                <p14:cNvContentPartPr/>
                <p14:nvPr/>
              </p14:nvContentPartPr>
              <p14:xfrm>
                <a:off x="6692286" y="1892823"/>
                <a:ext cx="220320" cy="164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65C0911-9DE0-5379-BB2A-6F07479395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74646" y="1874823"/>
                  <a:ext cx="255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789AA3E-2911-E776-EB9E-0F5370C8B26F}"/>
                    </a:ext>
                  </a:extLst>
                </p14:cNvPr>
                <p14:cNvContentPartPr/>
                <p14:nvPr/>
              </p14:nvContentPartPr>
              <p14:xfrm>
                <a:off x="6957606" y="1896783"/>
                <a:ext cx="290160" cy="155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789AA3E-2911-E776-EB9E-0F5370C8B26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39966" y="1879143"/>
                  <a:ext cx="325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9C14241-539D-19F3-69DB-7E4B1BA24C71}"/>
                    </a:ext>
                  </a:extLst>
                </p14:cNvPr>
                <p14:cNvContentPartPr/>
                <p14:nvPr/>
              </p14:nvContentPartPr>
              <p14:xfrm>
                <a:off x="7182246" y="1744503"/>
                <a:ext cx="55080" cy="23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9C14241-539D-19F3-69DB-7E4B1BA24C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64606" y="1726503"/>
                  <a:ext cx="90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337F217-4FDE-6389-D76F-278F694A0DA9}"/>
                    </a:ext>
                  </a:extLst>
                </p14:cNvPr>
                <p14:cNvContentPartPr/>
                <p14:nvPr/>
              </p14:nvContentPartPr>
              <p14:xfrm>
                <a:off x="7333086" y="1677903"/>
                <a:ext cx="64440" cy="368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337F217-4FDE-6389-D76F-278F694A0D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15086" y="1660263"/>
                  <a:ext cx="1000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1F3B3D2-E772-4AE2-9114-3A412674CBF5}"/>
                    </a:ext>
                  </a:extLst>
                </p14:cNvPr>
                <p14:cNvContentPartPr/>
                <p14:nvPr/>
              </p14:nvContentPartPr>
              <p14:xfrm>
                <a:off x="7428126" y="1797423"/>
                <a:ext cx="591840" cy="639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1F3B3D2-E772-4AE2-9114-3A412674CBF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10126" y="1779783"/>
                  <a:ext cx="62748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29C2385-0805-0DB9-A6BA-5AD95D0CD3E6}"/>
                    </a:ext>
                  </a:extLst>
                </p14:cNvPr>
                <p14:cNvContentPartPr/>
                <p14:nvPr/>
              </p14:nvContentPartPr>
              <p14:xfrm>
                <a:off x="7260366" y="1759623"/>
                <a:ext cx="102960" cy="46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29C2385-0805-0DB9-A6BA-5AD95D0CD3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42366" y="1741623"/>
                  <a:ext cx="13860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B96F3EF-5EAB-4390-0F33-8031EC7EAF87}"/>
              </a:ext>
            </a:extLst>
          </p:cNvPr>
          <p:cNvGrpSpPr/>
          <p:nvPr/>
        </p:nvGrpSpPr>
        <p:grpSpPr>
          <a:xfrm>
            <a:off x="8458806" y="1594383"/>
            <a:ext cx="1871640" cy="461520"/>
            <a:chOff x="8458806" y="1594383"/>
            <a:chExt cx="1871640" cy="46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5D00F91-6CE3-78DC-35CB-DEF77B59243E}"/>
                    </a:ext>
                  </a:extLst>
                </p14:cNvPr>
                <p14:cNvContentPartPr/>
                <p14:nvPr/>
              </p14:nvContentPartPr>
              <p14:xfrm>
                <a:off x="8458806" y="1819383"/>
                <a:ext cx="226800" cy="159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5D00F91-6CE3-78DC-35CB-DEF77B5924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41166" y="1801743"/>
                  <a:ext cx="262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478615-987D-B7C8-B2A1-04ED280FA4C0}"/>
                    </a:ext>
                  </a:extLst>
                </p14:cNvPr>
                <p14:cNvContentPartPr/>
                <p14:nvPr/>
              </p14:nvContentPartPr>
              <p14:xfrm>
                <a:off x="8734206" y="1594383"/>
                <a:ext cx="708840" cy="421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478615-987D-B7C8-B2A1-04ED280FA4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16206" y="1576743"/>
                  <a:ext cx="7444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3CD2C92-587F-DDB6-E920-EE617B619EC9}"/>
                    </a:ext>
                  </a:extLst>
                </p14:cNvPr>
                <p14:cNvContentPartPr/>
                <p14:nvPr/>
              </p14:nvContentPartPr>
              <p14:xfrm>
                <a:off x="9454206" y="1693743"/>
                <a:ext cx="22320" cy="36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3CD2C92-587F-DDB6-E920-EE617B619E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36566" y="1675743"/>
                  <a:ext cx="57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30052F4-CC00-8639-3D0F-4EF179E36D36}"/>
                    </a:ext>
                  </a:extLst>
                </p14:cNvPr>
                <p14:cNvContentPartPr/>
                <p14:nvPr/>
              </p14:nvContentPartPr>
              <p14:xfrm>
                <a:off x="8811606" y="1754223"/>
                <a:ext cx="242640" cy="15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30052F4-CC00-8639-3D0F-4EF179E36D3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93606" y="1736223"/>
                  <a:ext cx="278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79BD03-6128-509D-6CA8-6FFA4BECCD01}"/>
                    </a:ext>
                  </a:extLst>
                </p14:cNvPr>
                <p14:cNvContentPartPr/>
                <p14:nvPr/>
              </p14:nvContentPartPr>
              <p14:xfrm>
                <a:off x="9568686" y="1813983"/>
                <a:ext cx="102600" cy="146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79BD03-6128-509D-6CA8-6FFA4BECCD0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51046" y="1795983"/>
                  <a:ext cx="138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19C91AB-3359-1700-2849-FF62D0F4A10B}"/>
                    </a:ext>
                  </a:extLst>
                </p14:cNvPr>
                <p14:cNvContentPartPr/>
                <p14:nvPr/>
              </p14:nvContentPartPr>
              <p14:xfrm>
                <a:off x="9768486" y="1798143"/>
                <a:ext cx="111240" cy="140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19C91AB-3359-1700-2849-FF62D0F4A10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50846" y="1780503"/>
                  <a:ext cx="146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7044C66-5D50-1F33-07B0-6EFD3D57137B}"/>
                    </a:ext>
                  </a:extLst>
                </p14:cNvPr>
                <p14:cNvContentPartPr/>
                <p14:nvPr/>
              </p14:nvContentPartPr>
              <p14:xfrm>
                <a:off x="9976206" y="1797423"/>
                <a:ext cx="117360" cy="198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7044C66-5D50-1F33-07B0-6EFD3D57137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58566" y="1779783"/>
                  <a:ext cx="153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00A781-02E2-62F8-3BB2-297C53599126}"/>
                    </a:ext>
                  </a:extLst>
                </p14:cNvPr>
                <p14:cNvContentPartPr/>
                <p14:nvPr/>
              </p14:nvContentPartPr>
              <p14:xfrm>
                <a:off x="10233606" y="1897503"/>
                <a:ext cx="96840" cy="158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00A781-02E2-62F8-3BB2-297C5359912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15966" y="1879863"/>
                  <a:ext cx="1324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C2ABF0F-840F-7BA6-8B5A-561046AAB777}"/>
              </a:ext>
            </a:extLst>
          </p:cNvPr>
          <p:cNvGrpSpPr/>
          <p:nvPr/>
        </p:nvGrpSpPr>
        <p:grpSpPr>
          <a:xfrm>
            <a:off x="10741206" y="1633983"/>
            <a:ext cx="969120" cy="296640"/>
            <a:chOff x="10741206" y="1633983"/>
            <a:chExt cx="96912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F5C917-DE78-E626-123C-DF23032C9231}"/>
                    </a:ext>
                  </a:extLst>
                </p14:cNvPr>
                <p14:cNvContentPartPr/>
                <p14:nvPr/>
              </p14:nvContentPartPr>
              <p14:xfrm>
                <a:off x="10795566" y="1636863"/>
                <a:ext cx="236160" cy="271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F5C917-DE78-E626-123C-DF23032C923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77566" y="1619223"/>
                  <a:ext cx="2718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2E58C51-DEFB-50F4-FDD9-B8170E4F7D90}"/>
                    </a:ext>
                  </a:extLst>
                </p14:cNvPr>
                <p14:cNvContentPartPr/>
                <p14:nvPr/>
              </p14:nvContentPartPr>
              <p14:xfrm>
                <a:off x="11120646" y="1633983"/>
                <a:ext cx="149760" cy="255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2E58C51-DEFB-50F4-FDD9-B8170E4F7D9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02646" y="1615983"/>
                  <a:ext cx="185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13487D8-6355-25F4-4052-72937E88B576}"/>
                    </a:ext>
                  </a:extLst>
                </p14:cNvPr>
                <p14:cNvContentPartPr/>
                <p14:nvPr/>
              </p14:nvContentPartPr>
              <p14:xfrm>
                <a:off x="11294886" y="1758543"/>
                <a:ext cx="415440" cy="172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13487D8-6355-25F4-4052-72937E88B57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277246" y="1740543"/>
                  <a:ext cx="451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64A50F9-56A4-9D14-DB7E-CAD916771338}"/>
                    </a:ext>
                  </a:extLst>
                </p14:cNvPr>
                <p14:cNvContentPartPr/>
                <p14:nvPr/>
              </p14:nvContentPartPr>
              <p14:xfrm>
                <a:off x="10741206" y="1688703"/>
                <a:ext cx="167040" cy="7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64A50F9-56A4-9D14-DB7E-CAD9167713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23566" y="1671063"/>
                  <a:ext cx="202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B44486B-A953-1A16-694D-6958BDCCDA9E}"/>
              </a:ext>
            </a:extLst>
          </p:cNvPr>
          <p:cNvGrpSpPr/>
          <p:nvPr/>
        </p:nvGrpSpPr>
        <p:grpSpPr>
          <a:xfrm>
            <a:off x="267366" y="2582583"/>
            <a:ext cx="1617480" cy="418320"/>
            <a:chOff x="267366" y="2582583"/>
            <a:chExt cx="161748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D5798D1-FB8F-D080-C3E5-144BDA5912FD}"/>
                    </a:ext>
                  </a:extLst>
                </p14:cNvPr>
                <p14:cNvContentPartPr/>
                <p14:nvPr/>
              </p14:nvContentPartPr>
              <p14:xfrm>
                <a:off x="267366" y="2661783"/>
                <a:ext cx="420120" cy="333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D5798D1-FB8F-D080-C3E5-144BDA5912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9726" y="2644143"/>
                  <a:ext cx="4557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F307C96-2089-C93A-8971-D3031186B3E5}"/>
                    </a:ext>
                  </a:extLst>
                </p14:cNvPr>
                <p14:cNvContentPartPr/>
                <p14:nvPr/>
              </p14:nvContentPartPr>
              <p14:xfrm>
                <a:off x="621606" y="2689143"/>
                <a:ext cx="155880" cy="311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F307C96-2089-C93A-8971-D3031186B3E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3966" y="2671143"/>
                  <a:ext cx="191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56A96C7-B16B-E9B3-98E8-97EB6689BB73}"/>
                    </a:ext>
                  </a:extLst>
                </p14:cNvPr>
                <p14:cNvContentPartPr/>
                <p14:nvPr/>
              </p14:nvContentPartPr>
              <p14:xfrm>
                <a:off x="1083846" y="2778423"/>
                <a:ext cx="174240" cy="210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56A96C7-B16B-E9B3-98E8-97EB6689BB7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6206" y="2760783"/>
                  <a:ext cx="209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BA35D1D-5376-890F-12B9-40C8D6944E23}"/>
                    </a:ext>
                  </a:extLst>
                </p14:cNvPr>
                <p14:cNvContentPartPr/>
                <p14:nvPr/>
              </p14:nvContentPartPr>
              <p14:xfrm>
                <a:off x="1302366" y="2812263"/>
                <a:ext cx="249840" cy="117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BA35D1D-5376-890F-12B9-40C8D6944E2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84726" y="2794263"/>
                  <a:ext cx="2854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389DF69-79FD-2B1B-8002-65E1D2C5F590}"/>
                    </a:ext>
                  </a:extLst>
                </p14:cNvPr>
                <p14:cNvContentPartPr/>
                <p14:nvPr/>
              </p14:nvContentPartPr>
              <p14:xfrm>
                <a:off x="1647606" y="2582583"/>
                <a:ext cx="237240" cy="329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389DF69-79FD-2B1B-8002-65E1D2C5F5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29606" y="2564583"/>
                  <a:ext cx="27288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D763FBC-0A63-8C39-9DF6-BA677E5C6714}"/>
              </a:ext>
            </a:extLst>
          </p:cNvPr>
          <p:cNvGrpSpPr/>
          <p:nvPr/>
        </p:nvGrpSpPr>
        <p:grpSpPr>
          <a:xfrm>
            <a:off x="2325846" y="2647383"/>
            <a:ext cx="705240" cy="360000"/>
            <a:chOff x="2325846" y="2647383"/>
            <a:chExt cx="70524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84762C1-16C3-96C7-1971-3A18A77EA13C}"/>
                    </a:ext>
                  </a:extLst>
                </p14:cNvPr>
                <p14:cNvContentPartPr/>
                <p14:nvPr/>
              </p14:nvContentPartPr>
              <p14:xfrm>
                <a:off x="2325846" y="2719023"/>
                <a:ext cx="200520" cy="288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84762C1-16C3-96C7-1971-3A18A77EA13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08206" y="2701383"/>
                  <a:ext cx="2361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A609A31-9732-5D9E-D485-6B9CDE51554C}"/>
                    </a:ext>
                  </a:extLst>
                </p14:cNvPr>
                <p14:cNvContentPartPr/>
                <p14:nvPr/>
              </p14:nvContentPartPr>
              <p14:xfrm>
                <a:off x="2784846" y="2647383"/>
                <a:ext cx="246240" cy="324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A609A31-9732-5D9E-D485-6B9CDE51554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67206" y="2629743"/>
                  <a:ext cx="281880" cy="35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DD3EC28-B0E5-B12D-B6DE-F0A98C70BAA5}"/>
                  </a:ext>
                </a:extLst>
              </p14:cNvPr>
              <p14:cNvContentPartPr/>
              <p14:nvPr/>
            </p14:nvContentPartPr>
            <p14:xfrm>
              <a:off x="3867726" y="2719383"/>
              <a:ext cx="649440" cy="207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DD3EC28-B0E5-B12D-B6DE-F0A98C70BAA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850086" y="2701743"/>
                <a:ext cx="68508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638AF8F9-236D-12C9-9531-E303C27EC5F2}"/>
              </a:ext>
            </a:extLst>
          </p:cNvPr>
          <p:cNvGrpSpPr/>
          <p:nvPr/>
        </p:nvGrpSpPr>
        <p:grpSpPr>
          <a:xfrm>
            <a:off x="4948086" y="2510223"/>
            <a:ext cx="791280" cy="421920"/>
            <a:chOff x="4948086" y="2510223"/>
            <a:chExt cx="791280" cy="4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BC3CC9-6558-E0F9-AC66-CAC6555EB7D5}"/>
                    </a:ext>
                  </a:extLst>
                </p14:cNvPr>
                <p14:cNvContentPartPr/>
                <p14:nvPr/>
              </p14:nvContentPartPr>
              <p14:xfrm>
                <a:off x="4948086" y="2510223"/>
                <a:ext cx="555480" cy="421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BC3CC9-6558-E0F9-AC66-CAC6555EB7D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30086" y="2492223"/>
                  <a:ext cx="59112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2309AA-C528-F7C5-D925-E0A3A3AF9C7C}"/>
                    </a:ext>
                  </a:extLst>
                </p14:cNvPr>
                <p14:cNvContentPartPr/>
                <p14:nvPr/>
              </p14:nvContentPartPr>
              <p14:xfrm>
                <a:off x="5580246" y="2698143"/>
                <a:ext cx="159120" cy="195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2309AA-C528-F7C5-D925-E0A3A3AF9C7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62606" y="2680143"/>
                  <a:ext cx="19476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AC53EFC-B4D3-C88E-8DD7-4333B9EC08A2}"/>
                  </a:ext>
                </a:extLst>
              </p14:cNvPr>
              <p14:cNvContentPartPr/>
              <p14:nvPr/>
            </p14:nvContentPartPr>
            <p14:xfrm>
              <a:off x="304086" y="3077943"/>
              <a:ext cx="360" cy="3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AC53EFC-B4D3-C88E-8DD7-4333B9EC08A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86086" y="30599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A83787B-E9C4-2BD1-1304-5A23E9CF998A}"/>
                  </a:ext>
                </a:extLst>
              </p14:cNvPr>
              <p14:cNvContentPartPr/>
              <p14:nvPr/>
            </p14:nvContentPartPr>
            <p14:xfrm>
              <a:off x="2303886" y="3133383"/>
              <a:ext cx="7200" cy="32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A83787B-E9C4-2BD1-1304-5A23E9CF998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286246" y="3115383"/>
                <a:ext cx="4284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FB616E8-C001-A1AE-7DAF-40BA531988D5}"/>
              </a:ext>
            </a:extLst>
          </p:cNvPr>
          <p:cNvGrpSpPr/>
          <p:nvPr/>
        </p:nvGrpSpPr>
        <p:grpSpPr>
          <a:xfrm>
            <a:off x="6484206" y="2420583"/>
            <a:ext cx="1536120" cy="876240"/>
            <a:chOff x="6484206" y="2420583"/>
            <a:chExt cx="1536120" cy="87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32F2D6A-EB03-7AFF-93D6-19372EE30BB0}"/>
                    </a:ext>
                  </a:extLst>
                </p14:cNvPr>
                <p14:cNvContentPartPr/>
                <p14:nvPr/>
              </p14:nvContentPartPr>
              <p14:xfrm>
                <a:off x="6484206" y="2612463"/>
                <a:ext cx="132480" cy="261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32F2D6A-EB03-7AFF-93D6-19372EE30BB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66566" y="2594823"/>
                  <a:ext cx="1681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7BD0826-8179-D241-4270-5FC04295C6AD}"/>
                    </a:ext>
                  </a:extLst>
                </p14:cNvPr>
                <p14:cNvContentPartPr/>
                <p14:nvPr/>
              </p14:nvContentPartPr>
              <p14:xfrm>
                <a:off x="6695526" y="2661783"/>
                <a:ext cx="321480" cy="192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7BD0826-8179-D241-4270-5FC04295C6A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77886" y="2644143"/>
                  <a:ext cx="357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3A113DA-A36F-8125-84DA-BC218237846F}"/>
                    </a:ext>
                  </a:extLst>
                </p14:cNvPr>
                <p14:cNvContentPartPr/>
                <p14:nvPr/>
              </p14:nvContentPartPr>
              <p14:xfrm>
                <a:off x="6976686" y="2462703"/>
                <a:ext cx="42840" cy="61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3A113DA-A36F-8125-84DA-BC218237846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58686" y="2444703"/>
                  <a:ext cx="78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6684EC1-7BB4-995B-C852-A59EAED612E4}"/>
                    </a:ext>
                  </a:extLst>
                </p14:cNvPr>
                <p14:cNvContentPartPr/>
                <p14:nvPr/>
              </p14:nvContentPartPr>
              <p14:xfrm>
                <a:off x="7168566" y="2420583"/>
                <a:ext cx="84240" cy="392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6684EC1-7BB4-995B-C852-A59EAED612E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50566" y="2402583"/>
                  <a:ext cx="1198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B8E9ED5-1349-2756-782B-7885583A8EE4}"/>
                    </a:ext>
                  </a:extLst>
                </p14:cNvPr>
                <p14:cNvContentPartPr/>
                <p14:nvPr/>
              </p14:nvContentPartPr>
              <p14:xfrm>
                <a:off x="7089006" y="2595903"/>
                <a:ext cx="170280" cy="22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B8E9ED5-1349-2756-782B-7885583A8EE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71006" y="2577903"/>
                  <a:ext cx="205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C9BA60-7C84-8CD4-2085-9991573C870D}"/>
                    </a:ext>
                  </a:extLst>
                </p14:cNvPr>
                <p14:cNvContentPartPr/>
                <p14:nvPr/>
              </p14:nvContentPartPr>
              <p14:xfrm>
                <a:off x="7291326" y="2667183"/>
                <a:ext cx="182160" cy="158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C9BA60-7C84-8CD4-2085-9991573C870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73326" y="2649543"/>
                  <a:ext cx="217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DCB0B54-68FA-C7EF-2F95-8718C8030D4A}"/>
                    </a:ext>
                  </a:extLst>
                </p14:cNvPr>
                <p14:cNvContentPartPr/>
                <p14:nvPr/>
              </p14:nvContentPartPr>
              <p14:xfrm>
                <a:off x="7544046" y="2678343"/>
                <a:ext cx="147600" cy="172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DCB0B54-68FA-C7EF-2F95-8718C8030D4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26046" y="2660703"/>
                  <a:ext cx="183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1C13FEE-1307-E6AD-9914-096D9F95B7DF}"/>
                    </a:ext>
                  </a:extLst>
                </p14:cNvPr>
                <p14:cNvContentPartPr/>
                <p14:nvPr/>
              </p14:nvContentPartPr>
              <p14:xfrm>
                <a:off x="7658526" y="2677983"/>
                <a:ext cx="361800" cy="618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1C13FEE-1307-E6AD-9914-096D9F95B7D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640886" y="2660343"/>
                  <a:ext cx="397440" cy="65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F1AD4BE-D9A0-4254-0743-72856F0B639B}"/>
              </a:ext>
            </a:extLst>
          </p:cNvPr>
          <p:cNvGrpSpPr/>
          <p:nvPr/>
        </p:nvGrpSpPr>
        <p:grpSpPr>
          <a:xfrm>
            <a:off x="8520366" y="2410503"/>
            <a:ext cx="1998720" cy="449280"/>
            <a:chOff x="8520366" y="2410503"/>
            <a:chExt cx="1998720" cy="44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66BCE65-23A8-DC75-5727-8CCE727DF5E9}"/>
                    </a:ext>
                  </a:extLst>
                </p14:cNvPr>
                <p14:cNvContentPartPr/>
                <p14:nvPr/>
              </p14:nvContentPartPr>
              <p14:xfrm>
                <a:off x="8520366" y="2681583"/>
                <a:ext cx="379440" cy="178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66BCE65-23A8-DC75-5727-8CCE727DF5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02726" y="2663943"/>
                  <a:ext cx="415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90BBFE1-92CF-0686-2A9E-E957823DE591}"/>
                    </a:ext>
                  </a:extLst>
                </p14:cNvPr>
                <p14:cNvContentPartPr/>
                <p14:nvPr/>
              </p14:nvContentPartPr>
              <p14:xfrm>
                <a:off x="8923566" y="2410503"/>
                <a:ext cx="847800" cy="441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90BBFE1-92CF-0686-2A9E-E957823DE59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05566" y="2392863"/>
                  <a:ext cx="88344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DFDF41C-BE69-BEF6-0DC0-BE9ECC83AE8A}"/>
                    </a:ext>
                  </a:extLst>
                </p14:cNvPr>
                <p14:cNvContentPartPr/>
                <p14:nvPr/>
              </p14:nvContentPartPr>
              <p14:xfrm>
                <a:off x="9717366" y="2467383"/>
                <a:ext cx="67320" cy="55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DFDF41C-BE69-BEF6-0DC0-BE9ECC83AE8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99366" y="2449743"/>
                  <a:ext cx="102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9DD2282-F934-7DB8-9390-0C0C54B717F6}"/>
                    </a:ext>
                  </a:extLst>
                </p14:cNvPr>
                <p14:cNvContentPartPr/>
                <p14:nvPr/>
              </p14:nvContentPartPr>
              <p14:xfrm>
                <a:off x="9054966" y="2531463"/>
                <a:ext cx="322200" cy="33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9DD2282-F934-7DB8-9390-0C0C54B717F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36966" y="2513823"/>
                  <a:ext cx="357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939955F-2C32-9E29-860B-BC65B60169CB}"/>
                    </a:ext>
                  </a:extLst>
                </p14:cNvPr>
                <p14:cNvContentPartPr/>
                <p14:nvPr/>
              </p14:nvContentPartPr>
              <p14:xfrm>
                <a:off x="9927966" y="2630823"/>
                <a:ext cx="145080" cy="185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939955F-2C32-9E29-860B-BC65B60169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10326" y="2612823"/>
                  <a:ext cx="1807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2635C60-00BB-6926-7D5D-BEBA8652CE10}"/>
                    </a:ext>
                  </a:extLst>
                </p14:cNvPr>
                <p14:cNvContentPartPr/>
                <p14:nvPr/>
              </p14:nvContentPartPr>
              <p14:xfrm>
                <a:off x="10137126" y="2639103"/>
                <a:ext cx="250560" cy="152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2635C60-00BB-6926-7D5D-BEBA8652CE1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19486" y="2621103"/>
                  <a:ext cx="28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B9B77FC-E8B2-E155-0B2F-1CAE40B9EDD8}"/>
                    </a:ext>
                  </a:extLst>
                </p14:cNvPr>
                <p14:cNvContentPartPr/>
                <p14:nvPr/>
              </p14:nvContentPartPr>
              <p14:xfrm>
                <a:off x="10341606" y="2599863"/>
                <a:ext cx="177480" cy="159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B9B77FC-E8B2-E155-0B2F-1CAE40B9EDD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23966" y="2582223"/>
                  <a:ext cx="21312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0D99459-054B-3A9A-1AB4-944836054CD1}"/>
                  </a:ext>
                </a:extLst>
              </p14:cNvPr>
              <p14:cNvContentPartPr/>
              <p14:nvPr/>
            </p14:nvContentPartPr>
            <p14:xfrm>
              <a:off x="11107686" y="2763303"/>
              <a:ext cx="9360" cy="298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0D99459-054B-3A9A-1AB4-944836054CD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089686" y="2745303"/>
                <a:ext cx="4500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5EB340E-8E71-6080-137F-76011FA4AEA1}"/>
              </a:ext>
            </a:extLst>
          </p:cNvPr>
          <p:cNvGrpSpPr/>
          <p:nvPr/>
        </p:nvGrpSpPr>
        <p:grpSpPr>
          <a:xfrm>
            <a:off x="2447166" y="3359103"/>
            <a:ext cx="1783080" cy="779040"/>
            <a:chOff x="2447166" y="3359103"/>
            <a:chExt cx="1783080" cy="77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9E5669C-A353-DB22-BDA9-361849812E2D}"/>
                    </a:ext>
                  </a:extLst>
                </p14:cNvPr>
                <p14:cNvContentPartPr/>
                <p14:nvPr/>
              </p14:nvContentPartPr>
              <p14:xfrm>
                <a:off x="2748846" y="3544143"/>
                <a:ext cx="181080" cy="318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9E5669C-A353-DB22-BDA9-361849812E2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31206" y="3526143"/>
                  <a:ext cx="2167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B8977A7-4EF9-6920-A4E7-426C9AF188F6}"/>
                    </a:ext>
                  </a:extLst>
                </p14:cNvPr>
                <p14:cNvContentPartPr/>
                <p14:nvPr/>
              </p14:nvContentPartPr>
              <p14:xfrm>
                <a:off x="2756046" y="3741783"/>
                <a:ext cx="173520" cy="28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B8977A7-4EF9-6920-A4E7-426C9AF188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38406" y="3724143"/>
                  <a:ext cx="209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E7629A3-71A9-B5F2-2AD0-88A304E1B1FA}"/>
                    </a:ext>
                  </a:extLst>
                </p14:cNvPr>
                <p14:cNvContentPartPr/>
                <p14:nvPr/>
              </p14:nvContentPartPr>
              <p14:xfrm>
                <a:off x="3106686" y="3592743"/>
                <a:ext cx="43560" cy="248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E7629A3-71A9-B5F2-2AD0-88A304E1B1F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9046" y="3575103"/>
                  <a:ext cx="79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4A639DF-79F5-576D-F22E-2161FC1740EB}"/>
                    </a:ext>
                  </a:extLst>
                </p14:cNvPr>
                <p14:cNvContentPartPr/>
                <p14:nvPr/>
              </p14:nvContentPartPr>
              <p14:xfrm>
                <a:off x="3088326" y="3579783"/>
                <a:ext cx="212760" cy="313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4A639DF-79F5-576D-F22E-2161FC1740E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070326" y="3562143"/>
                  <a:ext cx="248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1CC119D-D393-60BA-3802-FF04774493C0}"/>
                    </a:ext>
                  </a:extLst>
                </p14:cNvPr>
                <p14:cNvContentPartPr/>
                <p14:nvPr/>
              </p14:nvContentPartPr>
              <p14:xfrm>
                <a:off x="3207846" y="3423183"/>
                <a:ext cx="312840" cy="714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1CC119D-D393-60BA-3802-FF04774493C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89846" y="3405543"/>
                  <a:ext cx="348480" cy="7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13FDBDC-0B46-2FDF-DB08-0C2C46B3376A}"/>
                    </a:ext>
                  </a:extLst>
                </p14:cNvPr>
                <p14:cNvContentPartPr/>
                <p14:nvPr/>
              </p14:nvContentPartPr>
              <p14:xfrm>
                <a:off x="2447166" y="3435783"/>
                <a:ext cx="260640" cy="629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13FDBDC-0B46-2FDF-DB08-0C2C46B3376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29166" y="3417783"/>
                  <a:ext cx="29628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01EBB34-BC64-6066-B552-CB789E6D1304}"/>
                    </a:ext>
                  </a:extLst>
                </p14:cNvPr>
                <p14:cNvContentPartPr/>
                <p14:nvPr/>
              </p14:nvContentPartPr>
              <p14:xfrm>
                <a:off x="3551286" y="3359103"/>
                <a:ext cx="232200" cy="168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01EBB34-BC64-6066-B552-CB789E6D13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33646" y="3341463"/>
                  <a:ext cx="267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0B852FE-916E-4DDE-B3BB-EB9CC9463C52}"/>
                    </a:ext>
                  </a:extLst>
                </p14:cNvPr>
                <p14:cNvContentPartPr/>
                <p14:nvPr/>
              </p14:nvContentPartPr>
              <p14:xfrm>
                <a:off x="4021086" y="3691383"/>
                <a:ext cx="107280" cy="3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0B852FE-916E-4DDE-B3BB-EB9CC9463C5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03446" y="3673743"/>
                  <a:ext cx="142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F4D265A-B6DF-87EF-19A4-DD4A50F66857}"/>
                    </a:ext>
                  </a:extLst>
                </p14:cNvPr>
                <p14:cNvContentPartPr/>
                <p14:nvPr/>
              </p14:nvContentPartPr>
              <p14:xfrm>
                <a:off x="3958446" y="3763743"/>
                <a:ext cx="271800" cy="33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F4D265A-B6DF-87EF-19A4-DD4A50F6685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40806" y="3746103"/>
                  <a:ext cx="3074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C9CA067-46E6-D54B-474C-0FE402A3A4C8}"/>
              </a:ext>
            </a:extLst>
          </p:cNvPr>
          <p:cNvGrpSpPr/>
          <p:nvPr/>
        </p:nvGrpSpPr>
        <p:grpSpPr>
          <a:xfrm>
            <a:off x="4650366" y="3403743"/>
            <a:ext cx="1341720" cy="473760"/>
            <a:chOff x="4650366" y="3403743"/>
            <a:chExt cx="134172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02C2736-DD5B-C91D-0CB4-8C899542E20F}"/>
                    </a:ext>
                  </a:extLst>
                </p14:cNvPr>
                <p14:cNvContentPartPr/>
                <p14:nvPr/>
              </p14:nvContentPartPr>
              <p14:xfrm>
                <a:off x="4650366" y="3521463"/>
                <a:ext cx="79920" cy="307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02C2736-DD5B-C91D-0CB4-8C899542E20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632366" y="3503823"/>
                  <a:ext cx="1155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50958FC-8491-AF05-2092-EEBEC8D07F2E}"/>
                    </a:ext>
                  </a:extLst>
                </p14:cNvPr>
                <p14:cNvContentPartPr/>
                <p14:nvPr/>
              </p14:nvContentPartPr>
              <p14:xfrm>
                <a:off x="4674126" y="3535143"/>
                <a:ext cx="187920" cy="342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50958FC-8491-AF05-2092-EEBEC8D07F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56486" y="3517143"/>
                  <a:ext cx="2235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3BCB3FD-8927-9ECF-9A23-FDEAC7B21F19}"/>
                    </a:ext>
                  </a:extLst>
                </p14:cNvPr>
                <p14:cNvContentPartPr/>
                <p14:nvPr/>
              </p14:nvContentPartPr>
              <p14:xfrm>
                <a:off x="5008566" y="3442263"/>
                <a:ext cx="157320" cy="140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3BCB3FD-8927-9ECF-9A23-FDEAC7B21F1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90926" y="3424263"/>
                  <a:ext cx="192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C0BCB04-37C1-1D47-5559-24F2602BE113}"/>
                    </a:ext>
                  </a:extLst>
                </p14:cNvPr>
                <p14:cNvContentPartPr/>
                <p14:nvPr/>
              </p14:nvContentPartPr>
              <p14:xfrm>
                <a:off x="5348046" y="3552783"/>
                <a:ext cx="198000" cy="299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C0BCB04-37C1-1D47-5559-24F2602BE11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30406" y="3534783"/>
                  <a:ext cx="233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97309E9-73F3-CF49-864E-3783B07CC0A2}"/>
                    </a:ext>
                  </a:extLst>
                </p14:cNvPr>
                <p14:cNvContentPartPr/>
                <p14:nvPr/>
              </p14:nvContentPartPr>
              <p14:xfrm>
                <a:off x="5345886" y="3689943"/>
                <a:ext cx="207360" cy="80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97309E9-73F3-CF49-864E-3783B07CC0A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28246" y="3672303"/>
                  <a:ext cx="243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E3290A0-8FB3-26EE-3DA4-CE67ABD964FA}"/>
                    </a:ext>
                  </a:extLst>
                </p14:cNvPr>
                <p14:cNvContentPartPr/>
                <p14:nvPr/>
              </p14:nvContentPartPr>
              <p14:xfrm>
                <a:off x="5747286" y="3403743"/>
                <a:ext cx="244800" cy="176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E3290A0-8FB3-26EE-3DA4-CE67ABD964F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29646" y="3385743"/>
                  <a:ext cx="2804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7D86D12-BAA4-929F-40BF-19916C1DD470}"/>
              </a:ext>
            </a:extLst>
          </p:cNvPr>
          <p:cNvGrpSpPr/>
          <p:nvPr/>
        </p:nvGrpSpPr>
        <p:grpSpPr>
          <a:xfrm>
            <a:off x="2033886" y="4254063"/>
            <a:ext cx="2265840" cy="838080"/>
            <a:chOff x="2033886" y="4254063"/>
            <a:chExt cx="2265840" cy="8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4FE2B38-B735-432E-2B5E-4BF2B1B03A11}"/>
                    </a:ext>
                  </a:extLst>
                </p14:cNvPr>
                <p14:cNvContentPartPr/>
                <p14:nvPr/>
              </p14:nvContentPartPr>
              <p14:xfrm>
                <a:off x="2340966" y="4406703"/>
                <a:ext cx="173880" cy="303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4FE2B38-B735-432E-2B5E-4BF2B1B03A1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23326" y="4388703"/>
                  <a:ext cx="2095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0417D22-39E0-BBC2-5104-014C7FC74FD4}"/>
                    </a:ext>
                  </a:extLst>
                </p14:cNvPr>
                <p14:cNvContentPartPr/>
                <p14:nvPr/>
              </p14:nvContentPartPr>
              <p14:xfrm>
                <a:off x="2351406" y="4582023"/>
                <a:ext cx="187200" cy="56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0417D22-39E0-BBC2-5104-014C7FC74FD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33406" y="4564383"/>
                  <a:ext cx="222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9F7FBE7-42FF-CF30-4EAF-B7D2AD7CAB9E}"/>
                    </a:ext>
                  </a:extLst>
                </p14:cNvPr>
                <p14:cNvContentPartPr/>
                <p14:nvPr/>
              </p14:nvContentPartPr>
              <p14:xfrm>
                <a:off x="2685126" y="4473663"/>
                <a:ext cx="56880" cy="245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9F7FBE7-42FF-CF30-4EAF-B7D2AD7CAB9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67126" y="4455663"/>
                  <a:ext cx="92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104B8-E4A6-46DA-F44B-426E0EA58296}"/>
                    </a:ext>
                  </a:extLst>
                </p14:cNvPr>
                <p14:cNvContentPartPr/>
                <p14:nvPr/>
              </p14:nvContentPartPr>
              <p14:xfrm>
                <a:off x="2680446" y="4486983"/>
                <a:ext cx="133560" cy="289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104B8-E4A6-46DA-F44B-426E0EA5829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62446" y="4469343"/>
                  <a:ext cx="1692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6DA5F63-F27A-DC48-2891-B2A3ED080D44}"/>
                    </a:ext>
                  </a:extLst>
                </p14:cNvPr>
                <p14:cNvContentPartPr/>
                <p14:nvPr/>
              </p14:nvContentPartPr>
              <p14:xfrm>
                <a:off x="2922006" y="4392303"/>
                <a:ext cx="18360" cy="19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6DA5F63-F27A-DC48-2891-B2A3ED080D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04006" y="4374303"/>
                  <a:ext cx="54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C2CC000-9435-2F63-F78E-BF029D8F82A2}"/>
                    </a:ext>
                  </a:extLst>
                </p14:cNvPr>
                <p14:cNvContentPartPr/>
                <p14:nvPr/>
              </p14:nvContentPartPr>
              <p14:xfrm>
                <a:off x="2708526" y="4376463"/>
                <a:ext cx="311400" cy="715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C2CC000-9435-2F63-F78E-BF029D8F82A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90886" y="4358823"/>
                  <a:ext cx="34704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664F784-67E4-E213-0609-331D8BE7FBF1}"/>
                    </a:ext>
                  </a:extLst>
                </p14:cNvPr>
                <p14:cNvContentPartPr/>
                <p14:nvPr/>
              </p14:nvContentPartPr>
              <p14:xfrm>
                <a:off x="2033886" y="4254063"/>
                <a:ext cx="297720" cy="693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664F784-67E4-E213-0609-331D8BE7FBF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16246" y="4236063"/>
                  <a:ext cx="33336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4AB8A7A-E7D7-2390-CCD3-AC103C48DFCA}"/>
                    </a:ext>
                  </a:extLst>
                </p14:cNvPr>
                <p14:cNvContentPartPr/>
                <p14:nvPr/>
              </p14:nvContentPartPr>
              <p14:xfrm>
                <a:off x="3199206" y="4291143"/>
                <a:ext cx="149040" cy="188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4AB8A7A-E7D7-2390-CCD3-AC103C48DFC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81206" y="4273503"/>
                  <a:ext cx="18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D8F7A24-D0B5-9DEE-67D3-8DA07E3B5D5F}"/>
                    </a:ext>
                  </a:extLst>
                </p14:cNvPr>
                <p14:cNvContentPartPr/>
                <p14:nvPr/>
              </p14:nvContentPartPr>
              <p14:xfrm>
                <a:off x="3481806" y="4573383"/>
                <a:ext cx="182880" cy="264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D8F7A24-D0B5-9DEE-67D3-8DA07E3B5D5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63806" y="4555743"/>
                  <a:ext cx="218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3C7A246-1C59-CBD1-B171-084C6E646141}"/>
                    </a:ext>
                  </a:extLst>
                </p14:cNvPr>
                <p14:cNvContentPartPr/>
                <p14:nvPr/>
              </p14:nvContentPartPr>
              <p14:xfrm>
                <a:off x="3493686" y="4753743"/>
                <a:ext cx="180000" cy="51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3C7A246-1C59-CBD1-B171-084C6E64614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476046" y="4735743"/>
                  <a:ext cx="215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7A13D9-3835-7AA1-44A8-1FDB2EAF2BCE}"/>
                    </a:ext>
                  </a:extLst>
                </p14:cNvPr>
                <p14:cNvContentPartPr/>
                <p14:nvPr/>
              </p14:nvContentPartPr>
              <p14:xfrm>
                <a:off x="3848286" y="4600383"/>
                <a:ext cx="48960" cy="250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7A13D9-3835-7AA1-44A8-1FDB2EAF2BC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30286" y="4582743"/>
                  <a:ext cx="84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DF9BB19-77D9-7A4D-C835-81567A29D7EB}"/>
                    </a:ext>
                  </a:extLst>
                </p14:cNvPr>
                <p14:cNvContentPartPr/>
                <p14:nvPr/>
              </p14:nvContentPartPr>
              <p14:xfrm>
                <a:off x="3893646" y="4575903"/>
                <a:ext cx="150120" cy="267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DF9BB19-77D9-7A4D-C835-81567A29D7E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875646" y="4557903"/>
                  <a:ext cx="1857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3D7E338-615F-95B8-1F0C-1E1F8B4C71FA}"/>
                    </a:ext>
                  </a:extLst>
                </p14:cNvPr>
                <p14:cNvContentPartPr/>
                <p14:nvPr/>
              </p14:nvContentPartPr>
              <p14:xfrm>
                <a:off x="3957366" y="4419303"/>
                <a:ext cx="342360" cy="593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3D7E338-615F-95B8-1F0C-1E1F8B4C71F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39366" y="4401663"/>
                  <a:ext cx="37800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2AE4F6C-6422-286A-EE19-F3788AC039B5}"/>
                    </a:ext>
                  </a:extLst>
                </p14:cNvPr>
                <p14:cNvContentPartPr/>
                <p14:nvPr/>
              </p14:nvContentPartPr>
              <p14:xfrm>
                <a:off x="3396126" y="4412463"/>
                <a:ext cx="186480" cy="616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2AE4F6C-6422-286A-EE19-F3788AC039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378126" y="4394823"/>
                  <a:ext cx="222120" cy="65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5A1C39B-7DE1-AB19-C014-6E0A0A4004AE}"/>
              </a:ext>
            </a:extLst>
          </p:cNvPr>
          <p:cNvGrpSpPr/>
          <p:nvPr/>
        </p:nvGrpSpPr>
        <p:grpSpPr>
          <a:xfrm>
            <a:off x="4622646" y="4692903"/>
            <a:ext cx="142200" cy="125640"/>
            <a:chOff x="4622646" y="4692903"/>
            <a:chExt cx="14220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3C652CA-9814-4B6C-8281-18C449FAC8D0}"/>
                    </a:ext>
                  </a:extLst>
                </p14:cNvPr>
                <p14:cNvContentPartPr/>
                <p14:nvPr/>
              </p14:nvContentPartPr>
              <p14:xfrm>
                <a:off x="4651446" y="4692903"/>
                <a:ext cx="65160" cy="16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3C652CA-9814-4B6C-8281-18C449FAC8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633806" y="4674903"/>
                  <a:ext cx="100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A0F552A-72C1-7F3C-8982-0842C596FD9D}"/>
                    </a:ext>
                  </a:extLst>
                </p14:cNvPr>
                <p14:cNvContentPartPr/>
                <p14:nvPr/>
              </p14:nvContentPartPr>
              <p14:xfrm>
                <a:off x="4622646" y="4791543"/>
                <a:ext cx="142200" cy="27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A0F552A-72C1-7F3C-8982-0842C596FD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05006" y="4773543"/>
                  <a:ext cx="17784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D7AB405C-0153-2233-48FE-58CCBF7536A1}"/>
              </a:ext>
            </a:extLst>
          </p:cNvPr>
          <p:cNvGrpSpPr/>
          <p:nvPr/>
        </p:nvGrpSpPr>
        <p:grpSpPr>
          <a:xfrm>
            <a:off x="5084526" y="4264863"/>
            <a:ext cx="1763280" cy="824760"/>
            <a:chOff x="5084526" y="4264863"/>
            <a:chExt cx="1763280" cy="82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8D3E554-7C03-8071-1B6F-7651A7A67A3F}"/>
                    </a:ext>
                  </a:extLst>
                </p14:cNvPr>
                <p14:cNvContentPartPr/>
                <p14:nvPr/>
              </p14:nvContentPartPr>
              <p14:xfrm>
                <a:off x="5514006" y="4517943"/>
                <a:ext cx="82080" cy="285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8D3E554-7C03-8071-1B6F-7651A7A67A3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96366" y="4500303"/>
                  <a:ext cx="117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8E60529-F247-9BB2-FC47-BF4B8C2388C0}"/>
                    </a:ext>
                  </a:extLst>
                </p14:cNvPr>
                <p14:cNvContentPartPr/>
                <p14:nvPr/>
              </p14:nvContentPartPr>
              <p14:xfrm>
                <a:off x="5495286" y="4509663"/>
                <a:ext cx="207360" cy="313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8E60529-F247-9BB2-FC47-BF4B8C2388C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477286" y="4492023"/>
                  <a:ext cx="2430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6AE1320-F0A1-25C2-1DDF-11E6D87814E3}"/>
                    </a:ext>
                  </a:extLst>
                </p14:cNvPr>
                <p14:cNvContentPartPr/>
                <p14:nvPr/>
              </p14:nvContentPartPr>
              <p14:xfrm>
                <a:off x="5784366" y="4403103"/>
                <a:ext cx="88920" cy="43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6AE1320-F0A1-25C2-1DDF-11E6D87814E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66726" y="4385103"/>
                  <a:ext cx="12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5F56FD4-3C91-A692-0F0F-DA2F0D2FB533}"/>
                    </a:ext>
                  </a:extLst>
                </p14:cNvPr>
                <p14:cNvContentPartPr/>
                <p14:nvPr/>
              </p14:nvContentPartPr>
              <p14:xfrm>
                <a:off x="5834406" y="4348383"/>
                <a:ext cx="72360" cy="158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5F56FD4-3C91-A692-0F0F-DA2F0D2FB53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16766" y="4330743"/>
                  <a:ext cx="108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7099E6-E916-CF44-AAE3-52643B1CD205}"/>
                    </a:ext>
                  </a:extLst>
                </p14:cNvPr>
                <p14:cNvContentPartPr/>
                <p14:nvPr/>
              </p14:nvContentPartPr>
              <p14:xfrm>
                <a:off x="5799846" y="4457823"/>
                <a:ext cx="127800" cy="75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7099E6-E916-CF44-AAE3-52643B1CD20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781846" y="4439823"/>
                  <a:ext cx="163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0D42ADD-5E00-4CE1-BDCC-4CFD21BF6F2E}"/>
                    </a:ext>
                  </a:extLst>
                </p14:cNvPr>
                <p14:cNvContentPartPr/>
                <p14:nvPr/>
              </p14:nvContentPartPr>
              <p14:xfrm>
                <a:off x="6176406" y="4494543"/>
                <a:ext cx="154440" cy="286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0D42ADD-5E00-4CE1-BDCC-4CFD21BF6F2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158766" y="4476543"/>
                  <a:ext cx="190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43F8153-D2C6-8330-B0E9-F9E1F9565693}"/>
                    </a:ext>
                  </a:extLst>
                </p14:cNvPr>
                <p14:cNvContentPartPr/>
                <p14:nvPr/>
              </p14:nvContentPartPr>
              <p14:xfrm>
                <a:off x="6151566" y="4630983"/>
                <a:ext cx="146520" cy="954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43F8153-D2C6-8330-B0E9-F9E1F956569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33566" y="4613343"/>
                  <a:ext cx="182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7ADEEDD-7FE3-FD03-1C98-C01B71B06BF1}"/>
                    </a:ext>
                  </a:extLst>
                </p14:cNvPr>
                <p14:cNvContentPartPr/>
                <p14:nvPr/>
              </p14:nvContentPartPr>
              <p14:xfrm>
                <a:off x="6417966" y="4351983"/>
                <a:ext cx="207720" cy="146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7ADEEDD-7FE3-FD03-1C98-C01B71B06BF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400326" y="4334343"/>
                  <a:ext cx="243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D78A0BB-0D32-9738-CC83-D5F48DEBADE7}"/>
                    </a:ext>
                  </a:extLst>
                </p14:cNvPr>
                <p14:cNvContentPartPr/>
                <p14:nvPr/>
              </p14:nvContentPartPr>
              <p14:xfrm>
                <a:off x="6525966" y="4295463"/>
                <a:ext cx="321840" cy="682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D78A0BB-0D32-9738-CC83-D5F48DEBADE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508326" y="4277463"/>
                  <a:ext cx="35748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4C67CEF-54F9-E586-A7CD-F04506E9F912}"/>
                    </a:ext>
                  </a:extLst>
                </p14:cNvPr>
                <p14:cNvContentPartPr/>
                <p14:nvPr/>
              </p14:nvContentPartPr>
              <p14:xfrm>
                <a:off x="5084526" y="4264863"/>
                <a:ext cx="460440" cy="824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4C67CEF-54F9-E586-A7CD-F04506E9F91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066526" y="4247223"/>
                  <a:ext cx="496080" cy="86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A60AC4F1-800E-BE4E-1601-18551014D954}"/>
              </a:ext>
            </a:extLst>
          </p:cNvPr>
          <p:cNvGrpSpPr/>
          <p:nvPr/>
        </p:nvGrpSpPr>
        <p:grpSpPr>
          <a:xfrm>
            <a:off x="7108806" y="4525863"/>
            <a:ext cx="585360" cy="339840"/>
            <a:chOff x="7108806" y="4525863"/>
            <a:chExt cx="58536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A349DDC-AEBF-7081-C798-CE027522746B}"/>
                    </a:ext>
                  </a:extLst>
                </p14:cNvPr>
                <p14:cNvContentPartPr/>
                <p14:nvPr/>
              </p14:nvContentPartPr>
              <p14:xfrm>
                <a:off x="7108806" y="4525863"/>
                <a:ext cx="204120" cy="321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A349DDC-AEBF-7081-C798-CE02752274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91166" y="4508223"/>
                  <a:ext cx="2397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1866D80-9C1E-17CE-7992-EC2BB94F28B6}"/>
                    </a:ext>
                  </a:extLst>
                </p14:cNvPr>
                <p14:cNvContentPartPr/>
                <p14:nvPr/>
              </p14:nvContentPartPr>
              <p14:xfrm>
                <a:off x="7125726" y="4686063"/>
                <a:ext cx="179640" cy="63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1866D80-9C1E-17CE-7992-EC2BB94F28B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107726" y="4668063"/>
                  <a:ext cx="2152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1C44CD1-6AA7-E4DD-158A-E0E0780AF42C}"/>
                    </a:ext>
                  </a:extLst>
                </p14:cNvPr>
                <p14:cNvContentPartPr/>
                <p14:nvPr/>
              </p14:nvContentPartPr>
              <p14:xfrm>
                <a:off x="7500846" y="4544223"/>
                <a:ext cx="50400" cy="223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1C44CD1-6AA7-E4DD-158A-E0E0780AF4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82846" y="4526583"/>
                  <a:ext cx="860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F31CCB7-2D89-4FB7-0616-4C7385EFDA37}"/>
                    </a:ext>
                  </a:extLst>
                </p14:cNvPr>
                <p14:cNvContentPartPr/>
                <p14:nvPr/>
              </p14:nvContentPartPr>
              <p14:xfrm>
                <a:off x="7467366" y="4529103"/>
                <a:ext cx="226800" cy="3366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F31CCB7-2D89-4FB7-0616-4C7385EFDA3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449366" y="4511463"/>
                  <a:ext cx="26244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8BABC16-B054-36C2-6DD8-F0DAADD3BDCA}"/>
              </a:ext>
            </a:extLst>
          </p:cNvPr>
          <p:cNvGrpSpPr/>
          <p:nvPr/>
        </p:nvGrpSpPr>
        <p:grpSpPr>
          <a:xfrm>
            <a:off x="4801566" y="5371143"/>
            <a:ext cx="228600" cy="62640"/>
            <a:chOff x="4801566" y="5371143"/>
            <a:chExt cx="228600" cy="6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15C0656-B42E-F517-A582-F21BD3068D72}"/>
                    </a:ext>
                  </a:extLst>
                </p14:cNvPr>
                <p14:cNvContentPartPr/>
                <p14:nvPr/>
              </p14:nvContentPartPr>
              <p14:xfrm>
                <a:off x="4801566" y="5371143"/>
                <a:ext cx="139680" cy="9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15C0656-B42E-F517-A582-F21BD3068D7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83926" y="5353503"/>
                  <a:ext cx="175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DF267DB-DFF7-2E8B-3448-FF6030B542DF}"/>
                    </a:ext>
                  </a:extLst>
                </p14:cNvPr>
                <p14:cNvContentPartPr/>
                <p14:nvPr/>
              </p14:nvContentPartPr>
              <p14:xfrm>
                <a:off x="4826046" y="5421903"/>
                <a:ext cx="204120" cy="11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DF267DB-DFF7-2E8B-3448-FF6030B542D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808046" y="5404263"/>
                  <a:ext cx="23976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EC25D66-05F6-86FB-B36C-F9AF1BB5BA94}"/>
              </a:ext>
            </a:extLst>
          </p:cNvPr>
          <p:cNvGrpSpPr/>
          <p:nvPr/>
        </p:nvGrpSpPr>
        <p:grpSpPr>
          <a:xfrm>
            <a:off x="5589966" y="5257743"/>
            <a:ext cx="1838520" cy="656640"/>
            <a:chOff x="5589966" y="5257743"/>
            <a:chExt cx="1838520" cy="65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00D8D6D-EF99-F532-4A33-39801F245D41}"/>
                    </a:ext>
                  </a:extLst>
                </p14:cNvPr>
                <p14:cNvContentPartPr/>
                <p14:nvPr/>
              </p14:nvContentPartPr>
              <p14:xfrm>
                <a:off x="5589966" y="5368263"/>
                <a:ext cx="16920" cy="309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00D8D6D-EF99-F532-4A33-39801F245D4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72326" y="5350263"/>
                  <a:ext cx="525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6037FBF-2FEF-E3B8-A6F8-894EE3AE4FEB}"/>
                    </a:ext>
                  </a:extLst>
                </p14:cNvPr>
                <p14:cNvContentPartPr/>
                <p14:nvPr/>
              </p14:nvContentPartPr>
              <p14:xfrm>
                <a:off x="5611206" y="5343423"/>
                <a:ext cx="218880" cy="298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6037FBF-2FEF-E3B8-A6F8-894EE3AE4FE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593206" y="5325423"/>
                  <a:ext cx="2545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E3D302C-2DA3-6E26-E318-71E6F917D013}"/>
                    </a:ext>
                  </a:extLst>
                </p14:cNvPr>
                <p14:cNvContentPartPr/>
                <p14:nvPr/>
              </p14:nvContentPartPr>
              <p14:xfrm>
                <a:off x="5890926" y="5289423"/>
                <a:ext cx="221040" cy="135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E3D302C-2DA3-6E26-E318-71E6F917D01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873286" y="5271783"/>
                  <a:ext cx="256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C0D8749-AC3F-BF67-0BB7-89147DD0498E}"/>
                    </a:ext>
                  </a:extLst>
                </p14:cNvPr>
                <p14:cNvContentPartPr/>
                <p14:nvPr/>
              </p14:nvContentPartPr>
              <p14:xfrm>
                <a:off x="6468006" y="5426583"/>
                <a:ext cx="177480" cy="256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C0D8749-AC3F-BF67-0BB7-89147DD0498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450006" y="5408943"/>
                  <a:ext cx="2131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5E92AE1-5DBA-E6CC-4EF5-38A6091F0DBB}"/>
                    </a:ext>
                  </a:extLst>
                </p14:cNvPr>
                <p14:cNvContentPartPr/>
                <p14:nvPr/>
              </p14:nvContentPartPr>
              <p14:xfrm>
                <a:off x="6477726" y="5536023"/>
                <a:ext cx="135360" cy="45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5E92AE1-5DBA-E6CC-4EF5-38A6091F0DB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460086" y="5518383"/>
                  <a:ext cx="171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1EDD3A2-2059-CAA9-6278-8C2D7764E98B}"/>
                    </a:ext>
                  </a:extLst>
                </p14:cNvPr>
                <p14:cNvContentPartPr/>
                <p14:nvPr/>
              </p14:nvContentPartPr>
              <p14:xfrm>
                <a:off x="6768966" y="5286183"/>
                <a:ext cx="195840" cy="178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1EDD3A2-2059-CAA9-6278-8C2D7764E98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50966" y="5268543"/>
                  <a:ext cx="231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322EF4-DF36-D711-8702-D62CDDAA5450}"/>
                    </a:ext>
                  </a:extLst>
                </p14:cNvPr>
                <p14:cNvContentPartPr/>
                <p14:nvPr/>
              </p14:nvContentPartPr>
              <p14:xfrm>
                <a:off x="7053006" y="5424783"/>
                <a:ext cx="127800" cy="249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3322EF4-DF36-D711-8702-D62CDDAA545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35006" y="5406783"/>
                  <a:ext cx="163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EA08E0E-68C4-5488-FBD7-5B18D0E66087}"/>
                    </a:ext>
                  </a:extLst>
                </p14:cNvPr>
                <p14:cNvContentPartPr/>
                <p14:nvPr/>
              </p14:nvContentPartPr>
              <p14:xfrm>
                <a:off x="7048326" y="5540343"/>
                <a:ext cx="84240" cy="68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EA08E0E-68C4-5488-FBD7-5B18D0E6608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30326" y="5522703"/>
                  <a:ext cx="119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B2B97E1-85A7-722B-EB90-E87484FF8816}"/>
                    </a:ext>
                  </a:extLst>
                </p14:cNvPr>
                <p14:cNvContentPartPr/>
                <p14:nvPr/>
              </p14:nvContentPartPr>
              <p14:xfrm>
                <a:off x="7204566" y="5295543"/>
                <a:ext cx="223920" cy="551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B2B97E1-85A7-722B-EB90-E87484FF881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86926" y="5277543"/>
                  <a:ext cx="25956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E625596-9E2F-74F2-EB45-29C70C3EA8D8}"/>
                    </a:ext>
                  </a:extLst>
                </p14:cNvPr>
                <p14:cNvContentPartPr/>
                <p14:nvPr/>
              </p14:nvContentPartPr>
              <p14:xfrm>
                <a:off x="6190086" y="5257743"/>
                <a:ext cx="259560" cy="656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E625596-9E2F-74F2-EB45-29C70C3EA8D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72086" y="5239743"/>
                  <a:ext cx="295200" cy="69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3FB5433-A705-F50F-0F6A-34A75433538A}"/>
              </a:ext>
            </a:extLst>
          </p:cNvPr>
          <p:cNvGrpSpPr/>
          <p:nvPr/>
        </p:nvGrpSpPr>
        <p:grpSpPr>
          <a:xfrm>
            <a:off x="7819806" y="5388783"/>
            <a:ext cx="225000" cy="306720"/>
            <a:chOff x="7819806" y="5388783"/>
            <a:chExt cx="22500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B5A0A41-455E-42CD-E874-288344140B0D}"/>
                    </a:ext>
                  </a:extLst>
                </p14:cNvPr>
                <p14:cNvContentPartPr/>
                <p14:nvPr/>
              </p14:nvContentPartPr>
              <p14:xfrm>
                <a:off x="7819806" y="5424783"/>
                <a:ext cx="13320" cy="2512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B5A0A41-455E-42CD-E874-288344140B0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802166" y="5407143"/>
                  <a:ext cx="48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D34C2F0-CF95-0721-3B75-488879A5452A}"/>
                    </a:ext>
                  </a:extLst>
                </p14:cNvPr>
                <p14:cNvContentPartPr/>
                <p14:nvPr/>
              </p14:nvContentPartPr>
              <p14:xfrm>
                <a:off x="7827366" y="5388783"/>
                <a:ext cx="217440" cy="306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D34C2F0-CF95-0721-3B75-488879A5452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09366" y="5371143"/>
                  <a:ext cx="25308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17AEDCC0-8BE2-1663-858B-785E828D41BD}"/>
              </a:ext>
            </a:extLst>
          </p:cNvPr>
          <p:cNvGrpSpPr/>
          <p:nvPr/>
        </p:nvGrpSpPr>
        <p:grpSpPr>
          <a:xfrm>
            <a:off x="4809126" y="6106263"/>
            <a:ext cx="209520" cy="82080"/>
            <a:chOff x="4809126" y="6106263"/>
            <a:chExt cx="209520" cy="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58A2B33-0ACF-EB7E-8874-EFD36BA32AEF}"/>
                    </a:ext>
                  </a:extLst>
                </p14:cNvPr>
                <p14:cNvContentPartPr/>
                <p14:nvPr/>
              </p14:nvContentPartPr>
              <p14:xfrm>
                <a:off x="4850886" y="6106263"/>
                <a:ext cx="119520" cy="68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58A2B33-0ACF-EB7E-8874-EFD36BA32AE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33246" y="6088263"/>
                  <a:ext cx="155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B2285AF-CE59-D69E-4B39-28CFE489F3D0}"/>
                    </a:ext>
                  </a:extLst>
                </p14:cNvPr>
                <p14:cNvContentPartPr/>
                <p14:nvPr/>
              </p14:nvContentPartPr>
              <p14:xfrm>
                <a:off x="4809126" y="6169623"/>
                <a:ext cx="209520" cy="18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B2285AF-CE59-D69E-4B39-28CFE489F3D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791486" y="6151623"/>
                  <a:ext cx="2451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2782C28-AF9D-EE45-2B8B-495D004636F2}"/>
              </a:ext>
            </a:extLst>
          </p:cNvPr>
          <p:cNvGrpSpPr/>
          <p:nvPr/>
        </p:nvGrpSpPr>
        <p:grpSpPr>
          <a:xfrm>
            <a:off x="7719726" y="739023"/>
            <a:ext cx="978480" cy="464760"/>
            <a:chOff x="7719726" y="739023"/>
            <a:chExt cx="97848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CDD8AC-653C-DFE3-E23E-CF39DB3775BB}"/>
                    </a:ext>
                  </a:extLst>
                </p14:cNvPr>
                <p14:cNvContentPartPr/>
                <p14:nvPr/>
              </p14:nvContentPartPr>
              <p14:xfrm>
                <a:off x="7764006" y="853863"/>
                <a:ext cx="130680" cy="5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CDD8AC-653C-DFE3-E23E-CF39DB3775B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746006" y="836223"/>
                  <a:ext cx="166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3E530E-5921-F0CB-8B03-A08F492C16B0}"/>
                    </a:ext>
                  </a:extLst>
                </p14:cNvPr>
                <p14:cNvContentPartPr/>
                <p14:nvPr/>
              </p14:nvContentPartPr>
              <p14:xfrm>
                <a:off x="7719726" y="925863"/>
                <a:ext cx="191520" cy="43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03E530E-5921-F0CB-8B03-A08F492C16B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701726" y="908223"/>
                  <a:ext cx="227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B6690A1-B7BC-E771-405D-3AD827C2C6AA}"/>
                    </a:ext>
                  </a:extLst>
                </p14:cNvPr>
                <p14:cNvContentPartPr/>
                <p14:nvPr/>
              </p14:nvContentPartPr>
              <p14:xfrm>
                <a:off x="8319846" y="745863"/>
                <a:ext cx="216360" cy="34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B6690A1-B7BC-E771-405D-3AD827C2C6A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301846" y="728223"/>
                  <a:ext cx="252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031522-2863-DB36-BD8C-A65EA5C9DC75}"/>
                    </a:ext>
                  </a:extLst>
                </p14:cNvPr>
                <p14:cNvContentPartPr/>
                <p14:nvPr/>
              </p14:nvContentPartPr>
              <p14:xfrm>
                <a:off x="8395086" y="739023"/>
                <a:ext cx="81360" cy="330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031522-2863-DB36-BD8C-A65EA5C9DC7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377086" y="721383"/>
                  <a:ext cx="1170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510940-691F-6C53-8E48-886FA8C6697C}"/>
                    </a:ext>
                  </a:extLst>
                </p14:cNvPr>
                <p14:cNvContentPartPr/>
                <p14:nvPr/>
              </p14:nvContentPartPr>
              <p14:xfrm>
                <a:off x="8127966" y="1058343"/>
                <a:ext cx="570240" cy="52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510940-691F-6C53-8E48-886FA8C6697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110326" y="1040703"/>
                  <a:ext cx="605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F70CF9F-583E-7F75-D7D8-E8DF6C9FE451}"/>
                    </a:ext>
                  </a:extLst>
                </p14:cNvPr>
                <p14:cNvContentPartPr/>
                <p14:nvPr/>
              </p14:nvContentPartPr>
              <p14:xfrm>
                <a:off x="8466726" y="1167063"/>
                <a:ext cx="1440" cy="4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F70CF9F-583E-7F75-D7D8-E8DF6C9FE45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449086" y="1149063"/>
                  <a:ext cx="37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24FD6D1-E7AE-E2A4-EAD9-69D1E7F16A3F}"/>
                    </a:ext>
                  </a:extLst>
                </p14:cNvPr>
                <p14:cNvContentPartPr/>
                <p14:nvPr/>
              </p14:nvContentPartPr>
              <p14:xfrm>
                <a:off x="8537646" y="1185783"/>
                <a:ext cx="7560" cy="180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24FD6D1-E7AE-E2A4-EAD9-69D1E7F16A3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519646" y="1168143"/>
                  <a:ext cx="432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49D76BF-5D1B-ED49-C03C-3E71C980BE66}"/>
              </a:ext>
            </a:extLst>
          </p:cNvPr>
          <p:cNvGrpSpPr/>
          <p:nvPr/>
        </p:nvGrpSpPr>
        <p:grpSpPr>
          <a:xfrm>
            <a:off x="5594286" y="5919423"/>
            <a:ext cx="1278000" cy="513360"/>
            <a:chOff x="5594286" y="5919423"/>
            <a:chExt cx="127800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2EA8921-85E3-A30C-1D4E-9AFA3A24AC9C}"/>
                    </a:ext>
                  </a:extLst>
                </p14:cNvPr>
                <p14:cNvContentPartPr/>
                <p14:nvPr/>
              </p14:nvContentPartPr>
              <p14:xfrm>
                <a:off x="5594286" y="6147663"/>
                <a:ext cx="61200" cy="171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2EA8921-85E3-A30C-1D4E-9AFA3A24AC9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576646" y="6129663"/>
                  <a:ext cx="96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E0F7CEF-E7C2-88F1-A99F-013EBD7A781E}"/>
                    </a:ext>
                  </a:extLst>
                </p14:cNvPr>
                <p14:cNvContentPartPr/>
                <p14:nvPr/>
              </p14:nvContentPartPr>
              <p14:xfrm>
                <a:off x="5622726" y="6043623"/>
                <a:ext cx="184680" cy="265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E0F7CEF-E7C2-88F1-A99F-013EBD7A781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604726" y="6025623"/>
                  <a:ext cx="220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F0516E2-8E63-D442-E5C1-CD1169DD54AA}"/>
                    </a:ext>
                  </a:extLst>
                </p14:cNvPr>
                <p14:cNvContentPartPr/>
                <p14:nvPr/>
              </p14:nvContentPartPr>
              <p14:xfrm>
                <a:off x="5899206" y="5919423"/>
                <a:ext cx="156600" cy="191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F0516E2-8E63-D442-E5C1-CD1169DD54A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81566" y="5901783"/>
                  <a:ext cx="192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BD6189B-97A0-39FC-CA49-0A228E1710BE}"/>
                    </a:ext>
                  </a:extLst>
                </p14:cNvPr>
                <p14:cNvContentPartPr/>
                <p14:nvPr/>
              </p14:nvContentPartPr>
              <p14:xfrm>
                <a:off x="6246606" y="6123903"/>
                <a:ext cx="145800" cy="29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BD6189B-97A0-39FC-CA49-0A228E1710B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228606" y="6105903"/>
                  <a:ext cx="181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4060B10-20F7-C54A-CE72-E8DB68FF7614}"/>
                    </a:ext>
                  </a:extLst>
                </p14:cNvPr>
                <p14:cNvContentPartPr/>
                <p14:nvPr/>
              </p14:nvContentPartPr>
              <p14:xfrm>
                <a:off x="6283686" y="6132903"/>
                <a:ext cx="63360" cy="232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4060B10-20F7-C54A-CE72-E8DB68FF761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265686" y="6115263"/>
                  <a:ext cx="99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CF4570E-FB12-4EF4-B0DC-06E5982C2C18}"/>
                    </a:ext>
                  </a:extLst>
                </p14:cNvPr>
                <p14:cNvContentPartPr/>
                <p14:nvPr/>
              </p14:nvContentPartPr>
              <p14:xfrm>
                <a:off x="6171726" y="6394623"/>
                <a:ext cx="208080" cy="208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CF4570E-FB12-4EF4-B0DC-06E5982C2C1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154086" y="6376983"/>
                  <a:ext cx="243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E3CDAB3-4C08-14F9-4B9E-AE1D482228BF}"/>
                    </a:ext>
                  </a:extLst>
                </p14:cNvPr>
                <p14:cNvContentPartPr/>
                <p14:nvPr/>
              </p14:nvContentPartPr>
              <p14:xfrm>
                <a:off x="6610206" y="6179343"/>
                <a:ext cx="22320" cy="2534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E3CDAB3-4C08-14F9-4B9E-AE1D482228B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592566" y="6161343"/>
                  <a:ext cx="579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232B5E7-53BD-C975-D8DA-89E1EDF66E7F}"/>
                    </a:ext>
                  </a:extLst>
                </p14:cNvPr>
                <p14:cNvContentPartPr/>
                <p14:nvPr/>
              </p14:nvContentPartPr>
              <p14:xfrm>
                <a:off x="6624966" y="6142263"/>
                <a:ext cx="247320" cy="285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232B5E7-53BD-C975-D8DA-89E1EDF66E7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606966" y="6124263"/>
                  <a:ext cx="28296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8BFF153-A0EE-71DD-75FF-B91B83282EAA}"/>
              </a:ext>
            </a:extLst>
          </p:cNvPr>
          <p:cNvGrpSpPr/>
          <p:nvPr/>
        </p:nvGrpSpPr>
        <p:grpSpPr>
          <a:xfrm>
            <a:off x="5085606" y="6617463"/>
            <a:ext cx="210960" cy="151200"/>
            <a:chOff x="5085606" y="6617463"/>
            <a:chExt cx="210960" cy="1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FFDE152-813A-8059-296B-D2A286B16539}"/>
                    </a:ext>
                  </a:extLst>
                </p14:cNvPr>
                <p14:cNvContentPartPr/>
                <p14:nvPr/>
              </p14:nvContentPartPr>
              <p14:xfrm>
                <a:off x="5085606" y="6617463"/>
                <a:ext cx="169560" cy="205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FFDE152-813A-8059-296B-D2A286B1653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67966" y="6599463"/>
                  <a:ext cx="205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A7639D0-8DFF-3405-94FD-61A70A079070}"/>
                    </a:ext>
                  </a:extLst>
                </p14:cNvPr>
                <p14:cNvContentPartPr/>
                <p14:nvPr/>
              </p14:nvContentPartPr>
              <p14:xfrm>
                <a:off x="5093886" y="6759663"/>
                <a:ext cx="202680" cy="9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A7639D0-8DFF-3405-94FD-61A70A07907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076246" y="6742023"/>
                  <a:ext cx="2383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899BE45-416C-1549-B65F-B0A6032CA8D2}"/>
              </a:ext>
            </a:extLst>
          </p:cNvPr>
          <p:cNvGrpSpPr/>
          <p:nvPr/>
        </p:nvGrpSpPr>
        <p:grpSpPr>
          <a:xfrm>
            <a:off x="5529846" y="6518823"/>
            <a:ext cx="370800" cy="353160"/>
            <a:chOff x="5529846" y="6518823"/>
            <a:chExt cx="3708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270EF18-2841-3BBE-A2F0-D37ABCE262A8}"/>
                    </a:ext>
                  </a:extLst>
                </p14:cNvPr>
                <p14:cNvContentPartPr/>
                <p14:nvPr/>
              </p14:nvContentPartPr>
              <p14:xfrm>
                <a:off x="5531286" y="6614223"/>
                <a:ext cx="43200" cy="2242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270EF18-2841-3BBE-A2F0-D37ABCE262A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513286" y="6596583"/>
                  <a:ext cx="78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A169EA5-491F-8F78-F538-D7B6EA405D82}"/>
                    </a:ext>
                  </a:extLst>
                </p14:cNvPr>
                <p14:cNvContentPartPr/>
                <p14:nvPr/>
              </p14:nvContentPartPr>
              <p14:xfrm>
                <a:off x="5529846" y="6603063"/>
                <a:ext cx="168120" cy="268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A169EA5-491F-8F78-F538-D7B6EA405D8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12206" y="6585063"/>
                  <a:ext cx="2037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BB86F25-39A8-092E-0467-5EE6F18839B9}"/>
                    </a:ext>
                  </a:extLst>
                </p14:cNvPr>
                <p14:cNvContentPartPr/>
                <p14:nvPr/>
              </p14:nvContentPartPr>
              <p14:xfrm>
                <a:off x="5731446" y="6518823"/>
                <a:ext cx="169200" cy="1321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BB86F25-39A8-092E-0467-5EE6F18839B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713446" y="6500823"/>
                  <a:ext cx="20484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B78FC27F-EC48-4970-91D5-27F041216667}"/>
              </a:ext>
            </a:extLst>
          </p:cNvPr>
          <p:cNvGrpSpPr/>
          <p:nvPr/>
        </p:nvGrpSpPr>
        <p:grpSpPr>
          <a:xfrm>
            <a:off x="6106206" y="6582903"/>
            <a:ext cx="180000" cy="226800"/>
            <a:chOff x="6106206" y="6582903"/>
            <a:chExt cx="18000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0E3B996-81C1-8226-D9BC-B7609E0FC4BF}"/>
                    </a:ext>
                  </a:extLst>
                </p14:cNvPr>
                <p14:cNvContentPartPr/>
                <p14:nvPr/>
              </p14:nvContentPartPr>
              <p14:xfrm>
                <a:off x="6132486" y="6646983"/>
                <a:ext cx="13680" cy="162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0E3B996-81C1-8226-D9BC-B7609E0FC4B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114486" y="6628983"/>
                  <a:ext cx="49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1F2A3B9-DA50-04A6-5B5C-96C17D720841}"/>
                    </a:ext>
                  </a:extLst>
                </p14:cNvPr>
                <p14:cNvContentPartPr/>
                <p14:nvPr/>
              </p14:nvContentPartPr>
              <p14:xfrm>
                <a:off x="6118446" y="6582903"/>
                <a:ext cx="167760" cy="223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1F2A3B9-DA50-04A6-5B5C-96C17D72084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00446" y="6565263"/>
                  <a:ext cx="203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B08D2A4-5FBC-8EDD-D6FA-5438432CE10A}"/>
                    </a:ext>
                  </a:extLst>
                </p14:cNvPr>
                <p14:cNvContentPartPr/>
                <p14:nvPr/>
              </p14:nvContentPartPr>
              <p14:xfrm>
                <a:off x="6106206" y="6707823"/>
                <a:ext cx="3240" cy="64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B08D2A4-5FBC-8EDD-D6FA-5438432CE10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88206" y="6690183"/>
                  <a:ext cx="3888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FC553160-43AC-2779-46C7-DA6F790ECDEF}"/>
              </a:ext>
            </a:extLst>
          </p:cNvPr>
          <p:cNvGrpSpPr/>
          <p:nvPr/>
        </p:nvGrpSpPr>
        <p:grpSpPr>
          <a:xfrm>
            <a:off x="6990006" y="6622503"/>
            <a:ext cx="213120" cy="151920"/>
            <a:chOff x="6990006" y="6622503"/>
            <a:chExt cx="21312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B9F108E-1224-C1FB-D32B-7F7F4F9E49B5}"/>
                    </a:ext>
                  </a:extLst>
                </p14:cNvPr>
                <p14:cNvContentPartPr/>
                <p14:nvPr/>
              </p14:nvContentPartPr>
              <p14:xfrm>
                <a:off x="7020246" y="6622503"/>
                <a:ext cx="147600" cy="32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B9F108E-1224-C1FB-D32B-7F7F4F9E49B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002606" y="6604503"/>
                  <a:ext cx="183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9EDC403-AA04-ACEB-69AD-93DBBA94D65D}"/>
                    </a:ext>
                  </a:extLst>
                </p14:cNvPr>
                <p14:cNvContentPartPr/>
                <p14:nvPr/>
              </p14:nvContentPartPr>
              <p14:xfrm>
                <a:off x="6990006" y="6756783"/>
                <a:ext cx="213120" cy="17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9EDC403-AA04-ACEB-69AD-93DBBA94D65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972366" y="6738783"/>
                  <a:ext cx="2487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40C9B724-F6FF-8D76-97FB-F65DE30E787C}"/>
              </a:ext>
            </a:extLst>
          </p:cNvPr>
          <p:cNvGrpSpPr/>
          <p:nvPr/>
        </p:nvGrpSpPr>
        <p:grpSpPr>
          <a:xfrm>
            <a:off x="7456206" y="6516303"/>
            <a:ext cx="444960" cy="325440"/>
            <a:chOff x="7456206" y="6516303"/>
            <a:chExt cx="44496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1E06014-7C3B-83C0-5C8B-630F87D9BA7A}"/>
                    </a:ext>
                  </a:extLst>
                </p14:cNvPr>
                <p14:cNvContentPartPr/>
                <p14:nvPr/>
              </p14:nvContentPartPr>
              <p14:xfrm>
                <a:off x="7491846" y="6516303"/>
                <a:ext cx="229680" cy="381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1E06014-7C3B-83C0-5C8B-630F87D9BA7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74206" y="6498303"/>
                  <a:ext cx="265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7FB440E-C5D8-A707-7B77-792C7B5340CA}"/>
                    </a:ext>
                  </a:extLst>
                </p14:cNvPr>
                <p14:cNvContentPartPr/>
                <p14:nvPr/>
              </p14:nvContentPartPr>
              <p14:xfrm>
                <a:off x="7587606" y="6547983"/>
                <a:ext cx="27720" cy="2401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7FB440E-C5D8-A707-7B77-792C7B5340C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569606" y="6529983"/>
                  <a:ext cx="633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D2F84A3-ED28-6601-05BF-9D5EC85FF7B8}"/>
                    </a:ext>
                  </a:extLst>
                </p14:cNvPr>
                <p14:cNvContentPartPr/>
                <p14:nvPr/>
              </p14:nvContentPartPr>
              <p14:xfrm>
                <a:off x="7456206" y="6813663"/>
                <a:ext cx="444960" cy="280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D2F84A3-ED28-6601-05BF-9D5EC85FF7B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38206" y="6796023"/>
                  <a:ext cx="480600" cy="6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58403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23B093A-90F9-0243-5412-97A297F80C90}"/>
              </a:ext>
            </a:extLst>
          </p:cNvPr>
          <p:cNvGrpSpPr/>
          <p:nvPr/>
        </p:nvGrpSpPr>
        <p:grpSpPr>
          <a:xfrm>
            <a:off x="2534646" y="377943"/>
            <a:ext cx="1579680" cy="892080"/>
            <a:chOff x="2534646" y="377943"/>
            <a:chExt cx="1579680" cy="89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41451EA-8FF3-F3C4-F021-C94EFBADF60A}"/>
                    </a:ext>
                  </a:extLst>
                </p14:cNvPr>
                <p14:cNvContentPartPr/>
                <p14:nvPr/>
              </p14:nvContentPartPr>
              <p14:xfrm>
                <a:off x="3304326" y="674943"/>
                <a:ext cx="9000" cy="250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51EA-8FF3-F3C4-F021-C94EFBADF6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86326" y="657303"/>
                  <a:ext cx="446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49BC29-6727-E379-B5DD-A1846E7F4967}"/>
                    </a:ext>
                  </a:extLst>
                </p14:cNvPr>
                <p14:cNvContentPartPr/>
                <p14:nvPr/>
              </p14:nvContentPartPr>
              <p14:xfrm>
                <a:off x="3301086" y="654063"/>
                <a:ext cx="170280" cy="291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49BC29-6727-E379-B5DD-A1846E7F49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3446" y="636423"/>
                  <a:ext cx="205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F12646-872E-9BC5-004D-5751E3871A4C}"/>
                    </a:ext>
                  </a:extLst>
                </p14:cNvPr>
                <p14:cNvContentPartPr/>
                <p14:nvPr/>
              </p14:nvContentPartPr>
              <p14:xfrm>
                <a:off x="3437886" y="490623"/>
                <a:ext cx="239760" cy="779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F12646-872E-9BC5-004D-5751E3871A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19886" y="472983"/>
                  <a:ext cx="27540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A5C09B0-F5E6-501F-E914-7EBD04CBD06D}"/>
                    </a:ext>
                  </a:extLst>
                </p14:cNvPr>
                <p14:cNvContentPartPr/>
                <p14:nvPr/>
              </p14:nvContentPartPr>
              <p14:xfrm>
                <a:off x="2853966" y="583503"/>
                <a:ext cx="218520" cy="406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A5C09B0-F5E6-501F-E914-7EBD04CBD0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6326" y="565863"/>
                  <a:ext cx="2541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404C6DF-3A09-BF7B-0B54-8D86D2C864DD}"/>
                    </a:ext>
                  </a:extLst>
                </p14:cNvPr>
                <p14:cNvContentPartPr/>
                <p14:nvPr/>
              </p14:nvContentPartPr>
              <p14:xfrm>
                <a:off x="2913006" y="798423"/>
                <a:ext cx="160200" cy="59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404C6DF-3A09-BF7B-0B54-8D86D2C864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95366" y="780423"/>
                  <a:ext cx="195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4D9E57-0889-6F5F-4170-EAF95657DF60}"/>
                    </a:ext>
                  </a:extLst>
                </p14:cNvPr>
                <p14:cNvContentPartPr/>
                <p14:nvPr/>
              </p14:nvContentPartPr>
              <p14:xfrm>
                <a:off x="2534646" y="497823"/>
                <a:ext cx="251640" cy="766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4D9E57-0889-6F5F-4170-EAF95657DF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17006" y="480183"/>
                  <a:ext cx="28728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DD1702-E00D-FE9D-C947-64AF24FE5B88}"/>
                    </a:ext>
                  </a:extLst>
                </p14:cNvPr>
                <p14:cNvContentPartPr/>
                <p14:nvPr/>
              </p14:nvContentPartPr>
              <p14:xfrm>
                <a:off x="3903726" y="377943"/>
                <a:ext cx="210600" cy="197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DD1702-E00D-FE9D-C947-64AF24FE5B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85726" y="359943"/>
                  <a:ext cx="24624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63298D-4A63-8352-EFA1-4793E8C2F71D}"/>
              </a:ext>
            </a:extLst>
          </p:cNvPr>
          <p:cNvGrpSpPr/>
          <p:nvPr/>
        </p:nvGrpSpPr>
        <p:grpSpPr>
          <a:xfrm>
            <a:off x="4682406" y="669543"/>
            <a:ext cx="586800" cy="345960"/>
            <a:chOff x="4682406" y="669543"/>
            <a:chExt cx="5868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E113170-28F8-6CE0-BC65-6E7ED99497CD}"/>
                    </a:ext>
                  </a:extLst>
                </p14:cNvPr>
                <p14:cNvContentPartPr/>
                <p14:nvPr/>
              </p14:nvContentPartPr>
              <p14:xfrm>
                <a:off x="4682406" y="669543"/>
                <a:ext cx="176760" cy="302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E113170-28F8-6CE0-BC65-6E7ED99497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64406" y="651903"/>
                  <a:ext cx="2124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AA3A21-8259-F68A-EA3E-B6DE82F93E02}"/>
                    </a:ext>
                  </a:extLst>
                </p14:cNvPr>
                <p14:cNvContentPartPr/>
                <p14:nvPr/>
              </p14:nvContentPartPr>
              <p14:xfrm>
                <a:off x="4706526" y="823263"/>
                <a:ext cx="115200" cy="60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AA3A21-8259-F68A-EA3E-B6DE82F93E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8886" y="805623"/>
                  <a:ext cx="150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F3F15B4-A51A-1793-CDF9-83E4D369B61F}"/>
                    </a:ext>
                  </a:extLst>
                </p14:cNvPr>
                <p14:cNvContentPartPr/>
                <p14:nvPr/>
              </p14:nvContentPartPr>
              <p14:xfrm>
                <a:off x="5069766" y="725703"/>
                <a:ext cx="12600" cy="236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F3F15B4-A51A-1793-CDF9-83E4D369B6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52126" y="708063"/>
                  <a:ext cx="482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AD8EEE-52FA-80DB-5470-A9DC611AB330}"/>
                    </a:ext>
                  </a:extLst>
                </p14:cNvPr>
                <p14:cNvContentPartPr/>
                <p14:nvPr/>
              </p14:nvContentPartPr>
              <p14:xfrm>
                <a:off x="5052846" y="712383"/>
                <a:ext cx="216360" cy="303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AD8EEE-52FA-80DB-5470-A9DC611AB3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34846" y="694743"/>
                  <a:ext cx="252000" cy="33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D00143-3032-8101-49B1-E34459F02DE7}"/>
              </a:ext>
            </a:extLst>
          </p:cNvPr>
          <p:cNvGrpSpPr/>
          <p:nvPr/>
        </p:nvGrpSpPr>
        <p:grpSpPr>
          <a:xfrm>
            <a:off x="5954286" y="803823"/>
            <a:ext cx="353160" cy="163080"/>
            <a:chOff x="5954286" y="803823"/>
            <a:chExt cx="35316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1CF014-2FB2-4E09-0D38-E591DD627F8C}"/>
                    </a:ext>
                  </a:extLst>
                </p14:cNvPr>
                <p14:cNvContentPartPr/>
                <p14:nvPr/>
              </p14:nvContentPartPr>
              <p14:xfrm>
                <a:off x="5990646" y="803823"/>
                <a:ext cx="183960" cy="10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1CF014-2FB2-4E09-0D38-E591DD627F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3006" y="786183"/>
                  <a:ext cx="219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E652EC-E261-5A2F-AA25-38F1F5630F18}"/>
                    </a:ext>
                  </a:extLst>
                </p14:cNvPr>
                <p14:cNvContentPartPr/>
                <p14:nvPr/>
              </p14:nvContentPartPr>
              <p14:xfrm>
                <a:off x="5954286" y="910743"/>
                <a:ext cx="353160" cy="56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E652EC-E261-5A2F-AA25-38F1F5630F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36286" y="892743"/>
                  <a:ext cx="38880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E103E0-5BB4-9E9E-76C4-B9BED4D266DA}"/>
              </a:ext>
            </a:extLst>
          </p:cNvPr>
          <p:cNvGrpSpPr/>
          <p:nvPr/>
        </p:nvGrpSpPr>
        <p:grpSpPr>
          <a:xfrm>
            <a:off x="6791286" y="704103"/>
            <a:ext cx="465840" cy="364320"/>
            <a:chOff x="6791286" y="704103"/>
            <a:chExt cx="46584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1AD8EA3-805E-B6ED-8F0C-542ADB61E35D}"/>
                    </a:ext>
                  </a:extLst>
                </p14:cNvPr>
                <p14:cNvContentPartPr/>
                <p14:nvPr/>
              </p14:nvContentPartPr>
              <p14:xfrm>
                <a:off x="6869046" y="704103"/>
                <a:ext cx="288720" cy="30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1AD8EA3-805E-B6ED-8F0C-542ADB61E3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51046" y="686463"/>
                  <a:ext cx="324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624C4E-740D-8E4A-0B13-E5DB9037B4D5}"/>
                    </a:ext>
                  </a:extLst>
                </p14:cNvPr>
                <p14:cNvContentPartPr/>
                <p14:nvPr/>
              </p14:nvContentPartPr>
              <p14:xfrm>
                <a:off x="7020246" y="713103"/>
                <a:ext cx="61560" cy="324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624C4E-740D-8E4A-0B13-E5DB9037B4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02606" y="695103"/>
                  <a:ext cx="972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3D6EBF-8BB3-01F5-4DA4-89E0BA9E5140}"/>
                    </a:ext>
                  </a:extLst>
                </p14:cNvPr>
                <p14:cNvContentPartPr/>
                <p14:nvPr/>
              </p14:nvContentPartPr>
              <p14:xfrm>
                <a:off x="6791286" y="1033863"/>
                <a:ext cx="465840" cy="34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3D6EBF-8BB3-01F5-4DA4-89E0BA9E51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73646" y="1016223"/>
                  <a:ext cx="5014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C4FAA7-806E-0ED5-E5CC-D35837FA9EDC}"/>
              </a:ext>
            </a:extLst>
          </p:cNvPr>
          <p:cNvGrpSpPr/>
          <p:nvPr/>
        </p:nvGrpSpPr>
        <p:grpSpPr>
          <a:xfrm>
            <a:off x="3110646" y="1516263"/>
            <a:ext cx="438120" cy="533160"/>
            <a:chOff x="3110646" y="1516263"/>
            <a:chExt cx="438120" cy="53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179CAA-8C73-0076-F747-202AD7597BF1}"/>
                    </a:ext>
                  </a:extLst>
                </p14:cNvPr>
                <p14:cNvContentPartPr/>
                <p14:nvPr/>
              </p14:nvContentPartPr>
              <p14:xfrm>
                <a:off x="3110646" y="1721103"/>
                <a:ext cx="21600" cy="328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179CAA-8C73-0076-F747-202AD7597B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93006" y="1703463"/>
                  <a:ext cx="57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E0A791F-F2C0-0B9F-ADA8-562C5E1D6819}"/>
                    </a:ext>
                  </a:extLst>
                </p14:cNvPr>
                <p14:cNvContentPartPr/>
                <p14:nvPr/>
              </p14:nvContentPartPr>
              <p14:xfrm>
                <a:off x="3134406" y="1661703"/>
                <a:ext cx="146880" cy="159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E0A791F-F2C0-0B9F-ADA8-562C5E1D68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16406" y="1643703"/>
                  <a:ext cx="182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DF86F9-B179-A48A-2418-B58440E6105E}"/>
                    </a:ext>
                  </a:extLst>
                </p14:cNvPr>
                <p14:cNvContentPartPr/>
                <p14:nvPr/>
              </p14:nvContentPartPr>
              <p14:xfrm>
                <a:off x="3332766" y="1516263"/>
                <a:ext cx="216000" cy="141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DF86F9-B179-A48A-2418-B58440E610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15126" y="1498263"/>
                  <a:ext cx="25164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81EA6F5-3129-9041-3351-039A3F530F3B}"/>
              </a:ext>
            </a:extLst>
          </p:cNvPr>
          <p:cNvGrpSpPr/>
          <p:nvPr/>
        </p:nvGrpSpPr>
        <p:grpSpPr>
          <a:xfrm>
            <a:off x="3943686" y="1694463"/>
            <a:ext cx="739440" cy="334080"/>
            <a:chOff x="3943686" y="1694463"/>
            <a:chExt cx="73944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84D50D-A58D-69B5-129E-362A1E5CD418}"/>
                    </a:ext>
                  </a:extLst>
                </p14:cNvPr>
                <p14:cNvContentPartPr/>
                <p14:nvPr/>
              </p14:nvContentPartPr>
              <p14:xfrm>
                <a:off x="3977166" y="1747383"/>
                <a:ext cx="18360" cy="28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84D50D-A58D-69B5-129E-362A1E5CD4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59526" y="1729743"/>
                  <a:ext cx="540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D5E20E-CDA1-C26A-4D37-19C1D5A58A9A}"/>
                    </a:ext>
                  </a:extLst>
                </p14:cNvPr>
                <p14:cNvContentPartPr/>
                <p14:nvPr/>
              </p14:nvContentPartPr>
              <p14:xfrm>
                <a:off x="3943686" y="1694463"/>
                <a:ext cx="212040" cy="158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D5E20E-CDA1-C26A-4D37-19C1D5A58A9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26046" y="1676463"/>
                  <a:ext cx="247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4B42AA-3D68-C23D-61C1-ECF5DC9A34D2}"/>
                    </a:ext>
                  </a:extLst>
                </p14:cNvPr>
                <p14:cNvContentPartPr/>
                <p14:nvPr/>
              </p14:nvContentPartPr>
              <p14:xfrm>
                <a:off x="4383246" y="1898583"/>
                <a:ext cx="150480" cy="17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4B42AA-3D68-C23D-61C1-ECF5DC9A34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65606" y="1880943"/>
                  <a:ext cx="186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C248E5-FD87-3A5A-B9BF-889308DB7592}"/>
                    </a:ext>
                  </a:extLst>
                </p14:cNvPr>
                <p14:cNvContentPartPr/>
                <p14:nvPr/>
              </p14:nvContentPartPr>
              <p14:xfrm>
                <a:off x="4363806" y="1974543"/>
                <a:ext cx="319320" cy="52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C248E5-FD87-3A5A-B9BF-889308DB75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46166" y="1956543"/>
                  <a:ext cx="3549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40A8F95-4A01-06C3-5301-1A90042D1B03}"/>
              </a:ext>
            </a:extLst>
          </p:cNvPr>
          <p:cNvGrpSpPr/>
          <p:nvPr/>
        </p:nvGrpSpPr>
        <p:grpSpPr>
          <a:xfrm>
            <a:off x="5087046" y="1736583"/>
            <a:ext cx="399600" cy="347760"/>
            <a:chOff x="5087046" y="1736583"/>
            <a:chExt cx="39960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E6CBEC5-24C7-47C4-D312-CECEBC25F7E0}"/>
                    </a:ext>
                  </a:extLst>
                </p14:cNvPr>
                <p14:cNvContentPartPr/>
                <p14:nvPr/>
              </p14:nvContentPartPr>
              <p14:xfrm>
                <a:off x="5126646" y="1744143"/>
                <a:ext cx="213840" cy="28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E6CBEC5-24C7-47C4-D312-CECEBC25F7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08646" y="1726143"/>
                  <a:ext cx="249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8EFC628-5529-7242-C6E5-F0A3F64C6E79}"/>
                    </a:ext>
                  </a:extLst>
                </p14:cNvPr>
                <p14:cNvContentPartPr/>
                <p14:nvPr/>
              </p14:nvContentPartPr>
              <p14:xfrm>
                <a:off x="5259486" y="1736583"/>
                <a:ext cx="45000" cy="298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8EFC628-5529-7242-C6E5-F0A3F64C6E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41846" y="1718583"/>
                  <a:ext cx="806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88DCC1-8D88-F2A0-B5A5-2FC17FD7F10E}"/>
                    </a:ext>
                  </a:extLst>
                </p14:cNvPr>
                <p14:cNvContentPartPr/>
                <p14:nvPr/>
              </p14:nvContentPartPr>
              <p14:xfrm>
                <a:off x="5087046" y="2048703"/>
                <a:ext cx="399600" cy="3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88DCC1-8D88-F2A0-B5A5-2FC17FD7F1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69046" y="2031063"/>
                  <a:ext cx="4352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A66160B-2A34-6FD3-B151-0840CC659196}"/>
              </a:ext>
            </a:extLst>
          </p:cNvPr>
          <p:cNvGrpSpPr/>
          <p:nvPr/>
        </p:nvGrpSpPr>
        <p:grpSpPr>
          <a:xfrm>
            <a:off x="1461126" y="2701743"/>
            <a:ext cx="496080" cy="337320"/>
            <a:chOff x="1461126" y="2701743"/>
            <a:chExt cx="49608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36E4F3-3ECB-9E98-14C5-65CD18A273DE}"/>
                    </a:ext>
                  </a:extLst>
                </p14:cNvPr>
                <p14:cNvContentPartPr/>
                <p14:nvPr/>
              </p14:nvContentPartPr>
              <p14:xfrm>
                <a:off x="1502526" y="2701743"/>
                <a:ext cx="135720" cy="337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36E4F3-3ECB-9E98-14C5-65CD18A273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84886" y="2684103"/>
                  <a:ext cx="1713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EF5BC0-0DEB-44D4-5C31-3E7882F41A3A}"/>
                    </a:ext>
                  </a:extLst>
                </p14:cNvPr>
                <p14:cNvContentPartPr/>
                <p14:nvPr/>
              </p14:nvContentPartPr>
              <p14:xfrm>
                <a:off x="1461126" y="2877063"/>
                <a:ext cx="187920" cy="97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EF5BC0-0DEB-44D4-5C31-3E7882F41A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43126" y="2859063"/>
                  <a:ext cx="2235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8D537F-47FD-F47D-321B-41049F9EE55F}"/>
                    </a:ext>
                  </a:extLst>
                </p14:cNvPr>
                <p14:cNvContentPartPr/>
                <p14:nvPr/>
              </p14:nvContentPartPr>
              <p14:xfrm>
                <a:off x="1782966" y="2727663"/>
                <a:ext cx="12960" cy="250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8D537F-47FD-F47D-321B-41049F9EE5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64966" y="2709663"/>
                  <a:ext cx="486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39B7E20-00DE-CD3D-ED6B-86DA71DD9FC6}"/>
                    </a:ext>
                  </a:extLst>
                </p14:cNvPr>
                <p14:cNvContentPartPr/>
                <p14:nvPr/>
              </p14:nvContentPartPr>
              <p14:xfrm>
                <a:off x="1788366" y="2702823"/>
                <a:ext cx="168840" cy="310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39B7E20-00DE-CD3D-ED6B-86DA71DD9F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70366" y="2684823"/>
                  <a:ext cx="20448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77396B-ACF7-D13B-F13C-BA32A9967C5C}"/>
              </a:ext>
            </a:extLst>
          </p:cNvPr>
          <p:cNvGrpSpPr/>
          <p:nvPr/>
        </p:nvGrpSpPr>
        <p:grpSpPr>
          <a:xfrm>
            <a:off x="2374086" y="2638743"/>
            <a:ext cx="228960" cy="370800"/>
            <a:chOff x="2374086" y="2638743"/>
            <a:chExt cx="22896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C1EEFD-7D8D-1023-BBEC-E4D11C497760}"/>
                    </a:ext>
                  </a:extLst>
                </p14:cNvPr>
                <p14:cNvContentPartPr/>
                <p14:nvPr/>
              </p14:nvContentPartPr>
              <p14:xfrm>
                <a:off x="2374086" y="2827023"/>
                <a:ext cx="39600" cy="179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C1EEFD-7D8D-1023-BBEC-E4D11C4977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6446" y="2809023"/>
                  <a:ext cx="75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273F23C-D853-E02E-EFB2-061ACFFAA0E2}"/>
                    </a:ext>
                  </a:extLst>
                </p14:cNvPr>
                <p14:cNvContentPartPr/>
                <p14:nvPr/>
              </p14:nvContentPartPr>
              <p14:xfrm>
                <a:off x="2455446" y="2832063"/>
                <a:ext cx="147600" cy="177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273F23C-D853-E02E-EFB2-061ACFFAA0E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37446" y="2814423"/>
                  <a:ext cx="183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0CC7C8-A121-26FB-8A56-C1176073186B}"/>
                    </a:ext>
                  </a:extLst>
                </p14:cNvPr>
                <p14:cNvContentPartPr/>
                <p14:nvPr/>
              </p14:nvContentPartPr>
              <p14:xfrm>
                <a:off x="2376966" y="2638743"/>
                <a:ext cx="18360" cy="54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0CC7C8-A121-26FB-8A56-C117607318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58966" y="2621103"/>
                  <a:ext cx="5400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4FB74C5-107C-A7C0-708F-2367BFC65553}"/>
              </a:ext>
            </a:extLst>
          </p:cNvPr>
          <p:cNvGrpSpPr/>
          <p:nvPr/>
        </p:nvGrpSpPr>
        <p:grpSpPr>
          <a:xfrm>
            <a:off x="3244926" y="2598783"/>
            <a:ext cx="792000" cy="419040"/>
            <a:chOff x="3244926" y="2598783"/>
            <a:chExt cx="79200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1FEE53A-A685-5568-3F81-7FC67AB903B5}"/>
                    </a:ext>
                  </a:extLst>
                </p14:cNvPr>
                <p14:cNvContentPartPr/>
                <p14:nvPr/>
              </p14:nvContentPartPr>
              <p14:xfrm>
                <a:off x="3244926" y="2598783"/>
                <a:ext cx="399600" cy="419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1FEE53A-A685-5568-3F81-7FC67AB903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6926" y="2580783"/>
                  <a:ext cx="43524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0548990-106B-796C-9E14-B510FCD83F6B}"/>
                    </a:ext>
                  </a:extLst>
                </p14:cNvPr>
                <p14:cNvContentPartPr/>
                <p14:nvPr/>
              </p14:nvContentPartPr>
              <p14:xfrm>
                <a:off x="3631566" y="2796423"/>
                <a:ext cx="178200" cy="190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0548990-106B-796C-9E14-B510FCD83F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13566" y="2778423"/>
                  <a:ext cx="213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830721-7ACC-1C1D-2F9F-F08677579DCB}"/>
                    </a:ext>
                  </a:extLst>
                </p14:cNvPr>
                <p14:cNvContentPartPr/>
                <p14:nvPr/>
              </p14:nvContentPartPr>
              <p14:xfrm>
                <a:off x="3872406" y="2823783"/>
                <a:ext cx="164520" cy="177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830721-7ACC-1C1D-2F9F-F08677579DC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54766" y="2805783"/>
                  <a:ext cx="2001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ACB46C7-B6CF-D703-ACA7-27B506AAE016}"/>
              </a:ext>
            </a:extLst>
          </p:cNvPr>
          <p:cNvGrpSpPr/>
          <p:nvPr/>
        </p:nvGrpSpPr>
        <p:grpSpPr>
          <a:xfrm>
            <a:off x="4787166" y="2580783"/>
            <a:ext cx="1657800" cy="956160"/>
            <a:chOff x="4787166" y="2580783"/>
            <a:chExt cx="1657800" cy="95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DB239E6-AD2A-4DF9-F2E0-BB0BF6DA0B27}"/>
                    </a:ext>
                  </a:extLst>
                </p14:cNvPr>
                <p14:cNvContentPartPr/>
                <p14:nvPr/>
              </p14:nvContentPartPr>
              <p14:xfrm>
                <a:off x="4787166" y="2799303"/>
                <a:ext cx="288720" cy="189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DB239E6-AD2A-4DF9-F2E0-BB0BF6DA0B2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69166" y="2781303"/>
                  <a:ext cx="324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E4CEA28-1F25-80EF-87D4-E205156C8FF9}"/>
                    </a:ext>
                  </a:extLst>
                </p14:cNvPr>
                <p14:cNvContentPartPr/>
                <p14:nvPr/>
              </p14:nvContentPartPr>
              <p14:xfrm>
                <a:off x="5152926" y="2827743"/>
                <a:ext cx="339840" cy="153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E4CEA28-1F25-80EF-87D4-E205156C8F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34926" y="2809743"/>
                  <a:ext cx="375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164500-4BF0-49B4-3ED9-E21F2E1481D1}"/>
                    </a:ext>
                  </a:extLst>
                </p14:cNvPr>
                <p14:cNvContentPartPr/>
                <p14:nvPr/>
              </p14:nvContentPartPr>
              <p14:xfrm>
                <a:off x="5401686" y="2626863"/>
                <a:ext cx="65880" cy="56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164500-4BF0-49B4-3ED9-E21F2E1481D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83686" y="2608863"/>
                  <a:ext cx="1015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64C635-8709-0743-FAB7-F5F3F3C9D9C2}"/>
                    </a:ext>
                  </a:extLst>
                </p14:cNvPr>
                <p14:cNvContentPartPr/>
                <p14:nvPr/>
              </p14:nvContentPartPr>
              <p14:xfrm>
                <a:off x="5619486" y="2580783"/>
                <a:ext cx="43920" cy="392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764C635-8709-0743-FAB7-F5F3F3C9D9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01486" y="2562783"/>
                  <a:ext cx="795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230F14-522F-3535-3118-E7E724097551}"/>
                    </a:ext>
                  </a:extLst>
                </p14:cNvPr>
                <p14:cNvContentPartPr/>
                <p14:nvPr/>
              </p14:nvContentPartPr>
              <p14:xfrm>
                <a:off x="5722806" y="2807583"/>
                <a:ext cx="211680" cy="193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230F14-522F-3535-3118-E7E7240975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05166" y="2789943"/>
                  <a:ext cx="247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89F853-137E-08F1-9B11-DA25E6A475B9}"/>
                    </a:ext>
                  </a:extLst>
                </p14:cNvPr>
                <p14:cNvContentPartPr/>
                <p14:nvPr/>
              </p14:nvContentPartPr>
              <p14:xfrm>
                <a:off x="6039606" y="2812983"/>
                <a:ext cx="405360" cy="723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89F853-137E-08F1-9B11-DA25E6A475B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21966" y="2794983"/>
                  <a:ext cx="44100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CFA85C-968F-8311-F4B3-0F4151CE0C81}"/>
                    </a:ext>
                  </a:extLst>
                </p14:cNvPr>
                <p14:cNvContentPartPr/>
                <p14:nvPr/>
              </p14:nvContentPartPr>
              <p14:xfrm>
                <a:off x="5433006" y="2615703"/>
                <a:ext cx="352800" cy="43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CFA85C-968F-8311-F4B3-0F4151CE0C8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15006" y="2598063"/>
                  <a:ext cx="3884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EBD141-6D14-3BB8-896F-BE94E67A1653}"/>
              </a:ext>
            </a:extLst>
          </p:cNvPr>
          <p:cNvGrpSpPr/>
          <p:nvPr/>
        </p:nvGrpSpPr>
        <p:grpSpPr>
          <a:xfrm>
            <a:off x="7165686" y="2557383"/>
            <a:ext cx="1871280" cy="470160"/>
            <a:chOff x="7165686" y="2557383"/>
            <a:chExt cx="187128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6A62AF-4CF2-EA3A-279B-76809CEB9953}"/>
                    </a:ext>
                  </a:extLst>
                </p14:cNvPr>
                <p14:cNvContentPartPr/>
                <p14:nvPr/>
              </p14:nvContentPartPr>
              <p14:xfrm>
                <a:off x="7165686" y="2849343"/>
                <a:ext cx="316440" cy="171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6A62AF-4CF2-EA3A-279B-76809CEB995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47686" y="2831343"/>
                  <a:ext cx="352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2CCF31-F9C0-4786-D83A-EF616C38165F}"/>
                    </a:ext>
                  </a:extLst>
                </p14:cNvPr>
                <p14:cNvContentPartPr/>
                <p14:nvPr/>
              </p14:nvContentPartPr>
              <p14:xfrm>
                <a:off x="7569966" y="2557383"/>
                <a:ext cx="902880" cy="470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2CCF31-F9C0-4786-D83A-EF616C38165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51966" y="2539383"/>
                  <a:ext cx="9385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D1AC23-03FC-31A1-8A61-D806708F16ED}"/>
                    </a:ext>
                  </a:extLst>
                </p14:cNvPr>
                <p14:cNvContentPartPr/>
                <p14:nvPr/>
              </p14:nvContentPartPr>
              <p14:xfrm>
                <a:off x="8469966" y="2665743"/>
                <a:ext cx="30240" cy="71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D1AC23-03FC-31A1-8A61-D806708F16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51966" y="2648103"/>
                  <a:ext cx="65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CB7A3A5-6114-03FD-04C2-771EA5936B81}"/>
                    </a:ext>
                  </a:extLst>
                </p14:cNvPr>
                <p14:cNvContentPartPr/>
                <p14:nvPr/>
              </p14:nvContentPartPr>
              <p14:xfrm>
                <a:off x="7811886" y="2659623"/>
                <a:ext cx="237240" cy="55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CB7A3A5-6114-03FD-04C2-771EA5936B8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93886" y="2641983"/>
                  <a:ext cx="272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539AC9B-3159-7B77-EA51-D63D95895307}"/>
                    </a:ext>
                  </a:extLst>
                </p14:cNvPr>
                <p14:cNvContentPartPr/>
                <p14:nvPr/>
              </p14:nvContentPartPr>
              <p14:xfrm>
                <a:off x="8594166" y="2825943"/>
                <a:ext cx="116280" cy="169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539AC9B-3159-7B77-EA51-D63D9589530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76526" y="2807943"/>
                  <a:ext cx="151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6E5C89-C675-7F3C-A4C2-D778A331875B}"/>
                    </a:ext>
                  </a:extLst>
                </p14:cNvPr>
                <p14:cNvContentPartPr/>
                <p14:nvPr/>
              </p14:nvContentPartPr>
              <p14:xfrm>
                <a:off x="8732766" y="2837103"/>
                <a:ext cx="138600" cy="138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6E5C89-C675-7F3C-A4C2-D778A331875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15126" y="2819103"/>
                  <a:ext cx="174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820215-0C2E-8C07-EB5B-E03BE230C001}"/>
                    </a:ext>
                  </a:extLst>
                </p14:cNvPr>
                <p14:cNvContentPartPr/>
                <p14:nvPr/>
              </p14:nvContentPartPr>
              <p14:xfrm>
                <a:off x="8918526" y="2810463"/>
                <a:ext cx="118440" cy="173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820215-0C2E-8C07-EB5B-E03BE230C00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00886" y="2792463"/>
                  <a:ext cx="154080" cy="20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88DE34B-CB40-6ADE-0350-7A34926177FD}"/>
                  </a:ext>
                </a:extLst>
              </p14:cNvPr>
              <p14:cNvContentPartPr/>
              <p14:nvPr/>
            </p14:nvContentPartPr>
            <p14:xfrm>
              <a:off x="9470046" y="3013863"/>
              <a:ext cx="52920" cy="9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88DE34B-CB40-6ADE-0350-7A34926177F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452406" y="2995863"/>
                <a:ext cx="8856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4929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9BF7625-D012-A924-1F70-8C94BCE3D6BB}"/>
              </a:ext>
            </a:extLst>
          </p:cNvPr>
          <p:cNvGrpSpPr/>
          <p:nvPr/>
        </p:nvGrpSpPr>
        <p:grpSpPr>
          <a:xfrm>
            <a:off x="388686" y="356703"/>
            <a:ext cx="444600" cy="323280"/>
            <a:chOff x="388686" y="356703"/>
            <a:chExt cx="44460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70438E-3442-1CAA-5FDB-87C75BA5DBCC}"/>
                    </a:ext>
                  </a:extLst>
                </p14:cNvPr>
                <p14:cNvContentPartPr/>
                <p14:nvPr/>
              </p14:nvContentPartPr>
              <p14:xfrm>
                <a:off x="388686" y="356703"/>
                <a:ext cx="251280" cy="323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70438E-3442-1CAA-5FDB-87C75BA5DB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1046" y="338703"/>
                  <a:ext cx="286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37BE6A6-A676-1DE1-73C6-BA357E2B75BD}"/>
                    </a:ext>
                  </a:extLst>
                </p14:cNvPr>
                <p14:cNvContentPartPr/>
                <p14:nvPr/>
              </p14:nvContentPartPr>
              <p14:xfrm>
                <a:off x="818526" y="497823"/>
                <a:ext cx="14760" cy="36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37BE6A6-A676-1DE1-73C6-BA357E2B75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0526" y="479823"/>
                  <a:ext cx="504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6BC779-FDE2-9925-B5D1-54036EBE1511}"/>
              </a:ext>
            </a:extLst>
          </p:cNvPr>
          <p:cNvGrpSpPr/>
          <p:nvPr/>
        </p:nvGrpSpPr>
        <p:grpSpPr>
          <a:xfrm>
            <a:off x="1390926" y="284703"/>
            <a:ext cx="1251360" cy="358920"/>
            <a:chOff x="1390926" y="284703"/>
            <a:chExt cx="125136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C7DA7A6-F38E-BC4C-99A9-A204F054FA6A}"/>
                    </a:ext>
                  </a:extLst>
                </p14:cNvPr>
                <p14:cNvContentPartPr/>
                <p14:nvPr/>
              </p14:nvContentPartPr>
              <p14:xfrm>
                <a:off x="1390926" y="284703"/>
                <a:ext cx="469800" cy="358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C7DA7A6-F38E-BC4C-99A9-A204F054FA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2926" y="267063"/>
                  <a:ext cx="5054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F66528-E146-C978-F8CB-D68BFA5F879A}"/>
                    </a:ext>
                  </a:extLst>
                </p14:cNvPr>
                <p14:cNvContentPartPr/>
                <p14:nvPr/>
              </p14:nvContentPartPr>
              <p14:xfrm>
                <a:off x="1962246" y="429423"/>
                <a:ext cx="140760" cy="180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F66528-E146-C978-F8CB-D68BFA5F87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4606" y="411423"/>
                  <a:ext cx="176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0F2E57-112D-DA52-55CD-0F6A35D02133}"/>
                    </a:ext>
                  </a:extLst>
                </p14:cNvPr>
                <p14:cNvContentPartPr/>
                <p14:nvPr/>
              </p14:nvContentPartPr>
              <p14:xfrm>
                <a:off x="2206326" y="395223"/>
                <a:ext cx="435960" cy="193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0F2E57-112D-DA52-55CD-0F6A35D021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88686" y="377583"/>
                  <a:ext cx="47160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233EF6-C582-CF8C-E586-070D9D9DF82E}"/>
              </a:ext>
            </a:extLst>
          </p:cNvPr>
          <p:cNvGrpSpPr/>
          <p:nvPr/>
        </p:nvGrpSpPr>
        <p:grpSpPr>
          <a:xfrm>
            <a:off x="2930646" y="331503"/>
            <a:ext cx="1094760" cy="308520"/>
            <a:chOff x="2930646" y="331503"/>
            <a:chExt cx="109476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564468-EF02-3712-4B48-9B9F7528DA69}"/>
                    </a:ext>
                  </a:extLst>
                </p14:cNvPr>
                <p14:cNvContentPartPr/>
                <p14:nvPr/>
              </p14:nvContentPartPr>
              <p14:xfrm>
                <a:off x="2930646" y="331503"/>
                <a:ext cx="604440" cy="308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564468-EF02-3712-4B48-9B9F7528DA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3006" y="313503"/>
                  <a:ext cx="6400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502E93-CF1F-B509-136B-122DDA131C29}"/>
                    </a:ext>
                  </a:extLst>
                </p14:cNvPr>
                <p14:cNvContentPartPr/>
                <p14:nvPr/>
              </p14:nvContentPartPr>
              <p14:xfrm>
                <a:off x="3561726" y="345543"/>
                <a:ext cx="451440" cy="287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502E93-CF1F-B509-136B-122DDA131C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44086" y="327903"/>
                  <a:ext cx="487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0C006E-8152-B999-95D7-2A1A1F8CABCF}"/>
                    </a:ext>
                  </a:extLst>
                </p14:cNvPr>
                <p14:cNvContentPartPr/>
                <p14:nvPr/>
              </p14:nvContentPartPr>
              <p14:xfrm>
                <a:off x="3920646" y="380823"/>
                <a:ext cx="104760" cy="12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0C006E-8152-B999-95D7-2A1A1F8CAB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02646" y="363183"/>
                  <a:ext cx="140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A2DDFBF-82F9-F3E2-8529-ABBEFEF44D44}"/>
                    </a:ext>
                  </a:extLst>
                </p14:cNvPr>
                <p14:cNvContentPartPr/>
                <p14:nvPr/>
              </p14:nvContentPartPr>
              <p14:xfrm>
                <a:off x="3207126" y="339423"/>
                <a:ext cx="227520" cy="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A2DDFBF-82F9-F3E2-8529-ABBEFEF44D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89486" y="321783"/>
                  <a:ext cx="26316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BE9D0B-268F-6C28-2530-C89738EB2024}"/>
              </a:ext>
            </a:extLst>
          </p:cNvPr>
          <p:cNvGrpSpPr/>
          <p:nvPr/>
        </p:nvGrpSpPr>
        <p:grpSpPr>
          <a:xfrm>
            <a:off x="4565766" y="216303"/>
            <a:ext cx="1695960" cy="1254240"/>
            <a:chOff x="4565766" y="216303"/>
            <a:chExt cx="1695960" cy="12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0831A62-67FB-142F-24D1-216B1E5593B3}"/>
                    </a:ext>
                  </a:extLst>
                </p14:cNvPr>
                <p14:cNvContentPartPr/>
                <p14:nvPr/>
              </p14:nvContentPartPr>
              <p14:xfrm>
                <a:off x="4565766" y="216303"/>
                <a:ext cx="591120" cy="1254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0831A62-67FB-142F-24D1-216B1E5593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48126" y="198303"/>
                  <a:ext cx="626760" cy="12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8F1120-F48D-D167-96D8-CFD0930564FE}"/>
                    </a:ext>
                  </a:extLst>
                </p14:cNvPr>
                <p14:cNvContentPartPr/>
                <p14:nvPr/>
              </p14:nvContentPartPr>
              <p14:xfrm>
                <a:off x="5390526" y="420423"/>
                <a:ext cx="172440" cy="198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8F1120-F48D-D167-96D8-CFD0930564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72526" y="402423"/>
                  <a:ext cx="208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A012B1-E082-2BD2-FB3D-575B7AB074D6}"/>
                    </a:ext>
                  </a:extLst>
                </p14:cNvPr>
                <p14:cNvContentPartPr/>
                <p14:nvPr/>
              </p14:nvContentPartPr>
              <p14:xfrm>
                <a:off x="5669886" y="520143"/>
                <a:ext cx="150480" cy="34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A012B1-E082-2BD2-FB3D-575B7AB074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51886" y="502143"/>
                  <a:ext cx="186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FA5AB9-896A-CA53-A3B1-C09365D1812E}"/>
                    </a:ext>
                  </a:extLst>
                </p14:cNvPr>
                <p14:cNvContentPartPr/>
                <p14:nvPr/>
              </p14:nvContentPartPr>
              <p14:xfrm>
                <a:off x="5735766" y="437703"/>
                <a:ext cx="24480" cy="177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FA5AB9-896A-CA53-A3B1-C09365D181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18126" y="420063"/>
                  <a:ext cx="60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F6934A-F048-141D-6FC2-836B41FD21FA}"/>
                    </a:ext>
                  </a:extLst>
                </p14:cNvPr>
                <p14:cNvContentPartPr/>
                <p14:nvPr/>
              </p14:nvContentPartPr>
              <p14:xfrm>
                <a:off x="5961486" y="468663"/>
                <a:ext cx="5400" cy="27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F6934A-F048-141D-6FC2-836B41FD21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43846" y="451023"/>
                  <a:ext cx="41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AAD0FE-B404-7483-E2E1-B762B4D85616}"/>
                    </a:ext>
                  </a:extLst>
                </p14:cNvPr>
                <p14:cNvContentPartPr/>
                <p14:nvPr/>
              </p14:nvContentPartPr>
              <p14:xfrm>
                <a:off x="5978046" y="464703"/>
                <a:ext cx="78840" cy="145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AAD0FE-B404-7483-E2E1-B762B4D856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60406" y="446703"/>
                  <a:ext cx="114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8C64913-F19F-C26D-82DD-EEC32584A420}"/>
                    </a:ext>
                  </a:extLst>
                </p14:cNvPr>
                <p14:cNvContentPartPr/>
                <p14:nvPr/>
              </p14:nvContentPartPr>
              <p14:xfrm>
                <a:off x="6150486" y="432663"/>
                <a:ext cx="111240" cy="15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8C64913-F19F-C26D-82DD-EEC32584A42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32486" y="415023"/>
                  <a:ext cx="146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B412EE-6CA4-AC92-CC04-BCD86D5C83E3}"/>
                    </a:ext>
                  </a:extLst>
                </p14:cNvPr>
                <p14:cNvContentPartPr/>
                <p14:nvPr/>
              </p14:nvContentPartPr>
              <p14:xfrm>
                <a:off x="6040686" y="267423"/>
                <a:ext cx="38160" cy="13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B412EE-6CA4-AC92-CC04-BCD86D5C83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23046" y="249783"/>
                  <a:ext cx="73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A66150D-4CA5-09B4-534B-A73E7E1258A0}"/>
                    </a:ext>
                  </a:extLst>
                </p14:cNvPr>
                <p14:cNvContentPartPr/>
                <p14:nvPr/>
              </p14:nvContentPartPr>
              <p14:xfrm>
                <a:off x="5998566" y="248343"/>
                <a:ext cx="42120" cy="37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A66150D-4CA5-09B4-534B-A73E7E1258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80566" y="230703"/>
                  <a:ext cx="7776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CEE93CE-5B63-95F6-0762-39DC0B778FB1}"/>
              </a:ext>
            </a:extLst>
          </p:cNvPr>
          <p:cNvGrpSpPr/>
          <p:nvPr/>
        </p:nvGrpSpPr>
        <p:grpSpPr>
          <a:xfrm>
            <a:off x="5232126" y="881223"/>
            <a:ext cx="1098360" cy="361080"/>
            <a:chOff x="5232126" y="881223"/>
            <a:chExt cx="10983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8085D3-8B86-1775-AA43-B824B9B4B4EC}"/>
                    </a:ext>
                  </a:extLst>
                </p14:cNvPr>
                <p14:cNvContentPartPr/>
                <p14:nvPr/>
              </p14:nvContentPartPr>
              <p14:xfrm>
                <a:off x="5232126" y="941343"/>
                <a:ext cx="192600" cy="282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8085D3-8B86-1775-AA43-B824B9B4B4E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14486" y="923343"/>
                  <a:ext cx="2282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2455C4-3A21-0F2B-956A-6D1617ED2B40}"/>
                    </a:ext>
                  </a:extLst>
                </p14:cNvPr>
                <p14:cNvContentPartPr/>
                <p14:nvPr/>
              </p14:nvContentPartPr>
              <p14:xfrm>
                <a:off x="5540286" y="1136463"/>
                <a:ext cx="244800" cy="20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2455C4-3A21-0F2B-956A-6D1617ED2B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22646" y="1118463"/>
                  <a:ext cx="280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018774A-6C14-AE6F-E878-21A0AF4951D6}"/>
                    </a:ext>
                  </a:extLst>
                </p14:cNvPr>
                <p14:cNvContentPartPr/>
                <p14:nvPr/>
              </p14:nvContentPartPr>
              <p14:xfrm>
                <a:off x="5654406" y="1026663"/>
                <a:ext cx="21960" cy="204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018774A-6C14-AE6F-E878-21A0AF4951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36766" y="1009023"/>
                  <a:ext cx="57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377F7F-5A44-9BD2-DC6E-700C7F534026}"/>
                    </a:ext>
                  </a:extLst>
                </p14:cNvPr>
                <p14:cNvContentPartPr/>
                <p14:nvPr/>
              </p14:nvContentPartPr>
              <p14:xfrm>
                <a:off x="5906406" y="1057263"/>
                <a:ext cx="128160" cy="185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377F7F-5A44-9BD2-DC6E-700C7F5340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88766" y="1039263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8D32BC4-6964-9DFB-9632-AA6F95D846E9}"/>
                    </a:ext>
                  </a:extLst>
                </p14:cNvPr>
                <p14:cNvContentPartPr/>
                <p14:nvPr/>
              </p14:nvContentPartPr>
              <p14:xfrm>
                <a:off x="6027366" y="905343"/>
                <a:ext cx="23760" cy="45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8D32BC4-6964-9DFB-9632-AA6F95D846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09366" y="887343"/>
                  <a:ext cx="59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783AE3-CBA9-C05B-1018-BBFF881671BD}"/>
                    </a:ext>
                  </a:extLst>
                </p14:cNvPr>
                <p14:cNvContentPartPr/>
                <p14:nvPr/>
              </p14:nvContentPartPr>
              <p14:xfrm>
                <a:off x="6090006" y="881223"/>
                <a:ext cx="240480" cy="351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783AE3-CBA9-C05B-1018-BBFF881671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72006" y="863223"/>
                  <a:ext cx="276120" cy="38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3D573F-F92B-2BE6-5EF5-6E8609D0B650}"/>
              </a:ext>
            </a:extLst>
          </p:cNvPr>
          <p:cNvGrpSpPr/>
          <p:nvPr/>
        </p:nvGrpSpPr>
        <p:grpSpPr>
          <a:xfrm>
            <a:off x="7289166" y="184983"/>
            <a:ext cx="1862640" cy="1283040"/>
            <a:chOff x="7289166" y="184983"/>
            <a:chExt cx="1862640" cy="12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7918E3-EFA5-8938-B0C6-5AAEFAC31BA0}"/>
                    </a:ext>
                  </a:extLst>
                </p14:cNvPr>
                <p14:cNvContentPartPr/>
                <p14:nvPr/>
              </p14:nvContentPartPr>
              <p14:xfrm>
                <a:off x="7289166" y="512223"/>
                <a:ext cx="176400" cy="30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7918E3-EFA5-8938-B0C6-5AAEFAC31B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71166" y="494223"/>
                  <a:ext cx="212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DB86F6-B28C-E084-96C4-005BB8DE8E2F}"/>
                    </a:ext>
                  </a:extLst>
                </p14:cNvPr>
                <p14:cNvContentPartPr/>
                <p14:nvPr/>
              </p14:nvContentPartPr>
              <p14:xfrm>
                <a:off x="7545846" y="314943"/>
                <a:ext cx="196200" cy="322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DB86F6-B28C-E084-96C4-005BB8DE8E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27846" y="296943"/>
                  <a:ext cx="2318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7E2294-F522-FC32-459C-32B2954FDBE3}"/>
                    </a:ext>
                  </a:extLst>
                </p14:cNvPr>
                <p14:cNvContentPartPr/>
                <p14:nvPr/>
              </p14:nvContentPartPr>
              <p14:xfrm>
                <a:off x="7818006" y="514383"/>
                <a:ext cx="234720" cy="25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7E2294-F522-FC32-459C-32B2954FDB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00366" y="496743"/>
                  <a:ext cx="270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C4A5AD-24A1-FD5B-6377-FA8FD674A3B0}"/>
                    </a:ext>
                  </a:extLst>
                </p14:cNvPr>
                <p14:cNvContentPartPr/>
                <p14:nvPr/>
              </p14:nvContentPartPr>
              <p14:xfrm>
                <a:off x="7962006" y="404223"/>
                <a:ext cx="26280" cy="204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C4A5AD-24A1-FD5B-6377-FA8FD674A3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44006" y="386583"/>
                  <a:ext cx="619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0CD830-5761-843B-0029-044E6A530273}"/>
                    </a:ext>
                  </a:extLst>
                </p14:cNvPr>
                <p14:cNvContentPartPr/>
                <p14:nvPr/>
              </p14:nvContentPartPr>
              <p14:xfrm>
                <a:off x="8236686" y="474063"/>
                <a:ext cx="97920" cy="155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0CD830-5761-843B-0029-044E6A5302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19046" y="456423"/>
                  <a:ext cx="133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6B196E0-9EA2-8269-EDE8-A47E77908E9D}"/>
                    </a:ext>
                  </a:extLst>
                </p14:cNvPr>
                <p14:cNvContentPartPr/>
                <p14:nvPr/>
              </p14:nvContentPartPr>
              <p14:xfrm>
                <a:off x="8285286" y="307023"/>
                <a:ext cx="30960" cy="3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6B196E0-9EA2-8269-EDE8-A47E77908E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67646" y="289383"/>
                  <a:ext cx="66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79F9EC-34CE-AF4D-6D23-866B8EF4999A}"/>
                    </a:ext>
                  </a:extLst>
                </p14:cNvPr>
                <p14:cNvContentPartPr/>
                <p14:nvPr/>
              </p14:nvContentPartPr>
              <p14:xfrm>
                <a:off x="8460246" y="279663"/>
                <a:ext cx="211680" cy="328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79F9EC-34CE-AF4D-6D23-866B8EF4999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42246" y="261663"/>
                  <a:ext cx="2473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C9FEA8-BD29-0811-234D-512DC42EEB83}"/>
                    </a:ext>
                  </a:extLst>
                </p14:cNvPr>
                <p14:cNvContentPartPr/>
                <p14:nvPr/>
              </p14:nvContentPartPr>
              <p14:xfrm>
                <a:off x="7640526" y="1081383"/>
                <a:ext cx="215640" cy="211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C9FEA8-BD29-0811-234D-512DC42EEB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22886" y="1063383"/>
                  <a:ext cx="251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EAF04B-F04C-AC11-3D84-68D5BA6574D7}"/>
                    </a:ext>
                  </a:extLst>
                </p14:cNvPr>
                <p14:cNvContentPartPr/>
                <p14:nvPr/>
              </p14:nvContentPartPr>
              <p14:xfrm>
                <a:off x="7974606" y="1182183"/>
                <a:ext cx="148680" cy="38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EAF04B-F04C-AC11-3D84-68D5BA6574D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56966" y="1164543"/>
                  <a:ext cx="184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103C0D-E389-69C8-744D-DF52280A790D}"/>
                    </a:ext>
                  </a:extLst>
                </p14:cNvPr>
                <p14:cNvContentPartPr/>
                <p14:nvPr/>
              </p14:nvContentPartPr>
              <p14:xfrm>
                <a:off x="8248926" y="1090023"/>
                <a:ext cx="96120" cy="179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103C0D-E389-69C8-744D-DF52280A790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31286" y="1072383"/>
                  <a:ext cx="131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0F046CB-A927-5ED4-8E6E-67EC4E7BD28D}"/>
                    </a:ext>
                  </a:extLst>
                </p14:cNvPr>
                <p14:cNvContentPartPr/>
                <p14:nvPr/>
              </p14:nvContentPartPr>
              <p14:xfrm>
                <a:off x="8336406" y="947823"/>
                <a:ext cx="46080" cy="42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0F046CB-A927-5ED4-8E6E-67EC4E7BD2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18406" y="929823"/>
                  <a:ext cx="817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73D88F5-886C-8636-2BFC-4223FDDC8B2E}"/>
                    </a:ext>
                  </a:extLst>
                </p14:cNvPr>
                <p14:cNvContentPartPr/>
                <p14:nvPr/>
              </p14:nvContentPartPr>
              <p14:xfrm>
                <a:off x="8535486" y="1079943"/>
                <a:ext cx="193320" cy="162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73D88F5-886C-8636-2BFC-4223FDDC8B2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17846" y="1061943"/>
                  <a:ext cx="228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E733E2F-87EE-F3E5-A9A8-D926E31A868E}"/>
                    </a:ext>
                  </a:extLst>
                </p14:cNvPr>
                <p14:cNvContentPartPr/>
                <p14:nvPr/>
              </p14:nvContentPartPr>
              <p14:xfrm>
                <a:off x="8747526" y="184983"/>
                <a:ext cx="404280" cy="1283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E733E2F-87EE-F3E5-A9A8-D926E31A86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29886" y="167343"/>
                  <a:ext cx="439920" cy="13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0A899E7-7A1B-FD97-2F37-A9418A3621A0}"/>
              </a:ext>
            </a:extLst>
          </p:cNvPr>
          <p:cNvGrpSpPr/>
          <p:nvPr/>
        </p:nvGrpSpPr>
        <p:grpSpPr>
          <a:xfrm>
            <a:off x="9725646" y="774303"/>
            <a:ext cx="262440" cy="144720"/>
            <a:chOff x="9725646" y="774303"/>
            <a:chExt cx="262440" cy="14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6832AD-B553-3FCE-6A70-9539AE17DDB6}"/>
                    </a:ext>
                  </a:extLst>
                </p14:cNvPr>
                <p14:cNvContentPartPr/>
                <p14:nvPr/>
              </p14:nvContentPartPr>
              <p14:xfrm>
                <a:off x="9725646" y="774303"/>
                <a:ext cx="24480" cy="144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6832AD-B553-3FCE-6A70-9539AE17DD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08006" y="756303"/>
                  <a:ext cx="60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25CABFE-AAD7-FB80-20A8-DD501956A502}"/>
                    </a:ext>
                  </a:extLst>
                </p14:cNvPr>
                <p14:cNvContentPartPr/>
                <p14:nvPr/>
              </p14:nvContentPartPr>
              <p14:xfrm>
                <a:off x="9860646" y="775023"/>
                <a:ext cx="127440" cy="141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25CABFE-AAD7-FB80-20A8-DD501956A5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42646" y="757383"/>
                  <a:ext cx="16308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211A220-B858-F9C8-D485-8B0808734D20}"/>
                  </a:ext>
                </a:extLst>
              </p14:cNvPr>
              <p14:cNvContentPartPr/>
              <p14:nvPr/>
            </p14:nvContentPartPr>
            <p14:xfrm>
              <a:off x="9919326" y="576303"/>
              <a:ext cx="12600" cy="43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211A220-B858-F9C8-D485-8B0808734D2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901686" y="558303"/>
                <a:ext cx="48240" cy="7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DDC1048-B17B-CDE0-069B-BE63C8938B6D}"/>
              </a:ext>
            </a:extLst>
          </p:cNvPr>
          <p:cNvGrpSpPr/>
          <p:nvPr/>
        </p:nvGrpSpPr>
        <p:grpSpPr>
          <a:xfrm>
            <a:off x="10427646" y="601863"/>
            <a:ext cx="1369080" cy="667080"/>
            <a:chOff x="10427646" y="601863"/>
            <a:chExt cx="136908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CB3143-43DC-C624-9DD5-9A194E092079}"/>
                    </a:ext>
                  </a:extLst>
                </p14:cNvPr>
                <p14:cNvContentPartPr/>
                <p14:nvPr/>
              </p14:nvContentPartPr>
              <p14:xfrm>
                <a:off x="10427646" y="726063"/>
                <a:ext cx="205560" cy="199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CB3143-43DC-C624-9DD5-9A194E0920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10006" y="708063"/>
                  <a:ext cx="241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E4AC5D2-3669-88A5-5098-7014EB7EC6FF}"/>
                    </a:ext>
                  </a:extLst>
                </p14:cNvPr>
                <p14:cNvContentPartPr/>
                <p14:nvPr/>
              </p14:nvContentPartPr>
              <p14:xfrm>
                <a:off x="10749846" y="777543"/>
                <a:ext cx="142920" cy="153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E4AC5D2-3669-88A5-5098-7014EB7EC6F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32206" y="759903"/>
                  <a:ext cx="178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E0E86EC-65A5-5D55-63B7-3B588024DA3B}"/>
                    </a:ext>
                  </a:extLst>
                </p14:cNvPr>
                <p14:cNvContentPartPr/>
                <p14:nvPr/>
              </p14:nvContentPartPr>
              <p14:xfrm>
                <a:off x="10961166" y="789783"/>
                <a:ext cx="81000" cy="152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E0E86EC-65A5-5D55-63B7-3B588024DA3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43166" y="772143"/>
                  <a:ext cx="116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2F1BE9-A1E7-4C8D-0FE8-1E7E257B865E}"/>
                    </a:ext>
                  </a:extLst>
                </p14:cNvPr>
                <p14:cNvContentPartPr/>
                <p14:nvPr/>
              </p14:nvContentPartPr>
              <p14:xfrm>
                <a:off x="10949646" y="627423"/>
                <a:ext cx="25560" cy="38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2F1BE9-A1E7-4C8D-0FE8-1E7E257B86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31646" y="609783"/>
                  <a:ext cx="61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CEC9AF1-AF0C-9F0C-0328-BE516443F5CA}"/>
                    </a:ext>
                  </a:extLst>
                </p14:cNvPr>
                <p14:cNvContentPartPr/>
                <p14:nvPr/>
              </p14:nvContentPartPr>
              <p14:xfrm>
                <a:off x="11115966" y="601863"/>
                <a:ext cx="75600" cy="326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CEC9AF1-AF0C-9F0C-0328-BE516443F5C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98326" y="584223"/>
                  <a:ext cx="1112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E5ABB61-FABC-56DE-E5D2-C965EB0B6A77}"/>
                    </a:ext>
                  </a:extLst>
                </p14:cNvPr>
                <p14:cNvContentPartPr/>
                <p14:nvPr/>
              </p14:nvContentPartPr>
              <p14:xfrm>
                <a:off x="10996086" y="691143"/>
                <a:ext cx="174600" cy="30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E5ABB61-FABC-56DE-E5D2-C965EB0B6A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78446" y="673143"/>
                  <a:ext cx="210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EA5823-4B19-28CE-513C-26C4681637F7}"/>
                    </a:ext>
                  </a:extLst>
                </p14:cNvPr>
                <p14:cNvContentPartPr/>
                <p14:nvPr/>
              </p14:nvContentPartPr>
              <p14:xfrm>
                <a:off x="11182566" y="764223"/>
                <a:ext cx="138600" cy="160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EA5823-4B19-28CE-513C-26C4681637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64926" y="746223"/>
                  <a:ext cx="174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5919F47-22CC-8513-36FE-565502B229F3}"/>
                    </a:ext>
                  </a:extLst>
                </p14:cNvPr>
                <p14:cNvContentPartPr/>
                <p14:nvPr/>
              </p14:nvContentPartPr>
              <p14:xfrm>
                <a:off x="11406126" y="797703"/>
                <a:ext cx="206640" cy="130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5919F47-22CC-8513-36FE-565502B229F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88126" y="780063"/>
                  <a:ext cx="242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19CB29-1302-2EE7-8BC9-259260ABFA08}"/>
                    </a:ext>
                  </a:extLst>
                </p14:cNvPr>
                <p14:cNvContentPartPr/>
                <p14:nvPr/>
              </p14:nvContentPartPr>
              <p14:xfrm>
                <a:off x="11469126" y="784743"/>
                <a:ext cx="327600" cy="48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19CB29-1302-2EE7-8BC9-259260ABFA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451486" y="766743"/>
                  <a:ext cx="363240" cy="51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AF71FB6-4813-5A7B-F186-433C36F5EC95}"/>
              </a:ext>
            </a:extLst>
          </p:cNvPr>
          <p:cNvGrpSpPr/>
          <p:nvPr/>
        </p:nvGrpSpPr>
        <p:grpSpPr>
          <a:xfrm>
            <a:off x="2379846" y="1782303"/>
            <a:ext cx="575640" cy="750240"/>
            <a:chOff x="2379846" y="1782303"/>
            <a:chExt cx="575640" cy="75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440B912-A8A4-B512-D2E8-BC982E0C365D}"/>
                    </a:ext>
                  </a:extLst>
                </p14:cNvPr>
                <p14:cNvContentPartPr/>
                <p14:nvPr/>
              </p14:nvContentPartPr>
              <p14:xfrm>
                <a:off x="2379846" y="1935303"/>
                <a:ext cx="238680" cy="215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440B912-A8A4-B512-D2E8-BC982E0C365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62206" y="1917663"/>
                  <a:ext cx="274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2120FDE-F59C-3B3C-9619-4A9B0FD43D7E}"/>
                    </a:ext>
                  </a:extLst>
                </p14:cNvPr>
                <p14:cNvContentPartPr/>
                <p14:nvPr/>
              </p14:nvContentPartPr>
              <p14:xfrm>
                <a:off x="2597646" y="1844583"/>
                <a:ext cx="25920" cy="49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2120FDE-F59C-3B3C-9619-4A9B0FD43D7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79646" y="1826583"/>
                  <a:ext cx="61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C230556-F5E7-FDDB-2801-BA2DD7368740}"/>
                    </a:ext>
                  </a:extLst>
                </p14:cNvPr>
                <p14:cNvContentPartPr/>
                <p14:nvPr/>
              </p14:nvContentPartPr>
              <p14:xfrm>
                <a:off x="2651286" y="1782303"/>
                <a:ext cx="258120" cy="750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C230556-F5E7-FDDB-2801-BA2DD73687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33286" y="1764663"/>
                  <a:ext cx="29376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87B5CF3-0888-5157-46BB-B234FEA05913}"/>
                    </a:ext>
                  </a:extLst>
                </p14:cNvPr>
                <p14:cNvContentPartPr/>
                <p14:nvPr/>
              </p14:nvContentPartPr>
              <p14:xfrm>
                <a:off x="2673606" y="2090823"/>
                <a:ext cx="281880" cy="100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87B5CF3-0888-5157-46BB-B234FEA059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55966" y="2073183"/>
                  <a:ext cx="31752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3DDE300-0A2F-C5C5-8135-CB84450DF1D4}"/>
              </a:ext>
            </a:extLst>
          </p:cNvPr>
          <p:cNvGrpSpPr/>
          <p:nvPr/>
        </p:nvGrpSpPr>
        <p:grpSpPr>
          <a:xfrm>
            <a:off x="3626886" y="1865103"/>
            <a:ext cx="631080" cy="435600"/>
            <a:chOff x="3626886" y="1865103"/>
            <a:chExt cx="63108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9E802D3-4333-B238-3D90-C7447A940C03}"/>
                    </a:ext>
                  </a:extLst>
                </p14:cNvPr>
                <p14:cNvContentPartPr/>
                <p14:nvPr/>
              </p14:nvContentPartPr>
              <p14:xfrm>
                <a:off x="3626886" y="2105583"/>
                <a:ext cx="187560" cy="173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9E802D3-4333-B238-3D90-C7447A940C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08886" y="2087583"/>
                  <a:ext cx="223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17AB0D6-9D36-1FA4-E06B-AE078018E40C}"/>
                    </a:ext>
                  </a:extLst>
                </p14:cNvPr>
                <p14:cNvContentPartPr/>
                <p14:nvPr/>
              </p14:nvContentPartPr>
              <p14:xfrm>
                <a:off x="3910566" y="1865103"/>
                <a:ext cx="128160" cy="18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17AB0D6-9D36-1FA4-E06B-AE078018E4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92926" y="1847463"/>
                  <a:ext cx="163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625BE1C-AEF2-7179-9996-7A937C0E7176}"/>
                    </a:ext>
                  </a:extLst>
                </p14:cNvPr>
                <p14:cNvContentPartPr/>
                <p14:nvPr/>
              </p14:nvContentPartPr>
              <p14:xfrm>
                <a:off x="4062846" y="2178303"/>
                <a:ext cx="195120" cy="25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625BE1C-AEF2-7179-9996-7A937C0E71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44846" y="2160303"/>
                  <a:ext cx="230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F3DF5D5-533B-5EAA-7106-85C964F94B3D}"/>
                    </a:ext>
                  </a:extLst>
                </p14:cNvPr>
                <p14:cNvContentPartPr/>
                <p14:nvPr/>
              </p14:nvContentPartPr>
              <p14:xfrm>
                <a:off x="4132326" y="2092263"/>
                <a:ext cx="81720" cy="208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F3DF5D5-533B-5EAA-7106-85C964F94B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14326" y="2074623"/>
                  <a:ext cx="1173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81C0991-0E25-9F8F-10AA-0FBA33193AE3}"/>
              </a:ext>
            </a:extLst>
          </p:cNvPr>
          <p:cNvGrpSpPr/>
          <p:nvPr/>
        </p:nvGrpSpPr>
        <p:grpSpPr>
          <a:xfrm>
            <a:off x="4539486" y="1857543"/>
            <a:ext cx="2822400" cy="509040"/>
            <a:chOff x="4539486" y="1857543"/>
            <a:chExt cx="2822400" cy="5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EACA62F-9FBC-EB47-BDE3-DE58CB1110F1}"/>
                    </a:ext>
                  </a:extLst>
                </p14:cNvPr>
                <p14:cNvContentPartPr/>
                <p14:nvPr/>
              </p14:nvContentPartPr>
              <p14:xfrm>
                <a:off x="4539486" y="1987863"/>
                <a:ext cx="175320" cy="330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EACA62F-9FBC-EB47-BDE3-DE58CB1110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21486" y="1970223"/>
                  <a:ext cx="2109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16C2F4A-E13C-3CBC-447C-430DBCBFF1A7}"/>
                    </a:ext>
                  </a:extLst>
                </p14:cNvPr>
                <p14:cNvContentPartPr/>
                <p14:nvPr/>
              </p14:nvContentPartPr>
              <p14:xfrm>
                <a:off x="4894806" y="1857543"/>
                <a:ext cx="219600" cy="172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16C2F4A-E13C-3CBC-447C-430DBCBFF1A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76806" y="1839543"/>
                  <a:ext cx="255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F412D23-A67B-1EFB-7E76-1C3A4C193642}"/>
                    </a:ext>
                  </a:extLst>
                </p14:cNvPr>
                <p14:cNvContentPartPr/>
                <p14:nvPr/>
              </p14:nvContentPartPr>
              <p14:xfrm>
                <a:off x="5089926" y="2212503"/>
                <a:ext cx="236880" cy="17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F412D23-A67B-1EFB-7E76-1C3A4C1936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72286" y="2194503"/>
                  <a:ext cx="272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14B290-EE61-F542-9055-4EAFDED03A7D}"/>
                    </a:ext>
                  </a:extLst>
                </p14:cNvPr>
                <p14:cNvContentPartPr/>
                <p14:nvPr/>
              </p14:nvContentPartPr>
              <p14:xfrm>
                <a:off x="5206926" y="2140503"/>
                <a:ext cx="95400" cy="160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14B290-EE61-F542-9055-4EAFDED03A7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88926" y="2122503"/>
                  <a:ext cx="131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94A48E-E277-0FEB-F328-6C8B069BA165}"/>
                    </a:ext>
                  </a:extLst>
                </p14:cNvPr>
                <p14:cNvContentPartPr/>
                <p14:nvPr/>
              </p14:nvContentPartPr>
              <p14:xfrm>
                <a:off x="5511126" y="2163903"/>
                <a:ext cx="182160" cy="202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94A48E-E277-0FEB-F328-6C8B069BA16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93126" y="2145903"/>
                  <a:ext cx="217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81998F-46DA-2EDE-AAF2-A6FE47FCA4E7}"/>
                    </a:ext>
                  </a:extLst>
                </p14:cNvPr>
                <p14:cNvContentPartPr/>
                <p14:nvPr/>
              </p14:nvContentPartPr>
              <p14:xfrm>
                <a:off x="5759526" y="1957623"/>
                <a:ext cx="222120" cy="149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481998F-46DA-2EDE-AAF2-A6FE47FCA4E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41526" y="1939623"/>
                  <a:ext cx="257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CF37E66-76FA-CCA6-8E57-C23D4AD649BB}"/>
                    </a:ext>
                  </a:extLst>
                </p14:cNvPr>
                <p14:cNvContentPartPr/>
                <p14:nvPr/>
              </p14:nvContentPartPr>
              <p14:xfrm>
                <a:off x="6160566" y="2186583"/>
                <a:ext cx="246240" cy="61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CF37E66-76FA-CCA6-8E57-C23D4AD649B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42926" y="2168943"/>
                  <a:ext cx="281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46BB9FD-CCC9-F01C-E97E-FDD17ACD629D}"/>
                    </a:ext>
                  </a:extLst>
                </p14:cNvPr>
                <p14:cNvContentPartPr/>
                <p14:nvPr/>
              </p14:nvContentPartPr>
              <p14:xfrm>
                <a:off x="6279366" y="2082543"/>
                <a:ext cx="62280" cy="238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46BB9FD-CCC9-F01C-E97E-FDD17ACD62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61366" y="2064543"/>
                  <a:ext cx="97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F22C85-32AA-8559-B809-69003E480473}"/>
                    </a:ext>
                  </a:extLst>
                </p14:cNvPr>
                <p14:cNvContentPartPr/>
                <p14:nvPr/>
              </p14:nvContentPartPr>
              <p14:xfrm>
                <a:off x="6487806" y="1927023"/>
                <a:ext cx="268920" cy="381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F22C85-32AA-8559-B809-69003E48047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69806" y="1909383"/>
                  <a:ext cx="3045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F4F4465-7E94-4274-E593-1EE4D4A8ADF7}"/>
                    </a:ext>
                  </a:extLst>
                </p14:cNvPr>
                <p14:cNvContentPartPr/>
                <p14:nvPr/>
              </p14:nvContentPartPr>
              <p14:xfrm>
                <a:off x="6901446" y="1887783"/>
                <a:ext cx="213480" cy="144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F4F4465-7E94-4274-E593-1EE4D4A8AD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83446" y="1870143"/>
                  <a:ext cx="249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B1DC0A9-1232-D46A-F275-7388D06B2CC5}"/>
                    </a:ext>
                  </a:extLst>
                </p14:cNvPr>
                <p14:cNvContentPartPr/>
                <p14:nvPr/>
              </p14:nvContentPartPr>
              <p14:xfrm>
                <a:off x="7150926" y="2139783"/>
                <a:ext cx="144360" cy="33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B1DC0A9-1232-D46A-F275-7388D06B2CC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33286" y="2122143"/>
                  <a:ext cx="180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FE5AF59-A806-21F7-B33A-7E0D97D245FA}"/>
                    </a:ext>
                  </a:extLst>
                </p14:cNvPr>
                <p14:cNvContentPartPr/>
                <p14:nvPr/>
              </p14:nvContentPartPr>
              <p14:xfrm>
                <a:off x="7162086" y="2210703"/>
                <a:ext cx="199800" cy="28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FE5AF59-A806-21F7-B33A-7E0D97D245F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44446" y="2192703"/>
                  <a:ext cx="23544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12B00DF-BAF9-67C2-9E28-A41C4D36DFE3}"/>
                  </a:ext>
                </a:extLst>
              </p14:cNvPr>
              <p14:cNvContentPartPr/>
              <p14:nvPr/>
            </p14:nvContentPartPr>
            <p14:xfrm>
              <a:off x="7910886" y="1859343"/>
              <a:ext cx="110520" cy="4730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12B00DF-BAF9-67C2-9E28-A41C4D36DFE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892886" y="1841343"/>
                <a:ext cx="146160" cy="50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44962E9A-8D09-AE31-ACF6-4385F02F97CC}"/>
              </a:ext>
            </a:extLst>
          </p:cNvPr>
          <p:cNvGrpSpPr/>
          <p:nvPr/>
        </p:nvGrpSpPr>
        <p:grpSpPr>
          <a:xfrm>
            <a:off x="1590366" y="2985783"/>
            <a:ext cx="683280" cy="658800"/>
            <a:chOff x="1590366" y="2985783"/>
            <a:chExt cx="683280" cy="65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DA3895F-DBCE-EFD7-F0BD-752CC380A8A1}"/>
                    </a:ext>
                  </a:extLst>
                </p14:cNvPr>
                <p14:cNvContentPartPr/>
                <p14:nvPr/>
              </p14:nvContentPartPr>
              <p14:xfrm>
                <a:off x="1590366" y="3264063"/>
                <a:ext cx="232200" cy="380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DA3895F-DBCE-EFD7-F0BD-752CC380A8A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72726" y="3246423"/>
                  <a:ext cx="267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094F40A-ABCC-A731-8587-E4EC3940C545}"/>
                    </a:ext>
                  </a:extLst>
                </p14:cNvPr>
                <p14:cNvContentPartPr/>
                <p14:nvPr/>
              </p14:nvContentPartPr>
              <p14:xfrm>
                <a:off x="1663806" y="3408063"/>
                <a:ext cx="161280" cy="71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094F40A-ABCC-A731-8587-E4EC3940C54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646166" y="3390063"/>
                  <a:ext cx="196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07FF58C-D0E2-E1DF-0473-2415E43B5D16}"/>
                    </a:ext>
                  </a:extLst>
                </p14:cNvPr>
                <p14:cNvContentPartPr/>
                <p14:nvPr/>
              </p14:nvContentPartPr>
              <p14:xfrm>
                <a:off x="2054406" y="2985783"/>
                <a:ext cx="60840" cy="207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07FF58C-D0E2-E1DF-0473-2415E43B5D1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36406" y="2967783"/>
                  <a:ext cx="96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30EE80-37EB-A65E-C34F-053B092D3B07}"/>
                    </a:ext>
                  </a:extLst>
                </p14:cNvPr>
                <p14:cNvContentPartPr/>
                <p14:nvPr/>
              </p14:nvContentPartPr>
              <p14:xfrm>
                <a:off x="2137926" y="3434703"/>
                <a:ext cx="135720" cy="34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30EE80-37EB-A65E-C34F-053B092D3B0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20286" y="3417063"/>
                  <a:ext cx="171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E085B2D-EBC1-1179-4BD3-639400C61E9F}"/>
                    </a:ext>
                  </a:extLst>
                </p14:cNvPr>
                <p14:cNvContentPartPr/>
                <p14:nvPr/>
              </p14:nvContentPartPr>
              <p14:xfrm>
                <a:off x="2066286" y="3524703"/>
                <a:ext cx="157680" cy="41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E085B2D-EBC1-1179-4BD3-639400C61E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48286" y="3506703"/>
                  <a:ext cx="19332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B7A297A-984E-55D1-3948-2099AA4B63E2}"/>
              </a:ext>
            </a:extLst>
          </p:cNvPr>
          <p:cNvGrpSpPr/>
          <p:nvPr/>
        </p:nvGrpSpPr>
        <p:grpSpPr>
          <a:xfrm>
            <a:off x="6306366" y="2720463"/>
            <a:ext cx="1664640" cy="1681200"/>
            <a:chOff x="6306366" y="2720463"/>
            <a:chExt cx="1664640" cy="168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855F296-D9E6-599C-CF4D-56DADBF89740}"/>
                    </a:ext>
                  </a:extLst>
                </p14:cNvPr>
                <p14:cNvContentPartPr/>
                <p14:nvPr/>
              </p14:nvContentPartPr>
              <p14:xfrm>
                <a:off x="6312126" y="2921343"/>
                <a:ext cx="180000" cy="372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855F296-D9E6-599C-CF4D-56DADBF8974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94126" y="2903343"/>
                  <a:ext cx="21564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AB4AE13-53B8-DF77-85FB-383107ABE137}"/>
                    </a:ext>
                  </a:extLst>
                </p14:cNvPr>
                <p14:cNvContentPartPr/>
                <p14:nvPr/>
              </p14:nvContentPartPr>
              <p14:xfrm>
                <a:off x="6603006" y="3161823"/>
                <a:ext cx="166680" cy="11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AB4AE13-53B8-DF77-85FB-383107ABE1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85006" y="3144183"/>
                  <a:ext cx="202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EED86D8-7971-65EA-DBA4-C11D2CC7030A}"/>
                    </a:ext>
                  </a:extLst>
                </p14:cNvPr>
                <p14:cNvContentPartPr/>
                <p14:nvPr/>
              </p14:nvContentPartPr>
              <p14:xfrm>
                <a:off x="6666726" y="3073263"/>
                <a:ext cx="68040" cy="235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EED86D8-7971-65EA-DBA4-C11D2CC7030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48726" y="3055263"/>
                  <a:ext cx="103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9462718-2CFB-3E3A-B095-89A842480BA6}"/>
                    </a:ext>
                  </a:extLst>
                </p14:cNvPr>
                <p14:cNvContentPartPr/>
                <p14:nvPr/>
              </p14:nvContentPartPr>
              <p14:xfrm>
                <a:off x="6950046" y="3146343"/>
                <a:ext cx="93600" cy="150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9462718-2CFB-3E3A-B095-89A842480BA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32406" y="3128343"/>
                  <a:ext cx="129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B35A639-0B6F-709A-978E-DD58C38F60CE}"/>
                    </a:ext>
                  </a:extLst>
                </p14:cNvPr>
                <p14:cNvContentPartPr/>
                <p14:nvPr/>
              </p14:nvContentPartPr>
              <p14:xfrm>
                <a:off x="7012686" y="2983263"/>
                <a:ext cx="38160" cy="39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B35A639-0B6F-709A-978E-DD58C38F60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94686" y="2965623"/>
                  <a:ext cx="73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5E6E8D1-6165-34F4-2EB0-9B77AA10501C}"/>
                    </a:ext>
                  </a:extLst>
                </p14:cNvPr>
                <p14:cNvContentPartPr/>
                <p14:nvPr/>
              </p14:nvContentPartPr>
              <p14:xfrm>
                <a:off x="7199166" y="2950863"/>
                <a:ext cx="244080" cy="388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5E6E8D1-6165-34F4-2EB0-9B77AA1050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81526" y="2932863"/>
                  <a:ext cx="2797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BBB3D52-0114-C6E2-7955-9247C9DCC391}"/>
                    </a:ext>
                  </a:extLst>
                </p14:cNvPr>
                <p14:cNvContentPartPr/>
                <p14:nvPr/>
              </p14:nvContentPartPr>
              <p14:xfrm>
                <a:off x="6306366" y="3903063"/>
                <a:ext cx="236880" cy="227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BBB3D52-0114-C6E2-7955-9247C9DCC39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88726" y="3885423"/>
                  <a:ext cx="272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6204EE6-9472-2988-D53C-DFFD77E98467}"/>
                    </a:ext>
                  </a:extLst>
                </p14:cNvPr>
                <p14:cNvContentPartPr/>
                <p14:nvPr/>
              </p14:nvContentPartPr>
              <p14:xfrm>
                <a:off x="6684006" y="3990903"/>
                <a:ext cx="141480" cy="51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6204EE6-9472-2988-D53C-DFFD77E9846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66366" y="3972903"/>
                  <a:ext cx="177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153E66-3149-961F-C618-ABB936244964}"/>
                    </a:ext>
                  </a:extLst>
                </p14:cNvPr>
                <p14:cNvContentPartPr/>
                <p14:nvPr/>
              </p14:nvContentPartPr>
              <p14:xfrm>
                <a:off x="6934566" y="3908463"/>
                <a:ext cx="91800" cy="183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153E66-3149-961F-C618-ABB93624496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16566" y="3890823"/>
                  <a:ext cx="127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8B0CE8-CCDD-14B0-D19F-1C56341FDA66}"/>
                    </a:ext>
                  </a:extLst>
                </p14:cNvPr>
                <p14:cNvContentPartPr/>
                <p14:nvPr/>
              </p14:nvContentPartPr>
              <p14:xfrm>
                <a:off x="7038966" y="3736383"/>
                <a:ext cx="22680" cy="30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8B0CE8-CCDD-14B0-D19F-1C56341FDA6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20966" y="3718383"/>
                  <a:ext cx="58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A2FDB9B-8D47-5EB4-4DEA-28FEB045181A}"/>
                    </a:ext>
                  </a:extLst>
                </p14:cNvPr>
                <p14:cNvContentPartPr/>
                <p14:nvPr/>
              </p14:nvContentPartPr>
              <p14:xfrm>
                <a:off x="7253526" y="3854823"/>
                <a:ext cx="188280" cy="194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A2FDB9B-8D47-5EB4-4DEA-28FEB045181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235886" y="3836823"/>
                  <a:ext cx="223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74DD0EA-3C0D-C950-1117-BD7F61F6E3D2}"/>
                    </a:ext>
                  </a:extLst>
                </p14:cNvPr>
                <p14:cNvContentPartPr/>
                <p14:nvPr/>
              </p14:nvContentPartPr>
              <p14:xfrm>
                <a:off x="7474566" y="2720463"/>
                <a:ext cx="496440" cy="1681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74DD0EA-3C0D-C950-1117-BD7F61F6E3D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456566" y="2702463"/>
                  <a:ext cx="532080" cy="171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27A01C2-393D-9B98-1AD1-7BE11D535203}"/>
              </a:ext>
            </a:extLst>
          </p:cNvPr>
          <p:cNvGrpSpPr/>
          <p:nvPr/>
        </p:nvGrpSpPr>
        <p:grpSpPr>
          <a:xfrm>
            <a:off x="2888526" y="2992623"/>
            <a:ext cx="1890000" cy="1467000"/>
            <a:chOff x="2888526" y="2992623"/>
            <a:chExt cx="1890000" cy="146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244D8DD-7E07-D4E4-588C-018920B86A44}"/>
                    </a:ext>
                  </a:extLst>
                </p14:cNvPr>
                <p14:cNvContentPartPr/>
                <p14:nvPr/>
              </p14:nvContentPartPr>
              <p14:xfrm>
                <a:off x="3284526" y="3266223"/>
                <a:ext cx="187920" cy="231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244D8DD-7E07-D4E4-588C-018920B86A4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66526" y="3248583"/>
                  <a:ext cx="2235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6C07D3-0D70-4BF9-19D3-ED961F063105}"/>
                    </a:ext>
                  </a:extLst>
                </p14:cNvPr>
                <p14:cNvContentPartPr/>
                <p14:nvPr/>
              </p14:nvContentPartPr>
              <p14:xfrm>
                <a:off x="3647766" y="3333543"/>
                <a:ext cx="169560" cy="18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6C07D3-0D70-4BF9-19D3-ED961F06310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29766" y="3315903"/>
                  <a:ext cx="2052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51F7043-E480-985E-567D-04544BE1602F}"/>
                    </a:ext>
                  </a:extLst>
                </p14:cNvPr>
                <p14:cNvContentPartPr/>
                <p14:nvPr/>
              </p14:nvContentPartPr>
              <p14:xfrm>
                <a:off x="3741006" y="3252183"/>
                <a:ext cx="48240" cy="221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51F7043-E480-985E-567D-04544BE1602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23006" y="3234183"/>
                  <a:ext cx="83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E04A6FB-B05C-1222-C682-FFF4CE9761E0}"/>
                    </a:ext>
                  </a:extLst>
                </p14:cNvPr>
                <p14:cNvContentPartPr/>
                <p14:nvPr/>
              </p14:nvContentPartPr>
              <p14:xfrm>
                <a:off x="4052406" y="3284583"/>
                <a:ext cx="70560" cy="159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E04A6FB-B05C-1222-C682-FFF4CE9761E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034766" y="3266943"/>
                  <a:ext cx="106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CB31F0-5346-0CE5-385E-46C89001B6AC}"/>
                    </a:ext>
                  </a:extLst>
                </p14:cNvPr>
                <p14:cNvContentPartPr/>
                <p14:nvPr/>
              </p14:nvContentPartPr>
              <p14:xfrm>
                <a:off x="4115766" y="3088023"/>
                <a:ext cx="59040" cy="43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CB31F0-5346-0CE5-385E-46C89001B6A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98126" y="3070383"/>
                  <a:ext cx="94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5A0CCB9-879E-1845-3861-8EE7A8E6AEBF}"/>
                    </a:ext>
                  </a:extLst>
                </p14:cNvPr>
                <p14:cNvContentPartPr/>
                <p14:nvPr/>
              </p14:nvContentPartPr>
              <p14:xfrm>
                <a:off x="4357686" y="3248943"/>
                <a:ext cx="188280" cy="222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5A0CCB9-879E-1845-3861-8EE7A8E6AEB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40046" y="3230943"/>
                  <a:ext cx="223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331AEBB-2F30-F0E4-0A5B-831A06F998B4}"/>
                    </a:ext>
                  </a:extLst>
                </p14:cNvPr>
                <p14:cNvContentPartPr/>
                <p14:nvPr/>
              </p14:nvContentPartPr>
              <p14:xfrm>
                <a:off x="3224046" y="3932223"/>
                <a:ext cx="226800" cy="35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331AEBB-2F30-F0E4-0A5B-831A06F998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06406" y="3914583"/>
                  <a:ext cx="262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49E6B90-81CF-698C-8AEA-97D9D7672ED9}"/>
                    </a:ext>
                  </a:extLst>
                </p14:cNvPr>
                <p14:cNvContentPartPr/>
                <p14:nvPr/>
              </p14:nvContentPartPr>
              <p14:xfrm>
                <a:off x="3621486" y="3793623"/>
                <a:ext cx="162720" cy="321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49E6B90-81CF-698C-8AEA-97D9D7672ED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03846" y="3775983"/>
                  <a:ext cx="1983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137461-0B45-E63A-79A5-A6C7C4E0638C}"/>
                    </a:ext>
                  </a:extLst>
                </p14:cNvPr>
                <p14:cNvContentPartPr/>
                <p14:nvPr/>
              </p14:nvContentPartPr>
              <p14:xfrm>
                <a:off x="3924966" y="3926823"/>
                <a:ext cx="180720" cy="48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137461-0B45-E63A-79A5-A6C7C4E0638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06966" y="3908823"/>
                  <a:ext cx="2163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959B7F9-3B27-90D9-7366-604A4D4BD787}"/>
                    </a:ext>
                  </a:extLst>
                </p14:cNvPr>
                <p14:cNvContentPartPr/>
                <p14:nvPr/>
              </p14:nvContentPartPr>
              <p14:xfrm>
                <a:off x="4027206" y="3854103"/>
                <a:ext cx="60840" cy="221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959B7F9-3B27-90D9-7366-604A4D4BD78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09566" y="3836463"/>
                  <a:ext cx="96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BF9E940-9CD4-0B1A-4B70-BCEDB19B43B8}"/>
                    </a:ext>
                  </a:extLst>
                </p14:cNvPr>
                <p14:cNvContentPartPr/>
                <p14:nvPr/>
              </p14:nvContentPartPr>
              <p14:xfrm>
                <a:off x="4239246" y="3906663"/>
                <a:ext cx="117000" cy="179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BF9E940-9CD4-0B1A-4B70-BCEDB19B43B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21246" y="3888663"/>
                  <a:ext cx="152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FA70E4B-B48C-0BBD-B487-CB0AE3F4D6C1}"/>
                    </a:ext>
                  </a:extLst>
                </p14:cNvPr>
                <p14:cNvContentPartPr/>
                <p14:nvPr/>
              </p14:nvContentPartPr>
              <p14:xfrm>
                <a:off x="4316646" y="3728463"/>
                <a:ext cx="47520" cy="32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FA70E4B-B48C-0BBD-B487-CB0AE3F4D6C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99006" y="3710823"/>
                  <a:ext cx="83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38FFE41-7A01-5845-34CB-866FE187CCD8}"/>
                    </a:ext>
                  </a:extLst>
                </p14:cNvPr>
                <p14:cNvContentPartPr/>
                <p14:nvPr/>
              </p14:nvContentPartPr>
              <p14:xfrm>
                <a:off x="4506726" y="3696783"/>
                <a:ext cx="271800" cy="384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38FFE41-7A01-5845-34CB-866FE187CCD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89086" y="3678783"/>
                  <a:ext cx="3074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450A4FA-F431-C6AE-8D57-AA7CF6CA1A6B}"/>
                    </a:ext>
                  </a:extLst>
                </p14:cNvPr>
                <p14:cNvContentPartPr/>
                <p14:nvPr/>
              </p14:nvContentPartPr>
              <p14:xfrm>
                <a:off x="2888526" y="2992623"/>
                <a:ext cx="393120" cy="1467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450A4FA-F431-C6AE-8D57-AA7CF6CA1A6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70886" y="2974983"/>
                  <a:ext cx="428760" cy="150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C8FFA20-2207-01C7-5FB5-15EA5AE2A217}"/>
              </a:ext>
            </a:extLst>
          </p:cNvPr>
          <p:cNvGrpSpPr/>
          <p:nvPr/>
        </p:nvGrpSpPr>
        <p:grpSpPr>
          <a:xfrm>
            <a:off x="315246" y="4988103"/>
            <a:ext cx="730800" cy="465120"/>
            <a:chOff x="315246" y="4988103"/>
            <a:chExt cx="73080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9C9191B-4F08-06A6-5A00-AF40BCE052C7}"/>
                    </a:ext>
                  </a:extLst>
                </p14:cNvPr>
                <p14:cNvContentPartPr/>
                <p14:nvPr/>
              </p14:nvContentPartPr>
              <p14:xfrm>
                <a:off x="315246" y="5111583"/>
                <a:ext cx="202320" cy="341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9C9191B-4F08-06A6-5A00-AF40BCE052C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7246" y="5093943"/>
                  <a:ext cx="2379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B6BB855-CE9F-B95D-8E57-FB72A291F703}"/>
                    </a:ext>
                  </a:extLst>
                </p14:cNvPr>
                <p14:cNvContentPartPr/>
                <p14:nvPr/>
              </p14:nvContentPartPr>
              <p14:xfrm>
                <a:off x="319566" y="5235063"/>
                <a:ext cx="199080" cy="84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B6BB855-CE9F-B95D-8E57-FB72A291F7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1926" y="5217423"/>
                  <a:ext cx="234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4A30F3F-88B9-ED80-F668-9B604146CB66}"/>
                    </a:ext>
                  </a:extLst>
                </p14:cNvPr>
                <p14:cNvContentPartPr/>
                <p14:nvPr/>
              </p14:nvContentPartPr>
              <p14:xfrm>
                <a:off x="630966" y="4988103"/>
                <a:ext cx="158040" cy="149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4A30F3F-88B9-ED80-F668-9B604146CB6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3326" y="4970103"/>
                  <a:ext cx="193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6CB7E05-38B4-D928-EE5C-A2D5F19FFE84}"/>
                    </a:ext>
                  </a:extLst>
                </p14:cNvPr>
                <p14:cNvContentPartPr/>
                <p14:nvPr/>
              </p14:nvContentPartPr>
              <p14:xfrm>
                <a:off x="935166" y="5272503"/>
                <a:ext cx="110880" cy="13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6CB7E05-38B4-D928-EE5C-A2D5F19FFE8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7166" y="5254503"/>
                  <a:ext cx="146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2819A9-B0BF-2D17-B4E3-CEB6159354B7}"/>
                    </a:ext>
                  </a:extLst>
                </p14:cNvPr>
                <p14:cNvContentPartPr/>
                <p14:nvPr/>
              </p14:nvContentPartPr>
              <p14:xfrm>
                <a:off x="899886" y="5344503"/>
                <a:ext cx="141120" cy="77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2819A9-B0BF-2D17-B4E3-CEB6159354B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2246" y="5326503"/>
                  <a:ext cx="17676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054D46F-6019-9954-0C8B-9D0AEE99F414}"/>
              </a:ext>
            </a:extLst>
          </p:cNvPr>
          <p:cNvGrpSpPr/>
          <p:nvPr/>
        </p:nvGrpSpPr>
        <p:grpSpPr>
          <a:xfrm>
            <a:off x="1330446" y="5080263"/>
            <a:ext cx="429480" cy="388440"/>
            <a:chOff x="1330446" y="5080263"/>
            <a:chExt cx="42948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A2BB3D1-467A-6850-18CF-D0894E96A6EE}"/>
                    </a:ext>
                  </a:extLst>
                </p14:cNvPr>
                <p14:cNvContentPartPr/>
                <p14:nvPr/>
              </p14:nvContentPartPr>
              <p14:xfrm>
                <a:off x="1330446" y="5187543"/>
                <a:ext cx="198720" cy="281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A2BB3D1-467A-6850-18CF-D0894E96A6E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312806" y="5169903"/>
                  <a:ext cx="2343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CCB05C-8311-70A7-9213-800358423989}"/>
                    </a:ext>
                  </a:extLst>
                </p14:cNvPr>
                <p14:cNvContentPartPr/>
                <p14:nvPr/>
              </p14:nvContentPartPr>
              <p14:xfrm>
                <a:off x="1355646" y="5306703"/>
                <a:ext cx="138240" cy="43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CCB05C-8311-70A7-9213-80035842398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37646" y="5288703"/>
                  <a:ext cx="173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516522D-3E48-AAE7-718F-8E5B05196F62}"/>
                    </a:ext>
                  </a:extLst>
                </p14:cNvPr>
                <p14:cNvContentPartPr/>
                <p14:nvPr/>
              </p14:nvContentPartPr>
              <p14:xfrm>
                <a:off x="1693686" y="5080263"/>
                <a:ext cx="66240" cy="201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516522D-3E48-AAE7-718F-8E5B05196F6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675686" y="5062263"/>
                  <a:ext cx="101880" cy="23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577F186-9DED-414E-7E46-A711EE32738F}"/>
                  </a:ext>
                </a:extLst>
              </p14:cNvPr>
              <p14:cNvContentPartPr/>
              <p14:nvPr/>
            </p14:nvContentPartPr>
            <p14:xfrm>
              <a:off x="1389126" y="4903863"/>
              <a:ext cx="439920" cy="118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577F186-9DED-414E-7E46-A711EE32738F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371126" y="4886223"/>
                <a:ext cx="47556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A12DD97-D140-DE85-26DD-B5266B286F5F}"/>
              </a:ext>
            </a:extLst>
          </p:cNvPr>
          <p:cNvGrpSpPr/>
          <p:nvPr/>
        </p:nvGrpSpPr>
        <p:grpSpPr>
          <a:xfrm>
            <a:off x="2071326" y="5285463"/>
            <a:ext cx="257760" cy="114840"/>
            <a:chOff x="2071326" y="5285463"/>
            <a:chExt cx="25776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67EC02E-A501-D5DC-BA6E-CE632202B2F2}"/>
                    </a:ext>
                  </a:extLst>
                </p14:cNvPr>
                <p14:cNvContentPartPr/>
                <p14:nvPr/>
              </p14:nvContentPartPr>
              <p14:xfrm>
                <a:off x="2083566" y="5285463"/>
                <a:ext cx="172800" cy="10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67EC02E-A501-D5DC-BA6E-CE632202B2F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065926" y="5267463"/>
                  <a:ext cx="208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A4531A9-653B-AAEB-9B6F-F107592A054E}"/>
                    </a:ext>
                  </a:extLst>
                </p14:cNvPr>
                <p14:cNvContentPartPr/>
                <p14:nvPr/>
              </p14:nvContentPartPr>
              <p14:xfrm>
                <a:off x="2071326" y="5365383"/>
                <a:ext cx="257760" cy="34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A4531A9-653B-AAEB-9B6F-F107592A05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053686" y="5347383"/>
                  <a:ext cx="29340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66FE54A0-238C-DA4A-A3BF-F0842B1EE0CD}"/>
                  </a:ext>
                </a:extLst>
              </p14:cNvPr>
              <p14:cNvContentPartPr/>
              <p14:nvPr/>
            </p14:nvContentPartPr>
            <p14:xfrm>
              <a:off x="3055206" y="4714863"/>
              <a:ext cx="340920" cy="1668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66FE54A0-238C-DA4A-A3BF-F0842B1EE0C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037566" y="4697223"/>
                <a:ext cx="376560" cy="17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A4D4C1B-DE1A-6B07-10A7-92877E76D230}"/>
                  </a:ext>
                </a:extLst>
              </p14:cNvPr>
              <p14:cNvContentPartPr/>
              <p14:nvPr/>
            </p14:nvContentPartPr>
            <p14:xfrm>
              <a:off x="3586566" y="5020503"/>
              <a:ext cx="181440" cy="1965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A4D4C1B-DE1A-6B07-10A7-92877E76D23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568566" y="5002863"/>
                <a:ext cx="2170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42F12673-E0FB-12BC-F013-67D160A82D74}"/>
                  </a:ext>
                </a:extLst>
              </p14:cNvPr>
              <p14:cNvContentPartPr/>
              <p14:nvPr/>
            </p14:nvContentPartPr>
            <p14:xfrm>
              <a:off x="3996966" y="5093943"/>
              <a:ext cx="202320" cy="183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42F12673-E0FB-12BC-F013-67D160A82D74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978966" y="5075943"/>
                <a:ext cx="2379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F9ED8CB-2F0B-5A75-D93F-29E2EC1F222F}"/>
                  </a:ext>
                </a:extLst>
              </p14:cNvPr>
              <p14:cNvContentPartPr/>
              <p14:nvPr/>
            </p14:nvContentPartPr>
            <p14:xfrm>
              <a:off x="4345806" y="5007543"/>
              <a:ext cx="73080" cy="1508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F9ED8CB-2F0B-5A75-D93F-29E2EC1F222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328166" y="4989543"/>
                <a:ext cx="1087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6FFD49E-EA98-31FF-0D41-1EA19016D651}"/>
                  </a:ext>
                </a:extLst>
              </p14:cNvPr>
              <p14:cNvContentPartPr/>
              <p14:nvPr/>
            </p14:nvContentPartPr>
            <p14:xfrm>
              <a:off x="4421406" y="4827543"/>
              <a:ext cx="28080" cy="334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6FFD49E-EA98-31FF-0D41-1EA19016D65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403406" y="4809543"/>
                <a:ext cx="6372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07B3F63E-A022-810B-BC9C-A24772C68563}"/>
                  </a:ext>
                </a:extLst>
              </p14:cNvPr>
              <p14:cNvContentPartPr/>
              <p14:nvPr/>
            </p14:nvContentPartPr>
            <p14:xfrm>
              <a:off x="4540566" y="4984863"/>
              <a:ext cx="217800" cy="2462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07B3F63E-A022-810B-BC9C-A24772C68563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522566" y="4966863"/>
                <a:ext cx="25344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E25E7D5-CD01-043C-562C-C4CC466EA088}"/>
              </a:ext>
            </a:extLst>
          </p:cNvPr>
          <p:cNvGrpSpPr/>
          <p:nvPr/>
        </p:nvGrpSpPr>
        <p:grpSpPr>
          <a:xfrm>
            <a:off x="3512046" y="5509743"/>
            <a:ext cx="1432080" cy="479880"/>
            <a:chOff x="3512046" y="5509743"/>
            <a:chExt cx="143208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A75A271-B682-46BE-56CF-80A033580796}"/>
                    </a:ext>
                  </a:extLst>
                </p14:cNvPr>
                <p14:cNvContentPartPr/>
                <p14:nvPr/>
              </p14:nvContentPartPr>
              <p14:xfrm>
                <a:off x="3512046" y="5731503"/>
                <a:ext cx="140400" cy="21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A75A271-B682-46BE-56CF-80A0335807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94046" y="5713503"/>
                  <a:ext cx="176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56CFA4-E02D-C7C9-B4E6-EDECAEB23F7D}"/>
                    </a:ext>
                  </a:extLst>
                </p14:cNvPr>
                <p14:cNvContentPartPr/>
                <p14:nvPr/>
              </p14:nvContentPartPr>
              <p14:xfrm>
                <a:off x="3812646" y="5605503"/>
                <a:ext cx="144720" cy="353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56CFA4-E02D-C7C9-B4E6-EDECAEB23F7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4646" y="5587863"/>
                  <a:ext cx="1803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C97B056-03D2-D789-FF39-E4D23CF315FD}"/>
                    </a:ext>
                  </a:extLst>
                </p14:cNvPr>
                <p14:cNvContentPartPr/>
                <p14:nvPr/>
              </p14:nvContentPartPr>
              <p14:xfrm>
                <a:off x="4136646" y="5842023"/>
                <a:ext cx="135360" cy="31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C97B056-03D2-D789-FF39-E4D23CF315F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19006" y="5824383"/>
                  <a:ext cx="171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C092D29-F815-63DD-5B3B-35D3ECA5E764}"/>
                    </a:ext>
                  </a:extLst>
                </p14:cNvPr>
                <p14:cNvContentPartPr/>
                <p14:nvPr/>
              </p14:nvContentPartPr>
              <p14:xfrm>
                <a:off x="4421766" y="5773983"/>
                <a:ext cx="91800" cy="215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C092D29-F815-63DD-5B3B-35D3ECA5E76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04126" y="5756343"/>
                  <a:ext cx="127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E00DD79-2614-4D5C-3F3B-E84235C9C3FF}"/>
                    </a:ext>
                  </a:extLst>
                </p14:cNvPr>
                <p14:cNvContentPartPr/>
                <p14:nvPr/>
              </p14:nvContentPartPr>
              <p14:xfrm>
                <a:off x="4510686" y="5603343"/>
                <a:ext cx="37800" cy="41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E00DD79-2614-4D5C-3F3B-E84235C9C3F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92686" y="5585343"/>
                  <a:ext cx="73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7C6EE7F-1478-BC1A-A3D5-CA67F30B42BD}"/>
                    </a:ext>
                  </a:extLst>
                </p14:cNvPr>
                <p14:cNvContentPartPr/>
                <p14:nvPr/>
              </p14:nvContentPartPr>
              <p14:xfrm>
                <a:off x="4657566" y="5509743"/>
                <a:ext cx="286560" cy="448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7C6EE7F-1478-BC1A-A3D5-CA67F30B42B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639566" y="5492103"/>
                  <a:ext cx="322200" cy="48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9DF34E7-B9B2-99CA-3F9A-793A64D7D0EF}"/>
              </a:ext>
            </a:extLst>
          </p:cNvPr>
          <p:cNvGrpSpPr/>
          <p:nvPr/>
        </p:nvGrpSpPr>
        <p:grpSpPr>
          <a:xfrm>
            <a:off x="6006486" y="4853823"/>
            <a:ext cx="1703520" cy="1378080"/>
            <a:chOff x="6006486" y="4853823"/>
            <a:chExt cx="1703520" cy="13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0FE463D-9BCF-C290-AE2A-3643B3CC3DB2}"/>
                    </a:ext>
                  </a:extLst>
                </p14:cNvPr>
                <p14:cNvContentPartPr/>
                <p14:nvPr/>
              </p14:nvContentPartPr>
              <p14:xfrm>
                <a:off x="6006486" y="4973343"/>
                <a:ext cx="158400" cy="333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0FE463D-9BCF-C290-AE2A-3643B3CC3DB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988486" y="4955703"/>
                  <a:ext cx="1940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88D4DB8-D4F7-DBEF-EBC5-6AF78F166AFB}"/>
                    </a:ext>
                  </a:extLst>
                </p14:cNvPr>
                <p14:cNvContentPartPr/>
                <p14:nvPr/>
              </p14:nvContentPartPr>
              <p14:xfrm>
                <a:off x="6238686" y="5224983"/>
                <a:ext cx="238320" cy="17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88D4DB8-D4F7-DBEF-EBC5-6AF78F166AF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20686" y="5207343"/>
                  <a:ext cx="273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1054726-0562-CB52-7B36-6DA18209C290}"/>
                    </a:ext>
                  </a:extLst>
                </p14:cNvPr>
                <p14:cNvContentPartPr/>
                <p14:nvPr/>
              </p14:nvContentPartPr>
              <p14:xfrm>
                <a:off x="6620646" y="5150463"/>
                <a:ext cx="113400" cy="145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1054726-0562-CB52-7B36-6DA18209C29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02646" y="5132463"/>
                  <a:ext cx="149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FF01BED-08D5-714A-767D-3805EE2BCBB2}"/>
                    </a:ext>
                  </a:extLst>
                </p14:cNvPr>
                <p14:cNvContentPartPr/>
                <p14:nvPr/>
              </p14:nvContentPartPr>
              <p14:xfrm>
                <a:off x="6697686" y="4944183"/>
                <a:ext cx="41040" cy="47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FF01BED-08D5-714A-767D-3805EE2BCBB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79686" y="4926183"/>
                  <a:ext cx="76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31F3B9-9BC9-79DA-E363-9FFDADE7BA1A}"/>
                    </a:ext>
                  </a:extLst>
                </p14:cNvPr>
                <p14:cNvContentPartPr/>
                <p14:nvPr/>
              </p14:nvContentPartPr>
              <p14:xfrm>
                <a:off x="6885966" y="4935543"/>
                <a:ext cx="281160" cy="368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31F3B9-9BC9-79DA-E363-9FFDADE7BA1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68326" y="4917903"/>
                  <a:ext cx="3168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8A7CC22-A630-80B8-6E29-6D96ACE08775}"/>
                    </a:ext>
                  </a:extLst>
                </p14:cNvPr>
                <p14:cNvContentPartPr/>
                <p14:nvPr/>
              </p14:nvContentPartPr>
              <p14:xfrm>
                <a:off x="6125286" y="5801343"/>
                <a:ext cx="235800" cy="245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8A7CC22-A630-80B8-6E29-6D96ACE0877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107286" y="5783703"/>
                  <a:ext cx="2714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F2A5590-8491-A241-1978-5CA5C5B8647F}"/>
                    </a:ext>
                  </a:extLst>
                </p14:cNvPr>
                <p14:cNvContentPartPr/>
                <p14:nvPr/>
              </p14:nvContentPartPr>
              <p14:xfrm>
                <a:off x="6499686" y="5905383"/>
                <a:ext cx="198720" cy="41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F2A5590-8491-A241-1978-5CA5C5B8647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482046" y="5887383"/>
                  <a:ext cx="234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83F7725-5C02-0D03-49CB-7BF3C574BF23}"/>
                    </a:ext>
                  </a:extLst>
                </p14:cNvPr>
                <p14:cNvContentPartPr/>
                <p14:nvPr/>
              </p14:nvContentPartPr>
              <p14:xfrm>
                <a:off x="6632166" y="5795583"/>
                <a:ext cx="30960" cy="213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83F7725-5C02-0D03-49CB-7BF3C574BF2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614526" y="5777583"/>
                  <a:ext cx="666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24E28E-D936-5D13-CA3E-92A1FD112F65}"/>
                    </a:ext>
                  </a:extLst>
                </p14:cNvPr>
                <p14:cNvContentPartPr/>
                <p14:nvPr/>
              </p14:nvContentPartPr>
              <p14:xfrm>
                <a:off x="6862926" y="5806383"/>
                <a:ext cx="117360" cy="185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24E28E-D936-5D13-CA3E-92A1FD112F6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45286" y="5788743"/>
                  <a:ext cx="153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57101D7-0732-69F7-0E85-8BB97270BF20}"/>
                    </a:ext>
                  </a:extLst>
                </p14:cNvPr>
                <p14:cNvContentPartPr/>
                <p14:nvPr/>
              </p14:nvContentPartPr>
              <p14:xfrm>
                <a:off x="6933486" y="5582463"/>
                <a:ext cx="40320" cy="39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57101D7-0732-69F7-0E85-8BB97270BF2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915486" y="5564463"/>
                  <a:ext cx="75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C117273-58F1-F7D0-CB69-54373F8481E2}"/>
                    </a:ext>
                  </a:extLst>
                </p14:cNvPr>
                <p14:cNvContentPartPr/>
                <p14:nvPr/>
              </p14:nvContentPartPr>
              <p14:xfrm>
                <a:off x="7109166" y="5764983"/>
                <a:ext cx="144000" cy="229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C117273-58F1-F7D0-CB69-54373F8481E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091166" y="5747343"/>
                  <a:ext cx="1796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8D60033-2328-D41A-B4A4-3AF2FFE6A4E1}"/>
                    </a:ext>
                  </a:extLst>
                </p14:cNvPr>
                <p14:cNvContentPartPr/>
                <p14:nvPr/>
              </p14:nvContentPartPr>
              <p14:xfrm>
                <a:off x="7334166" y="4853823"/>
                <a:ext cx="375840" cy="1378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8D60033-2328-D41A-B4A4-3AF2FFE6A4E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316166" y="4836183"/>
                  <a:ext cx="411480" cy="141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6513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FD29328-6453-CA0C-74DC-8836DE9A7857}"/>
              </a:ext>
            </a:extLst>
          </p:cNvPr>
          <p:cNvGrpSpPr/>
          <p:nvPr/>
        </p:nvGrpSpPr>
        <p:grpSpPr>
          <a:xfrm>
            <a:off x="623406" y="232143"/>
            <a:ext cx="398160" cy="788400"/>
            <a:chOff x="623406" y="232143"/>
            <a:chExt cx="398160" cy="78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AD3349F-CACF-2D56-36C1-46A013904F7F}"/>
                    </a:ext>
                  </a:extLst>
                </p14:cNvPr>
                <p14:cNvContentPartPr/>
                <p14:nvPr/>
              </p14:nvContentPartPr>
              <p14:xfrm>
                <a:off x="623406" y="258423"/>
                <a:ext cx="236520" cy="339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AD3349F-CACF-2D56-36C1-46A013904F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5406" y="240783"/>
                  <a:ext cx="2721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F4836C8-9CB0-2E9A-0145-AEDF14B81AA0}"/>
                    </a:ext>
                  </a:extLst>
                </p14:cNvPr>
                <p14:cNvContentPartPr/>
                <p14:nvPr/>
              </p14:nvContentPartPr>
              <p14:xfrm>
                <a:off x="831486" y="232143"/>
                <a:ext cx="190080" cy="788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F4836C8-9CB0-2E9A-0145-AEDF14B81A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3846" y="214143"/>
                  <a:ext cx="225720" cy="82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A16585-E148-D7BF-0285-DCDFEFAAE487}"/>
                  </a:ext>
                </a:extLst>
              </p14:cNvPr>
              <p14:cNvContentPartPr/>
              <p14:nvPr/>
            </p14:nvContentPartPr>
            <p14:xfrm>
              <a:off x="1509366" y="216303"/>
              <a:ext cx="316440" cy="409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A16585-E148-D7BF-0285-DCDFEFAAE4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91366" y="198663"/>
                <a:ext cx="352080" cy="44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80B0986-992A-E665-A18B-69A3DEACE5C9}"/>
              </a:ext>
            </a:extLst>
          </p:cNvPr>
          <p:cNvGrpSpPr/>
          <p:nvPr/>
        </p:nvGrpSpPr>
        <p:grpSpPr>
          <a:xfrm>
            <a:off x="2378406" y="261663"/>
            <a:ext cx="203760" cy="334440"/>
            <a:chOff x="2378406" y="261663"/>
            <a:chExt cx="20376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52E053E-B9D5-CA7A-2B47-A18D9C571B72}"/>
                    </a:ext>
                  </a:extLst>
                </p14:cNvPr>
                <p14:cNvContentPartPr/>
                <p14:nvPr/>
              </p14:nvContentPartPr>
              <p14:xfrm>
                <a:off x="2378406" y="396303"/>
                <a:ext cx="24840" cy="174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52E053E-B9D5-CA7A-2B47-A18D9C571B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60406" y="378663"/>
                  <a:ext cx="60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3EAF51-8220-FFDC-BE67-C81AF0D7A1F4}"/>
                    </a:ext>
                  </a:extLst>
                </p14:cNvPr>
                <p14:cNvContentPartPr/>
                <p14:nvPr/>
              </p14:nvContentPartPr>
              <p14:xfrm>
                <a:off x="2416206" y="416463"/>
                <a:ext cx="165960" cy="179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3EAF51-8220-FFDC-BE67-C81AF0D7A1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98566" y="398463"/>
                  <a:ext cx="201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CDC9A12-C539-6DF8-DF4F-164C40598643}"/>
                    </a:ext>
                  </a:extLst>
                </p14:cNvPr>
                <p14:cNvContentPartPr/>
                <p14:nvPr/>
              </p14:nvContentPartPr>
              <p14:xfrm>
                <a:off x="2457606" y="261663"/>
                <a:ext cx="16560" cy="30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CDC9A12-C539-6DF8-DF4F-164C4059864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39966" y="243663"/>
                  <a:ext cx="522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3DC4548-BD7F-2794-4F24-FB29B6C65270}"/>
              </a:ext>
            </a:extLst>
          </p:cNvPr>
          <p:cNvGrpSpPr/>
          <p:nvPr/>
        </p:nvGrpSpPr>
        <p:grpSpPr>
          <a:xfrm>
            <a:off x="3086526" y="235743"/>
            <a:ext cx="1517040" cy="716040"/>
            <a:chOff x="3086526" y="235743"/>
            <a:chExt cx="1517040" cy="71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CE93FBB-257D-328C-A3F1-8AFAF20BD731}"/>
                    </a:ext>
                  </a:extLst>
                </p14:cNvPr>
                <p14:cNvContentPartPr/>
                <p14:nvPr/>
              </p14:nvContentPartPr>
              <p14:xfrm>
                <a:off x="3086526" y="390543"/>
                <a:ext cx="454320" cy="196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CE93FBB-257D-328C-A3F1-8AFAF20BD7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68526" y="372903"/>
                  <a:ext cx="489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5E39DA-48CD-B7E9-0099-E5300601861D}"/>
                    </a:ext>
                  </a:extLst>
                </p14:cNvPr>
                <p14:cNvContentPartPr/>
                <p14:nvPr/>
              </p14:nvContentPartPr>
              <p14:xfrm>
                <a:off x="3587286" y="454623"/>
                <a:ext cx="94320" cy="140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5E39DA-48CD-B7E9-0099-E530060186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69646" y="436983"/>
                  <a:ext cx="129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45A82B-4E9C-6A36-451C-7D039BBE7BF7}"/>
                    </a:ext>
                  </a:extLst>
                </p14:cNvPr>
                <p14:cNvContentPartPr/>
                <p14:nvPr/>
              </p14:nvContentPartPr>
              <p14:xfrm>
                <a:off x="3678726" y="235743"/>
                <a:ext cx="36000" cy="40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45A82B-4E9C-6A36-451C-7D039BBE7B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61086" y="217743"/>
                  <a:ext cx="71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55EA00D-EBB2-21F6-F881-333C20E65A04}"/>
                    </a:ext>
                  </a:extLst>
                </p14:cNvPr>
                <p14:cNvContentPartPr/>
                <p14:nvPr/>
              </p14:nvContentPartPr>
              <p14:xfrm>
                <a:off x="3828486" y="238623"/>
                <a:ext cx="55800" cy="364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55EA00D-EBB2-21F6-F881-333C20E65A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10846" y="220983"/>
                  <a:ext cx="914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C6622A-FC4F-1235-4B8F-2AF67B00BFA9}"/>
                    </a:ext>
                  </a:extLst>
                </p14:cNvPr>
                <p14:cNvContentPartPr/>
                <p14:nvPr/>
              </p14:nvContentPartPr>
              <p14:xfrm>
                <a:off x="3773766" y="368943"/>
                <a:ext cx="210600" cy="41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C6622A-FC4F-1235-4B8F-2AF67B00BF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56126" y="350943"/>
                  <a:ext cx="246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825E8BD-E2EE-2143-3B1D-B8189ACB9CD8}"/>
                    </a:ext>
                  </a:extLst>
                </p14:cNvPr>
                <p14:cNvContentPartPr/>
                <p14:nvPr/>
              </p14:nvContentPartPr>
              <p14:xfrm>
                <a:off x="3967806" y="406743"/>
                <a:ext cx="177840" cy="173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825E8BD-E2EE-2143-3B1D-B8189ACB9C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49806" y="388743"/>
                  <a:ext cx="213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D71EE9-3B9F-7E61-9A71-4ED05450261F}"/>
                    </a:ext>
                  </a:extLst>
                </p14:cNvPr>
                <p14:cNvContentPartPr/>
                <p14:nvPr/>
              </p14:nvContentPartPr>
              <p14:xfrm>
                <a:off x="4172646" y="439863"/>
                <a:ext cx="179640" cy="134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D71EE9-3B9F-7E61-9A71-4ED0545026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55006" y="421863"/>
                  <a:ext cx="215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814F32-AAB1-7C72-7F53-C2F5A73412C4}"/>
                    </a:ext>
                  </a:extLst>
                </p14:cNvPr>
                <p14:cNvContentPartPr/>
                <p14:nvPr/>
              </p14:nvContentPartPr>
              <p14:xfrm>
                <a:off x="4349766" y="397383"/>
                <a:ext cx="253800" cy="554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814F32-AAB1-7C72-7F53-C2F5A73412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32126" y="379743"/>
                  <a:ext cx="289440" cy="59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FE4107B-A55D-1E82-1BE4-06C391F5FB37}"/>
                  </a:ext>
                </a:extLst>
              </p14:cNvPr>
              <p14:cNvContentPartPr/>
              <p14:nvPr/>
            </p14:nvContentPartPr>
            <p14:xfrm>
              <a:off x="4918566" y="588543"/>
              <a:ext cx="48600" cy="76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FE4107B-A55D-1E82-1BE4-06C391F5FB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00566" y="570543"/>
                <a:ext cx="84240" cy="11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714611DE-5CF7-AB3B-279F-2D97B0423A40}"/>
              </a:ext>
            </a:extLst>
          </p:cNvPr>
          <p:cNvGrpSpPr/>
          <p:nvPr/>
        </p:nvGrpSpPr>
        <p:grpSpPr>
          <a:xfrm>
            <a:off x="6149046" y="295503"/>
            <a:ext cx="593640" cy="393120"/>
            <a:chOff x="6149046" y="295503"/>
            <a:chExt cx="59364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E46DE6-DE71-DF6D-C397-8E08C9E92AF8}"/>
                    </a:ext>
                  </a:extLst>
                </p14:cNvPr>
                <p14:cNvContentPartPr/>
                <p14:nvPr/>
              </p14:nvContentPartPr>
              <p14:xfrm>
                <a:off x="6149046" y="376863"/>
                <a:ext cx="249480" cy="311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E46DE6-DE71-DF6D-C397-8E08C9E92A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31046" y="358863"/>
                  <a:ext cx="2851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E1B42AF-0D7A-75CB-272C-5355DB65A0B1}"/>
                    </a:ext>
                  </a:extLst>
                </p14:cNvPr>
                <p14:cNvContentPartPr/>
                <p14:nvPr/>
              </p14:nvContentPartPr>
              <p14:xfrm>
                <a:off x="6233646" y="521223"/>
                <a:ext cx="185400" cy="54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E1B42AF-0D7A-75CB-272C-5355DB65A0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16006" y="503583"/>
                  <a:ext cx="221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25B655-8D91-275B-2C87-6A0869583882}"/>
                    </a:ext>
                  </a:extLst>
                </p14:cNvPr>
                <p14:cNvContentPartPr/>
                <p14:nvPr/>
              </p14:nvContentPartPr>
              <p14:xfrm>
                <a:off x="6582846" y="295503"/>
                <a:ext cx="159840" cy="135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25B655-8D91-275B-2C87-6A08695838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64846" y="277863"/>
                  <a:ext cx="19548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4BEB91-4FA3-D2AD-1949-EC86CD0BCE9B}"/>
              </a:ext>
            </a:extLst>
          </p:cNvPr>
          <p:cNvGrpSpPr/>
          <p:nvPr/>
        </p:nvGrpSpPr>
        <p:grpSpPr>
          <a:xfrm>
            <a:off x="7031406" y="344463"/>
            <a:ext cx="234720" cy="281520"/>
            <a:chOff x="7031406" y="344463"/>
            <a:chExt cx="23472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0C0EEF-55AA-D104-BD30-54FBED680E49}"/>
                    </a:ext>
                  </a:extLst>
                </p14:cNvPr>
                <p14:cNvContentPartPr/>
                <p14:nvPr/>
              </p14:nvContentPartPr>
              <p14:xfrm>
                <a:off x="7031406" y="344463"/>
                <a:ext cx="189360" cy="28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0C0EEF-55AA-D104-BD30-54FBED680E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13766" y="326463"/>
                  <a:ext cx="225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9A73EF-B862-37CC-2206-56BD8236248F}"/>
                    </a:ext>
                  </a:extLst>
                </p14:cNvPr>
                <p14:cNvContentPartPr/>
                <p14:nvPr/>
              </p14:nvContentPartPr>
              <p14:xfrm>
                <a:off x="7038246" y="482703"/>
                <a:ext cx="22788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9A73EF-B862-37CC-2206-56BD823624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20606" y="465063"/>
                  <a:ext cx="2635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19B38B-5951-F02B-282B-D5D2789D9FD2}"/>
              </a:ext>
            </a:extLst>
          </p:cNvPr>
          <p:cNvGrpSpPr/>
          <p:nvPr/>
        </p:nvGrpSpPr>
        <p:grpSpPr>
          <a:xfrm>
            <a:off x="7624686" y="473703"/>
            <a:ext cx="227520" cy="112320"/>
            <a:chOff x="7624686" y="473703"/>
            <a:chExt cx="22752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866D0B-4BC6-24CE-83B1-6AA1A812C491}"/>
                    </a:ext>
                  </a:extLst>
                </p14:cNvPr>
                <p14:cNvContentPartPr/>
                <p14:nvPr/>
              </p14:nvContentPartPr>
              <p14:xfrm>
                <a:off x="7648446" y="473703"/>
                <a:ext cx="121680" cy="11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866D0B-4BC6-24CE-83B1-6AA1A812C49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30446" y="455703"/>
                  <a:ext cx="157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E4B73B-B1FC-A53D-3BE5-D61934AD2327}"/>
                    </a:ext>
                  </a:extLst>
                </p14:cNvPr>
                <p14:cNvContentPartPr/>
                <p14:nvPr/>
              </p14:nvContentPartPr>
              <p14:xfrm>
                <a:off x="7624686" y="541383"/>
                <a:ext cx="227520" cy="4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E4B73B-B1FC-A53D-3BE5-D61934AD232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06686" y="523743"/>
                  <a:ext cx="26316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8C1F833-E272-626E-F103-E75457ABBEAF}"/>
              </a:ext>
            </a:extLst>
          </p:cNvPr>
          <p:cNvGrpSpPr/>
          <p:nvPr/>
        </p:nvGrpSpPr>
        <p:grpSpPr>
          <a:xfrm>
            <a:off x="8170806" y="296223"/>
            <a:ext cx="326160" cy="373320"/>
            <a:chOff x="8170806" y="296223"/>
            <a:chExt cx="32616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F1C546-920C-01B9-7FC2-6C85A7361893}"/>
                    </a:ext>
                  </a:extLst>
                </p14:cNvPr>
                <p14:cNvContentPartPr/>
                <p14:nvPr/>
              </p14:nvContentPartPr>
              <p14:xfrm>
                <a:off x="8221926" y="337623"/>
                <a:ext cx="227520" cy="39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F1C546-920C-01B9-7FC2-6C85A736189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04286" y="319623"/>
                  <a:ext cx="263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F618BE-3225-9255-D8B7-4BB5C0B9CB68}"/>
                    </a:ext>
                  </a:extLst>
                </p14:cNvPr>
                <p14:cNvContentPartPr/>
                <p14:nvPr/>
              </p14:nvContentPartPr>
              <p14:xfrm>
                <a:off x="8352606" y="296223"/>
                <a:ext cx="97560" cy="326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F618BE-3225-9255-D8B7-4BB5C0B9CB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34606" y="278583"/>
                  <a:ext cx="1332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4BB30B0-0469-C8BE-4405-E5AC8AE3C4D0}"/>
                    </a:ext>
                  </a:extLst>
                </p14:cNvPr>
                <p14:cNvContentPartPr/>
                <p14:nvPr/>
              </p14:nvContentPartPr>
              <p14:xfrm>
                <a:off x="8170806" y="629943"/>
                <a:ext cx="326160" cy="39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4BB30B0-0469-C8BE-4405-E5AC8AE3C4D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52806" y="611943"/>
                  <a:ext cx="36180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043B16D-454D-B064-200B-7754248F538D}"/>
                  </a:ext>
                </a:extLst>
              </p14:cNvPr>
              <p14:cNvContentPartPr/>
              <p14:nvPr/>
            </p14:nvContentPartPr>
            <p14:xfrm>
              <a:off x="1312086" y="1107663"/>
              <a:ext cx="480240" cy="1273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043B16D-454D-B064-200B-7754248F53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94446" y="1090023"/>
                <a:ext cx="515880" cy="130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20BE4D2-8A2B-4306-18F8-CC329112BF44}"/>
              </a:ext>
            </a:extLst>
          </p:cNvPr>
          <p:cNvGrpSpPr/>
          <p:nvPr/>
        </p:nvGrpSpPr>
        <p:grpSpPr>
          <a:xfrm>
            <a:off x="2050086" y="1164543"/>
            <a:ext cx="882360" cy="306000"/>
            <a:chOff x="2050086" y="1164543"/>
            <a:chExt cx="88236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21AEF3-4603-2B95-6FFB-4BB06E6BA53F}"/>
                    </a:ext>
                  </a:extLst>
                </p14:cNvPr>
                <p14:cNvContentPartPr/>
                <p14:nvPr/>
              </p14:nvContentPartPr>
              <p14:xfrm>
                <a:off x="2050086" y="1263903"/>
                <a:ext cx="167760" cy="199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21AEF3-4603-2B95-6FFB-4BB06E6BA5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32086" y="1245903"/>
                  <a:ext cx="2034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119ECA-C793-9E49-D464-E17B4A1F7136}"/>
                    </a:ext>
                  </a:extLst>
                </p14:cNvPr>
                <p14:cNvContentPartPr/>
                <p14:nvPr/>
              </p14:nvContentPartPr>
              <p14:xfrm>
                <a:off x="2384526" y="1362183"/>
                <a:ext cx="133560" cy="36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119ECA-C793-9E49-D464-E17B4A1F71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66526" y="1344543"/>
                  <a:ext cx="169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1043F4-475C-5CAD-5CD9-E84E65B40D4F}"/>
                    </a:ext>
                  </a:extLst>
                </p14:cNvPr>
                <p14:cNvContentPartPr/>
                <p14:nvPr/>
              </p14:nvContentPartPr>
              <p14:xfrm>
                <a:off x="2619246" y="1304583"/>
                <a:ext cx="58320" cy="160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1043F4-475C-5CAD-5CD9-E84E65B40D4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01606" y="1286583"/>
                  <a:ext cx="93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1D4831D-A348-C61A-AB1A-BABD9B936F1D}"/>
                    </a:ext>
                  </a:extLst>
                </p14:cNvPr>
                <p14:cNvContentPartPr/>
                <p14:nvPr/>
              </p14:nvContentPartPr>
              <p14:xfrm>
                <a:off x="2631486" y="1164543"/>
                <a:ext cx="33480" cy="29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D4831D-A348-C61A-AB1A-BABD9B936F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13486" y="1146543"/>
                  <a:ext cx="69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D24F9B7-E77B-5573-CE35-333052E0A3C3}"/>
                    </a:ext>
                  </a:extLst>
                </p14:cNvPr>
                <p14:cNvContentPartPr/>
                <p14:nvPr/>
              </p14:nvContentPartPr>
              <p14:xfrm>
                <a:off x="2756046" y="1308543"/>
                <a:ext cx="176400" cy="162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D24F9B7-E77B-5573-CE35-333052E0A3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38406" y="1290903"/>
                  <a:ext cx="2120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8F9897-5597-2AA6-C93A-D710383C278D}"/>
              </a:ext>
            </a:extLst>
          </p:cNvPr>
          <p:cNvGrpSpPr/>
          <p:nvPr/>
        </p:nvGrpSpPr>
        <p:grpSpPr>
          <a:xfrm>
            <a:off x="1782966" y="1811463"/>
            <a:ext cx="420480" cy="308160"/>
            <a:chOff x="1782966" y="1811463"/>
            <a:chExt cx="42048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FDF14A-0BD4-8A4E-AC0C-2845AF42A891}"/>
                    </a:ext>
                  </a:extLst>
                </p14:cNvPr>
                <p14:cNvContentPartPr/>
                <p14:nvPr/>
              </p14:nvContentPartPr>
              <p14:xfrm>
                <a:off x="1782966" y="1952943"/>
                <a:ext cx="142200" cy="17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FDF14A-0BD4-8A4E-AC0C-2845AF42A89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64966" y="1935303"/>
                  <a:ext cx="177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ACC446-2467-1DC3-9FA3-F0477EFF7D76}"/>
                    </a:ext>
                  </a:extLst>
                </p14:cNvPr>
                <p14:cNvContentPartPr/>
                <p14:nvPr/>
              </p14:nvContentPartPr>
              <p14:xfrm>
                <a:off x="2037126" y="1811463"/>
                <a:ext cx="166320" cy="308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ACC446-2467-1DC3-9FA3-F0477EFF7D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19126" y="1793823"/>
                  <a:ext cx="20196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F7934BC-AD40-AEE8-8808-4F26849392B0}"/>
              </a:ext>
            </a:extLst>
          </p:cNvPr>
          <p:cNvGrpSpPr/>
          <p:nvPr/>
        </p:nvGrpSpPr>
        <p:grpSpPr>
          <a:xfrm>
            <a:off x="2412606" y="1707783"/>
            <a:ext cx="636120" cy="383760"/>
            <a:chOff x="2412606" y="1707783"/>
            <a:chExt cx="63612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4DFBDE-F875-F5EF-75EC-B3B4E3109A91}"/>
                    </a:ext>
                  </a:extLst>
                </p14:cNvPr>
                <p14:cNvContentPartPr/>
                <p14:nvPr/>
              </p14:nvContentPartPr>
              <p14:xfrm>
                <a:off x="2412606" y="1984623"/>
                <a:ext cx="104760" cy="27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4DFBDE-F875-F5EF-75EC-B3B4E3109A9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94606" y="1966983"/>
                  <a:ext cx="140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0B28F71-8A15-F8FF-7E1E-DD2039EE2529}"/>
                    </a:ext>
                  </a:extLst>
                </p14:cNvPr>
                <p14:cNvContentPartPr/>
                <p14:nvPr/>
              </p14:nvContentPartPr>
              <p14:xfrm>
                <a:off x="2649126" y="1914783"/>
                <a:ext cx="56880" cy="176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0B28F71-8A15-F8FF-7E1E-DD2039EE252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1126" y="1896783"/>
                  <a:ext cx="92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40DA16-BDAF-6490-B847-FF7AFA152B5C}"/>
                    </a:ext>
                  </a:extLst>
                </p14:cNvPr>
                <p14:cNvContentPartPr/>
                <p14:nvPr/>
              </p14:nvContentPartPr>
              <p14:xfrm>
                <a:off x="2725806" y="1767903"/>
                <a:ext cx="35280" cy="42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40DA16-BDAF-6490-B847-FF7AFA152B5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07806" y="1749903"/>
                  <a:ext cx="70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E8FFC14-66CF-A143-D004-ACB568BEEAB3}"/>
                    </a:ext>
                  </a:extLst>
                </p14:cNvPr>
                <p14:cNvContentPartPr/>
                <p14:nvPr/>
              </p14:nvContentPartPr>
              <p14:xfrm>
                <a:off x="2807166" y="1707783"/>
                <a:ext cx="241560" cy="376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E8FFC14-66CF-A143-D004-ACB568BEEA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89526" y="1689783"/>
                  <a:ext cx="277200" cy="41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0EAEF15-C7F9-5EFC-BE36-346E6ACDCCFE}"/>
              </a:ext>
            </a:extLst>
          </p:cNvPr>
          <p:cNvGrpSpPr/>
          <p:nvPr/>
        </p:nvGrpSpPr>
        <p:grpSpPr>
          <a:xfrm>
            <a:off x="3683406" y="1005783"/>
            <a:ext cx="1528560" cy="1218240"/>
            <a:chOff x="3683406" y="1005783"/>
            <a:chExt cx="1528560" cy="12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D13B4E-4FC6-FE86-167D-CEC6F1DBB2CD}"/>
                    </a:ext>
                  </a:extLst>
                </p14:cNvPr>
                <p14:cNvContentPartPr/>
                <p14:nvPr/>
              </p14:nvContentPartPr>
              <p14:xfrm>
                <a:off x="3683406" y="1108383"/>
                <a:ext cx="157680" cy="279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D13B4E-4FC6-FE86-167D-CEC6F1DBB2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65406" y="1090743"/>
                  <a:ext cx="193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E1744E-25B9-AC47-7D94-FE8F291AF2AE}"/>
                    </a:ext>
                  </a:extLst>
                </p14:cNvPr>
                <p14:cNvContentPartPr/>
                <p14:nvPr/>
              </p14:nvContentPartPr>
              <p14:xfrm>
                <a:off x="4007406" y="1301703"/>
                <a:ext cx="149400" cy="17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E1744E-25B9-AC47-7D94-FE8F291AF2A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89406" y="1284063"/>
                  <a:ext cx="185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89D938-41B1-0943-1A64-27C4AD5DDB35}"/>
                    </a:ext>
                  </a:extLst>
                </p14:cNvPr>
                <p14:cNvContentPartPr/>
                <p14:nvPr/>
              </p14:nvContentPartPr>
              <p14:xfrm>
                <a:off x="4275966" y="1237263"/>
                <a:ext cx="32040" cy="145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89D938-41B1-0943-1A64-27C4AD5DDB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57966" y="1219623"/>
                  <a:ext cx="67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8A6DF80-3494-0C78-949D-82F093F39AF5}"/>
                    </a:ext>
                  </a:extLst>
                </p14:cNvPr>
                <p14:cNvContentPartPr/>
                <p14:nvPr/>
              </p14:nvContentPartPr>
              <p14:xfrm>
                <a:off x="4333206" y="1095423"/>
                <a:ext cx="17280" cy="39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8A6DF80-3494-0C78-949D-82F093F39A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15566" y="1077783"/>
                  <a:ext cx="52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A45B6D0-A00C-0A49-CC8D-32C16E23751A}"/>
                    </a:ext>
                  </a:extLst>
                </p14:cNvPr>
                <p14:cNvContentPartPr/>
                <p14:nvPr/>
              </p14:nvContentPartPr>
              <p14:xfrm>
                <a:off x="4523646" y="1080303"/>
                <a:ext cx="218520" cy="349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A45B6D0-A00C-0A49-CC8D-32C16E23751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06006" y="1062663"/>
                  <a:ext cx="2541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2C1BB84-863E-B6DC-6C37-C68D7F72F2D3}"/>
                    </a:ext>
                  </a:extLst>
                </p14:cNvPr>
                <p14:cNvContentPartPr/>
                <p14:nvPr/>
              </p14:nvContentPartPr>
              <p14:xfrm>
                <a:off x="3701406" y="1852863"/>
                <a:ext cx="154800" cy="200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2C1BB84-863E-B6DC-6C37-C68D7F72F2D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83766" y="1835223"/>
                  <a:ext cx="190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6EE842-DBF9-EAF0-7170-C16A4DE29BA8}"/>
                    </a:ext>
                  </a:extLst>
                </p14:cNvPr>
                <p14:cNvContentPartPr/>
                <p14:nvPr/>
              </p14:nvContentPartPr>
              <p14:xfrm>
                <a:off x="3995526" y="1921983"/>
                <a:ext cx="190800" cy="33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6EE842-DBF9-EAF0-7170-C16A4DE29B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77886" y="1903983"/>
                  <a:ext cx="226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60A958-17E9-816C-4AA1-126D1932884C}"/>
                    </a:ext>
                  </a:extLst>
                </p14:cNvPr>
                <p14:cNvContentPartPr/>
                <p14:nvPr/>
              </p14:nvContentPartPr>
              <p14:xfrm>
                <a:off x="4101726" y="1844223"/>
                <a:ext cx="48600" cy="215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60A958-17E9-816C-4AA1-126D1932884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84086" y="1826223"/>
                  <a:ext cx="84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279D0F8-A7D4-1802-A3F6-5AA7C0CEED42}"/>
                    </a:ext>
                  </a:extLst>
                </p14:cNvPr>
                <p14:cNvContentPartPr/>
                <p14:nvPr/>
              </p14:nvContentPartPr>
              <p14:xfrm>
                <a:off x="4304046" y="1896063"/>
                <a:ext cx="154800" cy="158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279D0F8-A7D4-1802-A3F6-5AA7C0CEED4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86046" y="1878423"/>
                  <a:ext cx="190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D00E0F-1E13-7819-4540-20B3877338CF}"/>
                    </a:ext>
                  </a:extLst>
                </p14:cNvPr>
                <p14:cNvContentPartPr/>
                <p14:nvPr/>
              </p14:nvContentPartPr>
              <p14:xfrm>
                <a:off x="4414206" y="1712103"/>
                <a:ext cx="40680" cy="25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D00E0F-1E13-7819-4540-20B3877338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96566" y="1694103"/>
                  <a:ext cx="76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6EB074C-486B-E1B6-34B5-FBF5EC867209}"/>
                    </a:ext>
                  </a:extLst>
                </p14:cNvPr>
                <p14:cNvContentPartPr/>
                <p14:nvPr/>
              </p14:nvContentPartPr>
              <p14:xfrm>
                <a:off x="4595646" y="1882383"/>
                <a:ext cx="127080" cy="158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6EB074C-486B-E1B6-34B5-FBF5EC8672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78006" y="1864383"/>
                  <a:ext cx="162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33C1F3A-EDDE-6D65-0017-11F36E1CE9D3}"/>
                    </a:ext>
                  </a:extLst>
                </p14:cNvPr>
                <p14:cNvContentPartPr/>
                <p14:nvPr/>
              </p14:nvContentPartPr>
              <p14:xfrm>
                <a:off x="4745046" y="1005783"/>
                <a:ext cx="466920" cy="1218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33C1F3A-EDDE-6D65-0017-11F36E1CE9D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27406" y="988143"/>
                  <a:ext cx="502560" cy="125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32B8D97-EAA0-26DE-8A42-2D34D96B1BB3}"/>
                  </a:ext>
                </a:extLst>
              </p14:cNvPr>
              <p14:cNvContentPartPr/>
              <p14:nvPr/>
            </p14:nvContentPartPr>
            <p14:xfrm>
              <a:off x="5629566" y="1026303"/>
              <a:ext cx="201240" cy="14742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32B8D97-EAA0-26DE-8A42-2D34D96B1BB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611566" y="1008663"/>
                <a:ext cx="236880" cy="150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ABE4C07B-73FA-18AC-74DC-A4FA6BE4B9A1}"/>
              </a:ext>
            </a:extLst>
          </p:cNvPr>
          <p:cNvGrpSpPr/>
          <p:nvPr/>
        </p:nvGrpSpPr>
        <p:grpSpPr>
          <a:xfrm>
            <a:off x="6259926" y="1266423"/>
            <a:ext cx="397440" cy="221760"/>
            <a:chOff x="6259926" y="1266423"/>
            <a:chExt cx="39744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BCD4624-FC9C-EC34-7D01-BB09B6A97098}"/>
                    </a:ext>
                  </a:extLst>
                </p14:cNvPr>
                <p14:cNvContentPartPr/>
                <p14:nvPr/>
              </p14:nvContentPartPr>
              <p14:xfrm>
                <a:off x="6259926" y="1266423"/>
                <a:ext cx="235080" cy="221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BCD4624-FC9C-EC34-7D01-BB09B6A9709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242286" y="1248423"/>
                  <a:ext cx="270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1E0CD5-5C0A-6734-FE0B-5A2EA0C735A4}"/>
                    </a:ext>
                  </a:extLst>
                </p14:cNvPr>
                <p14:cNvContentPartPr/>
                <p14:nvPr/>
              </p14:nvContentPartPr>
              <p14:xfrm>
                <a:off x="6531366" y="1362903"/>
                <a:ext cx="126000" cy="29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1E0CD5-5C0A-6734-FE0B-5A2EA0C735A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13726" y="1345263"/>
                  <a:ext cx="161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2B048E0-56FC-EC70-BDCF-BC4E736629A8}"/>
                    </a:ext>
                  </a:extLst>
                </p14:cNvPr>
                <p14:cNvContentPartPr/>
                <p14:nvPr/>
              </p14:nvContentPartPr>
              <p14:xfrm>
                <a:off x="6593646" y="1306023"/>
                <a:ext cx="37440" cy="163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2B048E0-56FC-EC70-BDCF-BC4E736629A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75646" y="1288023"/>
                  <a:ext cx="7308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ED99D74-3A30-CCB7-200A-FE4394649429}"/>
                  </a:ext>
                </a:extLst>
              </p14:cNvPr>
              <p14:cNvContentPartPr/>
              <p14:nvPr/>
            </p14:nvContentPartPr>
            <p14:xfrm>
              <a:off x="6857166" y="1195143"/>
              <a:ext cx="87840" cy="2685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ED99D74-3A30-CCB7-200A-FE439464942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839526" y="1177143"/>
                <a:ext cx="1234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E462D7B-4971-A90C-6A35-B55CE01C31F9}"/>
                  </a:ext>
                </a:extLst>
              </p14:cNvPr>
              <p14:cNvContentPartPr/>
              <p14:nvPr/>
            </p14:nvContentPartPr>
            <p14:xfrm>
              <a:off x="7139766" y="1318623"/>
              <a:ext cx="146520" cy="1605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E462D7B-4971-A90C-6A35-B55CE01C31F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121766" y="1300983"/>
                <a:ext cx="18216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0E066FFE-5A95-FC1C-ACAB-C77440242105}"/>
              </a:ext>
            </a:extLst>
          </p:cNvPr>
          <p:cNvGrpSpPr/>
          <p:nvPr/>
        </p:nvGrpSpPr>
        <p:grpSpPr>
          <a:xfrm>
            <a:off x="6811086" y="1902903"/>
            <a:ext cx="462600" cy="359280"/>
            <a:chOff x="6811086" y="1902903"/>
            <a:chExt cx="4626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DC83F95-F721-66D3-C37C-2F981CC1757C}"/>
                    </a:ext>
                  </a:extLst>
                </p14:cNvPr>
                <p14:cNvContentPartPr/>
                <p14:nvPr/>
              </p14:nvContentPartPr>
              <p14:xfrm>
                <a:off x="6811086" y="2070303"/>
                <a:ext cx="47880" cy="13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DC83F95-F721-66D3-C37C-2F981CC1757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93086" y="2052303"/>
                  <a:ext cx="83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3C68C15-90D2-0EFE-26C3-0545074D35CB}"/>
                    </a:ext>
                  </a:extLst>
                </p14:cNvPr>
                <p14:cNvContentPartPr/>
                <p14:nvPr/>
              </p14:nvContentPartPr>
              <p14:xfrm>
                <a:off x="6877686" y="1916943"/>
                <a:ext cx="30960" cy="37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3C68C15-90D2-0EFE-26C3-0545074D35C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59686" y="1898943"/>
                  <a:ext cx="66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1E84276-07B2-8BB4-D0F3-313EFD203C1A}"/>
                    </a:ext>
                  </a:extLst>
                </p14:cNvPr>
                <p14:cNvContentPartPr/>
                <p14:nvPr/>
              </p14:nvContentPartPr>
              <p14:xfrm>
                <a:off x="6995766" y="1902903"/>
                <a:ext cx="277920" cy="359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1E84276-07B2-8BB4-D0F3-313EFD203C1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77766" y="1885263"/>
                  <a:ext cx="31356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0CFE544-3832-61B2-19D8-B87DC4452AF1}"/>
              </a:ext>
            </a:extLst>
          </p:cNvPr>
          <p:cNvGrpSpPr/>
          <p:nvPr/>
        </p:nvGrpSpPr>
        <p:grpSpPr>
          <a:xfrm>
            <a:off x="8114286" y="974463"/>
            <a:ext cx="1427760" cy="1395720"/>
            <a:chOff x="8114286" y="974463"/>
            <a:chExt cx="1427760" cy="13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4BC7590-E272-0CE4-2FA7-64685387BDF4}"/>
                    </a:ext>
                  </a:extLst>
                </p14:cNvPr>
                <p14:cNvContentPartPr/>
                <p14:nvPr/>
              </p14:nvContentPartPr>
              <p14:xfrm>
                <a:off x="8114286" y="1200543"/>
                <a:ext cx="138240" cy="276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4BC7590-E272-0CE4-2FA7-64685387BDF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96286" y="1182903"/>
                  <a:ext cx="173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5758BDB-37A7-B301-C05F-1C820B544BC7}"/>
                    </a:ext>
                  </a:extLst>
                </p14:cNvPr>
                <p14:cNvContentPartPr/>
                <p14:nvPr/>
              </p14:nvContentPartPr>
              <p14:xfrm>
                <a:off x="8336766" y="1356063"/>
                <a:ext cx="180360" cy="41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5758BDB-37A7-B301-C05F-1C820B544BC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19126" y="1338423"/>
                  <a:ext cx="216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0048C0-5BF7-F940-39DB-0648849BDC28}"/>
                    </a:ext>
                  </a:extLst>
                </p14:cNvPr>
                <p14:cNvContentPartPr/>
                <p14:nvPr/>
              </p14:nvContentPartPr>
              <p14:xfrm>
                <a:off x="8430006" y="1265703"/>
                <a:ext cx="83880" cy="18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0048C0-5BF7-F940-39DB-0648849BDC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12366" y="1248063"/>
                  <a:ext cx="119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9C93FE-DBAE-5978-5860-66880B6E059A}"/>
                    </a:ext>
                  </a:extLst>
                </p14:cNvPr>
                <p14:cNvContentPartPr/>
                <p14:nvPr/>
              </p14:nvContentPartPr>
              <p14:xfrm>
                <a:off x="8655366" y="1329783"/>
                <a:ext cx="73080" cy="128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9C93FE-DBAE-5978-5860-66880B6E059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37726" y="1312143"/>
                  <a:ext cx="108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14CD3E3-18A4-CA28-2913-B97E6CD0F19A}"/>
                    </a:ext>
                  </a:extLst>
                </p14:cNvPr>
                <p14:cNvContentPartPr/>
                <p14:nvPr/>
              </p14:nvContentPartPr>
              <p14:xfrm>
                <a:off x="8752566" y="1159503"/>
                <a:ext cx="26640" cy="27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14CD3E3-18A4-CA28-2913-B97E6CD0F19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34566" y="1141503"/>
                  <a:ext cx="62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85CD591-93A7-547D-926F-D0EC64AFAC95}"/>
                    </a:ext>
                  </a:extLst>
                </p14:cNvPr>
                <p14:cNvContentPartPr/>
                <p14:nvPr/>
              </p14:nvContentPartPr>
              <p14:xfrm>
                <a:off x="8855526" y="1175343"/>
                <a:ext cx="250560" cy="356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85CD591-93A7-547D-926F-D0EC64AFAC9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37526" y="1157343"/>
                  <a:ext cx="2862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D903F87-DAFF-FE3A-CC8B-46932AB38B44}"/>
                    </a:ext>
                  </a:extLst>
                </p14:cNvPr>
                <p14:cNvContentPartPr/>
                <p14:nvPr/>
              </p14:nvContentPartPr>
              <p14:xfrm>
                <a:off x="8314806" y="1998303"/>
                <a:ext cx="185400" cy="180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D903F87-DAFF-FE3A-CC8B-46932AB38B4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96806" y="1980303"/>
                  <a:ext cx="221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3E5EAF7-388C-8686-8B0F-7488128E5C96}"/>
                    </a:ext>
                  </a:extLst>
                </p14:cNvPr>
                <p14:cNvContentPartPr/>
                <p14:nvPr/>
              </p14:nvContentPartPr>
              <p14:xfrm>
                <a:off x="8580846" y="2068503"/>
                <a:ext cx="131040" cy="45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3E5EAF7-388C-8686-8B0F-7488128E5C9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63206" y="2050503"/>
                  <a:ext cx="1666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70F7C37-EF7C-93D9-D933-0E96FEAC1E17}"/>
                    </a:ext>
                  </a:extLst>
                </p14:cNvPr>
                <p14:cNvContentPartPr/>
                <p14:nvPr/>
              </p14:nvContentPartPr>
              <p14:xfrm>
                <a:off x="8805486" y="1973463"/>
                <a:ext cx="33480" cy="180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0F7C37-EF7C-93D9-D933-0E96FEAC1E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87846" y="1955823"/>
                  <a:ext cx="69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5D2AFF-5964-7B4A-A2AD-FE268E1B91FB}"/>
                    </a:ext>
                  </a:extLst>
                </p14:cNvPr>
                <p14:cNvContentPartPr/>
                <p14:nvPr/>
              </p14:nvContentPartPr>
              <p14:xfrm>
                <a:off x="8913486" y="1802103"/>
                <a:ext cx="29160" cy="28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5D2AFF-5964-7B4A-A2AD-FE268E1B91F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95846" y="1784463"/>
                  <a:ext cx="64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9813E16-07C4-E293-8640-C60186B9EB4E}"/>
                    </a:ext>
                  </a:extLst>
                </p14:cNvPr>
                <p14:cNvContentPartPr/>
                <p14:nvPr/>
              </p14:nvContentPartPr>
              <p14:xfrm>
                <a:off x="8982246" y="1996503"/>
                <a:ext cx="138600" cy="182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9813E16-07C4-E293-8640-C60186B9EB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64606" y="1978863"/>
                  <a:ext cx="174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55EBFFA-0B39-D269-441C-B79F21B42F8F}"/>
                    </a:ext>
                  </a:extLst>
                </p14:cNvPr>
                <p14:cNvContentPartPr/>
                <p14:nvPr/>
              </p14:nvContentPartPr>
              <p14:xfrm>
                <a:off x="8977206" y="974463"/>
                <a:ext cx="564840" cy="1395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55EBFFA-0B39-D269-441C-B79F21B42F8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59206" y="956463"/>
                  <a:ext cx="600480" cy="143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B7C59C8-64B0-E014-1B84-B24135453546}"/>
              </a:ext>
            </a:extLst>
          </p:cNvPr>
          <p:cNvGrpSpPr/>
          <p:nvPr/>
        </p:nvGrpSpPr>
        <p:grpSpPr>
          <a:xfrm>
            <a:off x="9934086" y="1715703"/>
            <a:ext cx="153360" cy="92880"/>
            <a:chOff x="9934086" y="1715703"/>
            <a:chExt cx="15336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D122B02-1A39-E43F-E4D0-8B5EB254AAA2}"/>
                    </a:ext>
                  </a:extLst>
                </p14:cNvPr>
                <p14:cNvContentPartPr/>
                <p14:nvPr/>
              </p14:nvContentPartPr>
              <p14:xfrm>
                <a:off x="9934086" y="1715703"/>
                <a:ext cx="153360" cy="18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D122B02-1A39-E43F-E4D0-8B5EB254AAA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16086" y="1697703"/>
                  <a:ext cx="189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987BAE3-C03D-8170-675F-9AA885295E02}"/>
                    </a:ext>
                  </a:extLst>
                </p14:cNvPr>
                <p14:cNvContentPartPr/>
                <p14:nvPr/>
              </p14:nvContentPartPr>
              <p14:xfrm>
                <a:off x="9973686" y="1791303"/>
                <a:ext cx="110160" cy="17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987BAE3-C03D-8170-675F-9AA885295E0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55686" y="1773663"/>
                  <a:ext cx="1458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83AE4E8-98E0-164E-9EF0-B3D1DE7C3847}"/>
              </a:ext>
            </a:extLst>
          </p:cNvPr>
          <p:cNvGrpSpPr/>
          <p:nvPr/>
        </p:nvGrpSpPr>
        <p:grpSpPr>
          <a:xfrm>
            <a:off x="10515486" y="1568103"/>
            <a:ext cx="406440" cy="454320"/>
            <a:chOff x="10515486" y="1568103"/>
            <a:chExt cx="40644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CD75B7F-B92D-1E20-7800-F05E9108A074}"/>
                    </a:ext>
                  </a:extLst>
                </p14:cNvPr>
                <p14:cNvContentPartPr/>
                <p14:nvPr/>
              </p14:nvContentPartPr>
              <p14:xfrm>
                <a:off x="10666326" y="1568103"/>
                <a:ext cx="234720" cy="30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CD75B7F-B92D-1E20-7800-F05E9108A07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48686" y="1550103"/>
                  <a:ext cx="270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9929718-4F34-03BB-9487-BB4C55944AF9}"/>
                    </a:ext>
                  </a:extLst>
                </p14:cNvPr>
                <p14:cNvContentPartPr/>
                <p14:nvPr/>
              </p14:nvContentPartPr>
              <p14:xfrm>
                <a:off x="10764606" y="1582503"/>
                <a:ext cx="110160" cy="296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9929718-4F34-03BB-9487-BB4C55944A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46966" y="1564863"/>
                  <a:ext cx="1458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C202A8D-43F9-805E-8615-1B1ED5F03814}"/>
                    </a:ext>
                  </a:extLst>
                </p14:cNvPr>
                <p14:cNvContentPartPr/>
                <p14:nvPr/>
              </p14:nvContentPartPr>
              <p14:xfrm>
                <a:off x="10515486" y="1964103"/>
                <a:ext cx="406440" cy="58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C202A8D-43F9-805E-8615-1B1ED5F0381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97846" y="1946103"/>
                  <a:ext cx="44208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C0963F8-C43B-3B98-1006-F01570A05167}"/>
                  </a:ext>
                </a:extLst>
              </p14:cNvPr>
              <p14:cNvContentPartPr/>
              <p14:nvPr/>
            </p14:nvContentPartPr>
            <p14:xfrm>
              <a:off x="589206" y="2881023"/>
              <a:ext cx="387720" cy="16689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C0963F8-C43B-3B98-1006-F01570A0516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1566" y="2863383"/>
                <a:ext cx="423360" cy="17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EDFE0F2-B4EC-CB62-13B0-9CBC1AB4015A}"/>
                  </a:ext>
                </a:extLst>
              </p14:cNvPr>
              <p14:cNvContentPartPr/>
              <p14:nvPr/>
            </p14:nvContentPartPr>
            <p14:xfrm>
              <a:off x="3918126" y="1571343"/>
              <a:ext cx="3240" cy="36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EDFE0F2-B4EC-CB62-13B0-9CBC1AB4015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900486" y="1553703"/>
                <a:ext cx="388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5A97C72-57EF-3687-E257-D34ACDAC8F71}"/>
              </a:ext>
            </a:extLst>
          </p:cNvPr>
          <p:cNvGrpSpPr/>
          <p:nvPr/>
        </p:nvGrpSpPr>
        <p:grpSpPr>
          <a:xfrm>
            <a:off x="5896686" y="1930263"/>
            <a:ext cx="694080" cy="322200"/>
            <a:chOff x="5896686" y="1930263"/>
            <a:chExt cx="69408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3F79AC-2004-212F-F816-65E55BF3648D}"/>
                    </a:ext>
                  </a:extLst>
                </p14:cNvPr>
                <p14:cNvContentPartPr/>
                <p14:nvPr/>
              </p14:nvContentPartPr>
              <p14:xfrm>
                <a:off x="5896686" y="2078943"/>
                <a:ext cx="157680" cy="12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23F79AC-2004-212F-F816-65E55BF3648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79046" y="2060943"/>
                  <a:ext cx="193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5747B6C-336D-BD66-9D04-1AE9504C483F}"/>
                    </a:ext>
                  </a:extLst>
                </p14:cNvPr>
                <p14:cNvContentPartPr/>
                <p14:nvPr/>
              </p14:nvContentPartPr>
              <p14:xfrm>
                <a:off x="6130686" y="1930263"/>
                <a:ext cx="182160" cy="322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5747B6C-336D-BD66-9D04-1AE9504C48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12686" y="1912623"/>
                  <a:ext cx="2178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0D81CA4-0B48-3672-324D-94C5C537C906}"/>
                    </a:ext>
                  </a:extLst>
                </p14:cNvPr>
                <p14:cNvContentPartPr/>
                <p14:nvPr/>
              </p14:nvContentPartPr>
              <p14:xfrm>
                <a:off x="6434526" y="2142663"/>
                <a:ext cx="154800" cy="24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0D81CA4-0B48-3672-324D-94C5C537C90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16526" y="2124663"/>
                  <a:ext cx="190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ABE2DF7-C11B-A995-A7EA-E9E6B2C1DE2C}"/>
                    </a:ext>
                  </a:extLst>
                </p14:cNvPr>
                <p14:cNvContentPartPr/>
                <p14:nvPr/>
              </p14:nvContentPartPr>
              <p14:xfrm>
                <a:off x="6528126" y="2034303"/>
                <a:ext cx="62640" cy="197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ABE2DF7-C11B-A995-A7EA-E9E6B2C1DE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10486" y="2016303"/>
                  <a:ext cx="98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5EE870E-A40C-0212-5532-357198D479C0}"/>
                    </a:ext>
                  </a:extLst>
                </p14:cNvPr>
                <p14:cNvContentPartPr/>
                <p14:nvPr/>
              </p14:nvContentPartPr>
              <p14:xfrm>
                <a:off x="5923686" y="2001183"/>
                <a:ext cx="63720" cy="174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5EE870E-A40C-0212-5532-357198D479C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06046" y="1983543"/>
                  <a:ext cx="9936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099B3F4-6037-049C-4D7D-11059D276261}"/>
              </a:ext>
            </a:extLst>
          </p:cNvPr>
          <p:cNvGrpSpPr/>
          <p:nvPr/>
        </p:nvGrpSpPr>
        <p:grpSpPr>
          <a:xfrm>
            <a:off x="808446" y="2865543"/>
            <a:ext cx="2342880" cy="549720"/>
            <a:chOff x="808446" y="2865543"/>
            <a:chExt cx="2342880" cy="54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DA647F-CFB9-8839-12F1-D5401D537B1E}"/>
                    </a:ext>
                  </a:extLst>
                </p14:cNvPr>
                <p14:cNvContentPartPr/>
                <p14:nvPr/>
              </p14:nvContentPartPr>
              <p14:xfrm>
                <a:off x="808446" y="3187743"/>
                <a:ext cx="166320" cy="150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DA647F-CFB9-8839-12F1-D5401D537B1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0806" y="3170103"/>
                  <a:ext cx="201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C52E8A4-639B-17F1-7EA3-53AB10ABE7FA}"/>
                    </a:ext>
                  </a:extLst>
                </p14:cNvPr>
                <p14:cNvContentPartPr/>
                <p14:nvPr/>
              </p14:nvContentPartPr>
              <p14:xfrm>
                <a:off x="1008246" y="2964543"/>
                <a:ext cx="116280" cy="160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C52E8A4-639B-17F1-7EA3-53AB10ABE7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0606" y="2946903"/>
                  <a:ext cx="151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52B2161-8C75-136C-7BE3-3EE924224C66}"/>
                    </a:ext>
                  </a:extLst>
                </p14:cNvPr>
                <p14:cNvContentPartPr/>
                <p14:nvPr/>
              </p14:nvContentPartPr>
              <p14:xfrm>
                <a:off x="1175646" y="3226983"/>
                <a:ext cx="178920" cy="44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52B2161-8C75-136C-7BE3-3EE924224C6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58006" y="3209343"/>
                  <a:ext cx="214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0BA504-E2D2-7977-AF8A-2E628AD41BB8}"/>
                    </a:ext>
                  </a:extLst>
                </p14:cNvPr>
                <p14:cNvContentPartPr/>
                <p14:nvPr/>
              </p14:nvContentPartPr>
              <p14:xfrm>
                <a:off x="1272126" y="3162183"/>
                <a:ext cx="27000" cy="160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0BA504-E2D2-7977-AF8A-2E628AD41BB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54126" y="3144183"/>
                  <a:ext cx="626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CD23D2A-2E8D-F931-0631-324BDC4D1BB0}"/>
                    </a:ext>
                  </a:extLst>
                </p14:cNvPr>
                <p14:cNvContentPartPr/>
                <p14:nvPr/>
              </p14:nvContentPartPr>
              <p14:xfrm>
                <a:off x="1459686" y="3105303"/>
                <a:ext cx="109080" cy="191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CD23D2A-2E8D-F931-0631-324BDC4D1B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42046" y="3087663"/>
                  <a:ext cx="144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95084B-8454-9D98-B836-5F8B84B5F80B}"/>
                    </a:ext>
                  </a:extLst>
                </p14:cNvPr>
                <p14:cNvContentPartPr/>
                <p14:nvPr/>
              </p14:nvContentPartPr>
              <p14:xfrm>
                <a:off x="1586046" y="2918463"/>
                <a:ext cx="259200" cy="194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95084B-8454-9D98-B836-5F8B84B5F80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568406" y="2900823"/>
                  <a:ext cx="294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9F50E70-A430-66CD-F07D-0AA411F4CDDF}"/>
                    </a:ext>
                  </a:extLst>
                </p14:cNvPr>
                <p14:cNvContentPartPr/>
                <p14:nvPr/>
              </p14:nvContentPartPr>
              <p14:xfrm>
                <a:off x="1688286" y="3251463"/>
                <a:ext cx="214560" cy="56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9F50E70-A430-66CD-F07D-0AA411F4CDD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70286" y="3233463"/>
                  <a:ext cx="250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02E06AD-1640-9B62-1C48-A38C98DAC04E}"/>
                    </a:ext>
                  </a:extLst>
                </p14:cNvPr>
                <p14:cNvContentPartPr/>
                <p14:nvPr/>
              </p14:nvContentPartPr>
              <p14:xfrm>
                <a:off x="1757406" y="3195663"/>
                <a:ext cx="53280" cy="189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02E06AD-1640-9B62-1C48-A38C98DAC0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39406" y="3177663"/>
                  <a:ext cx="88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DFFCD02-24FA-07BE-0327-21BA8140B562}"/>
                    </a:ext>
                  </a:extLst>
                </p14:cNvPr>
                <p14:cNvContentPartPr/>
                <p14:nvPr/>
              </p14:nvContentPartPr>
              <p14:xfrm>
                <a:off x="1934166" y="3000903"/>
                <a:ext cx="140760" cy="368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DFFCD02-24FA-07BE-0327-21BA8140B56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16526" y="2983263"/>
                  <a:ext cx="1764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7636C28-E197-CE24-CEDE-1D5027C238D8}"/>
                    </a:ext>
                  </a:extLst>
                </p14:cNvPr>
                <p14:cNvContentPartPr/>
                <p14:nvPr/>
              </p14:nvContentPartPr>
              <p14:xfrm>
                <a:off x="2115606" y="2928543"/>
                <a:ext cx="163080" cy="163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7636C28-E197-CE24-CEDE-1D5027C238D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097606" y="2910903"/>
                  <a:ext cx="198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CD7C98E-9302-9597-C3F1-7E35403BC02C}"/>
                    </a:ext>
                  </a:extLst>
                </p14:cNvPr>
                <p14:cNvContentPartPr/>
                <p14:nvPr/>
              </p14:nvContentPartPr>
              <p14:xfrm>
                <a:off x="2297046" y="3235263"/>
                <a:ext cx="185760" cy="48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CD7C98E-9302-9597-C3F1-7E35403BC02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79406" y="3217263"/>
                  <a:ext cx="221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0F405C5-118D-B99E-324A-70090F4E3C0D}"/>
                    </a:ext>
                  </a:extLst>
                </p14:cNvPr>
                <p14:cNvContentPartPr/>
                <p14:nvPr/>
              </p14:nvContentPartPr>
              <p14:xfrm>
                <a:off x="2346006" y="3180183"/>
                <a:ext cx="49680" cy="235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0F405C5-118D-B99E-324A-70090F4E3C0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28366" y="3162543"/>
                  <a:ext cx="85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49409E-D35D-C995-15AD-878B7F5B83B7}"/>
                    </a:ext>
                  </a:extLst>
                </p14:cNvPr>
                <p14:cNvContentPartPr/>
                <p14:nvPr/>
              </p14:nvContentPartPr>
              <p14:xfrm>
                <a:off x="2515206" y="3009543"/>
                <a:ext cx="158400" cy="359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49409E-D35D-C995-15AD-878B7F5B83B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97206" y="2991903"/>
                  <a:ext cx="1940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6F9E4E-450A-4C5A-35A8-60DC50E28A25}"/>
                    </a:ext>
                  </a:extLst>
                </p14:cNvPr>
                <p14:cNvContentPartPr/>
                <p14:nvPr/>
              </p14:nvContentPartPr>
              <p14:xfrm>
                <a:off x="2810046" y="2865543"/>
                <a:ext cx="341280" cy="147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6F9E4E-450A-4C5A-35A8-60DC50E28A2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92406" y="2847543"/>
                  <a:ext cx="37692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EC42FA0-B508-301A-5919-D19D1F55D74C}"/>
              </a:ext>
            </a:extLst>
          </p:cNvPr>
          <p:cNvGrpSpPr/>
          <p:nvPr/>
        </p:nvGrpSpPr>
        <p:grpSpPr>
          <a:xfrm>
            <a:off x="670206" y="3903063"/>
            <a:ext cx="2472480" cy="1077480"/>
            <a:chOff x="670206" y="3903063"/>
            <a:chExt cx="2472480" cy="10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83912D5-AE0F-D84B-067F-8060B90B3810}"/>
                    </a:ext>
                  </a:extLst>
                </p14:cNvPr>
                <p14:cNvContentPartPr/>
                <p14:nvPr/>
              </p14:nvContentPartPr>
              <p14:xfrm>
                <a:off x="756246" y="4184223"/>
                <a:ext cx="107640" cy="9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83912D5-AE0F-D84B-067F-8060B90B381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8246" y="4166583"/>
                  <a:ext cx="143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B0D2787-A779-FE4B-C705-EE568BAB132F}"/>
                    </a:ext>
                  </a:extLst>
                </p14:cNvPr>
                <p14:cNvContentPartPr/>
                <p14:nvPr/>
              </p14:nvContentPartPr>
              <p14:xfrm>
                <a:off x="919686" y="4067583"/>
                <a:ext cx="133200" cy="213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B0D2787-A779-FE4B-C705-EE568BAB13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2046" y="4049943"/>
                  <a:ext cx="168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408746-CCDE-0024-21B9-27D5B944E795}"/>
                    </a:ext>
                  </a:extLst>
                </p14:cNvPr>
                <p14:cNvContentPartPr/>
                <p14:nvPr/>
              </p14:nvContentPartPr>
              <p14:xfrm>
                <a:off x="1123446" y="4208703"/>
                <a:ext cx="130320" cy="17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408746-CCDE-0024-21B9-27D5B944E79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05806" y="4191063"/>
                  <a:ext cx="165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CD1CE81-ED2C-9711-EF84-950A153EEC6F}"/>
                    </a:ext>
                  </a:extLst>
                </p14:cNvPr>
                <p14:cNvContentPartPr/>
                <p14:nvPr/>
              </p14:nvContentPartPr>
              <p14:xfrm>
                <a:off x="1328646" y="4142823"/>
                <a:ext cx="46080" cy="145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CD1CE81-ED2C-9711-EF84-950A153EEC6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311006" y="4124823"/>
                  <a:ext cx="81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B8D199-06BC-935B-D2E6-B3FE60E79EC0}"/>
                    </a:ext>
                  </a:extLst>
                </p14:cNvPr>
                <p14:cNvContentPartPr/>
                <p14:nvPr/>
              </p14:nvContentPartPr>
              <p14:xfrm>
                <a:off x="1389846" y="4004943"/>
                <a:ext cx="20880" cy="42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B8D199-06BC-935B-D2E6-B3FE60E79EC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372206" y="3986943"/>
                  <a:ext cx="56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BA7DE86-E9BF-139F-7D56-13663C5788D2}"/>
                    </a:ext>
                  </a:extLst>
                </p14:cNvPr>
                <p14:cNvContentPartPr/>
                <p14:nvPr/>
              </p14:nvContentPartPr>
              <p14:xfrm>
                <a:off x="1490286" y="4071903"/>
                <a:ext cx="149760" cy="249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BA7DE86-E9BF-139F-7D56-13663C5788D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72646" y="4054263"/>
                  <a:ext cx="185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F765DC4-B790-D4EE-0120-B229169D0F1B}"/>
                    </a:ext>
                  </a:extLst>
                </p14:cNvPr>
                <p14:cNvContentPartPr/>
                <p14:nvPr/>
              </p14:nvContentPartPr>
              <p14:xfrm>
                <a:off x="1580646" y="3935103"/>
                <a:ext cx="229680" cy="556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F765DC4-B790-D4EE-0120-B229169D0F1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63006" y="3917463"/>
                  <a:ext cx="26532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2545997-F5EC-2963-07A8-DB94179339FA}"/>
                    </a:ext>
                  </a:extLst>
                </p14:cNvPr>
                <p14:cNvContentPartPr/>
                <p14:nvPr/>
              </p14:nvContentPartPr>
              <p14:xfrm>
                <a:off x="670206" y="3988383"/>
                <a:ext cx="210240" cy="4561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2545997-F5EC-2963-07A8-DB94179339F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2566" y="3970743"/>
                  <a:ext cx="2458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E2FC9B2-36C7-3169-51A9-6B167D7F40E0}"/>
                    </a:ext>
                  </a:extLst>
                </p14:cNvPr>
                <p14:cNvContentPartPr/>
                <p14:nvPr/>
              </p14:nvContentPartPr>
              <p14:xfrm>
                <a:off x="1850286" y="3968943"/>
                <a:ext cx="99360" cy="399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E2FC9B2-36C7-3169-51A9-6B167D7F40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832286" y="3950943"/>
                  <a:ext cx="1350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9EE0B97-AEB0-0FD8-B412-380CFD0C2D2B}"/>
                    </a:ext>
                  </a:extLst>
                </p14:cNvPr>
                <p14:cNvContentPartPr/>
                <p14:nvPr/>
              </p14:nvContentPartPr>
              <p14:xfrm>
                <a:off x="1950726" y="4161183"/>
                <a:ext cx="135000" cy="144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9EE0B97-AEB0-0FD8-B412-380CFD0C2D2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32726" y="4143183"/>
                  <a:ext cx="170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6BFD68E-75A2-94CE-B86C-1A59744EF1D9}"/>
                    </a:ext>
                  </a:extLst>
                </p14:cNvPr>
                <p14:cNvContentPartPr/>
                <p14:nvPr/>
              </p14:nvContentPartPr>
              <p14:xfrm>
                <a:off x="2175366" y="4192863"/>
                <a:ext cx="107280" cy="43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6BFD68E-75A2-94CE-B86C-1A59744EF1D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57726" y="4174863"/>
                  <a:ext cx="142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51839FA-E086-5B98-F7C7-BB6C718AEA85}"/>
                    </a:ext>
                  </a:extLst>
                </p14:cNvPr>
                <p14:cNvContentPartPr/>
                <p14:nvPr/>
              </p14:nvContentPartPr>
              <p14:xfrm>
                <a:off x="2231886" y="4112583"/>
                <a:ext cx="55800" cy="173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51839FA-E086-5B98-F7C7-BB6C718AEA8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14246" y="4094583"/>
                  <a:ext cx="91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B86446A-7052-0FD4-6AC7-430611A4F715}"/>
                    </a:ext>
                  </a:extLst>
                </p14:cNvPr>
                <p14:cNvContentPartPr/>
                <p14:nvPr/>
              </p14:nvContentPartPr>
              <p14:xfrm>
                <a:off x="2407206" y="4166583"/>
                <a:ext cx="63360" cy="118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B86446A-7052-0FD4-6AC7-430611A4F71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89206" y="4148943"/>
                  <a:ext cx="99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BB66F73-F0D2-E546-FDCD-2E5BA11715C2}"/>
                    </a:ext>
                  </a:extLst>
                </p14:cNvPr>
                <p14:cNvContentPartPr/>
                <p14:nvPr/>
              </p14:nvContentPartPr>
              <p14:xfrm>
                <a:off x="2427726" y="4002783"/>
                <a:ext cx="51120" cy="29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BB66F73-F0D2-E546-FDCD-2E5BA11715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409726" y="3985143"/>
                  <a:ext cx="86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2737454-49CB-7B6C-72EB-AF4ACF49D1BA}"/>
                    </a:ext>
                  </a:extLst>
                </p14:cNvPr>
                <p14:cNvContentPartPr/>
                <p14:nvPr/>
              </p14:nvContentPartPr>
              <p14:xfrm>
                <a:off x="2543286" y="4111143"/>
                <a:ext cx="64800" cy="166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2737454-49CB-7B6C-72EB-AF4ACF49D1B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525646" y="4093143"/>
                  <a:ext cx="100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9745571-FF17-7A8C-4EE8-EEF4F0F89F41}"/>
                    </a:ext>
                  </a:extLst>
                </p14:cNvPr>
                <p14:cNvContentPartPr/>
                <p14:nvPr/>
              </p14:nvContentPartPr>
              <p14:xfrm>
                <a:off x="2654886" y="3903063"/>
                <a:ext cx="100440" cy="470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9745571-FF17-7A8C-4EE8-EEF4F0F89F4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36886" y="3885423"/>
                  <a:ext cx="13608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4C773BE-B3C5-37A8-605A-021D7EC9CC0C}"/>
                    </a:ext>
                  </a:extLst>
                </p14:cNvPr>
                <p14:cNvContentPartPr/>
                <p14:nvPr/>
              </p14:nvContentPartPr>
              <p14:xfrm>
                <a:off x="1036686" y="4683543"/>
                <a:ext cx="160920" cy="37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4C773BE-B3C5-37A8-605A-021D7EC9CC0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8686" y="4665543"/>
                  <a:ext cx="196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058B667-F240-BAB7-9B58-F93B188EC8C4}"/>
                    </a:ext>
                  </a:extLst>
                </p14:cNvPr>
                <p14:cNvContentPartPr/>
                <p14:nvPr/>
              </p14:nvContentPartPr>
              <p14:xfrm>
                <a:off x="1129206" y="4623063"/>
                <a:ext cx="46080" cy="217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058B667-F240-BAB7-9B58-F93B188EC8C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11206" y="4605423"/>
                  <a:ext cx="81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AED5F62-C8FD-EF80-8FDF-A5C73C488C11}"/>
                    </a:ext>
                  </a:extLst>
                </p14:cNvPr>
                <p14:cNvContentPartPr/>
                <p14:nvPr/>
              </p14:nvContentPartPr>
              <p14:xfrm>
                <a:off x="1300566" y="4666263"/>
                <a:ext cx="114480" cy="167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AED5F62-C8FD-EF80-8FDF-A5C73C488C1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82926" y="4648263"/>
                  <a:ext cx="150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F5A65B3-7DA4-9EFA-6A25-81826E933B10}"/>
                    </a:ext>
                  </a:extLst>
                </p14:cNvPr>
                <p14:cNvContentPartPr/>
                <p14:nvPr/>
              </p14:nvContentPartPr>
              <p14:xfrm>
                <a:off x="1505046" y="4755543"/>
                <a:ext cx="105840" cy="60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F5A65B3-7DA4-9EFA-6A25-81826E933B1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87046" y="4737543"/>
                  <a:ext cx="141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C86711C-923B-10C6-41CE-F670AEC3BA16}"/>
                    </a:ext>
                  </a:extLst>
                </p14:cNvPr>
                <p14:cNvContentPartPr/>
                <p14:nvPr/>
              </p14:nvContentPartPr>
              <p14:xfrm>
                <a:off x="1533126" y="4692903"/>
                <a:ext cx="35640" cy="158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C86711C-923B-10C6-41CE-F670AEC3BA1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15486" y="4674903"/>
                  <a:ext cx="71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0A06C08-3C5E-4FBF-9193-A9FEE00BB15E}"/>
                    </a:ext>
                  </a:extLst>
                </p14:cNvPr>
                <p14:cNvContentPartPr/>
                <p14:nvPr/>
              </p14:nvContentPartPr>
              <p14:xfrm>
                <a:off x="1671366" y="4695423"/>
                <a:ext cx="43920" cy="149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0A06C08-3C5E-4FBF-9193-A9FEE00BB15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653726" y="4677423"/>
                  <a:ext cx="79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3F790B6-3B00-B969-03D6-76B19FEA24F0}"/>
                    </a:ext>
                  </a:extLst>
                </p14:cNvPr>
                <p14:cNvContentPartPr/>
                <p14:nvPr/>
              </p14:nvContentPartPr>
              <p14:xfrm>
                <a:off x="1723566" y="4564383"/>
                <a:ext cx="19440" cy="21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3F790B6-3B00-B969-03D6-76B19FEA24F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05566" y="4546743"/>
                  <a:ext cx="55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46D11D0-14F6-9301-52AD-2316149C24D7}"/>
                    </a:ext>
                  </a:extLst>
                </p14:cNvPr>
                <p14:cNvContentPartPr/>
                <p14:nvPr/>
              </p14:nvContentPartPr>
              <p14:xfrm>
                <a:off x="1815366" y="4698303"/>
                <a:ext cx="70560" cy="150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46D11D0-14F6-9301-52AD-2316149C24D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97366" y="4680303"/>
                  <a:ext cx="106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284F1CD-B431-88BA-30B3-27EECD740CD2}"/>
                    </a:ext>
                  </a:extLst>
                </p14:cNvPr>
                <p14:cNvContentPartPr/>
                <p14:nvPr/>
              </p14:nvContentPartPr>
              <p14:xfrm>
                <a:off x="1901046" y="4459983"/>
                <a:ext cx="135360" cy="511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284F1CD-B431-88BA-30B3-27EECD740CD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883406" y="4441983"/>
                  <a:ext cx="17100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0D522A0-A87C-39EA-5046-9FCAB6068EC7}"/>
                    </a:ext>
                  </a:extLst>
                </p14:cNvPr>
                <p14:cNvContentPartPr/>
                <p14:nvPr/>
              </p14:nvContentPartPr>
              <p14:xfrm>
                <a:off x="1269246" y="4554303"/>
                <a:ext cx="96480" cy="426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0D522A0-A87C-39EA-5046-9FCAB6068EC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51246" y="4536663"/>
                  <a:ext cx="1321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2AEF5A7-4AC4-E587-3FB5-23B5F57959C2}"/>
                    </a:ext>
                  </a:extLst>
                </p14:cNvPr>
                <p14:cNvContentPartPr/>
                <p14:nvPr/>
              </p14:nvContentPartPr>
              <p14:xfrm>
                <a:off x="2063046" y="4492023"/>
                <a:ext cx="81360" cy="4060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2AEF5A7-4AC4-E587-3FB5-23B5F57959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045406" y="4474023"/>
                  <a:ext cx="1170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9BEF17A-0414-F7FA-7F3D-B1776681F1F0}"/>
                    </a:ext>
                  </a:extLst>
                </p14:cNvPr>
                <p14:cNvContentPartPr/>
                <p14:nvPr/>
              </p14:nvContentPartPr>
              <p14:xfrm>
                <a:off x="2254566" y="4543143"/>
                <a:ext cx="92520" cy="262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9BEF17A-0414-F7FA-7F3D-B1776681F1F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36566" y="4525503"/>
                  <a:ext cx="1281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8AA454A-057B-ACC5-8524-34E5AF21BD16}"/>
                    </a:ext>
                  </a:extLst>
                </p14:cNvPr>
                <p14:cNvContentPartPr/>
                <p14:nvPr/>
              </p14:nvContentPartPr>
              <p14:xfrm>
                <a:off x="2425926" y="4702623"/>
                <a:ext cx="108360" cy="20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8AA454A-057B-ACC5-8524-34E5AF21BD1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408286" y="4684623"/>
                  <a:ext cx="144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A6CEA80-3C30-B3D3-A57B-6F8003F246A8}"/>
                    </a:ext>
                  </a:extLst>
                </p14:cNvPr>
                <p14:cNvContentPartPr/>
                <p14:nvPr/>
              </p14:nvContentPartPr>
              <p14:xfrm>
                <a:off x="2523486" y="4613343"/>
                <a:ext cx="13320" cy="1821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A6CEA80-3C30-B3D3-A57B-6F8003F246A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505846" y="4595703"/>
                  <a:ext cx="48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0F6FDC4-F988-CCA5-E757-3F199EF1B717}"/>
                    </a:ext>
                  </a:extLst>
                </p14:cNvPr>
                <p14:cNvContentPartPr/>
                <p14:nvPr/>
              </p14:nvContentPartPr>
              <p14:xfrm>
                <a:off x="2616366" y="4685703"/>
                <a:ext cx="57240" cy="99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0F6FDC4-F988-CCA5-E757-3F199EF1B71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598726" y="4668063"/>
                  <a:ext cx="92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A210788-39D1-4576-E1E7-2A9532E29A90}"/>
                    </a:ext>
                  </a:extLst>
                </p14:cNvPr>
                <p14:cNvContentPartPr/>
                <p14:nvPr/>
              </p14:nvContentPartPr>
              <p14:xfrm>
                <a:off x="2681886" y="4531983"/>
                <a:ext cx="16200" cy="19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A210788-39D1-4576-E1E7-2A9532E29A9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63886" y="4514343"/>
                  <a:ext cx="51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BC46E98-E019-6C17-0B7D-EAD0C409187D}"/>
                    </a:ext>
                  </a:extLst>
                </p14:cNvPr>
                <p14:cNvContentPartPr/>
                <p14:nvPr/>
              </p14:nvContentPartPr>
              <p14:xfrm>
                <a:off x="2783406" y="4527303"/>
                <a:ext cx="166680" cy="2718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BC46E98-E019-6C17-0B7D-EAD0C409187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65406" y="4509303"/>
                  <a:ext cx="202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B84A3D3-6652-2813-16A0-95509C6727CE}"/>
                    </a:ext>
                  </a:extLst>
                </p14:cNvPr>
                <p14:cNvContentPartPr/>
                <p14:nvPr/>
              </p14:nvContentPartPr>
              <p14:xfrm>
                <a:off x="3068526" y="4346223"/>
                <a:ext cx="74160" cy="546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B84A3D3-6652-2813-16A0-95509C6727C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050526" y="4328583"/>
                  <a:ext cx="109800" cy="58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3A31C32-41A5-C904-BA73-19922C7E9F39}"/>
              </a:ext>
            </a:extLst>
          </p:cNvPr>
          <p:cNvGrpSpPr/>
          <p:nvPr/>
        </p:nvGrpSpPr>
        <p:grpSpPr>
          <a:xfrm>
            <a:off x="10001766" y="3533343"/>
            <a:ext cx="253440" cy="120960"/>
            <a:chOff x="10001766" y="3533343"/>
            <a:chExt cx="253440" cy="1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F7BA8B1-F17A-5ABD-D67F-DDA542C0D227}"/>
                    </a:ext>
                  </a:extLst>
                </p14:cNvPr>
                <p14:cNvContentPartPr/>
                <p14:nvPr/>
              </p14:nvContentPartPr>
              <p14:xfrm>
                <a:off x="10018686" y="3533343"/>
                <a:ext cx="150120" cy="12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F7BA8B1-F17A-5ABD-D67F-DDA542C0D22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000686" y="3515703"/>
                  <a:ext cx="185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1C86FD4-11C4-C963-048F-AE87A8154006}"/>
                    </a:ext>
                  </a:extLst>
                </p14:cNvPr>
                <p14:cNvContentPartPr/>
                <p14:nvPr/>
              </p14:nvContentPartPr>
              <p14:xfrm>
                <a:off x="10001766" y="3633063"/>
                <a:ext cx="253440" cy="21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1C86FD4-11C4-C963-048F-AE87A815400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84126" y="3615423"/>
                  <a:ext cx="2890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2329D4FF-77EE-E228-2DA1-7197F5AFAB03}"/>
              </a:ext>
            </a:extLst>
          </p:cNvPr>
          <p:cNvGrpSpPr/>
          <p:nvPr/>
        </p:nvGrpSpPr>
        <p:grpSpPr>
          <a:xfrm>
            <a:off x="10651566" y="3362703"/>
            <a:ext cx="609840" cy="1070280"/>
            <a:chOff x="10651566" y="3362703"/>
            <a:chExt cx="609840" cy="10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BD7CE84-887F-771E-8206-9EB3F543B780}"/>
                    </a:ext>
                  </a:extLst>
                </p14:cNvPr>
                <p14:cNvContentPartPr/>
                <p14:nvPr/>
              </p14:nvContentPartPr>
              <p14:xfrm>
                <a:off x="10824366" y="3362703"/>
                <a:ext cx="180000" cy="75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BD7CE84-887F-771E-8206-9EB3F543B7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06726" y="3345063"/>
                  <a:ext cx="215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6350EC5-DBFA-F816-EED5-463779DD7EDA}"/>
                    </a:ext>
                  </a:extLst>
                </p14:cNvPr>
                <p14:cNvContentPartPr/>
                <p14:nvPr/>
              </p14:nvContentPartPr>
              <p14:xfrm>
                <a:off x="10795566" y="3380703"/>
                <a:ext cx="360" cy="3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6350EC5-DBFA-F816-EED5-463779DD7ED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77926" y="3363063"/>
                  <a:ext cx="36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48280E5-8F25-AD0E-8CC9-B7ADB20BDC0B}"/>
                    </a:ext>
                  </a:extLst>
                </p14:cNvPr>
                <p14:cNvContentPartPr/>
                <p14:nvPr/>
              </p14:nvContentPartPr>
              <p14:xfrm>
                <a:off x="10651566" y="3387183"/>
                <a:ext cx="609840" cy="1045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48280E5-8F25-AD0E-8CC9-B7ADB20BDC0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633566" y="3369183"/>
                  <a:ext cx="645480" cy="10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17E92A1-262A-0FB6-C412-5C174E14E1B6}"/>
                    </a:ext>
                  </a:extLst>
                </p14:cNvPr>
                <p14:cNvContentPartPr/>
                <p14:nvPr/>
              </p14:nvContentPartPr>
              <p14:xfrm>
                <a:off x="11117046" y="3536223"/>
                <a:ext cx="26280" cy="246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17E92A1-262A-0FB6-C412-5C174E14E1B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99406" y="3518223"/>
                  <a:ext cx="61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A898539-CAE4-661F-A594-56A505BEC1D4}"/>
                    </a:ext>
                  </a:extLst>
                </p14:cNvPr>
                <p14:cNvContentPartPr/>
                <p14:nvPr/>
              </p14:nvContentPartPr>
              <p14:xfrm>
                <a:off x="11024886" y="3986943"/>
                <a:ext cx="174240" cy="198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A898539-CAE4-661F-A594-56A505BEC1D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07246" y="3969303"/>
                  <a:ext cx="20988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240BD43-6497-D988-2CDE-347F219EA71A}"/>
              </a:ext>
            </a:extLst>
          </p:cNvPr>
          <p:cNvGrpSpPr/>
          <p:nvPr/>
        </p:nvGrpSpPr>
        <p:grpSpPr>
          <a:xfrm>
            <a:off x="11496486" y="3253983"/>
            <a:ext cx="470880" cy="1191600"/>
            <a:chOff x="11496486" y="3253983"/>
            <a:chExt cx="470880" cy="11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9993F82-95FD-6F45-71B4-BF43B8E4357B}"/>
                    </a:ext>
                  </a:extLst>
                </p14:cNvPr>
                <p14:cNvContentPartPr/>
                <p14:nvPr/>
              </p14:nvContentPartPr>
              <p14:xfrm>
                <a:off x="11496486" y="3942663"/>
                <a:ext cx="60840" cy="244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9993F82-95FD-6F45-71B4-BF43B8E4357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478486" y="3924663"/>
                  <a:ext cx="96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4505CC1-3422-9936-0F26-28C0AA1E8ACB}"/>
                    </a:ext>
                  </a:extLst>
                </p14:cNvPr>
                <p14:cNvContentPartPr/>
                <p14:nvPr/>
              </p14:nvContentPartPr>
              <p14:xfrm>
                <a:off x="11523846" y="3500583"/>
                <a:ext cx="79560" cy="174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4505CC1-3422-9936-0F26-28C0AA1E8AC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506206" y="3482943"/>
                  <a:ext cx="1152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9FE6007-6D2B-91F8-5833-197A78268AEA}"/>
                    </a:ext>
                  </a:extLst>
                </p14:cNvPr>
                <p14:cNvContentPartPr/>
                <p14:nvPr/>
              </p14:nvContentPartPr>
              <p14:xfrm>
                <a:off x="11591526" y="3253983"/>
                <a:ext cx="375840" cy="11916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9FE6007-6D2B-91F8-5833-197A78268AE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573886" y="3235983"/>
                  <a:ext cx="411480" cy="12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7AE8FEA7-1E43-8892-C348-5EBD93DFB436}"/>
              </a:ext>
            </a:extLst>
          </p:cNvPr>
          <p:cNvGrpSpPr/>
          <p:nvPr/>
        </p:nvGrpSpPr>
        <p:grpSpPr>
          <a:xfrm>
            <a:off x="270246" y="5570943"/>
            <a:ext cx="326520" cy="190440"/>
            <a:chOff x="270246" y="5570943"/>
            <a:chExt cx="32652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0FD36D3-6F36-3BC0-2919-6894EBD8D9E2}"/>
                    </a:ext>
                  </a:extLst>
                </p14:cNvPr>
                <p14:cNvContentPartPr/>
                <p14:nvPr/>
              </p14:nvContentPartPr>
              <p14:xfrm>
                <a:off x="270246" y="5570943"/>
                <a:ext cx="199800" cy="14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0FD36D3-6F36-3BC0-2919-6894EBD8D9E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52606" y="5552943"/>
                  <a:ext cx="235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443E4AB-4D0E-C5A6-8669-2181771271BD}"/>
                    </a:ext>
                  </a:extLst>
                </p14:cNvPr>
                <p14:cNvContentPartPr/>
                <p14:nvPr/>
              </p14:nvContentPartPr>
              <p14:xfrm>
                <a:off x="297966" y="5709543"/>
                <a:ext cx="298800" cy="518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443E4AB-4D0E-C5A6-8669-2181771271B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79966" y="5691543"/>
                  <a:ext cx="33444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2DAB3AF-784C-B8EE-E89D-19CE62535240}"/>
              </a:ext>
            </a:extLst>
          </p:cNvPr>
          <p:cNvGrpSpPr/>
          <p:nvPr/>
        </p:nvGrpSpPr>
        <p:grpSpPr>
          <a:xfrm>
            <a:off x="3633366" y="2736663"/>
            <a:ext cx="5835240" cy="1784160"/>
            <a:chOff x="3633366" y="2736663"/>
            <a:chExt cx="5835240" cy="178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DCB5A60-CA22-3F16-F8AD-866FE44A81D6}"/>
                    </a:ext>
                  </a:extLst>
                </p14:cNvPr>
                <p14:cNvContentPartPr/>
                <p14:nvPr/>
              </p14:nvContentPartPr>
              <p14:xfrm>
                <a:off x="3875646" y="3186663"/>
                <a:ext cx="147240" cy="174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DCB5A60-CA22-3F16-F8AD-866FE44A81D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858006" y="3168663"/>
                  <a:ext cx="182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CCECB4E-20C3-6F89-FEBE-35F72698636A}"/>
                    </a:ext>
                  </a:extLst>
                </p14:cNvPr>
                <p14:cNvContentPartPr/>
                <p14:nvPr/>
              </p14:nvContentPartPr>
              <p14:xfrm>
                <a:off x="4142766" y="3207183"/>
                <a:ext cx="123480" cy="29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CCECB4E-20C3-6F89-FEBE-35F72698636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25126" y="3189543"/>
                  <a:ext cx="159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8CBFB-0276-A27D-295E-CEAEDDF03076}"/>
                    </a:ext>
                  </a:extLst>
                </p14:cNvPr>
                <p14:cNvContentPartPr/>
                <p14:nvPr/>
              </p14:nvContentPartPr>
              <p14:xfrm>
                <a:off x="4341486" y="3126183"/>
                <a:ext cx="76320" cy="186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B8CBFB-0276-A27D-295E-CEAEDDF0307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23846" y="3108183"/>
                  <a:ext cx="111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857C78-9892-866B-6738-72B8CD754AE7}"/>
                    </a:ext>
                  </a:extLst>
                </p14:cNvPr>
                <p14:cNvContentPartPr/>
                <p14:nvPr/>
              </p14:nvContentPartPr>
              <p14:xfrm>
                <a:off x="4413126" y="3003423"/>
                <a:ext cx="37080" cy="26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857C78-9892-866B-6738-72B8CD754AE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95126" y="2985423"/>
                  <a:ext cx="72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034D8D2-1D6E-CB8A-E32E-D313BD4B8435}"/>
                    </a:ext>
                  </a:extLst>
                </p14:cNvPr>
                <p14:cNvContentPartPr/>
                <p14:nvPr/>
              </p14:nvContentPartPr>
              <p14:xfrm>
                <a:off x="4516446" y="3146703"/>
                <a:ext cx="106920" cy="166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034D8D2-1D6E-CB8A-E32E-D313BD4B843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98806" y="3128703"/>
                  <a:ext cx="142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26F6C6C-093A-8F0B-DACE-768AAA368B62}"/>
                    </a:ext>
                  </a:extLst>
                </p14:cNvPr>
                <p14:cNvContentPartPr/>
                <p14:nvPr/>
              </p14:nvContentPartPr>
              <p14:xfrm>
                <a:off x="4602486" y="2921703"/>
                <a:ext cx="243720" cy="574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26F6C6C-093A-8F0B-DACE-768AAA368B6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584486" y="2903703"/>
                  <a:ext cx="2793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390D87F-3C87-A215-73DD-2CBCE1763D8B}"/>
                    </a:ext>
                  </a:extLst>
                </p14:cNvPr>
                <p14:cNvContentPartPr/>
                <p14:nvPr/>
              </p14:nvContentPartPr>
              <p14:xfrm>
                <a:off x="3633366" y="2960943"/>
                <a:ext cx="250920" cy="438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390D87F-3C87-A215-73DD-2CBCE1763D8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615726" y="2942943"/>
                  <a:ext cx="2865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B9D9625-F94C-7352-5E39-DB30DACE13E8}"/>
                    </a:ext>
                  </a:extLst>
                </p14:cNvPr>
                <p14:cNvContentPartPr/>
                <p14:nvPr/>
              </p14:nvContentPartPr>
              <p14:xfrm>
                <a:off x="5009286" y="2995863"/>
                <a:ext cx="133560" cy="432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B9D9625-F94C-7352-5E39-DB30DACE13E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991646" y="2978223"/>
                  <a:ext cx="1692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050026E-6BE2-082E-7F68-9B1E0EC34E5F}"/>
                    </a:ext>
                  </a:extLst>
                </p14:cNvPr>
                <p14:cNvContentPartPr/>
                <p14:nvPr/>
              </p14:nvContentPartPr>
              <p14:xfrm>
                <a:off x="5192526" y="3069303"/>
                <a:ext cx="173520" cy="291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050026E-6BE2-082E-7F68-9B1E0EC34E5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174526" y="3051303"/>
                  <a:ext cx="2091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251EEF-E919-73D3-F47F-439F69203A43}"/>
                    </a:ext>
                  </a:extLst>
                </p14:cNvPr>
                <p14:cNvContentPartPr/>
                <p14:nvPr/>
              </p14:nvContentPartPr>
              <p14:xfrm>
                <a:off x="5448846" y="3221223"/>
                <a:ext cx="132120" cy="29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251EEF-E919-73D3-F47F-439F69203A4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30846" y="3203223"/>
                  <a:ext cx="167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9396D51-D8D4-E308-B853-163028F854F7}"/>
                    </a:ext>
                  </a:extLst>
                </p14:cNvPr>
                <p14:cNvContentPartPr/>
                <p14:nvPr/>
              </p14:nvContentPartPr>
              <p14:xfrm>
                <a:off x="5507526" y="3119343"/>
                <a:ext cx="71640" cy="244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9396D51-D8D4-E308-B853-163028F854F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489886" y="3101703"/>
                  <a:ext cx="107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5F0AE72-4277-6128-2C11-12E5317C4547}"/>
                    </a:ext>
                  </a:extLst>
                </p14:cNvPr>
                <p14:cNvContentPartPr/>
                <p14:nvPr/>
              </p14:nvContentPartPr>
              <p14:xfrm>
                <a:off x="5768166" y="3197463"/>
                <a:ext cx="2520" cy="24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5F0AE72-4277-6128-2C11-12E5317C454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50526" y="3179463"/>
                  <a:ext cx="38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FD66276-D388-D115-5701-482B81A5CAAF}"/>
                    </a:ext>
                  </a:extLst>
                </p14:cNvPr>
                <p14:cNvContentPartPr/>
                <p14:nvPr/>
              </p14:nvContentPartPr>
              <p14:xfrm>
                <a:off x="5708766" y="3217263"/>
                <a:ext cx="99720" cy="168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FD66276-D388-D115-5701-482B81A5CAA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691126" y="3199623"/>
                  <a:ext cx="135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00869C0-53A6-D04D-B49A-97D958A9173B}"/>
                    </a:ext>
                  </a:extLst>
                </p14:cNvPr>
                <p14:cNvContentPartPr/>
                <p14:nvPr/>
              </p14:nvContentPartPr>
              <p14:xfrm>
                <a:off x="5771406" y="3072183"/>
                <a:ext cx="55440" cy="46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00869C0-53A6-D04D-B49A-97D958A9173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753766" y="3054543"/>
                  <a:ext cx="91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9E791AD-BD0D-EFEA-222F-7C526C7EE803}"/>
                    </a:ext>
                  </a:extLst>
                </p14:cNvPr>
                <p14:cNvContentPartPr/>
                <p14:nvPr/>
              </p14:nvContentPartPr>
              <p14:xfrm>
                <a:off x="5880486" y="3041943"/>
                <a:ext cx="163800" cy="346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9E791AD-BD0D-EFEA-222F-7C526C7EE80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862486" y="3023943"/>
                  <a:ext cx="199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21E3088-9C6D-71E7-A9E0-A513F1CFCEFA}"/>
                    </a:ext>
                  </a:extLst>
                </p14:cNvPr>
                <p14:cNvContentPartPr/>
                <p14:nvPr/>
              </p14:nvContentPartPr>
              <p14:xfrm>
                <a:off x="6042126" y="2867703"/>
                <a:ext cx="189720" cy="700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21E3088-9C6D-71E7-A9E0-A513F1CFCEF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024486" y="2850063"/>
                  <a:ext cx="22536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3C48766-C199-812C-8B3C-01EA80223D75}"/>
                    </a:ext>
                  </a:extLst>
                </p14:cNvPr>
                <p14:cNvContentPartPr/>
                <p14:nvPr/>
              </p14:nvContentPartPr>
              <p14:xfrm>
                <a:off x="6361806" y="3262983"/>
                <a:ext cx="190440" cy="50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3C48766-C199-812C-8B3C-01EA80223D7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343806" y="3245343"/>
                  <a:ext cx="226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4BA6B5E-19CE-C8BB-599D-6864A1A8886D}"/>
                    </a:ext>
                  </a:extLst>
                </p14:cNvPr>
                <p14:cNvContentPartPr/>
                <p14:nvPr/>
              </p14:nvContentPartPr>
              <p14:xfrm>
                <a:off x="6463326" y="3179823"/>
                <a:ext cx="41760" cy="228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4BA6B5E-19CE-C8BB-599D-6864A1A8886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445326" y="3161823"/>
                  <a:ext cx="774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1654C12-020B-1303-BFCA-F6522AE885F8}"/>
                    </a:ext>
                  </a:extLst>
                </p14:cNvPr>
                <p14:cNvContentPartPr/>
                <p14:nvPr/>
              </p14:nvContentPartPr>
              <p14:xfrm>
                <a:off x="6641886" y="2944383"/>
                <a:ext cx="100080" cy="4698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1654C12-020B-1303-BFCA-F6522AE885F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24246" y="2926743"/>
                  <a:ext cx="1357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AEDB888-E455-95F0-D946-19CC25512019}"/>
                    </a:ext>
                  </a:extLst>
                </p14:cNvPr>
                <p14:cNvContentPartPr/>
                <p14:nvPr/>
              </p14:nvContentPartPr>
              <p14:xfrm>
                <a:off x="6830526" y="3027903"/>
                <a:ext cx="144720" cy="350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AEDB888-E455-95F0-D946-19CC2551201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812526" y="3009903"/>
                  <a:ext cx="1803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0DD9FBA-BC12-6EC7-ABB4-F627F3919208}"/>
                    </a:ext>
                  </a:extLst>
                </p14:cNvPr>
                <p14:cNvContentPartPr/>
                <p14:nvPr/>
              </p14:nvContentPartPr>
              <p14:xfrm>
                <a:off x="7071006" y="3230943"/>
                <a:ext cx="140040" cy="20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0DD9FBA-BC12-6EC7-ABB4-F627F391920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53366" y="3212943"/>
                  <a:ext cx="175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3F3ED58-7A2C-8EE3-739D-46E504F6E7AD}"/>
                    </a:ext>
                  </a:extLst>
                </p14:cNvPr>
                <p14:cNvContentPartPr/>
                <p14:nvPr/>
              </p14:nvContentPartPr>
              <p14:xfrm>
                <a:off x="7265766" y="3109623"/>
                <a:ext cx="94320" cy="224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3F3ED58-7A2C-8EE3-739D-46E504F6E7A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248126" y="3091983"/>
                  <a:ext cx="129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6D355E4-6E6B-DCEF-829A-AECC1BC82F8D}"/>
                    </a:ext>
                  </a:extLst>
                </p14:cNvPr>
                <p14:cNvContentPartPr/>
                <p14:nvPr/>
              </p14:nvContentPartPr>
              <p14:xfrm>
                <a:off x="7323006" y="2958063"/>
                <a:ext cx="48600" cy="31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6D355E4-6E6B-DCEF-829A-AECC1BC82F8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305366" y="2940423"/>
                  <a:ext cx="84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305DFEA-4956-FE32-75B0-34A91FC29F66}"/>
                    </a:ext>
                  </a:extLst>
                </p14:cNvPr>
                <p14:cNvContentPartPr/>
                <p14:nvPr/>
              </p14:nvContentPartPr>
              <p14:xfrm>
                <a:off x="7431006" y="3009903"/>
                <a:ext cx="177120" cy="305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305DFEA-4956-FE32-75B0-34A91FC29F6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413366" y="2991903"/>
                  <a:ext cx="2127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07AD079-EB6B-A099-FC9B-4A0999537288}"/>
                    </a:ext>
                  </a:extLst>
                </p14:cNvPr>
                <p14:cNvContentPartPr/>
                <p14:nvPr/>
              </p14:nvContentPartPr>
              <p14:xfrm>
                <a:off x="7659966" y="2865183"/>
                <a:ext cx="128520" cy="588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07AD079-EB6B-A099-FC9B-4A099953728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642326" y="2847543"/>
                  <a:ext cx="16416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D10CAAB-0E01-A38B-ECCD-0366F51E7A91}"/>
                    </a:ext>
                  </a:extLst>
                </p14:cNvPr>
                <p14:cNvContentPartPr/>
                <p14:nvPr/>
              </p14:nvContentPartPr>
              <p14:xfrm>
                <a:off x="7983966" y="2822703"/>
                <a:ext cx="190080" cy="500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D10CAAB-0E01-A38B-ECCD-0366F51E7A9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966326" y="2805063"/>
                  <a:ext cx="2257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0FB804-2E41-A808-B863-1AB35777389D}"/>
                    </a:ext>
                  </a:extLst>
                </p14:cNvPr>
                <p14:cNvContentPartPr/>
                <p14:nvPr/>
              </p14:nvContentPartPr>
              <p14:xfrm>
                <a:off x="8153526" y="3070023"/>
                <a:ext cx="208080" cy="195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0FB804-2E41-A808-B863-1AB35777389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135886" y="3052023"/>
                  <a:ext cx="243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8D7CBE-50B1-5888-DF16-7A335BFD7076}"/>
                    </a:ext>
                  </a:extLst>
                </p14:cNvPr>
                <p14:cNvContentPartPr/>
                <p14:nvPr/>
              </p14:nvContentPartPr>
              <p14:xfrm>
                <a:off x="8506326" y="3125463"/>
                <a:ext cx="112680" cy="43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8D7CBE-50B1-5888-DF16-7A335BFD707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488686" y="3107463"/>
                  <a:ext cx="148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1616724-E50C-44D5-7938-1C855D36056B}"/>
                    </a:ext>
                  </a:extLst>
                </p14:cNvPr>
                <p14:cNvContentPartPr/>
                <p14:nvPr/>
              </p14:nvContentPartPr>
              <p14:xfrm>
                <a:off x="8668686" y="3061023"/>
                <a:ext cx="76680" cy="201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1616724-E50C-44D5-7938-1C855D36056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651046" y="3043383"/>
                  <a:ext cx="1123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A6B0938-5B2F-6654-EA8D-834A765DEC64}"/>
                    </a:ext>
                  </a:extLst>
                </p14:cNvPr>
                <p14:cNvContentPartPr/>
                <p14:nvPr/>
              </p14:nvContentPartPr>
              <p14:xfrm>
                <a:off x="8737806" y="2839263"/>
                <a:ext cx="54000" cy="39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A6B0938-5B2F-6654-EA8D-834A765DEC6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719806" y="2821263"/>
                  <a:ext cx="89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A3FEAFB-987C-4ADF-B13A-A1BCD1191028}"/>
                    </a:ext>
                  </a:extLst>
                </p14:cNvPr>
                <p14:cNvContentPartPr/>
                <p14:nvPr/>
              </p14:nvContentPartPr>
              <p14:xfrm>
                <a:off x="8887206" y="3087663"/>
                <a:ext cx="128520" cy="173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A3FEAFB-987C-4ADF-B13A-A1BCD119102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69566" y="3070023"/>
                  <a:ext cx="164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DF46007-82AC-8CC0-C355-37BD573EDC98}"/>
                    </a:ext>
                  </a:extLst>
                </p14:cNvPr>
                <p14:cNvContentPartPr/>
                <p14:nvPr/>
              </p14:nvContentPartPr>
              <p14:xfrm>
                <a:off x="8577246" y="2736663"/>
                <a:ext cx="891360" cy="1467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DF46007-82AC-8CC0-C355-37BD573EDC9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559606" y="2719023"/>
                  <a:ext cx="927000" cy="15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83D97C4-DCC7-1DE4-E8AF-E6839F51B652}"/>
                    </a:ext>
                  </a:extLst>
                </p14:cNvPr>
                <p14:cNvContentPartPr/>
                <p14:nvPr/>
              </p14:nvContentPartPr>
              <p14:xfrm>
                <a:off x="3909486" y="4078743"/>
                <a:ext cx="110160" cy="8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83D97C4-DCC7-1DE4-E8AF-E6839F51B65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891846" y="4060743"/>
                  <a:ext cx="145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D2B2FE7-2CFF-974C-5616-88692B10545F}"/>
                    </a:ext>
                  </a:extLst>
                </p14:cNvPr>
                <p14:cNvContentPartPr/>
                <p14:nvPr/>
              </p14:nvContentPartPr>
              <p14:xfrm>
                <a:off x="4130166" y="3979743"/>
                <a:ext cx="123480" cy="2444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D2B2FE7-2CFF-974C-5616-88692B10545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112166" y="3962103"/>
                  <a:ext cx="1591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8D7BCD6-C618-E666-E7BD-BBDDCAD16AD8}"/>
                    </a:ext>
                  </a:extLst>
                </p14:cNvPr>
                <p14:cNvContentPartPr/>
                <p14:nvPr/>
              </p14:nvContentPartPr>
              <p14:xfrm>
                <a:off x="4341846" y="4135983"/>
                <a:ext cx="109080" cy="12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8D7BCD6-C618-E666-E7BD-BBDDCAD16AD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323846" y="4118343"/>
                  <a:ext cx="144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245D9B2-886D-098A-1973-D04D9A43C98E}"/>
                    </a:ext>
                  </a:extLst>
                </p14:cNvPr>
                <p14:cNvContentPartPr/>
                <p14:nvPr/>
              </p14:nvContentPartPr>
              <p14:xfrm>
                <a:off x="4522926" y="4054623"/>
                <a:ext cx="62640" cy="138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245D9B2-886D-098A-1973-D04D9A43C98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505286" y="4036983"/>
                  <a:ext cx="98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F705797-1654-472E-EC11-549786D1DB3F}"/>
                    </a:ext>
                  </a:extLst>
                </p14:cNvPr>
                <p14:cNvContentPartPr/>
                <p14:nvPr/>
              </p14:nvContentPartPr>
              <p14:xfrm>
                <a:off x="4554246" y="3918903"/>
                <a:ext cx="25920" cy="144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F705797-1654-472E-EC11-549786D1DB3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536246" y="3900903"/>
                  <a:ext cx="6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6E82BA0-C854-5EE4-C206-E9C16FDCF907}"/>
                    </a:ext>
                  </a:extLst>
                </p14:cNvPr>
                <p14:cNvContentPartPr/>
                <p14:nvPr/>
              </p14:nvContentPartPr>
              <p14:xfrm>
                <a:off x="4697886" y="3963903"/>
                <a:ext cx="118080" cy="2116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6E82BA0-C854-5EE4-C206-E9C16FDCF90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679886" y="3946263"/>
                  <a:ext cx="153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7358AFC-0894-A3C2-169F-527B3F65E819}"/>
                    </a:ext>
                  </a:extLst>
                </p14:cNvPr>
                <p14:cNvContentPartPr/>
                <p14:nvPr/>
              </p14:nvContentPartPr>
              <p14:xfrm>
                <a:off x="4828206" y="3799383"/>
                <a:ext cx="171360" cy="605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7358AFC-0894-A3C2-169F-527B3F65E81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810206" y="3781383"/>
                  <a:ext cx="2070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48DF4A0-0144-2986-C272-C0909902599B}"/>
                    </a:ext>
                  </a:extLst>
                </p14:cNvPr>
                <p14:cNvContentPartPr/>
                <p14:nvPr/>
              </p14:nvContentPartPr>
              <p14:xfrm>
                <a:off x="3728046" y="3807303"/>
                <a:ext cx="208080" cy="5868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48DF4A0-0144-2986-C272-C0909902599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710406" y="3789303"/>
                  <a:ext cx="24372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2C9B346-B422-DBF4-D6D4-9525DE01F947}"/>
                    </a:ext>
                  </a:extLst>
                </p14:cNvPr>
                <p14:cNvContentPartPr/>
                <p14:nvPr/>
              </p14:nvContentPartPr>
              <p14:xfrm>
                <a:off x="5355966" y="3912783"/>
                <a:ext cx="108360" cy="345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2C9B346-B422-DBF4-D6D4-9525DE01F94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338326" y="3894783"/>
                  <a:ext cx="1440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BFDAEA9-C9AC-355C-3CAB-A2563281FEE7}"/>
                    </a:ext>
                  </a:extLst>
                </p14:cNvPr>
                <p14:cNvContentPartPr/>
                <p14:nvPr/>
              </p14:nvContentPartPr>
              <p14:xfrm>
                <a:off x="5537046" y="3917103"/>
                <a:ext cx="136800" cy="253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BFDAEA9-C9AC-355C-3CAB-A2563281FEE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519406" y="3899103"/>
                  <a:ext cx="1724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64DB3E3-5ADC-2B20-776D-8BA0F7AF7310}"/>
                    </a:ext>
                  </a:extLst>
                </p14:cNvPr>
                <p14:cNvContentPartPr/>
                <p14:nvPr/>
              </p14:nvContentPartPr>
              <p14:xfrm>
                <a:off x="5764206" y="4070103"/>
                <a:ext cx="135360" cy="25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64DB3E3-5ADC-2B20-776D-8BA0F7AF731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746566" y="4052463"/>
                  <a:ext cx="171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BD08089-9FB7-05D3-361D-3B4B46016EBB}"/>
                    </a:ext>
                  </a:extLst>
                </p14:cNvPr>
                <p14:cNvContentPartPr/>
                <p14:nvPr/>
              </p14:nvContentPartPr>
              <p14:xfrm>
                <a:off x="5855646" y="3989463"/>
                <a:ext cx="47160" cy="1890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BD08089-9FB7-05D3-361D-3B4B46016EB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837646" y="3971823"/>
                  <a:ext cx="82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7A771D9-2ABC-2F7C-73BF-94F2265B1344}"/>
                    </a:ext>
                  </a:extLst>
                </p14:cNvPr>
                <p14:cNvContentPartPr/>
                <p14:nvPr/>
              </p14:nvContentPartPr>
              <p14:xfrm>
                <a:off x="6010446" y="4071543"/>
                <a:ext cx="75240" cy="123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7A771D9-2ABC-2F7C-73BF-94F2265B134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992446" y="4053543"/>
                  <a:ext cx="110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236B69C-1E85-1655-18F3-9D1CD6D5186B}"/>
                    </a:ext>
                  </a:extLst>
                </p14:cNvPr>
                <p14:cNvContentPartPr/>
                <p14:nvPr/>
              </p14:nvContentPartPr>
              <p14:xfrm>
                <a:off x="6074886" y="3854823"/>
                <a:ext cx="41760" cy="47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236B69C-1E85-1655-18F3-9D1CD6D5186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057246" y="3836823"/>
                  <a:ext cx="77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1E7B72E-5FEC-BF22-F5B6-C3A5A01F5BE0}"/>
                    </a:ext>
                  </a:extLst>
                </p14:cNvPr>
                <p14:cNvContentPartPr/>
                <p14:nvPr/>
              </p14:nvContentPartPr>
              <p14:xfrm>
                <a:off x="6172446" y="3963543"/>
                <a:ext cx="169560" cy="277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1E7B72E-5FEC-BF22-F5B6-C3A5A01F5BE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54446" y="3945543"/>
                  <a:ext cx="2052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60A33AA-96C7-9D20-71BA-8FC5BC79B3B5}"/>
                    </a:ext>
                  </a:extLst>
                </p14:cNvPr>
                <p14:cNvContentPartPr/>
                <p14:nvPr/>
              </p14:nvContentPartPr>
              <p14:xfrm>
                <a:off x="6252006" y="3697503"/>
                <a:ext cx="287280" cy="823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60A33AA-96C7-9D20-71BA-8FC5BC79B3B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234366" y="3679863"/>
                  <a:ext cx="32292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DFAC70E-A91B-DA92-D0E7-FAD1B147E49E}"/>
                    </a:ext>
                  </a:extLst>
                </p14:cNvPr>
                <p14:cNvContentPartPr/>
                <p14:nvPr/>
              </p14:nvContentPartPr>
              <p14:xfrm>
                <a:off x="6654126" y="4098183"/>
                <a:ext cx="158400" cy="406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DFAC70E-A91B-DA92-D0E7-FAD1B147E49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636486" y="4080543"/>
                  <a:ext cx="194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A80084B-84E8-40D3-57E0-9F9F8E8376BB}"/>
                    </a:ext>
                  </a:extLst>
                </p14:cNvPr>
                <p14:cNvContentPartPr/>
                <p14:nvPr/>
              </p14:nvContentPartPr>
              <p14:xfrm>
                <a:off x="6740886" y="3993783"/>
                <a:ext cx="30240" cy="2188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A80084B-84E8-40D3-57E0-9F9F8E8376B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723246" y="3976143"/>
                  <a:ext cx="658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7F88569-8A6F-53B6-5FC7-7F0F6FE37364}"/>
                    </a:ext>
                  </a:extLst>
                </p14:cNvPr>
                <p14:cNvContentPartPr/>
                <p14:nvPr/>
              </p14:nvContentPartPr>
              <p14:xfrm>
                <a:off x="6959406" y="3971823"/>
                <a:ext cx="176400" cy="225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7F88569-8A6F-53B6-5FC7-7F0F6FE3736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941766" y="3954183"/>
                  <a:ext cx="212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4C08941-6665-064F-BA1D-CDEDD08FBA3A}"/>
                    </a:ext>
                  </a:extLst>
                </p14:cNvPr>
                <p14:cNvContentPartPr/>
                <p14:nvPr/>
              </p14:nvContentPartPr>
              <p14:xfrm>
                <a:off x="7270086" y="4058583"/>
                <a:ext cx="120960" cy="529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4C08941-6665-064F-BA1D-CDEDD08FBA3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252086" y="4040583"/>
                  <a:ext cx="156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F9C4351-FF64-5C3A-7107-5A145A7D34E1}"/>
                    </a:ext>
                  </a:extLst>
                </p14:cNvPr>
                <p14:cNvContentPartPr/>
                <p14:nvPr/>
              </p14:nvContentPartPr>
              <p14:xfrm>
                <a:off x="7371966" y="3949863"/>
                <a:ext cx="40680" cy="182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F9C4351-FF64-5C3A-7107-5A145A7D34E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354326" y="3932223"/>
                  <a:ext cx="76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09BA419-6C62-D268-7AD8-A3ECC1B673B0}"/>
                    </a:ext>
                  </a:extLst>
                </p14:cNvPr>
                <p14:cNvContentPartPr/>
                <p14:nvPr/>
              </p14:nvContentPartPr>
              <p14:xfrm>
                <a:off x="7530006" y="3967503"/>
                <a:ext cx="84600" cy="138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09BA419-6C62-D268-7AD8-A3ECC1B673B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12366" y="3949503"/>
                  <a:ext cx="120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E46F1B4-C10E-9722-F334-0DC70A47BFFE}"/>
                    </a:ext>
                  </a:extLst>
                </p14:cNvPr>
                <p14:cNvContentPartPr/>
                <p14:nvPr/>
              </p14:nvContentPartPr>
              <p14:xfrm>
                <a:off x="7549446" y="3811263"/>
                <a:ext cx="52920" cy="24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E46F1B4-C10E-9722-F334-0DC70A47BFF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531806" y="3793623"/>
                  <a:ext cx="88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E477817-A71E-9E58-BE56-6BC093FEBB6A}"/>
                    </a:ext>
                  </a:extLst>
                </p14:cNvPr>
                <p14:cNvContentPartPr/>
                <p14:nvPr/>
              </p14:nvContentPartPr>
              <p14:xfrm>
                <a:off x="7670766" y="3966783"/>
                <a:ext cx="104760" cy="168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E477817-A71E-9E58-BE56-6BC093FEBB6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653126" y="3948783"/>
                  <a:ext cx="140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7CEC22C-11CB-D6AE-4EBB-A7516093E43C}"/>
                    </a:ext>
                  </a:extLst>
                </p14:cNvPr>
                <p14:cNvContentPartPr/>
                <p14:nvPr/>
              </p14:nvContentPartPr>
              <p14:xfrm>
                <a:off x="7681926" y="3750783"/>
                <a:ext cx="304560" cy="6548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7CEC22C-11CB-D6AE-4EBB-A7516093E43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664286" y="3732783"/>
                  <a:ext cx="3402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87847EA-B8E2-9AC2-45A6-02F7C9C9B605}"/>
                    </a:ext>
                  </a:extLst>
                </p14:cNvPr>
                <p14:cNvContentPartPr/>
                <p14:nvPr/>
              </p14:nvContentPartPr>
              <p14:xfrm>
                <a:off x="6896406" y="3849783"/>
                <a:ext cx="178560" cy="543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87847EA-B8E2-9AC2-45A6-02F7C9C9B60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878766" y="3832143"/>
                  <a:ext cx="2142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B22FD3F-6A08-6022-7C0C-DF829B828B71}"/>
                    </a:ext>
                  </a:extLst>
                </p14:cNvPr>
                <p14:cNvContentPartPr/>
                <p14:nvPr/>
              </p14:nvContentPartPr>
              <p14:xfrm>
                <a:off x="8100246" y="3776703"/>
                <a:ext cx="147240" cy="5364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B22FD3F-6A08-6022-7C0C-DF829B828B7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082246" y="3758703"/>
                  <a:ext cx="18288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862075D-1CC7-B446-1A6F-199660E19925}"/>
                    </a:ext>
                  </a:extLst>
                </p14:cNvPr>
                <p14:cNvContentPartPr/>
                <p14:nvPr/>
              </p14:nvContentPartPr>
              <p14:xfrm>
                <a:off x="8289246" y="3957423"/>
                <a:ext cx="167040" cy="151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862075D-1CC7-B446-1A6F-199660E1992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271246" y="3939783"/>
                  <a:ext cx="202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8A9E263-86B5-B76D-1014-CA462F22BA01}"/>
                    </a:ext>
                  </a:extLst>
                </p14:cNvPr>
                <p14:cNvContentPartPr/>
                <p14:nvPr/>
              </p14:nvContentPartPr>
              <p14:xfrm>
                <a:off x="8557806" y="3984783"/>
                <a:ext cx="62640" cy="35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8A9E263-86B5-B76D-1014-CA462F22BA0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539806" y="3966783"/>
                  <a:ext cx="98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00ECB4B-8144-8D1F-AC7F-4686CA80B1C0}"/>
                    </a:ext>
                  </a:extLst>
                </p14:cNvPr>
                <p14:cNvContentPartPr/>
                <p14:nvPr/>
              </p14:nvContentPartPr>
              <p14:xfrm>
                <a:off x="8723406" y="3913143"/>
                <a:ext cx="28800" cy="149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00ECB4B-8144-8D1F-AC7F-4686CA80B1C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705406" y="3895503"/>
                  <a:ext cx="644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B74CF0A-94F8-5B3D-66AE-6CC898BA8705}"/>
                    </a:ext>
                  </a:extLst>
                </p14:cNvPr>
                <p14:cNvContentPartPr/>
                <p14:nvPr/>
              </p14:nvContentPartPr>
              <p14:xfrm>
                <a:off x="8766966" y="3768423"/>
                <a:ext cx="38160" cy="36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B74CF0A-94F8-5B3D-66AE-6CC898BA870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49326" y="3750423"/>
                  <a:ext cx="738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43BA09C-0ABE-29F8-A3A5-36C9896A1CBA}"/>
                    </a:ext>
                  </a:extLst>
                </p14:cNvPr>
                <p14:cNvContentPartPr/>
                <p14:nvPr/>
              </p14:nvContentPartPr>
              <p14:xfrm>
                <a:off x="8897646" y="3937263"/>
                <a:ext cx="67680" cy="121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43BA09C-0ABE-29F8-A3A5-36C9896A1CB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879646" y="3919263"/>
                  <a:ext cx="103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E641E94-3539-EF8C-49B2-240B9BA74BA7}"/>
                    </a:ext>
                  </a:extLst>
                </p14:cNvPr>
                <p14:cNvContentPartPr/>
                <p14:nvPr/>
              </p14:nvContentPartPr>
              <p14:xfrm>
                <a:off x="8973966" y="3704343"/>
                <a:ext cx="110880" cy="4176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E641E94-3539-EF8C-49B2-240B9BA74BA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56326" y="3686343"/>
                  <a:ext cx="1465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AA2FDEB-C8F6-420E-5594-63EAE6862ABF}"/>
                    </a:ext>
                  </a:extLst>
                </p14:cNvPr>
                <p14:cNvContentPartPr/>
                <p14:nvPr/>
              </p14:nvContentPartPr>
              <p14:xfrm>
                <a:off x="3888966" y="3457743"/>
                <a:ext cx="3900960" cy="882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AA2FDEB-C8F6-420E-5594-63EAE6862AB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871326" y="3440103"/>
                  <a:ext cx="393660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6B72764D-490D-5EA8-EAF0-2FA38E8C524D}"/>
                  </a:ext>
                </a:extLst>
              </p14:cNvPr>
              <p14:cNvContentPartPr/>
              <p14:nvPr/>
            </p14:nvContentPartPr>
            <p14:xfrm>
              <a:off x="1510086" y="5118783"/>
              <a:ext cx="1328760" cy="5220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6B72764D-490D-5EA8-EAF0-2FA38E8C524D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1492446" y="5101143"/>
                <a:ext cx="136440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8B989E6E-1C91-6145-B05B-BC1413AADAE0}"/>
              </a:ext>
            </a:extLst>
          </p:cNvPr>
          <p:cNvGrpSpPr/>
          <p:nvPr/>
        </p:nvGrpSpPr>
        <p:grpSpPr>
          <a:xfrm>
            <a:off x="1507566" y="5440263"/>
            <a:ext cx="3079800" cy="1220760"/>
            <a:chOff x="1507566" y="5440263"/>
            <a:chExt cx="3079800" cy="12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381F926-68D2-3AAF-ADC3-F0FB546335D4}"/>
                    </a:ext>
                  </a:extLst>
                </p14:cNvPr>
                <p14:cNvContentPartPr/>
                <p14:nvPr/>
              </p14:nvContentPartPr>
              <p14:xfrm>
                <a:off x="1507566" y="5506863"/>
                <a:ext cx="440280" cy="11541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381F926-68D2-3AAF-ADC3-F0FB546335D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489566" y="5488863"/>
                  <a:ext cx="47592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113231E-4867-8363-61C1-0187A5F99BC6}"/>
                    </a:ext>
                  </a:extLst>
                </p14:cNvPr>
                <p14:cNvContentPartPr/>
                <p14:nvPr/>
              </p14:nvContentPartPr>
              <p14:xfrm>
                <a:off x="1965126" y="5647623"/>
                <a:ext cx="167040" cy="1472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113231E-4867-8363-61C1-0187A5F99BC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47126" y="5629983"/>
                  <a:ext cx="202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76F81E8-85F6-DADE-B0D9-71965EB793ED}"/>
                    </a:ext>
                  </a:extLst>
                </p14:cNvPr>
                <p14:cNvContentPartPr/>
                <p14:nvPr/>
              </p14:nvContentPartPr>
              <p14:xfrm>
                <a:off x="2176446" y="5502903"/>
                <a:ext cx="196200" cy="1328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76F81E8-85F6-DADE-B0D9-71965EB793E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158446" y="5485263"/>
                  <a:ext cx="231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F8346A3-4D15-9F1D-2441-4108F0DAED92}"/>
                    </a:ext>
                  </a:extLst>
                </p14:cNvPr>
                <p14:cNvContentPartPr/>
                <p14:nvPr/>
              </p14:nvContentPartPr>
              <p14:xfrm>
                <a:off x="2368686" y="5719623"/>
                <a:ext cx="115560" cy="20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F8346A3-4D15-9F1D-2441-4108F0DAED9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350686" y="5701983"/>
                  <a:ext cx="151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B563A8E-A1D2-CA6F-B972-94422A682265}"/>
                    </a:ext>
                  </a:extLst>
                </p14:cNvPr>
                <p14:cNvContentPartPr/>
                <p14:nvPr/>
              </p14:nvContentPartPr>
              <p14:xfrm>
                <a:off x="2443206" y="5649783"/>
                <a:ext cx="29520" cy="2008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B563A8E-A1D2-CA6F-B972-94422A68226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425566" y="5631783"/>
                  <a:ext cx="65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47286C5-2D84-18ED-83BB-C140FD735776}"/>
                    </a:ext>
                  </a:extLst>
                </p14:cNvPr>
                <p14:cNvContentPartPr/>
                <p14:nvPr/>
              </p14:nvContentPartPr>
              <p14:xfrm>
                <a:off x="2637606" y="5599383"/>
                <a:ext cx="144720" cy="2124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47286C5-2D84-18ED-83BB-C140FD73577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619606" y="5581743"/>
                  <a:ext cx="180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74DA0CB-68A6-6904-A130-1F8C9B6ADEB8}"/>
                    </a:ext>
                  </a:extLst>
                </p14:cNvPr>
                <p14:cNvContentPartPr/>
                <p14:nvPr/>
              </p14:nvContentPartPr>
              <p14:xfrm>
                <a:off x="2825886" y="5459343"/>
                <a:ext cx="183600" cy="1382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74DA0CB-68A6-6904-A130-1F8C9B6ADEB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807886" y="5441703"/>
                  <a:ext cx="219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16A8843-1410-3D78-AAD3-CD34E076D07D}"/>
                    </a:ext>
                  </a:extLst>
                </p14:cNvPr>
                <p14:cNvContentPartPr/>
                <p14:nvPr/>
              </p14:nvContentPartPr>
              <p14:xfrm>
                <a:off x="3044406" y="5691543"/>
                <a:ext cx="110520" cy="234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16A8843-1410-3D78-AAD3-CD34E076D07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026406" y="5673903"/>
                  <a:ext cx="146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1DC75D6-AC5F-1D0F-D294-708B1EEB40AE}"/>
                    </a:ext>
                  </a:extLst>
                </p14:cNvPr>
                <p14:cNvContentPartPr/>
                <p14:nvPr/>
              </p14:nvContentPartPr>
              <p14:xfrm>
                <a:off x="3111006" y="5635023"/>
                <a:ext cx="23400" cy="185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1DC75D6-AC5F-1D0F-D294-708B1EEB40A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093006" y="5617023"/>
                  <a:ext cx="59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2CF2484-DC08-208F-261C-99D561659A4A}"/>
                    </a:ext>
                  </a:extLst>
                </p14:cNvPr>
                <p14:cNvContentPartPr/>
                <p14:nvPr/>
              </p14:nvContentPartPr>
              <p14:xfrm>
                <a:off x="3308646" y="5675703"/>
                <a:ext cx="101520" cy="137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2CF2484-DC08-208F-261C-99D561659A4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291006" y="5657703"/>
                  <a:ext cx="137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E7F0C8F-86CD-5CA6-7978-0DC673117392}"/>
                    </a:ext>
                  </a:extLst>
                </p14:cNvPr>
                <p14:cNvContentPartPr/>
                <p14:nvPr/>
              </p14:nvContentPartPr>
              <p14:xfrm>
                <a:off x="3491166" y="5485263"/>
                <a:ext cx="183960" cy="1537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E7F0C8F-86CD-5CA6-7978-0DC67311739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473166" y="5467263"/>
                  <a:ext cx="219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5FEB742-C3D8-5746-17BF-E37013150B1B}"/>
                    </a:ext>
                  </a:extLst>
                </p14:cNvPr>
                <p14:cNvContentPartPr/>
                <p14:nvPr/>
              </p14:nvContentPartPr>
              <p14:xfrm>
                <a:off x="3712566" y="5722143"/>
                <a:ext cx="162000" cy="9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5FEB742-C3D8-5746-17BF-E37013150B1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694566" y="5704503"/>
                  <a:ext cx="197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C4ADA6B-1158-CEBE-CB8F-8678FC01C46E}"/>
                    </a:ext>
                  </a:extLst>
                </p14:cNvPr>
                <p14:cNvContentPartPr/>
                <p14:nvPr/>
              </p14:nvContentPartPr>
              <p14:xfrm>
                <a:off x="3801486" y="5651223"/>
                <a:ext cx="43560" cy="2026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C4ADA6B-1158-CEBE-CB8F-8678FC01C46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783846" y="5633583"/>
                  <a:ext cx="79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445DDBE-4A96-8892-55E8-9D8CF8595599}"/>
                    </a:ext>
                  </a:extLst>
                </p14:cNvPr>
                <p14:cNvContentPartPr/>
                <p14:nvPr/>
              </p14:nvContentPartPr>
              <p14:xfrm>
                <a:off x="4003446" y="5578143"/>
                <a:ext cx="209160" cy="2577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445DDBE-4A96-8892-55E8-9D8CF859559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985446" y="5560503"/>
                  <a:ext cx="244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529A256-CCD9-BD03-FC32-4A2826DEFE0F}"/>
                    </a:ext>
                  </a:extLst>
                </p14:cNvPr>
                <p14:cNvContentPartPr/>
                <p14:nvPr/>
              </p14:nvContentPartPr>
              <p14:xfrm>
                <a:off x="4322766" y="5440263"/>
                <a:ext cx="264600" cy="1951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529A256-CCD9-BD03-FC32-4A2826DEFE0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305126" y="5422263"/>
                  <a:ext cx="300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A5425D1-BAAF-CC83-1D4B-8010D27F7DB1}"/>
                    </a:ext>
                  </a:extLst>
                </p14:cNvPr>
                <p14:cNvContentPartPr/>
                <p14:nvPr/>
              </p14:nvContentPartPr>
              <p14:xfrm>
                <a:off x="3012006" y="6162783"/>
                <a:ext cx="303840" cy="280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A5425D1-BAAF-CC83-1D4B-8010D27F7DB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994006" y="6145143"/>
                  <a:ext cx="33948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A12AF84-047D-5306-F852-D4C92CC0FB49}"/>
              </a:ext>
            </a:extLst>
          </p:cNvPr>
          <p:cNvGrpSpPr/>
          <p:nvPr/>
        </p:nvGrpSpPr>
        <p:grpSpPr>
          <a:xfrm>
            <a:off x="5912886" y="5332983"/>
            <a:ext cx="3091680" cy="1380960"/>
            <a:chOff x="5912886" y="5332983"/>
            <a:chExt cx="3091680" cy="13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D0FE374-4656-BBAA-82C0-05875E4A7C1C}"/>
                    </a:ext>
                  </a:extLst>
                </p14:cNvPr>
                <p14:cNvContentPartPr/>
                <p14:nvPr/>
              </p14:nvContentPartPr>
              <p14:xfrm>
                <a:off x="6205566" y="5426583"/>
                <a:ext cx="264960" cy="2772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D0FE374-4656-BBAA-82C0-05875E4A7C1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187566" y="5408583"/>
                  <a:ext cx="300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90CF9AC-ED27-221F-D62E-9B9EF1450FDE}"/>
                    </a:ext>
                  </a:extLst>
                </p14:cNvPr>
                <p14:cNvContentPartPr/>
                <p14:nvPr/>
              </p14:nvContentPartPr>
              <p14:xfrm>
                <a:off x="5912886" y="6217863"/>
                <a:ext cx="200160" cy="164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90CF9AC-ED27-221F-D62E-9B9EF1450FD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895246" y="6199863"/>
                  <a:ext cx="235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61A0253-9339-02E0-4394-AF34536A7F59}"/>
                    </a:ext>
                  </a:extLst>
                </p14:cNvPr>
                <p14:cNvContentPartPr/>
                <p14:nvPr/>
              </p14:nvContentPartPr>
              <p14:xfrm>
                <a:off x="6160566" y="6017703"/>
                <a:ext cx="243720" cy="133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61A0253-9339-02E0-4394-AF34536A7F5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142566" y="5999703"/>
                  <a:ext cx="279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2A1A8F1-2F56-D03D-1DFF-66EC2981B33A}"/>
                    </a:ext>
                  </a:extLst>
                </p14:cNvPr>
                <p14:cNvContentPartPr/>
                <p14:nvPr/>
              </p14:nvContentPartPr>
              <p14:xfrm>
                <a:off x="6344886" y="6278703"/>
                <a:ext cx="153720" cy="244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2A1A8F1-2F56-D03D-1DFF-66EC2981B33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326886" y="6261063"/>
                  <a:ext cx="189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F055563-943E-4946-227A-0991AFFBD4AE}"/>
                    </a:ext>
                  </a:extLst>
                </p14:cNvPr>
                <p14:cNvContentPartPr/>
                <p14:nvPr/>
              </p14:nvContentPartPr>
              <p14:xfrm>
                <a:off x="6435606" y="6164583"/>
                <a:ext cx="38880" cy="281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F055563-943E-4946-227A-0991AFFBD4A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417606" y="6146943"/>
                  <a:ext cx="74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96DC939-466F-BCC7-6958-04E55A86C237}"/>
                    </a:ext>
                  </a:extLst>
                </p14:cNvPr>
                <p14:cNvContentPartPr/>
                <p14:nvPr/>
              </p14:nvContentPartPr>
              <p14:xfrm>
                <a:off x="6696966" y="6115983"/>
                <a:ext cx="154080" cy="2890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96DC939-466F-BCC7-6958-04E55A86C23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78966" y="6098343"/>
                  <a:ext cx="189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0036E14-C5BB-2D02-F44C-99CEEC059021}"/>
                    </a:ext>
                  </a:extLst>
                </p14:cNvPr>
                <p14:cNvContentPartPr/>
                <p14:nvPr/>
              </p14:nvContentPartPr>
              <p14:xfrm>
                <a:off x="6963006" y="6010503"/>
                <a:ext cx="223200" cy="96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0036E14-C5BB-2D02-F44C-99CEEC05902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945366" y="5992863"/>
                  <a:ext cx="258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1D17EDD-1826-FD0D-348D-A0F67DFE24C2}"/>
                    </a:ext>
                  </a:extLst>
                </p14:cNvPr>
                <p14:cNvContentPartPr/>
                <p14:nvPr/>
              </p14:nvContentPartPr>
              <p14:xfrm>
                <a:off x="7090446" y="6317943"/>
                <a:ext cx="178560" cy="94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1D17EDD-1826-FD0D-348D-A0F67DFE24C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072446" y="6299943"/>
                  <a:ext cx="214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D1CF750-0904-5573-A0BC-CFAA83F67637}"/>
                    </a:ext>
                  </a:extLst>
                </p14:cNvPr>
                <p14:cNvContentPartPr/>
                <p14:nvPr/>
              </p14:nvContentPartPr>
              <p14:xfrm>
                <a:off x="7145526" y="6233343"/>
                <a:ext cx="38880" cy="2138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D1CF750-0904-5573-A0BC-CFAA83F6763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127526" y="6215343"/>
                  <a:ext cx="745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DD155F2-0216-CFC7-9DBF-4C3FD65E3508}"/>
                    </a:ext>
                  </a:extLst>
                </p14:cNvPr>
                <p14:cNvContentPartPr/>
                <p14:nvPr/>
              </p14:nvContentPartPr>
              <p14:xfrm>
                <a:off x="7378446" y="6225063"/>
                <a:ext cx="164160" cy="1825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DD155F2-0216-CFC7-9DBF-4C3FD65E350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360806" y="6207423"/>
                  <a:ext cx="199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E262139-56E6-BFE5-08CE-285D51DAB077}"/>
                    </a:ext>
                  </a:extLst>
                </p14:cNvPr>
                <p14:cNvContentPartPr/>
                <p14:nvPr/>
              </p14:nvContentPartPr>
              <p14:xfrm>
                <a:off x="7561326" y="5968023"/>
                <a:ext cx="163800" cy="1789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E262139-56E6-BFE5-08CE-285D51DAB07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543686" y="5950023"/>
                  <a:ext cx="199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8594C16-E220-9C25-6CB4-3079B17A4059}"/>
                    </a:ext>
                  </a:extLst>
                </p14:cNvPr>
                <p14:cNvContentPartPr/>
                <p14:nvPr/>
              </p14:nvContentPartPr>
              <p14:xfrm>
                <a:off x="7757166" y="6306423"/>
                <a:ext cx="179280" cy="28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8594C16-E220-9C25-6CB4-3079B17A405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739166" y="6288423"/>
                  <a:ext cx="214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F1C75BC-E172-F2A6-2BFC-8A4A55A3908D}"/>
                    </a:ext>
                  </a:extLst>
                </p14:cNvPr>
                <p14:cNvContentPartPr/>
                <p14:nvPr/>
              </p14:nvContentPartPr>
              <p14:xfrm>
                <a:off x="7866966" y="6195543"/>
                <a:ext cx="37440" cy="2415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F1C75BC-E172-F2A6-2BFC-8A4A55A3908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848966" y="6177903"/>
                  <a:ext cx="73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B5274D3-AFAA-018D-D054-0A5F81779BB1}"/>
                    </a:ext>
                  </a:extLst>
                </p14:cNvPr>
                <p14:cNvContentPartPr/>
                <p14:nvPr/>
              </p14:nvContentPartPr>
              <p14:xfrm>
                <a:off x="8084046" y="6067023"/>
                <a:ext cx="176040" cy="3301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B5274D3-AFAA-018D-D054-0A5F81779BB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066406" y="6049383"/>
                  <a:ext cx="2116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467BEDF-CEA3-28F3-FCB3-078E15C039D5}"/>
                    </a:ext>
                  </a:extLst>
                </p14:cNvPr>
                <p14:cNvContentPartPr/>
                <p14:nvPr/>
              </p14:nvContentPartPr>
              <p14:xfrm>
                <a:off x="8361966" y="5907903"/>
                <a:ext cx="282240" cy="1386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467BEDF-CEA3-28F3-FCB3-078E15C039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343966" y="5890263"/>
                  <a:ext cx="317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48443A5-84A7-125E-3B1E-39FE5A741F8C}"/>
                    </a:ext>
                  </a:extLst>
                </p14:cNvPr>
                <p14:cNvContentPartPr/>
                <p14:nvPr/>
              </p14:nvContentPartPr>
              <p14:xfrm>
                <a:off x="8571486" y="5332983"/>
                <a:ext cx="433080" cy="13809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48443A5-84A7-125E-3B1E-39FE5A741F8C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553486" y="5314983"/>
                  <a:ext cx="468720" cy="141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4F116C30-7ECF-759B-B10D-C0711BEABE01}"/>
              </a:ext>
            </a:extLst>
          </p:cNvPr>
          <p:cNvGrpSpPr/>
          <p:nvPr/>
        </p:nvGrpSpPr>
        <p:grpSpPr>
          <a:xfrm>
            <a:off x="9497046" y="5857863"/>
            <a:ext cx="327960" cy="122400"/>
            <a:chOff x="9497046" y="5857863"/>
            <a:chExt cx="32796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D63D91C-D136-9B47-636B-7C095AC18652}"/>
                    </a:ext>
                  </a:extLst>
                </p14:cNvPr>
                <p14:cNvContentPartPr/>
                <p14:nvPr/>
              </p14:nvContentPartPr>
              <p14:xfrm>
                <a:off x="9497046" y="5857863"/>
                <a:ext cx="194040" cy="14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D63D91C-D136-9B47-636B-7C095AC18652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79046" y="5840223"/>
                  <a:ext cx="229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AC553A2-9537-EC57-7D13-CA5FA29AD0ED}"/>
                    </a:ext>
                  </a:extLst>
                </p14:cNvPr>
                <p14:cNvContentPartPr/>
                <p14:nvPr/>
              </p14:nvContentPartPr>
              <p14:xfrm>
                <a:off x="9526926" y="5951823"/>
                <a:ext cx="298080" cy="284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AC553A2-9537-EC57-7D13-CA5FA29AD0E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508926" y="5933823"/>
                  <a:ext cx="33372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3AE018C4-5298-773C-2661-4B4D073E360A}"/>
              </a:ext>
            </a:extLst>
          </p:cNvPr>
          <p:cNvGrpSpPr/>
          <p:nvPr/>
        </p:nvGrpSpPr>
        <p:grpSpPr>
          <a:xfrm>
            <a:off x="10339086" y="5237583"/>
            <a:ext cx="1538640" cy="1351800"/>
            <a:chOff x="10339086" y="5237583"/>
            <a:chExt cx="1538640" cy="13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2A398BF-4915-864D-C33C-7FEF8D08532E}"/>
                    </a:ext>
                  </a:extLst>
                </p14:cNvPr>
                <p14:cNvContentPartPr/>
                <p14:nvPr/>
              </p14:nvContentPartPr>
              <p14:xfrm>
                <a:off x="10339086" y="5257743"/>
                <a:ext cx="356760" cy="13316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2A398BF-4915-864D-C33C-7FEF8D08532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321446" y="5240103"/>
                  <a:ext cx="392400" cy="13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A4718D3-889E-8BEA-B206-A24A83AC5A83}"/>
                    </a:ext>
                  </a:extLst>
                </p14:cNvPr>
                <p14:cNvContentPartPr/>
                <p14:nvPr/>
              </p14:nvContentPartPr>
              <p14:xfrm>
                <a:off x="10836606" y="5498583"/>
                <a:ext cx="33480" cy="2224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A4718D3-889E-8BEA-B206-A24A83AC5A8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818606" y="5480943"/>
                  <a:ext cx="69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E51E2DF-D516-6C7E-E0C8-12E07673BFC3}"/>
                    </a:ext>
                  </a:extLst>
                </p14:cNvPr>
                <p14:cNvContentPartPr/>
                <p14:nvPr/>
              </p14:nvContentPartPr>
              <p14:xfrm>
                <a:off x="11206326" y="5506863"/>
                <a:ext cx="291240" cy="2278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E51E2DF-D516-6C7E-E0C8-12E07673BFC3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1188686" y="5489223"/>
                  <a:ext cx="3268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57834BC-F2D7-7E22-ED06-EDEE28D6F4AE}"/>
                    </a:ext>
                  </a:extLst>
                </p14:cNvPr>
                <p14:cNvContentPartPr/>
                <p14:nvPr/>
              </p14:nvContentPartPr>
              <p14:xfrm>
                <a:off x="10894206" y="6034623"/>
                <a:ext cx="171720" cy="2959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57834BC-F2D7-7E22-ED06-EDEE28D6F4AE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876566" y="6016983"/>
                  <a:ext cx="2073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33A4257-2662-1541-45B4-BDA5FD3FA8E0}"/>
                    </a:ext>
                  </a:extLst>
                </p14:cNvPr>
                <p14:cNvContentPartPr/>
                <p14:nvPr/>
              </p14:nvContentPartPr>
              <p14:xfrm>
                <a:off x="11418006" y="6052263"/>
                <a:ext cx="21960" cy="2268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33A4257-2662-1541-45B4-BDA5FD3FA8E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400006" y="6034623"/>
                  <a:ext cx="57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B1FA7F8-320E-9494-778C-08CCFD18039B}"/>
                    </a:ext>
                  </a:extLst>
                </p14:cNvPr>
                <p14:cNvContentPartPr/>
                <p14:nvPr/>
              </p14:nvContentPartPr>
              <p14:xfrm>
                <a:off x="11479926" y="5237583"/>
                <a:ext cx="397800" cy="12830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B1FA7F8-320E-9494-778C-08CCFD18039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461926" y="5219943"/>
                  <a:ext cx="433440" cy="131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6520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7E967F5-1883-91B4-185E-CA879C1C300C}"/>
              </a:ext>
            </a:extLst>
          </p:cNvPr>
          <p:cNvGrpSpPr/>
          <p:nvPr/>
        </p:nvGrpSpPr>
        <p:grpSpPr>
          <a:xfrm>
            <a:off x="2586126" y="611223"/>
            <a:ext cx="542520" cy="465840"/>
            <a:chOff x="2586126" y="611223"/>
            <a:chExt cx="54252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93D534F-002B-5145-3B25-8063AF52C76E}"/>
                    </a:ext>
                  </a:extLst>
                </p14:cNvPr>
                <p14:cNvContentPartPr/>
                <p14:nvPr/>
              </p14:nvContentPartPr>
              <p14:xfrm>
                <a:off x="2586126" y="868983"/>
                <a:ext cx="217800" cy="208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93D534F-002B-5145-3B25-8063AF52C76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68126" y="850983"/>
                  <a:ext cx="253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CC6513-DB23-48FC-1413-698DABF2411F}"/>
                    </a:ext>
                  </a:extLst>
                </p14:cNvPr>
                <p14:cNvContentPartPr/>
                <p14:nvPr/>
              </p14:nvContentPartPr>
              <p14:xfrm>
                <a:off x="2829126" y="611223"/>
                <a:ext cx="187560" cy="163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CC6513-DB23-48FC-1413-698DABF241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11126" y="593583"/>
                  <a:ext cx="223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352EE6E-AE97-F423-2682-8129D92E37D5}"/>
                    </a:ext>
                  </a:extLst>
                </p14:cNvPr>
                <p14:cNvContentPartPr/>
                <p14:nvPr/>
              </p14:nvContentPartPr>
              <p14:xfrm>
                <a:off x="2973126" y="909303"/>
                <a:ext cx="155520" cy="47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352EE6E-AE97-F423-2682-8129D92E37D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55486" y="891663"/>
                  <a:ext cx="191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A9BAFE-EB7D-DAC7-F786-081275917CFF}"/>
                    </a:ext>
                  </a:extLst>
                </p14:cNvPr>
                <p14:cNvContentPartPr/>
                <p14:nvPr/>
              </p14:nvContentPartPr>
              <p14:xfrm>
                <a:off x="3075006" y="849543"/>
                <a:ext cx="39240" cy="208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A9BAFE-EB7D-DAC7-F786-081275917C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7006" y="831903"/>
                  <a:ext cx="7488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41FC092-EA33-0807-E5C7-255DF7F1A776}"/>
              </a:ext>
            </a:extLst>
          </p:cNvPr>
          <p:cNvGrpSpPr/>
          <p:nvPr/>
        </p:nvGrpSpPr>
        <p:grpSpPr>
          <a:xfrm>
            <a:off x="3321966" y="646503"/>
            <a:ext cx="2101680" cy="528120"/>
            <a:chOff x="3321966" y="646503"/>
            <a:chExt cx="2101680" cy="52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E2116A-4DAA-3969-D050-7768A698D804}"/>
                    </a:ext>
                  </a:extLst>
                </p14:cNvPr>
                <p14:cNvContentPartPr/>
                <p14:nvPr/>
              </p14:nvContentPartPr>
              <p14:xfrm>
                <a:off x="3321966" y="788703"/>
                <a:ext cx="156600" cy="279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E2116A-4DAA-3969-D050-7768A698D8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03966" y="770703"/>
                  <a:ext cx="1922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1E23FB-EE99-2CFF-CC12-5001A385D9D5}"/>
                    </a:ext>
                  </a:extLst>
                </p14:cNvPr>
                <p14:cNvContentPartPr/>
                <p14:nvPr/>
              </p14:nvContentPartPr>
              <p14:xfrm>
                <a:off x="3655326" y="646503"/>
                <a:ext cx="226080" cy="131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1E23FB-EE99-2CFF-CC12-5001A385D9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37326" y="628503"/>
                  <a:ext cx="261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853CEB-885A-DC71-BD12-3F89AEDAD565}"/>
                    </a:ext>
                  </a:extLst>
                </p14:cNvPr>
                <p14:cNvContentPartPr/>
                <p14:nvPr/>
              </p14:nvContentPartPr>
              <p14:xfrm>
                <a:off x="3804006" y="951423"/>
                <a:ext cx="143640" cy="33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853CEB-885A-DC71-BD12-3F89AEDAD5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86006" y="933783"/>
                  <a:ext cx="179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D4A4F3-F740-FDFE-28B8-4F6DFEF295DD}"/>
                    </a:ext>
                  </a:extLst>
                </p14:cNvPr>
                <p14:cNvContentPartPr/>
                <p14:nvPr/>
              </p14:nvContentPartPr>
              <p14:xfrm>
                <a:off x="3890046" y="887343"/>
                <a:ext cx="65520" cy="21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D4A4F3-F740-FDFE-28B8-4F6DFEF295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72406" y="869703"/>
                  <a:ext cx="101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6BB1E8-0031-B0E0-8771-6D3D897CB566}"/>
                    </a:ext>
                  </a:extLst>
                </p14:cNvPr>
                <p14:cNvContentPartPr/>
                <p14:nvPr/>
              </p14:nvContentPartPr>
              <p14:xfrm>
                <a:off x="4135566" y="941703"/>
                <a:ext cx="133200" cy="174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6BB1E8-0031-B0E0-8771-6D3D897CB56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17926" y="923703"/>
                  <a:ext cx="168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434541-AD68-3D23-A35D-25F8650EB93B}"/>
                    </a:ext>
                  </a:extLst>
                </p14:cNvPr>
                <p14:cNvContentPartPr/>
                <p14:nvPr/>
              </p14:nvContentPartPr>
              <p14:xfrm>
                <a:off x="4347606" y="681063"/>
                <a:ext cx="182880" cy="145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434541-AD68-3D23-A35D-25F8650EB9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29966" y="663423"/>
                  <a:ext cx="218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67C21A-B5FF-96C5-AC49-B52884D6529F}"/>
                    </a:ext>
                  </a:extLst>
                </p14:cNvPr>
                <p14:cNvContentPartPr/>
                <p14:nvPr/>
              </p14:nvContentPartPr>
              <p14:xfrm>
                <a:off x="4558206" y="1057623"/>
                <a:ext cx="158040" cy="16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67C21A-B5FF-96C5-AC49-B52884D652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40566" y="1039623"/>
                  <a:ext cx="193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2633E38-212C-00B8-8063-FA22634D63F6}"/>
                    </a:ext>
                  </a:extLst>
                </p14:cNvPr>
                <p14:cNvContentPartPr/>
                <p14:nvPr/>
              </p14:nvContentPartPr>
              <p14:xfrm>
                <a:off x="4628046" y="974103"/>
                <a:ext cx="81360" cy="194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2633E38-212C-00B8-8063-FA22634D63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10406" y="956103"/>
                  <a:ext cx="117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D599318-4917-2A3C-5698-780910EF8456}"/>
                    </a:ext>
                  </a:extLst>
                </p14:cNvPr>
                <p14:cNvContentPartPr/>
                <p14:nvPr/>
              </p14:nvContentPartPr>
              <p14:xfrm>
                <a:off x="4798686" y="866463"/>
                <a:ext cx="183600" cy="308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D599318-4917-2A3C-5698-780910EF84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80686" y="848823"/>
                  <a:ext cx="2192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13527D-02DB-4C53-4D6B-C4C8A31F54ED}"/>
                    </a:ext>
                  </a:extLst>
                </p14:cNvPr>
                <p14:cNvContentPartPr/>
                <p14:nvPr/>
              </p14:nvContentPartPr>
              <p14:xfrm>
                <a:off x="5112606" y="737943"/>
                <a:ext cx="278280" cy="168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13527D-02DB-4C53-4D6B-C4C8A31F54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4606" y="719943"/>
                  <a:ext cx="3139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1F396B-C60A-7EF1-8C3B-1B47C0593896}"/>
                    </a:ext>
                  </a:extLst>
                </p14:cNvPr>
                <p14:cNvContentPartPr/>
                <p14:nvPr/>
              </p14:nvContentPartPr>
              <p14:xfrm>
                <a:off x="5298726" y="1027743"/>
                <a:ext cx="124920" cy="39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1F396B-C60A-7EF1-8C3B-1B47C05938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80726" y="1010103"/>
                  <a:ext cx="160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F6FCE9C-6835-6CF9-5548-E5DDC70D1C5D}"/>
                    </a:ext>
                  </a:extLst>
                </p14:cNvPr>
                <p14:cNvContentPartPr/>
                <p14:nvPr/>
              </p14:nvContentPartPr>
              <p14:xfrm>
                <a:off x="5231406" y="1132863"/>
                <a:ext cx="192240" cy="22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F6FCE9C-6835-6CF9-5548-E5DDC70D1C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13406" y="1114863"/>
                  <a:ext cx="22788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313493-F0DB-C7BF-03EF-E98A207D89EF}"/>
                  </a:ext>
                </a:extLst>
              </p14:cNvPr>
              <p14:cNvContentPartPr/>
              <p14:nvPr/>
            </p14:nvContentPartPr>
            <p14:xfrm>
              <a:off x="5812446" y="914703"/>
              <a:ext cx="45000" cy="326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8313493-F0DB-C7BF-03EF-E98A207D89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94806" y="897063"/>
                <a:ext cx="80640" cy="36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49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Orthogonal and unitary matrices and Normalization of 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2</cp:revision>
  <dcterms:created xsi:type="dcterms:W3CDTF">2026-01-27T11:17:08Z</dcterms:created>
  <dcterms:modified xsi:type="dcterms:W3CDTF">2026-01-28T06:35:02Z</dcterms:modified>
</cp:coreProperties>
</file>