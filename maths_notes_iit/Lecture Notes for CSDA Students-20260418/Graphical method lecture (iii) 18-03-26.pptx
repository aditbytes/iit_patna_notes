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18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212 362 260 0 0,'0'0'5134'0'0,"15"5"-2355"0"0,-9-1-2060 0 0,0-1 0 0 0,0 1 0 0 0,-1 1-1 0 0,1-1 1 0 0,7 9 0 0 0,-11-11-54 0 0,0-2-643 0 0,0 0 0 0 0,0 0-1 0 0,0 0 1 0 0,0 0 0 0 0,1 0 0 0 0,-1 0-1 0 0,0-1 1 0 0,0 1 0 0 0,0-1 0 0 0,0 0-1 0 0,0 1 1 0 0,0-1 0 0 0,0 0 0 0 0,3-2-1 0 0,25-15 126 0 0,-28 17-160 0 0,21-15 80 0 0,0 0 0 0 0,0-2 0 0 0,-2 0-1 0 0,28-32 1 0 0,-39 40-46 0 0,-1-2-1 0 0,-1 1 1 0 0,0-1-1 0 0,-1 0 1 0 0,0 0-1 0 0,-1-1 1 0 0,0 0-1 0 0,-1 0 1 0 0,0-1-1 0 0,4-21 1 0 0,-8 32-11 0 0,-1-1 0 0 0,1 1 0 0 0,-1 0 1 0 0,1 0-1 0 0,-1-1 0 0 0,0 1 0 0 0,-1 0 1 0 0,1 0-1 0 0,0-1 0 0 0,-1 1 0 0 0,0 0 1 0 0,0 0-1 0 0,0 0 0 0 0,0 0 0 0 0,0 0 1 0 0,-1 0-1 0 0,1 0 0 0 0,-1 0 0 0 0,0 0 1 0 0,1 0-1 0 0,-1 1 0 0 0,-1-1 0 0 0,1 1 1 0 0,0 0-1 0 0,-1 0 0 0 0,1-1 0 0 0,-1 2 1 0 0,0-1-1 0 0,1 0 0 0 0,-1 0 0 0 0,0 1 1 0 0,0 0-1 0 0,0-1 0 0 0,0 1 0 0 0,0 0 1 0 0,-1 0-1 0 0,-3 0 0 0 0,-4-1-8 0 0,1 1 0 0 0,-1 0 1 0 0,0 1-1 0 0,0 0 0 0 0,0 0 0 0 0,1 1 0 0 0,-1 1 1 0 0,0 0-1 0 0,-18 6 0 0 0,-130 54-7 0 0,128-49-32 0 0,1 3 0 0 0,1 0 1 0 0,-29 23-1 0 0,53-35 4 0 0,0 0 0 0 0,0 0 0 0 0,0 1 0 0 0,0 0 0 0 0,0 0 1 0 0,1 0-1 0 0,0 1 0 0 0,0 0 0 0 0,-3 8 0 0 0,5-10-951 0 0,0 1 0 0 0,0-1 0 0 0,1 1-1 0 0,0 0 1 0 0,0 0 0 0 0,0 0 0 0 0,0 9 0 0 0,1-11-2840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21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3604 0 0,'0'0'12601'0'0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2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742 460 992 0 0,'0'3'4099'0'0,"8"18"4524"0"0,-6-19-8058 0 0,4 1-921 0 0,-3-2 668 0 0,24-13 530 0 0,-4-1-753 0 0,0-2 0 0 0,-1 0-1 0 0,-1-1 1 0 0,-1-2 0 0 0,0 0 0 0 0,-1-1 0 0 0,-1 0 0 0 0,-1-2 0 0 0,0 0 0 0 0,20-36 0 0 0,-32 48-70 0 0,-1 1 0 0 0,0-1 0 0 0,0 0 0 0 0,-1 0 0 0 0,0 0 0 0 0,0-1 0 0 0,-1 1 0 0 0,0-1 0 0 0,-1 1 0 0 0,0-1 0 0 0,-1-17 0 0 0,0 22-9 0 0,-1 0 0 0 0,1 1 0 0 0,-1-1 0 0 0,0 0 0 0 0,0 1 0 0 0,-1-1 0 0 0,0 1 0 0 0,0 0 0 0 0,0-1 0 0 0,0 1 0 0 0,0 0 0 0 0,-1 0 0 0 0,0 0 0 0 0,0 1 0 0 0,0-1 0 0 0,0 1 0 0 0,0 0 0 0 0,-1-1 0 0 0,0 1 0 0 0,1 1 0 0 0,-1-1 0 0 0,0 0 0 0 0,0 1 0 0 0,-1 0 0 0 0,-7-3 1 0 0,-2 1-4 0 0,0 0 0 0 0,-1 0 0 0 0,0 2 0 0 0,1 0 0 0 0,-1 0 1 0 0,0 1-1 0 0,0 1 0 0 0,0 1 0 0 0,0 0 0 0 0,0 1 1 0 0,0 0-1 0 0,-26 9 0 0 0,12-2-6 0 0,0 0 1 0 0,1 2-1 0 0,0 1 1 0 0,1 2-1 0 0,1 0 0 0 0,0 2 1 0 0,-29 23-1 0 0,37-25 0 0 0,1 1 0 0 0,0 1 0 0 0,1 1 0 0 0,1 0 0 0 0,1 1 0 0 0,0 0 0 0 0,1 1 0 0 0,2 1 0 0 0,-1 0 0 0 0,-8 25 0 0 0,16-35 2 0 0,1 0 1 0 0,0 0-1 0 0,1 0 0 0 0,0 0 0 0 0,1 1 1 0 0,0-1-1 0 0,0 1 0 0 0,1-1 1 0 0,1 1-1 0 0,0-1 0 0 0,0 0 1 0 0,1 1-1 0 0,0-1 0 0 0,1 0 1 0 0,0 0-1 0 0,0 0 0 0 0,1 0 1 0 0,9 15-1 0 0,1-2 7 0 0,1-1 0 0 0,2 0-1 0 0,0 0 1 0 0,1-2 0 0 0,1-1-1 0 0,23 19 1 0 0,10 7 16 0 0,13 11 37 0 0,91 101 0 0 0,-151-151-43 0 0,0 0-1 0 0,0 0 1 0 0,-1 1-1 0 0,0 0 0 0 0,0 0 1 0 0,-1 0-1 0 0,1 0 1 0 0,-2 1-1 0 0,1-1 1 0 0,-1 1-1 0 0,0 0 1 0 0,-1 0-1 0 0,1-1 0 0 0,-2 1 1 0 0,1 0-1 0 0,-1 0 1 0 0,0 0-1 0 0,-1 0 1 0 0,0 0-1 0 0,0 0 1 0 0,-1 0-1 0 0,0-1 0 0 0,0 1 1 0 0,-1-1-1 0 0,1 1 1 0 0,-2-1-1 0 0,1 0 1 0 0,-1 0-1 0 0,-7 10 1 0 0,-5 4 132 0 0,0-1 1 0 0,-2-1 0 0 0,0-1 0 0 0,-1 0 0 0 0,0-1 0 0 0,-2-1 0 0 0,0-1-1 0 0,0-1 1 0 0,-2-1 0 0 0,0-1 0 0 0,0-1 0 0 0,-1-1 0 0 0,0 0 0 0 0,-34 6-1 0 0,40-11 7 0 0,-2-2-1 0 0,1 0 0 0 0,0-2 0 0 0,0 0 0 0 0,-1-1 1 0 0,1 0-1 0 0,0-2 0 0 0,-31-6 0 0 0,34 4-90 0 0,1-1-1 0 0,1 0 1 0 0,-1-1-1 0 0,1-1 0 0 0,0 0 1 0 0,0-1-1 0 0,1 0 1 0 0,0-1-1 0 0,0 0 1 0 0,1-1-1 0 0,-15-17 0 0 0,20 19-122 0 0,0 1 0 0 0,1-2 0 0 0,0 1 0 0 0,1-1-1 0 0,0 1 1 0 0,0-1 0 0 0,1-1 0 0 0,0 1 0 0 0,0-1 0 0 0,1 1-1 0 0,1-1 1 0 0,0 0 0 0 0,0 0 0 0 0,1 0 0 0 0,0-1-1 0 0,0 1 1 0 0,1 0 0 0 0,1 0 0 0 0,0 0 0 0 0,0 0 0 0 0,1 0-1 0 0,0 0 1 0 0,1 0 0 0 0,0 0 0 0 0,0 1 0 0 0,1-1-1 0 0,1 1 1 0 0,-1 0 0 0 0,13-16 0 0 0,-13 20-321 0 0,0 0 0 0 0,0 1 0 0 0,1-1 0 0 0,0 1 1 0 0,0 0-1 0 0,0 1 0 0 0,0-1 0 0 0,1 1 0 0 0,0 0 0 0 0,-1 1 0 0 0,10-4 1 0 0,-2 3-1379 0 0,0-1 1 0 0,0 2-1 0 0,0 0 1 0 0,19-1-1 0 0,-7 3-2960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2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193 707 328 0 0,'0'-15'6701'0'0,"-3"-8"-1190"0"0,2 21-4572 0 0,1 1-837 0 0,0 1 0 0 0,0 0 0 0 0,0-1 0 0 0,0 1 0 0 0,0 0 0 0 0,0-1 1 0 0,0 1-1 0 0,0 0 0 0 0,0-1 0 0 0,0 1 0 0 0,0-1 0 0 0,0 1 1 0 0,0 0-1 0 0,0-1 0 0 0,-1 1 0 0 0,1 0 0 0 0,0 0 0 0 0,0-1 0 0 0,0 1 1 0 0,-1 0-1 0 0,1-1 0 0 0,0 1 0 0 0,0 0 0 0 0,-1 0 0 0 0,1-1 1 0 0,0 1-1 0 0,-1 0 0 0 0,-2 3-28 0 0,1 0 1 0 0,-1 0 0 0 0,1 0-1 0 0,0 1 1 0 0,0-1-1 0 0,0 1 1 0 0,0 0-1 0 0,1-1 1 0 0,-1 1 0 0 0,1 0-1 0 0,-1 6 1 0 0,-10 52 267 0 0,10-47-272 0 0,-2 10 8 0 0,1 1 0 0 0,2 32 0 0 0,1-49-66 0 0,0 1 0 0 0,1-1 0 0 0,0 1 0 0 0,1-1 0 0 0,0 0 0 0 0,1 1-1 0 0,0-1 1 0 0,0-1 0 0 0,8 15 0 0 0,-9-19-8 0 0,1-1 0 0 0,-1 1 0 0 0,1 0 0 0 0,0-1 0 0 0,0 0-1 0 0,1 0 1 0 0,-1 0 0 0 0,1 0 0 0 0,-1 0 0 0 0,1-1 0 0 0,0 0 0 0 0,0 0 0 0 0,0 0 0 0 0,0 0 0 0 0,0 0 0 0 0,0-1-1 0 0,1 0 1 0 0,-1 0 0 0 0,1 0 0 0 0,-1 0 0 0 0,1-1 0 0 0,-1 0 0 0 0,1 1 0 0 0,-1-2 0 0 0,1 1 0 0 0,-1-1-1 0 0,0 1 1 0 0,7-3 0 0 0,-2 1 1 0 0,-1-1-1 0 0,1 0 0 0 0,-1-1 1 0 0,0 0-1 0 0,0 0 0 0 0,0 0 1 0 0,0-1-1 0 0,-1 0 0 0 0,0-1 1 0 0,0 0-1 0 0,-1 0 0 0 0,1 0 1 0 0,8-12-1 0 0,-7 5-11 0 0,-1 0 0 0 0,0 0 1 0 0,0-1-1 0 0,-1 0 0 0 0,-1-1 0 0 0,0 1 1 0 0,-1-1-1 0 0,-1 0 0 0 0,0 0 0 0 0,-1 0 1 0 0,-1 0-1 0 0,0 0 0 0 0,-1-1 0 0 0,-4-27 1 0 0,3 31 4 0 0,-1 0-1 0 0,-1 0 1 0 0,0 0 0 0 0,0 0 0 0 0,-1 0 0 0 0,0 1 0 0 0,-1-1 0 0 0,-1 1 0 0 0,0 0 0 0 0,0 1 0 0 0,-1 0-1 0 0,0 0 1 0 0,-1 0 0 0 0,0 1 0 0 0,-1 0 0 0 0,0 0 0 0 0,0 1 0 0 0,-19-13 0 0 0,20 17 0 0 0,-1 0 0 0 0,0 0 1 0 0,0 1-1 0 0,-1 0 1 0 0,1 0-1 0 0,-1 1 0 0 0,1 0 1 0 0,-1 1-1 0 0,0 0 1 0 0,0 0-1 0 0,1 1 0 0 0,-1 1 1 0 0,0 0-1 0 0,0 0 1 0 0,1 0-1 0 0,-1 2 0 0 0,-17 5 1 0 0,19-5 2 0 0,-1 0 1 0 0,1 1-1 0 0,0 0 1 0 0,1 0-1 0 0,-1 1 1 0 0,1 0-1 0 0,0 0 0 0 0,0 1 1 0 0,0 0-1 0 0,1 0 1 0 0,0 0-1 0 0,0 1 1 0 0,1 0-1 0 0,0 0 1 0 0,0 0-1 0 0,0 1 1 0 0,1 0-1 0 0,0 0 1 0 0,1 0-1 0 0,-3 9 1 0 0,4-12 4 0 0,1 0 1 0 0,0 1-1 0 0,0-1 0 0 0,1 0 1 0 0,-1 1-1 0 0,1-1 1 0 0,0 0-1 0 0,1 1 1 0 0,-1-1-1 0 0,1 0 0 0 0,0 1 1 0 0,1-1-1 0 0,-1 0 1 0 0,1 0-1 0 0,3 7 1 0 0,-1-6-71 0 0,-1 0 1 0 0,2 0-1 0 0,-1-1 1 0 0,0 1-1 0 0,1-1 1 0 0,0 0 0 0 0,0 0-1 0 0,1-1 1 0 0,-1 0-1 0 0,11 6 1 0 0,-2-2-186 0 0,1-1 0 0 0,0-1 0 0 0,0 0-1 0 0,1-1 1 0 0,-1-1 0 0 0,1 0 0 0 0,0-2 0 0 0,0 1 0 0 0,26-1 0 0 0,-9-2 49 0 0,0-2 1 0 0,0-2-1 0 0,0 0 0 0 0,0-3 1 0 0,-1 0-1 0 0,0-2 1 0 0,-1-2-1 0 0,56-25 0 0 0,-66 25 90 0 0,-1-1 0 0 0,0-1 0 0 0,0-1 0 0 0,-1-1 0 0 0,-1 0 0 0 0,-1-1 0 0 0,0-1 0 0 0,-1-1 0 0 0,-1 0 0 0 0,0-1 0 0 0,-2-1 0 0 0,0 0-1 0 0,10-23 1 0 0,-10 16 368 0 0,-1-2-1 0 0,-2 0 0 0 0,-1 0 0 0 0,-2 0 0 0 0,0-1 0 0 0,-2-1 1 0 0,-1 1-1 0 0,-2 0 0 0 0,-1-1 0 0 0,-5-59 0 0 0,2 76 183 0 0,0 0-1 0 0,0 0 0 0 0,-2 1 0 0 0,1-1 1 0 0,-10-20-1 0 0,13 33-415 0 0,-1 0 0 0 0,1 1-1 0 0,-1-1 1 0 0,1 0 0 0 0,0 1 0 0 0,-1-1 0 0 0,1 0-1 0 0,-1 1 1 0 0,0-1 0 0 0,1 1 0 0 0,-1-1 0 0 0,1 1-1 0 0,-1-1 1 0 0,0 1 0 0 0,1 0 0 0 0,-1-1 0 0 0,0 1 0 0 0,0 0-1 0 0,1-1 1 0 0,-1 1 0 0 0,0 0 0 0 0,0 0 0 0 0,1 0-1 0 0,-1-1 1 0 0,0 1 0 0 0,0 0 0 0 0,0 0 0 0 0,1 0-1 0 0,-1 0 1 0 0,0 1 0 0 0,0-1 0 0 0,1 0 0 0 0,-1 0-1 0 0,0 0 1 0 0,0 1 0 0 0,1-1 0 0 0,-1 0 0 0 0,0 1 0 0 0,0-1-1 0 0,1 0 1 0 0,-1 1 0 0 0,1-1 0 0 0,-1 1 0 0 0,0-1-1 0 0,1 1 1 0 0,-1 0 0 0 0,1-1 0 0 0,-1 1 0 0 0,0 1 0 0 0,-3 2 84 0 0,0 1 0 0 0,1 0 0 0 0,-1 0 0 0 0,-4 11 0 0 0,-6 18 259 0 0,0 1 0 0 0,3 0 0 0 0,-10 49 0 0 0,-11 113 312 0 0,28-172-621 0 0,-12 126 251 0 0,2 176 0 0 0,14-310-406 0 0,0 1-1 0 0,1-1 0 0 0,1 0 1 0 0,0 0-1 0 0,1 0 1 0 0,11 32-1 0 0,-14-46-11 0 0,1-1 1 0 0,0 0-1 0 0,0 0 1 0 0,0 0-1 0 0,1 0 1 0 0,-1-1-1 0 0,0 1 0 0 0,1 0 1 0 0,-1 0-1 0 0,1-1 1 0 0,-1 1-1 0 0,1-1 1 0 0,0 1-1 0 0,0-1 1 0 0,0 0-1 0 0,0 0 1 0 0,0 1-1 0 0,0-1 0 0 0,0-1 1 0 0,0 1-1 0 0,0 0 1 0 0,3 0-1 0 0,-2-1-13 0 0,0 0 0 0 0,1 0 0 0 0,-1-1-1 0 0,0 1 1 0 0,0-1 0 0 0,0 1 0 0 0,0-1-1 0 0,0 0 1 0 0,0-1 0 0 0,0 1 0 0 0,0 0 0 0 0,0-1-1 0 0,-1 0 1 0 0,3-1 0 0 0,7-6-191 0 0,-1-1 0 0 0,-1 0 1 0 0,0 0-1 0 0,0-1 0 0 0,14-20 0 0 0,11-28 399 0 0,-2-2 1 0 0,-3-1-1 0 0,29-86 0 0 0,-28 68 2094 0 0,-31 79-2138 0 0,0 1 1 0 0,0-1-1 0 0,0 1 0 0 0,1-1 0 0 0,-1 0 1 0 0,0 1-1 0 0,0-1 0 0 0,0 1 0 0 0,1-1 0 0 0,-1 1 1 0 0,0-1-1 0 0,1 1 0 0 0,-1-1 0 0 0,0 1 0 0 0,1-1 1 0 0,-1 1-1 0 0,0-1 0 0 0,1 1 0 0 0,-1-1 1 0 0,1 1-1 0 0,-1 0 0 0 0,1-1 0 0 0,-1 1 0 0 0,1 0 1 0 0,0 0-1 0 0,-1-1 0 0 0,1 1 0 0 0,-1 0 0 0 0,1 0 1 0 0,-1 0-1 0 0,1 0 0 0 0,0-1 0 0 0,-1 1 1 0 0,2 0-1 0 0,-1 1 14 0 0,0 0 0 0 0,0 0 1 0 0,0 0-1 0 0,0 0 0 0 0,0 0 0 0 0,0 0 1 0 0,0 0-1 0 0,0 1 0 0 0,0-1 0 0 0,0 0 1 0 0,0 0-1 0 0,-1 1 0 0 0,2 1 0 0 0,16 52 752 0 0,-18-52-732 0 0,22 89 740 0 0,11 44-350 0 0,-26-116-417 0 0,0 0 0 0 0,2 0-1 0 0,0-1 1 0 0,17 28 0 0 0,-23-44-42 0 0,-1 1 0 0 0,0-1 1 0 0,1 0-1 0 0,0 0 0 0 0,0 0 1 0 0,0 0-1 0 0,0 0 0 0 0,0-1 1 0 0,1 1-1 0 0,-1-1 0 0 0,8 3 1 0 0,-9-4-6 0 0,0 0 1 0 0,0-1 0 0 0,0 1 0 0 0,-1-1 0 0 0,1 0 0 0 0,0 0-1 0 0,0 0 1 0 0,0 0 0 0 0,0 0 0 0 0,0 0 0 0 0,0 0 0 0 0,0-1 0 0 0,0 1-1 0 0,0-1 1 0 0,0 1 0 0 0,0-1 0 0 0,-1 0 0 0 0,1 1 0 0 0,0-1-1 0 0,-1 0 1 0 0,1 0 0 0 0,0-1 0 0 0,-1 1 0 0 0,1 0 0 0 0,-1 0 0 0 0,2-2-1 0 0,7-9-8 0 0,0 1 0 0 0,-1-1 0 0 0,0-1-1 0 0,-1 1 1 0 0,-1-1 0 0 0,12-27 0 0 0,24-91-77 0 0,-5 16 38 0 0,-37 111 40 0 0,2-5-18 0 0,1 0 1 0 0,0 1-1 0 0,0-1 1 0 0,0 1 0 0 0,1 0-1 0 0,1 0 1 0 0,5-7-1 0 0,-9 14 22 0 0,-1 0 0 0 0,0 0-1 0 0,0 1 1 0 0,1-1-1 0 0,-1 0 1 0 0,0 1 0 0 0,1-1-1 0 0,-1 1 1 0 0,1-1-1 0 0,-1 1 1 0 0,1 0 0 0 0,-1 0-1 0 0,1-1 1 0 0,-1 1 0 0 0,1 0-1 0 0,-1 0 1 0 0,1 1-1 0 0,-1-1 1 0 0,1 0 0 0 0,1 1-1 0 0,26 9 12 0 0,-16-2-6 0 0,0 0 0 0 0,0 0 0 0 0,-1 2-1 0 0,0-1 1 0 0,17 19 0 0 0,24 20 70 0 0,-33-34-64 0 0,0-1 1 0 0,1 0 0 0 0,1-1-1 0 0,0-2 1 0 0,1 0 0 0 0,35 10 0 0 0,-42-15-3 0 0,0-2 1 0 0,0 0 0 0 0,0-1-1 0 0,0 0 1 0 0,0-2 0 0 0,1 0 0 0 0,-1 0-1 0 0,0-2 1 0 0,0 0 0 0 0,31-8-1 0 0,-38 7-4 0 0,0-1 0 0 0,0 0 0 0 0,0-1 0 0 0,-1 0 0 0 0,0 0 0 0 0,0-1 0 0 0,0 0 0 0 0,0 0 0 0 0,-1-1 0 0 0,0 0 0 0 0,12-15 0 0 0,-12 13 1 0 0,-1-1 1 0 0,0 0-1 0 0,0 0 1 0 0,0-1-1 0 0,-2 1 1 0 0,1-1-1 0 0,-1 0 1 0 0,-1 0 0 0 0,4-21-1 0 0,-7 29-2 0 0,1 0 0 0 0,-1-1 0 0 0,0 1 0 0 0,-1 0 0 0 0,1-1 0 0 0,0 1 0 0 0,-1 0 1 0 0,-1-7-1 0 0,1 9-3 0 0,1 0-1 0 0,-1 0 1 0 0,1-1 0 0 0,-1 1 0 0 0,0 0 0 0 0,0 0 0 0 0,1 0 0 0 0,-1 0 0 0 0,0 0 0 0 0,0 0 0 0 0,0 0 0 0 0,0 0 0 0 0,0 0-1 0 0,0 1 1 0 0,0-1 0 0 0,0 0 0 0 0,0 1 0 0 0,-1-1 0 0 0,1 1 0 0 0,0-1 0 0 0,0 1 0 0 0,-1-1 0 0 0,1 1 0 0 0,0 0 0 0 0,-1 0 0 0 0,1-1-1 0 0,-3 1 1 0 0,-6 1 14 0 0,0 1-1 0 0,0 0 1 0 0,1 0-1 0 0,-1 1 1 0 0,0 0-1 0 0,1 0 0 0 0,0 1 1 0 0,0 1-1 0 0,0-1 1 0 0,0 1-1 0 0,1 1 1 0 0,0 0-1 0 0,0 0 1 0 0,-13 13-1 0 0,5-3 99 0 0,0 1 0 0 0,1 1-1 0 0,1 0 1 0 0,0 1 0 0 0,-17 33-1 0 0,26-42-79 0 0,1 0-1 0 0,0 0 0 0 0,0 1 0 0 0,1-1 0 0 0,0 1 0 0 0,1 0 0 0 0,0 0 0 0 0,1 0 1 0 0,0 19-1 0 0,1-26-28 0 0,0-1 0 0 0,0 1 0 0 0,0-1 1 0 0,1 1-1 0 0,0-1 0 0 0,0 1 1 0 0,0-1-1 0 0,0 0 0 0 0,0 1 0 0 0,1-1 1 0 0,-1 0-1 0 0,1 0 0 0 0,0 0 1 0 0,0 0-1 0 0,0 0 0 0 0,0 0 0 0 0,1-1 1 0 0,-1 1-1 0 0,1-1 0 0 0,0 1 1 0 0,-1-1-1 0 0,1 0 0 0 0,0 0 0 0 0,0 0 1 0 0,0-1-1 0 0,1 1 0 0 0,-1-1 0 0 0,0 1 1 0 0,1-1-1 0 0,-1 0 0 0 0,1-1 1 0 0,-1 1-1 0 0,6 0 0 0 0,4 0-566 0 0,-1 0 0 0 0,0-1 0 0 0,1-1 0 0 0,-1 0 0 0 0,0 0 0 0 0,13-4 0 0 0,-11 1-2376 0 0,0 0-1 0 0,21-10 1 0 0,-8 0-5316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27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23 799 296 0 0,'0'0'4627'0'0,"-2"1"-3590"0"0,-17 10 2656 0 0,17-10-3224 0 0,6 24 1133 0 0,-1-17-1477 0 0,0-1 0 0 0,0 0 0 0 0,1 0 0 0 0,0 0-1 0 0,1 0 1 0 0,0-1 0 0 0,0 1 0 0 0,0-1 0 0 0,1-1-1 0 0,-1 1 1 0 0,1-1 0 0 0,1 0 0 0 0,-1 0 0 0 0,1 0-1 0 0,8 3 1 0 0,-12-6-102 0 0,1-1 0 0 0,-1 0 0 0 0,1 0 0 0 0,-1-1 0 0 0,1 1 0 0 0,-1-1 0 0 0,1 0-1 0 0,-1 1 1 0 0,1-2 0 0 0,0 1 0 0 0,4-1 0 0 0,37-11 65 0 0,-28 6-73 0 0,0-2 0 0 0,-1 0-1 0 0,0-1 1 0 0,-1-1 0 0 0,0 0 0 0 0,0-1-1 0 0,15-15 1 0 0,-11 7-27 0 0,-1-1 0 0 0,-1 0 0 0 0,0-1 0 0 0,17-32-1 0 0,-9 7-103 0 0,-2-1 0 0 0,-2-1-1 0 0,-2-1 1 0 0,18-74-1 0 0,-31 99 86 0 0,32-140-166 0 0,-34 139 171 0 0,-1 0 0 0 0,-1 0 0 0 0,-1-1 0 0 0,-4-40 0 0 0,-2 43-1 0 0,5 22 25 0 0,-1 0 0 0 0,1 0 0 0 0,0 0-1 0 0,0 0 1 0 0,-1 0 0 0 0,1 0 0 0 0,0 0 0 0 0,-1 0 0 0 0,1 0 0 0 0,-1 0 0 0 0,1 0-1 0 0,-1 1 1 0 0,1-1 0 0 0,-1 0 0 0 0,0 0 0 0 0,0 1 0 0 0,1-1 0 0 0,-1 0-1 0 0,0 1 1 0 0,-1-2 0 0 0,0 2-1 0 0,0 0 1 0 0,0 1-1 0 0,1-1 0 0 0,-1 0 0 0 0,0 1 1 0 0,0-1-1 0 0,1 1 0 0 0,-1 0 0 0 0,0 0 0 0 0,1 0 1 0 0,-1 0-1 0 0,1 0 0 0 0,-1 0 0 0 0,1 0 1 0 0,-1 0-1 0 0,1 0 0 0 0,0 1 0 0 0,0-1 1 0 0,0 0-1 0 0,-1 1 0 0 0,1-1 0 0 0,0 3 0 0 0,-4 3 1 0 0,1 1 0 0 0,1 0 0 0 0,-4 12-1 0 0,3-9 2 0 0,-33 109 96 0 0,-38 219 0 0 0,66-283-34 0 0,-5 85 0 0 0,13-124-52 0 0,1 0 0 0 0,1 0 0 0 0,1 0 0 0 0,0-1-1 0 0,1 1 1 0 0,1 0 0 0 0,0-1 0 0 0,1 1 0 0 0,11 21 0 0 0,-14-34-36 0 0,0 1 1 0 0,1-1-1 0 0,-1-1 1 0 0,1 1-1 0 0,0 0 1 0 0,0-1-1 0 0,1 1 1 0 0,-1-1-1 0 0,1 0 1 0 0,-1 0-1 0 0,1 0 1 0 0,0-1-1 0 0,0 1 1 0 0,0-1-1 0 0,1 0 1 0 0,7 3 0 0 0,-6-4-88 0 0,1 1 1 0 0,0-1-1 0 0,1 0 1 0 0,-1-1-1 0 0,0 0 1 0 0,0 0-1 0 0,0 0 1 0 0,0-1-1 0 0,0 0 1 0 0,8-3-1 0 0,4-1-212 0 0,0-2 0 0 0,-1 0 0 0 0,0-1-1 0 0,0-1 1 0 0,-1-1 0 0 0,0-1 0 0 0,16-13 0 0 0,-6 2-184 0 0,-2-2 1 0 0,0-1 0 0 0,-2-1 0 0 0,0-1 0 0 0,-2-1 0 0 0,-2 0 0 0 0,21-39 0 0 0,-4-4 129 0 0,-3-2-1 0 0,24-80 0 0 0,-41 105 1288 0 0,-3-1 0 0 0,-1 0 0 0 0,9-101 0 0 0,-21 145-743 0 0,0 0 0 0 0,0 0 0 0 0,-1 0 0 0 0,0 0 0 0 0,0 0 0 0 0,0 0 0 0 0,0 0 0 0 0,-3-6 0 0 0,3 9 91 0 0,-2 3-9 0 0,1 0-196 0 0,-1 1 1 0 0,1-1 0 0 0,-1 1 0 0 0,1-1-1 0 0,0 1 1 0 0,0 0 0 0 0,0 0 0 0 0,0 0-1 0 0,0 0 1 0 0,0 0 0 0 0,0 1 0 0 0,1-1-1 0 0,-1 1 1 0 0,1-1 0 0 0,0 1 0 0 0,-2 3-1 0 0,-17 53 365 0 0,16-46-343 0 0,-49 177 846 0 0,-32 223 0 0 0,74-314-816 0 0,-1 12 46 0 0,11-110-147 0 0,1-1-1 0 0,0 1 1 0 0,0 0-1 0 0,-1 0 1 0 0,1 0-1 0 0,0 0 1 0 0,0 0-1 0 0,0-1 1 0 0,0 1-1 0 0,0 0 0 0 0,0 0 1 0 0,0 0-1 0 0,0 0 1 0 0,1 0-1 0 0,-1 0 1 0 0,0-1-1 0 0,1 3 1 0 0,-1-3-1 0 0,1 0 0 0 0,-1 0 0 0 0,1 0 0 0 0,-1 0 0 0 0,0 0 1 0 0,1 0-1 0 0,-1 0 0 0 0,1 0 0 0 0,-1 0 0 0 0,0 0 0 0 0,1-1 0 0 0,-1 1 1 0 0,0 0-1 0 0,1 0 0 0 0,-1 0 0 0 0,0 0 0 0 0,1-1 0 0 0,-1 1 0 0 0,0 0 0 0 0,1 0 1 0 0,-1-1-1 0 0,0 1 0 0 0,1 0 0 0 0,-1 0 0 0 0,0-1 0 0 0,22-28 0 0 0,0-16-13 0 0,5-12-95 0 0,47-70 0 0 0,-63 111 91 0 0,0 1-1 0 0,0 1 1 0 0,2 0-1 0 0,0 0 1 0 0,0 1-1 0 0,1 1 1 0 0,1 0 0 0 0,0 1-1 0 0,18-10 1 0 0,-29 19 15 0 0,0 0 0 0 0,0 0 1 0 0,-1 1-1 0 0,1-1 0 0 0,1 1 0 0 0,-1 0 1 0 0,0 0-1 0 0,0 0 0 0 0,0 1 1 0 0,1-1-1 0 0,-1 1 0 0 0,0 0 0 0 0,7 1 1 0 0,-7 0 11 0 0,-1 0 1 0 0,0 0 0 0 0,0 0-1 0 0,1 1 1 0 0,-1-1-1 0 0,0 1 1 0 0,0 0 0 0 0,-1 0-1 0 0,1 0 1 0 0,0 0 0 0 0,-1 0-1 0 0,1 1 1 0 0,-1-1 0 0 0,1 1-1 0 0,-1 0 1 0 0,0-1 0 0 0,2 5-1 0 0,0 1 33 0 0,1 1 0 0 0,-1 0 0 0 0,0 1 0 0 0,-1-1 1 0 0,0 0-1 0 0,-1 1 0 0 0,0 0 0 0 0,1 13 0 0 0,1 82 210 0 0,-5-81-227 0 0,1 2-12 0 0,-1-13-2 0 0,1 0 0 0 0,0 1 0 0 0,1-1 0 0 0,0 0 0 0 0,1 1 0 0 0,0-1 0 0 0,1 0 0 0 0,6 16 0 0 0,-7-27-11 0 0,-1 1 1 0 0,1-1-1 0 0,-1 0 1 0 0,1 0-1 0 0,0 0 1 0 0,0 0-1 0 0,0-1 1 0 0,0 1-1 0 0,0 0 1 0 0,0-1-1 0 0,0 1 1 0 0,1-1-1 0 0,-1 0 1 0 0,1 0-1 0 0,-1 0 1 0 0,0 0-1 0 0,1 0 1 0 0,0 0-1 0 0,-1-1 1 0 0,1 1-1 0 0,0-1 1 0 0,-1 0-1 0 0,1 0 1 0 0,0 0-1 0 0,-1 0 1 0 0,1 0-1 0 0,0 0 1 0 0,-1-1-1 0 0,4 0 0 0 0,9-3 3 0 0,0 0 0 0 0,-1-1 0 0 0,26-11 0 0 0,-36 14 2 0 0,29-14-11 0 0,0-2 0 0 0,-1-1 0 0 0,-1-1 1 0 0,-1-2-1 0 0,-1-1 0 0 0,-1-1 0 0 0,43-48 0 0 0,-64 64 0 0 0,0 0 0 0 0,-1-1 0 0 0,0 0 0 0 0,6-14 0 0 0,-9 18 2 0 0,-1 1 1 0 0,0-1 0 0 0,-1 0 0 0 0,1 0 0 0 0,-1 0 0 0 0,0 0 0 0 0,-1 0-1 0 0,1 0 1 0 0,-1 0 0 0 0,0-9 0 0 0,0 13 4 0 0,-1 0 0 0 0,1 0-1 0 0,0 0 1 0 0,0 0 0 0 0,-1 0 0 0 0,1 0 0 0 0,-1 0-1 0 0,1 0 1 0 0,-1 0 0 0 0,0 0 0 0 0,1 0 0 0 0,-1 0-1 0 0,0 1 1 0 0,1-1 0 0 0,-1 0 0 0 0,0 1 0 0 0,0-1-1 0 0,0 0 1 0 0,0 1 0 0 0,0-1 0 0 0,1 1 0 0 0,-1-1-1 0 0,0 1 1 0 0,0 0 0 0 0,0-1 0 0 0,0 1 0 0 0,0 0-1 0 0,0 0 1 0 0,-2 0 0 0 0,-27 1 83 0 0,23 1-55 0 0,1 0 0 0 0,0 0 0 0 0,0 1 0 0 0,0 0 0 0 0,0 0 0 0 0,0 0 0 0 0,1 1 0 0 0,-10 8 0 0 0,1 0 97 0 0,-22 27 0 0 0,29-30-89 0 0,0 1-1 0 0,0 0 0 0 0,1 0 0 0 0,0 0 0 0 0,1 1 1 0 0,0-1-1 0 0,1 1 0 0 0,0 0 0 0 0,1 1 0 0 0,0-1 1 0 0,-2 17-1 0 0,4-23-28 0 0,1 0 0 0 0,0 1 0 0 0,0-1 0 0 0,0 0 0 0 0,1 0 1 0 0,0 0-1 0 0,-1 0 0 0 0,2 0 0 0 0,-1 0 0 0 0,1 0 0 0 0,-1 0 0 0 0,2 0 0 0 0,-1-1 1 0 0,0 1-1 0 0,1-1 0 0 0,0 1 0 0 0,0-1 0 0 0,0 0 0 0 0,0 0 0 0 0,1 0 0 0 0,-1-1 1 0 0,1 1-1 0 0,0-1 0 0 0,0 0 0 0 0,1 0 0 0 0,-1 0 0 0 0,9 3 0 0 0,-2-1-41 0 0,0-1-1 0 0,0-1 0 0 0,1 0 1 0 0,0-1-1 0 0,-1 0 1 0 0,1 0-1 0 0,0-2 0 0 0,0 1 1 0 0,0-1-1 0 0,0-1 0 0 0,12-2 1 0 0,-2-1-720 0 0,-1 0-1 0 0,1-2 1 0 0,-1 0 0 0 0,-1-2 0 0 0,22-9 0 0 0,-13 0-2426 0 0,-1-1-1217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27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47 1148 0 0,'-43'5'2105'0'0,"-182"31"5698"0"0,222-35-7339 0 0,7-2-292 0 0,223-31-240 0 0,-99 11-1365 0 0,21 0-2771 0 0,-72 7 621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2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59 1348 0 0,'0'-42'5771'0'0,"0"40"-4933"0"0,0-1-131 0 0,0-9 2174 0 0,-1 15-2552 0 0,-27 108 1437 0 0,-15 50-655 0 0,-214 517 905 0 0,180-494-1781 0 0,76-181-208 0 0,15-10 1 0 0,-9 3-23 0 0,-1 1 0 0 0,1 0 0 0 0,-1-1 0 0 0,0 0 0 0 0,0 0 1 0 0,5-6-1 0 0,0 0 1 0 0,-2 3-22 0 0,0 0 1 0 0,0 1-1 0 0,1 0 1 0 0,0 0-1 0 0,0 0 1 0 0,0 1-1 0 0,1 1 1 0 0,0-1 0 0 0,0 1-1 0 0,0 1 1 0 0,0 0-1 0 0,16-4 1 0 0,-9 8 13 0 0,-4 3-11 0 0,-4-2 14 0 0,-1-1 1 0 0,1 2-1 0 0,-1-1 1 0 0,0 1-1 0 0,1 0 1 0 0,-1 1-1 0 0,-1-1 0 0 0,1 2 1 0 0,10 7-1 0 0,-6-4 14 0 0,10 8-569 0 0,-13-9-5 0 0,0 0 0 0 0,1-1 0 0 0,13 7 0 0 0,-19-11-238 0 0,1-1 0 0 0,-1 0 1 0 0,1 1-1 0 0,-1-1 0 0 0,1-1 0 0 0,-1 1 0 0 0,1 0 0 0 0,5-1 1 0 0,12 0-3751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33 107 140 0 0,'-5'-17'4523'0'0,"2"7"-2636"0"0,-1-1 0 0 0,0 1 0 0 0,-6-11-1 0 0,9 20-1809 0 0,1 0-1 0 0,-1 0 0 0 0,1 0 0 0 0,-1 0 0 0 0,0 1 0 0 0,1-1 0 0 0,0 0 0 0 0,-1 0 0 0 0,1 0 0 0 0,-1 0 1 0 0,1 0-1 0 0,0 0 0 0 0,0 0 0 0 0,0 0 0 0 0,-1 0 0 0 0,1 0 0 0 0,0 0 0 0 0,0 0 0 0 0,1-2 0 0 0,-1 2-74 0 0,1 1 0 0 0,-1 0 0 0 0,1-1 0 0 0,-1 1-1 0 0,1 0 1 0 0,0 0 0 0 0,-1-1 0 0 0,1 1 0 0 0,-1 0 0 0 0,1 0-1 0 0,0 0 1 0 0,-1 0 0 0 0,1 0 0 0 0,-1 0 0 0 0,1 0-1 0 0,0 0 1 0 0,-1 0 0 0 0,1 0 0 0 0,0 0 0 0 0,3 1-423 0 0,2-1-1205 0 0,0-1 565 0 0,0 0 1 0 0,0 0 0 0 0,0 0-1 0 0,8-4 1 0 0,0-1-2956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116 102 148 0 0,'12'-26'6765'0'0,"-2"-10"-2510"0"0,-5 19-1948 0 0,-4 14-1833 0 0,5-16 1853 0 0,-68 358-327 0 0,23-151-1787 0 0,32-153-212 0 0,-14 87-965 0 0,10-45-2421 0 0,6-95-3745 0 0,1-34 4044 0 0,4 27 1565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2672 0 0,'1'-34'753'0'0,"0"-1"0"0"0,3 1 0 0 0,1 0 0 0 0,1 0 0 0 0,2 0 0 0 0,1 1-1 0 0,20-47 1 0 0,-22 63-583 0 0,1 1 0 0 0,0 1-1 0 0,1-1 1 0 0,1 1-1 0 0,1 1 1 0 0,0 0 0 0 0,0 0-1 0 0,2 1 1 0 0,0 1-1 0 0,0 0 1 0 0,1 1-1 0 0,0 0 1 0 0,1 1 0 0 0,0 1-1 0 0,1 0 1 0 0,18-7-1 0 0,-21 11-75 0 0,1 1-1 0 0,0 1 0 0 0,0 0 0 0 0,0 1 0 0 0,0 1 0 0 0,0 0 0 0 0,0 1 0 0 0,0 0 1 0 0,0 1-1 0 0,0 0 0 0 0,18 5 0 0 0,-22-4 21 0 0,0 1 0 0 0,0 0 0 0 0,-1 0 0 0 0,1 1 0 0 0,0 0 0 0 0,-1 1 0 0 0,0 0 0 0 0,0 0 0 0 0,-1 1 0 0 0,0 0 0 0 0,1 1-1 0 0,-2 0 1 0 0,1 0 0 0 0,-1 0 0 0 0,11 17 0 0 0,-15-20-42 0 0,0 1-1 0 0,-1-1 0 0 0,0 1 0 0 0,0 0 1 0 0,0 0-1 0 0,-1-1 0 0 0,0 1 0 0 0,0 0 1 0 0,0 0-1 0 0,0 1 0 0 0,-1-1 0 0 0,0 0 1 0 0,0 0-1 0 0,-1 8 0 0 0,0-6-10 0 0,-1 1 0 0 0,0 0 0 0 0,-1-1 0 0 0,0 0-1 0 0,0 0 1 0 0,0 1 0 0 0,-1-2 0 0 0,-8 12 0 0 0,0-2-3 0 0,-2 0-1 0 0,0-1 1 0 0,-1-1 0 0 0,0-1-1 0 0,-1 0 1 0 0,-25 16 0 0 0,15-14-24 0 0,0-1 0 0 0,-1-2 1 0 0,-1 0-1 0 0,0-2 0 0 0,-41 10 1 0 0,0-3-3893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3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3092 0 0,'50'32'13314'0'0,"-30"-17"-9983"0"0,-10-7-4216 0 0,-2-3-751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6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74 987 1244 0 0,'-3'-1'1887'0'0,"-26"-4"3191"0"0,25 4-4297 0 0,2 1-124 0 0,-31 0 1553 0 0,33 1-2197 0 0,-1-1 1 0 0,1 1-1 0 0,0-1 0 0 0,0 0 1 0 0,0 1-1 0 0,-1-1 0 0 0,1 1 0 0 0,0-1 1 0 0,0 1-1 0 0,0-1 0 0 0,0 1 1 0 0,0-1-1 0 0,0 1 0 0 0,0-1 0 0 0,0 1 1 0 0,0-1-1 0 0,0 0 0 0 0,0 1 1 0 0,0-1-1 0 0,0 1 0 0 0,1-1 1 0 0,-1 1-1 0 0,0-1 0 0 0,0 1 0 0 0,0-1 1 0 0,1 0-1 0 0,-1 1 0 0 0,0-1 1 0 0,1 1-1 0 0,-1-1 0 0 0,0 0 0 0 0,1 1 1 0 0,-1-1-1 0 0,0 0 0 0 0,1 1 1 0 0,-1-1-1 0 0,1 0 0 0 0,-1 0 0 0 0,0 0 1 0 0,1 1-1 0 0,-1-1 0 0 0,1 0 1 0 0,-1 0-1 0 0,1 0 0 0 0,-1 0 1 0 0,1 0-1 0 0,0 0 0 0 0,7 1 17 0 0,0-2-1 0 0,-1 1 1 0 0,1-1 0 0 0,0 0-1 0 0,0-1 1 0 0,-1 0 0 0 0,1 0-1 0 0,-1-1 1 0 0,10-4 0 0 0,9-5-8 0 0,32-20 0 0 0,-14 5-17 0 0,-2-2-1 0 0,-1-1 1 0 0,-1-2 0 0 0,-1-2-1 0 0,-3-2 1 0 0,0-1 0 0 0,-3-1 0 0 0,-1-2-1 0 0,-2-2 1 0 0,-1-1 0 0 0,-3 0-1 0 0,23-53 1 0 0,-26 42 18 0 0,-2 0 0 0 0,-3-2-1 0 0,22-108 1 0 0,-34 134-18 0 0,-3 21-30 0 0,-2 1 0 0 0,1-1-1 0 0,0-12 1 0 0,-2 18-18 0 0,-10 23-25 0 0,-5 22 46 0 0,1 0 0 0 0,-12 70 0 0 0,15-62 40 0 0,-212 1172 959 0 0,165-876-772 0 0,4 7-10 0 0,-12 68-4 0 0,64-410-175 0 0,1 0 9 0 0,-1 1 0 0 0,-1-1-1 0 0,0 0 1 0 0,0 0-1 0 0,-9 17 1 0 0,12-27-24 0 0,0-1 0 0 0,0 1 0 0 0,-1 0 1 0 0,1-1-1 0 0,-1 1 0 0 0,1-1 1 0 0,0 1-1 0 0,-1-1 0 0 0,1 1 0 0 0,-1-1 1 0 0,0 1-1 0 0,1-1 0 0 0,-1 0 0 0 0,1 1 1 0 0,-1-1-1 0 0,1 0 0 0 0,-1 0 0 0 0,0 1 1 0 0,1-1-1 0 0,-1 0 0 0 0,0 0 1 0 0,1 0-1 0 0,-1 0 0 0 0,0 0 0 0 0,1 1 1 0 0,-1-1-1 0 0,0-1 0 0 0,1 1 0 0 0,-1 0 1 0 0,0 0-1 0 0,1 0 0 0 0,-1 0 0 0 0,0 0 1 0 0,1 0-1 0 0,-1-1 0 0 0,1 1 0 0 0,-1 0 1 0 0,0-1-1 0 0,0 1 0 0 0,-1-2 0 0 0,1 1-1 0 0,-1 0 1 0 0,0-1-1 0 0,1 1 1 0 0,-1-1 0 0 0,1 1-1 0 0,0-1 1 0 0,-1 0-1 0 0,1 1 1 0 0,-1-4-1 0 0,-13-30-9 0 0,1-1 0 0 0,2 0 0 0 0,2-1 0 0 0,-7-45 0 0 0,-9-153-80 0 0,24 205 82 0 0,-3-62-19 0 0,4 0 0 0 0,4 0 0 0 0,4 0 0 0 0,4 0 0 0 0,4 1 1 0 0,30-101-1 0 0,-29 140-7 0 0,2 1 1 0 0,2 1-1 0 0,2 1 1 0 0,30-48-1 0 0,-32 66 2 0 0,0 1-1 0 0,2 0 1 0 0,1 2-1 0 0,2 1 1 0 0,0 0-1 0 0,54-41 1 0 0,-62 56 7 0 0,1 0 0 0 0,0 1 0 0 0,1 1 1 0 0,0 1-1 0 0,0 1 0 0 0,1 0 0 0 0,22-5 0 0 0,-32 11 16 0 0,-1 0 1 0 0,0 1-1 0 0,0 0 0 0 0,1 1 1 0 0,-1 0-1 0 0,0 0 0 0 0,1 1 0 0 0,9 2 1 0 0,-13-1 10 0 0,0-1 0 0 0,0 1 1 0 0,-1 0-1 0 0,1 1 0 0 0,-1 0 1 0 0,1 0-1 0 0,-1 0 1 0 0,0 0-1 0 0,0 1 0 0 0,-1-1 1 0 0,1 1-1 0 0,-1 1 0 0 0,7 6 1 0 0,-7-5 12 0 0,0-1 1 0 0,-1 1 0 0 0,1 0 0 0 0,-1 0 0 0 0,0 0 0 0 0,-1 0 0 0 0,1 1 0 0 0,-1-1 0 0 0,-1 1 0 0 0,3 10-1 0 0,-3-5 12 0 0,-1 0 0 0 0,1 0 0 0 0,-2-1 0 0 0,0 1 0 0 0,-4 19 0 0 0,-1-6 22 0 0,-1 1 0 0 0,-2-2 0 0 0,0 1 0 0 0,-23 40 1 0 0,15-35-11 0 0,-2 0 1 0 0,0-2-1 0 0,-28 31 1 0 0,36-46-17 0 0,-1-1 0 0 0,0-1-1 0 0,0 0 1 0 0,-1-1 0 0 0,0-1-1 0 0,-1 0 1 0 0,0 0 0 0 0,-28 12 0 0 0,38-20-32 0 0,1 1 1 0 0,0-1-1 0 0,-1 0 1 0 0,1 0-1 0 0,0-1 0 0 0,-1 1 1 0 0,1-1-1 0 0,-1 0 1 0 0,1 0-1 0 0,-1 0 1 0 0,1 0-1 0 0,-1 0 1 0 0,1-1-1 0 0,-1 1 1 0 0,1-1-1 0 0,-1 0 1 0 0,1 0-1 0 0,0-1 0 0 0,0 1 1 0 0,-5-3-1 0 0,6 2-72 0 0,-1 0-1 0 0,1 0 1 0 0,0 0-1 0 0,1-1 0 0 0,-1 1 1 0 0,0-1-1 0 0,1 1 0 0 0,-1-1 1 0 0,1 1-1 0 0,0-1 1 0 0,-1 0-1 0 0,1 1 0 0 0,1-1 1 0 0,-1 0-1 0 0,0 0 1 0 0,1 0-1 0 0,-1 0 0 0 0,1 0 1 0 0,0 0-1 0 0,0 0 1 0 0,0 0-1 0 0,0 0 0 0 0,1 1 1 0 0,0-5-1 0 0,1-2-310 0 0,0 1 0 0 0,1 0-1 0 0,0-1 1 0 0,0 1 0 0 0,1 0 0 0 0,8-13-1 0 0,34-43-4114 0 0,-45 63 4328 0 0,20-24-2404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7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43 224 0 0,'1'-2'2276'0'0,"4"-5"-375"0"0,0 0 0 0 0,0 0 0 0 0,13-11 0 0 0,-17 17-1533 0 0,32 14 973 0 0,-26-8-1180 0 0,0 1 0 0 0,0 0 1 0 0,-1 0-1 0 0,1 0 0 0 0,-1 1 0 0 0,-1 0 1 0 0,1 0-1 0 0,6 12 0 0 0,-5-5 8 0 0,0 0 1 0 0,0 1-1 0 0,8 27 1 0 0,-12-30-109 0 0,-1 0 0 0 0,-1-1 0 0 0,1 1 0 0 0,-2 0 0 0 0,0 0 0 0 0,0-1-1 0 0,-1 1 1 0 0,0 0 0 0 0,-1-1 0 0 0,-1 1 0 0 0,1-1 0 0 0,-7 16 0 0 0,3-12-16 0 0,-1-1 0 0 0,0 0 0 0 0,0 0 0 0 0,-2 0 1 0 0,1-1-1 0 0,-2 0 0 0 0,0-1 0 0 0,-18 18 0 0 0,20-23-5 0 0,0-1 0 0 0,-1-1-1 0 0,1 1 1 0 0,-12 4 0 0 0,19-10-36 0 0,0 1 0 0 0,0-1 0 0 0,0 1 0 0 0,0-1 1 0 0,0 0-1 0 0,-1 1 0 0 0,1-1 0 0 0,0 0 0 0 0,0 0 1 0 0,-1 0-1 0 0,1 0 0 0 0,0 0 0 0 0,0 0 0 0 0,-2 0 0 0 0,-1-1 7 0 0,2 1-8 0 0,1 0 0 0 0,-1 0 0 0 0,0 0 0 0 0,0-1 0 0 0,0 1 0 0 0,1-1 0 0 0,-1 1 0 0 0,0-1 0 0 0,0 0 0 0 0,1 0-1 0 0,-1 0 1 0 0,1 0 0 0 0,-1 0 0 0 0,1 0 0 0 0,-1 0 0 0 0,1 0 0 0 0,0 0 0 0 0,-1-1 0 0 0,-1-1 0 0 0,-15-27 19 0 0,16 23-25 0 0,1 0 0 0 0,-1-1-1 0 0,1 1 1 0 0,0 0 0 0 0,1 0-1 0 0,-1-1 1 0 0,2 1 0 0 0,-1-1-1 0 0,1 1 1 0 0,0 0 0 0 0,0 0-1 0 0,1-1 1 0 0,0 1 0 0 0,0 0-1 0 0,1 0 1 0 0,0 1 0 0 0,0-1-1 0 0,7-10 1 0 0,0 1-13 0 0,1 1 1 0 0,0 0 0 0 0,1 0-1 0 0,0 1 1 0 0,1 1-1 0 0,19-15 1 0 0,-5 7-17 0 0,0 2 0 0 0,43-23 0 0 0,-58 35 15 0 0,0 2 0 0 0,0-1 0 0 0,1 1 0 0 0,0 1 0 0 0,0 0 0 0 0,0 1 0 0 0,0 1 0 0 0,23-2 0 0 0,-31 3 14 0 0,-1 1 1 0 0,1 1-1 0 0,0-1 1 0 0,0 1 0 0 0,0 0-1 0 0,0 0 1 0 0,-1 0-1 0 0,1 1 1 0 0,-1-1-1 0 0,1 1 1 0 0,-1 0-1 0 0,1 1 1 0 0,-1-1 0 0 0,0 1-1 0 0,0 0 1 0 0,6 5-1 0 0,-6-4 8 0 0,-1 1 0 0 0,0-1 0 0 0,0 1-1 0 0,0-1 1 0 0,-1 1 0 0 0,1 0 0 0 0,-1 0 0 0 0,0 0 0 0 0,-1 0-1 0 0,1 0 1 0 0,-1 0 0 0 0,0 1 0 0 0,0-1 0 0 0,-1 8-1 0 0,-2 120 12 0 0,-2-38-40 0 0,4-86 28 0 0,0 0 0 0 0,0 0-1 0 0,1-1 1 0 0,1 1 0 0 0,4 16 0 0 0,-5-22-1 0 0,0 0 0 0 0,0 0 0 0 0,1-1 0 0 0,-1 1 0 0 0,1-1 0 0 0,-1 1 0 0 0,1-1 0 0 0,0 0 0 0 0,0 0 0 0 0,0 1 0 0 0,0-1 0 0 0,0 0 0 0 0,1-1 0 0 0,-1 1 0 0 0,0 0 0 0 0,1-1 0 0 0,0 1 0 0 0,-1-1 0 0 0,1 0 0 0 0,0 0 0 0 0,3 1 0 0 0,3 0 7 0 0,-1-1 1 0 0,1 0-1 0 0,0 0 0 0 0,0 0 1 0 0,0-1-1 0 0,0-1 0 0 0,0 0 0 0 0,0 0 1 0 0,-1 0-1 0 0,1-1 0 0 0,0-1 1 0 0,-1 1-1 0 0,1-1 0 0 0,-1-1 1 0 0,0 0-1 0 0,14-8 0 0 0,-14 6-4 0 0,1 0 1 0 0,-1 0-1 0 0,-1 0 0 0 0,1-1 0 0 0,-1-1 1 0 0,0 1-1 0 0,-1-1 0 0 0,1 0 0 0 0,-2-1 1 0 0,1 1-1 0 0,-1-1 0 0 0,0 0 0 0 0,-1 0 1 0 0,4-15-1 0 0,-4 11-10 0 0,-1 0 0 0 0,-1-1 0 0 0,0 0 0 0 0,0 0 0 0 0,-2 0 0 0 0,0 0 0 0 0,0 1 0 0 0,-2-1 0 0 0,1 0 0 0 0,-2 0 0 0 0,0 1 0 0 0,0-1 0 0 0,-8-17 1 0 0,8 23-5 0 0,-1 1 1 0 0,0-1-1 0 0,0 1 1 0 0,-1 0-1 0 0,1 0 0 0 0,-2 0 1 0 0,1 1-1 0 0,-1 0 1 0 0,0 0-1 0 0,0 0 1 0 0,0 1-1 0 0,-1 0 1 0 0,0 0-1 0 0,0 0 1 0 0,0 1-1 0 0,-1 0 1 0 0,1 1-1 0 0,-1 0 1 0 0,0 0-1 0 0,0 0 1 0 0,0 1-1 0 0,-1 0 1 0 0,-10 0-1 0 0,12 1 6 0 0,0 1-1 0 0,0 1 0 0 0,1-1 0 0 0,-1 1 0 0 0,0 0 0 0 0,0 1 0 0 0,0 0 1 0 0,1 0-1 0 0,-1 0 0 0 0,1 1 0 0 0,-1 0 0 0 0,1 0 0 0 0,0 0 1 0 0,0 1-1 0 0,1 0 0 0 0,-1 0 0 0 0,1 1 0 0 0,0 0 0 0 0,0 0 0 0 0,0 0 1 0 0,1 0-1 0 0,-6 8 0 0 0,7-8-6 0 0,0 0 0 0 0,0 0 0 0 0,0 0 0 0 0,0 0 0 0 0,1 0 0 0 0,0 1 0 0 0,0-1 0 0 0,1 1 0 0 0,-1-1 0 0 0,1 1 0 0 0,1 0 1 0 0,-1-1-1 0 0,1 1 0 0 0,0 0 0 0 0,0 0 0 0 0,0-1 0 0 0,1 1 0 0 0,0 0 0 0 0,0-1 0 0 0,0 1 0 0 0,1-1 0 0 0,0 1 0 0 0,0-1 0 0 0,0 0 0 0 0,1 1 0 0 0,0-1 0 0 0,3 5 0 0 0,-2-5-103 0 0,0-1-1 0 0,1 1 0 0 0,-1-1 1 0 0,1 0-1 0 0,-1 0 1 0 0,1 0-1 0 0,1-1 0 0 0,-1 0 1 0 0,0 0-1 0 0,11 5 0 0 0,-5-5-91 0 0,-1 0-1 0 0,1 0 1 0 0,-1-1-1 0 0,1 0 0 0 0,17 0 1 0 0,2-2-410 0 0,0-2 1 0 0,0-1 0 0 0,42-10 0 0 0,-48 8 18 0 0,0-1 0 0 0,-1-1 0 0 0,0-1 1 0 0,0-1-1 0 0,0-1 0 0 0,-1-1 1 0 0,-1 0-1 0 0,0-2 0 0 0,30-24 0 0 0,-16 4-1035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7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178 300 2132 0 0,'15'-76'2069'0'0,"7"-55"2151"0"0,-20 100-3007 0 0,-1 16-481 0 0,0 0 0 0 0,5-17 0 0 0,-46 175 388 0 0,-111 511 496 0 0,134-581-1327 0 0,17-70-218 0 0,0-5-68 0 0,1 0-1 0 0,-1 0 1 0 0,1 0-1 0 0,0 0 1 0 0,0 0-1 0 0,0 1 1 0 0,0-1-1 0 0,0 0 1 0 0,0 0-1 0 0,2-1 1 0 0,2-5 2 0 0,9-18-39 0 0,2 1 1 0 0,0 1-1 0 0,2 0 1 0 0,21-22-1 0 0,-29 35 15 0 0,1 1-1 0 0,0 0 1 0 0,0 1-1 0 0,1 0 1 0 0,0 1-1 0 0,1 0 1 0 0,0 0 0 0 0,0 2-1 0 0,28-10 1 0 0,-34 14 13 0 0,1 0 0 0 0,-1 1 1 0 0,1 0-1 0 0,0 1 1 0 0,-1 0-1 0 0,1 0 0 0 0,-1 0 1 0 0,1 1-1 0 0,-1 0 0 0 0,1 1 1 0 0,12 3-1 0 0,-10-1 5 0 0,0 0 0 0 0,0 0 0 0 0,-1 1-1 0 0,1 1 1 0 0,-1-1 0 0 0,0 2 0 0 0,-1-1 0 0 0,10 10-1 0 0,-11-10 13 0 0,-1 1 0 0 0,0-1 0 0 0,-1 1-1 0 0,1 1 1 0 0,-1-1 0 0 0,-1 1-1 0 0,0 0 1 0 0,0 0 0 0 0,6 16 0 0 0,-9-18 8 0 0,1 0 0 0 0,-1 0 0 0 0,0 1 0 0 0,-1-1 0 0 0,1 0 0 0 0,-1 0 0 0 0,0 1 0 0 0,-1-1 0 0 0,0 0 0 0 0,0 0 0 0 0,0 0 0 0 0,0 0 0 0 0,-1 0 0 0 0,-5 11 0 0 0,3-10 0 0 0,0 0 0 0 0,-1 0 0 0 0,0 0 0 0 0,0-1 0 0 0,0 1 0 0 0,-1-2 0 0 0,0 1 0 0 0,0 0 0 0 0,0-1 0 0 0,-1 0 0 0 0,0-1 0 0 0,0 1 0 0 0,0-1 0 0 0,-1-1 0 0 0,1 1 0 0 0,-1-1 0 0 0,0-1 0 0 0,1 1 0 0 0,-13 1 0 0 0,-14 1 6 0 0,0 0 0 0 0,-1-3-1 0 0,-44-1 1 0 0,49-2-18 0 0,1 1-86 0 0,-1-1 0 0 0,1-2 1 0 0,-47-10-1 0 0,76 12 29 0 0,-1 1 0 0 0,0 0-1 0 0,1 0 1 0 0,-1-1 0 0 0,0 1 0 0 0,1 0-1 0 0,-1-1 1 0 0,0 1 0 0 0,1 0 0 0 0,-1-1-1 0 0,1 1 1 0 0,-1-1 0 0 0,1 1 0 0 0,-1-1-1 0 0,1 1 1 0 0,-1-1 0 0 0,1 0 0 0 0,-1 1-1 0 0,1-1 1 0 0,0 1 0 0 0,-1-1 0 0 0,1 0-1 0 0,0 1 1 0 0,0-1 0 0 0,-1 0 0 0 0,1 0-1 0 0,0 1 1 0 0,0-1 0 0 0,0 0 0 0 0,0 1-1 0 0,0-1 1 0 0,0 0 0 0 0,0 0 0 0 0,0-1-1 0 0,1 0-109 0 0,-1 0-1 0 0,1 0 1 0 0,-1 0-1 0 0,1 0 1 0 0,0 0-1 0 0,0 0 0 0 0,0 0 1 0 0,0 0-1 0 0,3-3 1 0 0,3-3-859 0 0,0 1 0 0 0,1 0 0 0 0,9-7 0 0 0,-9 8-359 0 0,13-10-2482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8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160 126 1920 0 0,'8'-36'3380'0'0,"11"-53"4648"0"0,-51 204-4793 0 0,-107 543-1996 0 0,135-641-1517 0 0,0 7-479 0 0,-3 29 0 0 0,7-47 279 0 0,0 0-1 0 0,0 0 1 0 0,0 0 0 0 0,0-1-1 0 0,1 1 1 0 0,0 0 0 0 0,1 0-1 0 0,-1 0 1 0 0,1-1 0 0 0,4 9-1 0 0,2-4-2974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8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204 183 2132 0 0,'7'-17'9608'0'0,"-15"36"-7720"0"0,7-16-1863 0 0,1 0 0 0 0,-1 0-1 0 0,1 0 1 0 0,0 0 0 0 0,0 0 0 0 0,0 0-1 0 0,0 0 1 0 0,1 0 0 0 0,-1 0 0 0 0,1 0 0 0 0,-1-1-1 0 0,1 1 1 0 0,0 0 0 0 0,0 0 0 0 0,1 0 0 0 0,-1-1-1 0 0,0 1 1 0 0,1-1 0 0 0,0 1 0 0 0,-1-1 0 0 0,1 1-1 0 0,0-1 1 0 0,0 0 0 0 0,1 0 0 0 0,-1 0 0 0 0,0 0-1 0 0,1 0 1 0 0,-1-1 0 0 0,1 1 0 0 0,-1-1 0 0 0,1 1-1 0 0,0-1 1 0 0,0 0 0 0 0,-1 0 0 0 0,1-1-1 0 0,0 1 1 0 0,0 0 0 0 0,0-1 0 0 0,0 0 0 0 0,0 1-1 0 0,0-1 1 0 0,4-1 0 0 0,-5 1-20 0 0,1 0-1 0 0,0-1 1 0 0,-1 0-1 0 0,1 1 1 0 0,0-1-1 0 0,-1 0 1 0 0,1-1-1 0 0,-1 1 1 0 0,1 0 0 0 0,-1-1-1 0 0,0 1 1 0 0,1-1-1 0 0,-1 0 1 0 0,0 1-1 0 0,0-1 1 0 0,0 0 0 0 0,-1-1-1 0 0,1 1 1 0 0,0 0-1 0 0,1-4 1 0 0,1-1-1 0 0,-1 0 1 0 0,0 0-1 0 0,0-1 1 0 0,-1 1-1 0 0,0 0 1 0 0,1-15-1 0 0,-2 12-8 0 0,0 1 0 0 0,-1-1 0 0 0,-1 1 0 0 0,0-1 0 0 0,0 1 0 0 0,-1-1 0 0 0,-4-13 0 0 0,4 17-1 0 0,1 1-1 0 0,-1 0 1 0 0,0 0-1 0 0,-1 0 1 0 0,1 0-1 0 0,-1 0 1 0 0,0 0-1 0 0,0 0 1 0 0,0 1-1 0 0,-1 0 1 0 0,0 0-1 0 0,0 0 1 0 0,-8-7-1 0 0,9 10 9 0 0,0-1 0 0 0,-1 1 1 0 0,1 0-1 0 0,-1 0 0 0 0,0 0 0 0 0,1 1 0 0 0,-1-1 0 0 0,0 1 1 0 0,0 0-1 0 0,1 0 0 0 0,-1 0 0 0 0,0 1 0 0 0,1-1 0 0 0,-1 1 1 0 0,0 0-1 0 0,1 0 0 0 0,-1 0 0 0 0,1 0 0 0 0,-1 1 0 0 0,1-1 0 0 0,0 1 1 0 0,-1 0-1 0 0,-3 3 0 0 0,-6 3 57 0 0,1 2 0 0 0,0-1 0 0 0,0 2 0 0 0,-11 12-1 0 0,9-8-5 0 0,1 0 0 0 0,1 1 0 0 0,0 0 0 0 0,1 1 0 0 0,1 1 0 0 0,1 0-1 0 0,0 0 1 0 0,2 1 0 0 0,0 0 0 0 0,1 0 0 0 0,0 0 0 0 0,2 1 0 0 0,-3 30-1 0 0,6-45-50 0 0,1 1 0 0 0,0-1 0 0 0,0 0 0 0 0,1 1 0 0 0,0-1-1 0 0,0 0 1 0 0,0 0 0 0 0,0 0 0 0 0,1 1 0 0 0,0-1 0 0 0,0-1-1 0 0,0 1 1 0 0,0 0 0 0 0,1 0 0 0 0,0-1 0 0 0,0 0-1 0 0,0 1 1 0 0,1-1 0 0 0,-1-1 0 0 0,6 6 0 0 0,-2-5-146 0 0,0 1 0 0 0,0-1 0 0 0,1 0 0 0 0,-1 0 0 0 0,1-1 0 0 0,0 0 1 0 0,0 0-1 0 0,0-1 0 0 0,0 0 0 0 0,0 0 0 0 0,1-1 0 0 0,8 1 0 0 0,8-2-723 0 0,-1 0 0 0 0,0-1 0 0 0,0-1 0 0 0,0-2 0 0 0,0 0 0 0 0,0-2 0 0 0,-1 0 0 0 0,1-1 0 0 0,27-14 0 0 0,-7 0-2113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154 128 636 0 0,'1'-11'1113'0'0,"1"1"-1"0"0,-1 0 1 0 0,-1 0-1 0 0,0-1 1 0 0,0 1-1 0 0,-1 0 1 0 0,-1 0-1 0 0,0 0 1 0 0,-5-17-1 0 0,6 24-752 0 0,1 3-344 0 0,0 0 0 0 0,0-1 0 0 0,0 1 0 0 0,1 0 0 0 0,-1 0 0 0 0,0 0 0 0 0,0 0 0 0 0,0-1 0 0 0,0 1 0 0 0,0 0-1 0 0,0 0 1 0 0,-1 0 0 0 0,1-1 0 0 0,0 1 0 0 0,0 0 0 0 0,0 0 0 0 0,0 0 0 0 0,0 0 0 0 0,0 0 0 0 0,0-1 0 0 0,0 1 0 0 0,0 0 0 0 0,0 0 0 0 0,0 0 0 0 0,-1 0 0 0 0,1 0 0 0 0,0-1-1 0 0,0 1 1 0 0,0 0 0 0 0,0 0 0 0 0,0 0 0 0 0,0 0 0 0 0,-1 0 0 0 0,1 0 0 0 0,0 0 0 0 0,0 0 0 0 0,0 0 0 0 0,-1 0 0 0 0,-6 4 493 0 0,-4 10 109 0 0,-3 28 85 0 0,2 0-1 0 0,1 1 1 0 0,-8 75 0 0 0,0-1-372 0 0,13-70-209 0 0,5-35-45 0 0,0 0 0 0 0,-1-1 0 0 0,0 1 0 0 0,-6 16 1 0 0,7-26 3 0 0,-15-7-82 0 0,16 5 0 0 0,0 0 0 0 0,-1 0 0 0 0,1 0 0 0 0,0 0 0 0 0,0 0 0 0 0,0 0 0 0 0,0 0 0 0 0,-1 0 0 0 0,1-1 0 0 0,0 1 0 0 0,0 0 0 0 0,0 0 0 0 0,0 0 0 0 0,0 0 0 0 0,-1 0 0 0 0,1 0 0 0 0,0 0 0 0 0,0-1 0 0 0,0 1 0 0 0,0 0 0 0 0,0 0 0 0 0,0 0 0 0 0,0 0 0 0 0,-1-1 0 0 0,1 1 0 0 0,0 0 0 0 0,0 0 0 0 0,0 0 0 0 0,0 0 0 0 0,0-1 0 0 0,0 1 0 0 0,0 0 0 0 0,0 0 0 0 0,0 0 0 0 0,0 0 0 0 0,0-1 0 0 0,-2-12-40 0 0,-1-1 0 0 0,2 1 1 0 0,0-1-1 0 0,1 0 0 0 0,0 1 0 0 0,1-1 0 0 0,0 1 1 0 0,1-1-1 0 0,1 1 0 0 0,0-1 0 0 0,1 1 1 0 0,0 0-1 0 0,1 1 0 0 0,1-1 0 0 0,0 1 0 0 0,0 0 1 0 0,15-20-1 0 0,-15 26 12 0 0,-1-1 1 0 0,1 1 0 0 0,1 0-1 0 0,-1 1 1 0 0,1-1-1 0 0,0 1 1 0 0,0 1-1 0 0,1-1 1 0 0,-1 1-1 0 0,1 1 1 0 0,0-1-1 0 0,0 1 1 0 0,14-3-1 0 0,-17 5 26 0 0,0 0-1 0 0,1 1 0 0 0,-1-1 0 0 0,1 1 0 0 0,-1 0 0 0 0,1 1 1 0 0,-1 0-1 0 0,1-1 0 0 0,-1 2 0 0 0,0-1 0 0 0,1 1 0 0 0,-1-1 1 0 0,0 1-1 0 0,0 1 0 0 0,0-1 0 0 0,0 1 0 0 0,-1 0 0 0 0,1 0 1 0 0,-1 0-1 0 0,1 1 0 0 0,-1-1 0 0 0,5 7 0 0 0,-3-3 13 0 0,0 1-1 0 0,0-1 0 0 0,-1 1 1 0 0,0 0-1 0 0,0 1 1 0 0,-1-1-1 0 0,0 1 0 0 0,-1 0 1 0 0,4 13-1 0 0,-5-16 16 0 0,-1 1 0 0 0,0 0 0 0 0,0 0 0 0 0,-1 0-1 0 0,1 0 1 0 0,-2 0 0 0 0,1 0 0 0 0,-1 0 0 0 0,0 0-1 0 0,0-1 1 0 0,-1 1 0 0 0,0 0 0 0 0,-3 7 0 0 0,4-13-19 0 0,1 0 0 0 0,0 0 0 0 0,-1 0 0 0 0,1 0 0 0 0,-1 0 0 0 0,1 0 0 0 0,-1 0 0 0 0,0 0 1 0 0,1 0-1 0 0,-1 0 0 0 0,0 0 0 0 0,0-1 0 0 0,0 1 0 0 0,1 0 0 0 0,-1 0 0 0 0,0-1 1 0 0,0 1-1 0 0,0 0 0 0 0,0-1 0 0 0,0 1 0 0 0,0-1 0 0 0,-1 0 0 0 0,1 1 0 0 0,0-1 0 0 0,0 0 1 0 0,0 0-1 0 0,0 1 0 0 0,0-1 0 0 0,-1 0 0 0 0,1 0 0 0 0,0 0 0 0 0,0 0 0 0 0,0-1 1 0 0,0 1-1 0 0,0 0 0 0 0,-2-1 0 0 0,2 1-4 0 0,1-1 0 0 0,-1 0 1 0 0,1 1-1 0 0,-1-1 0 0 0,1 0 1 0 0,-1 0-1 0 0,1 1 0 0 0,0-1 1 0 0,-1 0-1 0 0,1 0 0 0 0,0 0 0 0 0,0 1 1 0 0,-1-1-1 0 0,1 0 0 0 0,0 0 1 0 0,0 0-1 0 0,0 0 0 0 0,0-1 1 0 0,-1-4-5 0 0,1 0 1 0 0,-1 1-1 0 0,1-1 0 0 0,0 0 1 0 0,1 0-1 0 0,0 1 1 0 0,-1-1-1 0 0,2 0 1 0 0,-1 1-1 0 0,3-7 1 0 0,22-48-70 0 0,-14 36 40 0 0,2 2 0 0 0,0-1 0 0 0,2 2 0 0 0,33-37 1 0 0,-36 44 9 0 0,1 1 0 0 0,1 0 1 0 0,0 1-1 0 0,1 1 1 0 0,0 0-1 0 0,1 2 1 0 0,23-12-1 0 0,-34 19 10 0 0,0 0 0 0 0,0 0 1 0 0,0 0-1 0 0,0 1 0 0 0,0 0 0 0 0,0 0 0 0 0,0 0 0 0 0,1 1 0 0 0,-1 0 0 0 0,10 1 0 0 0,-13 0 19 0 0,0-1-1 0 0,0 1 0 0 0,0 0 1 0 0,0 0-1 0 0,0 1 0 0 0,0-1 0 0 0,0 0 1 0 0,0 1-1 0 0,0 0 0 0 0,-1 0 0 0 0,1 0 1 0 0,-1 0-1 0 0,1 0 0 0 0,-1 0 1 0 0,0 1-1 0 0,0-1 0 0 0,0 1 0 0 0,0-1 1 0 0,0 1-1 0 0,-1 0 0 0 0,3 6 1 0 0,0 0 71 0 0,-1 1 0 0 0,0 0 0 0 0,-1 0 0 0 0,0 1 1 0 0,0-1-1 0 0,-2 0 0 0 0,1 1 0 0 0,-1-1 0 0 0,0 0 1 0 0,-1 1-1 0 0,-4 15 0 0 0,-3 10 315 0 0,-26 68 1 0 0,10-36-161 0 0,14-40-177 0 0,6-18-22 0 0,1-1-1 0 0,0 1 1 0 0,-2 12-1 0 0,5-22-34 0 0,0 1-1 0 0,0-1 0 0 0,0 0 0 0 0,0 1 0 0 0,0-1 0 0 0,0 1 0 0 0,0-1 1 0 0,0 0-1 0 0,0 1 0 0 0,1-1 0 0 0,-1 0 0 0 0,0 1 0 0 0,0-1 1 0 0,0 0-1 0 0,1 1 0 0 0,-1-1 0 0 0,0 0 0 0 0,0 1 0 0 0,1-1 1 0 0,-1 0-1 0 0,0 0 0 0 0,1 1 0 0 0,-1-1 0 0 0,0 0 0 0 0,1 0 0 0 0,-1 0 1 0 0,0 1-1 0 0,1-1 0 0 0,-1 0 0 0 0,1 0 0 0 0,-1 0 0 0 0,0 0 1 0 0,1 0-1 0 0,-1 0 0 0 0,1 0 0 0 0,-1 0 0 0 0,0 0 0 0 0,1 0 1 0 0,14-1-206 0 0,-14 1 197 0 0,11-2-461 0 0,1-1 0 0 0,-1-1 1 0 0,1 0-1 0 0,19-9 0 0 0,0-1-548 0 0,128-52-7263 0 0,-112 45 3931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0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796 228 1744 0 0,'0'-4'1778'0'0,"1"-7"-712"0"0,-1 0 1 0 0,0 1 0 0 0,-1-1 0 0 0,0 0-1 0 0,-3-13 1 0 0,1 14-575 0 0,0 0-1 0 0,0 0 0 0 0,-1 1 0 0 0,0-1 1 0 0,-10-16-1 0 0,11 20-431 0 0,-1 1 0 0 0,0 0 0 0 0,1 0 0 0 0,-2 1 1 0 0,1-1-1 0 0,0 1 0 0 0,-1 0 0 0 0,0 0 0 0 0,0 0 0 0 0,0 1 0 0 0,0 0 1 0 0,-1 0-1 0 0,1 0 0 0 0,-1 1 0 0 0,0-1 0 0 0,0 2 0 0 0,0-1 0 0 0,0 0 0 0 0,0 1 1 0 0,0 0-1 0 0,0 1 0 0 0,0-1 0 0 0,0 1 0 0 0,-10 1 0 0 0,0 2-42 0 0,0 0 0 0 0,0 1 0 0 0,1 1-1 0 0,-1 0 1 0 0,1 1 0 0 0,0 1 0 0 0,0 0-1 0 0,1 1 1 0 0,0 1 0 0 0,0 0 0 0 0,1 1-1 0 0,1 1 1 0 0,-1-1 0 0 0,2 2 0 0 0,-1 0 0 0 0,2 0-1 0 0,0 1 1 0 0,0 1 0 0 0,1-1 0 0 0,1 1-1 0 0,0 1 1 0 0,1 0 0 0 0,0 0 0 0 0,-5 19-1 0 0,11-28-12 0 0,0 0 0 0 0,0 0 0 0 0,0 0-1 0 0,0 0 1 0 0,1 0 0 0 0,0 0 0 0 0,1 0-1 0 0,-1-1 1 0 0,1 1 0 0 0,0 0-1 0 0,0 0 1 0 0,1 0 0 0 0,0-1 0 0 0,0 1-1 0 0,5 8 1 0 0,-5-10 0 0 0,1 0 1 0 0,-1 0-1 0 0,1-1 0 0 0,0 1 1 0 0,1-1-1 0 0,-1 0 0 0 0,0 0 0 0 0,1 0 1 0 0,0-1-1 0 0,0 1 0 0 0,0-1 1 0 0,0 0-1 0 0,0 0 0 0 0,0 0 0 0 0,0 0 1 0 0,1-1-1 0 0,-1 1 0 0 0,1-1 0 0 0,-1-1 1 0 0,7 2-1 0 0,3-2 1 0 0,0 1 0 0 0,0-2 0 0 0,0 0 0 0 0,0 0 1 0 0,0-1-1 0 0,0-1 0 0 0,-1-1 0 0 0,1 0 0 0 0,-1 0 0 0 0,0-1 0 0 0,0-1 0 0 0,-1 0 0 0 0,1-1 0 0 0,-2 0 1 0 0,1-1-1 0 0,16-15 0 0 0,-13 10-6 0 0,-1-1-1 0 0,0-1 1 0 0,-2 0 0 0 0,1-1 0 0 0,-2 0-1 0 0,0-1 1 0 0,-1 0 0 0 0,-1-1-1 0 0,-1 0 1 0 0,0-1 0 0 0,5-20 0 0 0,-7 22-9 0 0,-2-1-1 0 0,0 1 1 0 0,-1 0 0 0 0,1-20 0 0 0,-4 34-6 0 0,-3 3 15 0 0,0 0-1 0 0,0 1 1 0 0,0 0-1 0 0,0-1 1 0 0,0 1-1 0 0,0 1 1 0 0,0-1-1 0 0,1 0 1 0 0,-1 1-1 0 0,0-1 1 0 0,1 1-1 0 0,-1 0 1 0 0,1 0-1 0 0,0 0 1 0 0,-1 0-1 0 0,1 0 1 0 0,0 0-1 0 0,-3 5 1 0 0,-4 6 14 0 0,1 0 1 0 0,-11 22 0 0 0,15-27-7 0 0,-25 53 165 0 0,-37 117 0 0 0,-4 74 425 0 0,54-190-418 0 0,-154 673 1201 0 0,151-635-1268 0 0,-40 187 735 0 0,58-280-712 0 0,-1-1 0 0 0,0 1 0 0 0,-1-1 0 0 0,1 0 0 0 0,-5 8 0 0 0,6-12-92 0 0,-1 0 0 0 0,1 0-1 0 0,-1 0 1 0 0,0 0 0 0 0,0 0 0 0 0,1 0 0 0 0,-1 0 0 0 0,0-1-1 0 0,-1 1 1 0 0,1-1 0 0 0,0 0 0 0 0,0 1 0 0 0,-1-1 0 0 0,-3 1-1 0 0,5-2-34 0 0,0 0-1 0 0,0 1 0 0 0,0-1 0 0 0,-1 0 0 0 0,1 0 0 0 0,0 0 0 0 0,0-1 1 0 0,0 1-1 0 0,-1 0 0 0 0,1 0 0 0 0,0-1 0 0 0,0 1 0 0 0,0 0 0 0 0,0-1 0 0 0,0 1 1 0 0,0-1-1 0 0,0 0 0 0 0,0 1 0 0 0,-2-2 0 0 0,1 0 14 0 0,-9-4 4 0 0,0-1 1 0 0,0-1 0 0 0,1 1 0 0 0,0-2 0 0 0,0 0-1 0 0,1 0 1 0 0,-13-16 0 0 0,5 2-24 0 0,0 0 0 0 0,-16-34 0 0 0,24 41-10 0 0,2 0 0 0 0,1 0 1 0 0,0 0-1 0 0,0-1 0 0 0,2 0 0 0 0,0 0 0 0 0,1 0 1 0 0,1-1-1 0 0,0 1 0 0 0,3-34 0 0 0,1 30-10 0 0,1-1 0 0 0,1 0 0 0 0,1 1 0 0 0,1 0 0 0 0,0 0 0 0 0,2 0 0 0 0,1 1 0 0 0,15-28 1 0 0,4 4-27 0 0,2 1 1 0 0,2 1 0 0 0,1 2 0 0 0,3 1 0 0 0,0 2-1 0 0,63-49 1 0 0,271-171-605 0 0,-345 241 587 0 0,73-45-131 0 0,90-60-100 0 0,-137 85 199 0 0,72-68 0 0 0,-110 92 73 0 0,-1-1 1 0 0,-1-1-1 0 0,0 0 1 0 0,0 0 0 0 0,16-32-1 0 0,-24 40 11 0 0,0 0 0 0 0,-1 0 0 0 0,1 0 0 0 0,-1-1 0 0 0,0 1 0 0 0,-1 0 0 0 0,1-1 0 0 0,-1 0 0 0 0,-1 1 0 0 0,1-1 0 0 0,-1 1 1 0 0,0-1-1 0 0,-1 0 0 0 0,0 1 0 0 0,0-1 0 0 0,0 1 0 0 0,-1-1 0 0 0,1 1 0 0 0,-4-8 0 0 0,3 11 2 0 0,0 0 0 0 0,-1-1 0 0 0,1 1 0 0 0,-1 0 1 0 0,1 0-1 0 0,-1 0 0 0 0,0 0 0 0 0,0 1 0 0 0,0-1 1 0 0,0 1-1 0 0,-1 0 0 0 0,1 0 0 0 0,-6-3 0 0 0,-3-1-21 0 0,9 5 20 0 0,0 0 0 0 0,0 0 1 0 0,0 1-1 0 0,0-1 0 0 0,0 1 0 0 0,0 0 0 0 0,0 0 1 0 0,0 0-1 0 0,0 1 0 0 0,0-1 0 0 0,0 1 1 0 0,-3 0-1 0 0,3 0 2 0 0,0 0 4 0 0,1 0-1 0 0,-1 1 1 0 0,0-1-1 0 0,1 1 1 0 0,-1-1-1 0 0,1 1 1 0 0,-1 0-1 0 0,1 0 0 0 0,0 0 1 0 0,0 0-1 0 0,0 1 1 0 0,0-1-1 0 0,0 1 1 0 0,0-1-1 0 0,1 1 1 0 0,-1-1-1 0 0,1 1 1 0 0,0 0-1 0 0,0 0 1 0 0,0 0-1 0 0,0-1 0 0 0,0 1 1 0 0,1 0-1 0 0,-1 0 1 0 0,1 5-1 0 0,0-1 9 0 0,1 1-1 0 0,0-1 1 0 0,1 0-1 0 0,0 1 1 0 0,0-1-1 0 0,1 0 1 0 0,-1 0-1 0 0,2-1 0 0 0,-1 1 1 0 0,1-1-1 0 0,6 10 1 0 0,8 8 10 0 0,31 32 0 0 0,-41-48-13 0 0,26 27 6 0 0,-17-19 3 0 0,-2 1 1 0 0,20 25-1 0 0,-34-40-12 0 0,-1 0 0 0 0,1 1 1 0 0,-1-1-1 0 0,0 0 0 0 0,1 0 1 0 0,-1 1-1 0 0,0-1 1 0 0,-1 0-1 0 0,1 0 0 0 0,0 0 1 0 0,-1 1-1 0 0,1-1 0 0 0,-1 0 1 0 0,1 0-1 0 0,-1 0 0 0 0,0 0 1 0 0,0 0-1 0 0,0 0 1 0 0,0 0-1 0 0,0 0 0 0 0,-1 0 1 0 0,-1 2-1 0 0,-50 55-30 0 0,38-44 12 0 0,0 2-1 0 0,1 0 1 0 0,-21 32 0 0 0,34-48 18 0 0,0 1 0 0 0,0 1 0 0 0,-1-1-1 0 0,1 0 1 0 0,1 0 0 0 0,-1 0 0 0 0,0 0 0 0 0,1 1 0 0 0,-1-1-1 0 0,1 0 1 0 0,-1 1 0 0 0,1-1 0 0 0,0 0 0 0 0,0 1 0 0 0,0-1 0 0 0,1 0-1 0 0,-1 1 1 0 0,0-1 0 0 0,1 0 0 0 0,0 1 0 0 0,1 3 0 0 0,-1-5-14 0 0,0 1 1 0 0,0 0 0 0 0,1-1-1 0 0,-1 1 1 0 0,0-1-1 0 0,1 1 1 0 0,-1-1 0 0 0,1 1-1 0 0,0-1 1 0 0,-1 0-1 0 0,1 0 1 0 0,0 0 0 0 0,0 0-1 0 0,0 0 1 0 0,0-1 0 0 0,3 2-1 0 0,32 6-676 0 0,-10-5 25 0 0,1-1 0 0 0,0-2 0 0 0,0-1 0 0 0,0-1 0 0 0,50-10-1 0 0,-32 1-442 0 0,-1-2-1 0 0,72-30 1 0 0,-83 28 343 0 0,-1-2 1 0 0,-1-1-1 0 0,0-1 0 0 0,54-45 0 0 0,-73 54 951 0 0,-1-1 0 0 0,-1-1 0 0 0,0 1-1 0 0,0-2 1 0 0,-1 0 0 0 0,-1 0-1 0 0,0-1 1 0 0,0 0 0 0 0,-2 0-1 0 0,0-1 1 0 0,-1 0 0 0 0,0 0-1 0 0,6-26 1 0 0,-11 36 10 0 0,-1-1 0 0 0,1 0-1 0 0,-1 1 1 0 0,0-1 0 0 0,0 0-1 0 0,-1 0 1 0 0,0 1 0 0 0,0-1 0 0 0,0 0-1 0 0,-3-7 1 0 0,3 10-129 0 0,0 1 1 0 0,0 0-1 0 0,-1-1 0 0 0,1 1 0 0 0,-1 0 1 0 0,1 0-1 0 0,-1 0 0 0 0,0 0 1 0 0,0 0-1 0 0,0 0 0 0 0,0 0 0 0 0,0 1 1 0 0,0-1-1 0 0,0 1 0 0 0,0-1 1 0 0,-1 1-1 0 0,1 0 0 0 0,0 0 0 0 0,-1 0 1 0 0,1 0-1 0 0,-1 1 0 0 0,0-1 0 0 0,1 1 1 0 0,-1-1-1 0 0,1 1 0 0 0,-1 0 1 0 0,-2 0-1 0 0,-8 1 51 0 0,1 0 0 0 0,0 2 0 0 0,0-1 0 0 0,1 1 0 0 0,-1 1 0 0 0,0 0 0 0 0,1 0 0 0 0,0 2 0 0 0,0-1 0 0 0,1 1 0 0 0,-1 1 0 0 0,1 0 0 0 0,1 0 0 0 0,-1 1 0 0 0,1 0 0 0 0,-14 16 0 0 0,14-13-82 0 0,0 0 1 0 0,0 0-1 0 0,1 1 0 0 0,0 0 0 0 0,1 0 0 0 0,0 1 0 0 0,1 0 0 0 0,1 0 0 0 0,0 1 1 0 0,1 0-1 0 0,0-1 0 0 0,1 1 0 0 0,1 1 0 0 0,-2 20 0 0 0,5-28-24 0 0,-1 1 0 0 0,1-1 0 0 0,0 1 0 0 0,0-1 0 0 0,1 0 0 0 0,0 1 0 0 0,0-1 0 0 0,1 0 0 0 0,0 0 0 0 0,0-1 0 0 0,1 1 0 0 0,7 10 0 0 0,-8-12-6 0 0,1-1 0 0 0,0 0 0 0 0,0 0 0 0 0,0-1 0 0 0,0 1 0 0 0,0-1-1 0 0,1 0 1 0 0,-1 0 0 0 0,1-1 0 0 0,0 1 0 0 0,0-1 0 0 0,0 0 0 0 0,0 0 0 0 0,1-1-1 0 0,-1 1 1 0 0,0-1 0 0 0,0 0 0 0 0,1-1 0 0 0,8 1 0 0 0,-8-1-6 0 0,0 0 0 0 0,0-1 0 0 0,0 1 0 0 0,0-1 0 0 0,0 0 0 0 0,0-1 0 0 0,-1 1 0 0 0,1-1 0 0 0,0 0 0 0 0,-1-1 0 0 0,0 1 0 0 0,1-1 0 0 0,-1 0 1 0 0,0 0-1 0 0,-1-1 0 0 0,1 1 0 0 0,0-1 0 0 0,4-5 0 0 0,-1-2 1 0 0,0-1-1 0 0,-1 1 1 0 0,0-1 0 0 0,0 0 0 0 0,5-17 0 0 0,17-67 19 0 0,-24 78 34 0 0,-3 13-58 0 0,-1-1 0 0 0,0 1 0 0 0,0-1 0 0 0,0 1 0 0 0,0-10-1 0 0,-1 12 32 0 0,-1 5 14 0 0,-3 5-15 0 0,0 0 0 0 0,1 0 0 0 0,1 1 1 0 0,-1-1-1 0 0,1 0 0 0 0,0 1 0 0 0,-1 12 0 0 0,0 4 9 0 0,1 31-1 0 0,2-48-26 0 0,0 1 0 0 0,1-1 0 0 0,-1 1 0 0 0,2-1 0 0 0,-1 0 0 0 0,1 0 0 0 0,0 0 0 0 0,1 0 0 0 0,0 0 0 0 0,3 7 0 0 0,-3-10-47 0 0,0 1 0 0 0,0-1 0 0 0,0 0 0 0 0,0-1 0 0 0,1 1 0 0 0,0 0 0 0 0,-1-1 0 0 0,1 0 0 0 0,0 0 0 0 0,1 0 0 0 0,-1-1 0 0 0,0 1 0 0 0,1-1 0 0 0,0 0 0 0 0,8 3 0 0 0,1-2-323 0 0,0 0 0 0 0,0-1 0 0 0,0 0-1 0 0,0-1 1 0 0,0-1 0 0 0,0 0 0 0 0,0-1 0 0 0,0 0-1 0 0,0-1 1 0 0,20-6 0 0 0,-17 3-456 0 0,0-1-1 0 0,0 0 0 0 0,0-1 1 0 0,-1-2-1 0 0,0 1 1 0 0,0-2-1 0 0,23-18 0 0 0,-5-1-1896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1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644 350 4644 0 0,'13'-23'1006'0'0,"-1"-2"0"0"0,-1 1-1 0 0,-1-2 1 0 0,-2 1-1 0 0,0-1 1 0 0,-2-1-1 0 0,-1 1 1 0 0,-1-1-1 0 0,1-41 1 0 0,-3 17 595 0 0,-2 49-1224 0 0,-1 2-343 0 0,-1 1 0 0 0,0 0 0 0 0,0-1 0 0 0,1 1 1 0 0,-1 0-1 0 0,1 0 0 0 0,-1 0 0 0 0,1 0 0 0 0,-1 0 1 0 0,1 0-1 0 0,-1 1 0 0 0,1-1 0 0 0,0 0 1 0 0,0 1-1 0 0,0-1 0 0 0,0 1 0 0 0,0-1 0 0 0,0 1 1 0 0,-1 2-1 0 0,-18 36 382 0 0,18-34-348 0 0,-20 51 664 0 0,-24 93 1 0 0,-1 64 109 0 0,41-181-721 0 0,-47 231 821 0 0,-98 444 530 0 0,129-627-1322 0 0,-3-2-1 0 0,-3 0 1 0 0,-67 127-1 0 0,62-152-4 0 0,31-51-146 0 0,-1 1 0 0 0,1-1 0 0 0,-1 0 0 0 0,0 0 0 0 0,0 0 0 0 0,0-1 0 0 0,-1 1 0 0 0,1-1 0 0 0,0 1 0 0 0,-1-1 0 0 0,0 0 0 0 0,-3 1 0 0 0,4-2-63 0 0,1-1-1 0 0,0 1 1 0 0,0-1-1 0 0,0 0 1 0 0,0 0-1 0 0,0 0 1 0 0,-1 0-1 0 0,1-1 1 0 0,0 1-1 0 0,0 0 1 0 0,0-1-1 0 0,0 0 1 0 0,0 1-1 0 0,0-1 1 0 0,0 0-1 0 0,0 0 1 0 0,0 0-1 0 0,0 0 1 0 0,0 0-1 0 0,1-1 1 0 0,-1 1-1 0 0,0-1 1 0 0,1 1-1 0 0,-1-1 1 0 0,1 1-1 0 0,0-1 1 0 0,-1 0 0 0 0,1 0-1 0 0,0 0 1 0 0,-1-2-1 0 0,-3-5-383 0 0,1 0 0 0 0,0 0-1 0 0,1 0 1 0 0,-5-18 0 0 0,0-14-1072 0 0,1 1-1 0 0,3-1 1 0 0,-1-50 0 0 0,16-121-5230 0 0,-3 131 2807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2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0 736 976 0 0,'18'-35'1387'0'0,"1"1"0"0"0,1 1-1 0 0,2 1 1 0 0,1 0 0 0 0,38-38 0 0 0,-53 63-1213 0 0,-1 1 1 0 0,1 0 0 0 0,0 0-1 0 0,0 1 1 0 0,1 0 0 0 0,-1 0-1 0 0,1 1 1 0 0,0 0-1 0 0,1 1 1 0 0,-1 0 0 0 0,0 1-1 0 0,1-1 1 0 0,0 2-1 0 0,16-2 1 0 0,-14 3-20 0 0,1 0 0 0 0,-1 1 0 0 0,-1 1 0 0 0,1 0 0 0 0,0 1 0 0 0,0 0 0 0 0,-1 0 0 0 0,1 1 0 0 0,-1 1 0 0 0,0 0 0 0 0,12 7 0 0 0,-13-5-21 0 0,1 0-1 0 0,-1 1 1 0 0,-1-1-1 0 0,1 2 1 0 0,-1 0-1 0 0,-1 0 1 0 0,0 0-1 0 0,0 1 1 0 0,-1 0-1 0 0,11 20 1 0 0,-13-21-38 0 0,-1 0 1 0 0,-1 1-1 0 0,1-1 1 0 0,-2 1-1 0 0,1 0 0 0 0,-1 0 1 0 0,-1 0-1 0 0,0 0 1 0 0,0 0-1 0 0,-1 0 0 0 0,0 0 1 0 0,-1 0-1 0 0,0 0 0 0 0,-3 12 1 0 0,1-10-42 0 0,-1 1-1 0 0,0-1 1 0 0,-1 0-1 0 0,0 0 1 0 0,-1-1 0 0 0,0 0-1 0 0,-1 0 1 0 0,0 0 0 0 0,0-1-1 0 0,-2 0 1 0 0,1 0 0 0 0,-1-1-1 0 0,-12 10 1 0 0,1-4 14 0 0,-1-1 1 0 0,0 0-1 0 0,-1-2 1 0 0,0-1-1 0 0,-47 17 0 0 0,66-26-75 0 0,0-1 1 0 0,-1 1-1 0 0,1-1 0 0 0,0 0 0 0 0,-1 0 0 0 0,1-1 0 0 0,-1 1 0 0 0,-5-1 1 0 0,14-8-122 0 0,-5 7 120 0 0,0 0 0 0 0,0 0 0 0 0,0 0 0 0 0,1 1 0 0 0,-1-1 0 0 0,1 0 0 0 0,-1 0 0 0 0,0 1 0 0 0,1-1 0 0 0,-1 0 0 0 0,1 1 0 0 0,-1-1 0 0 0,1 0 0 0 0,0 1 0 0 0,-1-1 0 0 0,1 1 0 0 0,1-2 0 0 0,262-191-2139 0 0,-188 131 1290 0 0,91-97 0 0 0,-147 137 698 0 0,131-149-723 0 0,-133 148 787 0 0,-2-1 0 0 0,0 0 0 0 0,-2-2 0 0 0,0 1 0 0 0,17-51 0 0 0,-27 64 94 0 0,-1 0 0 0 0,-1 0 0 0 0,1 0-1 0 0,-2-1 1 0 0,0-19 0 0 0,-1 25 23 0 0,0 1 0 0 0,-1-1 1 0 0,0 1-1 0 0,0-1 0 0 0,0 1 1 0 0,-1 0-1 0 0,0-1 0 0 0,-1 1 1 0 0,1 0-1 0 0,-1 0 0 0 0,0 0 0 0 0,-5-5 1 0 0,7 10-16 0 0,1 0 0 0 0,-1 0 0 0 0,0 0-1 0 0,0 1 1 0 0,0-1 0 0 0,0 0 0 0 0,0 1 0 0 0,0-1 0 0 0,0 1 0 0 0,0-1 0 0 0,0 1 0 0 0,0-1 0 0 0,0 1 0 0 0,-1 0 0 0 0,1-1-1 0 0,0 1 1 0 0,0 0 0 0 0,0 0 0 0 0,0 0 0 0 0,0 0 0 0 0,-1 0 0 0 0,1 0 0 0 0,0 0 0 0 0,-2 1 0 0 0,0 0 4 0 0,1 0 1 0 0,-1-1 0 0 0,1 1 0 0 0,-1 0-1 0 0,1 1 1 0 0,-1-1 0 0 0,1 0 0 0 0,0 1-1 0 0,-4 2 1 0 0,-6 9 70 0 0,1 0 0 0 0,0 1 1 0 0,1 0-1 0 0,0 0 0 0 0,1 1 0 0 0,1 0 0 0 0,0 1 0 0 0,1 0 0 0 0,-8 27 0 0 0,0 13 268 0 0,-13 88-1 0 0,16-38-73 0 0,4 189-1 0 0,9-213-104 0 0,2-65-91 0 0,-2-13-51 0 0,-1-4-30 0 0,1 0 0 0 0,-1 1 0 0 0,1-1 0 0 0,-1 0 0 0 0,1 0 0 0 0,-1 1 0 0 0,1-1 0 0 0,-1 0 0 0 0,1 0 0 0 0,-1 0 0 0 0,1 0 0 0 0,-1 1 0 0 0,1-1 0 0 0,-1 0 1 0 0,1 0-1 0 0,-1 0 0 0 0,1 0 0 0 0,-1 0 0 0 0,1 0 0 0 0,-1-1 0 0 0,1 1 0 0 0,-1 0 0 0 0,1 0 0 0 0,0 0 0 0 0,15-16-49 0 0,-1-1 0 0 0,-1 0 0 0 0,-1 0 0 0 0,15-26 0 0 0,-10 16-41 0 0,26-32 0 0 0,-36 49 64 0 0,1 1 1 0 0,0-1-1 0 0,0 2 0 0 0,1-1 0 0 0,0 1 0 0 0,0 1 0 0 0,1 0 0 0 0,0 0 0 0 0,0 1 1 0 0,23-9-1 0 0,-30 14 47 0 0,-1 0-1 0 0,1 0 1 0 0,-1 0 0 0 0,1 0 0 0 0,-1 1 0 0 0,1-1 0 0 0,0 1 0 0 0,-1 0-1 0 0,1 0 1 0 0,0 0 0 0 0,-1 1 0 0 0,1-1 0 0 0,-1 1 0 0 0,1 0 0 0 0,-1 0-1 0 0,1 0 1 0 0,-1 0 0 0 0,0 1 0 0 0,1 0 0 0 0,-1-1 0 0 0,0 1 0 0 0,0 0-1 0 0,0 0 1 0 0,0 1 0 0 0,-1-1 0 0 0,1 1 0 0 0,3 4 0 0 0,-2-2 64 0 0,0 1 0 0 0,-1 1 0 0 0,0-1 1 0 0,0 0-1 0 0,0 1 0 0 0,-1-1 0 0 0,0 1 1 0 0,-1 0-1 0 0,1 0 0 0 0,-1 0 0 0 0,0 8 1 0 0,1 13 172 0 0,-4 38 0 0 0,1-36-177 0 0,-1-4 14 0 0,2 35 1 0 0,0-59-120 0 0,0 1 1 0 0,0 0 0 0 0,1 0-1 0 0,-1-1 1 0 0,1 1 0 0 0,0-1-1 0 0,0 1 1 0 0,0-1-1 0 0,0 1 1 0 0,0-1 0 0 0,0 1-1 0 0,1-1 1 0 0,-1 0 0 0 0,1 0-1 0 0,0 0 1 0 0,0 0 0 0 0,-1 0-1 0 0,1 0 1 0 0,0 0 0 0 0,1 0-1 0 0,-1-1 1 0 0,0 1 0 0 0,0-1-1 0 0,1 0 1 0 0,-1 0 0 0 0,1 1-1 0 0,-1-2 1 0 0,1 1 0 0 0,-1 0-1 0 0,1 0 1 0 0,0-1 0 0 0,-1 1-1 0 0,1-1 1 0 0,0 0 0 0 0,-1 0-1 0 0,1 0 1 0 0,3-1 0 0 0,2 1-204 0 0,1-1 1 0 0,0-1-1 0 0,-1 1 1 0 0,0-1-1 0 0,1-1 1 0 0,-1 0-1 0 0,0 0 1 0 0,0 0-1 0 0,0-1 1 0 0,10-7-1 0 0,-4 1-1 0 0,-1-2 1 0 0,0 0-1 0 0,0-1 0 0 0,-1 0 0 0 0,-1 0 0 0 0,0-2 1 0 0,-1 1-1 0 0,0-1 0 0 0,-1-1 0 0 0,-1 1 0 0 0,7-19 1 0 0,-6 10 660 0 0,-1-1 0 0 0,-1 0 0 0 0,-1-1 0 0 0,-1 1 0 0 0,-1-1 0 0 0,0-46 0 0 0,-4 71-398 0 0,0 1-1 0 0,1-1 0 0 0,-1 1 0 0 0,0-1 1 0 0,0 1-1 0 0,0-1 0 0 0,0 0 0 0 0,0 1 1 0 0,0-1-1 0 0,0 1 0 0 0,0-1 1 0 0,0 1-1 0 0,0-1 0 0 0,0 1 0 0 0,-1-1 1 0 0,1 1-1 0 0,0-1 0 0 0,0 1 1 0 0,-1-1-1 0 0,1 1 0 0 0,0-1 0 0 0,0 1 1 0 0,-1-1-1 0 0,1 1 0 0 0,0 0 0 0 0,-1-1 1 0 0,1 1-1 0 0,-1-1 0 0 0,1 1 1 0 0,-1 0-1 0 0,1-1 0 0 0,-1 2 0 0 0,0-1-1 0 0,0 1 1 0 0,0-1-1 0 0,1 1 1 0 0,-1 0-1 0 0,0-1 1 0 0,1 1-1 0 0,-1 0 1 0 0,0-1 0 0 0,1 1-1 0 0,-1 0 1 0 0,1 0-1 0 0,-1 0 1 0 0,1-1-1 0 0,-1 1 1 0 0,1 0-1 0 0,0 0 1 0 0,-1 1-1 0 0,-7 20 329 0 0,1 0 1 0 0,1 1-1 0 0,1-1 0 0 0,-4 37 0 0 0,8-47-309 0 0,0 1 0 0 0,1-1 0 0 0,0 0 0 0 0,1 1 1 0 0,1-1-1 0 0,-1 0 0 0 0,2 1 0 0 0,0-1 1 0 0,1-1-1 0 0,6 16 0 0 0,-8-23-101 0 0,0 0 0 0 0,0-1 0 0 0,0 1-1 0 0,1-1 1 0 0,-1 0 0 0 0,1 0 0 0 0,0 0 0 0 0,0 0 0 0 0,0 0-1 0 0,0-1 1 0 0,0 1 0 0 0,1-1 0 0 0,-1 0 0 0 0,1 0 0 0 0,0 0 0 0 0,0-1-1 0 0,-1 1 1 0 0,1-1 0 0 0,0 0 0 0 0,0 0 0 0 0,0 0 0 0 0,0 0-1 0 0,1-1 1 0 0,-1 0 0 0 0,0 0 0 0 0,0 0 0 0 0,5-1 0 0 0,0 0-734 0 0,0 0-1 0 0,0-2 1 0 0,0 1 0 0 0,-1-1 0 0 0,1 0 0 0 0,-1 0 0 0 0,0-1 0 0 0,0-1 0 0 0,0 1 0 0 0,0-1-1 0 0,11-10 1 0 0,4-5-3917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70 1232 0 0,'-22'-21'4596'0'0,"-25"-19"-1"0"0,46 39-4559 0 0,1 1 1 0 0,-1-1-1 0 0,0 0 1 0 0,0 0-1 0 0,0 1 1 0 0,0-1-1 0 0,0 1 1 0 0,0-1-1 0 0,0 1 1 0 0,0-1-1 0 0,0 1 1 0 0,0 0 0 0 0,-1-1-1 0 0,1 1 1 0 0,0 0-1 0 0,0 0 1 0 0,0 0-1 0 0,0 0 1 0 0,0 0-1 0 0,-1 0 1 0 0,1 0-1 0 0,0 0 1 0 0,0 1-1 0 0,0-1 1 0 0,0 0-1 0 0,0 1 1 0 0,0-1-1 0 0,0 1 1 0 0,0-1-1 0 0,0 1 1 0 0,0-1-1 0 0,0 1 1 0 0,0 0-1 0 0,0-1 1 0 0,0 1-1 0 0,0 0 1 0 0,0 0-1 0 0,1 0 1 0 0,-1 0-1 0 0,0 1 1 0 0,-1 1-188 0 0,0 0-1 0 0,0 0 1 0 0,1 1 0 0 0,-1-1 0 0 0,1 0 0 0 0,0 1 0 0 0,0-1 0 0 0,0 1 0 0 0,1 0 0 0 0,-1 6 0 0 0,-1 44-4731 0 0,4-33 1910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2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93 1964 0 0,'3'-1'3986'0'0,"2"-1"-2875"0"0,0 0 1 0 0,0-1-1 0 0,-1 1 1 0 0,9-6-1 0 0,-12 7-997 0 0,-1 1 0 0 0,1-1 0 0 0,0 1 0 0 0,0-1 1 0 0,0 0-1 0 0,0 1 0 0 0,-1-1 0 0 0,1 0 0 0 0,0 0 0 0 0,-1 1 0 0 0,1-1 0 0 0,0 0 0 0 0,-1 0 0 0 0,1 0 0 0 0,-1 0 0 0 0,1 0 0 0 0,-1 1 0 0 0,0-1 0 0 0,1 0 0 0 0,-1 0 0 0 0,0 0 0 0 0,0 0 0 0 0,0 0 0 0 0,0 0 1 0 0,0 0-1 0 0,0 0 0 0 0,0 0 0 0 0,0-1 0 0 0,0 1 0 0 0,0 0 0 0 0,0 0 0 0 0,-1 1 0 0 0,1-1 0 0 0,0 0 0 0 0,-1 0 0 0 0,1 0 0 0 0,-1 0 0 0 0,1 0 0 0 0,-1 0 0 0 0,1 0 0 0 0,-1 0 0 0 0,-1 0 1 0 0,-2-3-56 0 0,-1 0 1 0 0,0 0 0 0 0,0 1 0 0 0,0 0 0 0 0,-1 0 0 0 0,1 0-1 0 0,-1 1 1 0 0,1 0 0 0 0,-1 0 0 0 0,0 0 0 0 0,0 1 0 0 0,0 0-1 0 0,0 0 1 0 0,0 0 0 0 0,0 1 0 0 0,0 0 0 0 0,0 0 0 0 0,0 0-1 0 0,0 1 1 0 0,0 0 0 0 0,-7 2 0 0 0,0 0-50 0 0,0 1 0 0 0,0 0 0 0 0,1 1 1 0 0,0 1-1 0 0,-1 0 0 0 0,2 0 0 0 0,-1 1 0 0 0,-20 17 1 0 0,21-14-3 0 0,1 0 1 0 0,0 1 0 0 0,1 1-1 0 0,0 0 1 0 0,1 0 0 0 0,0 0-1 0 0,1 1 1 0 0,0 0 0 0 0,1 1 0 0 0,1 0-1 0 0,0 0 1 0 0,-4 21 0 0 0,7-27-18 0 0,1 0 0 0 0,0 0 1 0 0,1 0-1 0 0,-1 0 1 0 0,2 0-1 0 0,-1 0 1 0 0,1 0-1 0 0,0 0 0 0 0,1 0 1 0 0,4 14-1 0 0,-3-16-28 0 0,-1-1-1 0 0,1 0 0 0 0,1 1 1 0 0,-1-1-1 0 0,1 0 1 0 0,-1 0-1 0 0,1-1 1 0 0,1 1-1 0 0,-1-1 0 0 0,1 0 1 0 0,-1 0-1 0 0,1-1 1 0 0,0 1-1 0 0,1-1 1 0 0,8 4-1 0 0,1 0-354 0 0,0-2 0 0 0,1 0 0 0 0,-1-1 1 0 0,1 0-1 0 0,0-2 0 0 0,0 0 0 0 0,0 0 0 0 0,1-1 1 0 0,23-3-1 0 0,-1-2-1855 0 0,-1-1 1 0 0,69-20-1 0 0,-54 9-1928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4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434 757 704 0 0,'5'-7'809'0'0,"-1"-1"0"0"0,0 0 0 0 0,0 0-1 0 0,-1 0 1 0 0,0 0 0 0 0,-1-1 0 0 0,0 1 0 0 0,0-1 0 0 0,1-15-1 0 0,-3 21-655 0 0,0 0-1 0 0,0 0 0 0 0,0 0 0 0 0,0 0 1 0 0,-1 1-1 0 0,1-1 0 0 0,-1 0 0 0 0,0 0 0 0 0,0 1 1 0 0,0-1-1 0 0,0 1 0 0 0,0-1 0 0 0,-1 1 1 0 0,1-1-1 0 0,-1 1 0 0 0,1 0 0 0 0,-1-1 0 0 0,0 1 1 0 0,0 0-1 0 0,0 0 0 0 0,0 0 0 0 0,-1 1 1 0 0,1-1-1 0 0,0 0 0 0 0,-1 1 0 0 0,1 0 0 0 0,-1-1 1 0 0,1 1-1 0 0,-1 0 0 0 0,0 0 0 0 0,1 1 1 0 0,-1-1-1 0 0,-5 0 0 0 0,-2 0 38 0 0,0 0-1 0 0,1 1 1 0 0,-1 0 0 0 0,0 1-1 0 0,1 0 1 0 0,-1 1 0 0 0,1-1 0 0 0,-1 2-1 0 0,1 0 1 0 0,-13 5 0 0 0,0 1 34 0 0,1 2 1 0 0,0 0-1 0 0,-22 17 1 0 0,26-15-139 0 0,0 1 0 0 0,1 0 1 0 0,0 1-1 0 0,1 1 0 0 0,1 1 0 0 0,-17 25 0 0 0,23-32-68 0 0,2 1-1 0 0,-1 0 0 0 0,2 0 1 0 0,-1 0-1 0 0,1 1 0 0 0,1 0 1 0 0,0 0-1 0 0,1 0 0 0 0,1 1 1 0 0,-1-1-1 0 0,2 1 0 0 0,-1 16 1 0 0,2-25-21 0 0,0 0 1 0 0,1 0-1 0 0,-1 0 1 0 0,1 0 0 0 0,0 0-1 0 0,0 0 1 0 0,0 0 0 0 0,0-1-1 0 0,1 1 1 0 0,-1 0-1 0 0,1-1 1 0 0,0 1 0 0 0,0-1-1 0 0,1 0 1 0 0,-1 0-1 0 0,0 0 1 0 0,1 0 0 0 0,0 0-1 0 0,0 0 1 0 0,0-1-1 0 0,0 1 1 0 0,0-1 0 0 0,1 0-1 0 0,-1 0 1 0 0,0 0 0 0 0,1 0-1 0 0,0-1 1 0 0,-1 0-1 0 0,1 1 1 0 0,0-1 0 0 0,0 0-1 0 0,0-1 1 0 0,0 1-1 0 0,0-1 1 0 0,5 0 0 0 0,-1 0-72 0 0,1 0 0 0 0,-1-1 0 0 0,1 0 0 0 0,-1 0 0 0 0,1-1 0 0 0,-1 0 0 0 0,0-1 0 0 0,0 0 0 0 0,0 0 0 0 0,0-1 0 0 0,-1 0 1 0 0,1 0-1 0 0,-1-1 0 0 0,0 0 0 0 0,11-10 0 0 0,-1-3-65 0 0,-2 0 0 0 0,0-1 1 0 0,-2-1-1 0 0,19-34 0 0 0,35-90 217 0 0,-61 129 8 0 0,-1 10 226 0 0,-4 15-110 0 0,-3 25 68 0 0,1-27-154 0 0,-4 48 147 0 0,-1 35-87 0 0,6-80-156 0 0,0-1 0 0 0,1 0 0 0 0,0 1 0 0 0,1-1 0 0 0,1 0 0 0 0,4 15 0 0 0,-4-20-13 0 0,0 0-1 0 0,0 0 1 0 0,0 0-1 0 0,1 0 1 0 0,-1-1-1 0 0,1 0 1 0 0,0 0-1 0 0,0 0 1 0 0,1 0-1 0 0,-1-1 1 0 0,1 1 0 0 0,0-1-1 0 0,0 0 1 0 0,0-1-1 0 0,0 1 1 0 0,0-1-1 0 0,0 0 1 0 0,1 0-1 0 0,-1-1 1 0 0,12 2-1 0 0,-4 0-23 0 0,2-2-1 0 0,-1 0 0 0 0,0 0 1 0 0,0-1-1 0 0,0-1 1 0 0,0 0-1 0 0,20-5 0 0 0,-20 2-74 0 0,0 0 0 0 0,-1-1 1 0 0,0 0-1 0 0,0-1 0 0 0,0-1 0 0 0,-1 0 0 0 0,18-13 0 0 0,-12 6-85 0 0,-1-1 0 0 0,-1 0 0 0 0,-1-1 0 0 0,16-22 0 0 0,3-10-314 0 0,-3-2-1 0 0,44-92 0 0 0,-53 93 327 0 0,-2 0 0 0 0,-1-1 0 0 0,-3-1-1 0 0,-3-1 1 0 0,14-95 0 0 0,-26 130 181 0 0,0 0 0 0 0,-1-1 0 0 0,-2-16 0 0 0,1 26-1 0 0,0 0 1 0 0,-1 1-1 0 0,0-1 1 0 0,0 1-1 0 0,0-1 1 0 0,-1 1 0 0 0,0 0-1 0 0,-1 0 1 0 0,-4-7-1 0 0,7 12-12 0 0,-1 0-1 0 0,1 0 0 0 0,-1 0 0 0 0,1 1 1 0 0,-1-1-1 0 0,0 0 0 0 0,0 1 0 0 0,0 0 1 0 0,0-1-1 0 0,0 1 0 0 0,0 0 1 0 0,0 0-1 0 0,0 0 0 0 0,0 0 0 0 0,-1 1 1 0 0,1-1-1 0 0,0 0 0 0 0,-1 1 0 0 0,1 0 1 0 0,0 0-1 0 0,-1-1 0 0 0,1 1 1 0 0,0 1-1 0 0,-1-1 0 0 0,1 0 0 0 0,0 0 1 0 0,-1 1-1 0 0,1 0 0 0 0,0-1 0 0 0,-1 1 1 0 0,-2 1-1 0 0,-4 3 17 0 0,1-1 0 0 0,0 1 0 0 0,0 0 1 0 0,1 0-1 0 0,-1 1 0 0 0,-11 12 0 0 0,2 1 115 0 0,0 1 0 0 0,2 0 0 0 0,0 1 0 0 0,2 0 0 0 0,0 1 0 0 0,-14 35 0 0 0,8-8 169 0 0,1 1 1 0 0,-11 57-1 0 0,17-50-78 0 0,-10 108 0 0 0,20-133-183 0 0,2-1 1 0 0,1 1-1 0 0,1-1 1 0 0,2 0-1 0 0,8 35 1 0 0,-10-58-41 0 0,0-1-1 0 0,0 0 1 0 0,1 0 0 0 0,0 0-1 0 0,0 0 1 0 0,0-1 0 0 0,1 1 0 0 0,0-1-1 0 0,0 0 1 0 0,1 0 0 0 0,-1 0 0 0 0,1-1-1 0 0,1 0 1 0 0,-1 0 0 0 0,1 0 0 0 0,0 0-1 0 0,0-1 1 0 0,0 0 0 0 0,1 0 0 0 0,-1-1-1 0 0,1 0 1 0 0,0 0 0 0 0,0 0-1 0 0,0-1 1 0 0,0 0 0 0 0,1 0 0 0 0,-1-1-1 0 0,0 0 1 0 0,14 0 0 0 0,-3-2-90 0 0,0-1-1 0 0,0-1 1 0 0,0-1 0 0 0,0 0-1 0 0,-1-1 1 0 0,1-1 0 0 0,-1-1-1 0 0,-1 0 1 0 0,1-1 0 0 0,-1-1 0 0 0,-1 0-1 0 0,28-22 1 0 0,-9 3-171 0 0,-1-2 0 0 0,-2-1 0 0 0,-1-2 0 0 0,31-41 1 0 0,-20 17-142 0 0,-2-2 1 0 0,54-111-1 0 0,-71 120 334 0 0,-1-1-1 0 0,-3 0 1 0 0,-3-2-1 0 0,11-59 1 0 0,-22 88 118 0 0,-2 0 1 0 0,1-27-1 0 0,-3 42-24 0 0,0 1 0 0 0,-1-1-1 0 0,0 1 1 0 0,-1-1 0 0 0,1 1-1 0 0,-1 0 1 0 0,-1 0 0 0 0,0 0-1 0 0,-6-12 1 0 0,9 19-26 0 0,-1-1-1 0 0,0 1 1 0 0,1 0 0 0 0,-1 0-1 0 0,0 0 1 0 0,0 0 0 0 0,0 0 0 0 0,0 0-1 0 0,0 0 1 0 0,0 0 0 0 0,0 0 0 0 0,0 1-1 0 0,0-1 1 0 0,0 0 0 0 0,-1 1 0 0 0,1-1-1 0 0,0 1 1 0 0,0-1 0 0 0,-1 1-1 0 0,1-1 1 0 0,0 1 0 0 0,-1 0 0 0 0,1 0-1 0 0,-3 0 1 0 0,1 0 4 0 0,0 1 1 0 0,1-1-1 0 0,-1 1 0 0 0,0 0 0 0 0,0 0 0 0 0,0 0 1 0 0,1 1-1 0 0,-1-1 0 0 0,1 0 0 0 0,-1 1 1 0 0,-2 2-1 0 0,-6 5 75 0 0,1 1 0 0 0,0 0 0 0 0,-17 22 1 0 0,-14 26 351 0 0,3 1 1 0 0,-55 115 0 0 0,-30 142 399 0 0,113-282-790 0 0,1 1 0 0 0,1 0-1 0 0,3 0 1 0 0,0 1 0 0 0,2-1-1 0 0,2 1 1 0 0,5 51 0 0 0,-3-79-190 0 0,0 0 0 0 0,1-1 1 0 0,1 1-1 0 0,-1-1 0 0 0,1 1 1 0 0,0-1-1 0 0,1 0 0 0 0,-1 0 1 0 0,1 0-1 0 0,1-1 0 0 0,-1 1 1 0 0,1-1-1 0 0,1 0 0 0 0,-1 0 1 0 0,1-1-1 0 0,0 0 0 0 0,0 0 1 0 0,0 0-1 0 0,1-1 0 0 0,-1 0 0 0 0,1 0 1 0 0,0 0-1 0 0,1-1 0 0 0,-1 0 1 0 0,0-1-1 0 0,1 0 0 0 0,0 0 1 0 0,-1 0-1 0 0,1-1 0 0 0,0 0 1 0 0,0-1-1 0 0,0 1 0 0 0,0-2 1 0 0,0 1-1 0 0,-1-1 0 0 0,1 0 1 0 0,0-1-1 0 0,0 1 0 0 0,-1-2 1 0 0,12-3-1 0 0,-4-2-89 0 0,1 0 0 0 0,-1-1-1 0 0,0 0 1 0 0,-1-1 0 0 0,0-1 0 0 0,-1 0 0 0 0,0-1 0 0 0,-1-1-1 0 0,0 0 1 0 0,-1 0 0 0 0,12-19 0 0 0,9-19 1482 0 0,49-104 1 0 0,-60 109 46 0 0,14-29 987 0 0,-34 73-1734 0 0,0 2-525 0 0,0 0-1 0 0,-1 0 1 0 0,1 1-1 0 0,0-1 0 0 0,0 0 1 0 0,-1 1-1 0 0,1-1 1 0 0,-1 0-1 0 0,1 1 1 0 0,0-1-1 0 0,-1 1 1 0 0,1-1-1 0 0,-1 1 0 0 0,1-1 1 0 0,-1 1-1 0 0,1-1 1 0 0,-1 1-1 0 0,1 0 1 0 0,-1-1-1 0 0,0 1 1 0 0,1 0-1 0 0,-1-1 1 0 0,0 1-1 0 0,0 0 0 0 0,1-1 1 0 0,-1 1-1 0 0,0 0 1 0 0,0 0-1 0 0,0 1 1 0 0,3 27 271 0 0,-3-24-229 0 0,3 29 200 0 0,1 0-1 0 0,12 52 1 0 0,-13-74-237 0 0,1-1 1 0 0,-1 0 0 0 0,2 1 0 0 0,0-1 0 0 0,0-1 0 0 0,1 1-1 0 0,0-1 1 0 0,1 0 0 0 0,0 0 0 0 0,16 16 0 0 0,-21-23-24 0 0,1-1 0 0 0,0 0-1 0 0,0 0 1 0 0,0 0 0 0 0,0 0 0 0 0,0 0 0 0 0,0-1 0 0 0,0 1 0 0 0,0-1 0 0 0,1 0 0 0 0,-1 0 0 0 0,1 0 0 0 0,-1 0-1 0 0,1-1 1 0 0,-1 1 0 0 0,6-1 0 0 0,-4-1 6 0 0,0 1-1 0 0,-1-1 1 0 0,1-1-1 0 0,0 1 1 0 0,-1 0-1 0 0,1-1 1 0 0,-1 0-1 0 0,1 0 0 0 0,-1-1 1 0 0,7-4-1 0 0,1-3 11 0 0,0 0 0 0 0,-1 0-1 0 0,0-2 1 0 0,-1 1 0 0 0,0-1-1 0 0,11-19 1 0 0,-5 5 12 0 0,17-42-1 0 0,0-1 12 0 0,-21 50-80 0 0,-11 17 28 0 0,-4 3 41 0 0,-4 8 43 0 0,0-1-1 0 0,0 1 0 0 0,1 0 1 0 0,0 1-1 0 0,1 0 1 0 0,-8 17-1 0 0,-4 7 140 0 0,-46 90 1146 0 0,-85 239-1 0 0,0 144 383 0 0,109-338-1376 0 0,-47 161 236 0 0,81-313-473 0 0,-1 0 0 0 0,-1 0 1 0 0,-1 0-1 0 0,0-1 1 0 0,-1 0-1 0 0,-1-1 0 0 0,-22 26 1 0 0,29-37-100 0 0,-1 0 0 0 0,0 0 0 0 0,1-1 1 0 0,-2 1-1 0 0,1-1 0 0 0,0 0 0 0 0,-1 0 0 0 0,1-1 0 0 0,-1 1 1 0 0,0-1-1 0 0,0 0 0 0 0,1 0 0 0 0,-2-1 0 0 0,1 1 0 0 0,0-1 1 0 0,0 0-1 0 0,0-1 0 0 0,-1 1 0 0 0,1-1 0 0 0,0 0 0 0 0,0 0 1 0 0,-1-1-1 0 0,1 0 0 0 0,0 0 0 0 0,0 0 0 0 0,0 0 1 0 0,0-1-1 0 0,0 0 0 0 0,0 0 0 0 0,-9-5 0 0 0,6 2-29 0 0,0-1 0 0 0,0 0 0 0 0,1 0 0 0 0,0-1 0 0 0,0 1 0 0 0,0-2 1 0 0,1 1-1 0 0,0-1 0 0 0,0 0 0 0 0,1 0 0 0 0,0 0 0 0 0,1-1 0 0 0,0 0 0 0 0,-5-13 0 0 0,2-1-1 0 0,1 0-1 0 0,0 0 1 0 0,2-1 0 0 0,-3-41 0 0 0,7 43-6 0 0,0-1 1 0 0,1 1 0 0 0,2 0-1 0 0,0 0 1 0 0,1 1-1 0 0,1-1 1 0 0,1 1 0 0 0,1 0-1 0 0,1 0 1 0 0,1 0-1 0 0,0 2 1 0 0,2-1-1 0 0,0 1 1 0 0,2 0 0 0 0,0 1-1 0 0,0 1 1 0 0,2 0-1 0 0,0 1 1 0 0,1 1 0 0 0,27-21-1 0 0,-4 9-263 0 0,2 1-1 0 0,2 2 1 0 0,0 2-1 0 0,47-17 1 0 0,-5 8-2615 0 0,110-23 0 0 0,-86 25-4109 0 0,-103 27 6086 0 0,30-8-5564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4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56 4956 0 0,'-2'-2'3689'0'0,"-27"-22"6993"0"0,27 23-9960 0 0,-7-5-123 0 0,7 5-137 0 0,-7-7 653 0 0,6 5-2045 0 0,-6-8-1687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29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685 758 1040 0 0,'-9'4'1213'0'0,"1"1"0"0"0,-1-1 1 0 0,1 2-1 0 0,1-1 0 0 0,-1 1 0 0 0,-6 7 0 0 0,-16 21 1461 0 0,29-32-2533 0 0,0-1 1 0 0,0 1 0 0 0,0-1-1 0 0,0 1 1 0 0,0-1 0 0 0,1 1 0 0 0,-1-1-1 0 0,1 1 1 0 0,-1 0 0 0 0,0 2-1 0 0,1-4-93 0 0,0 1-1 0 0,0-1 1 0 0,0 1-1 0 0,0-1 1 0 0,0 1 0 0 0,0-1-1 0 0,0 0 1 0 0,0 1-1 0 0,1-1 1 0 0,-1 1-1 0 0,0-1 1 0 0,0 1 0 0 0,0-1-1 0 0,1 0 1 0 0,-1 1-1 0 0,0-1 1 0 0,0 0 0 0 0,1 1-1 0 0,-1-1 1 0 0,0 0-1 0 0,1 1 1 0 0,-1-1-1 0 0,0 0 1 0 0,1 0 0 0 0,-1 1-1 0 0,2-1 3 0 0,-1 1 0 0 0,1-1 0 0 0,-1 0 0 0 0,0 1 0 0 0,1-1 0 0 0,-1 0 0 0 0,0 0-1 0 0,1 0 1 0 0,-1 0 0 0 0,1-1 0 0 0,-1 1 0 0 0,0 0 0 0 0,1-1 0 0 0,-1 1 0 0 0,0 0 0 0 0,1-1 0 0 0,-1 0 0 0 0,0 1 0 0 0,3-2-1 0 0,10-8 39 0 0,-1-1-1 0 0,0 0 0 0 0,0-1 0 0 0,-1 0 0 0 0,-1 0 0 0 0,18-26 0 0 0,-8 6-53 0 0,33-68-1 0 0,-37 60-30 0 0,-2 0 0 0 0,-2-2-1 0 0,15-76 1 0 0,5-132 6 0 0,-30 231-4 0 0,-1 3-8 0 0,0-1 0 0 0,-1 0 1 0 0,-1 0-1 0 0,-3-21 1 0 0,2 34-11 0 0,0 4 13 0 0,1 0-1 0 0,0-1 1 0 0,0 1-1 0 0,0 0 1 0 0,-1-1 0 0 0,1 1-1 0 0,0 0 1 0 0,0 0 0 0 0,-1 0-1 0 0,1-1 1 0 0,0 1 0 0 0,-1 0-1 0 0,1 0 1 0 0,0 0 0 0 0,-1-1-1 0 0,1 1 1 0 0,0 0-1 0 0,-1 0 1 0 0,1 0 0 0 0,0 0-1 0 0,-1 0 1 0 0,1 0 0 0 0,0 0-1 0 0,-1 0 1 0 0,1 0 0 0 0,0 0-1 0 0,-1 0 1 0 0,1 0 0 0 0,0 0-1 0 0,-1 0 1 0 0,1 0-1 0 0,0 0 1 0 0,-1 1 0 0 0,1-1-1 0 0,0 0 1 0 0,-1 0 0 0 0,1 0-1 0 0,0 0 1 0 0,-1 1 0 0 0,1-1-1 0 0,0 0 1 0 0,0 0 0 0 0,-1 1-1 0 0,1-1 1 0 0,0 0 0 0 0,0 0-1 0 0,0 1 1 0 0,-1-1-1 0 0,1 0 1 0 0,0 1 0 0 0,0-1-1 0 0,0 0 1 0 0,0 1 0 0 0,0-1-1 0 0,0 0 1 0 0,0 1 0 0 0,-1-1-1 0 0,1 0 1 0 0,0 1 0 0 0,0 0-1 0 0,0-1 0 0 0,-12 29 4 0 0,1 0 0 0 0,1 1 1 0 0,2 1-1 0 0,-7 47 0 0 0,6-34 5 0 0,-143 845 303 0 0,44 7-2 0 0,50-447-239 0 0,37-290-39 0 0,1 38-46 0 0,20-189 7 0 0,-1 0 1 0 0,1 0-1 0 0,1 0 1 0 0,-1 0-1 0 0,1 0 1 0 0,4 14 0 0 0,-5-21 6 0 0,1 0 0 0 0,-1-1 0 0 0,1 1 1 0 0,-1 0-1 0 0,1 0 0 0 0,-1-1 0 0 0,1 1 1 0 0,0 0-1 0 0,-1-1 0 0 0,1 1 0 0 0,0-1 1 0 0,-1 1-1 0 0,1 0 0 0 0,0-1 0 0 0,0 0 1 0 0,0 1-1 0 0,-1-1 0 0 0,2 1 0 0 0,0-1 0 0 0,-1 1 0 0 0,0 0 0 0 0,0-1 0 0 0,0 0 0 0 0,0 1 1 0 0,0-1-1 0 0,0 1 0 0 0,0-1 0 0 0,0 0 0 0 0,0 0 1 0 0,0 0-1 0 0,1 0 0 0 0,-1 0 0 0 0,0 0 0 0 0,0 0 1 0 0,0 0-1 0 0,0 0 0 0 0,0 0 0 0 0,1-1 1 0 0,1 0-1 0 0,0 0-2 0 0,9-1 0 0 0,0-1-1 0 0,1 0 1 0 0,-1-2-1 0 0,0 1 1 0 0,-1-1 0 0 0,1-1-1 0 0,18-12 1 0 0,68-56 2 0 0,-91 68-1 0 0,5-5 5 0 0,1 1-1 0 0,-2-2 1 0 0,0 1-1 0 0,0-2 1 0 0,-1 1-1 0 0,-1-2 1 0 0,0 1 0 0 0,0-1-1 0 0,-2 0 1 0 0,0-1-1 0 0,0 0 1 0 0,-2 0 0 0 0,1 0-1 0 0,-2-1 1 0 0,0 1-1 0 0,-1-1 1 0 0,-1 0-1 0 0,0 0 1 0 0,-1-1 0 0 0,-1 1-1 0 0,-1 0 1 0 0,0 0-1 0 0,-1 0 1 0 0,-4-20 0 0 0,-3 7-13 0 0,0 0 1 0 0,-2 1-1 0 0,-1 0 1 0 0,-2 1-1 0 0,0 0 0 0 0,-2 1 1 0 0,0 1-1 0 0,-2 0 1 0 0,-1 1-1 0 0,-39-37 1 0 0,7 15 28 0 0,-2 3 1 0 0,-1 1-1 0 0,-103-56 1 0 0,97 63 2 0 0,11 9 14 0 0,2-3 0 0 0,1-1 1 0 0,-62-54-1 0 0,103 80-41 0 0,1-1 0 0 0,-1 0-1 0 0,1 1 1 0 0,0-2 0 0 0,0 1-1 0 0,1 0 1 0 0,0-1 0 0 0,0 0-1 0 0,0 1 1 0 0,-3-11 0 0 0,5 12 0 0 0,0 0 0 0 0,1 0 0 0 0,-1 0 0 0 0,1 0 0 0 0,0-1 0 0 0,0 1 0 0 0,0 0 1 0 0,1 0-1 0 0,0 0 0 0 0,-1 0 0 0 0,1 0 0 0 0,1 0 0 0 0,-1 0 0 0 0,0 0 0 0 0,1 0 0 0 0,0 0 0 0 0,3-4 1 0 0,5-6-134 0 0,0 1 1 0 0,0 1-1 0 0,1 0 1 0 0,1 0-1 0 0,0 1 0 0 0,0 0 1 0 0,1 1-1 0 0,15-8 1 0 0,120-61-1626 0 0,-119 64 1377 0 0,267-110-3297 0 0,-182 82 2010 0 0,185-101 1 0 0,-288 138 1913 0 0,0-1 0 0 0,-1 0 0 0 0,1-1 0 0 0,-2 0 1 0 0,1 0-1 0 0,-1-1 0 0 0,0 0 0 0 0,-1-1 1 0 0,0 0-1 0 0,0 0 0 0 0,-2-1 0 0 0,1 0 0 0 0,6-14 1 0 0,-13 23-152 0 0,1 1 1 0 0,-1-1 0 0 0,1 0 0 0 0,-1 0 0 0 0,0 0 0 0 0,0 0 0 0 0,0 0-1 0 0,0 0 1 0 0,0 0 0 0 0,0 0 0 0 0,-1 0 0 0 0,1 0 0 0 0,-1 1-1 0 0,1-1 1 0 0,-1 0 0 0 0,0 0 0 0 0,1 0 0 0 0,-1 1 0 0 0,0-1-1 0 0,0 0 1 0 0,0 1 0 0 0,-1-1 0 0 0,1 1 0 0 0,0-1 0 0 0,0 1 0 0 0,-1 0-1 0 0,-2-3 1 0 0,1 3-9 0 0,0 0 0 0 0,0 1 0 0 0,-1-1-1 0 0,1 1 1 0 0,0-1 0 0 0,0 1 0 0 0,0 0-1 0 0,-1 0 1 0 0,1 0 0 0 0,0 1 0 0 0,0-1 0 0 0,0 1-1 0 0,0 0 1 0 0,0 0 0 0 0,-4 1 0 0 0,0 2 23 0 0,0-1 0 0 0,0 1 0 0 0,1 0 0 0 0,-1 0 0 0 0,1 1 0 0 0,-7 6 0 0 0,0 3 53 0 0,0 0-1 0 0,1 1 0 0 0,0 0 1 0 0,-15 26-1 0 0,16-21-62 0 0,0 0 1 0 0,2 1-1 0 0,0 1 0 0 0,-10 40 0 0 0,16-51-82 0 0,1 0-1 0 0,1 1 1 0 0,-1-1-1 0 0,2 0 1 0 0,0 1-1 0 0,0-1 0 0 0,1 1 1 0 0,0-1-1 0 0,1 1 1 0 0,0-1-1 0 0,7 18 0 0 0,-7-24-5 0 0,0-1 0 0 0,0 1 0 0 0,0-1 0 0 0,1 1-1 0 0,0-1 1 0 0,-1 0 0 0 0,2 0 0 0 0,-1 0 0 0 0,0 0-1 0 0,1-1 1 0 0,0 1 0 0 0,0-1 0 0 0,0 0-1 0 0,0 0 1 0 0,9 4 0 0 0,-7-4-12 0 0,1-1 0 0 0,0 0-1 0 0,0 0 1 0 0,-1-1 0 0 0,1 1 0 0 0,0-1 0 0 0,0-1 0 0 0,0 0-1 0 0,1 0 1 0 0,9-1 0 0 0,-1-2-65 0 0,-1 0 0 0 0,1-1 0 0 0,-1 0 0 0 0,0-1 1 0 0,0-1-1 0 0,-1-1 0 0 0,0 0 0 0 0,0 0 0 0 0,22-17 0 0 0,-16 7-31 0 0,-1 0-1 0 0,0-1 1 0 0,-2-1-1 0 0,0-1 1 0 0,-1 0-1 0 0,-1-1 1 0 0,0-1-1 0 0,12-27 1 0 0,-17 29 55 0 0,-1 0-1 0 0,-2 0 1 0 0,0 0 0 0 0,0-1 0 0 0,-2 0 0 0 0,-1 0 0 0 0,-1-1 0 0 0,0 1 0 0 0,-2-1-1 0 0,-1-27 1 0 0,-1 38 38 0 0,0 1 0 0 0,-1-1 0 0 0,-1 1 0 0 0,1 0-1 0 0,-2-1 1 0 0,1 1 0 0 0,-1 1 0 0 0,-9-17 0 0 0,10 21 15 0 0,0 0 1 0 0,-1 1 0 0 0,0-1-1 0 0,1 0 1 0 0,-2 1 0 0 0,1 0-1 0 0,0 0 1 0 0,-1 0 0 0 0,0 1-1 0 0,0-1 1 0 0,0 1 0 0 0,0 0-1 0 0,0 0 1 0 0,-1 1 0 0 0,1 0-1 0 0,-7-2 1 0 0,8 3 5 0 0,-1 1 1 0 0,1 0-1 0 0,0-1 1 0 0,-1 2-1 0 0,1-1 0 0 0,0 0 1 0 0,0 1-1 0 0,-1 0 0 0 0,1 0 1 0 0,0 0-1 0 0,0 0 1 0 0,0 1-1 0 0,0-1 0 0 0,0 1 1 0 0,0 0-1 0 0,1 1 0 0 0,-1-1 1 0 0,1 1-1 0 0,-1-1 1 0 0,1 1-1 0 0,-4 4 0 0 0,0 0 20 0 0,0 1-1 0 0,0-1 0 0 0,1 2 1 0 0,0-1-1 0 0,1 1 1 0 0,0 0-1 0 0,-7 14 0 0 0,9-14-15 0 0,0 0-1 0 0,0 0 0 0 0,1 0 1 0 0,0 0-1 0 0,0 1 0 0 0,1-1 0 0 0,1 1 1 0 0,-1-1-1 0 0,2 1 0 0 0,-1-1 1 0 0,1 0-1 0 0,3 12 0 0 0,-3-15-13 0 0,1 0-1 0 0,0 0 0 0 0,1-1 1 0 0,-1 1-1 0 0,1-1 0 0 0,0 1 1 0 0,0-1-1 0 0,1 0 0 0 0,-1 0 1 0 0,1-1-1 0 0,0 1 1 0 0,1-1-1 0 0,-1 0 0 0 0,1 0 1 0 0,0 0-1 0 0,0-1 0 0 0,0 1 1 0 0,0-1-1 0 0,1 0 0 0 0,5 2 1 0 0,3 0-52 0 0,-1-1 1 0 0,1 0-1 0 0,-1-1 1 0 0,1 0-1 0 0,0-1 1 0 0,0-1 0 0 0,0 0-1 0 0,23-2 1 0 0,-16-1-97 0 0,0-1 1 0 0,-1-1-1 0 0,1-1 1 0 0,-1-1-1 0 0,26-11 1 0 0,-16 3-71 0 0,-1-1-1 0 0,0-1 1 0 0,-1-2 0 0 0,0-1 0 0 0,-2-1-1 0 0,0-1 1 0 0,27-30 0 0 0,-25 21 121 0 0,-1-2 0 0 0,-1 0 1 0 0,-2-2-1 0 0,-1-1 0 0 0,-2 0 0 0 0,-2-2 1 0 0,-1 0-1 0 0,-2-1 0 0 0,20-70 0 0 0,-31 88 168 0 0,-2 0-1 0 0,0-1 0 0 0,0-33 1 0 0,-3 43-14 0 0,-1 0 0 0 0,0-1 0 0 0,-1 1 0 0 0,0 0 0 0 0,0 0 0 0 0,-1 0 0 0 0,-1 0 0 0 0,-5-11 0 0 0,9 21-51 0 0,-1-1 0 0 0,1 1 0 0 0,-1 0-1 0 0,0-1 1 0 0,0 1 0 0 0,1 0 0 0 0,-1 0 0 0 0,0-1 0 0 0,0 1 0 0 0,0 0 0 0 0,0 0 0 0 0,-1 0 0 0 0,1 0 0 0 0,0 0 0 0 0,0 0 0 0 0,-1 1 0 0 0,1-1-1 0 0,0 0 1 0 0,-1 0 0 0 0,1 1 0 0 0,-1-1 0 0 0,1 1 0 0 0,-1 0 0 0 0,1-1 0 0 0,-1 1 0 0 0,1 0 0 0 0,-1 0 0 0 0,1 0 0 0 0,-1 0 0 0 0,1 0 0 0 0,-1 0-1 0 0,1 0 1 0 0,-1 1 0 0 0,1-1 0 0 0,-1 0 0 0 0,1 1 0 0 0,-1 0 0 0 0,1-1 0 0 0,0 1 0 0 0,-1 0 0 0 0,1-1 0 0 0,0 1 0 0 0,-3 2 0 0 0,-4 3 58 0 0,1 0 0 0 0,-1 1 1 0 0,1 0-1 0 0,0 1 0 0 0,-7 10 1 0 0,-8 12 157 0 0,1 2 0 0 0,2 1 1 0 0,-20 45-1 0 0,-32 111 404 0 0,49-120-316 0 0,-24 136 1 0 0,41-175-285 0 0,2-1 0 0 0,1 2 0 0 0,2-1 0 0 0,1 0 0 0 0,1 0 1 0 0,1 0-1 0 0,10 40 0 0 0,-10-60-29 0 0,0-1 1 0 0,1 1 0 0 0,0 0-1 0 0,0-1 1 0 0,1 0 0 0 0,0 0-1 0 0,1 0 1 0 0,0 0 0 0 0,0-1-1 0 0,1 0 1 0 0,0-1 0 0 0,14 13-1 0 0,-14-15-39 0 0,0 0-1 0 0,1-1 0 0 0,-1 1 0 0 0,1-2 0 0 0,0 1 0 0 0,0-1 0 0 0,1 0 0 0 0,-1-1 0 0 0,1 0 0 0 0,-1 0 0 0 0,1-1 0 0 0,0 0 0 0 0,-1 0 1 0 0,1-1-1 0 0,13-1 0 0 0,3-2-156 0 0,-1-1 1 0 0,0-1-1 0 0,-1-1 0 0 0,1 0 1 0 0,-1-2-1 0 0,0-1 1 0 0,-1-1-1 0 0,27-16 1 0 0,-21 8-94 0 0,0-2 0 0 0,-1 0 0 0 0,-1-2 0 0 0,-1 0 0 0 0,31-38 0 0 0,-18 12 113 0 0,-2-2-1 0 0,-2-1 0 0 0,-3-2 1 0 0,-2-1-1 0 0,-2-2 1 0 0,24-70-1 0 0,-38 88 451 0 0,-1-2 0 0 0,12-75 0 0 0,-21 97-92 0 0,-1-1 0 0 0,-1 0 1 0 0,-1 0-1 0 0,-1 1 1 0 0,0-1-1 0 0,-2 0 1 0 0,0 1-1 0 0,-9-30 0 0 0,11 45-127 0 0,0-1-1 0 0,0 0 1 0 0,-1 0-1 0 0,0 1 1 0 0,0-1-1 0 0,0 1 1 0 0,0 0-1 0 0,0-1 1 0 0,-1 1-1 0 0,0 0 0 0 0,1 1 1 0 0,-1-1-1 0 0,0 0 1 0 0,-5-3-1 0 0,7 6-31 0 0,-1-1-1 0 0,1 1 0 0 0,0 0 1 0 0,-1 0-1 0 0,1-1 1 0 0,-1 1-1 0 0,1 0 1 0 0,0 0-1 0 0,-1 0 1 0 0,1 0-1 0 0,-1 1 0 0 0,1-1 1 0 0,0 0-1 0 0,-1 0 1 0 0,1 1-1 0 0,-3 0 1 0 0,1 0 41 0 0,-1 1-8 0 0,0-1-1 0 0,0 1 1 0 0,0-1-1 0 0,1 1 1 0 0,-1 0-1 0 0,0 1 1 0 0,1-1-1 0 0,0 1 1 0 0,-1-1 0 0 0,-4 7-1 0 0,-26 33 285 0 0,31-37-297 0 0,-27 40 72 0 0,3 1 0 0 0,1 2 0 0 0,3 0-1 0 0,1 1 1 0 0,3 2 0 0 0,2 0 0 0 0,3 1 0 0 0,1 0-1 0 0,3 1 1 0 0,2 0 0 0 0,3 1 0 0 0,1 68-1 0 0,5-102-255 0 0,0 1-1 0 0,1-1 0 0 0,2 1 0 0 0,0-1 0 0 0,1 0 0 0 0,1 0 1 0 0,16 37-1 0 0,-17-48-51 0 0,0 1 0 0 0,1-1 1 0 0,0 0-1 0 0,0 0 0 0 0,1-1 1 0 0,0 0-1 0 0,1 0 1 0 0,0 0-1 0 0,0-1 0 0 0,1 0 1 0 0,-1-1-1 0 0,2 0 0 0 0,-1-1 1 0 0,0 1-1 0 0,1-2 0 0 0,20 8 1 0 0,-15-8-341 0 0,0 0 0 0 0,1-1 0 0 0,-1 0 0 0 0,1-1 1 0 0,-1-1-1 0 0,1 0 0 0 0,0-2 0 0 0,-1 1 0 0 0,1-2 1 0 0,-1 0-1 0 0,1-1 0 0 0,14-5 0 0 0,5-4-1726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29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125 197 1368 0 0,'2'-25'3459'0'0,"-3"-47"1"0"0,1 63-2823 0 0,-2 0 0 0 0,1-1 1 0 0,-1 1-1 0 0,-1 0 0 0 0,1 0 1 0 0,-2 0-1 0 0,-7-16 0 0 0,11 24-607 0 0,0 1 0 0 0,-1-1 0 0 0,1 0 0 0 0,0 1 0 0 0,-1-1 0 0 0,1 1 0 0 0,-1-1 0 0 0,1 1 0 0 0,0-1 0 0 0,-1 1 0 0 0,1-1 0 0 0,-1 1 0 0 0,0-1-1 0 0,1 1 1 0 0,-1 0 0 0 0,1-1 0 0 0,-1 1 0 0 0,0 0 0 0 0,1-1 0 0 0,-1 1 0 0 0,1 0 0 0 0,-1 0 0 0 0,0 0 0 0 0,1 0 0 0 0,-1 0 0 0 0,0-1 0 0 0,1 1 0 0 0,-1 0 0 0 0,0 0 0 0 0,0 1 0 0 0,1-1-1 0 0,-1 0 1 0 0,0 0 0 0 0,1 0 0 0 0,-1 0 0 0 0,1 1 0 0 0,-1-1 0 0 0,0 0 0 0 0,1 0 0 0 0,-1 1 0 0 0,1-1 0 0 0,-1 1 0 0 0,0-1 0 0 0,1 0 0 0 0,-1 1 0 0 0,1-1 0 0 0,-1 2 0 0 0,-17 23 410 0 0,7 1-269 0 0,1 1 0 0 0,1 1 1 0 0,2 0-1 0 0,1 0 0 0 0,1 1 1 0 0,1-1-1 0 0,1 58 1 0 0,3-69-155 0 0,0-1 0 0 0,2 1 0 0 0,0-1 0 0 0,0 0 1 0 0,2 0-1 0 0,9 29 0 0 0,-11-41-16 0 0,0 0-1 0 0,-1 0 1 0 0,2 1-1 0 0,-1-1 1 0 0,0-1 0 0 0,1 1-1 0 0,0 0 1 0 0,0-1-1 0 0,0 1 1 0 0,0-1-1 0 0,0 0 1 0 0,1 0 0 0 0,0 0-1 0 0,-1 0 1 0 0,1-1-1 0 0,0 1 1 0 0,0-1-1 0 0,0 0 1 0 0,1-1 0 0 0,-1 1-1 0 0,0-1 1 0 0,1 1-1 0 0,-1-1 1 0 0,1-1 0 0 0,-1 1-1 0 0,1 0 1 0 0,0-1-1 0 0,7-1 1 0 0,-4 1-51 0 0,0-1 0 0 0,-1-1-1 0 0,1 1 1 0 0,0-1 0 0 0,0-1 0 0 0,-1 0 0 0 0,1 0 0 0 0,-1 0 0 0 0,0-1 0 0 0,0 0-1 0 0,0 0 1 0 0,-1-1 0 0 0,10-7 0 0 0,-8 3-10 0 0,1 1 1 0 0,-2-1-1 0 0,1 0 0 0 0,-2 0 0 0 0,1-1 0 0 0,-1 0 0 0 0,0 0 1 0 0,7-22-1 0 0,-8 19 27 0 0,-1 0 1 0 0,0-1-1 0 0,-2 1 1 0 0,1-1-1 0 0,-1 0 1 0 0,-1 0-1 0 0,-1-19 1 0 0,-1 23 44 0 0,0 0 0 0 0,0 0 0 0 0,-1 0 0 0 0,0 0 0 0 0,-1 1 0 0 0,0-1 0 0 0,0 1 0 0 0,-1-1 0 0 0,-1 1 0 0 0,-6-11 0 0 0,4 9 14 0 0,-1-1 0 0 0,-1 1-1 0 0,0 1 1 0 0,0-1 0 0 0,-12-9 0 0 0,1 6-11 0 0,14 14-13 0 0,2 0 2 0 0,0-1 2 0 0,0 0 1 0 0,0 0-1 0 0,0 1 1 0 0,-1-1 0 0 0,1 1-1 0 0,-5 0 1 0 0,7 0-5 0 0,0 0-1 0 0,1 1 1 0 0,-1-1 0 0 0,0 0 0 0 0,0 1 0 0 0,1-1 0 0 0,-1 1 0 0 0,0-1-1 0 0,1 1 1 0 0,-1 0 0 0 0,1 0 0 0 0,-1 0 0 0 0,1 0 0 0 0,-1 0 0 0 0,1 0-1 0 0,-1 0 1 0 0,0 2 0 0 0,1-2 1 0 0,-1 1-49 0 0,1-1 0 0 0,0 1 0 0 0,-1 0 0 0 0,1 0 0 0 0,0 0 0 0 0,0 0 1 0 0,0 0-1 0 0,0 0 0 0 0,0 0 0 0 0,0 0 0 0 0,1 0 0 0 0,-1 0 0 0 0,1 0 1 0 0,0 0-1 0 0,-1 1 0 0 0,1-1 0 0 0,0 0 0 0 0,0 0 0 0 0,0 0 0 0 0,1 1 1 0 0,-1-1-1 0 0,0 0 0 0 0,2 3 0 0 0,1 0-224 0 0,0 0 0 0 0,1 0 0 0 0,0-1 0 0 0,0 1 0 0 0,0-1 1 0 0,0 0-1 0 0,1 0 0 0 0,-1 0 0 0 0,1-1 0 0 0,0 0 0 0 0,0 0 0 0 0,1 0 0 0 0,-1 0 0 0 0,0-1 0 0 0,9 3 1 0 0,12 2-1367 0 0,0 0 1 0 0,30 3 0 0 0,-53-9 1417 0 0,31 3-2496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128 249 640 0 0,'0'-2'2160'0'0,"0"-1"-1608"0"0,-1 0-1 0 0,1-1 1 0 0,-1 1 0 0 0,0 0-1 0 0,0 0 1 0 0,0 0-1 0 0,-1 1 1 0 0,1-1-1 0 0,-1 0 1 0 0,1 0-1 0 0,-1 1 1 0 0,0-1 0 0 0,0 1-1 0 0,-4-5 1 0 0,4 6 45 0 0,0 0 19 0 0,1 1-558 0 0,0-1 1 0 0,0 1-1 0 0,0 0 1 0 0,0-1-1 0 0,0 1 1 0 0,0 0-1 0 0,0 0 0 0 0,0 0 1 0 0,0 0-1 0 0,-1 0 1 0 0,1 0-1 0 0,0 0 1 0 0,-2 0-1 0 0,-3 5 134 0 0,0 1-1 0 0,0 0 1 0 0,1 0-1 0 0,-1 0 1 0 0,1 0 0 0 0,1 1-1 0 0,-1 0 1 0 0,1 0-1 0 0,0 0 1 0 0,1 1-1 0 0,0-1 1 0 0,0 1 0 0 0,-3 13-1 0 0,1 0-73 0 0,0 1 0 0 0,2-1 0 0 0,0 1-1 0 0,1 25 1 0 0,2-35-94 0 0,1 0 0 0 0,0 0 0 0 0,0 0-1 0 0,1 0 1 0 0,6 19 0 0 0,-7-27-25 0 0,0-1 0 0 0,0 0 0 0 0,1 0-1 0 0,-1 0 1 0 0,1 0 0 0 0,0 0 0 0 0,0 0 0 0 0,0 0 0 0 0,0-1 0 0 0,0 1-1 0 0,0 0 1 0 0,1-1 0 0 0,-1 0 0 0 0,1 0 0 0 0,0 0 0 0 0,0 0 0 0 0,0 0-1 0 0,0 0 1 0 0,0-1 0 0 0,0 1 0 0 0,0-1 0 0 0,0 0 0 0 0,1 0 0 0 0,-1 0-1 0 0,0-1 1 0 0,5 1 0 0 0,1-1-122 0 0,0 0-1 0 0,0-1 0 0 0,1 0 1 0 0,-1-1-1 0 0,0 0 0 0 0,0-1 1 0 0,-1 0-1 0 0,1 0 1 0 0,-1 0-1 0 0,1-1 0 0 0,-1-1 1 0 0,0 1-1 0 0,-1-1 1 0 0,1-1-1 0 0,-1 1 0 0 0,7-8 1 0 0,-2 2 31 0 0,0-1 0 0 0,-1 0 1 0 0,-1 0-1 0 0,0-1 0 0 0,-1-1 0 0 0,0 0 1 0 0,-1 0-1 0 0,10-25 0 0 0,8-37 1496 0 0,-22 69-923 0 0,-2 8-143 0 0,0 16 18 0 0,0 33-123 0 0,-2-48-196 0 0,-1 6-19 0 0,2 0 0 0 0,-1 0 0 0 0,1 0 1 0 0,1 0-1 0 0,-1 0 0 0 0,1 0 0 0 0,0-1 1 0 0,1 1-1 0 0,0-1 0 0 0,0 1 1 0 0,1-1-1 0 0,0 0 0 0 0,7 9 0 0 0,-8-12-13 0 0,1 0 0 0 0,0 0 1 0 0,0 0-1 0 0,0-1 0 0 0,1 0 0 0 0,-1 0 0 0 0,1 0 0 0 0,0 0 0 0 0,0-1 0 0 0,0 1 0 0 0,0-1 0 0 0,0 0 0 0 0,0-1 0 0 0,0 1 0 0 0,1-1 0 0 0,-1 0 0 0 0,1-1 0 0 0,-1 1 0 0 0,1-1 0 0 0,7-1 1 0 0,2 0-41 0 0,0-1 0 0 0,-1-1 0 0 0,1 0 0 0 0,-1-1 0 0 0,1-1 0 0 0,-1 0 0 0 0,-1-1 0 0 0,1 0 0 0 0,-1-1 1 0 0,0-1-1 0 0,-1 0 0 0 0,1-1 0 0 0,-2 0 0 0 0,1-1 0 0 0,-1 0 0 0 0,-1-1 0 0 0,0 0 0 0 0,0 0 0 0 0,-1-1 1 0 0,-1 0-1 0 0,0-1 0 0 0,-1 0 0 0 0,0 0 0 0 0,-1-1 0 0 0,0 0 0 0 0,-1 0 0 0 0,-1 0 0 0 0,4-18 0 0 0,-6 16 10 0 0,0 0 0 0 0,-2 0 0 0 0,0-17-1 0 0,-1 25 30 0 0,1 1 0 0 0,-2 0 0 0 0,1 0 0 0 0,-1 0 1 0 0,0-1-1 0 0,0 2 0 0 0,-1-1 0 0 0,-6-11 0 0 0,8 16-1 0 0,1 1 1 0 0,-1-1-1 0 0,0 1 0 0 0,0 0 1 0 0,0-1-1 0 0,0 1 1 0 0,0 0-1 0 0,-1-1 0 0 0,1 1 1 0 0,0 0-1 0 0,-1 0 1 0 0,1 0-1 0 0,0 0 1 0 0,-1 1-1 0 0,1-1 0 0 0,-1 0 1 0 0,1 1-1 0 0,-1-1 1 0 0,0 1-1 0 0,1-1 0 0 0,-1 1 1 0 0,0-1-1 0 0,-1 1 1 0 0,0 0-1 0 0,1 1 1 0 0,-1-1 0 0 0,1 1 0 0 0,-1-1 0 0 0,1 1 0 0 0,-1 0 0 0 0,1 0-1 0 0,0 0 1 0 0,0 0 0 0 0,-1 1 0 0 0,-3 2 0 0 0,4-2 0 0 0,0 0 1 0 0,0 1 0 0 0,0-1-1 0 0,0 0 1 0 0,0 1 0 0 0,0 0-1 0 0,0-1 1 0 0,1 1 0 0 0,0 0-1 0 0,-1 0 1 0 0,0 4 0 0 0,1-4 0 0 0,0 0 0 0 0,0 0 1 0 0,0 0-1 0 0,0 1 0 0 0,1-1 0 0 0,-1 0 1 0 0,1 1-1 0 0,0-1 0 0 0,0 1 0 0 0,0-1 1 0 0,1 0-1 0 0,-1 1 0 0 0,1-1 0 0 0,0 0 1 0 0,0 0-1 0 0,0 1 0 0 0,0-1 0 0 0,0 0 1 0 0,3 5-1 0 0,0-4 5 0 0,-1 1 1 0 0,1-1-1 0 0,0 0 0 0 0,0 1 1 0 0,0-2-1 0 0,1 1 0 0 0,-1-1 0 0 0,6 4 1 0 0,-1-2-53 0 0,1 0 0 0 0,-1-1 0 0 0,1-1 0 0 0,-1 1 0 0 0,1-1 0 0 0,0-1 0 0 0,0 0 0 0 0,0 0 0 0 0,1-1 0 0 0,-1 0 0 0 0,13-2 0 0 0,-5 1-159 0 0,-1-2 0 0 0,1 0 0 0 0,-1-1-1 0 0,0-1 1 0 0,29-10 0 0 0,-36 10 182 0 0,0-1 1 0 0,-1 0-1 0 0,0-1 1 0 0,0 1-1 0 0,-1-2 1 0 0,1 1-1 0 0,-1-1 1 0 0,-1-1-1 0 0,1 1 1 0 0,-1-1-1 0 0,0 0 1 0 0,-1-1-1 0 0,0 0 1 0 0,-1 0-1 0 0,1 0 1 0 0,-2-1-1 0 0,1 1 1 0 0,-2-1-1 0 0,1 0 1 0 0,3-19-1 0 0,-6 21 277 0 0,-1 0-1 0 0,0 0 0 0 0,0 0 0 0 0,-2-8 0 0 0,1 14-95 0 0,-2-1 132 0 0,3 3-283 0 0,0 0 0 0 0,0 0 0 0 0,0 0 0 0 0,-1-1 0 0 0,1 1 0 0 0,0 0 0 0 0,0 0 0 0 0,0 0 0 0 0,0 0 0 0 0,0-1 0 0 0,0 1 1 0 0,-1 0-1 0 0,1 0 0 0 0,0 0 0 0 0,0 0 0 0 0,0 0 0 0 0,0 0 0 0 0,-1-1 0 0 0,1 1 0 0 0,0 0 0 0 0,0 0 0 0 0,0 0 0 0 0,-1 0 0 0 0,1 0 0 0 0,0 0 0 0 0,0 0 0 0 0,0 0 0 0 0,-1 0 0 0 0,1 0 0 0 0,0 0 0 0 0,0 0 0 0 0,0 0 0 0 0,-1 0 0 0 0,1 0 0 0 0,0 0 0 0 0,0 0 0 0 0,0 0 0 0 0,-1 1 0 0 0,-6 4 196 0 0,0 0-1 0 0,1 1 1 0 0,-1 0 0 0 0,1 0-1 0 0,0 1 1 0 0,1 0 0 0 0,0 0 0 0 0,0 0-1 0 0,0 1 1 0 0,-5 10 0 0 0,-4 15 127 0 0,-13 38 1 0 0,26-70-328 0 0,-4 16 56 0 0,0 0 0 0 0,1 0 0 0 0,1 0 0 0 0,-2 22 0 0 0,5-28-106 0 0,-1 0 0 0 0,2-1 0 0 0,-1 1 0 0 0,2-1 0 0 0,-1 1 0 0 0,2-1 1 0 0,-1 1-1 0 0,6 11 0 0 0,-7-18-116 0 0,1-1 1 0 0,-1 0 0 0 0,1 0-1 0 0,0 0 1 0 0,0 0 0 0 0,1 0 0 0 0,-1 0-1 0 0,0 0 1 0 0,1-1 0 0 0,0 1-1 0 0,-1-1 1 0 0,1 0 0 0 0,0 0-1 0 0,0 0 1 0 0,7 3 0 0 0,-4-3-152 0 0,-1 0 0 0 0,1 0 0 0 0,0-1 1 0 0,-1 0-1 0 0,1 0 0 0 0,0 0 0 0 0,0-1 1 0 0,0 0-1 0 0,7-1 0 0 0,-1 0-382 0 0,1-1 0 0 0,0-1 0 0 0,-1 0 0 0 0,0-1 0 0 0,1 0 0 0 0,-2 0 0 0 0,1-2 0 0 0,15-8 0 0 0,-12 4 439 0 0,0-1 0 0 0,-1 0 0 0 0,0-1 0 0 0,-1-1 0 0 0,19-22 0 0 0,-18 17 1343 0 0,-1 0-1 0 0,-1-2 1 0 0,-1 0-1 0 0,9-21 0 0 0,-2-11 4651 0 0,-18 55-5360 0 0,-1 19 115 0 0,-1 0-1 0 0,-1 0 0 0 0,-8 28 0 0 0,-23 67-40 0 0,33-110-433 0 0,-34 82 330 0 0,34-88-311 0 0,3-22-116 0 0,20-29-356 0 0,28-47 0 0 0,-38 75 359 0 0,2 1-1 0 0,1 0 0 0 0,1 1 0 0 0,29-29 0 0 0,-35 38 44 0 0,1 1 0 0 0,0 1-1 0 0,1 0 1 0 0,-1 0-1 0 0,2 2 1 0 0,-1-1 0 0 0,1 1-1 0 0,1 1 1 0 0,24-8-1 0 0,-35 13 43 0 0,0 0 0 0 0,1 1-1 0 0,-1-1 1 0 0,0 1 0 0 0,1 0-1 0 0,-1 0 1 0 0,0 0 0 0 0,1 0-1 0 0,-1 1 1 0 0,1-1 0 0 0,-1 1-1 0 0,0 0 1 0 0,0 0 0 0 0,0 0-1 0 0,1 1 1 0 0,-1-1 0 0 0,0 1-1 0 0,0-1 1 0 0,-1 1 0 0 0,1 0-1 0 0,0 0 1 0 0,-1 0 0 0 0,1 1-1 0 0,3 3 1 0 0,-3-2 20 0 0,0 0 1 0 0,0 1-1 0 0,0-1 0 0 0,-1 1 1 0 0,1 0-1 0 0,-1 0 0 0 0,0 0 1 0 0,0 0-1 0 0,-1 0 0 0 0,0 0 1 0 0,1 1-1 0 0,-2-1 0 0 0,1 11 0 0 0,-1 4 53 0 0,-2 0 0 0 0,-1 1 0 0 0,0-1 0 0 0,-11 32 0 0 0,-32 74-996 0 0,44-120 755 0 0,1-5 71 0 0,1-1 0 0 0,0 1 1 0 0,-1 0-1 0 0,1 0 0 0 0,0 0 1 0 0,0 0-1 0 0,-1 0 0 0 0,1 0 1 0 0,0 0-1 0 0,0 0 0 0 0,0 0 1 0 0,0-1-1 0 0,0 1 0 0 0,1 0 1 0 0,-1 0-1 0 0,0 0 0 0 0,0 0 0 0 0,0 0 1 0 0,1 0-1 0 0,-1 0 0 0 0,1 0 1 0 0,-1-1-1 0 0,0 1 0 0 0,2 1 1 0 0,-1-1-27 0 0,1 1 1 0 0,-1-1 0 0 0,1 0-1 0 0,-1 0 1 0 0,1 0-1 0 0,0 0 1 0 0,-1 0 0 0 0,1 0-1 0 0,0-1 1 0 0,0 1-1 0 0,2 0 1 0 0,5 1-238 0 0,0-1 0 0 0,0 0 0 0 0,0-1-1 0 0,9 0 1 0 0,21-3-604 0 0,0-2 1 0 0,0-2-1 0 0,-1-1 0 0 0,0-2 0 0 0,44-17 1 0 0,-15-1 279 0 0,120-68 0 0 0,-173 88 1151 0 0,0-1 1 0 0,0 0-1 0 0,-1-1 0 0 0,-1 0 0 0 0,0-1 1 0 0,0 0-1 0 0,-1-1 0 0 0,-1-1 0 0 0,15-20 1 0 0,-25 32-402 0 0,1 0 0 0 0,0-1 0 0 0,-1 1 0 0 0,1 0 0 0 0,-1-1 0 0 0,1 1 0 0 0,-1 0 0 0 0,0-1 0 0 0,1 1 0 0 0,-1-1 0 0 0,0 1 0 0 0,0-1 0 0 0,0 1 0 0 0,0-1 0 0 0,0 1 0 0 0,-1 0 0 0 0,1-1 1 0 0,0 1-1 0 0,0-1 0 0 0,-1 1 0 0 0,1 0 0 0 0,-1-1 0 0 0,0 1 0 0 0,1 0 0 0 0,-1 0 0 0 0,0-1 0 0 0,0 1 0 0 0,0 0 0 0 0,0 0 0 0 0,1 0 0 0 0,-2 0 0 0 0,1 0 0 0 0,0 0 0 0 0,0 0 0 0 0,0 0 0 0 0,0 1 0 0 0,-1-1 0 0 0,1 0 0 0 0,0 1 1 0 0,0-1-1 0 0,-1 1 0 0 0,1-1 0 0 0,-1 1 0 0 0,1 0 0 0 0,0-1 0 0 0,-1 1 0 0 0,1 0 0 0 0,-1 0 0 0 0,1 0 0 0 0,-3 0 0 0 0,-14 1 201 0 0,-1 1 1 0 0,1 1-1 0 0,-1 1 1 0 0,1 0-1 0 0,0 1 1 0 0,0 1-1 0 0,1 1 0 0 0,0 0 1 0 0,-29 17-1 0 0,32-15-212 0 0,0 0 0 0 0,0 1-1 0 0,1 0 1 0 0,0 1 0 0 0,0 0-1 0 0,1 1 1 0 0,1 1 0 0 0,0 0-1 0 0,1 0 1 0 0,0 1 0 0 0,-10 20-1 0 0,18-30-58 0 0,1 0-1 0 0,-1 0 0 0 0,1-1 1 0 0,0 1-1 0 0,0 0 0 0 0,0 0 1 0 0,0 0-1 0 0,1 0 0 0 0,0 0 1 0 0,-1 0-1 0 0,2 0 0 0 0,-1 0 1 0 0,0 0-1 0 0,1 0 0 0 0,1 5 1 0 0,-1-5-3 0 0,0-1 0 0 0,1 0 0 0 0,-1 0 0 0 0,1 0 1 0 0,0 0-1 0 0,0 0 0 0 0,0-1 0 0 0,0 1 0 0 0,1-1 1 0 0,-1 1-1 0 0,1-1 0 0 0,-1 0 0 0 0,1 0 0 0 0,0 0 1 0 0,0 0-1 0 0,0 0 0 0 0,0-1 0 0 0,3 2 0 0 0,2 0-11 0 0,0 0-1 0 0,0-1 1 0 0,0 0-1 0 0,0-1 1 0 0,0 0-1 0 0,1 0 0 0 0,-1 0 1 0 0,0-1-1 0 0,1-1 1 0 0,-1 1-1 0 0,0-1 1 0 0,0-1-1 0 0,1 1 0 0 0,-1-1 1 0 0,0-1-1 0 0,-1 0 1 0 0,1 0-1 0 0,0 0 0 0 0,-1-1 1 0 0,0 0-1 0 0,8-6 1 0 0,-1 0-74 0 0,0-1 0 0 0,0 0 0 0 0,-1-1 1 0 0,0-1-1 0 0,-1 0 0 0 0,-1-1 0 0 0,0 0 0 0 0,17-30 1 0 0,-26 40 60 0 0,51-99-266 0 0,-51 100 336 0 0,-4 6 11 0 0,-24 53 523 0 0,2 1 0 0 0,-29 110 0 0 0,45-141-462 0 0,-90 364 1366 0 0,42-157-932 0 0,34-143-300 0 0,-71 249 239 0 0,74-283-306 0 0,-2-1-1 0 0,-3 0 1 0 0,-56 93 0 0 0,65-125-27 0 0,-1-1 0 0 0,-1 0 1 0 0,-21 20-1 0 0,32-36-118 0 0,-1 0 0 0 0,1 0 1 0 0,-1 0-1 0 0,-1-1 0 0 0,1 0 0 0 0,-1-1 0 0 0,0 0 0 0 0,0 0 1 0 0,0 0-1 0 0,0-1 0 0 0,0-1 0 0 0,-1 1 0 0 0,-12 1 0 0 0,17-4-33 0 0,-1 0-1 0 0,1 0 1 0 0,-1 0-1 0 0,0-1 1 0 0,1 0-1 0 0,-1 0 1 0 0,1 0-1 0 0,0 0 1 0 0,-1-1-1 0 0,1 1 0 0 0,0-1 1 0 0,0-1-1 0 0,0 1 1 0 0,0 0-1 0 0,0-1 1 0 0,1 0-1 0 0,-1 0 1 0 0,1 0-1 0 0,-1 0 1 0 0,1 0-1 0 0,0-1 1 0 0,1 1-1 0 0,-1-1 1 0 0,0 0-1 0 0,1 0 1 0 0,-2-4-1 0 0,-1-2-2 0 0,0-1 0 0 0,1 1 0 0 0,0-1 0 0 0,1 1-1 0 0,1-1 1 0 0,-1 0 0 0 0,1 0 0 0 0,1 0 0 0 0,0-19 0 0 0,3 6-29 0 0,1 1-1 0 0,1 0 1 0 0,2-1 0 0 0,0 2-1 0 0,1-1 1 0 0,1 1 0 0 0,1 0-1 0 0,1 1 1 0 0,25-40 0 0 0,-4 16-270 0 0,2 0 0 0 0,1 3 0 0 0,48-45 0 0 0,48-27-1869 0 0,-40 37-1370 0 0,-62 52-1136 0 0,28-35-1 0 0,-35 33-1511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3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76 3192 0 0,'-50'-10'3385'0'0,"1"-5"-753"0"0,8 7-648 0 0,5-1-408 0 0,4 3-332 0 0,7-3-260 0 0,0 3-268 0 0,6 0-384 0 0,0 2-316 0 0,0 4-168 0 0,-6-2-1096 0 0,2 4-1100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14 584 0 0,'0'0'4670'0'0,"-15"-14"772"0"0,23 20-5359 0 0,1 1 1 0 0,-2-1-1 0 0,1 2 1 0 0,-1-1-1 0 0,0 1 1 0 0,0 0 0 0 0,-1 0-1 0 0,0 1 1 0 0,0-1-1 0 0,-1 1 1 0 0,5 12-1 0 0,-2-1 2 0 0,0 0 0 0 0,-1 0 1 0 0,-1 1-1 0 0,4 32 0 0 0,-7-28-44 0 0,-2 1 1 0 0,0-1 0 0 0,-2 1-1 0 0,-1 0 1 0 0,-1-1-1 0 0,-2 0 1 0 0,0 0-1 0 0,-1 0 1 0 0,-2 0 0 0 0,0-1-1 0 0,-2-1 1 0 0,-1 1-1 0 0,-16 26 1 0 0,24-44 17 0 0,-1-1 0 0 0,1 0 0 0 0,-1 0 0 0 0,0 0 1 0 0,0 0-1 0 0,-8 6 0 0 0,11-10-19 0 0,0-1-38 0 0,0 0 1 0 0,0 0 0 0 0,1-1-1 0 0,-1 1 1 0 0,0 0-1 0 0,0 0 1 0 0,1-1-1 0 0,-1 1 1 0 0,0 0-1 0 0,1-1 1 0 0,-1 1-1 0 0,0-1 1 0 0,1 1 0 0 0,-1-1-1 0 0,1 1 1 0 0,-1-1-1 0 0,1 1 1 0 0,-1-1-1 0 0,1 1 1 0 0,-1-1-1 0 0,1 0 1 0 0,0 1-1 0 0,-1-1 1 0 0,1 0 0 0 0,0 0-1 0 0,-1 1 1 0 0,1-1-1 0 0,0 0 1 0 0,0-1-1 0 0,-3-25 39 0 0,5 5-51 0 0,0-1-1 0 0,2 1 1 0 0,1 0 0 0 0,1 1-1 0 0,0-1 1 0 0,2 1-1 0 0,0 0 1 0 0,1 1-1 0 0,2 0 1 0 0,12-18 0 0 0,-12 20-13 0 0,2 1 1 0 0,0 0 0 0 0,0 1 0 0 0,2 1 0 0 0,16-14-1 0 0,-22 21 11 0 0,0 2 0 0 0,0-1 0 0 0,0 1 0 0 0,1 1 0 0 0,0 0 0 0 0,0 0 0 0 0,1 1 0 0 0,-1 0 0 0 0,1 1 0 0 0,-1 0 0 0 0,14-2 0 0 0,-19 4 13 0 0,1 1 0 0 0,-1 0 0 0 0,0 0 0 0 0,1 0 0 0 0,-1 0 0 0 0,0 1 0 0 0,0 0 0 0 0,1 0 1 0 0,-1 0-1 0 0,0 1 0 0 0,0 0 0 0 0,0 0 0 0 0,-1 0 0 0 0,1 1 0 0 0,0-1 0 0 0,-1 1 1 0 0,1 0-1 0 0,-1 0 0 0 0,7 8 0 0 0,-7-6 9 0 0,1 0 1 0 0,-1 1 0 0 0,-1-1-1 0 0,1 1 1 0 0,-1 0-1 0 0,0 0 1 0 0,-1 0-1 0 0,1 1 1 0 0,-1-1-1 0 0,0 0 1 0 0,-1 1 0 0 0,0 0-1 0 0,0-1 1 0 0,0 1-1 0 0,-1 9 1 0 0,-1 1 13 0 0,-1 0 1 0 0,0 0-1 0 0,-1 0 1 0 0,-1-1-1 0 0,-1 1 0 0 0,-1-1 1 0 0,-10 23-1 0 0,14-34-5 0 0,-1-1 0 0 0,1 1-1 0 0,-1-1 1 0 0,0 1 0 0 0,0-1-1 0 0,0 0 1 0 0,-1 0 0 0 0,1 0-1 0 0,-6 3 1 0 0,8-6-4 0 0,-1-2-11 0 0,1 0-3 0 0,0 0-1 0 0,1 0 1 0 0,-1 0-1 0 0,0 1 1 0 0,0-1-1 0 0,1 0 1 0 0,-1 0-1 0 0,0-1 1 0 0,1 1-1 0 0,-1 0 1 0 0,1 0-1 0 0,-1 0 1 0 0,1 0-1 0 0,0 0 1 0 0,0-1 0 0 0,-1 1-1 0 0,1 0 1 0 0,0 0-1 0 0,0 0 1 0 0,0-1-1 0 0,0 1 1 0 0,0 0-1 0 0,0 0 1 0 0,1-1-1 0 0,-1 1 1 0 0,0 0-1 0 0,1-1 1 0 0,0-3-1 0 0,4-19-21 0 0,1 0-1 0 0,1 1 1 0 0,1 0 0 0 0,1 0 0 0 0,1 1-1 0 0,17-27 1 0 0,-20 36 1 0 0,2 0 0 0 0,0 1 0 0 0,0 0 0 0 0,1 0 0 0 0,1 1 0 0 0,0 1-1 0 0,0 0 1 0 0,1 0 0 0 0,0 1 0 0 0,1 0 0 0 0,18-8 0 0 0,-27 14 27 0 0,1 1 1 0 0,0 0-1 0 0,0 1 0 0 0,0-1 1 0 0,0 1-1 0 0,0 0 0 0 0,0 0 1 0 0,0 1-1 0 0,1-1 0 0 0,-1 1 1 0 0,0 0-1 0 0,10 2 0 0 0,-12-1 32 0 0,1 0-1 0 0,0 1 1 0 0,-1-1-1 0 0,1 1 1 0 0,-1 0-1 0 0,1 0 0 0 0,-1 1 1 0 0,0-1-1 0 0,0 1 1 0 0,0-1-1 0 0,0 1 1 0 0,-1 0-1 0 0,1 0 1 0 0,-1 0-1 0 0,1 0 1 0 0,-1 1-1 0 0,0-1 1 0 0,0 1-1 0 0,-1-1 1 0 0,1 1-1 0 0,-1 0 0 0 0,0-1 1 0 0,0 1-1 0 0,0 0 1 0 0,0 0-1 0 0,-1 0 1 0 0,1 6-1 0 0,0 11 110 0 0,-1 0-1 0 0,-1 1 0 0 0,-8 41 0 0 0,6-43-136 0 0,-8 37 49 0 0,6-35-94 0 0,2-1 0 0 0,0 2 0 0 0,1-1 0 0 0,1 27 0 0 0,1-46-52 0 0,0-1-1 0 0,0 0 1 0 0,0 0 0 0 0,1 1-1 0 0,0-1 1 0 0,-1 0-1 0 0,1 0 1 0 0,0 0 0 0 0,0 0-1 0 0,0 0 1 0 0,0 0 0 0 0,0 0-1 0 0,0 0 1 0 0,1 0 0 0 0,-1 0-1 0 0,1-1 1 0 0,-1 1-1 0 0,1 0 1 0 0,3 2 0 0 0,-2-2-42 0 0,1-1 0 0 0,-1 1 1 0 0,1-1-1 0 0,-1 0 0 0 0,1 0 0 0 0,-1 0 1 0 0,1 0-1 0 0,-1-1 0 0 0,1 1 1 0 0,0-1-1 0 0,4 0 0 0 0,4-1-206 0 0,0 0 0 0 0,0-1 0 0 0,0-1-1 0 0,0 0 1 0 0,-1 0 0 0 0,18-9 0 0 0,-14 6 197 0 0,-1-2 1 0 0,1 0 0 0 0,-2-1-1 0 0,1 0 1 0 0,-1-1 0 0 0,-1 0-1 0 0,0-1 1 0 0,17-20 0 0 0,-22 23 466 0 0,-1-1-1 0 0,0-1 1 0 0,0 1 0 0 0,-1-1 0 0 0,0 0 0 0 0,0 0 0 0 0,-1-1 0 0 0,-1 1 0 0 0,0-1-1 0 0,0 0 1 0 0,-1 0 0 0 0,-1 0 0 0 0,1-21 0 0 0,0-16 1508 0 0,-2 45-1637 0 0,-2-10 356 0 0,-1 16-520 0 0,0 0 1 0 0,0 0-1 0 0,0 0 0 0 0,0 1 1 0 0,0-1-1 0 0,1 1 0 0 0,0 0 1 0 0,0 0-1 0 0,0 0 0 0 0,0 0 1 0 0,0 0-1 0 0,-1 7 0 0 0,-14 61 318 0 0,13-48-290 0 0,-3 11 11 0 0,-5 52 1 0 0,12-76-65 0 0,-1 0 0 0 0,1-1 0 0 0,1 1 0 0 0,0-1 1 0 0,1 1-1 0 0,0-1 0 0 0,0 0 0 0 0,1 0 0 0 0,6 16 0 0 0,-7-24-26 0 0,-1 1 0 0 0,0-1-1 0 0,0-1 1 0 0,1 1-1 0 0,-1 0 1 0 0,1 0-1 0 0,0 0 1 0 0,-1-1-1 0 0,1 1 1 0 0,0-1-1 0 0,0 0 1 0 0,0 1-1 0 0,0-1 1 0 0,0 0-1 0 0,0 0 1 0 0,0 0-1 0 0,1 0 1 0 0,-1-1 0 0 0,0 1-1 0 0,0 0 1 0 0,1-1-1 0 0,-1 0 1 0 0,3 1-1 0 0,2-1-154 0 0,-1-1 0 0 0,1 1 0 0 0,-1-1 0 0 0,1 0 0 0 0,-1 0 0 0 0,1-1-1 0 0,8-3 1 0 0,-4 0-315 0 0,-1 1-1 0 0,0-1 1 0 0,0-1-1 0 0,0 0 0 0 0,-1 0 1 0 0,13-11-1 0 0,-13 9-766 0 0,0-1 0 0 0,-1 0 0 0 0,9-13 0 0 0,1-5-2580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7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55 1420 0 0,'-17'-11'1863'0'0,"0"1"-1"0"0,-1 1 0 0 0,0 1 1 0 0,-25-8-1 0 0,43 16-1845 0 0,-1 0-1 0 0,0 0 0 0 0,0 0 1 0 0,0-1-1 0 0,0 1 1 0 0,0 1-1 0 0,0-1 0 0 0,0 0 1 0 0,0 0-1 0 0,0 0 1 0 0,1 0-1 0 0,-1 1 0 0 0,0-1 1 0 0,0 0-1 0 0,0 1 0 0 0,0-1 1 0 0,0 1-1 0 0,1-1 1 0 0,-1 1-1 0 0,0-1 0 0 0,1 1 1 0 0,-1-1-1 0 0,0 1 0 0 0,1 0 1 0 0,-1-1-1 0 0,0 1 1 0 0,1 0-1 0 0,-1 1 0 0 0,-1 0-117 0 0,1 1 0 0 0,-1-1 0 0 0,1 1 0 0 0,0-1 1 0 0,0 1-1 0 0,0 0 0 0 0,-1 4 0 0 0,1-1-831 0 0,1-1 1 0 0,-1 1 0 0 0,1 0-1 0 0,2 10 1 0 0,0 0-2408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7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1060 0 0,'5'13'5598'0'0,"8"15"-2654"0"0,21 35-1 0 0,-20-39-2701 0 0,-1 0-1 0 0,17 42 1 0 0,-25-50-164 0 0,-2-8-23 0 0,0 1 0 0 0,0 0 0 0 0,2 14 0 0 0,-5-19-35 0 0,0 0-1 0 0,0 0 1 0 0,0-1 0 0 0,0 1 0 0 0,-1 0-1 0 0,0-1 1 0 0,1 1 0 0 0,-1 0 0 0 0,0-1-1 0 0,-1 1 1 0 0,1-1 0 0 0,-4 6 0 0 0,-11 11 102 0 0,15-19-51 0 0,-3-2-45 0 0,3 1-24 0 0,0 0-1 0 0,0-1 1 0 0,-1 1-1 0 0,1-1 1 0 0,0 1 0 0 0,0-1-1 0 0,0 0 1 0 0,0 1 0 0 0,0-1-1 0 0,0 0 1 0 0,0 0 0 0 0,0 0-1 0 0,0 0 1 0 0,0 0-1 0 0,0 0 1 0 0,0 0 0 0 0,1 0-1 0 0,-1 0 1 0 0,0 0 0 0 0,1 0-1 0 0,-1-1 1 0 0,0 0-1 0 0,0-3 0 0 0,0 1 0 0 0,0 0-1 0 0,1-1 1 0 0,-1 1 0 0 0,1 0-1 0 0,0-1 1 0 0,1-4 0 0 0,0-6-4 0 0,2-1-1 0 0,0 0 1 0 0,6-17 0 0 0,0 10-14 0 0,0 1-1 0 0,1 0 1 0 0,1 1-1 0 0,1 0 1 0 0,1 1-1 0 0,1 0 1 0 0,0 1-1 0 0,2 1 1 0 0,0 0 0 0 0,1 1-1 0 0,1 1 1 0 0,23-16-1 0 0,-36 28 54 0 0,1 1 1 0 0,0-1-1 0 0,0 1 0 0 0,0 0 0 0 0,0 1 0 0 0,0 0 0 0 0,1 0 1 0 0,-1 0-1 0 0,1 0 0 0 0,0 1 0 0 0,-1 0 0 0 0,1 1 0 0 0,8 0 1 0 0,-12 0 20 0 0,1 0 0 0 0,0 1 0 0 0,-1-1 0 0 0,1 1 0 0 0,-1 0 0 0 0,1 0 0 0 0,-1 0 0 0 0,0 0 0 0 0,1 1 0 0 0,-1-1 0 0 0,0 1 0 0 0,0 0 0 0 0,0 0 0 0 0,0 0 0 0 0,0 1 0 0 0,-1-1 0 0 0,1 1 0 0 0,-1-1 0 0 0,1 1 0 0 0,-1 0 0 0 0,0 0 0 0 0,0 0 0 0 0,0 0 0 0 0,0 0 0 0 0,-1 0 0 0 0,2 5 0 0 0,1 4 37 0 0,-1 0 1 0 0,-1 0-1 0 0,0 1 0 0 0,0-1 1 0 0,-1 0-1 0 0,-1 1 1 0 0,-1 15-1 0 0,-16 88-690 0 0,14-102 281 0 0,3-11-234 0 0,-5 20-1176 0 0,5-22 1448 0 0,-1 0 0 0 0,1-1 0 0 0,0 1 0 0 0,0 0 0 0 0,0 0-1 0 0,0-1 1 0 0,0 1 0 0 0,0 0 0 0 0,0 0 0 0 0,0 0 0 0 0,0-1-1 0 0,0 1 1 0 0,0 0 0 0 0,1-1 0 0 0,-1 1 0 0 0,0 0 0 0 0,0 0-1 0 0,1-1 1 0 0,-1 1 0 0 0,0 0 0 0 0,1-1 0 0 0,2 4-1109 0 0,13 1-2190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8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181 364 1720 0 0,'2'-2'2414'0'0,"24"-25"5820"0"0,-26 26-8132 0 0,1 1 0 0 0,0 0 0 0 0,-1 0 1 0 0,1 0-1 0 0,0-1 0 0 0,-1 1 0 0 0,1 0 1 0 0,-1-1-1 0 0,1 1 0 0 0,0-1 0 0 0,-1 1 1 0 0,1-1-1 0 0,-1 1 0 0 0,1-1 0 0 0,-1 1 0 0 0,0-1 1 0 0,1 1-1 0 0,-1-1 0 0 0,1 1 0 0 0,-1-1 1 0 0,0 0-1 0 0,0 1 0 0 0,1-1 0 0 0,-1 0 0 0 0,0 1 1 0 0,0-1-1 0 0,0 0 0 0 0,0 1 0 0 0,0-1 1 0 0,0 0-1 0 0,0 1 0 0 0,0-1 0 0 0,0 0 1 0 0,0 1-1 0 0,0-1 0 0 0,0 0 0 0 0,0 1 0 0 0,0-1 1 0 0,-1 0-1 0 0,1 1 0 0 0,0-1 0 0 0,0 0 1 0 0,-1 1-1 0 0,1-1 0 0 0,-1 1 0 0 0,1-1 0 0 0,0 1 1 0 0,-1-1-1 0 0,1 1 0 0 0,-1-1 0 0 0,0 0 1 0 0,-11-6-59 0 0,-1-1 0 0 0,2 0 1 0 0,-1-1-1 0 0,1 0 1 0 0,-17-20-1 0 0,-49-62-38 0 0,57 65-6 0 0,-8-6-197 0 0,26 30 161 0 0,2 1 9 0 0,0 0 25 0 0,0 1-1 0 0,1-1 1 0 0,-1 0-1 0 0,0 0 0 0 0,1 1 1 0 0,-1-1-1 0 0,0 0 0 0 0,1 0 1 0 0,-1 1-1 0 0,1-1 1 0 0,-1 1-1 0 0,1-1 0 0 0,-1 0 1 0 0,1 1-1 0 0,0-1 1 0 0,-1 1-1 0 0,1-1 0 0 0,0 1 1 0 0,-1 0-1 0 0,1-1 1 0 0,0 1-1 0 0,0 0 0 0 0,-1-1 1 0 0,1 1-1 0 0,0 0 0 0 0,0 0 1 0 0,-1 0-1 0 0,1-1 1 0 0,0 1-1 0 0,0 0 0 0 0,0 0 1 0 0,1 1-1 0 0,34 0-7 0 0,-26 0 5 0 0,102-1-171 0 0,205-25 1 0 0,-307 24 163 0 0,1-1 0 0 0,0 0 0 0 0,18-7 0 0 0,-16 4 5 0 0,8-10-13 0 0,-18 8-18 0 0,-2 3 26 0 0,0 3 1 0 0,-24 24-117 0 0,-2 19 210 0 0,-27 59-1 0 0,15-27 59 0 0,-72 132 173 0 0,-90 172 63 0 0,187-359-311 0 0,10-17-52 0 0,0 0 0 0 0,1 0 0 0 0,-1 0 0 0 0,1 1 0 0 0,-1-1 0 0 0,1 1 0 0 0,0-1 0 0 0,0 1 0 0 0,0-1 0 0 0,0 5 0 0 0,1-8-11 0 0,2-2 12 0 0,17-10-34 0 0,11-9-32 0 0,-17 16 26 0 0,-11 5 21 0 0,0 0 0 0 0,0 0-1 0 0,0 0 1 0 0,0 0 0 0 0,-1 1 0 0 0,1-1-1 0 0,0 1 1 0 0,0 0 0 0 0,0-1 0 0 0,0 1-1 0 0,4 0 1 0 0,5 1-10 0 0,10 1 1 0 0,0 1 0 0 0,0 0 0 0 0,38 13-1 0 0,-30-8 31 0 0,46 7 1 0 0,-54-13-67 0 0,78 6-2519 0 0,-86-8 1124 0 0,0 0-1 0 0,0-1 0 0 0,-1-1 0 0 0,1 0 0 0 0,20-6 0 0 0,-18 2-2852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8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12 1904 0 0,'-98'0'11005'0'0,"95"0"-9998"0"0,-2 0-118 0 0,-2 1-490 0 0,-35 1 2063 0 0,35-1-1353 0 0,27 0-722 0 0,153-9-422 0 0,-98 3-3452 0 0,-17 1-4100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49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0 2172 0 0,'-139'55'11674'0'0,"138"-54"-11613"0"0,0-1 0 0 0,0 0 1 0 0,-1 1-1 0 0,1-1 0 0 0,0 1 0 0 0,0-1 0 0 0,0 1 1 0 0,0-1-1 0 0,0 1 0 0 0,0 0 0 0 0,0 0 0 0 0,0 0 1 0 0,0-1-1 0 0,0 1 0 0 0,0 0 0 0 0,0 0 0 0 0,-1 2 1 0 0,2-2-44 0 0,1-1 1 0 0,-1 1-1 0 0,0-1 1 0 0,0 1-1 0 0,1-1 1 0 0,-1 1-1 0 0,0-1 1 0 0,1 1-1 0 0,-1-1 1 0 0,0 0-1 0 0,1 1 1 0 0,-1-1-1 0 0,0 0 1 0 0,1 1-1 0 0,-1-1 1 0 0,1 0-1 0 0,-1 1 1 0 0,1-1-1 0 0,-1 0 1 0 0,1 0-1 0 0,-1 1 1 0 0,1-1-1 0 0,-1 0 1 0 0,1 0-1 0 0,-1 0 1 0 0,2 0-1 0 0,6 2 39 0 0,0 0 1 0 0,1-1-1 0 0,11 0 0 0 0,225-11-1482 0 0,-83-11-5763 0 0,-118 14 2529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0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327 163 172 0 0,'-24'-29'6245'0'0,"-15"-19"-250"0"0,38 46-5958 0 0,1 1-1 0 0,0-1 0 0 0,-1 0 1 0 0,1 1-1 0 0,0-1 0 0 0,0 1 1 0 0,0-1-1 0 0,1 0 0 0 0,-1 1 1 0 0,0-1-1 0 0,1 1 0 0 0,-1-1 1 0 0,0 1-1 0 0,1-1 0 0 0,0 1 1 0 0,-1-1-1 0 0,1 1 0 0 0,0-1 1 0 0,0 1-1 0 0,0 0 0 0 0,0 0 1 0 0,0-1-1 0 0,0 1 0 0 0,1-1 1 0 0,4-3-12 0 0,0 0 0 0 0,0 1 0 0 0,1-1-1 0 0,-1 2 1 0 0,1-1 0 0 0,0 0 0 0 0,-1 1 0 0 0,2 1 0 0 0,-1-1 0 0 0,0 1 0 0 0,0 0 0 0 0,1 1 0 0 0,11-1 0 0 0,0 0-18 0 0,0 2 0 0 0,0 0-1 0 0,0 2 1 0 0,24 3 0 0 0,-30-2-4 0 0,-1 0 1 0 0,0 1-1 0 0,0 0 0 0 0,0 1 0 0 0,0 0 1 0 0,-1 1-1 0 0,1 0 0 0 0,-2 1 1 0 0,1 1-1 0 0,-1-1 0 0 0,0 1 1 0 0,18 19-1 0 0,-23-21 5 0 0,0 0 0 0 0,0 0 0 0 0,-1 0 0 0 0,0 0 0 0 0,0 1 0 0 0,0 0 1 0 0,-1 0-1 0 0,0 0 0 0 0,0 0 0 0 0,-1 0 0 0 0,0 1 0 0 0,0-1 0 0 0,0 1 0 0 0,-1-1 0 0 0,-1 1 1 0 0,1 0-1 0 0,-1-1 0 0 0,0 1 0 0 0,-1 0 0 0 0,0-1 0 0 0,0 1 0 0 0,-4 11 0 0 0,-1-2 25 0 0,-2-1 0 0 0,1 0-1 0 0,-2-1 1 0 0,0 0 0 0 0,-1 0 0 0 0,0-1-1 0 0,-1 0 1 0 0,-26 24 0 0 0,11-15 218 0 0,0-1 1 0 0,-2-1 0 0 0,-49 28-1 0 0,-59 26 1820 0 0,134-74-1922 0 0,18-3-173 0 0,-10 3 19 0 0,1-1 0 0 0,-1 1 0 0 0,1 0 0 0 0,-1 0 0 0 0,1 1 0 0 0,-1 0 0 0 0,0 0 0 0 0,0 0 0 0 0,0 1 0 0 0,5 3 1 0 0,0 0 18 0 0,-1 0 1 0 0,0 0 0 0 0,0 1 0 0 0,-1 0 0 0 0,0 1-1 0 0,0 0 1 0 0,-1 0 0 0 0,0 1 0 0 0,0 0-1 0 0,12 20 1 0 0,-17-24 33 0 0,0 1 0 0 0,0 0 0 0 0,0 0 0 0 0,-1 0 0 0 0,0 0 0 0 0,0 0 0 0 0,0 0 0 0 0,-1 1 0 0 0,0-1 0 0 0,0 1 0 0 0,-1-1 0 0 0,0 1 0 0 0,0-1-1 0 0,0 1 1 0 0,-1-1 0 0 0,0 0 0 0 0,0 1 0 0 0,-1-1 0 0 0,0 0 0 0 0,0 0 0 0 0,-4 9 0 0 0,1-6 12 0 0,0 0 0 0 0,-1 0 0 0 0,0-1-1 0 0,0 0 1 0 0,-1 0 0 0 0,0-1 0 0 0,-1 0 0 0 0,1 0 0 0 0,-1 0 0 0 0,-1-1-1 0 0,1 0 1 0 0,-1-1 0 0 0,0 0 0 0 0,0 0 0 0 0,0-1 0 0 0,-1-1-1 0 0,-18 6 1 0 0,12-5-32 0 0,-1-2-1 0 0,1 1 1 0 0,0-2 0 0 0,-1 0-1 0 0,1-1 1 0 0,0-1-1 0 0,-1 0 1 0 0,1-1 0 0 0,0-1-1 0 0,-26-8 1 0 0,29 7-64 0 0,-10-3-67 0 0,-1-1 0 0 0,1-1 1 0 0,-34-18-1 0 0,56 27 15 0 0,0-1-1 0 0,0 1 1 0 0,0-1 0 0 0,1 0-1 0 0,-1 1 1 0 0,0-1 0 0 0,0 0-1 0 0,0 1 1 0 0,1-1 0 0 0,-1 0-1 0 0,0 0 1 0 0,1 0 0 0 0,-1 0-1 0 0,0 0 1 0 0,1 0 0 0 0,-1 1-1 0 0,1-1 1 0 0,0 0-1 0 0,-1 0 1 0 0,1-1 0 0 0,0 1-1 0 0,0 0 1 0 0,-1 0 0 0 0,1 0-1 0 0,0-2 1 0 0,1 1-81 0 0,-1 1 0 0 0,1-1 0 0 0,0 0 0 0 0,-1 0 0 0 0,1 1 0 0 0,0-1 0 0 0,0 1 0 0 0,0-1 0 0 0,0 1 0 0 0,1-1 0 0 0,-1 1 1 0 0,0 0-1 0 0,3-2 0 0 0,4-4-915 0 0,0 2 1 0 0,0 0 0 0 0,0 0 0 0 0,12-5 0 0 0,2 1-1957 0 0,-1 1-965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1392 0 0,'2'-3'2089'0'0,"2"-4"-1172"0"0,0-1-1 0 0,0 1 1 0 0,1 0 0 0 0,1 0 0 0 0,-1 0-1 0 0,1 1 1 0 0,8-7 0 0 0,-10 9-775 0 0,0 1-1 0 0,1 0 1 0 0,-1 0 0 0 0,1 0 0 0 0,0 0 0 0 0,0 1-1 0 0,0 0 1 0 0,0 0 0 0 0,0 1 0 0 0,0-1 0 0 0,1 1-1 0 0,-1 0 1 0 0,0 0 0 0 0,8 1 0 0 0,-4 0-46 0 0,0 0 1 0 0,0 1 0 0 0,0 0-1 0 0,0 1 1 0 0,-1 0-1 0 0,1 0 1 0 0,-1 1-1 0 0,1 0 1 0 0,12 7 0 0 0,-17-7-32 0 0,0-1 0 0 0,0 1 0 0 0,0 0 0 0 0,0 0 0 0 0,-1 0 0 0 0,1 1 0 0 0,-1-1 0 0 0,0 1 0 0 0,0 0 0 0 0,0 0 0 0 0,0 0 0 0 0,-1 0 0 0 0,1 0 1 0 0,-1 1-1 0 0,0-1 0 0 0,-1 1 0 0 0,1-1 0 0 0,-1 1 0 0 0,0 0 0 0 0,1 6 0 0 0,-1-3 2 0 0,-1 1 0 0 0,0 0 1 0 0,-1 0-1 0 0,0 0 0 0 0,0-1 0 0 0,-1 1 0 0 0,0 0 0 0 0,-1-1 1 0 0,1 0-1 0 0,-2 1 0 0 0,1-1 0 0 0,-1 0 0 0 0,-7 10 1 0 0,-7 8 133 0 0,0-1 1 0 0,-32 32 0 0 0,33-39-12 0 0,-17 14 304 0 0,33-30-426 0 0,16-19-35 0 0,38-22-22 0 0,200-157-15 0 0,-247 191 4 0 0,-1 0 1 0 0,1-1-1 0 0,-1 0 0 0 0,0 0 0 0 0,-1 0 0 0 0,1-1 0 0 0,-1 1 0 0 0,0-1 0 0 0,-1 0 0 0 0,4-9 1 0 0,-7 16-3 0 0,0-1 0 0 0,0 0 0 0 0,0 1 0 0 0,0-1 0 0 0,0 0 1 0 0,0 1-1 0 0,0-1 0 0 0,0 0 0 0 0,0 1 0 0 0,0-1 0 0 0,0 0 1 0 0,-1 1-1 0 0,1-1 0 0 0,0 0 0 0 0,0 1 0 0 0,-1-1 1 0 0,1 1-1 0 0,0-1 0 0 0,-1 0 0 0 0,1 1 0 0 0,-1-1 0 0 0,1 1 1 0 0,0-1-1 0 0,-1 1 0 0 0,1-1 0 0 0,-1 1 0 0 0,1 0 0 0 0,-1-1 1 0 0,0 1-1 0 0,1-1 0 0 0,-1 1 0 0 0,1 0 0 0 0,-1 0 0 0 0,0-1 1 0 0,0 1-1 0 0,-16-4-20 0 0,17 4 23 0 0,-4 1 0 0 0,1-1 1 0 0,0 1-1 0 0,-1-1 1 0 0,1 1 0 0 0,0 0-1 0 0,0 1 1 0 0,0-1-1 0 0,0 0 1 0 0,0 1-1 0 0,0 0 1 0 0,-5 3-1 0 0,1 0 15 0 0,-4 1 5 0 0,1 1 0 0 0,0 0 1 0 0,0 1-1 0 0,1 0 0 0 0,0 1 0 0 0,1 0 0 0 0,-1 0 1 0 0,2 1-1 0 0,0 0 0 0 0,0 0 0 0 0,0 0 0 0 0,1 1 0 0 0,1 0 1 0 0,0 1-1 0 0,1-1 0 0 0,0 1 0 0 0,0 0 0 0 0,-3 22 1 0 0,7-27-12 0 0,1-1 0 0 0,-1 1-1 0 0,1-1 1 0 0,0 1 0 0 0,0-1 0 0 0,1 0 0 0 0,0 1 0 0 0,0-1 0 0 0,1 0 0 0 0,0 0 0 0 0,-1-1 0 0 0,2 1 0 0 0,-1-1 0 0 0,1 1 0 0 0,0-1 0 0 0,0 0 0 0 0,0 0-1 0 0,1-1 1 0 0,0 1 0 0 0,0-1 0 0 0,0 0 0 0 0,6 3 0 0 0,2 2-330 0 0,0-1 0 0 0,1-1-1 0 0,0 0 1 0 0,0-1 0 0 0,0-1-1 0 0,1 0 1 0 0,0-1 0 0 0,17 3-1 0 0,-13-4-2276 0 0,1-2 0 0 0,27-1 0 0 0,-24-1-2517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1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31 2356 0 0,'4'-31'17929'0'0,"-8"46"-17391"0"0,-24 125 642 0 0,-27 107-2122 0 0,35-164-2723 0 0,8-29-5110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2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92 345 2576 0 0,'-4'-1'2312'0'0,"-70"-33"9672"0"0,72 33-11444 0 0,-9-6 882 0 0,16 5-1390 0 0,1-1-1 0 0,0 1 1 0 0,0 0-1 0 0,0 1 1 0 0,0-1-1 0 0,0 1 1 0 0,0 1-1 0 0,0-1 1 0 0,7 1-1 0 0,12-2 16 0 0,190-17-228 0 0,16-2-6469 0 0,-195 11 1240 0 0,-23 4 859 0 0</inkml:trace>
  <inkml:trace contextRef="#ctx0" brushRef="#br0" timeOffset="1">398 28 1952 0 0,'-3'-1'2418'0'0,"-1"-2"-1511"0"0,0 0 82 0 0,0 0 0 0 0,0 0 0 0 0,-1 1-1 0 0,1 0 1 0 0,-1 0 0 0 0,1 0 0 0 0,-1 0-1 0 0,0 1 1 0 0,-9-2 0 0 0,13 3-891 0 0,1 0 0 0 0,-1 1 0 0 0,0-1 0 0 0,0 0 0 0 0,0 1 1 0 0,1-1-1 0 0,-1 0 0 0 0,0 1 0 0 0,1-1 0 0 0,-1 1 0 0 0,0-1 0 0 0,1 1 1 0 0,-1-1-1 0 0,0 1 0 0 0,1 0 0 0 0,-1-1 0 0 0,1 1 0 0 0,0 0 0 0 0,-1-1 1 0 0,1 1-1 0 0,-1 1 0 0 0,-6 17 771 0 0,-45 353 1401 0 0,46-318-2312 0 0,4-36-581 0 0,0 1 1 0 0,2 28 0 0 0,0-42 180 0 0,0-1 1 0 0,1 0-1 0 0,0 1 1 0 0,-1-1-1 0 0,2 0 0 0 0,-1 0 1 0 0,0 1-1 0 0,1-1 0 0 0,0 0 1 0 0,-1-1-1 0 0,2 1 0 0 0,-1 0 1 0 0,0 0-1 0 0,1-1 1 0 0,0 1-1 0 0,4 3 0 0 0,16 3-8200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141 227 2032 0 0,'53'-69'11701'0'0,"-39"48"-7699"0"0,-21 27-3608 0 0,6-6-376 0 0,-25 27 513 0 0,-28 34-1 0 0,48-53-501 0 0,0 1 0 0 0,0 0-1 0 0,0 0 1 0 0,1 1 0 0 0,1 0 0 0 0,0-1 0 0 0,0 1-1 0 0,-4 21 1 0 0,7-27-22 0 0,1-1-1 0 0,0 1 1 0 0,0-1-1 0 0,0 1 1 0 0,0-1-1 0 0,1 1 1 0 0,-1 0-1 0 0,1-1 1 0 0,0 0-1 0 0,0 1 1 0 0,1-1-1 0 0,-1 0 1 0 0,0 1-1 0 0,1-1 1 0 0,0 0-1 0 0,0 0 1 0 0,0 0-1 0 0,0 0 1 0 0,0-1-1 0 0,1 1 0 0 0,-1-1 1 0 0,1 1-1 0 0,0-1 1 0 0,-1 0-1 0 0,6 3 1 0 0,8 5 5 0 0,0-2-1 0 0,1 0 1 0 0,32 11 0 0 0,-16-7-13 0 0,27 9 8 0 0,-47-18 47 0 0,-1 0 0 0 0,0 1 0 0 0,0 1 0 0 0,0 0 0 0 0,-1 0 0 0 0,0 1 0 0 0,0 1 0 0 0,0 0 0 0 0,9 8 0 0 0,-18-13 5 0 0,0 0 0 0 0,-1 0 1 0 0,0 0-1 0 0,1 1 1 0 0,-1-1-1 0 0,0 0 0 0 0,0 1 1 0 0,-1-1-1 0 0,1 1 1 0 0,0-1-1 0 0,-1 1 0 0 0,1-1 1 0 0,-1 1-1 0 0,0-1 1 0 0,0 1-1 0 0,0-1 0 0 0,0 1 1 0 0,0-1-1 0 0,-1 1 1 0 0,1-1-1 0 0,-1 1 0 0 0,0-1 1 0 0,1 1-1 0 0,-1-1 1 0 0,0 0-1 0 0,-1 1 0 0 0,1-1 1 0 0,-3 4-1 0 0,-2 4 125 0 0,0-1 0 0 0,-1 0 0 0 0,0 0 0 0 0,-16 15 0 0 0,10-13-84 0 0,-1 0 0 0 0,-1-2 0 0 0,0 1 0 0 0,0-2 0 0 0,-1 0-1 0 0,1 0 1 0 0,-2-2 0 0 0,1 0 0 0 0,-1-1 0 0 0,0 0 0 0 0,0-1-1 0 0,-1-2 1 0 0,1 1 0 0 0,-18-1 0 0 0,27-2-94 0 0,0-1 0 0 0,0 1 0 0 0,1-1 0 0 0,-1-1 0 0 0,0 1 0 0 0,1-1 0 0 0,-1-1 0 0 0,-13-5 1 0 0,18 7-130 0 0,1-1 1 0 0,-1 1-1 0 0,1-1 1 0 0,-1 0-1 0 0,1 0 1 0 0,0 0-1 0 0,0 0 1 0 0,-1 0-1 0 0,2-1 1 0 0,-1 1 0 0 0,0 0-1 0 0,0-1 1 0 0,1 0-1 0 0,-1 1 1 0 0,1-1-1 0 0,0 0 1 0 0,0 0-1 0 0,0 0 1 0 0,0 1-1 0 0,0-1 1 0 0,1 0 0 0 0,-1 0-1 0 0,1 0 1 0 0,0 0-1 0 0,0-1 1 0 0,0-2-1 0 0,1-2-477 0 0,0 0-1 0 0,1 0 0 0 0,0 0 0 0 0,0 0 1 0 0,0 1-1 0 0,1-1 0 0 0,0 1 1 0 0,5-8-1 0 0,5-7-3484 0 0,20-24-1 0 0,-31 44 3823 0 0,14-19-4610 0 0</inkml:trace>
  <inkml:trace contextRef="#ctx0" brushRef="#br0" timeOffset="1">395 162 1364 0 0,'0'-2'2559'0'0,"-20"-48"8647"0"0,19 47-10437 0 0,-1-2 99 0 0,2 5-841 0 0,0 0-1 0 0,0 0 1 0 0,-1-1 0 0 0,1 1 0 0 0,0 0 0 0 0,0 0 0 0 0,0-1 0 0 0,0 1 0 0 0,0 0 0 0 0,-1 0-1 0 0,1-1 1 0 0,0 1 0 0 0,0 0 0 0 0,0-1 0 0 0,0 1 0 0 0,0 0 0 0 0,0 0 0 0 0,0-1 0 0 0,0 1-1 0 0,0 0 1 0 0,0-1 0 0 0,0 1 0 0 0,0 0 0 0 0,0 0 0 0 0,0-1 0 0 0,0 1 0 0 0,0 0 0 0 0,0-1-1 0 0,1 1 1 0 0,-1 0 0 0 0,0 0 0 0 0,0-1 0 0 0,0 1 0 0 0,0 0 0 0 0,1-1 0 0 0,2-2 28 0 0,0 0 0 0 0,0 0 0 0 0,0 1 1 0 0,0-1-1 0 0,1 1 0 0 0,0-1 0 0 0,-1 1 0 0 0,1 0 1 0 0,0 0-1 0 0,0 1 0 0 0,0-1 0 0 0,6-1 1 0 0,59-10 68 0 0,-51 10-69 0 0,250-29 168 0 0,-143 20 85 0 0,-122 11-290 0 0,9 1-930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3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98 224 2380 0 0,'-4'-1'2141'0'0,"-75"-14"6697"0"0,76 14-8392 0 0,-7 1 192 0 0,8-3-103 0 0,3 2-518 0 0,0 1 1 0 0,0-1-1 0 0,0 1 0 0 0,0 0 0 0 0,0-1 0 0 0,0 1 1 0 0,0 0-1 0 0,0 0 0 0 0,0-1 0 0 0,0 1 0 0 0,0 0 0 0 0,0 0 1 0 0,0 0-1 0 0,0 0 0 0 0,0 1 0 0 0,0-1 0 0 0,0 0 1 0 0,1 1-1 0 0,11 0 16 0 0,1 2-1 0 0,-1 0 1 0 0,-1 0 0 0 0,1 2 0 0 0,0-1-1 0 0,-1 1 1 0 0,0 1 0 0 0,0 0 0 0 0,-1 1-1 0 0,0 0 1 0 0,0 1 0 0 0,18 17 0 0 0,-27-23-9 0 0,0 0 1 0 0,0 1-1 0 0,0-1 1 0 0,0 1 0 0 0,-1 0-1 0 0,1-1 1 0 0,-1 1-1 0 0,0 0 1 0 0,0 0-1 0 0,0 0 1 0 0,0 0 0 0 0,0 0-1 0 0,0 0 1 0 0,-1 0-1 0 0,0 0 1 0 0,0 0-1 0 0,0 5 1 0 0,0-3-2 0 0,-1-1 1 0 0,-1 1-1 0 0,1 0 1 0 0,0-1-1 0 0,-1 0 0 0 0,0 1 1 0 0,0-1-1 0 0,0 0 0 0 0,-1 0 1 0 0,-4 6-1 0 0,0-1 21 0 0,-2 0-1 0 0,1 0 1 0 0,-1-1-1 0 0,0 0 0 0 0,-1-1 1 0 0,0 0-1 0 0,-18 10 1 0 0,27-16-39 0 0,-1-1 0 0 0,1 1 1 0 0,0 0-1 0 0,-1-1 1 0 0,1 0-1 0 0,-1 1 0 0 0,1-1 1 0 0,0 0-1 0 0,-1 1 1 0 0,1-1-1 0 0,-1 0 0 0 0,1 0 1 0 0,-1 0-1 0 0,1-1 1 0 0,0 1-1 0 0,-1 0 0 0 0,1 0 1 0 0,-2-1-1 0 0,1 0-3 0 0,2 1-2 0 0,0 0 0 0 0,-1-1 0 0 0,1 1 0 0 0,0 0 0 0 0,0-1 0 0 0,0 1 0 0 0,-1 0 0 0 0,1-1 0 0 0,0 1 0 0 0,0-1 0 0 0,0 1 0 0 0,0 0 0 0 0,0-1 0 0 0,0 1 0 0 0,0 0 0 0 0,0-1 0 0 0,0 1 0 0 0,0-1 1 0 0,0 1-1 0 0,0 0 0 0 0,0-1 0 0 0,0 1 0 0 0,0 0 0 0 0,0-1 0 0 0,0 1 0 0 0,1-1 0 0 0,-1 1 0 0 0,0 0 0 0 0,0-1 0 0 0,0 1 0 0 0,1 0 0 0 0,-1-1 0 0 0,6-11 0 0 0,21-23-8 0 0,0 1 0 0 0,2 1 0 0 0,63-54 0 0 0,-68 64 5 0 0,59-52-22 0 0,78-74 372 0 0,-156 140-149 0 0,-13 10-138 0 0,-16 9-4 0 0,10 0 79 0 0,1 1 0 0 0,-1 1 0 0 0,2 0 0 0 0,0 0 0 0 0,0 2 0 0 0,1-1 0 0 0,1 1 0 0 0,-16 29 0 0 0,20-32-97 0 0,0 2 0 0 0,0-1 0 0 0,1 0 0 0 0,1 1 0 0 0,0 0 0 0 0,1 0 0 0 0,1 1 0 0 0,-2 13 0 0 0,4-21-28 0 0,-1 0-1 0 0,1 0 1 0 0,1 0 0 0 0,-1 1 0 0 0,1-1-1 0 0,0 0 1 0 0,1 0 0 0 0,0 0-1 0 0,0 0 1 0 0,0-1 0 0 0,0 1-1 0 0,1 0 1 0 0,0-1 0 0 0,0 0 0 0 0,0 0-1 0 0,1 0 1 0 0,0 0 0 0 0,0 0-1 0 0,8 7 1 0 0,-2-5-24 0 0,0 1-1 0 0,1-2 1 0 0,0 1 0 0 0,0-2-1 0 0,0 1 1 0 0,0-2 0 0 0,1 1-1 0 0,0-2 1 0 0,0 0 0 0 0,0 0-1 0 0,1-1 1 0 0,-1 0 0 0 0,20 0-1 0 0,-17-2-839 0 0,1 0-1 0 0,-1-1 0 0 0,25-4 0 0 0,15-10-7379 0 0,-42 10 3257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3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28 2320 0 0,'-12'-10'9576'0'0,"11"10"-9604"0"0,-15-16 7041 0 0,25 15-7002 0 0,3 2 76 0 0,0 2 0 0 0,0-1 0 0 0,0 1 1 0 0,-1 1-1 0 0,1 0 0 0 0,-1 1 0 0 0,21 11 1 0 0,-29-14-36 0 0,1 0 1 0 0,-1 1-1 0 0,1-1 0 0 0,-1 0 1 0 0,0 1-1 0 0,0 0 1 0 0,-1 0-1 0 0,1 0 1 0 0,0 0-1 0 0,-1 0 1 0 0,0 0-1 0 0,1 1 1 0 0,-2-1-1 0 0,1 1 1 0 0,0 0-1 0 0,-1-1 1 0 0,1 1-1 0 0,-1 0 1 0 0,0 0-1 0 0,0 0 1 0 0,-1 0-1 0 0,1 0 0 0 0,-1 0 1 0 0,0 0-1 0 0,0 0 1 0 0,0 0-1 0 0,0 0 1 0 0,-2 4-1 0 0,-2 7 149 0 0,-2 0 1 0 0,1-1-1 0 0,-2 1 0 0 0,0-2 0 0 0,-1 1 0 0 0,0-1 1 0 0,-14 18-1 0 0,-4 0 580 0 0,-49 46 0 0 0,-13 9 258 0 0,88-86-1037 0 0,0 0 0 0 0,0 0-1 0 0,-1 1 1 0 0,1-1 0 0 0,0 0-1 0 0,0 1 1 0 0,0-1 0 0 0,0 0 0 0 0,-1 1-1 0 0,1-1 1 0 0,0 0 0 0 0,0 1-1 0 0,0-1 1 0 0,0 1 0 0 0,0-1-1 0 0,0 0 1 0 0,0 1 0 0 0,0-1 0 0 0,0 0-1 0 0,0 1 1 0 0,0-1 0 0 0,0 1-1 0 0,0-1 1 0 0,0 0 0 0 0,0 1-1 0 0,0-1 1 0 0,1 0 0 0 0,-1 1-1 0 0,0-1 1 0 0,0 0 0 0 0,0 1 0 0 0,1-1-1 0 0,-1 0 1 0 0,0 1 0 0 0,0-1-1 0 0,1 0 1 0 0,-1 0 0 0 0,0 1-1 0 0,0-1 1 0 0,1 0 0 0 0,-1 0 0 0 0,0 0-1 0 0,1 1 1 0 0,-1-1 0 0 0,0 0-1 0 0,1 0 1 0 0,-1 0 0 0 0,0 0-1 0 0,1 0 1 0 0,-1 0 0 0 0,1 0-1 0 0,-1 0 1 0 0,17 5 8 0 0,30 0 23 0 0,68-1 0 0 0,-64-4-47 0 0,403 3-161 0 0,-337-3 294 0 0,-111 0-376 0 0,1 0-1 0 0,-1 0 1 0 0,0-1-1 0 0,0 1 1 0 0,0-2-1 0 0,0 1 1 0 0,1 0-1 0 0,-2-1 1 0 0,1 0-1 0 0,0-1 1 0 0,7-3-1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33 1296 0 0,'13'-6'2150'0'0,"-10"5"-1230"0"0,38-8 5207 0 0,-25 3-4286 0 0,-11 0-852 0 0,-12 2-395 0 0,6 4-746 0 0,-2 0 154 0 0,0 1 0 0 0,0-1-1 0 0,0 1 1 0 0,0-1 0 0 0,1 1 0 0 0,-1 0-1 0 0,0 0 1 0 0,0 0 0 0 0,1 1 0 0 0,-5 2-1 0 0,5-3 4 0 0,-17 7-6 0 0,1 1 1 0 0,1 1-1 0 0,-1 0 0 0 0,2 2 0 0 0,-17 13 0 0 0,-7 4 7 0 0,9-5-92 0 0,-52 51 0 0 0,54-37-113 0 0,28-37 196 0 0,0 0 0 0 0,1 0 1 0 0,-1 0-1 0 0,1 0 0 0 0,0 0 1 0 0,-1 0-1 0 0,1 0 0 0 0,0 0 1 0 0,0 0-1 0 0,-1 1 0 0 0,1-1 1 0 0,0 0-1 0 0,0 0 0 0 0,0 0 1 0 0,0 0-1 0 0,1 0 0 0 0,-1 0 1 0 0,0 0-1 0 0,0 0 0 0 0,1 0 1 0 0,-1 0-1 0 0,0 0 0 0 0,1 0 1 0 0,-1 0-1 0 0,1 0 0 0 0,-1 0 1 0 0,1 0-1 0 0,0 0 0 0 0,-1 0 1 0 0,1-1-1 0 0,0 1 0 0 0,0 0 1 0 0,-1 0-1 0 0,2 0 0 0 0,1 2-4 0 0,0-1-1 0 0,1 1 0 0 0,-1-1 0 0 0,1 0 0 0 0,-1 0 0 0 0,6 3 1 0 0,39 9-40 0 0,50 9 0 0 0,3 1 15 0 0,-87-20-1 0 0,14 3-8 0 0,49 21-1 0 0,-70-25 51 0 0,-1 0 0 0 0,0 0 0 0 0,0 1 0 0 0,0-1 0 0 0,0 1 0 0 0,0 1 0 0 0,-1-1-1 0 0,0 1 1 0 0,0 0 0 0 0,0 0 0 0 0,-1 1 0 0 0,1-1 0 0 0,3 8 0 0 0,-7-10 2 0 0,1 0 1 0 0,-1 0-1 0 0,0 0 0 0 0,0 0 1 0 0,-1 0-1 0 0,1 0 0 0 0,-1 0 1 0 0,1 0-1 0 0,-1 0 1 0 0,0 0-1 0 0,0 0 0 0 0,-1 1 1 0 0,1-1-1 0 0,-2 5 0 0 0,0-2 13 0 0,0-1 0 0 0,0 1 0 0 0,0-1 0 0 0,-1 1 0 0 0,0-1 0 0 0,0 0 0 0 0,-5 6 0 0 0,-2 0 32 0 0,0 0 0 0 0,-1-1 1 0 0,0 0-1 0 0,0 0 1 0 0,-19 11-1 0 0,9-8 0 0 0,-1-2-1 0 0,0 0 1 0 0,0-1 0 0 0,-1-1-1 0 0,0-2 1 0 0,-1 0 0 0 0,-39 6-1 0 0,46-11-37 0 0,-1 0-1 0 0,0-1 0 0 0,0-1 0 0 0,0-1 0 0 0,0 0 0 0 0,0-1 0 0 0,0-1 0 0 0,0-1 0 0 0,1-1 0 0 0,0 0 1 0 0,-18-8-1 0 0,29 10-15 0 0,1 0 1 0 0,-1 0-1 0 0,1 0 1 0 0,0-1-1 0 0,1 1 1 0 0,-1-1 0 0 0,-6-7-1 0 0,10 10-117 0 0,-1-1 0 0 0,1 0 0 0 0,0 1-1 0 0,-1-1 1 0 0,1 0 0 0 0,0 0 0 0 0,0 0 0 0 0,0 0 0 0 0,0 0 0 0 0,1 0-1 0 0,-1-1 1 0 0,1 1 0 0 0,-1 0 0 0 0,1 0 0 0 0,0 0 0 0 0,-1-1 0 0 0,1 1-1 0 0,0 0 1 0 0,1 0 0 0 0,-1-1 0 0 0,1-2 0 0 0,0 3-365 0 0,1 0 1 0 0,0 0 0 0 0,0 0-1 0 0,0 0 1 0 0,0 0-1 0 0,1 0 1 0 0,-1 1 0 0 0,0-1-1 0 0,1 1 1 0 0,2-2-1 0 0,-3 2-167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7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1 368 2148 0 0,'37'-57'10674'0'0,"-36"55"-10053"0"0,6-8 466 0 0,-7 9-1059 0 0,0 1 0 0 0,0 0 0 0 0,0 0 0 0 0,0-1 0 0 0,0 1 0 0 0,1 0 0 0 0,-1-1-1 0 0,0 1 1 0 0,0 0 0 0 0,0 0 0 0 0,0-1 0 0 0,1 1 0 0 0,-1 0 0 0 0,0 0 0 0 0,0 0-1 0 0,0-1 1 0 0,1 1 0 0 0,-1 0 0 0 0,0 0 0 0 0,0 0 0 0 0,1 0 0 0 0,-1-1 0 0 0,0 1-1 0 0,0 0 1 0 0,1 0 0 0 0,-1 0 0 0 0,0 0 0 0 0,1 0 0 0 0,-1 0 0 0 0,0 0 0 0 0,1 0-1 0 0,-1 0 1 0 0,0 0 0 0 0,1 0 0 0 0,0 22 38 0 0,-1 0-1 0 0,-1 1 1 0 0,-6 34-1 0 0,-2 23 19 0 0,8-43-45 0 0,-2-6-8 0 0,3-1-1 0 0,4 43 1 0 0,-4-65-23 0 0,2 0 0 0 0,-1 0 1 0 0,1 0-1 0 0,0-1 1 0 0,1 1-1 0 0,0-1 1 0 0,0 0-1 0 0,1 1 0 0 0,-1-1 1 0 0,2-1-1 0 0,-1 1 1 0 0,1-1-1 0 0,0 1 0 0 0,7 5 1 0 0,-9-9-17 0 0,1 0-1 0 0,0-1 1 0 0,0 0 0 0 0,0 0 0 0 0,0 0-1 0 0,0 0 1 0 0,0-1 0 0 0,1 1 0 0 0,-1-1 0 0 0,1 0-1 0 0,-1 0 1 0 0,1-1 0 0 0,-1 0 0 0 0,1 1-1 0 0,-1-1 1 0 0,1-1 0 0 0,-1 1 0 0 0,1-1 0 0 0,-1 0-1 0 0,1 0 1 0 0,-1 0 0 0 0,0 0 0 0 0,1-1-1 0 0,3-2 1 0 0,3 0-36 0 0,-1-1-1 0 0,1-1 0 0 0,-1 0 0 0 0,0 0 1 0 0,-1-1-1 0 0,0 0 0 0 0,0-1 0 0 0,10-10 1 0 0,-8 4 14 0 0,0-1 0 0 0,-1 0 0 0 0,0-1 0 0 0,-1 0 1 0 0,-1 0-1 0 0,-1-1 0 0 0,9-27 0 0 0,-7 10 100 0 0,-1 1 0 0 0,-2-2 0 0 0,3-34-1 0 0,-2 18 169 0 0,-6 49-242 0 0,-2 2 6 0 0,0 1-1 0 0,1-1 0 0 0,-1 1 0 0 0,0-1 0 0 0,1 1 0 0 0,-1-1 0 0 0,1 1 0 0 0,-1 0 1 0 0,1-1-1 0 0,-1 1 0 0 0,1 0 0 0 0,0-1 0 0 0,-1 1 0 0 0,1 0 0 0 0,0 0 1 0 0,-1-1-1 0 0,1 1 0 0 0,0 0 0 0 0,0 0 0 0 0,0-1 0 0 0,0 3 0 0 0,-5 24 23 0 0,4-19-17 0 0,-5 26 29 0 0,1 0 0 0 0,0 58 0 0 0,6-77-22 0 0,-1-1 1 0 0,2 0-1 0 0,0 0 0 0 0,0 0 1 0 0,2 0-1 0 0,-1 0 0 0 0,2 0 0 0 0,0-1 1 0 0,8 16-1 0 0,-11-25-84 0 0,-1-1 0 0 0,1 0 0 0 0,0 0 0 0 0,0 0-1 0 0,1 0 1 0 0,-1 0 0 0 0,1-1 0 0 0,-1 1 0 0 0,1-1 0 0 0,0 0 0 0 0,0 1 0 0 0,0-1-1 0 0,0 0 1 0 0,0-1 0 0 0,1 1 0 0 0,-1-1 0 0 0,0 1 0 0 0,1-1 0 0 0,-1 0 0 0 0,1 0-1 0 0,0 0 1 0 0,-1-1 0 0 0,1 1 0 0 0,0-1 0 0 0,-1 0 0 0 0,5 0 0 0 0,3-2-118 0 0,0 0 1 0 0,0 0-1 0 0,-1-1 1 0 0,1 0-1 0 0,-1-1 1 0 0,1 0-1 0 0,-1-1 1 0 0,0 0-1 0 0,-1 0 1 0 0,1-1 0 0 0,-1 0-1 0 0,-1-1 1 0 0,1 0-1 0 0,-1-1 1 0 0,0 1-1 0 0,0-2 1 0 0,10-14-1 0 0,-7 5 81 0 0,0-1 0 0 0,-1-1 0 0 0,-1 0 0 0 0,-1 0-1 0 0,-1-1 1 0 0,0 0 0 0 0,-2 0 0 0 0,5-38 0 0 0,-3-14 430 0 0,-3-91 1 0 0,-4 129-23 0 0,-8-126 2419 0 0,7 157-2453 0 0,-1 7-169 0 0,-2 8-23 0 0,0 0 0 0 0,1 1-1 0 0,0-1 1 0 0,1 1 0 0 0,0 0-1 0 0,1-1 1 0 0,0 17 0 0 0,-2 0 37 0 0,-49 460 894 0 0,39-373-630 0 0,13-112-308 0 0,2-5-64 0 0,5-10-16 0 0,0-1 0 0 0,-1 0 0 0 0,7-21 0 0 0,15-30-36 0 0,-20 51 12 0 0,0 1 1 0 0,0 0-1 0 0,19-21 0 0 0,-22 28 21 0 0,0 0-1 0 0,1 0 0 0 0,-1 1 1 0 0,1 0-1 0 0,0 0 1 0 0,0 0-1 0 0,0 1 0 0 0,0 0 1 0 0,13-5-1 0 0,-14 7 12 0 0,1 0-1 0 0,-1 0 1 0 0,0 1 0 0 0,1-1-1 0 0,-1 1 1 0 0,0 1 0 0 0,1-1-1 0 0,-1 1 1 0 0,0 0 0 0 0,0 0-1 0 0,1 0 1 0 0,-1 1 0 0 0,0-1-1 0 0,0 1 1 0 0,0 1 0 0 0,-1-1-1 0 0,1 1 1 0 0,-1 0 0 0 0,1 0-1 0 0,5 4 1 0 0,-2 1 23 0 0,1 0-1 0 0,-1 0 1 0 0,-1 1-1 0 0,1-1 1 0 0,-2 2-1 0 0,1-1 1 0 0,-1 1 0 0 0,6 12-1 0 0,-9-15 19 0 0,0 0 1 0 0,-1 1-1 0 0,0-1 0 0 0,0 0 0 0 0,0 1 1 0 0,-1-1-1 0 0,0 1 0 0 0,-1 0 1 0 0,0-1-1 0 0,0 1 0 0 0,0 0 0 0 0,-1-1 1 0 0,0 1-1 0 0,-1-1 0 0 0,0 1 0 0 0,0-1 1 0 0,0 0-1 0 0,-1 0 0 0 0,0 0 1 0 0,0 0-1 0 0,-1 0 0 0 0,-6 8 0 0 0,4-6 3 0 0,-1-1 0 0 0,0 1 0 0 0,-1-1 0 0 0,1-1-1 0 0,-2 0 1 0 0,1 0 0 0 0,-1 0 0 0 0,0-1 0 0 0,0 0-1 0 0,-1-1 1 0 0,0 0 0 0 0,0-1 0 0 0,0 0 0 0 0,0 0-1 0 0,-13 2 1 0 0,3-2 18 0 0,0-1 0 0 0,0-1 0 0 0,-29 0 0 0 0,40-2-98 0 0,-1-1 0 0 0,1 0 0 0 0,0 0-1 0 0,0-1 1 0 0,0 0 0 0 0,1-1 0 0 0,-1 0 0 0 0,0 0-1 0 0,-12-8 1 0 0,20 11-98 0 0,-1-1-1 0 0,1 0 1 0 0,-1 0-1 0 0,1 0 1 0 0,0 0-1 0 0,-1 0 1 0 0,1 0-1 0 0,0 0 1 0 0,0-1-1 0 0,0 1 0 0 0,0 0 1 0 0,0 0-1 0 0,0-1 1 0 0,0 1-1 0 0,1-1 1 0 0,-1 1-1 0 0,0-1 1 0 0,1 1-1 0 0,-1-1 1 0 0,1 0-1 0 0,0 1 1 0 0,-1-1-1 0 0,1 1 1 0 0,0-3-1 0 0,0 1-429 0 0,1 0-1 0 0,0 0 0 0 0,-1 1 1 0 0,1-1-1 0 0,0 0 1 0 0,0 1-1 0 0,0-1 0 0 0,1 1 1 0 0,-1-1-1 0 0,1 1 1 0 0,3-5-1 0 0,3-3-3793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14 1024 0 0,'8'-9'8469'0'0,"-7"8"-8335"0"0,-1 1-1 0 0,1-1 1 0 0,-1 1 0 0 0,0 0 0 0 0,1-1-1 0 0,-1 1 1 0 0,1 0 0 0 0,-1 0 0 0 0,0-1-1 0 0,1 1 1 0 0,-1 0 0 0 0,1 0 0 0 0,-1 0-1 0 0,1 0 1 0 0,-1 0 0 0 0,1-1 0 0 0,-1 1-1 0 0,1 0 1 0 0,-1 0 0 0 0,1 0 0 0 0,-1 0-1 0 0,1 0 1 0 0,-1 1 0 0 0,1-1 0 0 0,-1 0-1 0 0,1 0 1 0 0,-1 0 0 0 0,1 0 0 0 0,-1 0 0 0 0,1 1-1 0 0,-1-1 1 0 0,0 0 0 0 0,1 0 0 0 0,-1 1-1 0 0,1-1 1 0 0,-1 0 0 0 0,0 1 0 0 0,1-1-1 0 0,-1 0 1 0 0,0 1 0 0 0,1-1 0 0 0,-1 1-1 0 0,0-1 1 0 0,0 1 0 0 0,1-1 0 0 0,-1 0-1 0 0,0 1 1 0 0,0-1 0 0 0,0 1 0 0 0,0-1-1 0 0,1 1 1 0 0,-1-1 0 0 0,0 1 0 0 0,0-1-1 0 0,0 1 1 0 0,0 0 0 0 0,4 42 730 0 0,-3-27-129 0 0,10 99-52 0 0,-5 1 1 0 0,-4 0 0 0 0,-6 0-1 0 0,-19 116 1 0 0,16-193-497 0 0,-18 60-1 0 0,21-85-138 0 0,-1-1-1 0 0,-1 1 1 0 0,0-1 0 0 0,-1-1-1 0 0,0 1 1 0 0,-1-1-1 0 0,-16 20 1 0 0,21-29-37 0 0,0 0-1 0 0,-1 0 1 0 0,1 0-1 0 0,0-1 1 0 0,-1 1-1 0 0,0-1 1 0 0,1 0-1 0 0,-1 0 1 0 0,0 0-1 0 0,0 0 1 0 0,0-1-1 0 0,-1 1 1 0 0,1-1-1 0 0,0 0 1 0 0,-8 0-1 0 0,6-1-24 0 0,-1 0-1 0 0,0 0 1 0 0,1-1-1 0 0,-1 0 1 0 0,1 0-1 0 0,-1-1 1 0 0,1 0-1 0 0,-1 0 1 0 0,-7-4 0 0 0,-2-2-191 0 0,1-1 1 0 0,0-1 0 0 0,1 0 0 0 0,0 0 0 0 0,1-2 0 0 0,0 0 0 0 0,-12-14 0 0 0,7 5-592 0 0,0-1 0 0 0,2 0-1 0 0,1-2 1 0 0,0 0 0 0 0,2-1 0 0 0,-15-37 0 0 0,21 42-689 0 0,1 0-1 0 0,1-1 0 0 0,1 0 0 0 0,0 0 1 0 0,0-30-1 0 0,3 16-2902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1308 0 0,'43'-80'12157'0'0,"-42"78"-11852"0"0,-1 1-360 0 0,0 1-1 0 0,0-1 1 0 0,0 1 0 0 0,1-1 0 0 0,-1 1-1 0 0,0-1 1 0 0,0 1 0 0 0,0-1 0 0 0,0 1 0 0 0,1-1-1 0 0,-1 1 1 0 0,0-1 0 0 0,0 1 0 0 0,1-1-1 0 0,-1 1 1 0 0,0-1 0 0 0,1 1 0 0 0,-1 0-1 0 0,1-1 1 0 0,-1 1 0 0 0,0 0 0 0 0,1-1-1 0 0,0 1 1 0 0,0-1-126 0 0,-1 1 0 0 0,0 0 0 0 0,1 0 0 0 0,-1 0 0 0 0,1 0 1 0 0,-1 0-1 0 0,1 0 0 0 0,-1 0 0 0 0,1 0 0 0 0,-1 0 0 0 0,1 0 0 0 0,-1 0 0 0 0,1 0 0 0 0,-1 0 0 0 0,1 0 0 0 0,-1 1 0 0 0,0-1 0 0 0,1 0 0 0 0,-1 0 1 0 0,1 0-1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6:59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114 130 2228 0 0,'0'3'2052'0'0,"3"36"3108"0"0,4 37-1068 0 0,-7-74-4053 0 0,1 1 0 0 0,-1-1 0 0 0,1 0 0 0 0,0 1 0 0 0,0-1 1 0 0,-1 0-1 0 0,2 0 0 0 0,-1 1 0 0 0,0-1 0 0 0,0 0 0 0 0,1 0 0 0 0,-1 0 0 0 0,1-1 0 0 0,0 1 0 0 0,-1 0 1 0 0,1 0-1 0 0,0-1 0 0 0,0 0 0 0 0,0 1 0 0 0,0-1 0 0 0,0 0 0 0 0,0 0 0 0 0,1 0 0 0 0,-1 0 0 0 0,0 0 1 0 0,0 0-1 0 0,1-1 0 0 0,-1 1 0 0 0,4 0 0 0 0,-1-1-19 0 0,-1 0 0 0 0,1 0 1 0 0,0 0-1 0 0,0-1 0 0 0,0 0 0 0 0,-1 0 0 0 0,1 0 0 0 0,0 0 1 0 0,-1-1-1 0 0,1 1 0 0 0,-1-1 0 0 0,5-3 0 0 0,-6 3-12 0 0,0 0 0 0 0,0-1 0 0 0,0 1 0 0 0,-1 0 0 0 0,1-1-1 0 0,-1 0 1 0 0,1 0 0 0 0,-1 1 0 0 0,0-1 0 0 0,0-1 0 0 0,-1 1-1 0 0,1 0 1 0 0,-1 0 0 0 0,1-1 0 0 0,-1 1 0 0 0,1-6 0 0 0,0 1-5 0 0,-1 1 1 0 0,0-1-1 0 0,-1 0 1 0 0,0 0-1 0 0,-1-12 1 0 0,1 17-9 0 0,-1 1 0 0 0,0 0-1 0 0,0-1 1 0 0,0 1 0 0 0,0-1-1 0 0,0 1 1 0 0,0 0 0 0 0,-2-3 0 0 0,-1-1-3 0 0,4 4 8 0 0,-1 1 1 0 0,0 0-1 0 0,0 0 1 0 0,1 0-1 0 0,-1 0 0 0 0,0 0 1 0 0,0 0-1 0 0,0 1 1 0 0,0-1-1 0 0,0 0 1 0 0,0 0-1 0 0,0 1 1 0 0,0-1-1 0 0,0 1 1 0 0,0-1-1 0 0,-1 1 0 0 0,1-1 1 0 0,0 1-1 0 0,0-1 1 0 0,-1 1-1 0 0,1 0 1 0 0,0 0-1 0 0,0 0 1 0 0,-1 0-1 0 0,1 0 1 0 0,-1 0-1 0 0,-4 0 39 0 0,1 1-1 0 0,0 0 1 0 0,0 0-1 0 0,-10 3 1 0 0,7-1 82 0 0,1 0 0 0 0,0 1-1 0 0,0 0 1 0 0,0 0 0 0 0,0 1-1 0 0,1 0 1 0 0,-12 11 0 0 0,-37 46 677 0 0,46-51-707 0 0,1-1-38 0 0,0 1 1 0 0,0 0 0 0 0,1 0-1 0 0,1 0 1 0 0,0 1-1 0 0,0 0 1 0 0,1 0 0 0 0,1 1-1 0 0,0 0 1 0 0,-3 14-1 0 0,7-25-42 0 0,0 0-1 0 0,-1 0 1 0 0,1 1-1 0 0,0-1 0 0 0,0 0 1 0 0,0 0-1 0 0,0 1 1 0 0,1-1-1 0 0,-1 0 0 0 0,1 0 1 0 0,-1 0-1 0 0,1 1 1 0 0,0-1-1 0 0,0 0 1 0 0,0 0-1 0 0,0 0 0 0 0,0 0 1 0 0,0 0-1 0 0,2 2 1 0 0,0-2-67 0 0,-1 0-1 0 0,0 0 1 0 0,1 0 0 0 0,0 0 0 0 0,-1-1 0 0 0,1 1 0 0 0,0-1 0 0 0,0 0 0 0 0,0 0 0 0 0,0 0 0 0 0,0 0 0 0 0,4 1-1 0 0,7-1-585 0 0,1 1 0 0 0,-1-2 0 0 0,1 0 0 0 0,22-3-1 0 0,-36 3 614 0 0,32-5-3225 0 0,39-11 0 0 0,-33 8-1789 0 0</inkml:trace>
  <inkml:trace contextRef="#ctx0" brushRef="#br0" timeOffset="1">955 69 284 0 0,'0'-3'2594'0'0,"-1"-1"-1907"0"0,-1 1 1 0 0,1-1-1 0 0,-1 1 1 0 0,1-1 0 0 0,-1 1-1 0 0,0 0 1 0 0,0-1 0 0 0,-1 1-1 0 0,1 0 1 0 0,-1 0-1 0 0,-5-4 1 0 0,5 4-371 0 0,0 1 1 0 0,0 0-1 0 0,0 0 1 0 0,0 0-1 0 0,-1 0 1 0 0,-6-2-1 0 0,5 2-163 0 0,0 1-1 0 0,0 1 0 0 0,1-1 0 0 0,-1 1 1 0 0,0-1-1 0 0,0 1 0 0 0,0 1 1 0 0,0-1-1 0 0,1 1 0 0 0,-1 0 1 0 0,0 0-1 0 0,1 0 0 0 0,-1 1 1 0 0,0-1-1 0 0,1 1 0 0 0,-5 3 0 0 0,-7 4 256 0 0,1 0-1 0 0,-25 21 1 0 0,38-29-374 0 0,-14 13 61 0 0,1 1 0 0 0,0 0 0 0 0,1 1 0 0 0,1 1 0 0 0,0 0 0 0 0,2 0 1 0 0,0 1-1 0 0,0 1 0 0 0,2 0 0 0 0,1 0 0 0 0,0 1 0 0 0,1 0 0 0 0,1 0 1 0 0,-6 37-1 0 0,11-48-82 0 0,0 0-1 0 0,1 1 1 0 0,-1-1 0 0 0,2 0 0 0 0,-1 1 0 0 0,1-1-1 0 0,1 0 1 0 0,5 18 0 0 0,-6-23-14 0 0,1-1 1 0 0,-1 1-1 0 0,1 0 0 0 0,0-1 0 0 0,1 1 1 0 0,-1-1-1 0 0,1 1 0 0 0,-1-1 1 0 0,1 0-1 0 0,0 0 0 0 0,0 0 0 0 0,0-1 1 0 0,0 1-1 0 0,1-1 0 0 0,-1 0 0 0 0,1 0 1 0 0,0 0-1 0 0,-1 0 0 0 0,1 0 1 0 0,0-1-1 0 0,0 0 0 0 0,5 2 0 0 0,1-2-176 0 0,0 0 0 0 0,0 0-1 0 0,0-1 1 0 0,0 0 0 0 0,0-1 0 0 0,0 0-1 0 0,0-1 1 0 0,0 0 0 0 0,0 0-1 0 0,0-1 1 0 0,-1 0 0 0 0,1-1-1 0 0,-1 0 1 0 0,14-9 0 0 0,-2 1-498 0 0,-1-2 0 0 0,-1 0 1 0 0,0-1-1 0 0,-1-1 0 0 0,17-18 1 0 0,-14 9-658 0 0,-1-1 0 0 0,-1-1 1 0 0,-1 0-1 0 0,21-43 0 0 0,-13 14-1715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0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229 454 3400 0 0,'7'-54'1845'0'0,"-3"-1"0"0"0,-2 1-1 0 0,-3-1 1 0 0,-2 1 0 0 0,-2-1-1 0 0,-17-68 1 0 0,21 120-1378 0 0,-11 17 55 0 0,9-8-430 0 0,0 0 1 0 0,1 0-1 0 0,0 0 0 0 0,1 0 1 0 0,-1 0-1 0 0,1 1 1 0 0,1-1-1 0 0,-1 11 1 0 0,-1-1 62 0 0,-5 96 1046 0 0,8 114-1 0 0,-1-209-1120 0 0,28 415 1040 0 0,-21-347-1011 0 0,-3-60-151 0 0,10 40 0 0 0,-14-63-33 0 0,0 0 0 0 0,1-1 0 0 0,-1 1 0 0 0,1-1-1 0 0,-1 1 1 0 0,1-1 0 0 0,0 1 0 0 0,0-1 0 0 0,0 1 0 0 0,0-1 0 0 0,0 0 0 0 0,0 0 0 0 0,0 1 0 0 0,0-1 0 0 0,0 0 0 0 0,0 0 0 0 0,1 0 0 0 0,-1 0 0 0 0,0 0 0 0 0,1-1 0 0 0,-1 1 0 0 0,1 0 0 0 0,-1-1 0 0 0,1 1 0 0 0,-1-1 0 0 0,1 1 0 0 0,0-1 0 0 0,-1 0-1 0 0,1 1 1 0 0,0-1 0 0 0,-1 0 0 0 0,1 0 0 0 0,-1 0 0 0 0,1 0 0 0 0,0-1 0 0 0,-1 1 0 0 0,1 0 0 0 0,-1-1 0 0 0,1 1 0 0 0,1-2 0 0 0,4 0-614 0 0,-1 0-1 0 0,0-1 1 0 0,0 0 0 0 0,0 0-1 0 0,-1 0 1 0 0,1-1 0 0 0,-1 0-1 0 0,9-7 1 0 0,2-7-3443 0 0,-1-2-1966 0 0</inkml:trace>
  <inkml:trace contextRef="#ctx0" brushRef="#br0" timeOffset="1">148 479 24 0 0,'-59'-13'8131'0'0,"-27"-5"224"0"0,84 17-7473 0 0,3 0-850 0 0,1 0 0 0 0,-1 0 1 0 0,1 1-1 0 0,0-1 0 0 0,-1 0 1 0 0,1 0-1 0 0,0 1 0 0 0,0-1 1 0 0,0 1-1 0 0,0 0 0 0 0,-1-1 1 0 0,5 1-1 0 0,-4 0 6 0 0,252-31-575 0 0,-169 25-2711 0 0,1 1-3851 0 0,-67 3 2537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0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218 890 932 0 0,'-51'10'5001'0'0,"35"-8"-4051"0"0,0 1 1 0 0,1 0-1 0 0,-1 1 0 0 0,1 0 1 0 0,0 2-1 0 0,0 0 1 0 0,-17 9-1 0 0,30-13-901 0 0,0 0 1 0 0,0 0-1 0 0,0 0 1 0 0,0 0 0 0 0,0 0-1 0 0,0 0 1 0 0,1 0-1 0 0,-1 1 1 0 0,1-1-1 0 0,0 1 1 0 0,-1-1-1 0 0,1 1 1 0 0,0 0-1 0 0,0-1 1 0 0,1 1-1 0 0,-1 0 1 0 0,1 0-1 0 0,-1-1 1 0 0,1 1-1 0 0,0 0 1 0 0,0 0-1 0 0,0 0 1 0 0,0-1 0 0 0,1 1-1 0 0,-1 0 1 0 0,1 0-1 0 0,-1-1 1 0 0,1 1-1 0 0,0 0 1 0 0,0-1-1 0 0,2 4 1 0 0,-1-5-25 0 0,-1 1 1 0 0,0-1 0 0 0,1 0-1 0 0,-1 0 1 0 0,1 0-1 0 0,0 0 1 0 0,-1-1 0 0 0,1 1-1 0 0,0 0 1 0 0,-1-1-1 0 0,1 1 1 0 0,0-1 0 0 0,0 0-1 0 0,-1 1 1 0 0,1-1-1 0 0,3 0 1 0 0,29-3 141 0 0,-11-3-124 0 0,1-1 1 0 0,-1-1-1 0 0,-1-1 0 0 0,1-1 1 0 0,-2-1-1 0 0,40-27 1 0 0,-28 14-46 0 0,-1-2 0 0 0,-1-1 1 0 0,35-39-1 0 0,-43 38-77 0 0,-1 0 0 0 0,-1-1 0 0 0,-2-1 0 0 0,30-64 0 0 0,-27 42-5 0 0,-3 0 1 0 0,20-78 0 0 0,-23 41 41 0 0,10-158-1 0 0,-25 241 43 0 0,-2-12-21 0 0,1 18 23 0 0,0 0 0 0 0,0 0 1 0 0,0 0-1 0 0,-1-1 0 0 0,1 1 0 0 0,0 0 0 0 0,0 0 0 0 0,0 0 1 0 0,0 0-1 0 0,0 0 0 0 0,-1 0 0 0 0,1 0 0 0 0,0 0 1 0 0,0 0-1 0 0,0 0 0 0 0,0 1 0 0 0,-1-1 0 0 0,1 0 0 0 0,0 0 1 0 0,0 0-1 0 0,0 0 0 0 0,0 0 0 0 0,0 0 0 0 0,0 0 1 0 0,-1 0-1 0 0,1 0 0 0 0,0 0 0 0 0,0 0 0 0 0,0 1 0 0 0,0-1 1 0 0,0 0-1 0 0,0 0 0 0 0,0 0 0 0 0,0 0 0 0 0,0 0 1 0 0,-1 0-1 0 0,1 1 0 0 0,0-1 0 0 0,0 0 0 0 0,0 0 0 0 0,0 0 1 0 0,0 0-1 0 0,0 0 0 0 0,0 1 0 0 0,0-1 0 0 0,0 0 1 0 0,0 0-1 0 0,0 0 0 0 0,0 1 0 0 0,-11 33 215 0 0,-20 151 874 0 0,-9 261-1 0 0,38-402-1020 0 0,5 58 0 0 0,-2-87-163 0 0,1-1 1 0 0,0 1-1 0 0,2 0 0 0 0,0-1 0 0 0,0 0 1 0 0,1 0-1 0 0,12 24 0 0 0,-14-34-9 0 0,-1 1 0 0 0,1-1 0 0 0,0 0 0 0 0,0 0 0 0 0,1-1 0 0 0,-1 1 0 0 0,1 0 0 0 0,0-1 0 0 0,0 0 0 0 0,0 0 0 0 0,0 0 0 0 0,0-1 0 0 0,1 1 0 0 0,-1-1 0 0 0,9 3 0 0 0,-7-4-41 0 0,0 0 0 0 0,1 0 0 0 0,-1 0 0 0 0,1 0 0 0 0,-1-1 1 0 0,1 0-1 0 0,-1-1 0 0 0,1 1 0 0 0,-1-1 0 0 0,13-4 0 0 0,-7 1 12 0 0,0 0 1 0 0,1-2-1 0 0,-2 1 0 0 0,1-1 1 0 0,-1-1-1 0 0,0 0 1 0 0,0-1-1 0 0,-1 0 1 0 0,0-1-1 0 0,0 1 1 0 0,12-16-1 0 0,-11 9 85 0 0,-1-1 0 0 0,0 1 1 0 0,-2-1-1 0 0,1-1 0 0 0,7-24 0 0 0,22-90 2143 0 0,-32 105-1082 0 0,4-19 741 0 0,-10 42-1586 0 0,2-4 236 0 0,-7 18-114 0 0,-2 7-205 0 0,2 1 1 0 0,0 0 0 0 0,2 0 0 0 0,0 1 0 0 0,1-1-1 0 0,0 1 1 0 0,2 0 0 0 0,1-1 0 0 0,0 1 0 0 0,1-1-1 0 0,1 1 1 0 0,10 34 0 0 0,-10-48-79 0 0,0 0 0 0 0,0-1 0 0 0,0 1 1 0 0,1 0-1 0 0,-1-1 0 0 0,1 0 0 0 0,0 0 0 0 0,1 0 0 0 0,0 0 0 0 0,-1-1 0 0 0,1 0 0 0 0,1 0 0 0 0,-1 0 1 0 0,1 0-1 0 0,-1-1 0 0 0,1 0 0 0 0,0 0 0 0 0,0-1 0 0 0,0 1 0 0 0,1-1 0 0 0,-1-1 0 0 0,0 1 1 0 0,13 0-1 0 0,-14-1-4 0 0,0-1 1 0 0,1 1-1 0 0,-1-1 1 0 0,1 0-1 0 0,-1-1 1 0 0,1 0-1 0 0,-1 1 1 0 0,0-2-1 0 0,1 1 1 0 0,-1 0-1 0 0,0-1 1 0 0,0 0-1 0 0,0-1 1 0 0,0 1-1 0 0,-1-1 1 0 0,1 0-1 0 0,0 0 1 0 0,-1 0-1 0 0,0 0 1 0 0,0-1-1 0 0,0 0 1 0 0,0 0-1 0 0,-1 0 0 0 0,1 0 1 0 0,-1-1-1 0 0,0 1 1 0 0,0-1-1 0 0,-1 0 1 0 0,3-5-1 0 0,-4 6-5 0 0,1-1 0 0 0,-1 0 0 0 0,0 1 0 0 0,0-1-1 0 0,0 0 1 0 0,-1 0 0 0 0,1 0 0 0 0,-1 1 0 0 0,0-1-1 0 0,-1 0 1 0 0,1 0 0 0 0,-1 0 0 0 0,-3-8-1 0 0,1 5 0 0 0,0 1 0 0 0,0 0-1 0 0,-1 0 1 0 0,0 0-1 0 0,0 1 1 0 0,-1-1-1 0 0,-9-10 1 0 0,-4 0-3 0 0,-1 0 0 0 0,-1 2 1 0 0,0 0-1 0 0,-29-16 0 0 0,-11-3-1240 0 0,-35-23-2242 0 0,93 56 2998 0 0,-4-4-932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1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95 2544 0 0,'-169'-21'13726'0'0,"166"21"-13337"0"0,1-1-49 0 0,-7 0-244 0 0,9 1-83 0 0,0 0-1 0 0,0 0 1 0 0,0 0-1 0 0,0 0 1 0 0,0 0-1 0 0,0 0 1 0 0,0 0-1 0 0,0 0 1 0 0,0-1-1 0 0,0 1 1 0 0,0 0-1 0 0,0 0 1 0 0,0 0-1 0 0,0 0 1 0 0,0 0-1 0 0,0 0 1 0 0,0 0-1 0 0,0 0 1 0 0,0 0-1 0 0,0 0 1 0 0,0 0-1 0 0,0 0 1 0 0,0 0-1 0 0,0 0 1 0 0,0 0-1 0 0,0 0 1 0 0,0 0-1 0 0,0 0 1 0 0,-1 0-1 0 0,1 0 1 0 0,0 0-1 0 0,0-1 1 0 0,0 1-1 0 0,0 0 1 0 0,0 0-1 0 0,0 0 1 0 0,0 0-1 0 0,342-38 3 0 0,-205 27-1135 0 0,41 1-1209 0 0,-42 3-4722 0 0,-108 3 2370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2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117 815 1736 0 0,'-76'20'7334'0'0,"73"-19"-7245"0"0,1 0-1 0 0,0 0 1 0 0,0-1-1 0 0,0 2 1 0 0,0-1-1 0 0,0 0 1 0 0,0 0-1 0 0,0 0 1 0 0,0 1-1 0 0,0-1 1 0 0,0 1-1 0 0,1 0 1 0 0,-1 0-1 0 0,1-1 1 0 0,-1 1-1 0 0,1 0 1 0 0,0 0-1 0 0,-1 0 1 0 0,1 0 0 0 0,0 0-1 0 0,1 1 1 0 0,-1-1-1 0 0,0 0 1 0 0,0 0-1 0 0,1 1 1 0 0,0-1-1 0 0,-1 0 1 0 0,1 1-1 0 0,0-1 1 0 0,0 0-1 0 0,0 1 1 0 0,0-1-1 0 0,1 1 1 0 0,-1-1-1 0 0,1 0 1 0 0,-1 0-1 0 0,2 4 1 0 0,-1-5-68 0 0,0 1 0 0 0,0-1 1 0 0,0 1-1 0 0,0-1 0 0 0,0 0 1 0 0,0 0-1 0 0,0 1 0 0 0,0-1 1 0 0,1 0-1 0 0,-1 0 0 0 0,0 0 1 0 0,1 0-1 0 0,-1 0 0 0 0,1-1 1 0 0,-1 1-1 0 0,1 0 0 0 0,-1-1 1 0 0,3 1-1 0 0,27 4 137 0 0,-20-7-131 0 0,0 1-1 0 0,0-2 1 0 0,-1 1-1 0 0,1-1 0 0 0,0-1 1 0 0,-1 0-1 0 0,0-1 1 0 0,17-9-1 0 0,-4-1 12 0 0,-1 0-1 0 0,28-25 0 0 0,-26 17-38 0 0,-1 0-1 0 0,-2-1 0 0 0,0-2 0 0 0,-1 0 1 0 0,-2-1-1 0 0,-1 0 0 0 0,-1-2 0 0 0,-1 0 1 0 0,15-43-1 0 0,-14 23 0 0 0,-2 0-1 0 0,-2-1 1 0 0,-2-1-1 0 0,-3 1 1 0 0,2-67-1 0 0,-7 79 43 0 0,0 9 197 0 0,-4-54 0 0 0,2 80-192 0 0,-3 5 16 0 0,-1 2-17 0 0,0 1 0 0 0,0-1 0 0 0,1 1 0 0 0,-1 0 0 0 0,1 0 1 0 0,0 0-1 0 0,1 1 0 0 0,-1-1 0 0 0,-1 8 0 0 0,-17 59 373 0 0,12-37-244 0 0,-15 57 322 0 0,-23 180-1 0 0,42-225-372 0 0,2 90 0 0 0,4-123-176 0 0,0 0 0 0 0,1-1 0 0 0,1 1 0 0 0,0 0 1 0 0,1-1-1 0 0,0 1 0 0 0,1-1 0 0 0,1 0 0 0 0,0 0 0 0 0,15 22 0 0 0,-17-29-113 0 0,1-1-1 0 0,-1 0 1 0 0,1 0 0 0 0,0 0-1 0 0,1 0 1 0 0,-1-1 0 0 0,1 0-1 0 0,0 0 1 0 0,0-1-1 0 0,0 1 1 0 0,0-1 0 0 0,1-1-1 0 0,-1 1 1 0 0,1-1 0 0 0,-1 0-1 0 0,1-1 1 0 0,0 1 0 0 0,0-2-1 0 0,0 1 1 0 0,0-1-1 0 0,0 1 1 0 0,0-2 0 0 0,0 1-1 0 0,0-1 1 0 0,0 0 0 0 0,12-5-1 0 0,-6 3-111 0 0,-1-1-1 0 0,-1-1 1 0 0,1 0-1 0 0,-1-1 0 0 0,0 0 1 0 0,0-1-1 0 0,0 0 1 0 0,-1-1-1 0 0,-1 0 1 0 0,1-1-1 0 0,-1 0 0 0 0,0 0 1 0 0,14-21-1 0 0,-6 1 139 0 0,0-1 0 0 0,-2-1 0 0 0,-2 0 0 0 0,-1-1 0 0 0,-1-1 0 0 0,9-49 0 0 0,-7 10 1184 0 0,-4 1 1 0 0,0-75-1 0 0,-9 61 987 0 0,0-24 883 0 0,-1 160-2276 0 0,6 75-1 0 0,0-5 127 0 0,-5-117-737 0 0,-7 353 1198 0 0,2-266-841 0 0,5-89-305 0 0,9-9-15 0 0,-4 1-62 0 0,-1 0 0 0 0,0-1 0 0 0,0 1 0 0 0,0-1 1 0 0,-1 0-1 0 0,3-8 0 0 0,7-12-21 0 0,3-2-7 0 0,1 1 1 0 0,2 0-1 0 0,23-25 1 0 0,-35 44 7 0 0,2 0 0 0 0,-1 1 0 0 0,1 0 0 0 0,0 0 1 0 0,1 1-1 0 0,0 1 0 0 0,0-1 0 0 0,0 2 0 0 0,1-1 1 0 0,0 1-1 0 0,19-5 0 0 0,-27 9 13 0 0,0 0 1 0 0,1 0-1 0 0,-1 1 1 0 0,0-1-1 0 0,1 1 1 0 0,-1 0-1 0 0,0 0 1 0 0,0 0-1 0 0,1 1 1 0 0,-1-1-1 0 0,0 1 1 0 0,1-1-1 0 0,-1 1 1 0 0,0 0-1 0 0,0 1 1 0 0,0-1-1 0 0,0 0 0 0 0,4 4 1 0 0,-3-2 19 0 0,-1 0 1 0 0,1 0-1 0 0,-1 0 0 0 0,0 1 0 0 0,0-1 1 0 0,-1 1-1 0 0,1 0 0 0 0,-1 0 0 0 0,0 0 1 0 0,0 0-1 0 0,3 8 0 0 0,0 6 86 0 0,-1-1 0 0 0,-1 1 0 0 0,-1 0 0 0 0,0 0 1 0 0,-1 25-1 0 0,-1-4-34 0 0,-1-15-45 0 0,1 0 0 0 0,1-1 0 0 0,7 43 0 0 0,-8-65-18 0 0,1 1 0 0 0,-1-1 0 0 0,1 0 0 0 0,0 1 0 0 0,0-1 1 0 0,-1 1-1 0 0,1-1 0 0 0,0 0 0 0 0,0 0 0 0 0,0 0 0 0 0,0 1 0 0 0,0-1 0 0 0,1 0 0 0 0,-1 0 0 0 0,0 0 0 0 0,0-1 0 0 0,1 1 0 0 0,-1 0 0 0 0,1 0 0 0 0,-1-1 0 0 0,0 1 0 0 0,1-1 0 0 0,-1 1 0 0 0,1-1 0 0 0,-1 0 0 0 0,1 1 0 0 0,0-1 0 0 0,-1 0 0 0 0,1 0 0 0 0,-1 0 0 0 0,1 0 0 0 0,2-1 0 0 0,5 0 3 0 0,-1 0-1 0 0,1-1 1 0 0,0 0-1 0 0,10-5 1 0 0,1 0-4 0 0,-1-2 1 0 0,0-1 0 0 0,0 0-1 0 0,-1-1 1 0 0,31-26-1 0 0,-21 13-47 0 0,-2-1-1 0 0,38-45 1 0 0,-52 55 32 0 0,-1-1-1 0 0,0 0 1 0 0,15-31-1 0 0,-21 37 12 0 0,-1-1 0 0 0,0 1-1 0 0,-1 0 1 0 0,0-1-1 0 0,-1 0 1 0 0,0 1-1 0 0,0-21 1 0 0,-1 30 0 0 0,-1 1 1 0 0,0-1 0 0 0,0 1 0 0 0,0-1 0 0 0,0 1-1 0 0,0-1 1 0 0,0 0 0 0 0,0 1 0 0 0,0-1-1 0 0,0 1 1 0 0,0-1 0 0 0,0 0 0 0 0,0 1 0 0 0,0-1-1 0 0,-1 1 1 0 0,1-1 0 0 0,0 1 0 0 0,0-1 0 0 0,-1 1-1 0 0,1-1 1 0 0,0 1 0 0 0,-1-1 0 0 0,1 1-1 0 0,0-1 1 0 0,-1 1 0 0 0,1-1 0 0 0,-1 1 0 0 0,1 0-1 0 0,-1-1 1 0 0,1 1 0 0 0,-1 0 0 0 0,1-1-1 0 0,-1 1 1 0 0,1 0 0 0 0,-1 0 0 0 0,1-1 0 0 0,-1 1-1 0 0,1 0 1 0 0,-1 0 0 0 0,0 0 0 0 0,1 0-1 0 0,-1 0 1 0 0,1 0 0 0 0,-1 0 0 0 0,0 0 0 0 0,1 0-1 0 0,-1 0 1 0 0,1 0 0 0 0,-1 0 0 0 0,1 0-1 0 0,-1 0 1 0 0,0 1 0 0 0,1-1 0 0 0,-1 0 0 0 0,1 0-1 0 0,-1 1 1 0 0,1-1 0 0 0,-1 1 0 0 0,-4 2 5 0 0,1-1-1 0 0,0 1 1 0 0,0 0 0 0 0,0 0 0 0 0,-5 6 0 0 0,0 1 11 0 0,1 1-1 0 0,0 0 1 0 0,0 1 0 0 0,1 0 0 0 0,0 0-1 0 0,1 0 1 0 0,1 1 0 0 0,0 0-1 0 0,1 0 1 0 0,0 0 0 0 0,1 1 0 0 0,0 0-1 0 0,1-1 1 0 0,0 20 0 0 0,2-24-11 0 0,0 0 0 0 0,1 0-1 0 0,0-1 1 0 0,0 1 0 0 0,1 0 0 0 0,0-1 0 0 0,1 1 0 0 0,0-1 0 0 0,0 1 0 0 0,0-1 0 0 0,1 0 0 0 0,1-1 0 0 0,-1 1 0 0 0,1-1 0 0 0,0 0 0 0 0,1 0 0 0 0,0 0 0 0 0,0-1 0 0 0,1 0 0 0 0,-1 0 0 0 0,1 0-1 0 0,0-1 1 0 0,11 6 0 0 0,-8-6-222 0 0,1 0-1 0 0,0 0 1 0 0,0-1-1 0 0,0-1 1 0 0,0 0 0 0 0,1 0-1 0 0,-1-1 1 0 0,1-1-1 0 0,0 0 1 0 0,-1 0-1 0 0,1-1 1 0 0,16-2-1 0 0,-19 0-660 0 0,1 1 1 0 0,-1-2-1 0 0,1 1 0 0 0,-1-1 0 0 0,0-1 0 0 0,0 0 0 0 0,0 0 1 0 0,0 0-1 0 0,11-9 0 0 0,-3-1-3831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2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347 100 1588 0 0,'-341'-7'14393'0'0,"335"7"-13360"0"0,7 0-1015 0 0,-1-1-1 0 0,0 0 0 0 0,1 0 0 0 0,-1 1 1 0 0,0-1-1 0 0,1 0 0 0 0,-1 1 1 0 0,1-1-1 0 0,-1 1 0 0 0,1-1 1 0 0,-1 0-1 0 0,1 1 0 0 0,-1-1 0 0 0,1 1 1 0 0,0-1-1 0 0,-1 1 0 0 0,1 0 1 0 0,0-1-1 0 0,-1 1 0 0 0,1 0 1 0 0,0-1-1 0 0,-1 1 0 0 0,1 0 1 0 0,1 0-1 0 0,21-6 22 0 0,-21 5-17 0 0,327-42-2126 0 0,-108 26-2633 0 0,-131 10 1329 0 0,-4 1-1447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4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1120 2760 0 0,'-185'50'10397'0'0,"181"-49"-10103"0"0,1-1-64 0 0,-11 0-49 0 0,10 0-28 0 0,5-2-136 0 0,-1 0 1 0 0,1 0-1 0 0,-1 0 1 0 0,1 1-1 0 0,0-1 1 0 0,0 0-1 0 0,0 1 1 0 0,0-1 0 0 0,0 1-1 0 0,1-1 1 0 0,-1 1-1 0 0,0-1 1 0 0,1 1-1 0 0,-1 0 1 0 0,2-2-1 0 0,30-21 56 0 0,-24 18-53 0 0,33-24-5 0 0,-1-3 0 0 0,-2-1 1 0 0,-1-2-1 0 0,-1-1 0 0 0,-3-2 0 0 0,-1-2 0 0 0,-2 0 1 0 0,-1-3-1 0 0,23-47 0 0 0,-31 44 23 0 0,-2-1-1 0 0,-3-1 1 0 0,-1-1 0 0 0,-3 0-1 0 0,-2-1 1 0 0,-3 0-1 0 0,-1 0 1 0 0,-1-93 0 0 0,-4 100 49 0 0,0 26-49 0 0,-1 0 0 0 0,-1 0 0 0 0,-4-31-1 0 0,-8 67-33 0 0,5-1-3 0 0,1 0 0 0 0,1 0-1 0 0,1 0 1 0 0,0 1-1 0 0,2-1 1 0 0,-2 22-1 0 0,1-9 4 0 0,-54 545 89 0 0,12-102-20 0 0,-31 362 163 0 0,65-593-153 0 0,9-183-65 0 0,2-36-12 0 0,-2-2 14 0 0,2-1 0 0 0,5 42 1 0 0,-5-60-20 0 0,0 0 1 0 0,0-1 0 0 0,1 1-1 0 0,-1 0 1 0 0,1 0-1 0 0,0-1 1 0 0,-1 1-1 0 0,1-1 1 0 0,0 1 0 0 0,0-1-1 0 0,0 1 1 0 0,0-1-1 0 0,0 1 1 0 0,0-1 0 0 0,1 0-1 0 0,-1 0 1 0 0,0 0-1 0 0,1 0 1 0 0,-1 1 0 0 0,0-2-1 0 0,3 2 1 0 0,-1-1-1 0 0,-1 0 1 0 0,1 0-1 0 0,0-1 0 0 0,0 1 1 0 0,0-1-1 0 0,0 0 1 0 0,-1 0-1 0 0,1 0 0 0 0,0 0 1 0 0,0 0-1 0 0,5-2 1 0 0,5-1 8 0 0,0-1-1 0 0,0-1 1 0 0,0-1 0 0 0,13-7 0 0 0,-26 13-9 0 0,14-8-3 0 0,-1 0 1 0 0,0 0-1 0 0,0-2 0 0 0,-1 1 1 0 0,0-2-1 0 0,-1 1 0 0 0,0-2 1 0 0,-1 1-1 0 0,15-22 1 0 0,-20 25-2 0 0,0 0 1 0 0,-1 0-1 0 0,0 0 0 0 0,0-1 1 0 0,-1 0-1 0 0,0 0 1 0 0,0 0-1 0 0,-1 0 1 0 0,0 0-1 0 0,-1 0 1 0 0,0-1-1 0 0,-1 1 1 0 0,1 0-1 0 0,-2-1 0 0 0,1 1 1 0 0,-2 0-1 0 0,-1-12 1 0 0,-5-3 2 0 0,-1 0-1 0 0,-1 0 1 0 0,-1 1 0 0 0,-1 0 0 0 0,0 1-1 0 0,-2 1 1 0 0,-1 0 0 0 0,-1 0 0 0 0,-26-25-1 0 0,-11-7 247 0 0,-118-87-1 0 0,19 38 377 0 0,-39-31 103 0 0,184 128-706 0 0,0-1 0 0 0,1 0 0 0 0,0 0 0 0 0,0-1 0 0 0,1 0 0 0 0,-1 0 0 0 0,-4-9 0 0 0,8 12-27 0 0,1 1 1 0 0,-1 0-1 0 0,1-1 0 0 0,0 1 1 0 0,0-1-1 0 0,1 1 0 0 0,-1-1 1 0 0,1 1-1 0 0,0-1 0 0 0,0 0 1 0 0,0 1-1 0 0,0-1 0 0 0,0 0 1 0 0,1 1-1 0 0,0-1 0 0 0,0 1 1 0 0,0-1-1 0 0,0 1 0 0 0,0 0 1 0 0,2-4-1 0 0,5-7-127 0 0,0 0 0 0 0,1 1 1 0 0,1 0-1 0 0,0 0 0 0 0,0 1 0 0 0,2 1 1 0 0,-1 0-1 0 0,1 0 0 0 0,20-13 0 0 0,12-4-562 0 0,73-36 0 0 0,-10 16-913 0 0,139-41 1 0 0,82-35-421 0 0,-320 121 2171 0 0,-1-1 1 0 0,0 0 0 0 0,0 0 0 0 0,-1 0 0 0 0,1-1 0 0 0,-1 0-1 0 0,0 0 1 0 0,0-1 0 0 0,0 0 0 0 0,-1 0 0 0 0,7-10 0 0 0,-11 14-85 0 0,-1 1-1 0 0,0-1 1 0 0,1 1 0 0 0,-1-1 0 0 0,0 1 0 0 0,0-1 0 0 0,0 1-1 0 0,0-1 1 0 0,0 1 0 0 0,-1-1 0 0 0,1 1 0 0 0,0 0-1 0 0,-1-1 1 0 0,1 1 0 0 0,-1-1 0 0 0,1 1 0 0 0,-1 0 0 0 0,0-1-1 0 0,1 1 1 0 0,-1 0 0 0 0,0 0 0 0 0,0 0 0 0 0,0-1 0 0 0,0 1-1 0 0,0 0 1 0 0,0 0 0 0 0,0 0 0 0 0,-1 1 0 0 0,1-1 0 0 0,0 0-1 0 0,0 0 1 0 0,-1 1 0 0 0,1-1 0 0 0,0 1 0 0 0,-1-1 0 0 0,1 1-1 0 0,-1-1 1 0 0,1 1 0 0 0,-1 0 0 0 0,1 0 0 0 0,-3-1 0 0 0,-6 3 20 0 0,0 1 1 0 0,0 0-1 0 0,1 0 1 0 0,-1 0 0 0 0,1 1-1 0 0,0 1 1 0 0,0 0-1 0 0,0 0 1 0 0,1 1 0 0 0,0 0-1 0 0,0 0 1 0 0,0 0-1 0 0,1 1 1 0 0,0 1 0 0 0,0-1-1 0 0,1 1 1 0 0,0 0-1 0 0,0 1 1 0 0,1-1 0 0 0,-6 13-1 0 0,7-13-67 0 0,0-1 0 0 0,1 1 0 0 0,0 0-1 0 0,1 0 1 0 0,-1 0 0 0 0,1 0 0 0 0,1 0 0 0 0,0 0-1 0 0,0 0 1 0 0,0 1 0 0 0,1-1 0 0 0,0 1-1 0 0,1-1 1 0 0,0 0 0 0 0,0 0 0 0 0,1 1 0 0 0,0-1-1 0 0,1 0 1 0 0,-1 0 0 0 0,2-1 0 0 0,-1 1 0 0 0,1-1-1 0 0,0 1 1 0 0,0-1 0 0 0,8 9 0 0 0,-5-9-5 0 0,0-1 0 0 0,1 0 0 0 0,0 0 0 0 0,0 0 0 0 0,0-1 0 0 0,0-1 0 0 0,1 1 0 0 0,0-1 0 0 0,0-1 0 0 0,0 1 0 0 0,0-2 0 0 0,1 1 0 0 0,-1-1 0 0 0,1-1 0 0 0,-1 0 0 0 0,1 0 0 0 0,0-1 0 0 0,-1 0 0 0 0,16-2 0 0 0,-16 1-25 0 0,-1 0 0 0 0,0 0 0 0 0,1-1 0 0 0,-1 0 0 0 0,0 0 0 0 0,0-1 1 0 0,0 0-1 0 0,0-1 0 0 0,-1 0 0 0 0,1 0 0 0 0,-1 0 0 0 0,0-1 1 0 0,0 0-1 0 0,-1-1 0 0 0,1 1 0 0 0,-1-1 0 0 0,-1 0 0 0 0,1-1 0 0 0,-1 0 1 0 0,0 1-1 0 0,0-2 0 0 0,5-10 0 0 0,-5 3-9 0 0,0 0 1 0 0,-1 0-1 0 0,-1 0 1 0 0,0 0-1 0 0,-1 0 1 0 0,-1-1-1 0 0,0 1 0 0 0,-1 0 1 0 0,-1-1-1 0 0,0 1 1 0 0,-1-1-1 0 0,-4-14 1 0 0,4 19 29 0 0,-1 1 0 0 0,0 0 0 0 0,-1 1 0 0 0,0-1 1 0 0,0 1-1 0 0,-1-1 0 0 0,-1 1 0 0 0,1 0 1 0 0,-1 1-1 0 0,-1 0 0 0 0,1 0 0 0 0,-1 0 1 0 0,-1 1-1 0 0,0 0 0 0 0,0 0 0 0 0,0 1 1 0 0,-1 0-1 0 0,-14-8 0 0 0,17 11-2 0 0,1 1 0 0 0,0 0 0 0 0,-1 1 0 0 0,1-1-1 0 0,-1 1 1 0 0,0 0 0 0 0,1 0 0 0 0,-1 1 0 0 0,0-1 0 0 0,0 1 0 0 0,1 0-1 0 0,-8 2 1 0 0,-6 4-7 0 0,1 3-3 0 0,16-8 13 0 0,1 0-1 0 0,-1 0 1 0 0,1 0-1 0 0,0 0 1 0 0,0 1 0 0 0,-1-1-1 0 0,1 0 1 0 0,0 1-1 0 0,0-1 1 0 0,0 1 0 0 0,1-1-1 0 0,-1 1 1 0 0,0-1-1 0 0,0 1 1 0 0,1 0 0 0 0,-1-1-1 0 0,1 1 1 0 0,0 0-1 0 0,-1 0 1 0 0,1-1-1 0 0,0 1 1 0 0,0 0 0 0 0,0 0-1 0 0,0-1 1 0 0,0 1-1 0 0,0 0 1 0 0,1 0 0 0 0,-1-1-1 0 0,1 1 1 0 0,-1 0-1 0 0,1-1 1 0 0,0 1 0 0 0,-1 0-1 0 0,1-1 1 0 0,0 1-1 0 0,0-1 1 0 0,0 0 0 0 0,0 1-1 0 0,2 1 1 0 0,1 2-11 0 0,1-1-1 0 0,0 1 1 0 0,0-1 0 0 0,0 0 0 0 0,0 0 0 0 0,1 0 0 0 0,0-1-1 0 0,0 0 1 0 0,8 4 0 0 0,9 0-228 0 0,1 0 0 0 0,0-1-1 0 0,1-1 1 0 0,-1-2 0 0 0,1 0 0 0 0,0-2 0 0 0,0-1 0 0 0,0 0-1 0 0,30-6 1 0 0,-19 0-76 0 0,0-1-1 0 0,-1-2 0 0 0,0-1 1 0 0,-1-2-1 0 0,57-28 0 0 0,-65 26 157 0 0,0-2-1 0 0,-2 0 1 0 0,0-2-1 0 0,0-1 0 0 0,-2 0 1 0 0,-1-2-1 0 0,27-33 1 0 0,-33 36 217 0 0,-1-1 1 0 0,0-1-1 0 0,-2 0 1 0 0,-1-1-1 0 0,0-1 1 0 0,-2 1-1 0 0,0-2 1 0 0,-1 1-1 0 0,8-42 1 0 0,-14 50 161 0 0,-1 0 0 0 0,-1 1 1 0 0,1-1-1 0 0,-4-21 0 0 0,2 27-81 0 0,0 0 0 0 0,-1 0-1 0 0,0 0 1 0 0,-1 0 0 0 0,1 1-1 0 0,-2-1 1 0 0,1 1 0 0 0,-1 0-1 0 0,-5-8 1 0 0,8 14-117 0 0,0-1 0 0 0,0 1-1 0 0,0 0 1 0 0,0-1 0 0 0,0 1-1 0 0,0 0 1 0 0,-1 0 0 0 0,1 0 0 0 0,0 0-1 0 0,-1 0 1 0 0,1 0 0 0 0,-1 1 0 0 0,1-1-1 0 0,-1 0 1 0 0,1 1 0 0 0,-1-1-1 0 0,0 1 1 0 0,1-1 0 0 0,-1 1 0 0 0,1 0-1 0 0,-4 0 1 0 0,2 0 1 0 0,0 1-1 0 0,0-1 1 0 0,0 1-1 0 0,0 0 1 0 0,1 0 0 0 0,-1 0-1 0 0,0 0 1 0 0,1 1 0 0 0,-1-1-1 0 0,0 1 1 0 0,-2 2-1 0 0,-4 4 30 0 0,0 0 0 0 0,0 0 0 0 0,1 1 0 0 0,1 0 0 0 0,-7 11 0 0 0,-10 18 138 0 0,2 1 1 0 0,1 1-1 0 0,2 1 1 0 0,-17 55-1 0 0,15-27 200 0 0,-22 136 1 0 0,36-154-262 0 0,-1 79 1 0 0,8-108-108 0 0,1 1 1 0 0,1-1-1 0 0,2 0 1 0 0,0 0-1 0 0,1 0 1 0 0,9 23-1 0 0,-12-39-19 0 0,0-1 1 0 0,0-1-1 0 0,1 1 0 0 0,-1 0 0 0 0,1 0 0 0 0,1-1 0 0 0,-1 0 0 0 0,1 0 0 0 0,-1 0 0 0 0,1 0 0 0 0,0 0 0 0 0,0-1 0 0 0,1 1 0 0 0,-1-1 0 0 0,6 3 0 0 0,-3-3-15 0 0,1 0 0 0 0,-1-1-1 0 0,0 1 1 0 0,1-1-1 0 0,-1-1 1 0 0,1 0 0 0 0,0 0-1 0 0,-1 0 1 0 0,14-1-1 0 0,-3-2-64 0 0,0 0 0 0 0,0-1 0 0 0,0-1 0 0 0,0-1 0 0 0,-1 0 0 0 0,0-1 0 0 0,0-1 0 0 0,21-13 0 0 0,-14 5-52 0 0,-2 0 0 0 0,1-2 0 0 0,-2-1 0 0 0,0-1 0 0 0,-2 0 0 0 0,0-2 1 0 0,-1 0-1 0 0,-1-1 0 0 0,23-39 0 0 0,-6 0-70 0 0,-2-2 0 0 0,37-106 0 0 0,3-72 233 0 0,-61 192 380 0 0,-3 0 0 0 0,-2-1 0 0 0,-1-52 0 0 0,-5 99-381 0 0,-2-59 812 0 0,2 57-783 0 0,-1-1 1 0 0,0 1 0 0 0,0 0-1 0 0,0 0 1 0 0,-1 0 0 0 0,1 0-1 0 0,-1 0 1 0 0,0 1 0 0 0,-4-7 0 0 0,6 10-60 0 0,-1 1 1 0 0,1-1 0 0 0,-1 0 0 0 0,1 1 0 0 0,-1-1 0 0 0,1 1 0 0 0,-1-1-1 0 0,1 1 1 0 0,-1-1 0 0 0,0 1 0 0 0,1-1 0 0 0,-1 1 0 0 0,1 0 0 0 0,-1-1-1 0 0,0 1 1 0 0,0 0 0 0 0,1 0 0 0 0,-1 0 0 0 0,0-1 0 0 0,1 1 0 0 0,-1 0-1 0 0,0 0 1 0 0,0 0 0 0 0,1 0 0 0 0,-1 0 0 0 0,0 0 0 0 0,0 0 0 0 0,1 0-1 0 0,-1 1 1 0 0,0-1 0 0 0,0 0 0 0 0,1 0 0 0 0,-1 1 0 0 0,0-1 0 0 0,1 0 0 0 0,-1 1-1 0 0,0-1 1 0 0,1 0 0 0 0,-1 1 0 0 0,1-1 0 0 0,-1 1 0 0 0,0 0 0 0 0,-3 3 10 0 0,0 0 0 0 0,1 0-1 0 0,0 0 1 0 0,-5 9 0 0 0,6-10 7 0 0,-11 20 61 0 0,1 0 0 0 0,1 1 0 0 0,1 0 0 0 0,-8 30 0 0 0,-21 106 430 0 0,28-109-354 0 0,-22 97 249 0 0,-22 250 0 0 0,55-396-408 0 0,-2 33-207 0 0,2 46 0 0 0,1-73 4 0 0,0 1 0 0 0,0 0 0 0 0,1 0 0 0 0,0-1 0 0 0,0 1 0 0 0,1-1 1 0 0,0 1-1 0 0,0-1 0 0 0,1 0 0 0 0,9 13 0 0 0,-10-17 93 0 0,0 0 0 0 0,0-1 0 0 0,0 0 0 0 0,1 0 0 0 0,0 0 0 0 0,-1 0 0 0 0,1-1 1 0 0,0 1-1 0 0,0-1 0 0 0,1 0 0 0 0,-1 0 0 0 0,0 0 0 0 0,1-1 0 0 0,-1 0 0 0 0,1 0 0 0 0,-1 0 0 0 0,1 0 0 0 0,0-1 0 0 0,-1 1 0 0 0,1-1 0 0 0,0 0 0 0 0,-1-1 0 0 0,1 1 0 0 0,0-1 0 0 0,-1 0 0 0 0,1 0 0 0 0,-1 0 1 0 0,6-3-1 0 0,2-1 15 0 0,0 0 0 0 0,-1 0 1 0 0,0-2-1 0 0,0 1 0 0 0,0-1 0 0 0,-1-1 1 0 0,0 1-1 0 0,-1-2 0 0 0,11-11 1 0 0,-3-1 290 0 0,-1 0 1 0 0,-1-2 0 0 0,-1 1 0 0 0,12-27-1 0 0,17-48 3594 0 0,-30 70-2600 0 0,-7 19-828 0 0,-7 20 32 0 0,-4 13-329 0 0,-3 12 13 0 0,-3 50 1 0 0,10-77-71 0 0,0 0 1 0 0,1 1-1 0 0,1-1 1 0 0,0 0 0 0 0,0 0-1 0 0,1 1 1 0 0,1-1-1 0 0,-1 0 1 0 0,9 18-1 0 0,-9-24-4 0 0,1 0 1 0 0,0 0-1 0 0,0 0 0 0 0,0 0 0 0 0,0-1 0 0 0,0 0 0 0 0,1 0 0 0 0,0 0 0 0 0,-1 0 0 0 0,1 0 0 0 0,0 0 1 0 0,1-1-1 0 0,-1 0 0 0 0,0 0 0 0 0,1 0 0 0 0,-1-1 0 0 0,1 1 0 0 0,-1-1 0 0 0,1 0 0 0 0,0 0 0 0 0,-1-1 0 0 0,1 0 1 0 0,0 1-1 0 0,0-1 0 0 0,7-2 0 0 0,-1 1-5 0 0,1 0 0 0 0,-1-1 1 0 0,0 0-1 0 0,0-1 0 0 0,0-1 1 0 0,0 0-1 0 0,-1 0 0 0 0,1-1 0 0 0,16-11 1 0 0,-18 10-19 0 0,0-1 1 0 0,-1-1 0 0 0,1 0-1 0 0,-2 0 1 0 0,1 0 0 0 0,-1-1-1 0 0,-1 0 1 0 0,0-1 0 0 0,0 1 0 0 0,-1-1-1 0 0,7-16 1 0 0,-7 13 3 0 0,-1-1 1 0 0,0 0 0 0 0,-1 0-1 0 0,0 0 1 0 0,-1 0-1 0 0,-1-1 1 0 0,0 1-1 0 0,-2-26 1 0 0,0 29 6 0 0,-1 0-1 0 0,0-1 1 0 0,-1 1-1 0 0,0 0 1 0 0,0 0-1 0 0,-1 1 1 0 0,-1-1-1 0 0,0 1 1 0 0,0 0-1 0 0,-1 0 1 0 0,-7-10-1 0 0,7 13 1 0 0,0 1 0 0 0,0-1-1 0 0,-1 1 1 0 0,0 0 0 0 0,0 1 0 0 0,0 0 0 0 0,-1 0-1 0 0,1 0 1 0 0,-1 1 0 0 0,0 0 0 0 0,-1 1 0 0 0,1 0-1 0 0,-1 0 1 0 0,1 1 0 0 0,-12-3 0 0 0,13 5-33 0 0,1 0 1 0 0,-1-1-1 0 0,0 2 1 0 0,1-1-1 0 0,-1 1 1 0 0,1 0-1 0 0,-1 1 1 0 0,1-1-1 0 0,0 1 1 0 0,0 0-1 0 0,-1 1 0 0 0,2 0 1 0 0,-1-1-1 0 0,0 2 1 0 0,0-1-1 0 0,1 1 1 0 0,-7 6-1 0 0,8-7-244 0 0,1 0 0 0 0,-1 1 0 0 0,1 0 0 0 0,0 0 1 0 0,0 0-1 0 0,0 0 0 0 0,1 0 0 0 0,-1 0 0 0 0,1 1 0 0 0,-2 6 0 0 0,2-7-243 0 0,2 0 1 0 0,-1 0 0 0 0,0 0-1 0 0,1-1 1 0 0,0 1 0 0 0,0 0-1 0 0,0 0 1 0 0,0 0-1 0 0,0 0 1 0 0,1 0 0 0 0,0-1-1 0 0,0 1 1 0 0,0 0 0 0 0,2 5-1 0 0,5 6-3908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57 215 684 0 0,'-10'-11'5713'0'0,"7"7"-5096"0"0,2 2-198 0 0,0 0 0 0 0,-1-1 0 0 0,1 1 0 0 0,0 0 0 0 0,0 0 0 0 0,0 0 0 0 0,1-1-1 0 0,-1 1 1 0 0,1 0 0 0 0,-1-4 0 0 0,2-20 2760 0 0,-1 18-956 0 0,1 23-2128 0 0,-3 19 273 0 0,-2-1 1 0 0,-7 34 0 0 0,-5 43-38 0 0,14-96-310 0 0,2 0 0 0 0,0 1 0 0 0,1-1-1 0 0,0 1 1 0 0,5 20 0 0 0,-5-30-16 0 0,1 0-1 0 0,-1 0 1 0 0,1 1-1 0 0,0-1 1 0 0,0 0-1 0 0,1-1 1 0 0,-1 1-1 0 0,1 0 1 0 0,0-1-1 0 0,0 1 1 0 0,1-1-1 0 0,-1 0 1 0 0,1 0-1 0 0,0-1 1 0 0,0 1-1 0 0,0-1 1 0 0,1 1-1 0 0,-1-1 1 0 0,1-1-1 0 0,0 1 1 0 0,0-1-1 0 0,0 0 1 0 0,0 0-1 0 0,0 0 1 0 0,0 0-1 0 0,0-1 1 0 0,1 0-1 0 0,-1 0 1 0 0,0-1-1 0 0,1 1 1 0 0,-1-1-1 0 0,10-1 1 0 0,-5 0-27 0 0,0 0 1 0 0,0-1 0 0 0,0 0 0 0 0,0-1-1 0 0,0 0 1 0 0,-1 0 0 0 0,1-1 0 0 0,-1 0-1 0 0,0-1 1 0 0,0 0 0 0 0,0 0 0 0 0,-1-1 0 0 0,0 0-1 0 0,0 0 1 0 0,-1-1 0 0 0,1 0 0 0 0,-1-1-1 0 0,6-8 1 0 0,-5 5-10 0 0,-1 0-1 0 0,0-1 1 0 0,0 0 0 0 0,-1-1 0 0 0,-1 1-1 0 0,0-1 1 0 0,-1 0 0 0 0,0 0 0 0 0,-1-1-1 0 0,0 1 1 0 0,-1-1 0 0 0,0-26 0 0 0,-4 3 84 0 0,-6-43 1 0 0,4 51-38 0 0,4 28-16 0 0,0 1 0 0 0,0-1 1 0 0,0 1-1 0 0,0-1 0 0 0,0 1 1 0 0,0-1-1 0 0,0 1 0 0 0,0 0 0 0 0,-1-1 1 0 0,1 1-1 0 0,0-1 0 0 0,0 1 0 0 0,0 0 1 0 0,0-1-1 0 0,-1 1 0 0 0,1-1 0 0 0,0 1 1 0 0,0 0-1 0 0,-1-1 0 0 0,1 1 0 0 0,0 0 1 0 0,-1 0-1 0 0,1-1 0 0 0,0 1 0 0 0,-1 0 1 0 0,1 0-1 0 0,-1-1 0 0 0,1 1 0 0 0,0 0 1 0 0,-1 0-1 0 0,1 0 0 0 0,-1 0 0 0 0,1-1 1 0 0,0 1-1 0 0,-1 0 0 0 0,1 0 0 0 0,-1 0 1 0 0,1 0-1 0 0,-1 0 0 0 0,1 0 0 0 0,0 0 1 0 0,-1 0-1 0 0,1 0 0 0 0,-1 1 0 0 0,1-1 1 0 0,-1 0-1 0 0,1 0 0 0 0,0 0 0 0 0,-1 0 1 0 0,1 1-1 0 0,-1-1 0 0 0,-1 1 2 0 0,0 0 0 0 0,0 0 0 0 0,1 1-1 0 0,-1-1 1 0 0,0 0 0 0 0,1 1 0 0 0,-1-1 0 0 0,1 1 0 0 0,-2 1-1 0 0,-3 7 12 0 0,0 0-1 0 0,1 1 0 0 0,1-1 0 0 0,0 1 0 0 0,0 0 0 0 0,1 0 1 0 0,0 0-1 0 0,1 0 0 0 0,-1 23 0 0 0,2-24 0 0 0,1 0-1 0 0,0 0 0 0 0,1 0 1 0 0,0-1-1 0 0,1 1 1 0 0,0 0-1 0 0,0-1 0 0 0,1 1 1 0 0,0-1-1 0 0,1 0 1 0 0,9 17-1 0 0,-8-19-5 0 0,0-1 0 0 0,1-1 0 0 0,-1 1-1 0 0,1-1 1 0 0,0 0 0 0 0,0 0 0 0 0,1 0 0 0 0,0-1 0 0 0,-1 0 0 0 0,1-1 0 0 0,1 1-1 0 0,-1-1 1 0 0,0-1 0 0 0,1 1 0 0 0,-1-1 0 0 0,1-1 0 0 0,12 2 0 0 0,-2-1-1 0 0,0-1 0 0 0,1 0 0 0 0,-1-1 0 0 0,0-2 1 0 0,0 0-1 0 0,28-6 0 0 0,-37 5-22 0 0,1 0-1 0 0,-1 0 0 0 0,0-1 1 0 0,-1 0-1 0 0,1 0 1 0 0,-1-1-1 0 0,0 0 1 0 0,0 0-1 0 0,0-1 1 0 0,-1 0-1 0 0,0-1 1 0 0,0 0-1 0 0,0 0 1 0 0,-1 0-1 0 0,0-1 1 0 0,-1 0-1 0 0,1 0 1 0 0,-2 0-1 0 0,1-1 1 0 0,-1 1-1 0 0,0-1 1 0 0,-1 0-1 0 0,0 0 1 0 0,-1-1-1 0 0,0 1 1 0 0,0 0-1 0 0,-1-1 1 0 0,0 0-1 0 0,0-14 1 0 0,-2 11 1 0 0,1 0 0 0 0,-2 1 0 0 0,0-1-1 0 0,0 0 1 0 0,-1 1 0 0 0,-1 0 0 0 0,0-1 0 0 0,-1 2 0 0 0,-7-15 0 0 0,2 8 0 0 0,-1 1-1 0 0,-1 0 0 0 0,0 1 0 0 0,-29-28 1 0 0,40 42 12 0 0,-1 1 0 0 0,0 0 0 0 0,0 0 1 0 0,0 1-1 0 0,0-1 0 0 0,0 0 0 0 0,0 0 1 0 0,0 1-1 0 0,0 0 0 0 0,0-1 0 0 0,0 1 0 0 0,0 0 1 0 0,0 0-1 0 0,0 0 0 0 0,-1 0 0 0 0,1 0 1 0 0,0 1-1 0 0,0-1 0 0 0,0 1 0 0 0,0-1 1 0 0,0 1-1 0 0,0 0 0 0 0,0-1 0 0 0,0 1 0 0 0,1 0 1 0 0,-1 1-1 0 0,0-1 0 0 0,0 0 0 0 0,1 0 1 0 0,-1 1-1 0 0,1-1 0 0 0,-1 1 0 0 0,-1 2 1 0 0,0 0 3 0 0,0 0 0 0 0,0 0 0 0 0,1 0 0 0 0,0 0 1 0 0,0 1-1 0 0,0-1 0 0 0,0 1 0 0 0,1-1 1 0 0,-1 1-1 0 0,1 0 0 0 0,1-1 0 0 0,-1 1 0 0 0,1 0 1 0 0,-1 0-1 0 0,2 6 0 0 0,0-3 14 0 0,0-1-1 0 0,1 1 1 0 0,-1-1-1 0 0,2 0 1 0 0,-1 0 0 0 0,1 0-1 0 0,0 0 1 0 0,1 0-1 0 0,4 7 1 0 0,0-2-67 0 0,1-1-1 0 0,0 0 1 0 0,0-1 0 0 0,1 0 0 0 0,0 0-1 0 0,1-1 1 0 0,0 0 0 0 0,1-1-1 0 0,-1 0 1 0 0,17 7 0 0 0,-11-7-209 0 0,0-2 0 0 0,1 1 0 0 0,-1-2 0 0 0,1-1 0 0 0,0 0 0 0 0,0-1 1 0 0,37 1-1 0 0,-45-4 187 0 0,1-1 1 0 0,-1 0-1 0 0,1 0 1 0 0,-1-1-1 0 0,0 0 1 0 0,0-1-1 0 0,0 0 1 0 0,0-1-1 0 0,0 0 1 0 0,-1-1-1 0 0,1 1 1 0 0,-1-2-1 0 0,0 1 1 0 0,-1-2-1 0 0,11-8 1 0 0,-11 7 40 0 0,0-1 0 0 0,0 1 0 0 0,-1-1 1 0 0,0-1-1 0 0,-1 1 0 0 0,0-1 0 0 0,0 0 0 0 0,-1 0 0 0 0,4-12 1 0 0,-3 0 402 0 0,0 0 1 0 0,-1 0-1 0 0,3-40 1 0 0,-4 15 555 0 0,-4 45-783 0 0,0 2-133 0 0,0-1-1 0 0,0 1 0 0 0,0 0 0 0 0,0-1 0 0 0,0 1 0 0 0,0 0 0 0 0,-1-1 0 0 0,1 1 0 0 0,0-1 1 0 0,0 1-1 0 0,0 0 0 0 0,0-1 0 0 0,0 1 0 0 0,-1 0 0 0 0,1-1 0 0 0,0 1 0 0 0,0 0 0 0 0,-1 0 0 0 0,1-1 1 0 0,0 1-1 0 0,-1 0 0 0 0,1 0 0 0 0,0-1 0 0 0,0 1 0 0 0,-1 0 0 0 0,-12 27 190 0 0,1 1-1 0 0,2 1 1 0 0,1 0-1 0 0,1 0 1 0 0,2 1-1 0 0,1 0 0 0 0,-2 43 1 0 0,6-48-524 0 0,1 1 1 0 0,2 0-1 0 0,1 0 0 0 0,0 0 1 0 0,10 33-1 0 0,-11-54 29 0 0,-1 0-1 0 0,1 0 1 0 0,-1 0-1 0 0,2 0 1 0 0,-1-1-1 0 0,0 1 1 0 0,1-1 0 0 0,0 1-1 0 0,0-1 1 0 0,0 0-1 0 0,1 0 1 0 0,-1 0-1 0 0,1-1 1 0 0,8 7-1 0 0,-9-8-97 0 0,1-2 90 0 0,-2 0 279 0 0,0 1-13 0 0,0-1 0 0 0,0 0 0 0 0,0 0-1 0 0,0 0 1 0 0,0 0 0 0 0,0 0 0 0 0,0 0-1 0 0,0-1 1 0 0,0 1 0 0 0,0-1 0 0 0,0 1 0 0 0,0-1-1 0 0,0 0 1 0 0,-1 0 0 0 0,1 1 0 0 0,0-1 0 0 0,0-1-1 0 0,-1 1 1 0 0,1 0 0 0 0,0 0 0 0 0,-1-1-1 0 0,2-1 1 0 0,4-4 77 0 0,-1-1 0 0 0,-1 0 0 0 0,1 0 0 0 0,-1 0 0 0 0,-1-1 0 0 0,0 1 0 0 0,0-1 0 0 0,4-13 0 0 0,0-6 1209 0 0,8-46 0 0 0,-3-5 1835 0 0,-13 77-2965 0 0,1-2-16 0 0,-1 4-96 0 0,0 0 0 0 0,-1-1 0 0 0,1 1 1 0 0,0 0-1 0 0,0 0 0 0 0,0-1 0 0 0,0 1 0 0 0,0 0 0 0 0,0 0 1 0 0,0-1-1 0 0,0 1 0 0 0,0 0 0 0 0,0 0 0 0 0,0-1 0 0 0,0 1 1 0 0,0 0-1 0 0,1 0 0 0 0,-1-1 0 0 0,0 1 0 0 0,0 0 0 0 0,0 0 1 0 0,0 0-1 0 0,0-1 0 0 0,0 1 0 0 0,1 0 0 0 0,-1 0 0 0 0,0 0 1 0 0,0-1-1 0 0,0 1 0 0 0,1 0 0 0 0,-1 0 0 0 0,0 0 0 0 0,0 0 1 0 0,0 0-1 0 0,1-1 0 0 0,-1 1 0 0 0,0 0 0 0 0,0 0 0 0 0,1 0 1 0 0,-1 0-1 0 0,0 0 0 0 0,1 0 0 0 0,1 1 11 0 0,0 0 0 0 0,1 0 0 0 0,-1 0-1 0 0,0 1 1 0 0,0-1 0 0 0,0 1 0 0 0,0-1 0 0 0,0 1 0 0 0,0 0-1 0 0,0 0 1 0 0,0 0 0 0 0,2 4 0 0 0,0 1 32 0 0,1 0-1 0 0,-1 0 1 0 0,5 14 0 0 0,-3-3 54 0 0,0 1 1 0 0,5 36-1 0 0,-10-43-62 0 0,1-1 0 0 0,-2 1 0 0 0,0 0 0 0 0,0 0 0 0 0,-1 0 0 0 0,0-1-1 0 0,-1 1 1 0 0,-1 0 0 0 0,0-1 0 0 0,-6 16 0 0 0,9-25-32 0 0,0-1 0 0 0,-1 0 0 0 0,1 0-1 0 0,0 0 1 0 0,-1 0 0 0 0,1 0 0 0 0,0 0 0 0 0,-1 0 0 0 0,0 1 0 0 0,1-1 0 0 0,-1-1-1 0 0,0 1 1 0 0,1 0 0 0 0,-1 0 0 0 0,0 0 0 0 0,0 0 0 0 0,0 0 0 0 0,0-1 0 0 0,1 1 0 0 0,-1 0-1 0 0,0-1 1 0 0,-1 1 0 0 0,1-1 0 0 0,0 1 0 0 0,0-1 0 0 0,0 1 0 0 0,0-1 0 0 0,0 0-1 0 0,0 0 1 0 0,0 0 0 0 0,-1 1 0 0 0,-1-1 0 0 0,3-1-7 0 0,-1 1 0 0 0,0-1-1 0 0,1 1 1 0 0,0 0 0 0 0,-1-1 0 0 0,1 1 0 0 0,-1-1 0 0 0,1 1-1 0 0,0-1 1 0 0,-1 1 0 0 0,1-1 0 0 0,0 0 0 0 0,-1 1 0 0 0,1-1-1 0 0,0 1 1 0 0,0-1 0 0 0,0 0 0 0 0,-1 1 0 0 0,1-1 0 0 0,0 0-1 0 0,0 1 1 0 0,0-1 0 0 0,0 0 0 0 0,0 1 0 0 0,0-1 0 0 0,0 1-1 0 0,1-1 1 0 0,-1 0 0 0 0,0-1 0 0 0,4-14-9 0 0,5-22-45 0 0,3 0-1 0 0,1 1 1 0 0,26-53 0 0 0,-26 66 7 0 0,0 1 0 0 0,2 0-1 0 0,0 1 1 0 0,2 0 0 0 0,36-35 0 0 0,-47 51 24 0 0,1 0 0 0 0,0 0 0 0 0,0 1 0 0 0,1 0 0 0 0,-1 0-1 0 0,16-6 1 0 0,-19 10 17 0 0,0 0 0 0 0,-1-1-1 0 0,1 1 1 0 0,0 1 0 0 0,0-1-1 0 0,0 1 1 0 0,0-1 0 0 0,0 1-1 0 0,1 0 1 0 0,-1 1 0 0 0,0-1-1 0 0,0 1 1 0 0,0 0 0 0 0,0-1-1 0 0,-1 2 1 0 0,7 1 0 0 0,-7-1 23 0 0,1 0 0 0 0,0 1 0 0 0,-1-1 1 0 0,0 1-1 0 0,1 0 0 0 0,-1 0 0 0 0,0 0 0 0 0,0 0 1 0 0,-1 0-1 0 0,1 1 0 0 0,-1-1 0 0 0,0 1 0 0 0,0 0 0 0 0,0-1 1 0 0,0 1-1 0 0,0 0 0 0 0,-1 0 0 0 0,0 0 0 0 0,0 1 1 0 0,0-1-1 0 0,0 0 0 0 0,0 7 0 0 0,0 1 41 0 0,-1 0 0 0 0,0-1 0 0 0,-1 1 1 0 0,0 0-1 0 0,-1 0 0 0 0,-5 19 0 0 0,-2-2-43 0 0,-26 107-1165 0 0,35-134 956 0 0,-1 0-1 0 0,1 1 1 0 0,0-1 0 0 0,0 0-1 0 0,0 0 1 0 0,0 1 0 0 0,1-1-1 0 0,-1 0 1 0 0,1 0 0 0 0,-1 0-1 0 0,1 0 1 0 0,0 1-1 0 0,0-1 1 0 0,0 0 0 0 0,0 0-1 0 0,0 0 1 0 0,0-1 0 0 0,0 1-1 0 0,1 0 1 0 0,-1 0-1 0 0,1-1 1 0 0,-1 1 0 0 0,1-1-1 0 0,0 1 1 0 0,-1-1 0 0 0,4 2-1 0 0,1 1-466 0 0,0-1-1 0 0,0-1 0 0 0,0 1 0 0 0,0-1 1 0 0,1 0-1 0 0,-1-1 0 0 0,0 1 0 0 0,8-1 1 0 0,15 3-2409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6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722 141 948 0 0,'5'-10'1365'0'0,"-1"0"1"0"0,0 0-1 0 0,0 0 0 0 0,-1 0 0 0 0,3-18 1 0 0,-5 26-1251 0 0,-1 0 1 0 0,0 0 0 0 0,1 0 0 0 0,-1 0 0 0 0,0 0 0 0 0,0-1 0 0 0,0 1 0 0 0,-1 0 0 0 0,1 0-1 0 0,0 0 1 0 0,-1 0 0 0 0,0 0 0 0 0,1 0 0 0 0,-1 0 0 0 0,0 0 0 0 0,0 0 0 0 0,0 0-1 0 0,0 0 1 0 0,0 1 0 0 0,-1-1 0 0 0,1 0 0 0 0,0 1 0 0 0,-1-1 0 0 0,1 1 0 0 0,-1-1 0 0 0,0 1-1 0 0,1 0 1 0 0,-1 0 0 0 0,0 0 0 0 0,0 0 0 0 0,0 0 0 0 0,0 0 0 0 0,0 0 0 0 0,0 0-1 0 0,0 1 1 0 0,-3-1 0 0 0,-3 0 34 0 0,-1 0-1 0 0,0 1 1 0 0,1-1-1 0 0,-1 2 1 0 0,0 0-1 0 0,1 0 1 0 0,-1 0-1 0 0,1 1 1 0 0,-1 0-1 0 0,1 1 1 0 0,0 0-1 0 0,0 0 1 0 0,-10 6-1 0 0,-3 2 46 0 0,0 2 0 0 0,1 1 0 0 0,-28 22-1 0 0,38-27-143 0 0,0 1 0 0 0,1 0-1 0 0,-1 0 1 0 0,2 1-1 0 0,0 0 1 0 0,-8 14 0 0 0,12-19-35 0 0,1 1 0 0 0,0-1 0 0 0,0 1 1 0 0,0 0-1 0 0,1 0 0 0 0,0 0 0 0 0,1 0 0 0 0,0 1 1 0 0,0-1-1 0 0,0 0 0 0 0,1 0 0 0 0,0 1 1 0 0,1 7-1 0 0,-1-12-11 0 0,1 0-1 0 0,0 1 1 0 0,0-1 0 0 0,0 0-1 0 0,1 0 1 0 0,-1 0 0 0 0,1 0-1 0 0,0 0 1 0 0,0 0 0 0 0,0-1-1 0 0,0 1 1 0 0,0 0 0 0 0,1-1-1 0 0,-1 0 1 0 0,1 1 0 0 0,-1-1-1 0 0,1 0 1 0 0,4 2 0 0 0,-5-3-3 0 0,-1 1 0 0 0,1-1 0 0 0,-1 0 1 0 0,1 0-1 0 0,0 0 0 0 0,-1 0 1 0 0,1-1-1 0 0,0 1 0 0 0,-1 0 1 0 0,1-1-1 0 0,0 1 0 0 0,0-1 1 0 0,0 1-1 0 0,2-1 0 0 0,0 0 1 0 0,0 1-11 0 0,0 0 0 0 0,0-1 1 0 0,0 0-1 0 0,0 1 0 0 0,0-2 1 0 0,0 1-1 0 0,0 0 0 0 0,0-1 0 0 0,0 1 1 0 0,0-1-1 0 0,0 0 0 0 0,0-1 0 0 0,0 1 1 0 0,-1-1-1 0 0,1 1 0 0 0,0-1 1 0 0,-1 0-1 0 0,0-1 0 0 0,1 1 0 0 0,4-5 1 0 0,1-1-68 0 0,-1 0 1 0 0,-1-1 0 0 0,1 1-1 0 0,-2-1 1 0 0,11-17 0 0 0,2-12-31 0 0,-2 1 0 0 0,-2-2 0 0 0,12-46 0 0 0,-18 65 39 0 0,-9 19 73 0 0,0 1 0 0 0,1 0 0 0 0,-1-1 0 0 0,1 1 0 0 0,-1 0 0 0 0,1 0 0 0 0,-1-1 0 0 0,1 1 0 0 0,-1 0 0 0 0,1 0 0 0 0,0 0 0 0 0,-1 0 0 0 0,1 0 0 0 0,-1-1 0 0 0,1 1 0 0 0,-1 0 0 0 0,1 1 0 0 0,0-1 1 0 0,-1 0-1 0 0,1 0 0 0 0,-1 0 0 0 0,1 0 0 0 0,-1 0 0 0 0,2 1 0 0 0,-2-1-4 0 0,0 0 0 0 0,0 0 0 0 0,0 0 0 0 0,1 0 1 0 0,-1 0-1 0 0,0 0 0 0 0,0 0 0 0 0,0 0 0 0 0,0 0 0 0 0,0 0 1 0 0,0 0-1 0 0,0 0 0 0 0,1 1 0 0 0,-1-1 0 0 0,0 0 0 0 0,0 0 0 0 0,0 0 1 0 0,0 0-1 0 0,0 0 0 0 0,0 0 0 0 0,0 0 0 0 0,0 0 0 0 0,0 1 1 0 0,0-1-1 0 0,1 0 0 0 0,-1 0 0 0 0,0 0 0 0 0,0 0 0 0 0,0 0 0 0 0,0 0 1 0 0,0 1-1 0 0,0-1 0 0 0,0 0 0 0 0,0 0 0 0 0,0 0 0 0 0,0 0 1 0 0,0 0-1 0 0,0 0 0 0 0,0 1 0 0 0,0-1 0 0 0,0 0 0 0 0,0 0 1 0 0,-1 0-1 0 0,1 0 0 0 0,-3 75 854 0 0,-4 0 1 0 0,-22 99 0 0 0,-129 476 422 0 0,155-638-1271 0 0,-62 210 165 0 0,44-158-11 0 0,-43 87 0 0 0,53-130 1 0 0,-1 0 0 0 0,-1 0-1 0 0,-1-1 1 0 0,-31 35-1 0 0,37-47-86 0 0,0 0 0 0 0,-1 0 0 0 0,0-1-1 0 0,0 0 1 0 0,0-1 0 0 0,-1 0 0 0 0,0 0 0 0 0,0-1-1 0 0,-1-1 1 0 0,0 1 0 0 0,1-2 0 0 0,-14 4-1 0 0,20-7-58 0 0,1 1 0 0 0,0-1 0 0 0,-1 0 0 0 0,1 0-1 0 0,0 0 1 0 0,-1 0 0 0 0,1-1 0 0 0,0 0-1 0 0,-1 1 1 0 0,1-1 0 0 0,0 0 0 0 0,0 0 0 0 0,0-1-1 0 0,-6-2 1 0 0,6 1-15 0 0,-1 1 0 0 0,0-1 1 0 0,1 0-1 0 0,-1 0 0 0 0,1 0 0 0 0,0-1 0 0 0,0 1 0 0 0,0-1 1 0 0,1 0-1 0 0,-1 0 0 0 0,1 1 0 0 0,0-2 0 0 0,0 1 0 0 0,0 0 1 0 0,1 0-1 0 0,0-1 0 0 0,-1 1 0 0 0,1 0 0 0 0,1-1 0 0 0,-2-8 1 0 0,1 0-14 0 0,1 0 0 0 0,0 0 1 0 0,1 0-1 0 0,0 0 1 0 0,1 0-1 0 0,4-15 0 0 0,2 3 1 0 0,1 0 0 0 0,1 1 0 0 0,2 0 0 0 0,0 1-1 0 0,1 0 1 0 0,2 1 0 0 0,0 0 0 0 0,1 2 0 0 0,29-29 0 0 0,-11 15-58 0 0,1 3 1 0 0,2 1-1 0 0,1 1 1 0 0,59-33-1 0 0,-62 44-1019 0 0,74-28 0 0 0,-12 14-4276 0 0,-86 30 3387 0 0,-3-1 1285 0 0,15-11-8958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0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481 226 2908 0 0,'-390'-182'15772'0'0,"299"139"-16055"0"0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231 963 1716 0 0,'8'-11'1631'0'0,"0"-1"-1"0"0,-1 1 1 0 0,-1-1-1 0 0,0-1 1 0 0,4-13-1 0 0,-7 18-878 0 0,-2 6-299 0 0,2-9 583 0 0,-24 35-852 0 0,1 2 0 0 0,1 0-1 0 0,-18 33 1 0 0,11-17-103 0 0,-1 0-10 0 0,-60 102 71 0 0,80-129-127 0 0,-1 1 0 0 0,2 0-1 0 0,0 1 1 0 0,1 0 0 0 0,1-1-1 0 0,0 2 1 0 0,-1 23 0 0 0,5-38-12 0 0,-1 1 0 0 0,1 0 0 0 0,0 0 0 0 0,1-1 0 0 0,-1 1 1 0 0,1 0-1 0 0,-1 0 0 0 0,1-1 0 0 0,0 1 0 0 0,1 0 0 0 0,-1-1 0 0 0,0 1 1 0 0,1-1-1 0 0,0 0 0 0 0,0 1 0 0 0,0-1 0 0 0,0 0 0 0 0,1 0 0 0 0,-1 0 1 0 0,1-1-1 0 0,0 1 0 0 0,-1 0 0 0 0,7 3 0 0 0,-2-3-27 0 0,0 1-1 0 0,0-1 1 0 0,1 0 0 0 0,0-1-1 0 0,0 0 1 0 0,0 0 0 0 0,0 0-1 0 0,0-1 1 0 0,0-1-1 0 0,8 1 1 0 0,12-1-164 0 0,0-1 0 0 0,0-2-1 0 0,0 0 1 0 0,0-2 0 0 0,-1-1 0 0 0,0-2 0 0 0,36-13 0 0 0,-43 12 89 0 0,1 0 0 0 0,-2-1 1 0 0,0-1-1 0 0,0-1 1 0 0,-1 0-1 0 0,0-2 0 0 0,-1 0 1 0 0,-1 0-1 0 0,28-33 0 0 0,-27 26 180 0 0,-2 0 0 0 0,0-1-1 0 0,-1 0 1 0 0,-1-1-1 0 0,-2-1 1 0 0,0 0-1 0 0,-1-1 1 0 0,-2 0-1 0 0,8-32 1 0 0,-16 55-29 0 0,1 0-9 0 0,-1-1 1 0 0,1 1 0 0 0,-1 0 0 0 0,0-1-1 0 0,1 1 1 0 0,-1-1 0 0 0,-1 1-1 0 0,1 0 1 0 0,0-1 0 0 0,0 1 0 0 0,-1-1-1 0 0,1 1 1 0 0,-3-4 0 0 0,3 5 46 0 0,-3 1-61 0 0,0 1 0 0 0,0 0 0 0 0,0 0 0 0 0,0 0 0 0 0,0 0-1 0 0,1 1 1 0 0,-1-1 0 0 0,0 1 0 0 0,1-1 0 0 0,-1 1 0 0 0,1 0 0 0 0,0 0 0 0 0,-1 0 0 0 0,1 0 0 0 0,0 1 0 0 0,0-1 0 0 0,0 1-1 0 0,-2 3 1 0 0,-4 8 83 0 0,-1 0 1 0 0,-6 16-1 0 0,13-25-75 0 0,-4 9 20 0 0,0-1-1 0 0,1 1 0 0 0,0 1 0 0 0,1-1 1 0 0,1 1-1 0 0,0 0 0 0 0,1 0 0 0 0,-1 25 1 0 0,4-34-47 0 0,-1 0 0 0 0,1 1 0 0 0,-1-1 1 0 0,2 0-1 0 0,-1 0 0 0 0,1 0 1 0 0,0 0-1 0 0,0 0 0 0 0,1 0 0 0 0,-1 0 1 0 0,1 0-1 0 0,1-1 0 0 0,-1 0 1 0 0,1 0-1 0 0,0 0 0 0 0,0 0 0 0 0,0 0 1 0 0,1-1-1 0 0,0 0 0 0 0,0 0 1 0 0,0 0-1 0 0,10 6 0 0 0,-5-6-4 0 0,0 1 0 0 0,1-1 1 0 0,-1-1-1 0 0,1 0 0 0 0,0-1 0 0 0,0 0 0 0 0,0 0 0 0 0,0-1 0 0 0,0 0 0 0 0,15-2 1 0 0,-13 0-20 0 0,0 0 0 0 0,0-1 1 0 0,-1 0-1 0 0,1-1 0 0 0,0-1 0 0 0,-1 0 1 0 0,0 0-1 0 0,18-10 0 0 0,-24 10-6 0 0,0 0 0 0 0,0 0 0 0 0,0 0 0 0 0,-1-1 0 0 0,0 0-1 0 0,1 0 1 0 0,-2-1 0 0 0,1 1 0 0 0,-1-1 0 0 0,0 0-1 0 0,0 0 1 0 0,0-1 0 0 0,3-8 0 0 0,-3 5 2 0 0,-1-1 0 0 0,0 0 0 0 0,-1 0 0 0 0,0 0 0 0 0,0 0 0 0 0,-1 0 0 0 0,0 0 0 0 0,-2-13 0 0 0,0 7 6 0 0,-1-1-1 0 0,-1 0 1 0 0,-1 1-1 0 0,0 0 1 0 0,-2 0-1 0 0,1 0 1 0 0,-2 1-1 0 0,0 0 1 0 0,-1 0-1 0 0,-19-27 1 0 0,23 37 9 0 0,-1 0 0 0 0,0 1 0 0 0,-1-1 0 0 0,1 1-1 0 0,-1 0 1 0 0,0 1 0 0 0,0-1 0 0 0,0 1 0 0 0,-1 0 0 0 0,1 1 0 0 0,-1 0 0 0 0,0 0-1 0 0,0 0 1 0 0,0 1 0 0 0,-1 0 0 0 0,-7-2 0 0 0,6 3 7 0 0,-1 1 1 0 0,1 0-1 0 0,-1 0 0 0 0,1 0 0 0 0,0 1 1 0 0,-1 1-1 0 0,1 0 0 0 0,0 0 1 0 0,0 0-1 0 0,0 1 0 0 0,0 1 0 0 0,-12 6 1 0 0,3 0 10 0 0,2 0 0 0 0,-1 1 0 0 0,2 1 0 0 0,-1 1 0 0 0,2 0 0 0 0,0 1 0 0 0,-17 21 0 0 0,20-22-6 0 0,1 1 0 0 0,1 0 0 0 0,0 1 0 0 0,1 0 0 0 0,0 0 0 0 0,1 1 0 0 0,1 0 0 0 0,-7 30 0 0 0,12-40-5 0 0,0-1-1 0 0,0 1 1 0 0,0 0 0 0 0,1 0 0 0 0,0-1 0 0 0,1 1-1 0 0,-1 0 1 0 0,1 0 0 0 0,0-1 0 0 0,0 1 0 0 0,1-1 0 0 0,-1 1-1 0 0,1-1 1 0 0,1 1 0 0 0,-1-1 0 0 0,1 0 0 0 0,0 0-1 0 0,0 0 1 0 0,0 0 0 0 0,1-1 0 0 0,7 9 0 0 0,-3-7-13 0 0,-1 0 0 0 0,1 0 0 0 0,0-1 0 0 0,0 0 0 0 0,1-1 0 0 0,0 1 0 0 0,-1-2 1 0 0,2 1-1 0 0,-1-1 0 0 0,0-1 0 0 0,0 1 0 0 0,14 0 0 0 0,2 0-248 0 0,0-2 0 0 0,0 0 1 0 0,0-2-1 0 0,0 0 0 0 0,0-2 0 0 0,0-1 0 0 0,0-1 1 0 0,38-13-1 0 0,-43 11 55 0 0,0-2 1 0 0,0 0-1 0 0,-1-1 1 0 0,0-1-1 0 0,-1 0 0 0 0,0-2 1 0 0,-1 0-1 0 0,-1-1 1 0 0,0-1-1 0 0,17-19 1 0 0,2-11-64 0 0,38-66 1 0 0,-11 16 598 0 0,-48 81-71 0 0,-14 14-247 0 0,0 0-1 0 0,1 0 1 0 0,-1 0 0 0 0,1-1-1 0 0,-1 1 1 0 0,1 0-1 0 0,-1 0 1 0 0,1 0 0 0 0,-1 0-1 0 0,1 0 1 0 0,-1 0-1 0 0,1 0 1 0 0,-1 0-1 0 0,1 0 1 0 0,-1 1 0 0 0,1-1-1 0 0,-1 0 1 0 0,1 0-1 0 0,-1 0 1 0 0,1 0 0 0 0,0 1-1 0 0,1 1 22 0 0,0 0 0 0 0,-1 0-1 0 0,1-1 1 0 0,-1 1 0 0 0,0 0 0 0 0,1 0-1 0 0,-1 1 1 0 0,0-1 0 0 0,0 0-1 0 0,0 0 1 0 0,0 1 0 0 0,0 2 0 0 0,6 25 142 0 0,0 1 0 0 0,-3 0 0 0 0,0 0 0 0 0,-2 0 0 0 0,-1 0 0 0 0,-7 61 0 0 0,6-91-163 0 0,-1 1-1 0 0,1-1 1 0 0,-1 0 0 0 0,1 1-1 0 0,-1-1 1 0 0,0 0 0 0 0,1 0 0 0 0,-1 1-1 0 0,0-1 1 0 0,0 0 0 0 0,0 0 0 0 0,0 0-1 0 0,0 0 1 0 0,-1 1 0 0 0,2-2-16 0 0,-1 1 1 0 0,1-1-1 0 0,0 0 1 0 0,0 0-1 0 0,0 0 1 0 0,-1 1-1 0 0,1-1 1 0 0,0 0-1 0 0,0 0 1 0 0,-1 0-1 0 0,1 0 1 0 0,0 0-1 0 0,0 1 0 0 0,-1-1 1 0 0,1 0-1 0 0,0 0 1 0 0,0 0-1 0 0,-1 0 1 0 0,1 0-1 0 0,0 0 1 0 0,-1 0-1 0 0,1 0 1 0 0,0 0-1 0 0,0 0 1 0 0,-1 0-1 0 0,1 0 1 0 0,0 0-1 0 0,-1 0 1 0 0,1-1-1 0 0,0 1 1 0 0,0 0-1 0 0,-1 0 1 0 0,1 0-1 0 0,0 0 1 0 0,0 0-1 0 0,-1-1 0 0 0,1 1 1 0 0,0 0-1 0 0,0 0 1 0 0,0 0-1 0 0,-1-1 1 0 0,1 1-1 0 0,0 0 1 0 0,0 0-1 0 0,0 0 1 0 0,0-1-1 0 0,-1 1 1 0 0,1 0-1 0 0,0-1 1 0 0,0 1-1 0 0,0 0 1 0 0,0 0-1 0 0,0-1 1 0 0,0 1-1 0 0,0 0 1 0 0,0-1-1 0 0,0 1 1 0 0,0 0-1 0 0,0 0 1 0 0,0-1-1 0 0,0 1 0 0 0,0 0 1 0 0,0 0-1 0 0,0-1 1 0 0,0 1-1 0 0,1-1 1 0 0,1-22-1 0 0,1 1 0 0 0,1-1 0 0 0,2 1 1 0 0,0 0-1 0 0,14-33 0 0 0,-9 24-13 0 0,-4 13-1 0 0,0 0 0 0 0,2 0 0 0 0,19-30 1 0 0,-22 38 0 0 0,1 1 0 0 0,0 1 0 0 0,1-1 0 0 0,-1 1 0 0 0,2 0 0 0 0,-1 1 0 0 0,1 0 0 0 0,11-7 0 0 0,-17 12 22 0 0,1 1 0 0 0,-1-1 0 0 0,1 1 1 0 0,-1-1-1 0 0,0 1 0 0 0,1 0 0 0 0,0 0 0 0 0,-1 1 1 0 0,1-1-1 0 0,0 1 0 0 0,-1 0 0 0 0,1 0 0 0 0,0 0 1 0 0,-1 0-1 0 0,1 1 0 0 0,4 0 0 0 0,-3 1 28 0 0,0 0 1 0 0,0 0-1 0 0,0 0 1 0 0,-1 0-1 0 0,1 1 0 0 0,-1 0 1 0 0,1 0-1 0 0,-1 0 0 0 0,0 0 1 0 0,5 6-1 0 0,-2 0 46 0 0,1-1 0 0 0,-2 1 0 0 0,1 0 0 0 0,-1 1 0 0 0,-1 0 0 0 0,0 0 0 0 0,0 0 0 0 0,-1 0 0 0 0,0 1 0 0 0,2 11 0 0 0,18 168 441 0 0,-21-151-477 0 0,-3-37-52 0 0,0 0-1 0 0,0 0 1 0 0,1 0-1 0 0,-1 0 1 0 0,0 0-1 0 0,1 0 1 0 0,-1 0 0 0 0,1 0-1 0 0,0 0 1 0 0,0 0-1 0 0,-1 0 1 0 0,1 0-1 0 0,0 0 1 0 0,1 0-1 0 0,-1-1 1 0 0,0 1 0 0 0,0 0-1 0 0,1-1 1 0 0,-1 1-1 0 0,1-1 1 0 0,0 1-1 0 0,-1-1 1 0 0,1 0 0 0 0,0 0-1 0 0,0 0 1 0 0,0 0-1 0 0,-1 0 1 0 0,4 1-1 0 0,3-1-58 0 0,1 0-1 0 0,0-1 1 0 0,-1 0 0 0 0,1 0-1 0 0,0-1 1 0 0,-1 0-1 0 0,1-1 1 0 0,-1 0-1 0 0,17-5 1 0 0,-11 1-25 0 0,0-1 1 0 0,0 0-1 0 0,-1-1 1 0 0,0 0 0 0 0,14-12-1 0 0,-1-2-25 0 0,-2-1 1 0 0,0-2-1 0 0,-1 0 0 0 0,28-42 1 0 0,-26 31 183 0 0,24-48 1 0 0,-41 67 214 0 0,0-1 1 0 0,0 0 0 0 0,-2-1 0 0 0,8-37-1 0 0,-14 54-254 0 0,0-1 0 0 0,0 1 0 0 0,0 0 0 0 0,0 0-1 0 0,0 0 1 0 0,-1 0 0 0 0,1 0 0 0 0,-1-1-1 0 0,1 1 1 0 0,-2-3 0 0 0,1 5-27 0 0,1-1-1 0 0,0 0 1 0 0,0 1-1 0 0,-1-1 1 0 0,1 1-1 0 0,0-1 1 0 0,-1 0-1 0 0,1 1 1 0 0,-1-1-1 0 0,1 1 1 0 0,-1-1-1 0 0,1 1 1 0 0,-1 0-1 0 0,1-1 1 0 0,-1 1-1 0 0,1-1 1 0 0,-1 1-1 0 0,1 0 1 0 0,-1-1-1 0 0,0 1 1 0 0,1 0-1 0 0,-1 0 1 0 0,0 0-1 0 0,1-1 1 0 0,-1 1-1 0 0,0 0 1 0 0,1 0-1 0 0,-1 0 1 0 0,0 0-1 0 0,1 0 1 0 0,-1 0-1 0 0,0 0 1 0 0,1 0-1 0 0,-1 1 1 0 0,0-1-1 0 0,1 0 1 0 0,-2 0-1 0 0,-4 3-1 0 0,1 0 0 0 0,-1 0 0 0 0,0 0 0 0 0,1 1 0 0 0,0 0 0 0 0,0 0 0 0 0,0 0 0 0 0,0 0 0 0 0,1 1 0 0 0,0 0 0 0 0,0 0 0 0 0,0 0 0 0 0,0 0 0 0 0,1 1 0 0 0,0-1 0 0 0,0 1 0 0 0,0 0 0 0 0,1 0 0 0 0,0 0 0 0 0,0 0 0 0 0,0 0-1 0 0,1 1 1 0 0,0-1 0 0 0,0 0 0 0 0,1 1 0 0 0,0-1 0 0 0,0 1 0 0 0,0-1 0 0 0,1 0 0 0 0,0 1 0 0 0,0-1 0 0 0,1 0 0 0 0,-1 0 0 0 0,2 1 0 0 0,-1-1 0 0 0,5 8 0 0 0,10 14 5 0 0,2-1-1 0 0,1-1 1 0 0,1 0-1 0 0,40 36 1 0 0,13 16 17 0 0,-63-66-20 0 0,-5-5 7 0 0,-1-1 0 0 0,0 0 0 0 0,0 1 0 0 0,0 0 1 0 0,0 0-1 0 0,5 14 0 0 0,-10-20-9 0 0,1 0 0 0 0,-1 0 0 0 0,0 0 1 0 0,0 0-1 0 0,0 0 0 0 0,0 0 0 0 0,0 0 0 0 0,0 0 1 0 0,-1 0-1 0 0,1 0 0 0 0,0 0 0 0 0,-1 0 0 0 0,1 0 1 0 0,0 0-1 0 0,-1 0 0 0 0,1 0 0 0 0,-1 0 0 0 0,1 0 1 0 0,-1 0-1 0 0,0 0 0 0 0,1 0 0 0 0,-1-1 0 0 0,-1 2 1 0 0,-18 12 29 0 0,6-9-22 0 0,0-1 0 0 0,0 0 0 0 0,0-1 1 0 0,0-1-1 0 0,0 0 0 0 0,-28 0 0 0 0,-87-12 58 0 0,77 5-12 0 0,31 1-57 0 0,20 4-1 0 0,1 0 0 0 0,-1 0 0 0 0,1 0 0 0 0,0 0 0 0 0,-1 0 1 0 0,1 0-1 0 0,-1 0 0 0 0,1-1 0 0 0,0 1 0 0 0,-1 0 0 0 0,1 0 0 0 0,0 0 0 0 0,-1-1 1 0 0,1 1-1 0 0,-1 0 0 0 0,1-1 0 0 0,0 1 0 0 0,0 0 0 0 0,-1-1 0 0 0,1 1 0 0 0,0 0 1 0 0,0-1-1 0 0,-1 1 0 0 0,1 0 0 0 0,0-1 0 0 0,0 1 0 0 0,0-1 0 0 0,0 1 1 0 0,0 0-1 0 0,-1-1 0 0 0,1 1 0 0 0,0-1 0 0 0,0 1 0 0 0,0-1 0 0 0,0 1 0 0 0,0-1 1 0 0,0 1-1 0 0,0 0 0 0 0,1-1 0 0 0,-1 1 0 0 0,0-1 0 0 0,0 1 0 0 0,0 0 0 0 0,0-1 1 0 0,0 1-1 0 0,1-1 0 0 0,-1 1 0 0 0,0 0 0 0 0,0-1 0 0 0,1 1 0 0 0,-1 0 0 0 0,0-1 1 0 0,1 1-1 0 0,-1 0 0 0 0,0-1 0 0 0,1 1 0 0 0,-1 0 0 0 0,1-1 0 0 0,20-18-107 0 0,-20 18 94 0 0,36-26-440 0 0,47-25 0 0 0,-25 16 199 0 0,-2-1 87 0 0,-3-2 1 0 0,-1-3-1 0 0,-2-2 0 0 0,-2-2 0 0 0,-2-2 1 0 0,80-107-1 0 0,-101 118 168 0 0,-2-2 0 0 0,-2 0 0 0 0,-1-1 0 0 0,-2-2 0 0 0,-2 0 0 0 0,-2 0 0 0 0,-2-1-1 0 0,-2-1 1 0 0,-1-1 0 0 0,-3 1 0 0 0,3-61 0 0 0,-9 62 409 0 0,-1 0 0 0 0,-13-83-1 0 0,13 124-334 0 0,-1 2-71 0 0,0-1 0 0 0,1 1 0 0 0,-1 0 0 0 0,0 0 0 0 0,0 0 0 0 0,0 0 0 0 0,1 0 0 0 0,-1 0 0 0 0,0 0 0 0 0,0 0 0 0 0,1 0 0 0 0,-1 1 0 0 0,0-1 0 0 0,0 0 0 0 0,0 0-1 0 0,1 1 1 0 0,-1-1 0 0 0,0 0 0 0 0,1 1 0 0 0,-1-1 0 0 0,0 1 0 0 0,1-1 0 0 0,-1 1 0 0 0,1-1 0 0 0,-1 1 0 0 0,1-1 0 0 0,-1 1 0 0 0,1-1 0 0 0,-1 1 0 0 0,1 0 0 0 0,-1-1 0 0 0,0 2-1 0 0,-12 25 71 0 0,-3 24 95 0 0,3 0 1 0 0,-12 91-1 0 0,17-91-12 0 0,-11 59 116 0 0,-9 53 106 0 0,-9 214 0 0 0,36-344-343 0 0,1 0 0 0 0,2 0-1 0 0,1 0 1 0 0,2 0 0 0 0,1-1 0 0 0,12 37-1 0 0,-13-57-17 0 0,-1-1-1 0 0,1 0 0 0 0,1 0 0 0 0,0-1 0 0 0,0 0 0 0 0,1 0 0 0 0,1 0 0 0 0,14 15 1 0 0,-15-19-12 0 0,0 0 0 0 0,0-1 0 0 0,0 0 0 0 0,1 0 0 0 0,0-1 0 0 0,0 0 0 0 0,0 0 0 0 0,0-1 0 0 0,1 0 0 0 0,-1-1 0 0 0,1 1 0 0 0,0-2 0 0 0,10 2 1 0 0,-12-2-7 0 0,0-1 0 0 0,0 0 0 0 0,-1 0 0 0 0,1-1 0 0 0,0 1 0 0 0,0-2 0 0 0,0 1 0 0 0,-1-1 1 0 0,1 0-1 0 0,-1 0 0 0 0,1 0 0 0 0,-1-1 0 0 0,11-7 0 0 0,-9 4-2 0 0,0 0-1 0 0,0-1 1 0 0,-1 0-1 0 0,1 0 1 0 0,-1 0-1 0 0,-1-1 1 0 0,0-1 0 0 0,8-12-1 0 0,-2-1-3 0 0,-1-1 1 0 0,-1-1-1 0 0,-1 0 0 0 0,-1 0 1 0 0,-2-1-1 0 0,7-41 1 0 0,-10 45 31 0 0,-1-1 1 0 0,-1 1 0 0 0,-1 0 0 0 0,-3-28 0 0 0,2 39-15 0 0,-1 1 1 0 0,0-1-1 0 0,0 1 1 0 0,-1 0-1 0 0,0-1 1 0 0,0 2-1 0 0,-1-1 0 0 0,-1 0 1 0 0,1 1-1 0 0,-2 0 1 0 0,-9-13-1 0 0,14 18-6 0 0,-2-3 1 0 0,-14 0 3 0 0,-3 3-9 0 0,17 4-1 0 0,0-1 0 0 0,1 0 0 0 0,-1 1 0 0 0,0-1 0 0 0,0 1 0 0 0,1 0 0 0 0,-1 0 0 0 0,0 0 0 0 0,1 0 0 0 0,-1 0 0 0 0,1 0 0 0 0,-1 1 0 0 0,1 0 0 0 0,0-1 0 0 0,0 1 0 0 0,-1 0 0 0 0,1 0 0 0 0,0 0 0 0 0,1 0 0 0 0,-1 0 0 0 0,0 1 0 0 0,1-1 0 0 0,-1 0 0 0 0,1 1 0 0 0,0-1 0 0 0,0 1 0 0 0,0 0 1 0 0,0-1-1 0 0,0 1 0 0 0,0 0 0 0 0,1 0 0 0 0,-1 0 0 0 0,1 3 0 0 0,-1-2 5 0 0,1 1-1 0 0,0-1 1 0 0,1 1 0 0 0,-1-1 0 0 0,1 1 0 0 0,0-1 0 0 0,0 1 0 0 0,0-1 0 0 0,0 0 0 0 0,1 0-1 0 0,0 0 1 0 0,-1 0 0 0 0,2 0 0 0 0,-1 0 0 0 0,0 0 0 0 0,1 0 0 0 0,0-1 0 0 0,0 1-1 0 0,0-1 1 0 0,5 5 0 0 0,5 0-41 0 0,0 0-1 0 0,0-1 1 0 0,1-1-1 0 0,0 0 1 0 0,0 0 0 0 0,1-2-1 0 0,-1 0 1 0 0,1 0-1 0 0,0-2 1 0 0,0 1-1 0 0,0-2 1 0 0,1 0-1 0 0,-1-1 1 0 0,0-1 0 0 0,0 0-1 0 0,0-1 1 0 0,0 0-1 0 0,0-1 1 0 0,0-1-1 0 0,-1-1 1 0 0,1 0-1 0 0,-1 0 1 0 0,-1-2-1 0 0,1 0 1 0 0,-1 0 0 0 0,0-1-1 0 0,0-1 1 0 0,-1 0-1 0 0,18-18 1 0 0,-18 15 36 0 0,-2-1 1 0 0,1 0-1 0 0,-2-1 1 0 0,0 0-1 0 0,-1 0 0 0 0,7-17 1 0 0,-6 14 33 0 0,-7 14-17 0 0,-1 0-1 0 0,1-1 0 0 0,-1 1 0 0 0,1 0 0 0 0,-1-1 1 0 0,0 1-1 0 0,-1-1 0 0 0,1 1 0 0 0,0-1 0 0 0,-1-6 0 0 0,-1 10 1 0 0,0-1-13 0 0,0 1 0 0 0,0-1 0 0 0,1 1-1 0 0,-1 0 1 0 0,0-1 0 0 0,0 1 0 0 0,0 0 0 0 0,0 0 0 0 0,0 0 0 0 0,0 0-1 0 0,0 0 1 0 0,0 0 0 0 0,0 0 0 0 0,0 0 0 0 0,0 0 0 0 0,-1 1 0 0 0,-12 7 70 0 0,1 0 1 0 0,1 1 0 0 0,-1 1 0 0 0,2 0 0 0 0,-1 1 0 0 0,-19 24-1 0 0,-55 83 330 0 0,78-105-388 0 0,-16 23 136 0 0,-29 57-1 0 0,48-83-175 0 0,0 1 0 0 0,1 0 0 0 0,0 0 0 0 0,1 0 0 0 0,0 0 0 0 0,1 1 0 0 0,0-1 0 0 0,1 1 0 0 0,0 0 0 0 0,1 18 0 0 0,1-26-90 0 0,0 0 0 0 0,-1 0 0 0 0,1-1 1 0 0,0 1-1 0 0,1-1 0 0 0,-1 1 0 0 0,1-1 1 0 0,-1 1-1 0 0,1-1 0 0 0,0 0 0 0 0,1 0 1 0 0,-1 1-1 0 0,0-2 0 0 0,5 6 0 0 0,-2-4-38 0 0,0-1-1 0 0,0 1 0 0 0,1-1 1 0 0,-1 1-1 0 0,1-2 0 0 0,-1 1 0 0 0,1-1 1 0 0,7 3-1 0 0,7-1-407 0 0,-1 0 0 0 0,1-1 1 0 0,0-1-1 0 0,31 0 0 0 0,-24-3 138 0 0,0-1-1 0 0,-1-1 1 0 0,1-1-1 0 0,-1-1 1 0 0,0-1-1 0 0,0-2 1 0 0,-1 0 0 0 0,0-2-1 0 0,0-1 1 0 0,-1-1-1 0 0,-1-1 1 0 0,27-18-1 0 0,-29 15 611 0 0,0-1-1 0 0,-1-1 1 0 0,-1-1-1 0 0,-1 0 1 0 0,-1-1-1 0 0,0-1 1 0 0,21-36-1 0 0,-21 27 1124 0 0,18-40 0 0 0,-30 58-783 0 0,-1 1 1 0 0,0-1 0 0 0,-1 0 0 0 0,0 0-1 0 0,-1 0 1 0 0,1-24 0 0 0,-3 35-492 0 0,0-1 0 0 0,0 1 1 0 0,0 0-1 0 0,0 0 0 0 0,0 0 0 0 0,0-1 1 0 0,0 1-1 0 0,0 0 0 0 0,-1 0 0 0 0,1 0 1 0 0,-1-1-1 0 0,1 1 0 0 0,-1 0 0 0 0,1 0 1 0 0,-1 0-1 0 0,1 0 0 0 0,-1 0 0 0 0,0 0 1 0 0,0 0-1 0 0,0 0 0 0 0,1 0 0 0 0,-1 1 1 0 0,0-1-1 0 0,0 0 0 0 0,0 0 0 0 0,0 1 0 0 0,0-1 1 0 0,0 1-1 0 0,-1-1 0 0 0,1 1 0 0 0,0-1 1 0 0,0 1-1 0 0,0 0 0 0 0,0-1 0 0 0,-1 1 1 0 0,1 0-1 0 0,0 0 0 0 0,0 0 0 0 0,-1 0 1 0 0,1 0-1 0 0,0 0 0 0 0,0 0 0 0 0,0 1 1 0 0,-2-1-1 0 0,-3 1 65 0 0,0 1 1 0 0,1-1-1 0 0,-1 1 1 0 0,1 0-1 0 0,-1 1 0 0 0,1-1 1 0 0,-8 6-1 0 0,-6 7 19 0 0,0 0 0 0 0,1 2 0 0 0,0 0 0 0 0,2 1 0 0 0,0 0 0 0 0,1 2 0 0 0,1 0-1 0 0,1 0 1 0 0,0 1 0 0 0,2 1 0 0 0,1 0 0 0 0,0 0 0 0 0,-10 38 0 0 0,18-51-99 0 0,1 1 0 0 0,0-1 0 0 0,0 0 0 0 0,0 0-1 0 0,1 0 1 0 0,1 1 0 0 0,-1-1 0 0 0,1 0 0 0 0,4 14 0 0 0,-4-19-25 0 0,0-1-1 0 0,1 1 1 0 0,-1-1 0 0 0,1 0 0 0 0,-1 1-1 0 0,1-1 1 0 0,0 0 0 0 0,0 0 0 0 0,0 0-1 0 0,1 0 1 0 0,-1 0 0 0 0,1-1 0 0 0,0 1-1 0 0,0-1 1 0 0,-1 1 0 0 0,2-1 0 0 0,-1 0-1 0 0,0 0 1 0 0,0-1 0 0 0,1 1 0 0 0,-1-1-1 0 0,0 1 1 0 0,1-1 0 0 0,0 0 0 0 0,-1 0-1 0 0,1-1 1 0 0,5 1 0 0 0,-4-1-26 0 0,-1 1 1 0 0,1-2-1 0 0,0 1 1 0 0,0 0-1 0 0,0-1 0 0 0,-1 0 1 0 0,1 0-1 0 0,0-1 1 0 0,-1 1-1 0 0,1-1 0 0 0,-1 0 1 0 0,1 0-1 0 0,-1 0 0 0 0,4-4 1 0 0,-1 1-13 0 0,-1 0 0 0 0,1-1 0 0 0,-2 0 0 0 0,1 0 0 0 0,-1 0 0 0 0,0-1 0 0 0,0 0 0 0 0,4-7 0 0 0,12-27 13 0 0,-2-1 1 0 0,16-51-1 0 0,-17 43 513 0 0,-13 36-436 0 0,-2 4 80 0 0,2 17-7 0 0,-5-5-105 0 0,1 0 1 0 0,-1-1 0 0 0,0 1-1 0 0,0 0 1 0 0,0 0 0 0 0,0 0 0 0 0,-1 0-1 0 0,1 0 1 0 0,0 0 0 0 0,-1 0-1 0 0,-1 3 1 0 0,0 7 63 0 0,-1 8 43 0 0,-10 114 332 0 0,12-119-431 0 0,1 0 0 0 0,1 0 0 0 0,1 0 0 0 0,0 0-1 0 0,1 0 1 0 0,8 26 0 0 0,-10-37-97 0 0,1-1 0 0 0,0 1 0 0 0,-1 0-1 0 0,1-1 1 0 0,0 0 0 0 0,1 1 0 0 0,-1-1 0 0 0,1 0 0 0 0,-1 0-1 0 0,1 0 1 0 0,0-1 0 0 0,0 1 0 0 0,0-1 0 0 0,0 0 0 0 0,1 1-1 0 0,-1-1 1 0 0,1-1 0 0 0,-1 1 0 0 0,1 0 0 0 0,0-1 0 0 0,0 0-1 0 0,-1 0 1 0 0,1 0 0 0 0,0 0 0 0 0,0-1 0 0 0,0 1 0 0 0,0-1-1 0 0,5 0 1 0 0,-3-1-65 0 0,-1 0 0 0 0,1 0 0 0 0,0 0-1 0 0,-1 0 1 0 0,1-1 0 0 0,-1 0 0 0 0,0 0-1 0 0,1-1 1 0 0,-1 1 0 0 0,0-1 0 0 0,0 0-1 0 0,-1 0 1 0 0,1-1 0 0 0,-1 0 0 0 0,1 0-1 0 0,-1 0 1 0 0,0 0 0 0 0,6-9 0 0 0,-1-2-25 0 0,0-1 1 0 0,-2 0 0 0 0,1 0 0 0 0,-2-1 0 0 0,0 0 0 0 0,-2 0-1 0 0,6-31 1 0 0,-4 1 976 0 0,-1-80-1 0 0,-13 43 1718 0 0,6 66-2080 0 0,2 15-315 0 0,-5 0 217 0 0,3 1-184 0 0,-4 7-97 0 0,3 1 33 0 0,0 0 0 0 0,0 0 0 0 0,1 0 0 0 0,-1 0 0 0 0,1 0 0 0 0,0 1 0 0 0,-1 11 0 0 0,1-7 27 0 0,-5 17 32 0 0,2 1 0 0 0,1 1 0 0 0,1-1 0 0 0,2 0 0 0 0,1 1 0 0 0,1-1-1 0 0,6 35 1 0 0,-6-58-165 0 0,0 0-1 0 0,0 0 1 0 0,1 0-1 0 0,0 0 0 0 0,0 0 1 0 0,1-1-1 0 0,-1 1 1 0 0,1-1-1 0 0,1 0 1 0 0,-1 1-1 0 0,1-1 1 0 0,-1-1-1 0 0,2 1 0 0 0,-1-1 1 0 0,0 1-1 0 0,1-1 1 0 0,9 6-1 0 0,-11-9-129 0 0,0 0 1 0 0,0 0-1 0 0,0 0 0 0 0,0-1 0 0 0,1 1 0 0 0,-1-1 1 0 0,0 0-1 0 0,1 1 0 0 0,-1-2 0 0 0,0 1 0 0 0,1 0 1 0 0,4-2-1 0 0,0 1-428 0 0,0-1 0 0 0,0 0-1 0 0,14-6 1 0 0,-13 3-487 0 0,0 0 0 0 0,-1 0 0 0 0,0 0-1 0 0,0-1 1 0 0,0-1 0 0 0,-1 1 0 0 0,12-14 0 0 0,0-5-4611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0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76 1516 0 0,'-16'-15'2856'0'0,"0"1"1"0"0,-1 1-1 0 0,-33-19 0 0 0,48 31-2613 0 0,-4 3-782 0 0,6-2 502 0 0,0 0 1 0 0,-1 0-1 0 0,1 0 1 0 0,0 0-1 0 0,-1 0 1 0 0,1 0 0 0 0,0 0-1 0 0,-1 0 1 0 0,1 0-1 0 0,0 0 1 0 0,0 1-1 0 0,-1-1 1 0 0,1 0 0 0 0,0 0-1 0 0,-1 0 1 0 0,1 0-1 0 0,0 0 1 0 0,-1 1-1 0 0,1-1 1 0 0,0 0 0 0 0,0 0-1 0 0,-1 0 1 0 0,1 1-1 0 0,0-1 1 0 0,0 0-1 0 0,0 0 1 0 0,-1 1-1 0 0,1-1 1 0 0,0 0 0 0 0,0 1-1 0 0,0-1 1 0 0,0 0-1 0 0,0 1 1 0 0,0-1-1 0 0,-1 1 1 0 0,1 2-400 0 0,0 2-136 0 0,1 3-3032 0 0,0 6-713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1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1 816 0 0,'3'13'5965'0'0,"-2"22"-1946"0"0,8 38 1 0 0,-4-36-2884 0 0,0 42 0 0 0,-4-60-932 0 0,-1 16 270 0 0,-5 45 1 0 0,3-69-396 0 0,0 0 1 0 0,0-1-1 0 0,-1 1 0 0 0,-1-1 1 0 0,1 1-1 0 0,-2-1 1 0 0,1 0-1 0 0,-9 13 1 0 0,-14 5 164 0 0,25-27-194 0 0,0-2-48 0 0,2 1-1 0 0,-1-1-1 0 0,0 1 1 0 0,1 0 0 0 0,-1-1-1 0 0,1 1 1 0 0,-1-1-1 0 0,1 1 1 0 0,-1-1-1 0 0,1 1 1 0 0,-1-1-1 0 0,1 1 1 0 0,-1-1-1 0 0,1 1 1 0 0,-1-1-1 0 0,1 0 1 0 0,0 1-1 0 0,-1-1 1 0 0,1 0-1 0 0,0 1 1 0 0,0-1 0 0 0,0 0-1 0 0,-1 1 1 0 0,1-1-1 0 0,0 0 1 0 0,0 0-1 0 0,0 1 1 0 0,0-1-1 0 0,0 0 1 0 0,0 1-1 0 0,0-1 1 0 0,1 0-1 0 0,-1 0 1 0 0,0-1-1 0 0,1 1 2 0 0,0-10-8 0 0,1 0 0 0 0,1 0 0 0 0,0 1-1 0 0,0-1 1 0 0,1 1 0 0 0,0 0 0 0 0,7-13 0 0 0,44-64-86 0 0,-49 78 80 0 0,11-15-17 0 0,1 0-1 0 0,1 2 1 0 0,0 0-1 0 0,24-19 0 0 0,-31 31 6 0 0,1 0 0 0 0,0 0-1 0 0,1 2 1 0 0,0-1-1 0 0,0 2 1 0 0,1 0-1 0 0,0 0 1 0 0,25-6-1 0 0,-36 12 21 0 0,1 1 0 0 0,0-1 0 0 0,-1 1 0 0 0,1 0-1 0 0,0 0 1 0 0,-1 1 0 0 0,1-1 0 0 0,-1 1 0 0 0,9 2 0 0 0,-11-2-2 0 0,3 0 16 0 0,-1 1-1 0 0,1-1 1 0 0,-1 1 0 0 0,0 0 0 0 0,0 0 0 0 0,0 1-1 0 0,0-1 1 0 0,0 1 0 0 0,0 0 0 0 0,-1 0-1 0 0,1 0 1 0 0,5 7 0 0 0,-4-4 30 0 0,-1 1 0 0 0,0-1 1 0 0,0 1-1 0 0,0 0 0 0 0,-1 0 0 0 0,0 1 0 0 0,2 7 1 0 0,0 6 46 0 0,-1 1 0 0 0,-1 0 1 0 0,0 0-1 0 0,-2 31 1 0 0,-5-1-34 0 0,3-39-675 0 0,0 0-1 0 0,0-1 0 0 0,1 1 1 0 0,2 17-1 0 0,-1-29 333 0 0,-1 1 1 0 0,0-1-1 0 0,1 1 0 0 0,-1-1 1 0 0,0 1-1 0 0,1-1 0 0 0,0 0 0 0 0,-1 1 1 0 0,1-1-1 0 0,0 0 0 0 0,0 1 1 0 0,0-1-1 0 0,-1 0 0 0 0,1 0 0 0 0,0 0 1 0 0,1 0-1 0 0,-1 0 0 0 0,0 0 1 0 0,0 0-1 0 0,0 0 0 0 0,1 0 0 0 0,-1-1 1 0 0,0 1-1 0 0,1-1 0 0 0,-1 1 1 0 0,0-1-1 0 0,1 1 0 0 0,-1-1 0 0 0,1 1 1 0 0,-1-1-1 0 0,1 0 0 0 0,1 0 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2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173 250 1880 0 0,'0'-27'1671'0'0,"-8"-192"11329"0"0,7 216-12355 0 0,0 6-333 0 0,-6 16-43 0 0,0 0 0 0 0,2 0 0 0 0,0 1 0 0 0,-3 34 0 0 0,3-21-126 0 0,-61 482 1144 0 0,46-339-1081 0 0,5-69-162 0 0,4-33-166 0 0,4 0 1 0 0,1 88 0 0 0,6-155-15 0 0,1 0 1 0 0,-1 0-1 0 0,1-1 1 0 0,1 1 0 0 0,-1 0-1 0 0,1-1 1 0 0,1 1 0 0 0,-1-1-1 0 0,6 10 1 0 0,-6-12-12 0 0,1-1 0 0 0,-1 0 0 0 0,1 1 0 0 0,0-1 0 0 0,0 0 0 0 0,0 0 0 0 0,0-1 0 0 0,1 1 1 0 0,-1-1-1 0 0,1 1 0 0 0,0-1 0 0 0,0 0 0 0 0,-1-1 0 0 0,1 1 0 0 0,7 1 0 0 0,-9-2 91 0 0,0-1-1 0 0,-1 1 1 0 0,1-1 0 0 0,0 0-1 0 0,0 0 1 0 0,0 0 0 0 0,0 0-1 0 0,0 0 1 0 0,-1 0 0 0 0,1-1-1 0 0,0 1 1 0 0,0-1 0 0 0,2 0-1 0 0,3-1-81 0 0,4 0-6 0 0,-1-1 1 0 0,1 0 0 0 0,-1-1-1 0 0,0 0 1 0 0,0 0-1 0 0,-1-1 1 0 0,1 0 0 0 0,-1-1-1 0 0,15-12 1 0 0,4-6-115 0 0,36-41-1 0 0,-42 43 150 0 0,9-12 178 0 0,0 0 0 0 0,-2-2 1 0 0,39-64-1 0 0,-64 94 37 0 0,0-1 0 0 0,-1 1 1 0 0,1-1-1 0 0,-1 0 0 0 0,-1 0 1 0 0,1-1-1 0 0,-1 1 0 0 0,-1 0 0 0 0,1-1 1 0 0,-1 1-1 0 0,-1-1 0 0 0,1-10 0 0 0,-2 17-95 0 0,0 0-1 0 0,0-1 0 0 0,0 1 0 0 0,0 0 1 0 0,0 0-1 0 0,-1 0 0 0 0,1 0 0 0 0,0 0 1 0 0,0 0-1 0 0,-1 0 0 0 0,1 1 0 0 0,-1-1 1 0 0,1 0-1 0 0,-1 1 0 0 0,1-1 0 0 0,-1 1 1 0 0,1 0-1 0 0,-4-1 0 0 0,4 1 0 0 0,-2-1-3 0 0,0 1 0 0 0,-1 0 0 0 0,1 0 1 0 0,0 0-1 0 0,0 0 0 0 0,0 1 0 0 0,0-1 0 0 0,0 1 0 0 0,0 0 0 0 0,0 0 0 0 0,0 0 1 0 0,0 0-1 0 0,0 0 0 0 0,0 1 0 0 0,0-1 0 0 0,1 1 0 0 0,-1 0 0 0 0,-3 3 0 0 0,4-3-4 0 0,0 0-1 0 0,-1 0 0 0 0,1 0 0 0 0,1 0 1 0 0,-1 1-1 0 0,0-1 0 0 0,0 1 0 0 0,1-1 1 0 0,0 1-1 0 0,-1 0 0 0 0,1-1 0 0 0,0 1 1 0 0,0 0-1 0 0,1 0 0 0 0,-1 0 0 0 0,0 0 1 0 0,1 0-1 0 0,0 0 0 0 0,0 0 0 0 0,0 0 1 0 0,0 0-1 0 0,0-1 0 0 0,0 1 0 0 0,1 0 1 0 0,0 0-1 0 0,-1 0 0 0 0,1 0 0 0 0,0 0 1 0 0,0-1-1 0 0,1 1 0 0 0,-1 0 1 0 0,1-1-1 0 0,-1 1 0 0 0,1-1 0 0 0,0 1 1 0 0,2 2-1 0 0,6 7 14 0 0,1-1 0 0 0,1 0-1 0 0,0-1 1 0 0,24 17 0 0 0,59 29-15 0 0,-61-36 3 0 0,-12-9-3 0 0,-12-5 8 0 0,1-1 1 0 0,-1 2-1 0 0,0-1 0 0 0,9 10 0 0 0,-18-16-4 0 0,-1 1-1 0 0,0-1 0 0 0,0 1 1 0 0,0-1-1 0 0,0 1 1 0 0,0-1-1 0 0,0 1 1 0 0,1-1-1 0 0,-1 1 0 0 0,0 0 1 0 0,-1-1-1 0 0,1 1 1 0 0,0-1-1 0 0,0 1 1 0 0,0-1-1 0 0,0 1 1 0 0,0-1-1 0 0,-1 1 0 0 0,1-1 1 0 0,0 1-1 0 0,0-1 1 0 0,-1 1-1 0 0,1-1 1 0 0,0 1-1 0 0,-1-1 0 0 0,1 1 1 0 0,0-1-1 0 0,-1 0 1 0 0,1 1-1 0 0,-1-1 1 0 0,1 0-1 0 0,-1 1 1 0 0,1-1-1 0 0,-1 0 0 0 0,1 1 1 0 0,-1-1-1 0 0,1 0 1 0 0,-1 0-1 0 0,1 0 1 0 0,-1 0-1 0 0,-22 11 88 0 0,-5-2 73 0 0,-1-2 0 0 0,1-1 0 0 0,-45 3 0 0 0,59-8-598 0 0,0-1 1 0 0,0-1 0 0 0,-26-4 0 0 0,32 3-479 0 0,-1 0-1 0 0,1-1 1 0 0,0 0 0 0 0,1 0 0 0 0,-1 0 0 0 0,0-1 0 0 0,-9-7-1 0 0,-1-3-4289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2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3142 189 2344 0 0,'-1'-1'207'0'0,"-5"-7"1313"0"0,0-1 0 0 0,1 0 0 0 0,0 0 0 0 0,-5-10 0 0 0,10 17-1396 0 0,-1 0 1 0 0,0 1-1 0 0,1-1 1 0 0,-1 0-1 0 0,1 0 1 0 0,-1 0 0 0 0,1 1-1 0 0,0-1 1 0 0,0 0-1 0 0,0 0 1 0 0,0 0-1 0 0,0 0 1 0 0,0 0-1 0 0,0 1 1 0 0,1-1-1 0 0,-1 0 1 0 0,1 0-1 0 0,-1 0 1 0 0,1 1-1 0 0,0-1 1 0 0,-1 0 0 0 0,1 1-1 0 0,0-1 1 0 0,0 1-1 0 0,0-1 1 0 0,0 1-1 0 0,1-1 1 0 0,-1 1-1 0 0,0 0 1 0 0,2-2-1 0 0,6-2-4 0 0,-1 0 0 0 0,1 0 0 0 0,0 1 0 0 0,0 0-1 0 0,1 0 1 0 0,-1 1 0 0 0,15-3 0 0 0,71-7 128 0 0,-77 12-185 0 0,225-5-422 0 0,-78 6-3199 0 0,-111-5-1219 0 0,-34 1 594 0 0</inkml:trace>
  <inkml:trace contextRef="#ctx0" brushRef="#br0" timeOffset="1">41 84 1564 0 0,'-41'19'10809'0'0,"47"-19"-9851"0"0,20 0-270 0 0,32-6-472 0 0,276-40-222 0 0,-44 8-6842 0 0,-210 25 1871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5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126 217 2028 0 0,'-14'-14'2184'0'0,"2"3"-47"0"0,1-1-1 0 0,-16-21 1 0 0,27 32-2108 0 0,-1 0-1 0 0,1 0 1 0 0,0 0-1 0 0,-1 0 1 0 0,1 0 0 0 0,0-1-1 0 0,0 1 1 0 0,0 0-1 0 0,0 0 1 0 0,0 0-1 0 0,0 0 1 0 0,0-1-1 0 0,0 1 1 0 0,0 0-1 0 0,1 0 1 0 0,-1 0-1 0 0,0 0 1 0 0,1-1 0 0 0,-1 1-1 0 0,1 0 1 0 0,-1 0-1 0 0,1 0 1 0 0,0 0-1 0 0,-1 0 1 0 0,1 0-1 0 0,0 0 1 0 0,0 1-1 0 0,0-1 1 0 0,0 0-1 0 0,-1 0 1 0 0,1 1-1 0 0,0-1 1 0 0,2-1 0 0 0,-1 1 32 0 0,0-1-44 0 0,0 1 0 0 0,1 0 1 0 0,-1 0-1 0 0,0 0 0 0 0,0 0 0 0 0,1 0 1 0 0,-1 0-1 0 0,0 1 0 0 0,1-1 1 0 0,-1 1-1 0 0,0-1 0 0 0,5 1 0 0 0,29 2 94 0 0,-34-2-101 0 0,8 2 5 0 0,0-1 0 0 0,0 2 1 0 0,0-1-1 0 0,0 1 0 0 0,-1 1 0 0 0,1 0 1 0 0,-1 0-1 0 0,0 1 0 0 0,0 0 0 0 0,-1 0 0 0 0,1 1 1 0 0,-1 1-1 0 0,0-1 0 0 0,13 15 0 0 0,-16-15-1 0 0,0 0 0 0 0,-1 1 0 0 0,0-1-1 0 0,0 1 1 0 0,0-1 0 0 0,-1 1 0 0 0,0 0 0 0 0,0 1-1 0 0,0-1 1 0 0,-1 0 0 0 0,-1 1 0 0 0,1 0 0 0 0,-1-1-1 0 0,0 1 1 0 0,-1 0 0 0 0,0-1 0 0 0,0 1 0 0 0,-1 0 0 0 0,0-1-1 0 0,-2 10 1 0 0,-1-4-5 0 0,-1 0 1 0 0,0 0-1 0 0,-1 0 0 0 0,0-1 1 0 0,-1 0-1 0 0,0 0 1 0 0,-1 0-1 0 0,-1-1 0 0 0,0 0 1 0 0,-17 15-1 0 0,10-10 1 0 0,-2-1-1 0 0,0-2 1 0 0,0 1 0 0 0,-1-2-1 0 0,-38 18 1 0 0,53-27-4 0 0,-1-1 0 0 0,0 0-1 0 0,0 0 1 0 0,-1-1 0 0 0,1 1 0 0 0,0-1 0 0 0,-1 0 0 0 0,1-1 0 0 0,0 1 0 0 0,-1-1-1 0 0,1 0 1 0 0,-1 0 0 0 0,1-1 0 0 0,0 0 0 0 0,-9-1 0 0 0,13 1-7 0 0,0 0-1 0 0,1 0 1 0 0,-1 0 0 0 0,0 0-1 0 0,1 0 1 0 0,-1 0 0 0 0,0 0-1 0 0,1 0 1 0 0,-1 0 0 0 0,1 0-1 0 0,0 0 1 0 0,-1-1 0 0 0,1 1-1 0 0,0 0 1 0 0,0 0 0 0 0,0 0-1 0 0,0 0 1 0 0,0-1 0 0 0,0 1-1 0 0,0 0 1 0 0,0 0 0 0 0,0 0-1 0 0,0 0 1 0 0,1-1 0 0 0,0-1-1 0 0,3-7 8 0 0,1-1 1 0 0,0 1-1 0 0,0 0 0 0 0,1 1 1 0 0,1-1-1 0 0,9-9 0 0 0,50-51-28 0 0,-54 58 10 0 0,176-161-97 0 0,1 0 15 0 0,-182 166 88 0 0,0 0 0 0 0,-1-1 0 0 0,0 0 0 0 0,0 0 0 0 0,5-9 0 0 0,-10 15 1 0 0,-3 1 8 0 0,0 1-1 0 0,0-1 1 0 0,-1 1 0 0 0,1-1-1 0 0,0 1 1 0 0,0 0-1 0 0,0 0 1 0 0,0 0 0 0 0,0 1-1 0 0,0-1 1 0 0,-1 0 0 0 0,1 1-1 0 0,0-1 1 0 0,0 1-1 0 0,0 0 1 0 0,0-1 0 0 0,0 1-1 0 0,0 0 1 0 0,-2 2 0 0 0,-38 26 34 0 0,33-22-26 0 0,-20 15 98 0 0,-49 49 0 0 0,66-58-70 0 0,0 0 0 0 0,1 1 0 0 0,1 0 0 0 0,0 1 0 0 0,1 0 0 0 0,-7 17 0 0 0,14-27 2 0 0,0 0 1 0 0,1 0-1 0 0,-1 0 0 0 0,1 0 0 0 0,0 0 0 0 0,0 0 0 0 0,1 0 0 0 0,-1 0 1 0 0,1 0-1 0 0,0 0 0 0 0,1 1 0 0 0,-1-1 0 0 0,1 0 0 0 0,0 0 1 0 0,2 5-1 0 0,0-3-6 0 0,0 0 1 0 0,0 0 0 0 0,1 0 0 0 0,0 0-1 0 0,0-1 1 0 0,0 0 0 0 0,1 0-1 0 0,0 0 1 0 0,7 6 0 0 0,3 1-9 0 0,0-1 0 0 0,1-1 1 0 0,0 0-1 0 0,0-1 0 0 0,1-1 1 0 0,1-1-1 0 0,23 8 0 0 0,-6-5-574 0 0,0-2 0 0 0,1-1 0 0 0,62 5 0 0 0,-87-13-506 0 0,15 0-130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77 1920 0 0,'-24'-67'11353'0'0,"23"65"-10875"0"0,1 2-439 0 0,0-1 0 0 0,0 1 0 0 0,0 0 0 0 0,0 0-1 0 0,0-1 1 0 0,0 1 0 0 0,0 0 0 0 0,0-1 0 0 0,0 1-1 0 0,0 0 1 0 0,-1-1 0 0 0,1 1 0 0 0,0 0 0 0 0,0 0-1 0 0,0-1 1 0 0,0 1 0 0 0,-1 0 0 0 0,1 0 0 0 0,0-1 0 0 0,0 1-1 0 0,0 0 1 0 0,-1 0 0 0 0,1 0 0 0 0,0-1 0 0 0,0 1-1 0 0,-1 0 1 0 0,1 0 0 0 0,0 0 0 0 0,0 0 0 0 0,-1 0-1 0 0,1-1 1 0 0,0 1 0 0 0,-1 0 0 0 0,1 0 0 0 0,0 0 0 0 0,-1 0-1 0 0,1 0 1 0 0,-1 0-11 0 0,1 0 1 0 0,-1 1-1 0 0,0-1 0 0 0,1 0 0 0 0,-1 0 1 0 0,1 1-1 0 0,-1-1 0 0 0,1 0 0 0 0,-1 1 0 0 0,1-1 1 0 0,-1 0-1 0 0,1 1 0 0 0,0-1 0 0 0,-1 1 1 0 0,1-1-1 0 0,-1 1 0 0 0,1-1 0 0 0,0 1 1 0 0,0-1-1 0 0,-1 1 0 0 0,1-1 0 0 0,0 1 0 0 0,0-1 1 0 0,-1 1-1 0 0,1 1 0 0 0,-56 237 1451 0 0,21-81-1411 0 0,31-139-334 0 0,-25 111-636 0 0,21-63-1911 0 0,7-3-3914 0 0,3-50 2332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25 156 584 0 0,'-22'-79'11905'0'0,"21"77"-11825"0"0,1 1 0 0 0,-1 0 0 0 0,1-1 0 0 0,0 1 0 0 0,0 0-1 0 0,0 0 1 0 0,0-1 0 0 0,0 1 0 0 0,0 0 0 0 0,0-1 0 0 0,0 1 0 0 0,0 0 0 0 0,1-1 0 0 0,-1 1-1 0 0,0 0 1 0 0,1 0 0 0 0,-1-1 0 0 0,1 1 0 0 0,0 0 0 0 0,-1 0 0 0 0,1 0 0 0 0,0 0-1 0 0,0 0 1 0 0,0 0 0 0 0,-1 0 0 0 0,1 0 0 0 0,0 0 0 0 0,0 0 0 0 0,1 0 0 0 0,-1 1 0 0 0,0-1-1 0 0,0 0 1 0 0,0 1 0 0 0,0-1 0 0 0,1 1 0 0 0,-1-1 0 0 0,0 1 0 0 0,2-1 0 0 0,7-1-59 0 0,0 0 1 0 0,0 1 0 0 0,0-1-1 0 0,13 2 1 0 0,-5-1 204 0 0,138-8 202 0 0,65-7-3646 0 0,-211 15 1272 0 0,1-1 1325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12 276 0 0,'-3'-1'2464'0'0,"-40"-10"5231"0"0,38 13-5760 0 0,3 0-1691 0 0,0 0 0 0 0,1 1 0 0 0,-1-1 0 0 0,0 1 0 0 0,1-1 0 0 0,0 1 0 0 0,-1 0 0 0 0,1 0 0 0 0,0-1 1 0 0,1 1-1 0 0,-1 0 0 0 0,0 0 0 0 0,1 0 0 0 0,0 0 0 0 0,-1 4 0 0 0,2 53 1329 0 0,0-47-1423 0 0,0 14-23 0 0,16 236 500 0 0,10-90-6230 0 0,-14-123-378 0 0,-7-33 1217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176 151 480 0 0,'-2'-3'417'0'0,"0"0"1"0"0,0 0-1 0 0,1 0 1 0 0,0 0-1 0 0,-1 0 0 0 0,1 0 1 0 0,0 0-1 0 0,0 0 1 0 0,1-1-1 0 0,-1 1 0 0 0,1 0 1 0 0,0-1-1 0 0,0 1 1 0 0,0 0-1 0 0,0-1 1 0 0,0 1-1 0 0,1 0 0 0 0,-1-1 1 0 0,3-5-1 0 0,-1 5-304 0 0,0 1 1 0 0,1-1-1 0 0,0 0 0 0 0,-1 1 1 0 0,1-1-1 0 0,0 1 0 0 0,1 0 1 0 0,-1 0-1 0 0,1 0 0 0 0,-1 1 0 0 0,1-1 1 0 0,0 1-1 0 0,0 0 0 0 0,6-3 1 0 0,5-1 29 0 0,0 0 1 0 0,1 1 0 0 0,0 1-1 0 0,-1 0 1 0 0,2 1 0 0 0,-1 1-1 0 0,0 0 1 0 0,0 2 0 0 0,33 1-1 0 0,-40 0-101 0 0,1 0 0 0 0,0 1 0 0 0,0 0 0 0 0,0 0 0 0 0,-1 1 0 0 0,1 0 0 0 0,-1 1 0 0 0,0 0 0 0 0,0 0 0 0 0,0 1 0 0 0,-1 1 0 0 0,1-1-1 0 0,-1 1 1 0 0,-1 0 0 0 0,1 1 0 0 0,-1 0 0 0 0,10 12 0 0 0,-15-16-21 0 0,0 0-1 0 0,0 0 1 0 0,0 1-1 0 0,-1-1 1 0 0,1 1-1 0 0,-1-1 1 0 0,0 1-1 0 0,0 0 1 0 0,0-1 0 0 0,0 1-1 0 0,0 0 1 0 0,-1 0-1 0 0,0 0 1 0 0,0 0-1 0 0,0 4 1 0 0,-1-2-4 0 0,0-1 1 0 0,-1 1 0 0 0,1 0 0 0 0,-1-1-1 0 0,-1 1 1 0 0,1-1 0 0 0,-1 0 0 0 0,1 0-1 0 0,-5 6 1 0 0,-4 2 17 0 0,0 1 0 0 0,-1-1 0 0 0,-1-1 1 0 0,0 0-1 0 0,-24 17 0 0 0,2-7 193 0 0,-1-2-1 0 0,-1-1 1 0 0,-1-2 0 0 0,-1-2 0 0 0,-79 22 0 0 0,87-29 68 0 0,28-7-130 0 0,6-1-153 0 0,166 22 72 0 0,-135-15-77 0 0,-1 1 1 0 0,0 2 0 0 0,38 16-1 0 0,-58-21 47 0 0,0 1 1 0 0,-1 1-1 0 0,1 0 0 0 0,-1 1 0 0 0,-1 0 0 0 0,0 0 0 0 0,0 2 1 0 0,0-1-1 0 0,-1 1 0 0 0,12 17 0 0 0,-20-25-1 0 0,0 1 0 0 0,-1 0 0 0 0,1-1 0 0 0,-1 1 1 0 0,1 0-1 0 0,-1 0 0 0 0,0 0 0 0 0,0 0 0 0 0,-1 0 0 0 0,1 0 0 0 0,0 0 0 0 0,-1 1 0 0 0,0-1 0 0 0,0 0 0 0 0,0 0 0 0 0,0 0 0 0 0,-2 6 1 0 0,1-4 24 0 0,-1 0 0 0 0,1-1 0 0 0,-1 0 0 0 0,-1 1 1 0 0,1-1-1 0 0,-1 0 0 0 0,1 0 0 0 0,-1 0 1 0 0,0-1-1 0 0,-7 7 0 0 0,0-1 97 0 0,0-1 1 0 0,-1 0-1 0 0,0 0 0 0 0,-1-1 0 0 0,1-1 1 0 0,-1 0-1 0 0,-20 7 0 0 0,9-7 43 0 0,1-1-1 0 0,-1 0 1 0 0,0-2 0 0 0,0 0-1 0 0,0-2 1 0 0,-1 0-1 0 0,-31-5 1 0 0,25 1-95 0 0,0-2 0 0 0,0-1-1 0 0,1-1 1 0 0,-1-2 0 0 0,-32-15 0 0 0,56 22-180 0 0,1-1 0 0 0,-1 1 1 0 0,1-1-1 0 0,0-1 0 0 0,1 1 1 0 0,-1-1-1 0 0,0 0 0 0 0,1 0 1 0 0,0 0-1 0 0,0-1 0 0 0,-5-7 1 0 0,8 11-38 0 0,1 0 0 0 0,0-1 0 0 0,-1 1 0 0 0,1 0 0 0 0,0 0 0 0 0,0-1 0 0 0,0 1-1 0 0,0 0 1 0 0,0 0 0 0 0,0-1 0 0 0,0 1 0 0 0,1 0 0 0 0,-1 0 0 0 0,0-1 0 0 0,1 1 0 0 0,-1 0 0 0 0,1 0 0 0 0,-1 0 0 0 0,1 0 0 0 0,0 0 0 0 0,-1-1 0 0 0,1 1 0 0 0,0 0 0 0 0,0 1 0 0 0,0-1 0 0 0,1-1 0 0 0,0-1-282 0 0,1 0 1 0 0,0 0-1 0 0,0 0 0 0 0,0 1 0 0 0,1 0 0 0 0,5-4 0 0 0,-6 5 148 0 0,11-6-2479 0 0,1 2 0 0 0,24-7 0 0 0,-19 7-2492 0 0</inkml:trace>
  <inkml:trace contextRef="#ctx0" brushRef="#br0" timeOffset="1">843 472 2308 0 0,'7'-11'1905'0'0,"0"1"0"0"0,1-1 0 0 0,11-11 0 0 0,-13 16-1505 0 0,0 1 0 0 0,0-1 0 0 0,1 1 0 0 0,0 0 0 0 0,0 0 0 0 0,0 1 0 0 0,0 0 0 0 0,1 0 0 0 0,13-4 0 0 0,-15 7-262 0 0,-1 0 0 0 0,1 0 0 0 0,0 0 0 0 0,-1 1 0 0 0,1 0 0 0 0,0 0 0 0 0,-1 1 0 0 0,1 0 0 0 0,-1 0 0 0 0,1 0 1 0 0,-1 0-1 0 0,1 1 0 0 0,-1 0 0 0 0,0 0 0 0 0,9 5 0 0 0,-9-4-48 0 0,-1 1 0 0 0,0 0 0 0 0,0-1 0 0 0,0 2 0 0 0,-1-1 0 0 0,1 0 0 0 0,-1 1 0 0 0,0-1-1 0 0,0 1 1 0 0,-1 0 0 0 0,0 0 0 0 0,1 0 0 0 0,-2 0 0 0 0,1 0 0 0 0,0 0 0 0 0,-1 1 0 0 0,1 6 0 0 0,-2-4-44 0 0,0 0 1 0 0,0 0-1 0 0,0 0 0 0 0,-1 0 1 0 0,-1 0-1 0 0,1 0 0 0 0,-1-1 0 0 0,0 1 1 0 0,-1 0-1 0 0,0-1 0 0 0,-6 11 1 0 0,-3 5 25 0 0,-1-1 0 0 0,-2 0 0 0 0,0-1 0 0 0,-1-1 0 0 0,-1 0 0 0 0,-1-1 0 0 0,-27 21 0 0 0,33-33 52 0 0,14-13-11 0 0,15-16-56 0 0,68-55-48 0 0,1 1-73 0 0,81-94 0 0 0,-147 148 60 0 0,17-23 12 0 0,-36 42-2 0 0,-1 3-7 0 0,0-1 0 0 0,0 1 0 0 0,0-1 0 0 0,0 1 0 0 0,0-1 0 0 0,0 1 0 0 0,0-1 1 0 0,0 1-1 0 0,0 0 0 0 0,-1-1 0 0 0,1 1 0 0 0,0-1 0 0 0,0 1 0 0 0,-1 0 0 0 0,1-1 0 0 0,0 1 0 0 0,0-1 0 0 0,-1 1 0 0 0,1 0 0 0 0,-1-1 0 0 0,1 1 0 0 0,0 0 0 0 0,-1 0 0 0 0,1-1 0 0 0,-1 1 1 0 0,1 0-1 0 0,0 0 0 0 0,-1 0 0 0 0,1-1 0 0 0,-1 1 0 0 0,1 0 0 0 0,-1 0 0 0 0,1 0 0 0 0,-1 0 0 0 0,1 0 0 0 0,-1 0 0 0 0,1 0 0 0 0,0 0 0 0 0,-1 0 0 0 0,1 0 0 0 0,-1 0 0 0 0,1 0 1 0 0,-1 1-1 0 0,1-1 0 0 0,-1 0 0 0 0,0 0 0 0 0,-22 10-10 0 0,22-10 10 0 0,-9 6 27 0 0,0 0-1 0 0,0 1 1 0 0,0 0-1 0 0,1 1 1 0 0,1 0-1 0 0,-1 0 1 0 0,1 1-1 0 0,-10 14 1 0 0,7-7 21 0 0,1-1 0 0 0,1 1-1 0 0,0 1 1 0 0,-10 28 0 0 0,16-38-48 0 0,1-1 0 0 0,0 1 0 0 0,1-1 0 0 0,-1 1 1 0 0,1-1-1 0 0,1 1 0 0 0,-1 0 0 0 0,1 0 0 0 0,0-1 0 0 0,1 1 0 0 0,-1 0 0 0 0,1-1 0 0 0,1 1 0 0 0,-1 0 0 0 0,1-1 0 0 0,0 0 1 0 0,1 1-1 0 0,0-1 0 0 0,0 0 0 0 0,0 0 0 0 0,0-1 0 0 0,1 1 0 0 0,0-1 0 0 0,0 1 0 0 0,1-1 0 0 0,0 0 0 0 0,-1-1 0 0 0,2 1 1 0 0,-1-1-1 0 0,0 0 0 0 0,10 5 0 0 0,6 2-641 0 0,0-1 0 0 0,1-1 0 0 0,0-1 0 0 0,45 11 1 0 0,-23-11-3837 0 0,74 5 1 0 0,-83-11-407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19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95 676 700 0 0,'-24'-48'9182'0'0,"22"44"-8766"0"0,1 0 0 0 0,0 0 1 0 0,0 0-1 0 0,0 0 0 0 0,0-8 1 0 0,1 11-371 0 0,0 0-1 0 0,1 0 1 0 0,-1 0 0 0 0,0 1 0 0 0,1-1-1 0 0,-1 0 1 0 0,1 0 0 0 0,-1 0 0 0 0,1 0 0 0 0,0 0-1 0 0,-1 1 1 0 0,1-1 0 0 0,0 0 0 0 0,0 0-1 0 0,-1 1 1 0 0,1-1 0 0 0,0 1 0 0 0,0-1-1 0 0,0 1 1 0 0,0-1 0 0 0,0 1 0 0 0,0-1 0 0 0,0 1-1 0 0,0 0 1 0 0,1-1 0 0 0,0 0 222 0 0,2 1 15 0 0,-1 0-179 0 0,-1 0 1 0 0,1 1-1 0 0,0-1 1 0 0,-1 0-1 0 0,1 1 1 0 0,0-1 0 0 0,-1 1-1 0 0,1 0 1 0 0,-1 0-1 0 0,1 0 1 0 0,-1 0 0 0 0,1 0-1 0 0,-1 1 1 0 0,0-1-1 0 0,1 1 1 0 0,-1-1-1 0 0,0 1 1 0 0,0 0 0 0 0,0 0-1 0 0,-1 0 1 0 0,1 0-1 0 0,0 0 1 0 0,-1 1-1 0 0,1-1 1 0 0,1 4 0 0 0,-2-1 7 0 0,1-1 1 0 0,-1 0-1 0 0,0 1 1 0 0,-1-1-1 0 0,1 1 1 0 0,-1-1-1 0 0,0 1 1 0 0,0-1-1 0 0,-1 1 1 0 0,1-1-1 0 0,-1 1 1 0 0,0-1-1 0 0,0 1 1 0 0,0-1-1 0 0,-1 0 1 0 0,-3 7-1 0 0,-3 7 213 0 0,-1-1-1 0 0,-15 22 1 0 0,-7 5 214 0 0,10-14-57 0 0,-23 42 1 0 0,43-71-471 0 0,0 0 1 0 0,1 1-1 0 0,-1-1 0 0 0,1 0 0 0 0,-1 1 1 0 0,1-1-1 0 0,-1 0 0 0 0,1 1 1 0 0,0-1-1 0 0,0 0 0 0 0,0 1 0 0 0,-1-1 1 0 0,1 1-1 0 0,1-1 0 0 0,-1 0 1 0 0,0 1-1 0 0,0-1 0 0 0,0 0 0 0 0,1 1 1 0 0,-1-1-1 0 0,1 0 0 0 0,0 2 1 0 0,0-1-4 0 0,1-1 0 0 0,-1 1 1 0 0,0-1-1 0 0,1 1 1 0 0,-1-1-1 0 0,1 0 1 0 0,0 0-1 0 0,-1 1 0 0 0,1-1 1 0 0,0 0-1 0 0,0-1 1 0 0,0 1-1 0 0,3 1 0 0 0,6 1 15 0 0,0-1-1 0 0,1 0 1 0 0,-1-1-1 0 0,15 1 0 0 0,-21-2-3 0 0,74-1 13 0 0,0-2 0 0 0,92-18 0 0 0,-165 20-12 0 0,3-1-49 0 0,25-8 18 0 0,-22 2-547 0 0,-5 3-157 0 0,-5-5-1602 0 0</inkml:trace>
  <inkml:trace contextRef="#ctx0" brushRef="#br0" timeOffset="1">987 42 992 0 0,'-61'-42'12205'0'0,"76"52"-11679"0"0,31 13-160 0 0,1-2 0 0 0,53 16 0 0 0,-50-19-264 0 0,29 10-6 0 0,69 27 188 0 0,-145-54-207 0 0,-1 0-1 0 0,1 0 1 0 0,0 1 0 0 0,-1-1 0 0 0,1 1 0 0 0,-1-1 0 0 0,1 1-1 0 0,-1 0 1 0 0,0 0 0 0 0,4 4 0 0 0,-5-4-37 0 0,-1-1 1 0 0,1 0-1 0 0,-1 1 1 0 0,1-1-1 0 0,-1 0 1 0 0,1 1-1 0 0,-1-1 1 0 0,0 1-1 0 0,0-1 1 0 0,1 0-1 0 0,-1 1 1 0 0,0-1-1 0 0,0 1 1 0 0,-1-1-1 0 0,1 0 1 0 0,0 1-1 0 0,0-1 1 0 0,-1 1-1 0 0,1-1 1 0 0,-1 0-1 0 0,1 1 1 0 0,-1-1-1 0 0,1 0 1 0 0,-1 1-1 0 0,-1 1 1 0 0,-5 6 120 0 0,0 0 0 0 0,0 0-1 0 0,-1-1 1 0 0,0 0 0 0 0,0 0 0 0 0,-15 10 0 0 0,-62 38 371 0 0,74-49-461 0 0,-350 172 882 0 0,280-143-910 0 0,46-20 4 0 0,-33 15-1150 0 0,66-29 497 0 0,1 5-911 0 0,0-7 1434 0 0,1 1 0 0 0,0-1 1 0 0,0 1-1 0 0,0-1 0 0 0,0 0 0 0 0,0 1 1 0 0,0-1-1 0 0,0 1 0 0 0,0-1 0 0 0,0 1 0 0 0,0-1 1 0 0,0 1-1 0 0,0-1 0 0 0,0 1 0 0 0,0-1 1 0 0,0 1-1 0 0,0-1 0 0 0,0 0 0 0 0,1 1 1 0 0,-1-1-1 0 0,0 1 0 0 0,0-1 0 0 0,0 0 0 0 0,1 1 1 0 0,-1-1-1 0 0,0 1 0 0 0,1-1 0 0 0,-1 0 1 0 0,0 1-1 0 0,1-1 0 0 0,-1 0 0 0 0,0 0 1 0 0,1 1-1 0 0,-1-1 0 0 0,1 0 0 0 0,-1 0 0 0 0,0 0 1 0 0,1 1-1 0 0,-1-1 0 0 0,1 0 0 0 0,-1 0 1 0 0,1 0-1 0 0,-1 0 0 0 0,1 0 0 0 0,-1 0 1 0 0,1 0-1 0 0,-1 0 0 0 0,0 0 0 0 0,2 0 0 0 0,38 7-5368 0 0,-22-5 698 0 0</inkml:trace>
  <inkml:trace contextRef="#ctx0" brushRef="#br0" timeOffset="2">1564 622 296 0 0,'2'-2'2856'0'0,"21"-26"7671"0"0,-23 28-10426 0 0,0 0 0 0 0,1-1 0 0 0,-1 1 0 0 0,0 0 0 0 0,0-1 0 0 0,0 1 0 0 0,0 0 0 0 0,0 0 0 0 0,0-1 1 0 0,0 1-1 0 0,0 0 0 0 0,0-1 0 0 0,0 1 0 0 0,0 0 0 0 0,0-1 0 0 0,0 1 0 0 0,0 0 0 0 0,0-1 0 0 0,0 1 1 0 0,0 0-1 0 0,0-1 0 0 0,-1 1 0 0 0,1 0 0 0 0,0 0 0 0 0,0-1 0 0 0,0 1 0 0 0,0 0 0 0 0,-1-1 203 0 0,1 1-203 0 0,-1 0 0 0 0,1 0 0 0 0,0-1 0 0 0,0 1 0 0 0,-1 0 0 0 0,1 0 0 0 0,-7 0 122 0 0,0 1 0 0 0,1 1 0 0 0,-1-1 0 0 0,1 1 0 0 0,-1 0-1 0 0,-9 5 1 0 0,-46 23 281 0 0,36-16-322 0 0,-173 106-80 0 0,116-66-2863 0 0,48-30-584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0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172 179 2212 0 0,'11'-19'1815'0'0,"0"0"0"0"0,1 0-1 0 0,1 2 1 0 0,17-19 0 0 0,-23 29-1563 0 0,0 0-1 0 0,0 1 1 0 0,1 0 0 0 0,0 1 0 0 0,0 0 0 0 0,0 0 0 0 0,0 0-1 0 0,1 1 1 0 0,0 1 0 0 0,0-1 0 0 0,0 1 0 0 0,11-1-1 0 0,-8 2-126 0 0,0 1 0 0 0,0 0 0 0 0,1 1 0 0 0,-1 0 0 0 0,0 1-1 0 0,0 0 1 0 0,0 1 0 0 0,0 0 0 0 0,0 1 0 0 0,0 1 0 0 0,0 0-1 0 0,-1 0 1 0 0,0 1 0 0 0,0 0 0 0 0,0 1 0 0 0,-1 1 0 0 0,1 0 0 0 0,-1 0-1 0 0,12 12 1 0 0,-19-16-78 0 0,0-1 1 0 0,-1 1-1 0 0,1 0 0 0 0,-1 0 0 0 0,0 0 0 0 0,0 1 0 0 0,0-1 0 0 0,0 0 1 0 0,-1 1-1 0 0,1-1 0 0 0,-1 1 0 0 0,0 0 0 0 0,0-1 0 0 0,0 1 0 0 0,0 0 1 0 0,-1 0-1 0 0,1 7 0 0 0,-2-6-10 0 0,0 0 0 0 0,0 0 0 0 0,0 0 0 0 0,-1 0 0 0 0,1 0 0 0 0,-1 0 0 0 0,0-1 0 0 0,-1 1 0 0 0,1-1-1 0 0,-1 1 1 0 0,-6 6 0 0 0,-3 3 23 0 0,-1 0 0 0 0,-1-2-1 0 0,0 1 1 0 0,-1-2-1 0 0,0 0 1 0 0,-19 10 0 0 0,-87 45 332 0 0,120-65-389 0 0,0-1 0 0 0,0 1 0 0 0,0-1-1 0 0,0 1 1 0 0,0-1 0 0 0,0 1 0 0 0,1 0 0 0 0,-1-1 0 0 0,0 1 0 0 0,0 0 0 0 0,0 0 0 0 0,1 0 0 0 0,-1 0 0 0 0,0 0 0 0 0,1 0 0 0 0,-1 0 0 0 0,1 0 0 0 0,-1 0-1 0 0,1 0 1 0 0,0 0 0 0 0,-1 0 0 0 0,1 0 0 0 0,0 0 0 0 0,0 0 0 0 0,0 0 0 0 0,0 0 0 0 0,0 0 0 0 0,0 0 0 0 0,0 1 0 0 0,0-1 0 0 0,0 0 0 0 0,0 0 0 0 0,0 0-1 0 0,1 0 1 0 0,-1 0 0 0 0,1 0 0 0 0,-1 0 0 0 0,0 0 0 0 0,1 0 0 0 0,0 0 0 0 0,-1 0 0 0 0,1 0 0 0 0,0 0 0 0 0,-1 0 0 0 0,1-1 0 0 0,1 2 0 0 0,4 4 35 0 0,1 0 0 0 0,0-1 0 0 0,0 1 0 0 0,13 6 1 0 0,-12-7-23 0 0,106 76 365 0 0,-101-70-228 0 0,0 1 0 0 0,-1 1 1 0 0,0-1-1 0 0,-1 2 0 0 0,0 0 0 0 0,8 16 1 0 0,-16-26-58 0 0,-1 0 1 0 0,1 1 0 0 0,-1-1 0 0 0,-1 1 0 0 0,1 0 0 0 0,-1 0 0 0 0,1-1 0 0 0,-2 1 0 0 0,1 0 0 0 0,0 0-1 0 0,-1 0 1 0 0,0 0 0 0 0,0 0 0 0 0,0 0 0 0 0,-1 0 0 0 0,0 0 0 0 0,0 0 0 0 0,0 0 0 0 0,0 0 0 0 0,-1-1 0 0 0,0 1-1 0 0,-4 7 1 0 0,1-4-5 0 0,0-1 1 0 0,0 0-1 0 0,-1 0 0 0 0,0 0 0 0 0,-1 0 0 0 0,0-1 0 0 0,0 0 0 0 0,0-1 0 0 0,0 1 1 0 0,-1-2-1 0 0,-13 8 0 0 0,1-2-21 0 0,-1-1 0 0 0,-1-1 0 0 0,0-1 0 0 0,0 0 0 0 0,0-2 1 0 0,-1-1-1 0 0,0 0 0 0 0,1-2 0 0 0,-1 0 0 0 0,0-2 0 0 0,0-1 0 0 0,-39-5 0 0 0,38 1-737 0 0,1-1-1 0 0,0 0 1 0 0,0-2 0 0 0,-24-11-1 0 0,32 11-825 0 0,-18-7-2691 0 0,12 4-2371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1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1408 0 0,'6'-16'912'0'0,"-2"3"-344"0"0,0 1-328 0 0,-2 1-440 0 0,3 1-728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2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91 924 0 0,'8'-10'1995'0'0,"-1"1"0"0"0,2 0 0 0 0,15-13 0 0 0,-18 17-1778 0 0,0 1 1 0 0,1-1 0 0 0,0 1 0 0 0,0 0 0 0 0,0 1 0 0 0,0 0-1 0 0,1 0 1 0 0,-1 0 0 0 0,1 1 0 0 0,10-2 0 0 0,-12 4-176 0 0,0 0 1 0 0,1 0-1 0 0,-1 0 0 0 0,0 1 1 0 0,0-1-1 0 0,0 2 1 0 0,0-1-1 0 0,0 1 1 0 0,0-1-1 0 0,6 4 1 0 0,-1 0 14 0 0,0 1 0 0 0,-1 0 0 0 0,18 12 1 0 0,-19-10-22 0 0,0 0 1 0 0,0 1-1 0 0,-1-1 1 0 0,0 2-1 0 0,-1-1 1 0 0,0 1-1 0 0,0 0 1 0 0,-1 0-1 0 0,-1 1 1 0 0,1 0-1 0 0,-2 0 1 0 0,1 0-1 0 0,-2 1 0 0 0,1-1 1 0 0,-2 1-1 0 0,0 0 1 0 0,0 0-1 0 0,-1 0 1 0 0,0 15-1 0 0,-2-3-10 0 0,0 0 0 0 0,-2 0 0 0 0,-1 0-1 0 0,-1-1 1 0 0,-1 0 0 0 0,0 0 0 0 0,-2 0-1 0 0,-19 38 1 0 0,5-23 33 0 0,-6 10 376 0 0,23-39 33 0 0,3-12-64 0 0,6-16-235 0 0,46-64-106 0 0,102-128 0 0 0,-41 61-18 0 0,-40 59-37 0 0,-70 89-23 0 0,-4 3-37 0 0,1-1 51 0 0,-1 1-1 0 0,1-1 0 0 0,-1 1 0 0 0,1 0 1 0 0,-1 0-1 0 0,1 0 0 0 0,0 0 0 0 0,-1 1 1 0 0,1-1-1 0 0,0 0 0 0 0,0 1 0 0 0,0 0 1 0 0,0-1-1 0 0,-3 5 0 0 0,-27 36-19 0 0,20-26 13 0 0,-4 6-7 0 0,1 0 1 0 0,-24 49-1 0 0,34-62 15 0 0,1 0 0 0 0,0 1 0 0 0,1 0 0 0 0,0 0 0 0 0,1 0 0 0 0,0 0 0 0 0,0 0 0 0 0,1 1 0 0 0,0-1 0 0 0,2 19 0 0 0,0-25 2 0 0,0 1 0 0 0,0 0 0 0 0,1-1 0 0 0,0 1 0 0 0,0-1-1 0 0,0 1 1 0 0,0-1 0 0 0,1 0 0 0 0,-1 0 0 0 0,1 0 0 0 0,0 0-1 0 0,1-1 1 0 0,-1 1 0 0 0,0-1 0 0 0,1 0 0 0 0,0 0 0 0 0,0 0 0 0 0,0 0-1 0 0,0-1 1 0 0,9 5 0 0 0,6 1 1 0 0,1-1 0 0 0,0 0 0 0 0,32 6 0 0 0,-26-7-24 0 0,9 1-490 0 0,34 4 0 0 0,6-3-7019 0 0,-54-7 3951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99 184 0 0,'1'-3'2024'0'0,"13"-61"11038"0"0,-12 93-11738 0 0,-1-24-1242 0 0,-1 0 1 0 0,0 0 0 0 0,1 1-1 0 0,-2-1 1 0 0,0 9 0 0 0,-17 85 406 0 0,-33 201-540 0 0,43-228-3022 0 0,7-36-4286 0 0,1-21 2667 0 0</inkml:trace>
  <inkml:trace contextRef="#ctx0" brushRef="#br0" timeOffset="1">663 122 1816 0 0,'-6'-82'12714'0'0,"10"81"-12301"0"0,27-5 83 0 0,0 1 0 0 0,56-1 0 0 0,-11 1-353 0 0,124-6-48 0 0,-175 10-166 0 0,91-3-4388 0 0,-113 3 3368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94 136 1652 0 0,'-80'-78'12308'0'0,"80"78"-12217"0"0,0-1 1 0 0,0 1-1 0 0,-1 0 0 0 0,1-1 1 0 0,0 1-1 0 0,-1 0 0 0 0,1-1 1 0 0,0 1-1 0 0,-1 0 0 0 0,1-1 1 0 0,0 1-1 0 0,-1 0 0 0 0,1 0 1 0 0,-1 0-1 0 0,1-1 0 0 0,0 1 1 0 0,-1 0-1 0 0,1 0 1 0 0,-1 0-1 0 0,1 0 0 0 0,-1 0 1 0 0,1 0-1 0 0,0 0 0 0 0,-1 0 1 0 0,1 0-1 0 0,-1 0 0 0 0,0 0 1 0 0,-2 11 673 0 0,8 22-652 0 0,-4-31 76 0 0,6 47 115 0 0,-1 0-1 0 0,-2 89 1 0 0,-4-80-1793 0 0,11 88-1 0 0,-10-136 699 0 0,0-2-306 0 0,0-1 1 0 0,1 1-1 0 0,-1-1 0 0 0,1 0 0 0 0,1 0 0 0 0,3 8 1 0 0,2-4-3549 0 0</inkml:trace>
  <inkml:trace contextRef="#ctx0" brushRef="#br0" timeOffset="1">491 283 1872 0 0,'4'-6'492'0'0,"0"-1"0"0"0,1 1 0 0 0,0 0 1 0 0,0 1-1 0 0,0-1 0 0 0,1 1 0 0 0,0 0 0 0 0,0 0 0 0 0,0 1 0 0 0,0 0 0 0 0,1 0 0 0 0,0 0 0 0 0,0 1 1 0 0,0 0-1 0 0,0 1 0 0 0,0-1 0 0 0,15-2 0 0 0,-13 4-384 0 0,-1 0 1 0 0,1 1-1 0 0,0 0 0 0 0,-1 1 1 0 0,1 0-1 0 0,0 0 0 0 0,-1 0 1 0 0,1 1-1 0 0,-1 1 1 0 0,1 0-1 0 0,-1 0 0 0 0,0 0 1 0 0,0 1-1 0 0,-1 0 0 0 0,11 7 1 0 0,-11-6-65 0 0,0 0 0 0 0,0 0 0 0 0,-1 1 0 0 0,1 0 0 0 0,-2 0 1 0 0,1 1-1 0 0,0-1 0 0 0,-1 1 0 0 0,-1 0 0 0 0,1 1 0 0 0,-1-1 0 0 0,0 1 0 0 0,-1 0 1 0 0,0 0-1 0 0,0 0 0 0 0,0 0 0 0 0,-1 1 0 0 0,-1-1 0 0 0,1 1 0 0 0,-1-1 0 0 0,-1 1 1 0 0,0-1-1 0 0,0 1 0 0 0,0 0 0 0 0,-1-1 0 0 0,-1 1 0 0 0,-2 10 0 0 0,-2-3 27 0 0,-1 0 0 0 0,-1 0 0 0 0,0-1-1 0 0,-1 0 1 0 0,0-1 0 0 0,-2 1 0 0 0,1-2 0 0 0,-2 0 0 0 0,0 0-1 0 0,0-1 1 0 0,-1 0 0 0 0,-1-1 0 0 0,0-1 0 0 0,-24 14-1 0 0,38-23-66 0 0,-1-1-1 0 0,0 1 1 0 0,1-1-1 0 0,-1 1 1 0 0,0-1-1 0 0,0 0 1 0 0,1 1-1 0 0,-1-1 1 0 0,0 0-1 0 0,0 0 1 0 0,0 1-1 0 0,1-1 1 0 0,-1 0-1 0 0,0 0 1 0 0,0 0-1 0 0,0 0 1 0 0,-1 0-1 0 0,2 0-2 0 0,-1-1 0 0 0,1 1 0 0 0,0 0-1 0 0,0-1 1 0 0,0 1 0 0 0,-1 0 0 0 0,1 0-1 0 0,0-1 1 0 0,0 1 0 0 0,0 0 0 0 0,0-1-1 0 0,0 1 1 0 0,0 0 0 0 0,-1-1 0 0 0,1 1-1 0 0,0 0 1 0 0,0-1 0 0 0,0 1 0 0 0,0-1-1 0 0,0 1 1 0 0,0 0 0 0 0,1-1 0 0 0,-1 1 0 0 0,0 0-1 0 0,0-1 1 0 0,0 1 0 0 0,0-1 0 0 0,2-3 1 0 0,-1 1 0 0 0,1-1 0 0 0,-1 0 0 0 0,1 1 1 0 0,5-7-1 0 0,137-148-12 0 0,-100 116 19 0 0,-3-2 1 0 0,62-86 0 0 0,-99 124-6 0 0,0-1 0 0 0,0 1 0 0 0,-1-1 0 0 0,0 0 0 0 0,0 0 0 0 0,0-1 0 0 0,-1 1 0 0 0,0 0-1 0 0,-1-1 1 0 0,2-14 0 0 0,-3 22-3 0 0,0-1 0 0 0,0 0-1 0 0,0 0 1 0 0,-1 1 0 0 0,1-1-1 0 0,0 0 1 0 0,0 0 0 0 0,0 1 0 0 0,-1-1-1 0 0,1 0 1 0 0,0 0 0 0 0,-1 1-1 0 0,1-1 1 0 0,0 0 0 0 0,-1 1-1 0 0,1-1 1 0 0,-1 0 0 0 0,1 1-1 0 0,-1-1 1 0 0,0 1 0 0 0,1-1 0 0 0,-1 1-1 0 0,0-1 1 0 0,1 1 0 0 0,-1 0-1 0 0,0-1 1 0 0,1 1 0 0 0,-1 0-1 0 0,0-1 1 0 0,0 1 0 0 0,1 0-1 0 0,-1 0 1 0 0,0 0 0 0 0,0 0-1 0 0,1 0 1 0 0,-1 0 0 0 0,-1 0 0 0 0,-26 4 92 0 0,21-1-45 0 0,0 0-1 0 0,1 0 0 0 0,-1 1 0 0 0,1 0 1 0 0,-1 0-1 0 0,1 1 0 0 0,-6 5 0 0 0,-36 40 316 0 0,38-39-292 0 0,-6 6 6 0 0,1 2 0 0 0,0-1 0 0 0,2 2-1 0 0,0 0 1 0 0,1 0 0 0 0,1 1-1 0 0,-10 29 1 0 0,18-41-60 0 0,0 0 1 0 0,1 0-1 0 0,1 1 0 0 0,-1-1 1 0 0,1 0-1 0 0,1 1 1 0 0,0-1-1 0 0,0 1 0 0 0,2 10 1 0 0,-1-13-5 0 0,1 0 1 0 0,0 0-1 0 0,1-1 1 0 0,-1 1-1 0 0,1 0 1 0 0,0-1-1 0 0,1 1 1 0 0,0-1-1 0 0,0 0 1 0 0,0 0-1 0 0,1-1 1 0 0,0 1-1 0 0,6 5 1 0 0,-1-3-192 0 0,0-1 0 0 0,0 0 1 0 0,1 0-1 0 0,0-1 0 0 0,0-1 1 0 0,0 0-1 0 0,1 0 1 0 0,0-1-1 0 0,0-1 0 0 0,23 4 1 0 0,10 0-4064 0 0,71 0 1 0 0,-78-7 249 0 0</inkml:trace>
  <inkml:trace contextRef="#ctx0" brushRef="#br0" timeOffset="2">1471 625 1556 0 0,'-3'-2'2356'0'0,"-21"-22"3440"0"0,24 23-5732 0 0,-1 1 0 0 0,1-1 1 0 0,0 1-1 0 0,-1-1 0 0 0,1 0 0 0 0,-1 1 0 0 0,1-1 0 0 0,0 1 0 0 0,-1-1 0 0 0,1 0 0 0 0,0 1 0 0 0,0-1 0 0 0,-1 0 0 0 0,1 1 0 0 0,0-1 0 0 0,0 0 0 0 0,0 1 0 0 0,0-1 0 0 0,0 0 0 0 0,0 1 0 0 0,0-1 0 0 0,0 0 0 0 0,0 1 0 0 0,0-1 0 0 0,1 0 0 0 0,-1 1 0 0 0,0-1 0 0 0,0 0 0 0 0,1 1 0 0 0,-1-1 0 0 0,0 0 0 0 0,1 1 0 0 0,-1-1 0 0 0,1 1 0 0 0,-1-1 0 0 0,0 1 0 0 0,1-1 0 0 0,-1 1 0 0 0,1-1 0 0 0,-1 1 0 0 0,1-1 0 0 0,0 1 0 0 0,-1 0 0 0 0,1-1 0 0 0,-1 1 0 0 0,2 0 0 0 0,3-2-7 0 0,-1 1 0 0 0,1-1 0 0 0,0 1 0 0 0,-1 1 0 0 0,1-1 0 0 0,0 1 0 0 0,0 0 0 0 0,0 0 0 0 0,-1 0 0 0 0,1 1 0 0 0,0-1 0 0 0,0 1 0 0 0,-1 0 0 0 0,1 1 0 0 0,0-1-1 0 0,-1 1 1 0 0,0 0 0 0 0,1 0 0 0 0,-1 0 0 0 0,0 1 0 0 0,0-1 0 0 0,6 6 0 0 0,-7-5 22 0 0,1 0 0 0 0,-1 0 0 0 0,0 0 0 0 0,1 1 0 0 0,-2-1 0 0 0,1 1 0 0 0,0 0 0 0 0,-1-1 0 0 0,1 1 0 0 0,-1 1 0 0 0,0-1 0 0 0,-1 0 0 0 0,1 0 0 0 0,-1 1 0 0 0,0-1 0 0 0,0 1 0 0 0,0-1 0 0 0,0 1 0 0 0,-1-1 0 0 0,0 1 0 0 0,0-1 0 0 0,0 1 0 0 0,0 0-1 0 0,-2 5 1 0 0,-2 2 161 0 0,0 0 0 0 0,0-1 0 0 0,-1 0 0 0 0,0 0 0 0 0,-1 0-1 0 0,-1-1 1 0 0,-8 12 0 0 0,-60 62 1014 0 0,28-34-710 0 0,47-50-537 0 0,-1 0-1 0 0,1 1 1 0 0,-1-1 0 0 0,1 0-1 0 0,0 1 1 0 0,-1-1 0 0 0,1 1 0 0 0,0-1-1 0 0,-1 1 1 0 0,1-1 0 0 0,0 1 0 0 0,0-1-1 0 0,-1 1 1 0 0,1-1 0 0 0,0 1 0 0 0,0-1-1 0 0,0 1 1 0 0,0-1 0 0 0,0 1-1 0 0,0-1 1 0 0,-1 1 0 0 0,1-1 0 0 0,0 1-1 0 0,1-1 1 0 0,-1 1 0 0 0,0-1 0 0 0,0 1-1 0 0,0 0 1 0 0,0 0 0 0 0,1-1-4 0 0,0 1 1 0 0,-1-1-1 0 0,1 1 1 0 0,0-1-1 0 0,0 1 1 0 0,-1-1-1 0 0,1 0 0 0 0,0 1 1 0 0,0-1-1 0 0,0 0 1 0 0,-1 0-1 0 0,1 0 1 0 0,0 1-1 0 0,0-1 1 0 0,2 0-1 0 0,34-3-23 0 0,-36 3 23 0 0,255-61-4572 0 0,-203 46 3147 0 0,79-25-4697 0 0,-63 18 675 0 0</inkml:trace>
  <inkml:trace contextRef="#ctx0" brushRef="#br0" timeOffset="3">3135 79 2364 0 0,'-43'-69'10112'0'0,"42"67"-9657"0"0,1 1-391 0 0,0 1 1 0 0,1-1-1 0 0,-1 1 1 0 0,1-1-1 0 0,-1 1 1 0 0,1-1-1 0 0,0 1 1 0 0,-1-1 0 0 0,1 1-1 0 0,-1-1 1 0 0,1 1-1 0 0,0-1 1 0 0,-1 1-1 0 0,1 0 1 0 0,0 0-1 0 0,0-1 1 0 0,27 7 273 0 0,0 2 0 0 0,-1 0-1 0 0,42 20 1 0 0,-13-5-200 0 0,128 52 387 0 0,-181-74-385 0 0,-1 0 13 0 0,-1-1-146 0 0,-1 0 1 0 0,0 0-1 0 0,1 0 1 0 0,-1 0-1 0 0,0 0 1 0 0,1 0 0 0 0,-1 0-1 0 0,0 0 1 0 0,1 0-1 0 0,-1 0 1 0 0,0 0 0 0 0,0 1-1 0 0,1-1 1 0 0,-1 0-1 0 0,0 0 1 0 0,1 0-1 0 0,-1 0 1 0 0,0 1 0 0 0,0-1-1 0 0,1 0 1 0 0,-1 0-1 0 0,0 1 1 0 0,0-1 0 0 0,0 0-1 0 0,1 1 1 0 0,-1-1-1 0 0,0 1 1 0 0,-15 9 23 0 0,-1 0 0 0 0,-1-1 0 0 0,1-1 0 0 0,-32 11 0 0 0,-2 1 17 0 0,-24 14-12 0 0,2 3 0 0 0,1 3 0 0 0,2 3 0 0 0,-68 56 0 0 0,130-93-122 0 0,-7 5-145 0 0,0 1 0 0 0,-12 16-1 0 0,23-26-104 0 0,1 0 1 0 0,0 1-1 0 0,0 0 0 0 0,0-1 1 0 0,0 1-1 0 0,0 0 0 0 0,1 0 0 0 0,-1 0 1 0 0,1 0-1 0 0,0 1 0 0 0,0-1 1 0 0,0 0-1 0 0,1 0 0 0 0,-1 1 0 0 0,1-1 1 0 0,-1 0-1 0 0,1 1 0 0 0,0 3 1 0 0</inkml:trace>
  <inkml:trace contextRef="#ctx0" brushRef="#br0" timeOffset="4">3611 579 848 0 0,'90'-45'13651'0'0,"-82"38"-11972"0"0,-14 5-404 0 0,-18 8-631 0 0,-30 24-515 0 0,1 3 0 0 0,2 2 1 0 0,-75 66-1 0 0,110-87-585 0 0,-41 39-2160 0 0,52-47 1527 0 0,0 0-1 0 0,1 0 0 0 0,0 0 0 0 0,-5 8 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2376 0 0,'16'-18'1794'0'0,"0"1"-1"0"0,2 1 0 0 0,0 0 1 0 0,36-24-1 0 0,-47 36-1615 0 0,-1 0 0 0 0,1 0-1 0 0,0 1 1 0 0,1 0 0 0 0,-1 0-1 0 0,0 1 1 0 0,1 0 0 0 0,0 0-1 0 0,-1 1 1 0 0,1 0 0 0 0,0 0 0 0 0,0 1-1 0 0,-1 0 1 0 0,1 1 0 0 0,0-1-1 0 0,0 1 1 0 0,-1 1 0 0 0,14 3-1 0 0,-14-3-89 0 0,-1 1-1 0 0,0 0 0 0 0,0 0 1 0 0,0 0-1 0 0,-1 1 1 0 0,1 0-1 0 0,-1 0 0 0 0,0 0 1 0 0,0 1-1 0 0,0-1 0 0 0,-1 1 1 0 0,1 1-1 0 0,-1-1 0 0 0,0 0 1 0 0,-1 1-1 0 0,1 0 0 0 0,-1 0 1 0 0,4 11-1 0 0,-4-9 0 0 0,-1 0 0 0 0,-1 0 0 0 0,1 0 0 0 0,-1 0 0 0 0,0 1 0 0 0,-1-1 0 0 0,0 0 0 0 0,0 0 0 0 0,-1 0 0 0 0,0 1 0 0 0,-1-1 0 0 0,1 0 0 0 0,-2 0 0 0 0,1 0 0 0 0,-5 8 0 0 0,-4 5 156 0 0,-1 0 0 0 0,-1-1 0 0 0,-1 0 0 0 0,-1-1 0 0 0,-28 28 0 0 0,19-21 76 0 0,-31 44 1 0 0,47-46-135 0 0,8-23-180 0 0,1 0 0 0 0,-1-1 0 0 0,1 1 0 0 0,-1 0 0 0 0,1-1 0 0 0,0 1 0 0 0,-1 0 0 0 0,1-1 0 0 0,0 1 0 0 0,-1-1 0 0 0,1 1 0 0 0,0-1 0 0 0,0 0 0 0 0,0 1 0 0 0,-1-1 0 0 0,1 0 0 0 0,0 1 0 0 0,0-1 0 0 0,1 0 0 0 0,-1 0 2 0 0,11 4 6 0 0,1-2 0 0 0,0 1 0 0 0,0-2 1 0 0,0 0-1 0 0,1 0 0 0 0,-1-2 0 0 0,14-1 0 0 0,4 1 1 0 0,479-16-801 0 0,-173 0-3196 0 0,-319 16 3439 0 0,67-5-2196 0 0,-29 2-2408 0 0,-32 2 475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7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8 159 1336 0 0,'-1'-2'3414'0'0,"0"1"-3189"0"0,0 0 0 0 0,0-1 0 0 0,1 1 0 0 0,-1-1 0 0 0,1 0-1 0 0,-1 1 1 0 0,1-1 0 0 0,-1 1 0 0 0,1-1 0 0 0,0 0-1 0 0,0 1 1 0 0,0-1 0 0 0,0 0 0 0 0,0 1 0 0 0,0-1 0 0 0,0 1-1 0 0,0-1 1 0 0,1 0 0 0 0,0-1 0 0 0,0-1-7 0 0,1 0 0 0 0,0 0 0 0 0,0 0 0 0 0,0 1 1 0 0,1-1-1 0 0,-1 1 0 0 0,5-6 0 0 0,2 1-4 0 0,-1-1 0 0 0,2 1 1 0 0,-1 1-1 0 0,19-12 0 0 0,-16 13-141 0 0,-1 0-1 0 0,1 1 1 0 0,0 1-1 0 0,0 0 1 0 0,0 0-1 0 0,0 1 1 0 0,1 1 0 0 0,-1 0-1 0 0,1 1 1 0 0,24 0-1 0 0,-32 1-64 0 0,0 1-1 0 0,0-1 0 0 0,0 1 1 0 0,0 0-1 0 0,0 0 0 0 0,0 0 1 0 0,0 1-1 0 0,-1 0 0 0 0,1 0 1 0 0,-1 0-1 0 0,1 0 0 0 0,-1 1 1 0 0,0 0-1 0 0,0-1 1 0 0,0 2-1 0 0,0-1 0 0 0,0 0 1 0 0,-1 1-1 0 0,0 0 0 0 0,0 0 1 0 0,0 0-1 0 0,0 0 0 0 0,0 0 1 0 0,-1 0-1 0 0,1 1 0 0 0,-1-1 1 0 0,-1 1-1 0 0,1 0 0 0 0,-1 0 1 0 0,2 7-1 0 0,-1 3-3 0 0,-1 0 0 0 0,0 0 0 0 0,-1 0 0 0 0,-1 0 0 0 0,-1 0 0 0 0,0 0 0 0 0,-1-1 0 0 0,0 1-1 0 0,-1-1 1 0 0,-1 1 0 0 0,0-1 0 0 0,-1 0 0 0 0,-7 13 0 0 0,-12 16-15 0 0,-1-1-1 0 0,-50 61 1 0 0,36-55 817 0 0,38-45-239 0 0,9-21-428 0 0,2 3-110 0 0,1 0 1 0 0,1 0-1 0 0,0 2 0 0 0,19-19 0 0 0,-15 16-10 0 0,237-246 125 0 0,-240 250-137 0 0,-1 0 0 0 0,0 0 0 0 0,-1-1 1 0 0,-1-1-1 0 0,14-26 0 0 0,-23 39-10 0 0,1 0 0 0 0,-1 0 0 0 0,0 0 0 0 0,1 0 0 0 0,-1 0-1 0 0,0 0 1 0 0,0 0 0 0 0,0 1 0 0 0,0-1 0 0 0,0 0 0 0 0,0 0 0 0 0,0 0 0 0 0,0 0 0 0 0,0 0-1 0 0,-1 0 1 0 0,1 0 0 0 0,0 0 0 0 0,-1 0 0 0 0,1 1 0 0 0,-1-2 0 0 0,-1-7-25 0 0,-2 9 12 0 0,-1 2 14 0 0,-1-1-1 0 0,1 1 0 0 0,0 0 0 0 0,-1 1 0 0 0,1 0 1 0 0,0 0-1 0 0,0 0 0 0 0,1 0 0 0 0,-1 0 1 0 0,1 1-1 0 0,-1 0 0 0 0,1 0 0 0 0,0 1 0 0 0,1-1 1 0 0,-1 1-1 0 0,-5 9 0 0 0,-2 3-8 0 0,2 0-1 0 0,-1 0 1 0 0,-11 34-1 0 0,18-41-26 0 0,0 0 0 0 0,1 0 1 0 0,0 0-1 0 0,0 0 0 0 0,1 1 0 0 0,0-1 1 0 0,1 0-1 0 0,0 1 0 0 0,1-1 0 0 0,0 1 0 0 0,1-1 1 0 0,0 0-1 0 0,1 0 0 0 0,-1 0 0 0 0,2 0 0 0 0,0 0 1 0 0,0-1-1 0 0,1 0 0 0 0,0 1 0 0 0,0-2 0 0 0,1 1 1 0 0,0-1-1 0 0,0 1 0 0 0,1-2 0 0 0,1 1 1 0 0,-1-1-1 0 0,1 0 0 0 0,0-1 0 0 0,1 1 0 0 0,16 8 1 0 0,-3-3-769 0 0,1-1 0 0 0,1-2 0 0 0,27 9 0 0 0,-30-12-1718 0 0,42 5 0 0 0,-37-9-401 0 0</inkml:trace>
  <inkml:trace contextRef="#ctx0" brushRef="#br0" timeOffset="1">1032 499 2288 0 0,'18'-42'8079'0'0,"-11"21"-3053"0"0,-3 27-4593 0 0,-4-6-420 0 0,0 1 1 0 0,1-1 0 0 0,-1 0 0 0 0,1 0 0 0 0,-1 1 0 0 0,0-1 0 0 0,1 0 0 0 0,-1 1 0 0 0,0-1 0 0 0,0 0 0 0 0,1 1 0 0 0,-1-1 0 0 0,0 1 0 0 0,0-1 0 0 0,0 0 0 0 0,1 1 0 0 0,-1-1 0 0 0,0 1 0 0 0,0-1 0 0 0,0 1 0 0 0,0-1 0 0 0,0 0 0 0 0,0 1 0 0 0,0 0 0 0 0,2 41 244 0 0,-1 0 1 0 0,-7 51 0 0 0,1-21-1689 0 0,4-60 470 0 0,2 1 1 0 0,3 23 0 0 0,6 2-4473 0 0,-4-24 625 0 0</inkml:trace>
  <inkml:trace contextRef="#ctx0" brushRef="#br0" timeOffset="2">1588 814 680 0 0,'70'-48'13794'0'0,"-70"48"-13733"0"0,1 0 0 0 0,0 1 0 0 0,-1-1 1 0 0,1 1-1 0 0,-1-1 0 0 0,1 0 0 0 0,0 1 0 0 0,-1-1 0 0 0,1 1 0 0 0,-1 0 1 0 0,1-1-1 0 0,-1 1 0 0 0,0-1 0 0 0,1 1 0 0 0,-1 0 0 0 0,1-1 0 0 0,-1 1 0 0 0,0 0 1 0 0,1 0-1 0 0,-6 19 139 0 0,-1 0 0 0 0,0 0 0 0 0,-2-1 0 0 0,0 0 0 0 0,-11 18 0 0 0,6-9-117 0 0,-37 89-1634 0 0,22-37-6793 0 0,24-69 3663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8 668 1484 0 0,'-1'-3'1410'0'0,"-1"-6"-453"0"0,0 0 1 0 0,1 0-1 0 0,0 0 1 0 0,0 0-1 0 0,1-9 1 0 0,1 8-742 0 0,0 1 0 0 0,1 0 1 0 0,0 1-1 0 0,0-1 0 0 0,1 0 0 0 0,0 0 1 0 0,0 1-1 0 0,1 0 0 0 0,0 0 0 0 0,1 0 1 0 0,-1 0-1 0 0,2 0 0 0 0,-1 1 0 0 0,1 0 1 0 0,0 0-1 0 0,0 1 0 0 0,1 0 0 0 0,0 0 1 0 0,0 0-1 0 0,1 1 0 0 0,-1 0 0 0 0,1 0 1 0 0,0 1-1 0 0,0 0 0 0 0,15-5 0 0 0,-17 8-178 0 0,1-1 0 0 0,-1 1 0 0 0,1 0-1 0 0,-1 1 1 0 0,0-1 0 0 0,1 1 0 0 0,-1 1 0 0 0,1-1-1 0 0,-1 1 1 0 0,1 0 0 0 0,-1 1 0 0 0,0-1 0 0 0,0 1-1 0 0,11 5 1 0 0,-13-5-5 0 0,0 0 0 0 0,0 1 1 0 0,0-1-1 0 0,-1 1 0 0 0,1 0 0 0 0,-1 0 0 0 0,0 1 0 0 0,0-1 0 0 0,0 1 1 0 0,0-1-1 0 0,0 1 0 0 0,-1 0 0 0 0,0 0 0 0 0,1 0 0 0 0,-2 0 1 0 0,1 0-1 0 0,0 1 0 0 0,-1-1 0 0 0,0 0 0 0 0,0 1 0 0 0,1 7 0 0 0,-2 0 5 0 0,0 1 0 0 0,0 0 0 0 0,-2-1-1 0 0,1 1 1 0 0,-2-1 0 0 0,0 0 0 0 0,0 0-1 0 0,-1 0 1 0 0,0 0 0 0 0,-1 0 0 0 0,-1-1-1 0 0,1 0 1 0 0,-10 13 0 0 0,-2 1-9 0 0,-1-2-1 0 0,-1 1 1 0 0,-1-2 0 0 0,-32 28-1 0 0,-20 3 55 0 0,56-47-61 0 0,12-5-18 0 0,1 0 7 0 0,-3-4-19 0 0,6 3 8 0 0,-1 0 0 0 0,1 0 0 0 0,0 0 0 0 0,0 0 0 0 0,-1 0 0 0 0,1 0 0 0 0,0 0 0 0 0,-1 0 0 0 0,1 0 0 0 0,0 0 0 0 0,-1 0 0 0 0,1 0 0 0 0,0 0 0 0 0,0-1 0 0 0,-1 1 0 0 0,1 0 0 0 0,0 0 0 0 0,-1 0 0 0 0,1 0 0 0 0,0 0 0 0 0,0-1 0 0 0,0 1 0 0 0,-1 0 0 0 0,1 0 0 0 0,0-1 0 0 0,0 1 0 0 0,0 0 0 0 0,-1 0-1 0 0,1-1 1 0 0,0 1 0 0 0,0 0 0 0 0,0 0 0 0 0,0-1 0 0 0,0 1 0 0 0,0 0 0 0 0,0-1 0 0 0,0 1 0 0 0,-1 0 0 0 0,1-1 0 0 0,2-8-14 0 0,1 0 1 0 0,-1 1-1 0 0,1-1 0 0 0,0 1 1 0 0,1 0-1 0 0,0 0 0 0 0,6-9 0 0 0,39-54-199 0 0,244-278-15 0 0,-290 346 228 0 0,0-1-1 0 0,0 1 0 0 0,0-1 0 0 0,-1 1 0 0 0,0-1 0 0 0,1 0 0 0 0,-1 0 0 0 0,-1 0 0 0 0,1 0 0 0 0,-1 0 0 0 0,2-5 0 0 0,-3 8 0 0 0,0 1 0 0 0,0-1 0 0 0,-1 1 0 0 0,1 0 0 0 0,0-1 0 0 0,0 1-1 0 0,0 0 1 0 0,-1-1 0 0 0,1 1 0 0 0,0 0 0 0 0,0-1 0 0 0,-1 1 0 0 0,1 0 0 0 0,0-1 0 0 0,-1 1 0 0 0,1 0-1 0 0,0 0 1 0 0,-1 0 0 0 0,1-1 0 0 0,0 1 0 0 0,-1 0 0 0 0,1 0 0 0 0,-1 0 0 0 0,1 0 0 0 0,0 0 0 0 0,-1-1-1 0 0,1 1 1 0 0,-1 0 0 0 0,1 0 0 0 0,0 0 0 0 0,-1 0 0 0 0,1 0 0 0 0,-1 0 0 0 0,1 0 0 0 0,-1 1 0 0 0,-18 3-13 0 0,3 6 9 0 0,0 0-1 0 0,1 1 1 0 0,0 1-1 0 0,0 0 1 0 0,2 1-1 0 0,0 0 1 0 0,0 1-1 0 0,1 1 1 0 0,1 0-1 0 0,0 0 1 0 0,1 1-1 0 0,1 1 1 0 0,-11 26-1 0 0,17-36-57 0 0,1 0 0 0 0,0 0 0 0 0,0 0-1 0 0,1 0 1 0 0,0 0 0 0 0,0 1 0 0 0,0-1 0 0 0,1 0-1 0 0,0 1 1 0 0,1-1 0 0 0,0 0 0 0 0,0 1 0 0 0,0-1-1 0 0,1 0 1 0 0,0 0 0 0 0,0 0 0 0 0,1 0 0 0 0,0 0-1 0 0,0-1 1 0 0,1 1 0 0 0,0-1 0 0 0,0 0 0 0 0,0 0-1 0 0,1 0 1 0 0,0-1 0 0 0,0 1 0 0 0,0-1 0 0 0,1 0-1 0 0,-1-1 1 0 0,1 0 0 0 0,0 1 0 0 0,9 3 0 0 0,2 2-1080 0 0,1-1 1 0 0,1-1 0 0 0,-1 0 0 0 0,1-1 0 0 0,1-1-1 0 0,35 6 1 0 0,-24-9-2021 0 0</inkml:trace>
  <inkml:trace contextRef="#ctx0" brushRef="#br0" timeOffset="1">762 754 1888 0 0,'0'-3'1796'0'0,"0"0"-1413"0"0,-1-1 167 0 0,1 1 0 0 0,1-1 1 0 0,-1 0-1 0 0,0 1 0 0 0,1-1 0 0 0,0 0 1 0 0,-1 1-1 0 0,2-1 0 0 0,1-6 1 0 0,0 7-443 0 0,-1 0 1 0 0,0 1-1 0 0,1-1 1 0 0,-1 0 0 0 0,1 1-1 0 0,0-1 1 0 0,0 1 0 0 0,0 0-1 0 0,0 0 1 0 0,0 0 0 0 0,1 1-1 0 0,-1-1 1 0 0,0 1 0 0 0,1-1-1 0 0,-1 1 1 0 0,1 0 0 0 0,0 1-1 0 0,-1-1 1 0 0,1 0-1 0 0,0 1 1 0 0,-1 0 0 0 0,6 0-1 0 0,0 1 15 0 0,1 0 0 0 0,-1 1 0 0 0,0-1 0 0 0,0 2-1 0 0,0-1 1 0 0,0 1 0 0 0,0 1 0 0 0,-1 0 0 0 0,16 9-1 0 0,-20-11-58 0 0,0 1 0 0 0,0 1 0 0 0,0-1 0 0 0,0 0 0 0 0,-1 1-1 0 0,0 0 1 0 0,1 0 0 0 0,-1 0 0 0 0,-1 0 0 0 0,1 0 0 0 0,-1 1-1 0 0,0-1 1 0 0,0 1 0 0 0,0-1 0 0 0,0 1 0 0 0,-1 0 0 0 0,0 0-1 0 0,0 0 1 0 0,0 0 0 0 0,0 0 0 0 0,-1 7 0 0 0,0-3 30 0 0,-1 0 1 0 0,-1 1 0 0 0,1-1 0 0 0,-1 0-1 0 0,-1 1 1 0 0,0-1 0 0 0,0-1 0 0 0,-5 10-1 0 0,-42 68 694 0 0,17-33-578 0 0,31-50-189 0 0,1 0 1 0 0,-1 0-1 0 0,1 0 1 0 0,0 0-1 0 0,0 0 0 0 0,-2 6 1 0 0,3-8-18 0 0,0 0 1 0 0,0 0-1 0 0,0 0 0 0 0,1 0 1 0 0,-1-1-1 0 0,0 1 0 0 0,0 0 1 0 0,0 0-1 0 0,1 0 1 0 0,-1 0-1 0 0,0 0 0 0 0,1 0 1 0 0,-1 0-1 0 0,1-1 1 0 0,-1 1-1 0 0,1 0 0 0 0,0 0 1 0 0,-1-1-1 0 0,1 1 0 0 0,0 0 1 0 0,-1-1-1 0 0,2 2 1 0 0,-1-2-4 0 0,0 1 0 0 0,0-1 0 0 0,0 1 0 0 0,0-1 0 0 0,0 1 0 0 0,0-1 0 0 0,0 0 0 0 0,0 0 0 0 0,0 1 0 0 0,0-1 0 0 0,0 0 0 0 0,0 0 0 0 0,0 0 0 0 0,0 0 0 0 0,0 0 0 0 0,0 0 0 0 0,2-1 0 0 0,-2 1-3 0 0,15 0-151 0 0,0 0 0 0 0,0-1-1 0 0,0-1 1 0 0,0-1 0 0 0,22-6-1 0 0,-3 1-375 0 0,205-52-6928 0 0,-165 38 1949 0 0</inkml:trace>
  <inkml:trace contextRef="#ctx0" brushRef="#br0" timeOffset="2">2812 87 1452 0 0,'-1'0'204'0'0,"-120"-86"13207"0"0,124 87-13191 0 0,30 13 87 0 0,0 1 0 0 0,50 33 0 0 0,-38-21-210 0 0,154 99 40 0 0,-195-124-125 0 0,-3-1-8 0 0,0-1 1 0 0,1 1 0 0 0,-1 0-1 0 0,0 0 1 0 0,0-1-1 0 0,0 1 1 0 0,0 0-1 0 0,0 0 1 0 0,0 0 0 0 0,0 0-1 0 0,0 0 1 0 0,-1 1-1 0 0,1-1 1 0 0,0 0-1 0 0,0 2 1 0 0,0-1-2 0 0,-1 0 1 0 0,1 0-1 0 0,-1 0 0 0 0,0 0 1 0 0,1 0-1 0 0,-1 0 1 0 0,0 0-1 0 0,0 0 0 0 0,0 0 1 0 0,-1 0-1 0 0,1 0 1 0 0,0-1-1 0 0,-1 1 0 0 0,1 0 1 0 0,-1 0-1 0 0,0 0 1 0 0,0 0-1 0 0,1 0 0 0 0,-1-1 1 0 0,0 1-1 0 0,-1 0 0 0 0,1-1 1 0 0,0 1-1 0 0,0-1 1 0 0,-1 1-1 0 0,1-1 0 0 0,-1 0 1 0 0,1 1-1 0 0,-1-1 1 0 0,1 0-1 0 0,-1 0 0 0 0,-2 1 1 0 0,-4 3 7 0 0,-22 17 20 0 0,0-2 1 0 0,-2-2 0 0 0,-65 29 0 0 0,43-22 31 0 0,-69 30 89 0 0,67-33-128 0 0,1 4 1 0 0,-51 31 0 0 0,99-53-352 0 0,1 1-1 0 0,1-1 0 0 0,-1 1 0 0 0,0 0 1 0 0,-8 10-1 0 0,13-14 128 0 0,0 0-1 0 0,1 0 1 0 0,-1 0 0 0 0,0 0-1 0 0,0 0 1 0 0,1 0-1 0 0,-1 0 1 0 0,1 0 0 0 0,-1 1-1 0 0,1-1 1 0 0,0 0 0 0 0,-1 0-1 0 0,1 0 1 0 0,0 1 0 0 0,0-1-1 0 0,0 0 1 0 0,0 0-1 0 0,0 1 1 0 0,0-1 0 0 0,0 0-1 0 0,0 0 1 0 0,0 1 0 0 0,1-1-1 0 0,-1 0 1 0 0,0 0 0 0 0,1 0-1 0 0,-1 1 1 0 0,1-1-1 0 0,0 0 1 0 0,-1 0 0 0 0,1 0-1 0 0,0 0 1 0 0,-1 0 0 0 0,1 0-1 0 0,0 0 1 0 0,0-1-1 0 0,0 1 1 0 0,0 0 0 0 0,0 0-1 0 0,0 0 1 0 0,2 0 0 0 0</inkml:trace>
  <inkml:trace contextRef="#ctx0" brushRef="#br0" timeOffset="3">3200 681 1324 0 0,'5'-8'2700'0'0,"-4"7"-2470"0"0,-1 0 0 0 0,1 0 0 0 0,0 0 0 0 0,0 0 0 0 0,-1 0 0 0 0,1 0 0 0 0,0 0 0 0 0,-1 0 0 0 0,1 0 0 0 0,-1 0 0 0 0,1 0 0 0 0,-1 0 0 0 0,0 0 0 0 0,1-1 0 0 0,-1 1 0 0 0,0 0 0 0 0,0 0 0 0 0,0 0 0 0 0,0-1 0 0 0,0 1 0 0 0,0 0 0 0 0,0 0 0 0 0,0 0-1 0 0,-1-1 1 0 0,1 1 0 0 0,0 0 0 0 0,-1 0 0 0 0,1 0 0 0 0,-1 0 0 0 0,1 0 0 0 0,-1 0 0 0 0,0 0 0 0 0,0-2 0 0 0,-1 2-89 0 0,1 0 1 0 0,-1 0-1 0 0,1 0 0 0 0,-1 1 0 0 0,1-1 0 0 0,-1 0 1 0 0,0 1-1 0 0,1-1 0 0 0,-1 1 0 0 0,0 0 1 0 0,1-1-1 0 0,-1 1 0 0 0,0 0 0 0 0,0 0 0 0 0,1 0 1 0 0,-3 1-1 0 0,-29 3 808 0 0,15 1-649 0 0,1 0-1 0 0,1 1 0 0 0,-1 1 1 0 0,-17 10-1 0 0,-61 40 192 0 0,80-47-423 0 0,-19 11-185 0 0,1 3 0 0 0,0 0 0 0 0,2 2 1 0 0,1 2-1 0 0,1 1 0 0 0,2 1 0 0 0,-33 44 0 0 0,56-68-225 0 0,1-1 0 0 0,-1 2-1 0 0,1-1 1 0 0,0 0 0 0 0,-2 8 0 0 0,4-12-207 0 0,1 1 1 0 0,-1-1 0 0 0,1 1 0 0 0,0-1-1 0 0,0 1 1 0 0,-1-1 0 0 0,2 1-1 0 0,-1-1 1 0 0,0 1 0 0 0,0 0 0 0 0,2 2-1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29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383 287 184 0 0,'4'-9'1544'0'0,"1"-1"0"0"0,-2 1-1 0 0,1-1 1 0 0,-1 0 0 0 0,-1 0 0 0 0,0 0 0 0 0,2-20-1 0 0,-4 30-1466 0 0,0-1 0 0 0,0 1 0 0 0,0-1 0 0 0,-1 0 0 0 0,1 1 0 0 0,0-1-1 0 0,0 1 1 0 0,-1-1 0 0 0,1 1 0 0 0,0-1 0 0 0,-1 1 0 0 0,1-1-1 0 0,0 1 1 0 0,-1 0 0 0 0,1-1 0 0 0,-1 1 0 0 0,1-1 0 0 0,0 1-1 0 0,-1 0 1 0 0,1-1 0 0 0,-1 1 0 0 0,1 0 0 0 0,-1 0 0 0 0,0-1 0 0 0,1 1-1 0 0,-1 0 1 0 0,1 0 0 0 0,-1 0 0 0 0,1 0 0 0 0,-1 0 0 0 0,0 0-1 0 0,1 0 1 0 0,-1 0 0 0 0,1 0 0 0 0,-1 0 0 0 0,1 0 0 0 0,-1 0-1 0 0,0 0 1 0 0,1 0 0 0 0,-2 1 0 0 0,-21 5 1149 0 0,17-2-1025 0 0,-1 0 1 0 0,1 1-1 0 0,0-1 1 0 0,1 1-1 0 0,-1 0 1 0 0,1 1-1 0 0,0 0 1 0 0,0-1-1 0 0,1 1 1 0 0,-5 8-1 0 0,-1 3 105 0 0,1 0-1 0 0,-12 33 1 0 0,18-41-261 0 0,1 0 0 0 0,0 1 1 0 0,0-1-1 0 0,1 1 0 0 0,0-1 1 0 0,1 1-1 0 0,0-1 0 0 0,0 1 0 0 0,1-1 1 0 0,1 1-1 0 0,-1-1 0 0 0,1 1 1 0 0,1-1-1 0 0,0 0 0 0 0,0 0 0 0 0,1 0 1 0 0,0-1-1 0 0,1 1 0 0 0,-1-1 1 0 0,2 0-1 0 0,-1 0 0 0 0,1 0 0 0 0,0-1 1 0 0,1 0-1 0 0,0 0 0 0 0,0-1 1 0 0,0 0-1 0 0,1 0 0 0 0,0-1 0 0 0,0 0 1 0 0,0 0-1 0 0,0 0 0 0 0,1-2 0 0 0,0 1 1 0 0,0-1-1 0 0,0 0 0 0 0,12 2 1 0 0,0-2-4 0 0,-1-1 0 0 0,0 0 0 0 0,0-2 0 0 0,1 0 0 0 0,-1-1 0 0 0,0-1 0 0 0,0-1 0 0 0,24-7 0 0 0,-30 6 7 0 0,-1-1-1 0 0,0 0 0 0 0,0 0 0 0 0,0-2 0 0 0,-1 0 1 0 0,1 0-1 0 0,-2-1 0 0 0,1 0 0 0 0,-1-1 0 0 0,-1 0 1 0 0,1-1-1 0 0,14-19 0 0 0,-19 21-22 0 0,0 0 0 0 0,-1-1 0 0 0,0 0 0 0 0,0 0 0 0 0,-1 0 0 0 0,0-1 0 0 0,0 1 0 0 0,-1-1 0 0 0,-1 0 0 0 0,0 0 0 0 0,0 0 0 0 0,-1 0 0 0 0,0 0 0 0 0,-1 0 0 0 0,0-13 0 0 0,-2 11-14 0 0,0 0-1 0 0,0 0 1 0 0,-2 0-1 0 0,1 0 1 0 0,-1 0-1 0 0,-1 1 1 0 0,0 0-1 0 0,-1 0 1 0 0,0 0-1 0 0,0 0 1 0 0,-1 1-1 0 0,-10-11 0 0 0,3 6 9 0 0,-1 0-1 0 0,-1 1 1 0 0,0 1-1 0 0,0 0 0 0 0,-1 1 1 0 0,-1 1-1 0 0,0 0 0 0 0,-1 2 1 0 0,-38-15-1 0 0,30 15-131 0 0,0 1 1 0 0,0 2-1 0 0,-1 1 0 0 0,0 0 1 0 0,0 3-1 0 0,-53 0 0 0 0,57 4-624 0 0,1 1 0 0 0,0 1-1 0 0,0 1 1 0 0,1 1 0 0 0,-1 1-1 0 0,-23 11 1 0 0,11-2-3365 0 0,-40 25-1 0 0,31-14-2884 0 0</inkml:trace>
  <inkml:trace contextRef="#ctx0" brushRef="#br0" timeOffset="1">1858 1265 3800 0 0,'19'-7'3289'0'0,"-5"1"75"0"0,12 2-3012 0 0,-5-2-1788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1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27 177 372 0 0,'-14'-57'8288'0'0,"8"38"-6404"0"0,0-7-573 0 0,6 25-1278 0 0,0 0 1 0 0,0 0 0 0 0,0 0-1 0 0,0 0 1 0 0,1 0-1 0 0,-1 0 1 0 0,0 0 0 0 0,1 0-1 0 0,-1 0 1 0 0,1 0 0 0 0,-1 0-1 0 0,1 0 1 0 0,-1 0 0 0 0,1 1-1 0 0,0-1 1 0 0,-1 0-1 0 0,1 0 1 0 0,0 0 0 0 0,0 1-1 0 0,-1-1 1 0 0,1 1 0 0 0,0-1-1 0 0,2 0 1 0 0,1-2 8 0 0,0 1 1 0 0,0 1-1 0 0,0-1 0 0 0,1 1 1 0 0,-1-1-1 0 0,1 1 0 0 0,-1 1 1 0 0,1-1-1 0 0,-1 0 0 0 0,1 1 1 0 0,-1 0-1 0 0,1 0 0 0 0,5 1 1 0 0,-2 1-16 0 0,0 0 1 0 0,0 0-1 0 0,-1 0 1 0 0,1 1-1 0 0,-1 0 1 0 0,1 1-1 0 0,7 4 1 0 0,-4-1-12 0 0,1 1-1 0 0,-1 1 1 0 0,-1-1 0 0 0,0 2 0 0 0,0-1-1 0 0,-1 1 1 0 0,0 1 0 0 0,13 20 0 0 0,-14-17-1 0 0,-2 0 0 0 0,0 0 0 0 0,0 1 0 0 0,-2-1 1 0 0,0 1-1 0 0,0 0 0 0 0,-1 1 0 0 0,-1-1 1 0 0,-1 0-1 0 0,0 1 0 0 0,-1-1 0 0 0,-1 1 0 0 0,0-1 1 0 0,-5 24-1 0 0,0-10 25 0 0,-2-1 1 0 0,-1 0-1 0 0,-1 0 1 0 0,-2-1 0 0 0,0 0-1 0 0,-28 43 1 0 0,21-41 316 0 0,17-27-288 0 0,2-5-64 0 0,-1-1 0 0 0,1 0 0 0 0,0 0-1 0 0,1 0 1 0 0,-1 0 0 0 0,1 0 0 0 0,-1 0-1 0 0,1 0 1 0 0,0 0 0 0 0,1 0-1 0 0,-1 1 1 0 0,1-1 0 0 0,3-5 0 0 0,32-51-21 0 0,-24 41 11 0 0,216-293-17 0 0,-115 165 45 0 0,-102 131-13 0 0,-6 10-13 0 0,-1-1 0 0 0,0 1 0 0 0,-1-1 0 0 0,1 0 1 0 0,-1 0-1 0 0,4-11 0 0 0,-8 16-6 0 0,-2-3-5 0 0,2 5 13 0 0,0 0 1 0 0,0-1-1 0 0,0 1 1 0 0,0 0-1 0 0,0 0 0 0 0,0-1 1 0 0,0 1-1 0 0,0 0 1 0 0,0 0-1 0 0,0-1 0 0 0,-1 1 1 0 0,1 0-1 0 0,0 0 1 0 0,0-1-1 0 0,0 1 1 0 0,0 0-1 0 0,0 0 0 0 0,-1-1 1 0 0,1 1-1 0 0,0 0 1 0 0,0 0-1 0 0,0 0 1 0 0,0-1-1 0 0,-1 1 0 0 0,1 0 1 0 0,0 0-1 0 0,0 0 1 0 0,-1 0-1 0 0,1-1 1 0 0,0 1-1 0 0,0 0 0 0 0,-1 0 1 0 0,1 0-1 0 0,0 0 1 0 0,0 0-1 0 0,-1 0 0 0 0,1 0 1 0 0,0 0-1 0 0,-1 0 1 0 0,1 0-1 0 0,0 0 1 0 0,-1 0-1 0 0,-7 3-6 0 0,0-1-1 0 0,0 1 1 0 0,0 1 0 0 0,1 0-1 0 0,-1 0 1 0 0,1 0 0 0 0,0 1 0 0 0,0 0-1 0 0,0 1 1 0 0,1-1 0 0 0,0 1-1 0 0,0 1 1 0 0,0-1 0 0 0,1 1-1 0 0,-5 8 1 0 0,-5 7-14 0 0,1 1 0 0 0,2 0-1 0 0,-18 44 1 0 0,26-57 20 0 0,1 0 1 0 0,0 0-1 0 0,1 1 0 0 0,0-1 1 0 0,0 1-1 0 0,1-1 1 0 0,1 1-1 0 0,-1-1 0 0 0,2 1 1 0 0,1 14-1 0 0,-1-20 2 0 0,1 1 0 0 0,-1-1 0 0 0,1 1-1 0 0,0-1 1 0 0,0 1 0 0 0,1-1 0 0 0,-1 0 0 0 0,1 0 0 0 0,1 0-1 0 0,-1-1 1 0 0,0 1 0 0 0,1-1 0 0 0,0 0 0 0 0,0 0 0 0 0,1 0-1 0 0,-1 0 1 0 0,1-1 0 0 0,-1 1 0 0 0,1-1 0 0 0,8 3 0 0 0,1 0 7 0 0,0-1 0 0 0,0-1 1 0 0,0 0-1 0 0,0-1 0 0 0,30 3 0 0 0,73-4 61 0 0,-76-2-4 0 0,3-1 72 0 0,-41 2-118 0 0,13-2-1006 0 0,-18 4 224 0 0,-6 7-1308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1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15 2216 0 0,'26'-15'16808'0'0,"-26"15"-16789"0"0,1 0 0 0 0,-1 0 0 0 0,0 0 0 0 0,1 0 0 0 0,-1 0 0 0 0,1 0 0 0 0,-1 0-1 0 0,1 1 1 0 0,-1-1 0 0 0,0 0 0 0 0,1 0 0 0 0,-1 0 0 0 0,1 0 0 0 0,-1 1 0 0 0,0-1 0 0 0,1 0-1 0 0,-1 0 1 0 0,0 1 0 0 0,1-1 0 0 0,-1 0 0 0 0,0 1 0 0 0,0-1 0 0 0,1 0 0 0 0,-1 1-1 0 0,0-1 1 0 0,0 0 0 0 0,0 1 0 0 0,1-1 0 0 0,-1 1 0 0 0,0-1 0 0 0,0 0 0 0 0,0 1 0 0 0,3 23 223 0 0,-7 33-179 0 0,3-48-16 0 0,-29 175 369 0 0,1 0-3760 0 0,29-182 3191 0 0,-3 34-3155 0 0,4-15-2563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2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81 2048 0 0,'-1'-2'2352'0'0,"-25"-37"9579"0"0,26 38-11853 0 0,-1 1 1 0 0,1 0-1 0 0,0 0 1 0 0,-1-1-1 0 0,1 1 0 0 0,0 0 1 0 0,-1-1-1 0 0,1 1 1 0 0,0 0-1 0 0,0-1 1 0 0,-1 1-1 0 0,1 0 0 0 0,0-1 1 0 0,0 1-1 0 0,0-1 1 0 0,-1 1-1 0 0,1 0 1 0 0,0-1-1 0 0,0 1 1 0 0,0-1-1 0 0,0 1 0 0 0,0-1 1 0 0,0 1-1 0 0,0 0 1 0 0,0-1-1 0 0,0 1 1 0 0,0-1-1 0 0,133 1 319 0 0,90-12-259 0 0,-132 6-3363 0 0,-85 5 1819 0 0,0 0-1 0 0,0 0 0 0 0,0 0 0 0 0,9-4 1 0 0,-11 4 146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2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18 2556 0 0,'-3'-1'1958'0'0,"-9"-4"798"0"0,8 3-1989 0 0,0 0-1 0 0,1 0 1 0 0,-1 1-1 0 0,0 0 1 0 0,0 0-1 0 0,-4-1 1 0 0,7 2-693 0 0,0 0 0 0 0,0 0 0 0 0,0 0 0 0 0,0 0 0 0 0,0 0 0 0 0,0 0 0 0 0,0 0 0 0 0,0 1 0 0 0,0-1 1 0 0,0 0-1 0 0,0 1 0 0 0,0-1 0 0 0,0 0 0 0 0,0 1 0 0 0,1-1 0 0 0,-1 1 0 0 0,0 0 0 0 0,0-1 0 0 0,1 1 1 0 0,-1 0-1 0 0,0-1 0 0 0,1 1 0 0 0,-1 0 0 0 0,0 0 0 0 0,1 0 0 0 0,-1-1 0 0 0,1 1 0 0 0,-1 0 0 0 0,1 0 1 0 0,-1 2-1 0 0,-8 26 368 0 0,2 0 1 0 0,1 0-1 0 0,1 1 1 0 0,-2 46 0 0 0,2-17-225 0 0,-5 104 228 0 0,11-136-1284 0 0,0 1 0 0 0,2-1 0 0 0,1 0-1 0 0,8 26 1 0 0,0-21-4930 0 0,-5-20 321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3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2644 0 0,'1'-9'976'0'0,"1"-1"-1"0"0,0 1 1 0 0,1 1-1 0 0,0-1 1 0 0,0 0-1 0 0,6-11 1 0 0,-4 12-569 0 0,0 0 0 0 0,0 1 0 0 0,0-1 0 0 0,1 1 1 0 0,0 1-1 0 0,10-10 0 0 0,-10 11-357 0 0,-1 1 0 0 0,1 0 1 0 0,-1 0-1 0 0,1 1 0 0 0,0-1 1 0 0,1 1-1 0 0,-1 1 0 0 0,0-1 1 0 0,1 1-1 0 0,0 0 0 0 0,-1 1 0 0 0,1-1 1 0 0,0 1-1 0 0,0 1 0 0 0,0-1 1 0 0,0 1-1 0 0,0 0 0 0 0,-1 1 1 0 0,1 0-1 0 0,12 3 0 0 0,-14-3-39 0 0,0 0 0 0 0,-1 1 0 0 0,1-1-1 0 0,-1 1 1 0 0,1 1 0 0 0,-1-1 0 0 0,0 1 0 0 0,0-1-1 0 0,0 1 1 0 0,0 0 0 0 0,0 0 0 0 0,-1 1 0 0 0,0-1-1 0 0,1 1 1 0 0,-1 0 0 0 0,0 0 0 0 0,-1 0 0 0 0,1 0-1 0 0,-1 0 1 0 0,0 1 0 0 0,0-1 0 0 0,0 1 0 0 0,1 4-1 0 0,-1 1 12 0 0,0-1 0 0 0,-1 0 0 0 0,0 1 0 0 0,-1-1 0 0 0,0 1 0 0 0,-1-1 0 0 0,0 1 0 0 0,0-1 0 0 0,-1 1 0 0 0,0-1 0 0 0,-3 9 0 0 0,-7 18 35 0 0,-1-2 1 0 0,-2 0-1 0 0,-25 45 1 0 0,34-70-36 0 0,1 0 1 0 0,1 0 0 0 0,0 0-1 0 0,-4 14 1 0 0,7-21-31 0 0,1 0 8 0 0,-3 6 2 0 0,2-6 2 0 0,2-1-4 0 0,1 0 0 0 0,-1-1 0 0 0,0 1 0 0 0,0-1 0 0 0,1 0 0 0 0,-1 1 0 0 0,0-1 0 0 0,1 0 0 0 0,-1 0-1 0 0,0 1 1 0 0,1-1 0 0 0,-1 0 0 0 0,2-1 0 0 0,13 2-4 0 0,-2-1 2 0 0,0 2-1 0 0,1-1 1 0 0,-1 2-1 0 0,19 6 1 0 0,-19-5 15 0 0,0 2 0 0 0,-1 0 0 0 0,1 0 0 0 0,-1 1 0 0 0,0 1 0 0 0,-1 0 0 0 0,0 1 0 0 0,0 0 0 0 0,-1 1 0 0 0,0 0 0 0 0,17 22 0 0 0,-25-26 119 0 0,1-1-1 0 0,-1 1 1 0 0,0 0 0 0 0,-1 1 0 0 0,1-1-1 0 0,-1 0 1 0 0,0 1 0 0 0,-1-1-1 0 0,1 1 1 0 0,-1 0 0 0 0,-1-1 0 0 0,1 1-1 0 0,-1 0 1 0 0,-1 7 0 0 0,-1-5 6 0 0,1 1 0 0 0,-2-1 0 0 0,1 1 1 0 0,-1-1-1 0 0,-1 0 0 0 0,1 0 0 0 0,-2-1 0 0 0,1 1 1 0 0,-7 9-1 0 0,2-6 14 0 0,-1 1 1 0 0,0-1 0 0 0,-1-1-1 0 0,0 1 1 0 0,-1-2-1 0 0,0 0 1 0 0,-1 0-1 0 0,0-1 1 0 0,0-1-1 0 0,-1 0 1 0 0,-28 11-1 0 0,33-15-125 0 0,0-1 0 0 0,0-1 0 0 0,-1 0 0 0 0,1 0-1 0 0,-1-1 1 0 0,1 0 0 0 0,-1-1 0 0 0,1 0 0 0 0,-1 0-1 0 0,0-1 1 0 0,1 0 0 0 0,0-1 0 0 0,-1 0 0 0 0,1-1-1 0 0,-13-4 1 0 0,20 6-124 0 0,0 0 1 0 0,0 0-1 0 0,0 0 0 0 0,0 0 0 0 0,1-1 1 0 0,-1 1-1 0 0,0 0 0 0 0,0-1 1 0 0,1 1-1 0 0,-1-1 0 0 0,1 0 0 0 0,0 1 1 0 0,-1-1-1 0 0,1 0 0 0 0,0 0 0 0 0,0 0 1 0 0,0 0-1 0 0,0 0 0 0 0,0 0 0 0 0,1 0 1 0 0,-1 0-1 0 0,1 0 0 0 0,-1 0 0 0 0,1-1 1 0 0,0 1-1 0 0,0 0 0 0 0,0 0 1 0 0,0 0-1 0 0,0-4 0 0 0,2 0-868 0 0,-1 0-1 0 0,1 0 1 0 0,0 1-1 0 0,0-1 1 0 0,0 0-1 0 0,1 1 1 0 0,0 0 0 0 0,0 0-1 0 0,5-6 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3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44 129 2312 0 0,'-13'-8'3480'0'0,"10"7"-3174"0"0,1 0 1 0 0,0 0-1 0 0,0 0 1 0 0,0-1-1 0 0,0 1 1 0 0,0 0-1 0 0,0-1 1 0 0,1 0-1 0 0,-1 1 1 0 0,0-1 0 0 0,1 0-1 0 0,0 0 1 0 0,-1 0-1 0 0,1 0 1 0 0,-2-4-1 0 0,3 5-263 0 0,0 0 0 0 0,0 1 0 0 0,0-1-1 0 0,0 0 1 0 0,0 1 0 0 0,0-1 0 0 0,0 0-1 0 0,0 1 1 0 0,1-1 0 0 0,-1 1 0 0 0,0-1 0 0 0,0 0-1 0 0,1 1 1 0 0,-1-1 0 0 0,0 1 0 0 0,1-1-1 0 0,-1 1 1 0 0,1-1 0 0 0,-1 1 0 0 0,1-1 0 0 0,-1 1-1 0 0,1-1 1 0 0,0 0 0 0 0,16-9 369 0 0,-10 8-372 0 0,1 0 1 0 0,0 1-1 0 0,-1-1 0 0 0,1 2 0 0 0,0-1 0 0 0,0 1 1 0 0,-1 0-1 0 0,1 0 0 0 0,0 1 0 0 0,0 0 0 0 0,-1 1 1 0 0,1 0-1 0 0,-1 0 0 0 0,1 0 0 0 0,-1 1 0 0 0,0 0 1 0 0,0 1-1 0 0,8 5 0 0 0,-9-6 23 0 0,0 1 0 0 0,-1 0 0 0 0,0 0 0 0 0,0 0 1 0 0,0 1-1 0 0,-1-1 0 0 0,0 1 0 0 0,1 0 0 0 0,-2 1 0 0 0,1-1 0 0 0,-1 1 0 0 0,1-1 0 0 0,-1 1 1 0 0,-1 0-1 0 0,1 0 0 0 0,-1 0 0 0 0,-1 1 0 0 0,1-1 0 0 0,-1 1 0 0 0,0-1 0 0 0,0 0 1 0 0,0 14-1 0 0,-3-6 17 0 0,0 0 1 0 0,-1 0-1 0 0,0 0 1 0 0,-1-1-1 0 0,-1 1 1 0 0,0-1-1 0 0,-8 15 1 0 0,1-6 552 0 0,-1-1 0 0 0,0 0 0 0 0,-19 22 1 0 0,30-41-248 0 0,-1-16-227 0 0,5 8-144 0 0,1 0 1 0 0,-1 0-1 0 0,1 0 0 0 0,0 1 1 0 0,0-1-1 0 0,1 1 0 0 0,4-6 1 0 0,-5 7-13 0 0,221-273 66 0 0,-206 257-72 0 0,-3 4 34 0 0,-1-1 0 0 0,19-29 0 0 0,-32 44-29 0 0,0 1-9 0 0,-1 1 6 0 0,0 0 0 0 0,0-1 0 0 0,0 1 0 0 0,0 0 0 0 0,0 0 0 0 0,1-1 0 0 0,-1 1 0 0 0,0 0 1 0 0,0 0-1 0 0,0 0 0 0 0,0-1 0 0 0,0 1 0 0 0,0 0 0 0 0,0 0 0 0 0,0-1 0 0 0,0 1 0 0 0,0 0 0 0 0,0 0 1 0 0,0-1-1 0 0,0 1 0 0 0,0 0 0 0 0,0 0 0 0 0,0-1 0 0 0,0 1 0 0 0,0 0 0 0 0,0 0 0 0 0,-1 0 1 0 0,1-1-1 0 0,0 1 0 0 0,0 0 0 0 0,0 0 0 0 0,0 0 0 0 0,0-1 0 0 0,-1 1 0 0 0,1 0 0 0 0,0 0 0 0 0,0 0 1 0 0,-1-1-1 0 0,-6 4 0 0 0,1 1-1 0 0,-1-1 1 0 0,1 1 0 0 0,-1 0 0 0 0,1 0 0 0 0,0 1 0 0 0,0 0 0 0 0,1 0 0 0 0,-8 10 0 0 0,-44 61-3 0 0,44-58 1 0 0,4-5 5 0 0,1 0 1 0 0,1 0-1 0 0,0 1 0 0 0,0 0 0 0 0,2 0 0 0 0,-1 0 0 0 0,2 1 0 0 0,-3 17 0 0 0,5-27 2 0 0,2 1-1 0 0,-1-1 0 0 0,1 1 1 0 0,-1-1-1 0 0,2 0 0 0 0,-1 1 1 0 0,0-1-1 0 0,1 1 1 0 0,0-1-1 0 0,1 0 0 0 0,-1 1 1 0 0,1-1-1 0 0,0 0 0 0 0,0 0 1 0 0,0 0-1 0 0,1 0 0 0 0,0-1 1 0 0,0 1-1 0 0,0-1 0 0 0,0 1 1 0 0,1-1-1 0 0,0 0 0 0 0,0 0 1 0 0,0-1-1 0 0,9 7 0 0 0,-3-4 14 0 0,0-1-1 0 0,1 0 0 0 0,0 0 0 0 0,0-1 1 0 0,0 0-1 0 0,0-1 0 0 0,1 0 0 0 0,12 1 1 0 0,13-1 169 0 0,46-1 1 0 0,-71-2-119 0 0,-11 0-141 0 0,1 0 0 0 0,-1-1 0 0 0,0 1 0 0 0,1-1 0 0 0,-1 1 0 0 0,0-1 0 0 0,0 0 0 0 0,0 0-1 0 0,1 1 1 0 0,-1-1 0 0 0,0 0 0 0 0,0 0 0 0 0,0 0 0 0 0,0 0 0 0 0,1-2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57 105 1888 0 0,'-7'-5'1313'0'0,"1"0"-1"0"0,-1 0 1 0 0,1-1 0 0 0,1 0-1 0 0,-1-1 1 0 0,-5-7-1 0 0,10 12-948 0 0,1-1-52 0 0,1 1-274 0 0,-1 0-1 0 0,0 0 1 0 0,1 0-1 0 0,-1-1 0 0 0,1 1 1 0 0,0 0-1 0 0,-1 0 0 0 0,1 0 1 0 0,0 0-1 0 0,0 0 0 0 0,1 1 1 0 0,-1-1-1 0 0,0 0 1 0 0,1 0-1 0 0,-1 1 0 0 0,1-1 1 0 0,-1 1-1 0 0,1-1 0 0 0,0 1 1 0 0,-1 0-1 0 0,1 0 0 0 0,0-1 1 0 0,0 1-1 0 0,0 0 1 0 0,0 1-1 0 0,0-1 0 0 0,0 0 1 0 0,0 1-1 0 0,4-1 0 0 0,2-1-7 0 0,-1 0 0 0 0,1 1-1 0 0,-1 1 1 0 0,1-1 0 0 0,0 1-1 0 0,-1 1 1 0 0,14 1 0 0 0,-16-1-9 0 0,-1 0 1 0 0,1 0-1 0 0,-1 0 1 0 0,1 1-1 0 0,-1 0 1 0 0,1 0-1 0 0,-1 0 1 0 0,0 0-1 0 0,0 1 1 0 0,0-1-1 0 0,0 1 1 0 0,-1 0-1 0 0,1 0 1 0 0,-1 1-1 0 0,0-1 1 0 0,0 1-1 0 0,0-1 1 0 0,0 1-1 0 0,0 0 1 0 0,-1 0-1 0 0,0 1 1 0 0,0-1-1 0 0,3 9 1 0 0,-2-5 43 0 0,-2 1 0 0 0,1 0 1 0 0,-1 0-1 0 0,0 0 0 0 0,-1 0 1 0 0,0 0-1 0 0,0 0 0 0 0,-1 0 1 0 0,-1 0-1 0 0,1 0 0 0 0,-5 14 1 0 0,-6 9 331 0 0,0 0 0 0 0,-2-2 0 0 0,-2 1 0 0 0,0-2 0 0 0,-2 0 0 0 0,-1-1 0 0 0,-38 42 1 0 0,45-57 207 0 0,1 1 0 0 0,-13 20-1 0 0,23-32-305 0 0,5-2-283 0 0,18-2 21 0 0,34-6 0 0 0,28-3-41 0 0,151 14-83 0 0,-13 0-4589 0 0,-196-5 1021 0 0,49-9 0 0 0,-37 3-1655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5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82 1988 0 0,'-50'-48'11448'0'0,"47"46"-10722"0"0,-1 0-610 0 0,0-1 732 0 0,0 0 0 0 0,1 0 0 0 0,-1 0 0 0 0,0 0-1 0 0,1 0 1 0 0,-6-9 1051 0 0,7 12-1882 0 0,-6 1 690 0 0,43 7-586 0 0,135 10-129 0 0,-34-5 38 0 0,-34-4-1178 0 0,-22-3-5488 0 0,-63-4-850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5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1 276 0 0,'-75'36'5826'0'0,"-27"12"300"0"0,71-31-4796 0 0,29-16-892 0 0,2 6 317 0 0,1 0-17 0 0,16-6-195 0 0,73-6-371 0 0,118-21 1 0 0,-127 13-1980 0 0,-76 13 1619 0 0,94-19-6773 0 0,-69 11 1944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34 193 920 0 0,'-10'-34'9172'0'0,"8"2"-5058"0"0,2 29-3974 0 0,1-1 0 0 0,0 1 0 0 0,0-1-1 0 0,0 1 1 0 0,0-1 0 0 0,1 1 0 0 0,0 0 0 0 0,-1-1 0 0 0,1 1 0 0 0,0 0-1 0 0,0 0 1 0 0,1 0 0 0 0,-1 1 0 0 0,1-1 0 0 0,-1 0 0 0 0,5-2 0 0 0,5-4 9 0 0,0 1 1 0 0,0 0-1 0 0,0 1 1 0 0,1 1 0 0 0,0 0-1 0 0,0 0 1 0 0,24-5-1 0 0,-27 8-123 0 0,1 1-1 0 0,0 0 1 0 0,-1 1-1 0 0,1 0 1 0 0,0 0-1 0 0,0 1 1 0 0,0 1-1 0 0,-1 0 1 0 0,1 0-1 0 0,20 6 1 0 0,-27-5-16 0 0,0-1 1 0 0,0 1-1 0 0,0-1 0 0 0,0 1 1 0 0,0 1-1 0 0,-1-1 1 0 0,1 0-1 0 0,-1 1 0 0 0,1 0 1 0 0,-1-1-1 0 0,0 1 0 0 0,0 1 1 0 0,-1-1-1 0 0,1 0 1 0 0,0 1-1 0 0,-1-1 0 0 0,0 1 1 0 0,0 0-1 0 0,0 0 0 0 0,0 0 1 0 0,-1 0-1 0 0,0 0 1 0 0,1 0-1 0 0,-1 0 0 0 0,-1 0 1 0 0,1 0-1 0 0,-1 1 0 0 0,1-1 1 0 0,-1 0-1 0 0,-1 1 0 0 0,0 5 1 0 0,-1 8 35 0 0,-2 0 1 0 0,0 0-1 0 0,-1 0 0 0 0,-1 0 1 0 0,-15 31-1 0 0,-2-5 22 0 0,-2 0 1 0 0,-54 70-1 0 0,47-62 172 0 0,31-50-136 0 0,5-3-56 0 0,37-5 121 0 0,-26 3-129 0 0,1 1 1 0 0,0 0 0 0 0,29 1-1 0 0,-31 3-14 0 0,1 1 0 0 0,-1 0 0 0 0,1 1 0 0 0,-1 0 0 0 0,0 1-1 0 0,0 1 1 0 0,-1 0 0 0 0,0 1 0 0 0,20 14 0 0 0,-24-15 125 0 0,0 1 1 0 0,0 0-1 0 0,-1 1 1 0 0,1 0-1 0 0,-2 0 1 0 0,1 1-1 0 0,-1 0 0 0 0,-1 0 1 0 0,1 0-1 0 0,-2 1 1 0 0,1 0-1 0 0,7 20 1 0 0,-12-23-4 0 0,0 0-1 0 0,0-1 1 0 0,0 1 0 0 0,-1 0 0 0 0,0 0 0 0 0,0 0 0 0 0,0 0-1 0 0,-1 0 1 0 0,0 0 0 0 0,-1 0 0 0 0,1-1 0 0 0,-1 1 0 0 0,-1 0 0 0 0,1-1-1 0 0,-1 0 1 0 0,0 0 0 0 0,-1 0 0 0 0,1 0 0 0 0,-1 0 0 0 0,-6 6 0 0 0,-1 2 108 0 0,-1-2 0 0 0,0 1 1 0 0,0-1-1 0 0,-2-1 1 0 0,1 0-1 0 0,-1-1 1 0 0,-16 8-1 0 0,20-13-152 0 0,0 0 0 0 0,-1-1 0 0 0,1 0 0 0 0,-1-1 0 0 0,1 0 0 0 0,-1 0 0 0 0,0-1 0 0 0,0-1 0 0 0,0 0 1 0 0,0 0-1 0 0,-1-1 0 0 0,1-1 0 0 0,0 0 0 0 0,-18-4 0 0 0,6 0-614 0 0,0-2 0 0 0,1-1 0 0 0,-1-1 0 0 0,2-1 0 0 0,-38-22 0 0 0,56 30-636 0 0,-1 1 1 0 0,0-1-1 0 0,0 1 1 0 0,0 0-1 0 0,0 0 1 0 0,0 0-1 0 0,0 0 1 0 0,0 1 0 0 0,0 0-1 0 0,0-1 1 0 0,-5 2-1 0 0,5-1 559 0 0,-19 0-8160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8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34 113 908 0 0,'-18'-18'5546'0'0,"17"17"-5445"0"0,0 0 0 0 0,-1-1 0 0 0,1 1 0 0 0,0 0 0 0 0,0 0 0 0 0,0-1 0 0 0,0 1 0 0 0,0 0 0 0 0,0-1 0 0 0,0 1 1 0 0,1-1-1 0 0,-1 1 0 0 0,0-1 0 0 0,1 1 0 0 0,-1-1 0 0 0,1 0 0 0 0,0 1 0 0 0,0-1 0 0 0,-1 0 0 0 0,1 1 0 0 0,0-1 0 0 0,0 0 0 0 0,1 1 0 0 0,-1-1 0 0 0,0 0 0 0 0,0 1 0 0 0,1-1 0 0 0,-1 0 1 0 0,1 1-1 0 0,0-1 0 0 0,-1 1 0 0 0,1-1 0 0 0,0 1 0 0 0,0-1 0 0 0,0 1 0 0 0,0 0 0 0 0,0-1 0 0 0,0 1 0 0 0,0 0 0 0 0,0 0 0 0 0,1 0 0 0 0,-1 0 0 0 0,2-1 0 0 0,8-4 46 0 0,1 1 0 0 0,-1 0 0 0 0,1 1 0 0 0,19-5 0 0 0,-29 9-137 0 0,0 0 0 0 0,0-1 0 0 0,0 1 0 0 0,-1 0 0 0 0,1 0 0 0 0,0 0 0 0 0,0 0 0 0 0,0 0 1 0 0,0 0-1 0 0,-1 1 0 0 0,1-1 0 0 0,3 2 0 0 0,2 0 14 0 0,-1-2-12 0 0,1 1 0 0 0,-1 0 0 0 0,0 1 0 0 0,0-1 0 0 0,0 1 0 0 0,0 1 0 0 0,0-1 1 0 0,-1 1-1 0 0,1 0 0 0 0,-1 0 0 0 0,1 0 0 0 0,-1 1 0 0 0,0 0 0 0 0,-1 0 0 0 0,1 0 0 0 0,-1 1 1 0 0,1 0-1 0 0,-1-1 0 0 0,-1 2 0 0 0,1-1 0 0 0,-1 0 0 0 0,0 1 0 0 0,0-1 0 0 0,0 1 0 0 0,-1 0 0 0 0,0 0 1 0 0,0 0-1 0 0,0 0 0 0 0,0 6 0 0 0,0 7-10 0 0,0 0 0 0 0,-1 0 1 0 0,-1-1-1 0 0,0 1 0 0 0,-2 0 0 0 0,0 0 1 0 0,-2-1-1 0 0,-6 26 0 0 0,-28 77 337 0 0,38-119-37 0 0,0-3-292 0 0,1-1-1 0 0,-1 0 1 0 0,1 0 0 0 0,0 0-1 0 0,-1 0 1 0 0,1 0 0 0 0,0 1 0 0 0,0-1-1 0 0,2-2 1 0 0,4-7 31 0 0,108-194 173 0 0,-68 125-199 0 0,-39 69-4 0 0,6-13-28 0 0,-8 5 8 0 0,-6 15 5 0 0,-1 1 1 0 0,1 1-7 0 0,-3 2-26 0 0,0 2 36 0 0,1-1 1 0 0,-1 0 0 0 0,0 1-1 0 0,0 0 1 0 0,1 0 0 0 0,-1 0-1 0 0,1 0 1 0 0,-1 0 0 0 0,1 0-1 0 0,0 0 1 0 0,0 1 0 0 0,0-1-1 0 0,0 1 1 0 0,0 0 0 0 0,-1 3-1 0 0,-24 52-65 0 0,20-42 36 0 0,7-15 28 0 0,-14 31-31 0 0,1 0-1 0 0,-7 35 1 0 0,18-59 31 0 0,0 1-1 0 0,0 0 1 0 0,1 0-1 0 0,0 0 1 0 0,1 1 0 0 0,0-1-1 0 0,0 0 1 0 0,1 0 0 0 0,0 0-1 0 0,1 0 1 0 0,0 0 0 0 0,0 0-1 0 0,4 8 1 0 0,-4-14 7 0 0,0 1 0 0 0,0-1 0 0 0,1 0 0 0 0,-1 0 0 0 0,1 0 0 0 0,-1 0 0 0 0,1 0 0 0 0,0-1 1 0 0,0 1-1 0 0,1-1 0 0 0,-1 0 0 0 0,0 0 0 0 0,1 0 0 0 0,-1 0 0 0 0,1 0 0 0 0,-1-1 0 0 0,1 0 0 0 0,0 0 0 0 0,0 0 0 0 0,0 0 1 0 0,4 0-1 0 0,5 0-18 0 0,-1 0 1 0 0,1 0-1 0 0,-1-2 1 0 0,1 0-1 0 0,19-3 1 0 0,-6-1-501 0 0,19-3-1568 0 0,-16 0-2048 0 0,-14 3 275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9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14 1516 0 0,'14'-13'15637'0'0,"-14"13"-15567"0"0,2 16 1122 0 0,-3 25-958 0 0,-21 219 348 0 0,19-233-787 0 0,-4 47-1767 0 0,10-26-2795 0 0,0-37 787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9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18 120 1652 0 0,'-2'-10'1310'0'0,"-11"-35"7900"0"0,12 41-8645 0 0,1 3-517 0 0,0 1 0 0 0,0-1 0 0 0,-1 1 0 0 0,1-1 0 0 0,0 0 0 0 0,0 1 0 0 0,0-1 0 0 0,0 0 0 0 0,0 1 0 0 0,0-1 0 0 0,0 0-1 0 0,0 1 1 0 0,0-1 0 0 0,0 0 0 0 0,0 1 0 0 0,0-1 0 0 0,0 1 0 0 0,1-1 0 0 0,-1 0 0 0 0,0 1 0 0 0,0-1 0 0 0,1 1 0 0 0,-1-1 0 0 0,0 0 0 0 0,1 1 0 0 0,-1-1 0 0 0,1 1 0 0 0,-1-1 0 0 0,1 1-1 0 0,-1-1 1 0 0,1 1 0 0 0,0-1 0 0 0,27-8 138 0 0,1 1-1 0 0,43-6 1 0 0,11 5-3840 0 0,-58 10-1177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49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74 1724 0 0,'-18'24'4118'0'0,"14"-20"-3423"0"0,1 0 0 0 0,-1 0 0 0 0,1 1 0 0 0,0-1 0 0 0,0 1-1 0 0,-2 6 1 0 0,4-9-369 0 0,5 1 98 0 0,-4-3-415 0 0,0 1 0 0 0,0-1 1 0 0,0 0-1 0 0,0 0 0 0 0,0 1 0 0 0,0-1 1 0 0,1 0-1 0 0,-1 0 0 0 0,0 1 1 0 0,0-1-1 0 0,0 0 0 0 0,0 0 1 0 0,0 0-1 0 0,1 1 0 0 0,-1-1 1 0 0,0 0-1 0 0,0 0 0 0 0,1 0 1 0 0,-1 0-1 0 0,0 1 0 0 0,0-1 1 0 0,0 0-1 0 0,1 0 0 0 0,-1 0 1 0 0,0 0-1 0 0,1 0 0 0 0,-1 0 1 0 0,0 0-1 0 0,0 0 0 0 0,1 0 1 0 0,-1 0-1 0 0,0 0 0 0 0,0 0 0 0 0,1 0 1 0 0,-1 0-1 0 0,0 0 0 0 0,0 0 1 0 0,1 0-1 0 0,33-5 289 0 0,0-1 0 0 0,49-16 0 0 0,69-32-1608 0 0,-120 42 380 0 0,39-17-3567 0 0,-36 12 925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0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50 2368 0 0,'0'-3'1826'0'0,"-2"-3"-999"0"0,2 3-55 0 0,-1 0-1 0 0,0 0 0 0 0,0 0 0 0 0,0 0 0 0 0,0 0 0 0 0,-1 0 1 0 0,1 0-1 0 0,-1 0 0 0 0,-4-5 772 0 0,5 7-1458 0 0,1 1 0 0 0,0-1 0 0 0,-1 1 0 0 0,1 0-1 0 0,-1-1 1 0 0,1 1 0 0 0,0 0 0 0 0,-1-1 0 0 0,1 1 0 0 0,-1 0 0 0 0,1-1-1 0 0,-1 1 1 0 0,1 0 0 0 0,-1 0 0 0 0,1 0 0 0 0,-1 0 0 0 0,1-1 0 0 0,-1 1-1 0 0,1 0 1 0 0,-1 0 0 0 0,1 0 0 0 0,-2 0 0 0 0,-2 3-2 0 0,-1 0-1 0 0,1 0 1 0 0,-1 0 0 0 0,1 1-1 0 0,0-1 1 0 0,0 1 0 0 0,0 0 0 0 0,1 0-1 0 0,-1 1 1 0 0,1-1 0 0 0,0 1 0 0 0,1-1-1 0 0,-1 1 1 0 0,-2 7 0 0 0,-3 6 35 0 0,0 1 1 0 0,-7 33-1 0 0,9-31-93 0 0,2 1 1 0 0,1 0-1 0 0,0 0 1 0 0,2 1-1 0 0,0-1 1 0 0,2 0-1 0 0,1 0 0 0 0,6 33 1 0 0,-6-45-10 0 0,1 0 0 0 0,0-1 0 0 0,0 0 1 0 0,1 0-1 0 0,1 0 0 0 0,-1 0 0 0 0,1-1 0 0 0,1 1 1 0 0,8 9-1 0 0,-9-12 10 0 0,1-1 0 0 0,0 0 0 0 0,0 0 0 0 0,0 0 0 0 0,1-1 0 0 0,-1 0 0 0 0,1 0 0 0 0,0 0 1 0 0,1-1-1 0 0,-1 0 0 0 0,0-1 0 0 0,1 0 0 0 0,8 2 0 0 0,-7-2 49 0 0,-1-1 1 0 0,1 0-1 0 0,0-1 1 0 0,0 1-1 0 0,0-2 1 0 0,0 1-1 0 0,0-1 1 0 0,0-1-1 0 0,0 0 1 0 0,0 0-1 0 0,0-1 1 0 0,-1 1-1 0 0,1-2 0 0 0,12-6 1 0 0,-12 4 0 0 0,1-1 0 0 0,0 0 0 0 0,-1 0 1 0 0,-1-1-1 0 0,1 0 0 0 0,-1-1 0 0 0,0 0 0 0 0,-1 0 0 0 0,0 0 1 0 0,8-16-1 0 0,-8 12-20 0 0,-1-1 0 0 0,0 1 0 0 0,-1-1 0 0 0,0-1 0 0 0,-1 1 0 0 0,-1 0 0 0 0,0-1-1 0 0,0-17 1 0 0,-2 20-44 0 0,-1 1 0 0 0,0-1 0 0 0,-1 0 0 0 0,0 1-1 0 0,-1-1 1 0 0,0 1 0 0 0,-1-1 0 0 0,-1 1-1 0 0,1 0 1 0 0,-9-16 0 0 0,7 18 2 0 0,-1 0 0 0 0,0 1 1 0 0,0 0-1 0 0,0 0 0 0 0,-1 1 1 0 0,0 0-1 0 0,-1 0 0 0 0,0 1 0 0 0,0-1 1 0 0,0 2-1 0 0,-1-1 0 0 0,1 1 1 0 0,-1 1-1 0 0,-1-1 0 0 0,1 2 0 0 0,-1-1 1 0 0,-15-3-1 0 0,18 6-138 0 0,0-1-1 0 0,-1 1 1 0 0,1 0-1 0 0,-1 1 1 0 0,1 0 0 0 0,-1 0-1 0 0,1 1 1 0 0,0 0 0 0 0,-1 0-1 0 0,1 0 1 0 0,0 1-1 0 0,-1 1 1 0 0,1-1 0 0 0,0 1-1 0 0,1 0 1 0 0,-1 0 0 0 0,0 1-1 0 0,1 0 1 0 0,0 0-1 0 0,0 1 1 0 0,0-1 0 0 0,1 1-1 0 0,-1 1 1 0 0,-5 7 0 0 0,7-9-281 0 0,1 1 1 0 0,0 0-1 0 0,1 0 1 0 0,-1 0 0 0 0,1 1-1 0 0,0-1 1 0 0,0 0 0 0 0,1 1-1 0 0,0-1 1 0 0,-1 7-1 0 0,1 34-5686 0 0,3-27 1475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0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0 952 0 0,'7'2'1005'0'0,"5"0"1021"0"0,0 1-1 0 0,0 0 1 0 0,0 1 0 0 0,21 10 0 0 0,-31-13-1826 0 0,0 1-1 0 0,0 0 1 0 0,0 0 0 0 0,0 0 0 0 0,0 0-1 0 0,0 0 1 0 0,-1 0 0 0 0,1 0 0 0 0,-1 1-1 0 0,1-1 1 0 0,-1 0 0 0 0,0 1 0 0 0,0-1 0 0 0,0 1-1 0 0,0 0 1 0 0,0-1 0 0 0,-1 1 0 0 0,1 0-1 0 0,-1-1 1 0 0,0 1 0 0 0,0 5 0 0 0,0 3 141 0 0,0 1-1 0 0,-1-1 1 0 0,-5 19 0 0 0,-6 16-18 0 0,-3-1 0 0 0,-2 0 0 0 0,-36 68-1 0 0,21-48-819 0 0,-12 23-2782 0 0,9-34-3943 0 0,20-35 1489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0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91 1984 0 0,'-15'-7'4297'0'0,"15"7"-4188"0"0,-1-1 1 0 0,1 1 0 0 0,0 0 0 0 0,-1-1 0 0 0,1 1-1 0 0,-1-1 1 0 0,1 1 0 0 0,0 0 0 0 0,-1-1 0 0 0,1 1 0 0 0,0-1-1 0 0,-1 1 1 0 0,1-1 0 0 0,0 1 0 0 0,0-1 0 0 0,-1 1 0 0 0,1-1-1 0 0,0 1 1 0 0,0-1 0 0 0,0 1 0 0 0,0-1 0 0 0,0 1-1 0 0,0-1 1 0 0,0 1 0 0 0,0-1 0 0 0,0 0 0 0 0,0 1 0 0 0,0-1-1 0 0,0 1 1 0 0,0-1 0 0 0,0 1 0 0 0,0-1 0 0 0,1 1-1 0 0,-1-2 1 0 0,1 2-40 0 0,0-1-1 0 0,0 0 0 0 0,0 1 1 0 0,-1-1-1 0 0,1 1 0 0 0,0 0 1 0 0,0-1-1 0 0,0 1 1 0 0,0 0-1 0 0,0-1 0 0 0,0 1 1 0 0,0 0-1 0 0,0 0 0 0 0,0 0 1 0 0,0 0-1 0 0,0 0 1 0 0,2 0-1 0 0,11 1 316 0 0,-5-1-279 0 0,-1 2 0 0 0,1-1 1 0 0,-1 1-1 0 0,0 0 0 0 0,1 1 1 0 0,-1 0-1 0 0,-1 0 0 0 0,1 0 1 0 0,0 1-1 0 0,-1 1 0 0 0,0-1 0 0 0,0 1 1 0 0,0 0-1 0 0,0 1 0 0 0,-1-1 1 0 0,0 1-1 0 0,9 12 0 0 0,-11-12 37 0 0,0 0-1 0 0,-1 0 1 0 0,1 0 0 0 0,-1 0-1 0 0,-1 1 1 0 0,1-1-1 0 0,-1 1 1 0 0,-1 0-1 0 0,1-1 1 0 0,-1 1 0 0 0,0 0-1 0 0,0 0 1 0 0,-1 0-1 0 0,0 0 1 0 0,0 0-1 0 0,-1 0 1 0 0,0 0 0 0 0,0 0-1 0 0,-1 0 1 0 0,1-1-1 0 0,-6 13 1 0 0,-5 8 324 0 0,0-1 0 0 0,-2 0 1 0 0,-30 43-1 0 0,32-51-212 0 0,-3 1 364 0 0,9-18-358 0 0,4-11-203 0 0,3 3-48 0 0,1 1-1 0 0,0-1 0 0 0,0 1 0 0 0,1 0 0 0 0,0 0 0 0 0,0 0 0 0 0,0 0 0 0 0,0 0 0 0 0,9-9 1 0 0,-11 14-9 0 0,64-88 32 0 0,5 4 1 0 0,85-82 0 0 0,-148 161-31 0 0,0-1 0 0 0,-1 0 0 0 0,-1-1 0 0 0,10-13 0 0 0,-14 19 35 0 0,-1 2-40 0 0,0 0 0 0 0,0-1 0 0 0,0 1 1 0 0,0 0-1 0 0,0-1 0 0 0,0 1 1 0 0,0 0-1 0 0,0 0 0 0 0,0-1 1 0 0,0 1-1 0 0,0 0 0 0 0,0-1 1 0 0,-1 1-1 0 0,1 0 0 0 0,0-1 0 0 0,0 1 1 0 0,0 0-1 0 0,0 0 0 0 0,0-1 1 0 0,-1 1-1 0 0,1 0 0 0 0,0 0 1 0 0,0-1-1 0 0,-1 1 0 0 0,1 0 1 0 0,0 0-1 0 0,0 0 0 0 0,-1 0 1 0 0,1-1-1 0 0,0 1 0 0 0,0 0 0 0 0,-1 0 1 0 0,1 0-1 0 0,0 0 0 0 0,0 0 1 0 0,-1 0-1 0 0,1 0 0 0 0,0 0 1 0 0,-1-1-1 0 0,1 1 0 0 0,0 0 1 0 0,-1 0-1 0 0,1 0 0 0 0,0 1 0 0 0,-1-1 1 0 0,1 0-1 0 0,-21 10-43 0 0,-15 19 30 0 0,18-9 10 0 0,0 0 0 0 0,1 1 1 0 0,-18 28-1 0 0,27-35 5 0 0,0 0 1 0 0,1 0-1 0 0,1 0 0 0 0,0 1 0 0 0,1 0 1 0 0,-7 29-1 0 0,12-40-1 0 0,-1 1 0 0 0,0-1 1 0 0,1 1-1 0 0,0-1 0 0 0,0 1 1 0 0,1-1-1 0 0,-1 0 0 0 0,1 1 1 0 0,0-1-1 0 0,0 1 0 0 0,0-1 1 0 0,0 0-1 0 0,1 0 0 0 0,0 0 0 0 0,0 0 1 0 0,3 5-1 0 0,-1-4 10 0 0,0-1 0 0 0,0 1 0 0 0,0-1 0 0 0,0 0 0 0 0,1-1 1 0 0,0 1-1 0 0,0-1 0 0 0,0 0 0 0 0,0 0 0 0 0,0 0 0 0 0,6 1 0 0 0,8 2-256 0 0,-1 0 1 0 0,1-2-1 0 0,1 0 0 0 0,-1-1 1 0 0,0-1-1 0 0,28-1 0 0 0,50-4-3314 0 0,-33-5-2821 0 0,-34 2 399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1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27 1548 0 0,'0'-2'5253'0'0,"0"-10"-284"0"0,0 11-4877 0 0,0 1 0 0 0,0-1-1 0 0,0 1 1 0 0,0 0-1 0 0,-1-1 1 0 0,1 1-1 0 0,0-1 1 0 0,0 1-1 0 0,0-1 1 0 0,0 1 0 0 0,0-1-1 0 0,0 1 1 0 0,1-1-1 0 0,-1 1 1 0 0,0 0-1 0 0,0-1 1 0 0,0 1-1 0 0,0-1 1 0 0,0 1 0 0 0,1-1-1 0 0,-1 1 1 0 0,0 0-1 0 0,0-1 1 0 0,1 1-1 0 0,-1 0 1 0 0,0-1-1 0 0,1 0 1 0 0,3 2-10 0 0,0 0 0 0 0,0 1-1 0 0,0-1 1 0 0,0 1 0 0 0,0-1 0 0 0,-1 1 0 0 0,1 0 0 0 0,-1 1-1 0 0,1-1 1 0 0,-1 0 0 0 0,0 1 0 0 0,0 0 0 0 0,0 0-1 0 0,0 0 1 0 0,0 0 0 0 0,-1 0 0 0 0,1 1 0 0 0,-1-1 0 0 0,0 1-1 0 0,0 0 1 0 0,0-1 0 0 0,0 1 0 0 0,-1 0 0 0 0,2 6-1 0 0,-1-1 80 0 0,1 0 0 0 0,-1 0-1 0 0,-1 0 1 0 0,0 0 0 0 0,0 0-1 0 0,-1 0 1 0 0,0 0-1 0 0,-1 1 1 0 0,0-1 0 0 0,-3 15-1 0 0,-4 1 280 0 0,-1 1 0 0 0,-1-1 0 0 0,-21 37-1 0 0,-52 65 995 0 0,35-58-847 0 0,47-68-581 0 0,1-1 0 0 0,0 0 0 0 0,-1 1 0 0 0,1-1 0 0 0,0 1 0 0 0,-1-1 0 0 0,1 1 0 0 0,0-1 0 0 0,0 1 0 0 0,-1-1 0 0 0,1 1 0 0 0,0-1 0 0 0,0 1 0 0 0,0-1 0 0 0,0 1 1 0 0,0-1-1 0 0,0 1 0 0 0,0-1 0 0 0,0 1 0 0 0,0 0 0 0 0,0-1 0 0 0,0 1 0 0 0,9 2 83 0 0,19-10-22 0 0,72-38-1324 0 0,111-66 0 0 0,-14-13-8800 0 0,-144 88 2811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1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67 832 0 0,'-3'-1'2392'0'0,"-83"-14"12507"0"0,83 14-13806 0 0,0 1-733 0 0,-4-3 309 0 0,9-1-256 0 0,16-3-120 0 0,32-4-218 0 0,-49 11-64 0 0,138-20-1451 0 0,-94 16-2005 0 0,-2 3-3703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1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99 2104 0 0,'-40'21'4402'0'0,"-40"25"6064"0"0,82-44-10132 0 0,1-2-288 0 0,0 1 1 0 0,-1 0 0 0 0,1-1 0 0 0,0 0-1 0 0,-1 1 1 0 0,1-1 0 0 0,0 0-1 0 0,-1-1 1 0 0,1 1 0 0 0,0 0 0 0 0,0-1-1 0 0,2 0 1 0 0,39-12 208 0 0,-27 8-173 0 0,6-2-167 0 0,208-65-714 0 0,-80 14-8564 0 0,-122 46 3764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2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73 2872 0 0,'-1'-3'2513'0'0,"-13"-49"11651"0"0,14 51-13823 0 0,0 0-1 0 0,0 0 1 0 0,0-1-1 0 0,-1 1 1 0 0,1 0 0 0 0,0 0-1 0 0,0 0 1 0 0,-1-1-1 0 0,1 1 1 0 0,-1 0-1 0 0,1 0 1 0 0,-6-3 2053 0 0,1 12-2086 0 0,1 9-12 0 0,0 0 0 0 0,1 1 0 0 0,1-1-1 0 0,0 21 1 0 0,0 5-172 0 0,-10 121 138 0 0,-8 83-2023 0 0,-3-68-2297 0 0,2-6-5838 0 0,10-83-188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4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33 180 1612 0 0,'-17'-19'5869'0'0,"5"4"-3279"0"0,11 15-2577 0 0,1 0 1 0 0,0-1-1 0 0,0 1 0 0 0,-1-1 1 0 0,1 1-1 0 0,0 0 0 0 0,0-1 0 0 0,-1 1 1 0 0,1 0-1 0 0,0-1 0 0 0,0 1 1 0 0,0-1-1 0 0,0 1 0 0 0,0 0 1 0 0,0-1-1 0 0,0 1 0 0 0,0-1 1 0 0,0 1-1 0 0,0-1 0 0 0,0 1 1 0 0,0-1-1 0 0,0 1 0 0 0,0 0 1 0 0,0-1-1 0 0,0 1 0 0 0,0-1 1 0 0,0 1-1 0 0,1 0 0 0 0,-1-1 1 0 0,0 1-1 0 0,0-1 0 0 0,0 1 0 0 0,1 0 1 0 0,-1-1-1 0 0,0 1 0 0 0,1 0 1 0 0,-1 0-1 0 0,0-1 0 0 0,1 1 1 0 0,-1 0-1 0 0,1-1 0 0 0,19-11 115 0 0,-14 9-62 0 0,8-5-34 0 0,0 1-1 0 0,1 1 1 0 0,-1 0 0 0 0,1 1-1 0 0,1 1 1 0 0,-1 0-1 0 0,20-2 1 0 0,-18 4-62 0 0,8 2 77 0 0,-12 1-41 0 0,-1 0-1 0 0,21 6 1 0 0,-29-6-2 0 0,0 0 0 0 0,1 1 0 0 0,-1-1 0 0 0,0 1 0 0 0,0 0 0 0 0,0 0 0 0 0,0 1 0 0 0,0-1 0 0 0,-1 1 0 0 0,1 0 0 0 0,-1 0-1 0 0,5 5 1 0 0,-3 0 2 0 0,0 0-1 0 0,0 0 0 0 0,-1 0 1 0 0,0 1-1 0 0,-1 0 1 0 0,1 0-1 0 0,-2 0 0 0 0,1 0 1 0 0,-1 0-1 0 0,-1 1 0 0 0,0-1 1 0 0,0 1-1 0 0,-1-1 0 0 0,0 1 1 0 0,0-1-1 0 0,-1 1 0 0 0,-1-1 1 0 0,-3 14-1 0 0,-5 14 25 0 0,-2 0-1 0 0,-2-1 1 0 0,-21 41 0 0 0,23-51-19 0 0,-23 39 136 0 0,34-66-147 0 0,1 0 1 0 0,0-1-1 0 0,0 1 0 0 0,0 0 1 0 0,0-1-1 0 0,0 1 0 0 0,0 0 1 0 0,0-1-1 0 0,0 1 0 0 0,0 0 0 0 0,0 0 1 0 0,1-1-1 0 0,-1 1 0 0 0,1 0 1 0 0,-1 0-1 0 0,1-2 0 0 0,12-21-16 0 0,-9 18 16 0 0,83-137-14 0 0,128-160 0 0 0,-215 303 14 0 0,6-8 15 0 0,0 0-1 0 0,0 0 0 0 0,-1-1 1 0 0,8-16-1 0 0,-12 24-13 0 0,-1 1-1 0 0,0 0 0 0 0,0-1 0 0 0,0 1 0 0 0,0-1 1 0 0,1 1-1 0 0,-1 0 0 0 0,0-1 0 0 0,0 1 0 0 0,0-1 1 0 0,0 1-1 0 0,0 0 0 0 0,0-1 0 0 0,0 1 0 0 0,0-1 1 0 0,0 1-1 0 0,0 0 0 0 0,-1-1 0 0 0,1 1 0 0 0,0 0 1 0 0,0-1-1 0 0,0 1 0 0 0,0-1 0 0 0,0 1 0 0 0,-1 0 1 0 0,1-1-1 0 0,0 1 0 0 0,0 0 0 0 0,-1 0 0 0 0,1-1 1 0 0,0 1-1 0 0,-1 0 0 0 0,1-1 0 0 0,0 1 0 0 0,-1 0 1 0 0,1 0-1 0 0,0 0 0 0 0,-1-1 0 0 0,1 1 0 0 0,0 0 1 0 0,-1 0-1 0 0,0 0 0 0 0,0 0-1 0 0,0-1 1 0 0,0 1-1 0 0,0 0 0 0 0,0 0 0 0 0,0 1 0 0 0,0-1 1 0 0,0 0-1 0 0,0 0 0 0 0,1 0 0 0 0,-1 0 1 0 0,0 1-1 0 0,0-1 0 0 0,0 1 0 0 0,0-1 0 0 0,0 0 1 0 0,0 1-1 0 0,0 0 0 0 0,-1 0 0 0 0,-16 17 9 0 0,0 0 0 0 0,1 1 0 0 0,0 1 0 0 0,2 0 0 0 0,0 1 0 0 0,2 1 0 0 0,0 0 0 0 0,2 1 0 0 0,0 0 0 0 0,2 1 0 0 0,0 0 0 0 0,2 0 0 0 0,-6 33 0 0 0,11-49 0 0 0,1 0 0 0 0,1 0-1 0 0,0 0 1 0 0,0 1-1 0 0,0-1 1 0 0,1 0-1 0 0,0 0 1 0 0,1 0 0 0 0,0 0-1 0 0,0-1 1 0 0,1 1-1 0 0,3 8 1 0 0,-2-10 0 0 0,-1 0 0 0 0,1 0 0 0 0,0 0 0 0 0,1-1 0 0 0,-1 0 0 0 0,1 0 0 0 0,0 0 0 0 0,0 0 0 0 0,0-1 0 0 0,1 0 0 0 0,0 0 0 0 0,0-1 0 0 0,0 1 0 0 0,9 3 0 0 0,-1-2-24 0 0,0 0 0 0 0,0-1 0 0 0,1-1-1 0 0,-1 0 1 0 0,1-1 0 0 0,14 0 0 0 0,-1-2-1986 0 0,-1 0 0 0 0,36-7 1 0 0,-40 5-1376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4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9 1324 0 0,'-19'-9'10155'0'0,"40"29"-8895"0"0,-17-14-1224 0 0,-1 1-1 0 0,0 0 1 0 0,0 0 0 0 0,0 0-1 0 0,-1 1 1 0 0,0-1 0 0 0,0 1-1 0 0,-1-1 1 0 0,0 1-1 0 0,0-1 1 0 0,-1 1 0 0 0,0 0-1 0 0,0-1 1 0 0,-1 1-1 0 0,-2 9 1 0 0,-2 12 279 0 0,-2 0 1 0 0,-17 45-1 0 0,-71 135 985 0 0,81-181-1174 0 0,4-11-31 0 0,7-14-75 0 0,1 0 0 0 0,0 0 0 0 0,0 0 0 0 0,1 0 1 0 0,-1 1-1 0 0,1-1 0 0 0,-1 0 0 0 0,1 1 1 0 0,0-1-1 0 0,0 1 0 0 0,0 4 0 0 0,5-9 2 0 0,10-4-16 0 0,-1 0 0 0 0,0-1 1 0 0,0-1-1 0 0,-1 0 0 0 0,0-1 0 0 0,13-10 0 0 0,17-11-122 0 0,122-77-2402 0 0,-57 31-3832 0 0,-69 44 1655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4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67 137 512 0 0,'-4'-2'2137'0'0,"-47"-20"7054"0"0,49 21-8649 0 0,1 1-511 0 0,1 0 0 0 0,0-1 0 0 0,-1 1 0 0 0,1 0 0 0 0,-1 0 0 0 0,1 0 0 0 0,-1 0 0 0 0,1 0 0 0 0,0-1 0 0 0,-1 1 0 0 0,1 0 0 0 0,-1 0 0 0 0,1-1 0 0 0,0 1 0 0 0,-1 0 0 0 0,1-1 0 0 0,0 1 0 0 0,-1 0 0 0 0,1-1 0 0 0,0 1 0 0 0,0 0 0 0 0,-1-1 0 0 0,1 1 0 0 0,0-1 0 0 0,0 1 0 0 0,0 0 0 0 0,0-1 0 0 0,0 1 0 0 0,-1-1 0 0 0,1 1-1 0 0,0-1 1 0 0,0 1 0 0 0,0-1 0 0 0,0 1 0 0 0,0 0 0 0 0,0-1 0 0 0,0 1 0 0 0,0-1 0 0 0,1 1 0 0 0,-1-1 0 0 0,0 1 0 0 0,0-1 0 0 0,0 1 0 0 0,0 0 0 0 0,1-1 0 0 0,-1 1 0 0 0,0 0 0 0 0,0-1 0 0 0,1 1 0 0 0,-1-1 0 0 0,0 1 0 0 0,0 0 0 0 0,1-1 0 0 0,-1 1 0 0 0,1 0 0 0 0,-1 0 0 0 0,0-1 0 0 0,1 1 0 0 0,-1 0 0 0 0,0 0 0 0 0,1 0-1 0 0,-1-1 1 0 0,1 1 0 0 0,36-16-121 0 0,-26 12 246 0 0,32-13-365 0 0,1 2 1 0 0,49-10-1 0 0,-16 12-6473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5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86 133 2168 0 0,'-71'60'9364'0'0,"56"-42"-7305"0"0,30-23-1841 0 0,-4 1-129 0 0,135-68-458 0 0,-68 30-1102 0 0,43-21-4600 0 0,-80 38 2488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5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76 1736 0 0,'-2'-3'900'0'0,"-1"1"0"0"0,1-1 1 0 0,-1 1-1 0 0,0 0 0 0 0,0 0 0 0 0,0 0 0 0 0,0 0 0 0 0,-8-3 1174 0 0,8 5-1023 0 0,-1-1-805 0 0,1 1-1 0 0,0 0 1 0 0,0 0 0 0 0,-1 1-1 0 0,1-1 1 0 0,0 1 0 0 0,0-1 0 0 0,-1 1-1 0 0,1 0 1 0 0,0 0 0 0 0,0 1 0 0 0,0-1-1 0 0,-3 2 1 0 0,-1 3-52 0 0,1 0-1 0 0,0 0 1 0 0,0 1 0 0 0,0-1-1 0 0,1 1 1 0 0,0 1-1 0 0,-7 12 1 0 0,0 4 83 0 0,-9 29 1 0 0,21-53-275 0 0,-6 18 44 0 0,1 0 1 0 0,0 0-1 0 0,1 0 0 0 0,2 0 1 0 0,-1 1-1 0 0,2 0 0 0 0,1-1 1 0 0,0 1-1 0 0,1 0 1 0 0,1-1-1 0 0,1 1 0 0 0,7 27 1 0 0,-7-35-33 0 0,1 0 1 0 0,0-1 0 0 0,0 0 0 0 0,1 0 0 0 0,0 0 0 0 0,1-1 0 0 0,0 1 0 0 0,0-1-1 0 0,1-1 1 0 0,0 1 0 0 0,1-1 0 0 0,0-1 0 0 0,0 1 0 0 0,1-1 0 0 0,0-1 0 0 0,0 1-1 0 0,0-2 1 0 0,1 1 0 0 0,0-1 0 0 0,0-1 0 0 0,0 0 0 0 0,13 4 0 0 0,-11-6-5 0 0,1 1-1 0 0,-1-2 1 0 0,1 0 0 0 0,-1 0 0 0 0,1-1 0 0 0,-1-1 0 0 0,1 0 0 0 0,-1-1 0 0 0,1 0 0 0 0,-1-1 0 0 0,0 0-1 0 0,0-1 1 0 0,0 0 0 0 0,-1-1 0 0 0,1 0 0 0 0,-1-1 0 0 0,0 0 0 0 0,-1-1 0 0 0,1 0 0 0 0,-1-1-1 0 0,-1 0 1 0 0,0-1 0 0 0,0 0 0 0 0,0 0 0 0 0,-1-1 0 0 0,-1 0 0 0 0,1 0 0 0 0,-2-1 0 0 0,1 1-1 0 0,-2-2 1 0 0,1 1 0 0 0,4-17 0 0 0,-6 14-12 0 0,0-1 1 0 0,-2 0-1 0 0,1 1 0 0 0,-2-1 1 0 0,0 0-1 0 0,-1 0 0 0 0,0 0 1 0 0,-1 0-1 0 0,-1 0 0 0 0,0 1 1 0 0,-1-1-1 0 0,-1 0 0 0 0,0 1 1 0 0,-1 0-1 0 0,-1 0 0 0 0,-9-18 0 0 0,7 18 0 0 0,-1 0 0 0 0,-1 1 0 0 0,0 0-1 0 0,-1 0 1 0 0,0 1 0 0 0,-1 1 0 0 0,0 0-1 0 0,0 0 1 0 0,-2 1 0 0 0,1 1-1 0 0,-1 0 1 0 0,0 1 0 0 0,-1 1 0 0 0,-26-10-1 0 0,27 12-33 0 0,0 0 0 0 0,-1 1-1 0 0,1 1 1 0 0,-1 0-1 0 0,0 2 1 0 0,0-1-1 0 0,0 2 1 0 0,-18 0-1 0 0,26 1-219 0 0,0 0 0 0 0,0 1 0 0 0,0-1 0 0 0,0 1-1 0 0,0 1 1 0 0,1-1 0 0 0,-1 1 0 0 0,1 0-1 0 0,0 1 1 0 0,0-1 0 0 0,0 1 0 0 0,0 1-1 0 0,0-1 1 0 0,1 1 0 0 0,0 0 0 0 0,0 0-1 0 0,0 0 1 0 0,1 1 0 0 0,-5 7 0 0 0,5-6-729 0 0,0-1 1 0 0,0 1 0 0 0,1 0-1 0 0,0 0 1 0 0,-2 9 0 0 0,-2 12-4208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6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0 2532 0 0,'49'19'10104'0'0,"-48"-19"-9983"0"0,0 1-1 0 0,0 0 0 0 0,0 0 0 0 0,0 0 0 0 0,0 0 0 0 0,0 0 0 0 0,0 0 0 0 0,0 1 0 0 0,0-1 0 0 0,-1 0 0 0 0,1 0 0 0 0,0 1 0 0 0,-1-1 0 0 0,1 0 0 0 0,-1 1 0 0 0,0-1 0 0 0,1 0 0 0 0,-1 1 0 0 0,0 1 0 0 0,1 3 65 0 0,-1-1 0 0 0,0 1-1 0 0,0-1 1 0 0,-1 1 0 0 0,-1 6 0 0 0,-3 8 172 0 0,-14 37 0 0 0,-117 243-159 0 0,84-202-3000 0 0,-1-3-3617 0 0,35-60 986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49 170 380 0 0,'-2'-1'1848'0'0,"-2"-1"-1250"0"0,0 0 0 0 0,0-1 0 0 0,1 1 0 0 0,-1-1 1 0 0,1 1-1 0 0,0-1 0 0 0,-1 0 0 0 0,2 0 0 0 0,-1-1 1 0 0,0 1-1 0 0,0-1 0 0 0,-2-5 0 0 0,4 7-540 0 0,1 1 1 0 0,0 0-1 0 0,0-1 0 0 0,-1 1 0 0 0,1-1 0 0 0,0 1 0 0 0,1-1 0 0 0,-1 1 1 0 0,0 0-1 0 0,0-1 0 0 0,1 1 0 0 0,-1-1 0 0 0,0 1 0 0 0,1 0 0 0 0,-1-1 1 0 0,1 1-1 0 0,0 0 0 0 0,0 0 0 0 0,-1-1 0 0 0,1 1 0 0 0,0 0 0 0 0,0 0 0 0 0,0 0 1 0 0,0 0-1 0 0,0 0 0 0 0,2-1 0 0 0,-1 0-16 0 0,0 0 0 0 0,1 0 0 0 0,0 0 0 0 0,0 1-1 0 0,-1-1 1 0 0,1 1 0 0 0,0-1 0 0 0,0 1 0 0 0,0 0 0 0 0,0 0 0 0 0,0 1 0 0 0,5-2-1 0 0,4 2-12 0 0,-1 0 0 0 0,1 1 0 0 0,-1 0 0 0 0,1 1 0 0 0,-1 1 0 0 0,1-1 0 0 0,-1 2 0 0 0,0-1 0 0 0,-1 2 0 0 0,1-1 0 0 0,-1 2 0 0 0,1-1 0 0 0,-2 1 0 0 0,17 13 0 0 0,-20-14-17 0 0,-1-1 0 0 0,1 1 0 0 0,-1 0 0 0 0,-1 0 0 0 0,1 1 0 0 0,-1 0 0 0 0,0-1 1 0 0,0 2-1 0 0,0-1 0 0 0,-1 0 0 0 0,0 1 0 0 0,0-1 0 0 0,-1 1 0 0 0,0 0 0 0 0,0 0 0 0 0,0 0 0 0 0,-1 0 0 0 0,0 0 0 0 0,-1 0 0 0 0,1 0 0 0 0,-1 0 0 0 0,-1 0 0 0 0,1 1 0 0 0,-1-1 0 0 0,-3 10 1 0 0,-1-4 152 0 0,0 0 0 0 0,-2 0 1 0 0,1 0-1 0 0,-2-1 1 0 0,1 0-1 0 0,-2 0 0 0 0,0-1 1 0 0,0 0-1 0 0,-16 15 1 0 0,24-25-148 0 0,0 0 0 0 0,0-1 0 0 0,0 1 0 0 0,0 0 0 0 0,0 0-1 0 0,-1 0 1 0 0,1-1 0 0 0,0 1 0 0 0,0-1 0 0 0,-1 1 0 0 0,1-1 0 0 0,0 1 0 0 0,-1-1 0 0 0,1 0 0 0 0,0 0 0 0 0,-1 1 0 0 0,1-1 0 0 0,0 0 0 0 0,-1 0 0 0 0,1 0 0 0 0,0-1 0 0 0,-3 1 0 0 0,4 0-15 0 0,-1-1 0 0 0,1 0 1 0 0,-1 1-1 0 0,1-1 1 0 0,0 0-1 0 0,-1 0 1 0 0,1 1-1 0 0,0-1 0 0 0,0 0 1 0 0,0 0-1 0 0,-1 0 1 0 0,1 0-1 0 0,0 1 1 0 0,0-1-1 0 0,0 0 1 0 0,0 0-1 0 0,0 0 1 0 0,1 0-1 0 0,-1 0 1 0 0,0-5 2 0 0,1 0 1 0 0,0 1-1 0 0,0-1 0 0 0,1 1 1 0 0,0-1-1 0 0,-1 1 1 0 0,2 0-1 0 0,-1-1 0 0 0,5-6 1 0 0,31-44-17 0 0,-27 41 12 0 0,25-29-3 0 0,2 2-1 0 0,2 1 0 0 0,52-41 1 0 0,-36 33 35 0 0,-25 15 571 0 0,-30 32-532 0 0,-6-2-2 0 0,4 4-69 0 0,1 0-1 0 0,0 0 1 0 0,0-1-1 0 0,0 1 1 0 0,0 0-1 0 0,-1-1 1 0 0,1 1 0 0 0,0 0-1 0 0,0 0 1 0 0,-1-1-1 0 0,1 1 1 0 0,0 0 0 0 0,0 0-1 0 0,-1 0 1 0 0,1-1-1 0 0,0 1 1 0 0,-1 0 0 0 0,1 0-1 0 0,0 0 1 0 0,-1 0-1 0 0,1 0 1 0 0,0 0-1 0 0,-1 0 1 0 0,1-1 0 0 0,0 1-1 0 0,-1 0 1 0 0,1 0-1 0 0,0 0 1 0 0,-1 0 0 0 0,1 1-1 0 0,0-1 1 0 0,-1 0-1 0 0,1 0 1 0 0,-1 0-1 0 0,-9 3 15 0 0,0 1 0 0 0,0 0 0 0 0,1 0 0 0 0,-1 1-1 0 0,1 0 1 0 0,0 1 0 0 0,0 0 0 0 0,1 0-1 0 0,0 1 1 0 0,0 0 0 0 0,0 1 0 0 0,-10 13 0 0 0,3-2 9 0 0,1 0 0 0 0,1 1 0 0 0,1 1 1 0 0,-16 35-1 0 0,24-46-8 0 0,0 1-1 0 0,1-1 1 0 0,0 0 0 0 0,1 1-1 0 0,0 0 1 0 0,0-1 0 0 0,1 1 0 0 0,1 0-1 0 0,0 0 1 0 0,0 0 0 0 0,1 0 0 0 0,1-1-1 0 0,0 1 1 0 0,0 0 0 0 0,1-1 0 0 0,7 19-1 0 0,-6-20-49 0 0,1-1 1 0 0,-1 1-1 0 0,1-2 0 0 0,1 1 0 0 0,0 0 0 0 0,0-1 0 0 0,0 0 0 0 0,1 0 1 0 0,0-1-1 0 0,0 0 0 0 0,1 0 0 0 0,-1-1 0 0 0,1 1 0 0 0,1-2 0 0 0,-1 1 1 0 0,1-1-1 0 0,-1-1 0 0 0,1 1 0 0 0,14 2 0 0 0,-14-4-599 0 0,1-1-1 0 0,0 0 0 0 0,-1 0 1 0 0,1-1-1 0 0,16-1 1 0 0,23-8-4916 0 0,-26 3 1445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0 248 508 0 0,'3'-2'2374'0'0,"36"-28"11750"0"0,-38 30-14031 0 0,-1 0 0 0 0,0-1 0 0 0,0 1 0 0 0,0-1 0 0 0,1 1 1 0 0,-1 0-1 0 0,0-1 0 0 0,1 1 0 0 0,-1 0 0 0 0,0 0 0 0 0,1-1 1 0 0,-1 1-1 0 0,0 0 0 0 0,1 0 0 0 0,-1 0 0 0 0,1-1 0 0 0,-1 1 1 0 0,0 0-1 0 0,1 0 0 0 0,-1 0 0 0 0,1 0 0 0 0,-1 0 1 0 0,0 0-1 0 0,1 0 0 0 0,-1 0 0 0 0,1 0 0 0 0,-1 0 0 0 0,1 0 1 0 0,-1 0-1 0 0,0 0 0 0 0,1 0 0 0 0,-1 0 0 0 0,1 0 0 0 0,0 1 1 0 0,3 14 739 0 0,-7 27-1047 0 0,3-40 410 0 0,-15 98 28 0 0,6-50-1095 0 0,3 0 1 0 0,-1 99 0 0 0,13-116-1973 0 0,3-14-4023 0 0</inkml:trace>
  <inkml:trace contextRef="#ctx0" brushRef="#br0" timeOffset="1">527 141 2336 0 0,'2'-19'3072'0'0,"0"4"-291"0"0,0 0 0 0 0,1 1 0 0 0,4-16 0 0 0,-6 29-2735 0 0,0-1 0 0 0,0 1 0 0 0,1 0-1 0 0,-1-1 1 0 0,0 1 0 0 0,1 0 0 0 0,-1-1 0 0 0,0 1-1 0 0,1 0 1 0 0,0 0 0 0 0,-1 0 0 0 0,1 1-1 0 0,-1-1 1 0 0,1 0 0 0 0,0 1 0 0 0,0-1 0 0 0,-1 1-1 0 0,4-1 1 0 0,205-24 223 0 0,-121 21-3870 0 0,-72 5 726 0 0,-3 1-1565 0 0,1-1 89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7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70 1764 0 0,'-120'90'15073'0'0,"120"-89"-15044"0"0,0-1 0 0 0,1 1 0 0 0,-1-1 0 0 0,0 1 0 0 0,0-1 0 0 0,0 0 0 0 0,0 1 1 0 0,0-1-1 0 0,1 1 0 0 0,-1-1 0 0 0,0 0 0 0 0,0 1 0 0 0,1-1 0 0 0,-1 1 0 0 0,0-1 0 0 0,1 0 0 0 0,-1 1 0 0 0,0-1 1 0 0,1 0-1 0 0,-1 0 0 0 0,0 1 0 0 0,1-1 0 0 0,-1 0 0 0 0,1 0 0 0 0,-1 0 0 0 0,0 1 0 0 0,1-1 0 0 0,-1 0 0 0 0,1 0 1 0 0,-1 0-1 0 0,1 0 0 0 0,-1 0 0 0 0,1 0 0 0 0,0 0 0 0 0,78-16 21 0 0,144-49 0 0 0,-106 28-3219 0 0,-28 4-3191 0 0,-44 15 338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7:57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385 244 288 0 0,'-119'-60'11156'0'0,"116"59"-11014"0"0,1 0 1 0 0,-1 0-1 0 0,1-1 1 0 0,0 1 0 0 0,-1-1-1 0 0,1 1 1 0 0,0-1-1 0 0,0 0 1 0 0,0 0-1 0 0,0 0 1 0 0,0-1 0 0 0,0 1-1 0 0,1 0 1 0 0,-1-1-1 0 0,1 1 1 0 0,-1-1 0 0 0,1 1-1 0 0,0-1 1 0 0,0 1-1 0 0,0-1 1 0 0,1 0-1 0 0,-1 0 1 0 0,0 1 0 0 0,1-1-1 0 0,0 0 1 0 0,0-3-1 0 0,0 2-79 0 0,1 0 1 0 0,0 0-1 0 0,0 0 0 0 0,0 0 0 0 0,1 1 0 0 0,-1-1 0 0 0,1 0 0 0 0,0 1 0 0 0,0-1 0 0 0,0 1 0 0 0,0 0 0 0 0,1 0 1 0 0,0-1-1 0 0,-1 2 0 0 0,1-1 0 0 0,0 0 0 0 0,0 1 0 0 0,4-4 0 0 0,5-1-1 0 0,0 0-1 0 0,1 0 0 0 0,0 1 1 0 0,0 1-1 0 0,0 0 0 0 0,0 1 1 0 0,1 0-1 0 0,0 1 1 0 0,-1 0-1 0 0,18 0 0 0 0,-24 3-48 0 0,0 0-1 0 0,0 0 0 0 0,0 1 1 0 0,0-1-1 0 0,0 2 1 0 0,-1-1-1 0 0,1 1 0 0 0,0 0 1 0 0,-1 0-1 0 0,7 4 1 0 0,-8-3 0 0 0,-1-1 0 0 0,0 1 0 0 0,-1 0 0 0 0,1 0 1 0 0,0 0-1 0 0,-1 0 0 0 0,0 1 0 0 0,0 0 0 0 0,0-1 1 0 0,0 1-1 0 0,0 0 0 0 0,-1 0 0 0 0,0 1 1 0 0,0-1-1 0 0,3 9 0 0 0,-3-4 29 0 0,0-1-1 0 0,-1 1 1 0 0,0 0 0 0 0,-1 0-1 0 0,1-1 1 0 0,-2 1 0 0 0,1 0-1 0 0,-1 0 1 0 0,-1-1 0 0 0,0 1-1 0 0,0 0 1 0 0,0-1 0 0 0,-1 0 0 0 0,-6 11-1 0 0,-3 8 174 0 0,-2 0 1 0 0,-33 45-1 0 0,-29 38 1103 0 0,74-108-1296 0 0,4 2 17 0 0,-2-4-40 0 0,0 1 0 0 0,0-1 0 0 0,0 1 1 0 0,0-1-1 0 0,0 1 0 0 0,1-1 0 0 0,-1 1 0 0 0,0-1 1 0 0,0 1-1 0 0,0-1 0 0 0,0 0 0 0 0,1 1 0 0 0,-1-1 1 0 0,0 1-1 0 0,0-1 0 0 0,1 0 0 0 0,-1 1 0 0 0,0-1 1 0 0,1 1-1 0 0,-1-1 0 0 0,1 1 0 0 0,8 2 15 0 0,0 0 1 0 0,1 0-1 0 0,-1-1 0 0 0,0 0 0 0 0,1-1 1 0 0,18 1-1 0 0,32 6 13 0 0,-44-4 17 0 0,100 31-28 0 0,-101-30 124 0 0,-1 1 1 0 0,0 0-1 0 0,-1 1 0 0 0,0 1 0 0 0,23 17 0 0 0,-32-22 34 0 0,0 1 0 0 0,-1-1 1 0 0,0 1-1 0 0,0-1 0 0 0,0 1 1 0 0,0 0-1 0 0,0 0 0 0 0,-1 0 0 0 0,0 0 1 0 0,1 1-1 0 0,-2-1 0 0 0,1 1 1 0 0,1 7-1 0 0,-2-9-71 0 0,-1 1-1 0 0,1-1 1 0 0,-1 1 0 0 0,0-1-1 0 0,-1 1 1 0 0,1-1 0 0 0,0 1-1 0 0,-1-1 1 0 0,0 1-1 0 0,0-1 1 0 0,0 0 0 0 0,0 1-1 0 0,-1-1 1 0 0,1 0 0 0 0,-1 0-1 0 0,0 0 1 0 0,0 0-1 0 0,0 0 1 0 0,-3 3 0 0 0,-13 13 90 0 0,0-2 1 0 0,-1 0 0 0 0,-1-1 0 0 0,-1 0-1 0 0,0-2 1 0 0,-1-1 0 0 0,0 0 0 0 0,-1-2-1 0 0,-41 15 1 0 0,30-15-294 0 0,-1-2-1 0 0,-1 0 1 0 0,1-3-1 0 0,-1-1 1 0 0,0-1-1 0 0,-47-2 1 0 0,53-4-1520 0 0,1-1 0 0 0,-41-9 1 0 0,-13-11-8073 0 0,37 6-255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0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52 600 0 0,'-8'-10'6819'0'0,"-7"-17"136"0"0,15 26-6856 0 0,0 1 0 0 0,0-1 1 0 0,-1 1-1 0 0,1-1 0 0 0,0 1 0 0 0,0-1 1 0 0,0 1-1 0 0,0-1 0 0 0,0 1 0 0 0,0-1 1 0 0,0 0-1 0 0,0 1 0 0 0,0-1 0 0 0,0 1 1 0 0,0-1-1 0 0,0 1 0 0 0,1-1 0 0 0,-1 1 1 0 0,0-1-1 0 0,1 0 0 0 0,-1 1-89 0 0,1-1-1 0 0,-1 1 1 0 0,1 0 0 0 0,-1 0-1 0 0,1-1 1 0 0,0 1 0 0 0,-1 0-1 0 0,1 0 1 0 0,0 0 0 0 0,-1 0-1 0 0,1 0 1 0 0,0 0 0 0 0,-1 0-1 0 0,1 0 1 0 0,0 0-1 0 0,-1 0 1 0 0,1 0 0 0 0,-1 0-1 0 0,1 1 1 0 0,0-1 0 0 0,-1 0-1 0 0,1 0 1 0 0,0 1 0 0 0,12 5 33 0 0,0 0 0 0 0,-1 1 0 0 0,0 0 0 0 0,0 1 0 0 0,0 0 0 0 0,-1 1 0 0 0,-1 0 0 0 0,1 1 0 0 0,-2 0 0 0 0,12 14 0 0 0,-9-8-8 0 0,-1 1 0 0 0,0-1 0 0 0,-1 2 1 0 0,0-1-1 0 0,-2 2 0 0 0,12 35 0 0 0,-16-35-7 0 0,0 0 1 0 0,-1 0-1 0 0,-2 0 0 0 0,0 0 0 0 0,0 0 1 0 0,-2 0-1 0 0,-1 0 0 0 0,0 0 1 0 0,-7 28-1 0 0,3-25 9 0 0,0-1 1 0 0,-1 0-1 0 0,-1-1 0 0 0,-1 0 0 0 0,-1 0 1 0 0,-1-1-1 0 0,-24 34 0 0 0,26-46-14 0 0,4 0 26 0 0,0-9-47 0 0,4 2-2 0 0,1 0 0 0 0,-1 0 1 0 0,1 0-1 0 0,0 0 0 0 0,-1 0 1 0 0,1 0-1 0 0,-1 0 0 0 0,1 0 1 0 0,-1 0-1 0 0,1 0 0 0 0,0-1 0 0 0,-1 1 1 0 0,1 0-1 0 0,-1 0 0 0 0,1 0 1 0 0,0-1-1 0 0,-1 1 0 0 0,1 0 1 0 0,0 0-1 0 0,-1-1 0 0 0,1 1 1 0 0,0 0-1 0 0,-1-1 0 0 0,1 1 1 0 0,0 0-1 0 0,0-1 0 0 0,-1 1 0 0 0,1 0 1 0 0,0-1-1 0 0,0 1 0 0 0,0-1 1 0 0,0 1-1 0 0,-1-1 0 0 0,4-13 0 0 0,0 0 0 0 0,1-1 0 0 0,0 2 0 0 0,1-1 0 0 0,0 1 0 0 0,13-22 0 0 0,25-39-57 0 0,98-128-1 0 0,-45 56 8 0 0,-92 137 15 0 0,-12 13 30 0 0,-12 14 9 0 0,-4 19 46 0 0,0 0 0 0 0,-34 78 1 0 0,51-98-41 0 0,1 0 0 0 0,0 1 0 0 0,1-1 0 0 0,1 1 0 0 0,1 0 0 0 0,0 0 0 0 0,2 0 0 0 0,0 0 0 0 0,3 35 0 0 0,-1-45-25 0 0,0 0 0 0 0,1 0 0 0 0,0 0 0 0 0,1 0 0 0 0,0 0 0 0 0,0-1 0 0 0,0 1 0 0 0,1-1 0 0 0,0 0 0 0 0,1 0 0 0 0,0 0 0 0 0,0 0 0 0 0,8 8 0 0 0,-5-8 85 0 0,0-1-1 0 0,0 1 0 0 0,1-2 0 0 0,0 1 0 0 0,0-1 1 0 0,0 0-1 0 0,1-1 0 0 0,-1 0 0 0 0,18 4 0 0 0,-10-4-415 0 0,1 0 0 0 0,0-2-1 0 0,0 0 1 0 0,0-1-1 0 0,21-1 1 0 0,-18-2-1784 0 0,0 0-1 0 0,0-1 1 0 0,38-12 0 0 0,-33 7-3473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1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1676 0 0,'0'0'16523'0'0,"0"3"-15861"0"0,17 213 3179 0 0,2 23-6140 0 0,-11-202-470 0 0,-2-11-2175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1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9 124 1404 0 0,'-7'-32'12240'0'0,"6"24"-10061"0"0,1 8-2077 0 0,0-1 1 0 0,1 0-1 0 0,-1 1 1 0 0,1-1-1 0 0,-1 1 1 0 0,1-1-1 0 0,-1 1 1 0 0,1-1-1 0 0,-1 1 1 0 0,1-1-1 0 0,0 1 0 0 0,-1-1 1 0 0,1 1-1 0 0,0 0 1 0 0,-1-1-1 0 0,1 1 1 0 0,0 0-1 0 0,0 0 1 0 0,0-1-1 0 0,73-6 1022 0 0,-53 4-1116 0 0,146-19 421 0 0,-57 2-3050 0 0,-72 11-378 0 0,-12 1-2182 0 0,-11 2-1047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26 2828 0 0,'-45'-20'11337'0'0,"31"15"-9185"0"0,12 6-1354 0 0,1-1-714 0 0,0 1-1 0 0,1-1 1 0 0,-1 0 0 0 0,1 0-1 0 0,-1 1 1 0 0,0-1 0 0 0,1 1-1 0 0,-1-1 1 0 0,1 1 0 0 0,-1-1-1 0 0,1 1 1 0 0,-1-1 0 0 0,1 1-1 0 0,0-1 1 0 0,-1 1-1 0 0,1 0 1 0 0,-1-1 0 0 0,1 1-1 0 0,0-1 1 0 0,0 1 0 0 0,-1 0-1 0 0,1-1 1 0 0,0 2 0 0 0,3 21 1350 0 0,36 125 620 0 0,16 76-1594 0 0,-23-90-1519 0 0,-25-111-2536 0 0,19 38 0 0 0,-19-49-1341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2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76 0 0,'4'-9'2120'0'0,"-3"4"-1325"0"0,1 1-1 0 0,-1 0 0 0 0,1 0 1 0 0,1-1-1 0 0,-1 1 1 0 0,0 0-1 0 0,1 1 0 0 0,0-1 1 0 0,0 0-1 0 0,4-3 0 0 0,-4 5-644 0 0,1-1-1 0 0,0 1 1 0 0,0 0 0 0 0,0 1-1 0 0,0-1 1 0 0,0 1-1 0 0,0 0 1 0 0,1 0-1 0 0,-1 0 1 0 0,0 0-1 0 0,1 1 1 0 0,-1 0 0 0 0,0 0-1 0 0,1 0 1 0 0,-1 0-1 0 0,0 1 1 0 0,1-1-1 0 0,-1 1 1 0 0,0 0 0 0 0,1 1-1 0 0,-1-1 1 0 0,0 1-1 0 0,0-1 1 0 0,6 5-1 0 0,-4-3-55 0 0,-1 1 0 0 0,1-1-1 0 0,-1 1 1 0 0,0 0 0 0 0,0 0-1 0 0,0 1 1 0 0,-1-1-1 0 0,1 1 1 0 0,-1 0 0 0 0,0 0-1 0 0,-1 1 1 0 0,1-1 0 0 0,-1 1-1 0 0,4 8 1 0 0,-5-6 0 0 0,1 1-1 0 0,-1-1 1 0 0,0 1-1 0 0,-1-1 1 0 0,0 1 0 0 0,-1 0-1 0 0,1-1 1 0 0,-2 1-1 0 0,-1 15 1 0 0,-1-6 59 0 0,-2-1 0 0 0,1 1-1 0 0,-2-1 1 0 0,-1 0 0 0 0,0 0 0 0 0,-1-1-1 0 0,0 0 1 0 0,-1 0 0 0 0,-20 24 0 0 0,22-31-38 0 0,0-1 0 0 0,-1 0 0 0 0,0 0 0 0 0,0-1 0 0 0,-1 0 0 0 0,0-1 0 0 0,0 0 0 0 0,0 0 0 0 0,-1 0 0 0 0,-11 3 0 0 0,20-9-112 0 0,1 0 1 0 0,-1 0-1 0 0,1 0 0 0 0,-1 0 0 0 0,1 0 0 0 0,-1 0 1 0 0,1 0-1 0 0,-1 0 0 0 0,1 0 0 0 0,-1 0 0 0 0,1-1 1 0 0,-1 1-1 0 0,1 0 0 0 0,-1 0 0 0 0,1-1 0 0 0,-1 1 1 0 0,1 0-1 0 0,0-1 0 0 0,-1 1 0 0 0,1 0 0 0 0,0-1 0 0 0,-1 1 1 0 0,1 0-1 0 0,0-1 0 0 0,-1 1 0 0 0,1-1 0 0 0,0 1 1 0 0,0-1-1 0 0,-1 1 0 0 0,1-1 0 0 0,0 1 0 0 0,0-1 1 0 0,0 1-1 0 0,0-1 0 0 0,0 1 0 0 0,0-1 0 0 0,-1 1 1 0 0,1-1-1 0 0,0 1 0 0 0,1-1 0 0 0,-1 1 0 0 0,0-1 1 0 0,0 1-1 0 0,0-2 0 0 0,3-23 38 0 0,5 4-29 0 0,1 0-1 0 0,1 1 0 0 0,17-26 0 0 0,42-54-6 0 0,-56 83-4 0 0,78-117 50 0 0,-90 133-53 0 0,-1 0 0 0 0,1 0 0 0 0,0 0 0 0 0,-1 0 0 0 0,1-1 0 0 0,-1 1 0 0 0,1 0-1 0 0,-1 0 1 0 0,1-1 0 0 0,-1 1 0 0 0,0 0 0 0 0,0 0 0 0 0,0-1 0 0 0,1 1 0 0 0,-2-2 0 0 0,1 3 1 0 0,0-1 1 0 0,0 1-1 0 0,0 0 0 0 0,-1-1 0 0 0,1 1 1 0 0,0 0-1 0 0,0 0 0 0 0,-1-1 1 0 0,1 1-1 0 0,0 0 0 0 0,-1 0 0 0 0,1-1 1 0 0,0 1-1 0 0,-1 0 0 0 0,1 0 0 0 0,0 0 1 0 0,-1-1-1 0 0,1 1 0 0 0,0 0 1 0 0,-1 0-1 0 0,1 0 0 0 0,-1 0 0 0 0,1 0 1 0 0,0 0-1 0 0,-1 0 0 0 0,1 0 0 0 0,-1 0 1 0 0,1 0-1 0 0,0 0 0 0 0,-1 0 1 0 0,-2 1-1 0 0,-1 0 1 0 0,1 0 0 0 0,0 0 0 0 0,0 0 0 0 0,0 0 0 0 0,1 1 0 0 0,-1-1 0 0 0,0 1 0 0 0,0 0 0 0 0,-2 2 0 0 0,-9 10 72 0 0,0 1 0 0 0,1 1-1 0 0,1 0 1 0 0,0 1 0 0 0,2 0 0 0 0,0 1 0 0 0,0 0 0 0 0,2 1 0 0 0,-12 36 0 0 0,18-48-57 0 0,0 0 1 0 0,0 0-1 0 0,1 0 0 0 0,0 0 1 0 0,0 0-1 0 0,1 1 1 0 0,0-1-1 0 0,0 0 1 0 0,1 0-1 0 0,0 0 1 0 0,0 1-1 0 0,1-1 1 0 0,4 13-1 0 0,-3-15-7 0 0,-1 0-1 0 0,1 0 1 0 0,0 0-1 0 0,0 0 1 0 0,0 0 0 0 0,1-1-1 0 0,0 0 1 0 0,0 1-1 0 0,0-1 1 0 0,0-1-1 0 0,1 1 1 0 0,-1-1-1 0 0,1 1 1 0 0,0-1 0 0 0,0-1-1 0 0,0 1 1 0 0,10 3-1 0 0,1-1-281 0 0,-1-1-1 0 0,1-1 1 0 0,0 0-1 0 0,0-1 1 0 0,0-1-1 0 0,19-1 1 0 0,96-12-8889 0 0,-124 11 8293 0 0,31-4-5881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2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8 788 0 0,'-4'-1'4363'0'0,"-13"0"-2469"0"0,13 0-113 0 0,0 1-177 0 0,-7-2-894 0 0,-7-1 5347 0 0,34 9-3648 0 0,-10-4-2349 0 0,1 1 0 0 0,-1-1 0 0 0,0 1 0 0 0,1 0-1 0 0,-1 0 1 0 0,0 1 0 0 0,-1 0 0 0 0,1 0 0 0 0,-1 0 0 0 0,1 1 0 0 0,-2-1 0 0 0,1 1 0 0 0,7 9 0 0 0,-9-9-4 0 0,0 0 0 0 0,-1 1-1 0 0,1-1 1 0 0,-1 1 0 0 0,0-1 0 0 0,0 1 0 0 0,-1 0 0 0 0,1-1 0 0 0,-2 1 0 0 0,1 0 0 0 0,0 0 0 0 0,-1 0 0 0 0,0 0 0 0 0,0 0-1 0 0,-1 0 1 0 0,-2 11 0 0 0,-2 2 159 0 0,-1-1 0 0 0,0 0-1 0 0,-1 0 1 0 0,-1-1 0 0 0,-1 0-1 0 0,-16 25 1 0 0,-76 89 969 0 0,74-98-886 0 0,-73 79 610 0 0,98-110-840 0 0,5 1-33 0 0,-3-2-34 0 0,0-1 0 0 0,0 0 1 0 0,0 0-1 0 0,0 1 0 0 0,0-1 0 0 0,0 0 0 0 0,0 0 0 0 0,0 1 0 0 0,0-1 0 0 0,1 0 0 0 0,-1 0 1 0 0,0 0-1 0 0,0 1 0 0 0,0-1 0 0 0,0 0 0 0 0,0 0 0 0 0,1 0 0 0 0,-1 0 0 0 0,0 1 0 0 0,0-1 1 0 0,0 0-1 0 0,1 0 0 0 0,-1 0 0 0 0,0 0 0 0 0,0 0 0 0 0,0 0 0 0 0,1 1 0 0 0,-1-1 0 0 0,0 0 1 0 0,0 0-1 0 0,1 0 0 0 0,-1 0 0 0 0,0 0 0 0 0,0 0 0 0 0,0 0 0 0 0,1 0 0 0 0,-1 0 0 0 0,0 0 1 0 0,0 0-1 0 0,1 0 0 0 0,-1 0 0 0 0,0-1 0 0 0,22-2 31 0 0,-2 0 1 0 0,1-2-1 0 0,23-9 0 0 0,66-27 5 0 0,-84 30-17 0 0,41-15 13 0 0,80-34 31 0 0,-66 21-2147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100 502 1352 0 0,'39'-128'11098'0'0,"-38"126"-10691"0"0,0-6 400 0 0,0 11 206 0 0,1 14-437 0 0,-34 172 660 0 0,28-168-1175 0 0,-62 275 408 0 0,35-179-76 0 0,30-114-286 0 0,0-5-88 0 0,-1-1-17 0 0,1 1 1 0 0,0-1-1 0 0,0 0 1 0 0,0 0 0 0 0,1 1-1 0 0,-1-1 1 0 0,0 0 0 0 0,1 0-1 0 0,0 0 1 0 0,0 1-1 0 0,0-1 1 0 0,0-4 0 0 0,8-42 0 0 0,-3 19-8 0 0,15-98-6 0 0,61-213 0 0 0,-60 278-7 0 0,3 1-1 0 0,2 1 1 0 0,47-80-1 0 0,-32 69-61 0 0,-41 71 79 0 0,0 0 0 0 0,1 0 0 0 0,-1 0 0 0 0,1 0 0 0 0,0 0 0 0 0,-1 0 1 0 0,1 0-1 0 0,0 0 0 0 0,0 0 0 0 0,-1 0 0 0 0,1 0 0 0 0,0 0 0 0 0,0 0 1 0 0,0 1-1 0 0,0-1 0 0 0,0 0 0 0 0,0 1 0 0 0,0-1 0 0 0,2 0 0 0 0,0 0 0 0 0,-2 1 2 0 0,0-1 0 0 0,0 1 0 0 0,0 0 0 0 0,0 0 0 0 0,0-1 0 0 0,0 1 0 0 0,1 0 0 0 0,-1 0 0 0 0,0 0 0 0 0,0 0 0 0 0,0 0-1 0 0,0 0 1 0 0,0 1 0 0 0,0-1 0 0 0,0 0 0 0 0,0 0 0 0 0,1 1 0 0 0,-1-1 0 0 0,0 1 0 0 0,0-1 0 0 0,0 1 0 0 0,-1-1 0 0 0,1 1 0 0 0,0 0 0 0 0,0-1 0 0 0,0 1 0 0 0,1 1 0 0 0,19 22 32 0 0,-12-7-24 0 0,0 0 0 0 0,-1 1 0 0 0,0 0 0 0 0,-2 0 0 0 0,0 1 0 0 0,-1 0 0 0 0,3 22 0 0 0,8 138 149 0 0,-16-174-149 0 0,13 448 561 0 0,-10-411-423 0 0,0 2-1198 0 0,-3-16-8488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4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72 540 0 0,'-3'-1'1934'0'0,"-57"0"4639"0"0,56 1-5142 0 0,7-2-1356 0 0,1 0 0 0 0,-1 1 1 0 0,1 0-1 0 0,-1-1 0 0 0,1 1 0 0 0,-1 1 0 0 0,1-1 0 0 0,6 0 0 0 0,-9 1-59 0 0,122-27-94 0 0,-22 4-4620 0 0,-60 14 708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15 200 0 0,'0'-15'13791'0'0,"1"18"-12987"0"0,14 196 3669 0 0,-21 107-3861 0 0,0-245-795 0 0,-2 35-4511 0 0,5-78-1601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2 223 2180 0 0,'-1'-7'520'0'0,"1"0"0"0"0,0-1 0 0 0,0 1 0 0 0,1 0 0 0 0,0-1 0 0 0,0 1 0 0 0,1 0 0 0 0,0 0 0 0 0,0 0 0 0 0,1 0 0 0 0,0 0-1 0 0,0 0 1 0 0,6-8 0 0 0,-3 6-246 0 0,0 0 0 0 0,1 1 0 0 0,0 0 0 0 0,0 1 0 0 0,1-1 0 0 0,0 1 0 0 0,0 1 0 0 0,0 0 0 0 0,11-6-1 0 0,-9 6-218 0 0,0 1-1 0 0,0 1 1 0 0,0 0-1 0 0,0 0 1 0 0,1 1-1 0 0,-1 0 1 0 0,1 1-1 0 0,19-1 1 0 0,-22 2-14 0 0,-1 1 0 0 0,1 0 0 0 0,0 1 0 0 0,-1 0 0 0 0,1 0 0 0 0,-1 1 0 0 0,1 0 0 0 0,-1 0 0 0 0,0 1 0 0 0,1 0 0 0 0,-1 0 0 0 0,11 7 0 0 0,-14-7-32 0 0,0-1 1 0 0,-1 1-1 0 0,1 0 0 0 0,-1 0 1 0 0,0 1-1 0 0,0-1 0 0 0,0 0 1 0 0,0 1-1 0 0,-1 0 0 0 0,0 0 1 0 0,1 0-1 0 0,-1 0 1 0 0,0 0-1 0 0,-1 0 0 0 0,1 0 1 0 0,0 5-1 0 0,-1-2-3 0 0,0 0 1 0 0,0 0-1 0 0,-1 0 0 0 0,0 0 0 0 0,0 0 1 0 0,-1 0-1 0 0,0 0 0 0 0,0 0 0 0 0,-4 10 1 0 0,-1 2 2 0 0,-2 0 1 0 0,0-1-1 0 0,-1 0 1 0 0,-1 0-1 0 0,-1-1 1 0 0,-15 18 0 0 0,-26 37 174 0 0,39-47-58 0 0,65-36 18 0 0,-39 7-3 0 0,1 1-1 0 0,0 1 1 0 0,0 0 0 0 0,0 0 0 0 0,0 2-1 0 0,1-1 1 0 0,-1 2 0 0 0,18 2-1 0 0,-14 1 114 0 0,0 1 1 0 0,0 0-1 0 0,0 1 0 0 0,-1 1 0 0 0,28 16 0 0 0,-39-21-112 0 0,-1 1 1 0 0,0 0-1 0 0,-1 1 0 0 0,1-1 1 0 0,-1 1-1 0 0,1 0 0 0 0,-1 0 1 0 0,0 0-1 0 0,-1 1 0 0 0,1-1 1 0 0,-1 1-1 0 0,0 0 0 0 0,0 0 1 0 0,0 0-1 0 0,0 1 0 0 0,-1-1 1 0 0,0 0-1 0 0,0 1 0 0 0,-1 0 1 0 0,0-1-1 0 0,0 1 0 0 0,1 7 1 0 0,-3-7-41 0 0,0 1 0 0 0,0-1 0 0 0,0 1 0 0 0,-1-1 0 0 0,0 0 0 0 0,0 1 0 0 0,-1-1 0 0 0,0 0 0 0 0,0-1 0 0 0,0 1 0 0 0,-1 0 0 0 0,1-1 0 0 0,-6 5 0 0 0,-5 7 87 0 0,0-2 0 0 0,-29 23 0 0 0,25-23-174 0 0,0-2 0 0 0,-1 0 1 0 0,-1-2-1 0 0,0 0 1 0 0,-1-1-1 0 0,0-1 0 0 0,0-1 1 0 0,-1 0-1 0 0,0-2 1 0 0,0-1-1 0 0,-1-1 0 0 0,-30 3 1 0 0,48-7-272 0 0,0 0 0 0 0,0 0 0 0 0,0-1 0 0 0,0 0 0 0 0,0 0 0 0 0,1 0 0 0 0,-1 0 0 0 0,0-1 0 0 0,0 1 0 0 0,1-1 0 0 0,-1 0 0 0 0,1-1 0 0 0,-1 1 0 0 0,1-1 0 0 0,0 0 0 0 0,0 0 0 0 0,-6-6 0 0 0,7 6-440 0 0,0-1-1 0 0,1 0 1 0 0,-1 1-1 0 0,1-1 1 0 0,-1 0 0 0 0,1 0-1 0 0,1 0 1 0 0,-1-1-1 0 0,0 1 1 0 0,1 0-1 0 0,0-1 1 0 0,-1-6-1 0 0,1-15-5462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6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80 172 0 0,'44'-80'14341'0'0,"-40"81"-13271"0"0,2 2-707 0 0,0 0 0 0 0,-1 0 0 0 0,1 1 1 0 0,0-1-1 0 0,-1 1 0 0 0,0 0 0 0 0,0 1 1 0 0,0-1-1 0 0,7 10 0 0 0,41 56 1162 0 0,-45-59-1278 0 0,29 42 237 0 0,-2 1 0 0 0,-3 2-1 0 0,-2 1 1 0 0,-3 1 0 0 0,39 122 0 0 0,-55-142-453 0 0,-3 0 0 0 0,-1 1 0 0 0,-2 0 1 0 0,-1 0-1 0 0,-2 0 0 0 0,-2 1 0 0 0,-2-1 1 0 0,-1 0-1 0 0,-2 0 0 0 0,-2-1 1 0 0,-12 41-1 0 0,1-26-432 0 0,-2-1 0 0 0,-2-1 0 0 0,-2-1 1 0 0,-3-2-1 0 0,-44 63 0 0 0,30-56-1508 0 0,-2-3 1 0 0,-51 49-1 0 0,24-37-3463 0 0,-7-8-2986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6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563 33 232 0 0,'-6'-33'13541'0'0,"5"34"-13440"0"0,-14 13 1386 0 0,-14 26-881 0 0,-54 87 546 0 0,6 4 0 0 0,6 4 0 0 0,5 2 0 0 0,-66 205 0 0 0,74-125-899 0 0,49-168-114 0 0,2 0 0 0 0,-1 79-1 0 0,8-99-156 0 0,2 0-1 0 0,1 0 1 0 0,1 0-1 0 0,1-1 1 0 0,15 46-1 0 0,-12-53-128 0 0,1-1-1 0 0,1 1 1 0 0,0-1-1 0 0,1-1 1 0 0,2 0-1 0 0,0-1 1 0 0,0 0-1 0 0,20 18 1 0 0,-15-19-507 0 0,0 0 1 0 0,2-1-1 0 0,0-2 0 0 0,0 0 1 0 0,2 0-1 0 0,33 14 0 0 0,-25-15-1779 0 0,0-2-1 0 0,45 11 0 0 0,2-5-4243 0 0</inkml:trace>
  <inkml:trace contextRef="#ctx0" brushRef="#br0" timeOffset="1">1960 1965 2592 0 0,'75'-10'11573'0'0,"-72"10"-10835"0"0,24-5 915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47 139 712 0 0,'-3'-6'733'0'0,"1"-1"1"0"0,-1 1-1 0 0,1-1 0 0 0,0 0 1 0 0,0 0-1 0 0,1 0 0 0 0,0 0 1 0 0,1 0-1 0 0,-1-14 0 0 0,2 19-643 0 0,-1 0-1 0 0,1 0 0 0 0,-1 0 0 0 0,1 0 0 0 0,0 1 0 0 0,0-1 0 0 0,0 0 1 0 0,0 0-1 0 0,0 1 0 0 0,0-1 0 0 0,0 1 0 0 0,1-1 0 0 0,-1 1 0 0 0,0-1 1 0 0,1 1-1 0 0,-1 0 0 0 0,1 0 0 0 0,2-1 0 0 0,29-14 1072 0 0,-24 13-1048 0 0,1 1-1 0 0,0 0 0 0 0,0 1 1 0 0,-1 0-1 0 0,1 0 0 0 0,0 1 1 0 0,0 0-1 0 0,0 1 0 0 0,0 0 1 0 0,-1 1-1 0 0,1 0 1 0 0,0 1-1 0 0,-1-1 0 0 0,0 2 1 0 0,13 5-1 0 0,-12-4-96 0 0,-1 0 1 0 0,0 0 0 0 0,0 0-1 0 0,-1 1 1 0 0,1 0-1 0 0,-1 1 1 0 0,-1 0-1 0 0,1 0 1 0 0,-1 1-1 0 0,-1 0 1 0 0,1 0-1 0 0,-1 0 1 0 0,-1 1-1 0 0,8 15 1 0 0,-10-14-14 0 0,0 0 0 0 0,-1-1 1 0 0,0 1-1 0 0,-1 0 0 0 0,0 1 0 0 0,-1-1 0 0 0,0 0 1 0 0,0 0-1 0 0,-1 0 0 0 0,0 0 0 0 0,-1 0 1 0 0,-1 0-1 0 0,1-1 0 0 0,-1 1 0 0 0,-9 18 0 0 0,1-5-5 0 0,-1 1 0 0 0,-1-2 0 0 0,-1 0 0 0 0,-33 40 0 0 0,27-40 15 0 0,0 0 0 0 0,-1-2 0 0 0,-1 0 0 0 0,-1-2 0 0 0,0 0 0 0 0,-2-1 0 0 0,0-2 0 0 0,-28 13 0 0 0,35-23 6 0 0,17-5-19 0 0,1 0 0 0 0,-1 0 1 0 0,0 0-1 0 0,1 0 1 0 0,-1 0-1 0 0,1-1 1 0 0,-1 1-1 0 0,0 0 1 0 0,1 0-1 0 0,-1 0 1 0 0,1-1-1 0 0,-1 1 1 0 0,1 0-1 0 0,-1-1 1 0 0,1 1-1 0 0,-1 0 1 0 0,1-1-1 0 0,-1 1 0 0 0,1-1 1 0 0,-1 1-1 0 0,1-1 1 0 0,0 1-1 0 0,-1-1 1 0 0,1 1-1 0 0,0-1 1 0 0,-1 1-1 0 0,1-1 1 0 0,0 1-1 0 0,0-1 1 0 0,0 0-1 0 0,-1 1 1 0 0,1-1-1 0 0,0 1 1 0 0,0-1-1 0 0,0 0 0 0 0,0 1 1 0 0,0-1-1 0 0,0 0 1 0 0,0 1-1 0 0,0-1 1 0 0,0 1-1 0 0,1-2 1 0 0,1-25 16 0 0,3 12-11 0 0,0 1 1 0 0,1-1-1 0 0,1 1 1 0 0,0 1-1 0 0,1-1 0 0 0,11-14 1 0 0,63-71 30 0 0,-67 82-32 0 0,222-229 100 0 0,-181 191-74 0 0,-35 31-37 0 0,-21 22 7 0 0,1 1-1 0 0,0 0 1 0 0,-1 0 0 0 0,1-1 0 0 0,-1 1-1 0 0,0 0 1 0 0,1-1 0 0 0,-1 1 0 0 0,0-1-1 0 0,0 1 1 0 0,0 0 0 0 0,0-1 0 0 0,0 1-1 0 0,0-1 1 0 0,0 1 0 0 0,0 0 0 0 0,-1-2 0 0 0,0 0-7 0 0,-1 4 6 0 0,-3 1 3 0 0,-1 0 0 0 0,2 1 0 0 0,-1-1 0 0 0,0 1 0 0 0,0 0 1 0 0,1 0-1 0 0,0 0 0 0 0,-1 1 0 0 0,1-1 0 0 0,0 1 0 0 0,1 0 0 0 0,-1 1 0 0 0,1-1 0 0 0,0 0 0 0 0,-5 9 0 0 0,1 0 9 0 0,-11 15 116 0 0,1 1 0 0 0,2 1 0 0 0,-19 48-1 0 0,27-56-67 0 0,0 1 0 0 0,1 0 0 0 0,1 1 0 0 0,1-1 0 0 0,-1 43 0 0 0,5-60-48 0 0,0 0 1 0 0,1 0-1 0 0,-1 0 0 0 0,1 0 0 0 0,0 0 0 0 0,1 0 0 0 0,0-1 1 0 0,0 1-1 0 0,0 0 0 0 0,0-1 0 0 0,1 0 0 0 0,0 1 0 0 0,0-1 1 0 0,0 0-1 0 0,1 0 0 0 0,0-1 0 0 0,0 1 0 0 0,0-1 0 0 0,0 0 1 0 0,9 7-1 0 0,-4-6-356 0 0,0 0 0 0 0,1 0 0 0 0,-1 0 0 0 0,1-2 0 0 0,0 1 0 0 0,0-1 0 0 0,0 0-1 0 0,0-1 1 0 0,1-1 0 0 0,-1 1 0 0 0,13-1 0 0 0,8-1-3000 0 0,-1-2-1352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9 568 0 0,'-11'-7'9236'0'0,"9"7"-9009"0"0,0-1 0 0 0,1 1 0 0 0,-1 0-1 0 0,0 0 1 0 0,0 0 0 0 0,1 0 0 0 0,-1 0 0 0 0,0 0 0 0 0,0 0-1 0 0,0 1 1 0 0,1-1 0 0 0,-1 1 0 0 0,0-1 0 0 0,1 1-1 0 0,-1 0 1 0 0,0 0 0 0 0,-1 0 0 0 0,-1 2 83 0 0,0 0-1 0 0,0 0 1 0 0,0 1 0 0 0,1-1 0 0 0,-1 1-1 0 0,-3 4 1 0 0,-4 8 247 0 0,0 1-1 0 0,-11 23 1 0 0,18-32-340 0 0,-107 227 1069 0 0,95-192-1592 0 0,1 1-1 0 0,2 1 0 0 0,-12 72 1 0 0,26-95-1420 0 0,0-19 917 0 0,-1-1 1 0 0,1 0 0 0 0,0 1-1 0 0,0-1 1 0 0,0 0-1 0 0,0 0 1 0 0,0 1-1 0 0,0-1 1 0 0,3 2-1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2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1968 0 0,'15'-18'5193'0'0,"11"-6"2624"0"0,0 12-7092 0 0,164-43-474 0 0,-108 35-5792 0 0,-80 19 5262 0 0,22-2-7451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2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28 1260 0 0,'-21'15'2706'0'0,"1"2"0"0"0,1 0 0 0 0,-28 33 0 0 0,45-49-2292 0 0,4 3 129 0 0,-2-4-528 0 0,0 0 0 0 0,0 0-1 0 0,0 1 1 0 0,0-1 0 0 0,0 0 0 0 0,0 0 0 0 0,0 1 0 0 0,0-1 0 0 0,0 0 0 0 0,0 0 0 0 0,0 1 0 0 0,0-1 0 0 0,0 0 0 0 0,0 0 0 0 0,0 1 0 0 0,0-1 0 0 0,1 0 0 0 0,-1 0 0 0 0,0 1 0 0 0,0-1 0 0 0,0 0 0 0 0,0 0 0 0 0,1 0 0 0 0,-1 1 0 0 0,0-1-1 0 0,0 0 1 0 0,0 0 0 0 0,1 0 0 0 0,-1 0 0 0 0,0 0 0 0 0,0 1 0 0 0,0-1 0 0 0,1 0 0 0 0,-1 0 0 0 0,0 0 0 0 0,0 0 0 0 0,1 0 0 0 0,-1 0 0 0 0,0 0 0 0 0,1 0 0 0 0,-1 0 0 0 0,0 0 0 0 0,0 0 0 0 0,1 0 0 0 0,-1 0 0 0 0,31-3 136 0 0,-1-1 1 0 0,0-2 0 0 0,0-1-1 0 0,35-13 1 0 0,-16 5-172 0 0,-23 8-212 0 0,90-27-2013 0 0,-37 9-2476 0 0,-26 7-144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257 275 320 0 0,'5'-43'4760'0'0,"-2"19"-2448"0"0,11-40 0 0 0,-12 55-1861 0 0,0 1 0 0 0,0-1 0 0 0,-1 1 0 0 0,0-1 0 0 0,-1 1 0 0 0,0-1 0 0 0,-1-12 1 0 0,-3 23-250 0 0,-1-1-137 0 0,0 2 0 0 0,1-1-1 0 0,-1 0 1 0 0,0 1 0 0 0,1 0-1 0 0,0 0 1 0 0,0 1 0 0 0,0-1 0 0 0,0 1-1 0 0,0 0 1 0 0,-5 7 0 0 0,-7 10 183 0 0,-14 26 0 0 0,17-27-139 0 0,-87 156 605 0 0,87-149-620 0 0,2 1 1 0 0,0 0-1 0 0,2 1 1 0 0,-10 52-1 0 0,18-75-65 0 0,1 0 0 0 0,-1 0 0 0 0,1 0 0 0 0,0 0 0 0 0,0 0 0 0 0,1 0 0 0 0,0 0 0 0 0,0 0 0 0 0,0 0 0 0 0,4 8 0 0 0,-4-11-2 0 0,0 0-1 0 0,1 0 0 0 0,0 0 0 0 0,-1-1 0 0 0,1 1 1 0 0,1 0-1 0 0,-1-1 0 0 0,0 1 0 0 0,0-1 0 0 0,1 0 1 0 0,-1 0-1 0 0,1 0 0 0 0,0 0 0 0 0,0 0 0 0 0,0-1 0 0 0,0 1 1 0 0,0-1-1 0 0,0 0 0 0 0,4 2 0 0 0,-5-3-17 0 0,0 1 0 0 0,0-1 0 0 0,1 1-1 0 0,-1-1 1 0 0,0 0 0 0 0,0 0 0 0 0,0 0-1 0 0,0 0 1 0 0,0 0 0 0 0,0-1 0 0 0,0 1 0 0 0,3-2-1 0 0,3 1 10 0 0,4-1 0 0 0,0-1 1 0 0,-1-1 0 0 0,1 1 0 0 0,-1-2 0 0 0,1 1 0 0 0,-1-2-1 0 0,-1 0 1 0 0,1 0 0 0 0,-1 0 0 0 0,0-2 0 0 0,0 1 0 0 0,8-10-1 0 0,-5 4-1 0 0,0 0-1 0 0,-1-1 1 0 0,-1-1-1 0 0,-1 0 0 0 0,0 0 1 0 0,0-1-1 0 0,7-20 1 0 0,-8 14-12 0 0,-1-1 0 0 0,-1-1 0 0 0,-2 1 0 0 0,0-1 0 0 0,-1 0 0 0 0,-1 0 0 0 0,-2-1 0 0 0,0 1 0 0 0,-2 0 0 0 0,0-1 0 0 0,-2 1 0 0 0,0 0 0 0 0,-2 0 1 0 0,-9-27-1 0 0,13 46-7 0 0,-1 0 1 0 0,0 0 0 0 0,0 0 0 0 0,-1 0 0 0 0,0 0-1 0 0,1 1 1 0 0,-2-1 0 0 0,1 1 0 0 0,0-1-1 0 0,-1 1 1 0 0,0 0 0 0 0,0 1 0 0 0,0-1 0 0 0,0 1-1 0 0,-8-5 1 0 0,9 7 0 0 0,-1-1 0 0 0,1 1 0 0 0,-1 0 1 0 0,1 0-1 0 0,-1 0 0 0 0,1 1 0 0 0,-1-1 0 0 0,0 1 0 0 0,1 0 0 0 0,-1 0 0 0 0,1 0 0 0 0,-1 1 0 0 0,0-1 0 0 0,1 1 1 0 0,-1 0-1 0 0,1 0 0 0 0,-1 0 0 0 0,1 0 0 0 0,-1 0 0 0 0,1 1 0 0 0,0 0 0 0 0,0 0 0 0 0,0 0 0 0 0,-3 2 1 0 0,-5 5-94 0 0,0 0 1 0 0,1 0 0 0 0,0 1-1 0 0,0 0 1 0 0,1 1 0 0 0,1 0-1 0 0,-1 0 1 0 0,2 1 0 0 0,0 0-1 0 0,0 1 1 0 0,-6 17 0 0 0,9-19-334 0 0,1 0 1 0 0,0 1 0 0 0,0-1-1 0 0,1 1 1 0 0,1-1 0 0 0,-1 13-1 0 0,2-15-308 0 0,1 0-1 0 0,-1 0 0 0 0,2-1 1 0 0,-1 1-1 0 0,1 0 1 0 0,1-1-1 0 0,-1 1 0 0 0,7 11 1 0 0,6 9-3604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3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1040 0 0,'15'1'2305'0'0,"-6"0"-935"0"0,0 0 0 0 0,1 0-1 0 0,-1 0 1 0 0,0 1-1 0 0,17 6 1 0 0,-23-6-1183 0 0,-1-1-1 0 0,1 0 1 0 0,-1 1 0 0 0,0 0 0 0 0,0-1 0 0 0,0 1 0 0 0,0 0-1 0 0,0 0 1 0 0,0 0 0 0 0,0 0 0 0 0,-1 1 0 0 0,1-1 0 0 0,-1 0-1 0 0,0 1 1 0 0,1-1 0 0 0,-1 1 0 0 0,0-1 0 0 0,0 1 0 0 0,-1-1-1 0 0,1 1 1 0 0,-1 0 0 0 0,1 0 0 0 0,-1-1 0 0 0,0 5-1 0 0,0 0-47 0 0,0 1 0 0 0,0-1 0 0 0,-1 0-1 0 0,0 1 1 0 0,-1-1 0 0 0,0 0 0 0 0,0 0-1 0 0,0 0 1 0 0,-6 11 0 0 0,-4 6 49 0 0,-21 29 0 0 0,17-28-59 0 0,-81 115 120 0 0,54-81-2738 0 0,-3 3-5777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1 201 2924 0 0,'3'-9'832'0'0,"0"1"-1"0"0,0 0 0 0 0,1 0 1 0 0,0 1-1 0 0,0-1 1 0 0,1 1-1 0 0,0 0 1 0 0,0 0-1 0 0,1 0 0 0 0,11-10 1 0 0,-12 13-629 0 0,1-1 0 0 0,0 1 0 0 0,0 0 1 0 0,0 0-1 0 0,1 1 0 0 0,-1-1 0 0 0,1 1 1 0 0,0 1-1 0 0,0 0 0 0 0,0 0 0 0 0,0 0 0 0 0,0 1 1 0 0,0 0-1 0 0,0 0 0 0 0,1 0 0 0 0,-1 1 1 0 0,0 0-1 0 0,1 1 0 0 0,-1 0 0 0 0,11 2 0 0 0,-13-1-147 0 0,1-1 0 0 0,-1 1 0 0 0,0 0-1 0 0,1 0 1 0 0,-1 1 0 0 0,0-1-1 0 0,-1 1 1 0 0,1 0 0 0 0,0 1-1 0 0,-1-1 1 0 0,7 7 0 0 0,-8-6-36 0 0,0-1 1 0 0,-1 1 0 0 0,0-1 0 0 0,1 1 0 0 0,-2 0 0 0 0,1 0 0 0 0,0 0 0 0 0,-1 0 0 0 0,1 0 0 0 0,-1 0-1 0 0,-1 0 1 0 0,1 0 0 0 0,0 1 0 0 0,-1-1 0 0 0,0 0 0 0 0,0 7 0 0 0,-2 1 3 0 0,0 0 1 0 0,0 0-1 0 0,-1 0 1 0 0,0 0-1 0 0,-1 0 1 0 0,-1-1-1 0 0,0 0 1 0 0,0 1-1 0 0,-1-2 1 0 0,-1 1-1 0 0,0-1 1 0 0,-9 12-1 0 0,-14 12 104 0 0,-68 59 1 0 0,67-64-45 0 0,-19 9 96 0 0,47-36-90 0 0,4-3-87 0 0,0-1 0 0 0,0 0 0 0 0,0 1 0 0 0,0-1 0 0 0,1 1 0 0 0,-1-1-1 0 0,0 1 1 0 0,1 0 0 0 0,-1 0 0 0 0,1-1 0 0 0,0 1 0 0 0,1-1 0 0 0,0 0-1 0 0,82-63 4 0 0,-3-3-1 0 0,140-152 1 0 0,-208 204 4 0 0,23-32 0 0 0,-32 40-10 0 0,-1 1 0 0 0,0-1 0 0 0,0 0 0 0 0,-1 0 0 0 0,1 0 0 0 0,-2 0 0 0 0,3-11 0 0 0,-5 19 0 0 0,0-1 0 0 0,1 0-1 0 0,-1 0 1 0 0,0 1 0 0 0,0-1 0 0 0,0 0-1 0 0,0 0 1 0 0,0 0 0 0 0,0 1 0 0 0,0-1-1 0 0,0 0 1 0 0,0 0 0 0 0,0 1 0 0 0,-1-1-1 0 0,1 0 1 0 0,0 0 0 0 0,0 1 0 0 0,-1-1-1 0 0,1 0 1 0 0,-1 1 0 0 0,1-1 0 0 0,0 0-1 0 0,-1 1 1 0 0,1-1 0 0 0,-1 1 0 0 0,1-1-1 0 0,-1 1 1 0 0,0-1 0 0 0,1 1 0 0 0,-1-1 0 0 0,1 1-1 0 0,-1-1 1 0 0,0 1 0 0 0,1 0 0 0 0,-1-1-1 0 0,0 1 1 0 0,0 0 0 0 0,1 0 0 0 0,-1 0-1 0 0,0-1 1 0 0,0 1 0 0 0,1 0 0 0 0,-1 0-1 0 0,0 0 1 0 0,0 0 0 0 0,0 0 0 0 0,1 0-1 0 0,-1 1 1 0 0,-1-1 0 0 0,-2 1 1 0 0,-1-1 0 0 0,1 1 0 0 0,0 1 0 0 0,-1-1 0 0 0,1 1 0 0 0,-5 2 0 0 0,-4 4 29 0 0,0 1 0 0 0,0 0 0 0 0,1 1 0 0 0,0 0 0 0 0,0 1 0 0 0,1 1 0 0 0,1-1 0 0 0,-15 24 0 0 0,13-18 5 0 0,2 1-1 0 0,0 0 0 0 0,1 0 0 0 0,0 1 0 0 0,2 1 0 0 0,-6 24 0 0 0,11-38-25 0 0,1 0-1 0 0,0 0 0 0 0,0 1 1 0 0,1-1-1 0 0,0 1 1 0 0,0-1-1 0 0,1 0 1 0 0,-1 1-1 0 0,1-1 0 0 0,1 0 1 0 0,-1 0-1 0 0,1 1 1 0 0,0-1-1 0 0,1 0 1 0 0,-1-1-1 0 0,1 1 1 0 0,0 0-1 0 0,5 5 0 0 0,-3-5-34 0 0,0 0 0 0 0,0 0 0 0 0,1-1 0 0 0,0 0 0 0 0,0 0 0 0 0,0 0-1 0 0,0-1 1 0 0,1 1 0 0 0,0-2 0 0 0,0 1 0 0 0,0-1 0 0 0,0 0-1 0 0,1 0 1 0 0,12 2 0 0 0,-2-2-1050 0 0,1 0-1 0 0,-1-1 0 0 0,23-1 1 0 0,25-5-5633 0 0,-35 1 1489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5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259 348 408 0 0,'-3'0'2465'0'0,"-8"-3"-941"0"0,-36-9 7910 0 0,34 8-7413 0 0,11 4-1499 0 0,-4-3 1035 0 0,21 4-941 0 0,21 6-309 0 0,-30-5-269 0 0,-1 0 0 0 0,1 0 0 0 0,-1 1 0 0 0,0 0 0 0 0,0 0 0 0 0,0 0 0 0 0,0 1 0 0 0,-1 0 0 0 0,1 0 1 0 0,-1 0-1 0 0,0 0 0 0 0,6 8 0 0 0,-8-8 2 0 0,0-1 0 0 0,0 1 0 0 0,-1 0 0 0 0,1 0 0 0 0,-1 0 0 0 0,0 0 0 0 0,0 0 1 0 0,0 0-1 0 0,-1 0 0 0 0,1 0 0 0 0,-1 0 0 0 0,0 0 0 0 0,0 0 0 0 0,-1 0 0 0 0,1 0 0 0 0,-1 0 0 0 0,0 0 0 0 0,-2 7 1 0 0,-4 7 175 0 0,0 0 0 0 0,-1 0 0 0 0,-1-1 0 0 0,-1 0 0 0 0,-1-1 0 0 0,-14 18 0 0 0,-83 86 1098 0 0,60-70-680 0 0,-22 24 201 0 0,69-72-690 0 0,1-2-130 0 0,0 1 0 0 0,0 0 0 0 0,0-1-1 0 0,0 1 1 0 0,0-1 0 0 0,0 1 0 0 0,0-1 0 0 0,0 1 0 0 0,1-1 0 0 0,-1 1 0 0 0,0-1 0 0 0,0 1-1 0 0,1-1 1 0 0,-1 1 0 0 0,0-1 0 0 0,1 1 0 0 0,-1-1 0 0 0,0 1 0 0 0,1-1 0 0 0,-1 1 0 0 0,1-1 0 0 0,-1 0-1 0 0,0 1 1 0 0,1-1 0 0 0,-1 0 0 0 0,1 0 0 0 0,-1 1 0 0 0,1-1 0 0 0,0 0 0 0 0,-1 0 0 0 0,1 0-1 0 0,-1 1 1 0 0,1-1 0 0 0,-1 0 0 0 0,1 0 0 0 0,-1 0 0 0 0,1 0 0 0 0,0 0 0 0 0,-1 0 0 0 0,2-1-1 0 0,27-5 19 0 0,-22 4 19 0 0,45-13 127 0 0,-1-3 0 0 0,63-30 0 0 0,-14-8-3533 0 0,-73 37-2701 0 0,37-32 1 0 0,-42 33-1862 0 0</inkml:trace>
  <inkml:trace contextRef="#ctx0" brushRef="#br0" timeOffset="1">1029 109 1812 0 0,'-130'-43'12253'0'0,"64"22"-6908"0"0,65 21-5289 0 0,0 0-1 0 0,1 0 1 0 0,-1-1-1 0 0,0 1 0 0 0,0 0 1 0 0,1-1-1 0 0,-1 1 0 0 0,1-1 1 0 0,-1 1-1 0 0,0 0 0 0 0,1-1 1 0 0,-1 0-1 0 0,1 1 0 0 0,-1-1 1 0 0,1 1-1 0 0,-1-1 0 0 0,1 1 1 0 0,0-1-1 0 0,-1-1 1 0 0,1 2-46 0 0,0 0 1 0 0,0-1 0 0 0,0 1 0 0 0,0-1-1 0 0,0 1 1 0 0,0 0 0 0 0,0-1 0 0 0,1 1-1 0 0,-1-1 1 0 0,0 1 0 0 0,0 0 0 0 0,1-1-1 0 0,-1 1 1 0 0,0 0 0 0 0,0-1 0 0 0,1 1 0 0 0,-1 0-1 0 0,0 0 1 0 0,1-1 0 0 0,-1 1 0 0 0,0 0-1 0 0,1 0 1 0 0,-1-1 0 0 0,0 1 0 0 0,1 0-1 0 0,-1 0 1 0 0,0 0 0 0 0,1 0 0 0 0,-1 0-1 0 0,1 0 1 0 0,-1-1 0 0 0,1 1 0 0 0,-1 0 0 0 0,0 0-1 0 0,1 0 1 0 0,-1 0 0 0 0,1 1 0 0 0,3-2-49 0 0,188-21 398 0 0,-92 19-3542 0 0,-69 4-1800 0 0,36 6 1 0 0,-48-3-719 0 0</inkml:trace>
  <inkml:trace contextRef="#ctx0" brushRef="#br0" timeOffset="2">1140 260 1484 0 0,'-58'37'4523'0'0,"-160"89"9236"0"0,208-115-13063 0 0,11-6-397 0 0,11-4 2 0 0,66-13-1807 0 0,117-35 0 0 0,-14-13-7374 0 0,-116 35 2114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6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60 2692 0 0,'-6'-6'1310'0'0,"-6"-4"2528"0"0,0 0 0 0 0,-12-15 775 0 0,27 22-3628 0 0,-3 3-965 0 0,0 0-1 0 0,0-1 0 0 0,0 1 0 0 0,0 0 0 0 0,0 0 1 0 0,0 0-1 0 0,0-1 0 0 0,0 1 0 0 0,0 0 0 0 0,0 0 1 0 0,0-1-1 0 0,1 1 0 0 0,-1 0 0 0 0,0 0 0 0 0,0 0 1 0 0,0-1-1 0 0,0 1 0 0 0,1 0 0 0 0,-1 0 0 0 0,0 0 1 0 0,0 0-1 0 0,0 0 0 0 0,0-1 0 0 0,1 1 0 0 0,-1 0 0 0 0,0 0 1 0 0,0 0-1 0 0,1 0 0 0 0,-1 0 0 0 0,0 0 0 0 0,0 0 1 0 0,1 0-1 0 0,-1 0 0 0 0,0 0 0 0 0,0 0 0 0 0,1 0 1 0 0,-1 0-1 0 0,0 0 0 0 0,9 0 116 0 0,-1 1 1 0 0,0 0-1 0 0,1 0 1 0 0,-1 1-1 0 0,0 0 1 0 0,0 1-1 0 0,0 0 1 0 0,0 0-1 0 0,-1 0 0 0 0,1 1 1 0 0,-1 0-1 0 0,0 1 1 0 0,0-1-1 0 0,0 1 1 0 0,-1 1-1 0 0,0-1 0 0 0,0 1 1 0 0,7 8-1 0 0,-9-8-83 0 0,1 0-1 0 0,-1 1 0 0 0,0-1 0 0 0,0 1 0 0 0,-1 0 0 0 0,0-1 1 0 0,0 2-1 0 0,-1-1 0 0 0,1 0 0 0 0,-2 0 0 0 0,1 1 1 0 0,-1-1-1 0 0,0 1 0 0 0,-1 0 0 0 0,1-1 0 0 0,-2 1 1 0 0,1-1-1 0 0,-1 1 0 0 0,0-1 0 0 0,-3 13 0 0 0,-4-1 103 0 0,0 1 0 0 0,-1-1 0 0 0,0-1 0 0 0,-2 1 0 0 0,0-2-1 0 0,-1 0 1 0 0,-20 22 0 0 0,-107 100 1025 0 0,7-33 250 0 0,29-27-232 0 0,75-49-583 0 0,28-30-594 0 0,1 1 1 0 0,0 0-1 0 0,0-1 1 0 0,0 1-1 0 0,0 0 1 0 0,-1-1 0 0 0,1 1-1 0 0,0-1 1 0 0,0 1-1 0 0,0-1 1 0 0,0 0-1 0 0,0 1 1 0 0,1-1 0 0 0,10 2 24 0 0,-1-1 0 0 0,1 0 1 0 0,0-1-1 0 0,0 0 0 0 0,22-3 1 0 0,-4 0 16 0 0,614-59-775 0 0,-517 48-1466 0 0,-86 11-1048 0 0,-2-1-3657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6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63 424 0 0,'-2'-1'3360'0'0,"-11"-3"-157"0"0,13 4-3106 0 0,0-1 0 0 0,-1 1 0 0 0,1 0-1 0 0,0-1 1 0 0,0 0 0 0 0,-1 1 0 0 0,1-1-1 0 0,0 1 1 0 0,0-1 0 0 0,0 1 0 0 0,0-1 0 0 0,-1 1-1 0 0,1-1 1 0 0,0 1 0 0 0,0-1 0 0 0,0 0-1 0 0,0 1 1 0 0,0-1 0 0 0,1 1 0 0 0,-1-2-1 0 0,4-1 17 0 0,1 0 0 0 0,-1 0 0 0 0,1 0 0 0 0,0 0 0 0 0,0 1 0 0 0,0 0 0 0 0,0 0 0 0 0,0 0 0 0 0,1 1 0 0 0,-1-1 0 0 0,0 1 0 0 0,1 1 0 0 0,-1-1 0 0 0,1 1 0 0 0,-1 0 0 0 0,1 0 0 0 0,-1 0 0 0 0,1 1 0 0 0,6 2 0 0 0,11 1-40 0 0,-1 1 0 0 0,0 2 0 0 0,28 12 0 0 0,-40-15-55 0 0,-1 0 0 0 0,0 1 0 0 0,0 0-1 0 0,-1 0 1 0 0,0 1 0 0 0,0 0 0 0 0,0 1 0 0 0,0-1 0 0 0,-1 2 0 0 0,0-1-1 0 0,-1 1 1 0 0,9 13 0 0 0,-10-13-5 0 0,-1-1 1 0 0,0 1-1 0 0,-1 0 0 0 0,0 1 0 0 0,0-1 1 0 0,-1 0-1 0 0,0 1 0 0 0,-1 0 0 0 0,0-1 1 0 0,0 1-1 0 0,0 0 0 0 0,-1-1 0 0 0,-1 1 1 0 0,-2 16-1 0 0,-1-7 0 0 0,-1 0-1 0 0,0 0 1 0 0,-1-1 0 0 0,-2 0 0 0 0,1 0 0 0 0,-18 26 0 0 0,-72 88 512 0 0,82-112-299 0 0,-6 2 442 0 0,14-19-300 0 0,7-15-326 0 0,4 5-32 0 0,-1 1 1 0 0,1 0 0 0 0,0 0 0 0 0,0 0 0 0 0,1 1 0 0 0,0-1 0 0 0,10-9-1 0 0,0-1 3 0 0,66-73 27 0 0,136-116 0 0 0,-93 92 25 0 0,-115 107 16 0 0,-1-1 1 0 0,0 0-1 0 0,-1-1 0 0 0,1 0 0 0 0,-2 0 0 0 0,1 0 0 0 0,-1-1 0 0 0,8-17 0 0 0,-14 27-78 0 0,0 0-1 0 0,0-1 1 0 0,1 1 0 0 0,-1 0-1 0 0,0-1 1 0 0,0 1-1 0 0,0 0 1 0 0,0 0-1 0 0,0-1 1 0 0,0 1-1 0 0,0 0 1 0 0,0-1 0 0 0,0 1-1 0 0,0 0 1 0 0,0-1-1 0 0,0 1 1 0 0,0 0-1 0 0,0-1 1 0 0,0 1-1 0 0,0 0 1 0 0,-1 0 0 0 0,1-1-1 0 0,0 1 1 0 0,0 0-1 0 0,0 0 1 0 0,0-1-1 0 0,-1 1 1 0 0,1 0-1 0 0,0 0 1 0 0,0-1-1 0 0,0 1 1 0 0,-1 0 0 0 0,1 0-1 0 0,0 0 1 0 0,0-1-1 0 0,-1 1 1 0 0,1 0-1 0 0,0 0 1 0 0,0 0-1 0 0,-1 0 1 0 0,1 0 0 0 0,0 0-1 0 0,-1-1 1 0 0,1 1-1 0 0,0 0 1 0 0,-1 0-1 0 0,1 0 1 0 0,0 0-1 0 0,-1 0 1 0 0,1 0 0 0 0,-14 2 19 0 0,14-2-23 0 0,-7 4 10 0 0,1-1 0 0 0,0 1 0 0 0,0 0 0 0 0,0 0 0 0 0,0 0 0 0 0,0 1 0 0 0,1 0 0 0 0,0 0-1 0 0,0 1 1 0 0,-7 10 0 0 0,-3 1 1 0 0,-13 15 86 0 0,-48 70 0 0 0,66-87-82 0 0,1 0-1 0 0,1 1 1 0 0,1 0 0 0 0,0 0 0 0 0,1 0-1 0 0,1 1 1 0 0,-6 28 0 0 0,10-39-20 0 0,1 1 1 0 0,0-1 0 0 0,0 0-1 0 0,0 1 1 0 0,0-1 0 0 0,1 0-1 0 0,0 0 1 0 0,1 1-1 0 0,-1-1 1 0 0,1 0 0 0 0,1 0-1 0 0,-1 0 1 0 0,1-1 0 0 0,0 1-1 0 0,0-1 1 0 0,0 1 0 0 0,1-1-1 0 0,0 0 1 0 0,0 0-1 0 0,0-1 1 0 0,7 7 0 0 0,-2-4-392 0 0,-1-1 0 0 0,1 1 0 0 0,0-1 0 0 0,18 8 0 0 0,-12-8-1501 0 0,-1 0 0 0 0,28 6-1 0 0,-10-6-3356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7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189 196 188 0 0,'-3'-1'4550'0'0,"-23"0"2833"0"0,15 0-5489 0 0,12 3-1863 0 0,-1-1 0 0 0,1 1 0 0 0,0-1 0 0 0,0 0 0 0 0,0 1 0 0 0,0-1 0 0 0,0 0 1 0 0,0 0-1 0 0,0 0 0 0 0,0 0 0 0 0,0 0 0 0 0,1 0 0 0 0,-1 0 0 0 0,0 0 0 0 0,1 0 0 0 0,-1-1 1 0 0,3 2-1 0 0,1 0-7 0 0,-1 1 0 0 0,0 0 0 0 0,0 0 1 0 0,0 0-1 0 0,0 0 0 0 0,-1 1 0 0 0,1-1 1 0 0,-1 1-1 0 0,0 0 0 0 0,0 0 0 0 0,0 0 1 0 0,-1 0-1 0 0,1 0 0 0 0,-1 1 0 0 0,4 9 1 0 0,-5-7 62 0 0,1 0 0 0 0,-1 1-1 0 0,0-1 1 0 0,0 1 0 0 0,-1-1 0 0 0,0 1 0 0 0,-1 0 0 0 0,0-1 0 0 0,-2 12 0 0 0,-4 5 204 0 0,0-1 1 0 0,-2 0-1 0 0,0-1 0 0 0,-2 0 1 0 0,-20 32-1 0 0,-56 69 796 0 0,21-31-381 0 0,64-90-557 0 0,6-4-125 0 0,22-10-323 0 0,-1-1-1 0 0,-1-2 0 0 0,0 0 0 0 0,33-29 0 0 0,-12 10-1041 0 0,96-69-6679 0 0,-94 66 1738 0 0</inkml:trace>
  <inkml:trace contextRef="#ctx0" brushRef="#br0" timeOffset="1">1043 55 2624 0 0,'-4'0'2141'0'0,"-90"6"10127"0"0,91-6-11179 0 0,8 0-967 0 0,185-32-1586 0 0,-62 8-7002 0 0,-96 19 2556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8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136 587 748 0 0,'-125'91'11897'0'0,"114"-80"-11064"0"0,11-10-803 0 0,0-1-1 0 0,0 0 1 0 0,0 0 0 0 0,0 1-1 0 0,0-1 1 0 0,0 0 0 0 0,0 1-1 0 0,0-1 1 0 0,0 0 0 0 0,0 0-1 0 0,0 1 1 0 0,0-1-1 0 0,1 0 1 0 0,-1 0 0 0 0,0 1-1 0 0,0-1 1 0 0,0 0 0 0 0,0 0-1 0 0,0 0 1 0 0,1 1 0 0 0,-1-1-1 0 0,0 0 1 0 0,0 0-1 0 0,0 0 1 0 0,0 1 0 0 0,1-1-1 0 0,-1 0 1 0 0,0 0 0 0 0,1 0-1 0 0,0 1 32 0 0,1 0-1 0 0,0-1 1 0 0,0 1 0 0 0,0-1-1 0 0,-1 1 1 0 0,1-1 0 0 0,0 0-1 0 0,0 0 1 0 0,0 0-1 0 0,3 0 1 0 0,27-5 67 0 0,1-2 1 0 0,38-13-1 0 0,-11 2-630 0 0,-8 5-197 0 0,180-52-6568 0 0,-169 45 2720 0 0</inkml:trace>
  <inkml:trace contextRef="#ctx0" brushRef="#br0" timeOffset="1">1236 205 1656 0 0,'-3'-1'2064'0'0,"-1"-2"-1370"0"0,-1 0-1 0 0,1 0 1 0 0,-1 1 0 0 0,0 0 0 0 0,0 0 0 0 0,0 0 0 0 0,0 1 0 0 0,-1 0 0 0 0,1 0 0 0 0,0 0 0 0 0,0 0 0 0 0,-1 1-1 0 0,1 0 1 0 0,-1 0 0 0 0,1 0 0 0 0,-8 2 0 0 0,2 0-229 0 0,0 0 1 0 0,0 1-1 0 0,0 0 1 0 0,0 1-1 0 0,0 0 0 0 0,1 0 1 0 0,-13 8-1 0 0,9-2-333 0 0,1 0 0 0 0,0 0 0 0 0,0 1 0 0 0,1 1 0 0 0,1 0 0 0 0,-1 1 0 0 0,2 0 0 0 0,0 0-1 0 0,1 1 1 0 0,0 1 0 0 0,1 0 0 0 0,-7 18 0 0 0,9-20-107 0 0,1 1 0 0 0,0 0 1 0 0,2 1-1 0 0,-1-1 0 0 0,2 1 0 0 0,0 0 0 0 0,1-1 0 0 0,0 1 0 0 0,1 0 1 0 0,1 0-1 0 0,0 0 0 0 0,1 0 0 0 0,0-1 0 0 0,5 15 0 0 0,-4-22-10 0 0,-1 0 0 0 0,1-1-1 0 0,0 1 1 0 0,0-1 0 0 0,1 0-1 0 0,0 0 1 0 0,0 0 0 0 0,0 0 0 0 0,1-1-1 0 0,0 0 1 0 0,0 0 0 0 0,0 0-1 0 0,11 7 1 0 0,-8-7 4 0 0,1 0-1 0 0,-1-1 1 0 0,1 0 0 0 0,0-1 0 0 0,0 0-1 0 0,1 0 1 0 0,-1-1 0 0 0,1 0-1 0 0,12 1 1 0 0,-5-2 6 0 0,0-1-1 0 0,0 0 1 0 0,1-2 0 0 0,-2 0-1 0 0,1-1 1 0 0,0 0 0 0 0,0-1-1 0 0,-1-1 1 0 0,0-1 0 0 0,0-1-1 0 0,19-10 1 0 0,-18 7-15 0 0,0-2 0 0 0,-1 0 0 0 0,-1-1 0 0 0,0 0 0 0 0,0-1 0 0 0,-2-1 0 0 0,0-1-1 0 0,0 1 1 0 0,-2-2 0 0 0,0 0 0 0 0,0 0 0 0 0,-2-1 0 0 0,0 0 0 0 0,-1-1 0 0 0,7-28 0 0 0,-11 33-10 0 0,0 0 0 0 0,-1 0 0 0 0,-1-1 0 0 0,0 1 0 0 0,-1-1 0 0 0,-1 1 1 0 0,0-1-1 0 0,-1 0 0 0 0,-1 1 0 0 0,0-1 0 0 0,-1 1 0 0 0,0 0 0 0 0,-1 0 0 0 0,-1 0 0 0 0,0 0 0 0 0,-1 1 0 0 0,0 0 0 0 0,-1 0 0 0 0,-1 0 1 0 0,0 1-1 0 0,-17-20 0 0 0,15 22-75 0 0,0 0 0 0 0,0 0 0 0 0,-1 2 0 0 0,0-1 1 0 0,-1 1-1 0 0,1 1 0 0 0,-1 0 0 0 0,-1 0 0 0 0,0 2 1 0 0,0-1-1 0 0,0 2 0 0 0,0-1 0 0 0,-1 2 0 0 0,1 0 0 0 0,-1 1 1 0 0,0 0-1 0 0,0 1 0 0 0,0 0 0 0 0,0 1 0 0 0,0 1 1 0 0,0 0-1 0 0,-22 6 0 0 0,29-5-281 0 0,0 0 0 0 0,0 1 0 0 0,0 0 0 0 0,0 1 0 0 0,0-1 0 0 0,1 1 0 0 0,0 1 0 0 0,-1-1 0 0 0,-9 11 0 0 0,9-8-1117 0 0,1 0-1 0 0,-1 1 1 0 0,1-1-1 0 0,-5 11 1 0 0,-3 5-5656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9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288 687 1880 0 0,'-2'-1'2148'0'0,"-1"-2"-1490"0"0,-36-25 7319 0 0,37 27-7655 0 0,-13 13 178 0 0,6-2-350 0 0,1 0-1 0 0,-13 20 1 0 0,5-5-41 0 0,-79 118 531 0 0,56-66-1865 0 0,9 4-4478 0 0,22-58 352 0 0</inkml:trace>
  <inkml:trace contextRef="#ctx0" brushRef="#br0" timeOffset="1">1184 119 120 0 0,'7'-6'1414'0'0,"-1"1"0"0"0,1 0 0 0 0,0 1-1 0 0,1-1 1 0 0,-1 1 0 0 0,12-4 0 0 0,-13 7-1257 0 0,0-1 0 0 0,0 1 1 0 0,0 0-1 0 0,0 0 0 0 0,1 1 0 0 0,-1 0 1 0 0,0 0-1 0 0,0 0 0 0 0,1 1 0 0 0,-1 0 1 0 0,0 0-1 0 0,0 1 0 0 0,0-1 1 0 0,9 5-1 0 0,-6-2-78 0 0,1 0 0 0 0,-1 0-1 0 0,0 1 1 0 0,-1 1 0 0 0,1-1 0 0 0,-1 2 0 0 0,0-1 0 0 0,-1 1 0 0 0,1 0 0 0 0,10 14 0 0 0,-14-16-48 0 0,-1 0 0 0 0,1 0 1 0 0,-1 1-1 0 0,0-1 0 0 0,-1 1 1 0 0,1 0-1 0 0,-1 0 0 0 0,0 0 1 0 0,-1 0-1 0 0,1 0 1 0 0,-1 0-1 0 0,0 0 0 0 0,-1 0 1 0 0,0 1-1 0 0,0-1 0 0 0,0 0 1 0 0,0 1-1 0 0,-3 9 0 0 0,-1-2 23 0 0,-1 0-1 0 0,-1-1 0 0 0,0 1 1 0 0,0-1-1 0 0,-1 0 1 0 0,-1-1-1 0 0,0 1 0 0 0,-1-1 1 0 0,0-1-1 0 0,-1 0 0 0 0,-15 13 1 0 0,2-4 52 0 0,0-1 0 0 0,-2-1 0 0 0,0-2-1 0 0,-42 21 1 0 0,67-36-101 0 0,-1 0 0 0 0,0-1 0 0 0,-1 1 0 0 0,1-1 0 0 0,0 1 0 0 0,0-1-1 0 0,0 0 1 0 0,0 1 0 0 0,0-1 0 0 0,0 0 0 0 0,0 0 0 0 0,-1 0 0 0 0,1 0-1 0 0,0 0 1 0 0,0 0 0 0 0,0 0 0 0 0,0 0 0 0 0,-1 0 0 0 0,1-1 0 0 0,0 1-1 0 0,0 0 1 0 0,-2-2 0 0 0,3 2-3 0 0,-1-1-1 0 0,1 1 0 0 0,-1-1 1 0 0,1 1-1 0 0,-1-1 1 0 0,1 0-1 0 0,0 1 1 0 0,-1-1-1 0 0,1 0 0 0 0,0 1 1 0 0,-1-1-1 0 0,1 0 1 0 0,0 0-1 0 0,0 1 1 0 0,0-1-1 0 0,0 0 0 0 0,0 0 1 0 0,0 1-1 0 0,0-1 1 0 0,0 0-1 0 0,0 0 1 0 0,0 1-1 0 0,0-1 1 0 0,0 0-1 0 0,0 0 0 0 0,1 1 1 0 0,-1-1-1 0 0,1-1 1 0 0,4-8-1 0 0,1 0 1 0 0,0 0 0 0 0,1 1-1 0 0,0 0 1 0 0,1 0-1 0 0,0 0 1 0 0,0 1 0 0 0,14-10-1 0 0,1-4-4 0 0,157-140-9 0 0,25-26 29 0 0,-200 183-19 0 0,-1 0 1 0 0,0 0-1 0 0,-1 0 0 0 0,1 0 0 0 0,4-10 0 0 0,0-3-5 0 0,-9 13 7 0 0,0 3-1 0 0,-1-2-7 0 0,2 4 8 0 0,-1-1-1 0 0,0 0 1 0 0,1 1-1 0 0,-1-1 1 0 0,0 0-1 0 0,0 1 1 0 0,1-1-1 0 0,-1 1 1 0 0,0 0-1 0 0,0-1 1 0 0,0 1-1 0 0,0-1 1 0 0,0 1-1 0 0,0 0 1 0 0,1 0-1 0 0,-1 0 1 0 0,0 0-1 0 0,0-1 1 0 0,0 1-1 0 0,0 0 1 0 0,0 0-1 0 0,0 1 1 0 0,0-1-1 0 0,0 0 1 0 0,0 0-1 0 0,0 0 1 0 0,0 1 0 0 0,-1 0-1 0 0,0 0 0 0 0,-9 1 0 0 0,1 2 1 0 0,-1-1 0 0 0,1 1-1 0 0,0 1 1 0 0,1 0-1 0 0,-1 0 1 0 0,-15 12 0 0 0,-56 51 119 0 0,70-57-81 0 0,0 0 0 0 0,0 1 0 0 0,1 0 0 0 0,1 0-1 0 0,0 1 1 0 0,1 0 0 0 0,0 1 0 0 0,1 0 0 0 0,-8 24 0 0 0,13-33-22 0 0,0 0 0 0 0,1 0 1 0 0,-1 0-1 0 0,2 1 0 0 0,-1-1 1 0 0,0 0-1 0 0,1 0 0 0 0,0 1 1 0 0,0-1-1 0 0,1 0 0 0 0,-1 1 1 0 0,1-1-1 0 0,0 0 0 0 0,1 0 1 0 0,-1 0-1 0 0,1 0 1 0 0,0 0-1 0 0,0 0 0 0 0,1 0 1 0 0,-1-1-1 0 0,1 1 0 0 0,0-1 1 0 0,0 0-1 0 0,1 1 0 0 0,-1-2 1 0 0,1 1-1 0 0,0 0 0 0 0,0-1 1 0 0,0 1-1 0 0,0-1 0 0 0,7 3 1 0 0,4 2 25 0 0,1-1 1 0 0,0 0 0 0 0,0-1-1 0 0,1-1 1 0 0,0-1-1 0 0,0 0 1 0 0,0-1-1 0 0,0-1 1 0 0,35 0 0 0 0,-9-3-890 0 0,1-2 1 0 0,77-16-1 0 0,-41-2-6235 0 0,-54 13 2527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9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122 384 1060 0 0,'16'-20'12975'0'0,"-16"19"-12880"0"0,1 1 0 0 0,-1 0 0 0 0,0-1 1 0 0,0 1-1 0 0,1 0 0 0 0,-1 0 0 0 0,0 0 1 0 0,1-1-1 0 0,-1 1 0 0 0,0 0 0 0 0,1 0 1 0 0,-1 0-1 0 0,0 0 0 0 0,1-1 1 0 0,-1 1-1 0 0,0 0 0 0 0,1 0 0 0 0,-1 0 1 0 0,1 0-1 0 0,-1 0 0 0 0,0 0 0 0 0,1 0 1 0 0,-1 0-1 0 0,0 0 0 0 0,1 0 0 0 0,-1 0 1 0 0,1 0-1 0 0,-1 1 0 0 0,0-1 0 0 0,1 0 1 0 0,-1 0-1 0 0,0 0 0 0 0,1 0 0 0 0,-1 1 1 0 0,0-1-1 0 0,1 0 0 0 0,-1 1 40 0 0,1 0 0 0 0,0 0 0 0 0,-1 0 1 0 0,0 0-1 0 0,1 0 0 0 0,-1 1 0 0 0,1-1 0 0 0,-1 0 0 0 0,0 0 0 0 0,0 0 0 0 0,0 0 0 0 0,0 0 0 0 0,0 2 0 0 0,-3 41 377 0 0,-2 0-1 0 0,-2 0 1 0 0,-21 74-1 0 0,12-56-370 0 0,-67 253-2730 0 0,71-249-699 0 0,12-23-3288 0 0,3-23-204 0 0</inkml:trace>
  <inkml:trace contextRef="#ctx0" brushRef="#br0" timeOffset="1">967 453 2416 0 0,'-29'-58'11806'0'0,"16"36"-9180"0"0,11 20-2168 0 0,2 1-400 0 0,0 0 0 0 0,0 0 1 0 0,0 1-1 0 0,0-1 0 0 0,0 0 1 0 0,0 0-1 0 0,0 0 0 0 0,1 0 1 0 0,-1 0-1 0 0,0 0 0 0 0,0 0 1 0 0,1 0-1 0 0,-1 0 0 0 0,1 1 1 0 0,-1-1-1 0 0,1 0 0 0 0,-1 0 1 0 0,1 0-1 0 0,-1 1 0 0 0,2-2 1 0 0,20-5 75 0 0,14 1-274 0 0,-1 1 1 0 0,63 0-1 0 0,9 11-7076 0 0,-78-1-1410 0 0</inkml:trace>
  <inkml:trace contextRef="#ctx0" brushRef="#br0" timeOffset="2">1074 592 720 0 0,'-157'89'13149'0'0,"138"-75"-11840"0"0,19-14-1296 0 0,0 1 1 0 0,0-1-1 0 0,0 0 0 0 0,0 0 1 0 0,0 0-1 0 0,0 0 1 0 0,0 1-1 0 0,0-1 0 0 0,0 0 1 0 0,0 0-1 0 0,0 0 1 0 0,0 0-1 0 0,0 1 1 0 0,0-1-1 0 0,0 0 0 0 0,0 0 1 0 0,0 0-1 0 0,0 0 1 0 0,1 1-1 0 0,-1-1 1 0 0,0 0-1 0 0,0 0 0 0 0,0 0 1 0 0,0 0-1 0 0,0 0 1 0 0,0 0-1 0 0,0 1 1 0 0,1-1-1 0 0,-1 0 0 0 0,0 0 1 0 0,0 0-1 0 0,0 0 1 0 0,0 0-1 0 0,1 0 0 0 0,-1 0 1 0 0,0 0-1 0 0,0 0 1 0 0,0 0-1 0 0,0 0 1 0 0,1 0-1 0 0,-1 0 0 0 0,0 0 1 0 0,0 0-1 0 0,0 0 1 0 0,0 0-1 0 0,1 0 1 0 0,-1 0-1 0 0,0 0 0 0 0,0 0 1 0 0,0 0-1 0 0,1 0 1 0 0,39-5 369 0 0,-31 4-348 0 0,50-11-760 0 0,71-22-1 0 0,-8-8-6052 0 0,-79 26 1117 0 0</inkml:trace>
  <inkml:trace contextRef="#ctx0" brushRef="#br0" timeOffset="3">1825 229 1504 0 0,'-4'-5'963'0'0,"-6"-2"638"0"0,1-1 0 0 0,0 0 0 0 0,1-1 0 0 0,0 0 0 0 0,-9-14 0 0 0,15 21-1447 0 0,1 0 0 0 0,0 0 0 0 0,0-1-1 0 0,0 1 1 0 0,0-1 0 0 0,0 1-1 0 0,0-1 1 0 0,1 1 0 0 0,-1-1 0 0 0,1 0-1 0 0,0 1 1 0 0,0-1 0 0 0,0 0 0 0 0,0 1-1 0 0,0-1 1 0 0,0 1 0 0 0,1-1-1 0 0,-1 0 1 0 0,1 1 0 0 0,0-1 0 0 0,0 1-1 0 0,0-1 1 0 0,0 1 0 0 0,0 0 0 0 0,0-1-1 0 0,1 1 1 0 0,-1 0 0 0 0,1 0-1 0 0,0 0 1 0 0,2-3 0 0 0,5-3 22 0 0,0 0 0 0 0,1 1-1 0 0,-1 0 1 0 0,1 0 0 0 0,1 1 0 0 0,-1 1 0 0 0,1-1-1 0 0,0 2 1 0 0,0-1 0 0 0,1 2 0 0 0,-1 0 0 0 0,24-4 0 0 0,-13 4-35 0 0,0 1 0 0 0,0 1 0 0 0,0 1 0 0 0,-1 1 0 0 0,1 1 0 0 0,28 6 1 0 0,-39-5-101 0 0,-1 0 0 0 0,1 0 1 0 0,-1 1-1 0 0,1 0 0 0 0,-1 1 1 0 0,0 1-1 0 0,-1-1 0 0 0,1 1 0 0 0,9 9 1 0 0,-15-12-5 0 0,1 1 1 0 0,-1 0 0 0 0,0 0-1 0 0,-1 1 1 0 0,1-1-1 0 0,-1 1 1 0 0,0 0 0 0 0,0 0-1 0 0,0 0 1 0 0,-1 0-1 0 0,0 0 1 0 0,0 0 0 0 0,0 1-1 0 0,0-1 1 0 0,-1 1-1 0 0,0 0 1 0 0,0-1-1 0 0,-1 1 1 0 0,1 0 0 0 0,-1 5-1 0 0,-3 5 105 0 0,1 0-1 0 0,-2 0 1 0 0,0-1-1 0 0,-1 1 0 0 0,0-1 1 0 0,-1 0-1 0 0,-1-1 1 0 0,-1 0-1 0 0,0 0 0 0 0,-18 24 1 0 0,-10 6 692 0 0,-72 68 0 0 0,70-74-477 0 0,16-17-163 0 0,11-11-92 0 0,0 0 0 0 0,-9 13 0 0 0,20-23-101 0 0,0 0 0 0 0,-1 0 1 0 0,1 0-1 0 0,0 1 0 0 0,0-1 1 0 0,-1 0-1 0 0,1 0 1 0 0,0 1-1 0 0,0-1 0 0 0,0 0 1 0 0,-1 0-1 0 0,1 1 0 0 0,0-1 1 0 0,0 0-1 0 0,0 1 1 0 0,0-1-1 0 0,0 0 0 0 0,0 1 1 0 0,0-1-1 0 0,-1 0 0 0 0,1 0 1 0 0,0 1-1 0 0,0-1 0 0 0,0 0 1 0 0,0 1-1 0 0,0-1 1 0 0,1 0-1 0 0,-1 1 0 0 0,0-1 1 0 0,0 0-1 0 0,0 1 0 0 0,0-1 1 0 0,0 0-1 0 0,0 1 1 0 0,0-1-1 0 0,1 0 0 0 0,-1 0 1 0 0,0 1-1 0 0,0-1 0 0 0,0 0 1 0 0,1 0-1 0 0,-1 1 0 0 0,0-1 1 0 0,0 0-1 0 0,1 0 1 0 0,-1 0-1 0 0,0 1 0 0 0,0-1 1 0 0,1 0-1 0 0,-1 0 0 0 0,0 0 1 0 0,1 0-1 0 0,15 2-131 0 0,16-6-605 0 0,0-1-1 0 0,-1-1 0 0 0,35-12 0 0 0,-10 3-537 0 0,197-48-9467 0 0,-150 34 2762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2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520 134 1492 0 0,'3'-7'769'0'0,"0"1"-1"0"0,-1 0 1 0 0,0-1-1 0 0,0 1 1 0 0,0-1-1 0 0,-1 0 1 0 0,0 1-1 0 0,0-11 1 0 0,0 5-22 0 0,-1 8-476 0 0,0 0 1 0 0,0 1 0 0 0,-1-1-1 0 0,0 0 1 0 0,0 1 0 0 0,0-1 0 0 0,-2-4-1 0 0,3 7-223 0 0,0 0-1 0 0,-1 0 1 0 0,1 0-1 0 0,0 1 1 0 0,-1-1-1 0 0,1 0 1 0 0,-1 0-1 0 0,1 0 1 0 0,-1 0-1 0 0,1 0 1 0 0,-1 1-1 0 0,1-1 1 0 0,-1 0-1 0 0,0 0 1 0 0,0 1-1 0 0,1-1 1 0 0,-1 1-1 0 0,0-1 1 0 0,0 1-1 0 0,0-1 1 0 0,1 1-1 0 0,-1-1 0 0 0,0 1 1 0 0,0 0-1 0 0,0-1 1 0 0,0 1-1 0 0,0 0 1 0 0,0 0-1 0 0,0-1 1 0 0,0 1-1 0 0,0 0 1 0 0,0 0-1 0 0,-1 1 1 0 0,-7 3 66 0 0,0 0 0 0 0,1 1 0 0 0,0 0-1 0 0,0 1 1 0 0,0 0 0 0 0,0 0 0 0 0,1 1 0 0 0,0 0 0 0 0,-7 10 0 0 0,-56 78 442 0 0,59-78-480 0 0,-180 304 811 0 0,160-255-798 0 0,2 1-1 0 0,3 1 1 0 0,-19 81 0 0 0,40-129-75 0 0,1 1 1 0 0,1 0-1 0 0,0 0 1 0 0,2 0-1 0 0,1 0 1 0 0,0 0-1 0 0,6 37 1 0 0,-4-47-109 0 0,1 0-1 0 0,0 0 1 0 0,1 0 0 0 0,0 0-1 0 0,0 0 1 0 0,1-1-1 0 0,1 0 1 0 0,0 0 0 0 0,0 0-1 0 0,1-1 1 0 0,0 0 0 0 0,1 0-1 0 0,0-1 1 0 0,0 0 0 0 0,16 12-1 0 0,-11-11-285 0 0,2 0-1 0 0,-1-1 0 0 0,1-1 0 0 0,0 0 1 0 0,0-2-1 0 0,30 9 0 0 0,-18-9-1104 0 0,-1 0 0 0 0,1-2-1 0 0,40 0 1 0 0,-9-4-2068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23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332 167 848 0 0,'-1'-12'1065'0'0,"-1"0"-1"0"0,0 1 0 0 0,-1-1 1 0 0,0 1-1 0 0,0 0 1 0 0,-6-12-1 0 0,6 17-635 0 0,-1 0 0 0 0,1 0 0 0 0,-1 1 0 0 0,0-1 0 0 0,-1 1 0 0 0,1 0 0 0 0,-1 0 0 0 0,0 0 0 0 0,0 1 0 0 0,-1 0 0 0 0,1 0 0 0 0,-8-4 0 0 0,11 7-359 0 0,1 0 1 0 0,-1 0-1 0 0,0 1 0 0 0,0-1 1 0 0,0 1-1 0 0,0-1 1 0 0,0 1-1 0 0,0 0 0 0 0,-1 0 1 0 0,1 0-1 0 0,0 0 1 0 0,0 0-1 0 0,0 0 0 0 0,0 1 1 0 0,0-1-1 0 0,0 1 0 0 0,0-1 1 0 0,0 1-1 0 0,0 0 1 0 0,1-1-1 0 0,-1 1 0 0 0,0 0 1 0 0,0 1-1 0 0,0-1 1 0 0,1 0-1 0 0,-1 0 0 0 0,1 1 1 0 0,-1-1-1 0 0,1 1 0 0 0,-2 1 1 0 0,-6 8 144 0 0,0 0 0 0 0,0 0 0 0 0,-10 19 0 0 0,9-13 13 0 0,-11 15 16 0 0,2 2 0 0 0,2 0 0 0 0,-15 41 0 0 0,24-52-196 0 0,0 0 0 0 0,2 1 0 0 0,1 0 0 0 0,0 0 0 0 0,2 1 0 0 0,0 24 0 0 0,3-42-109 0 0,0-1-1 0 0,0 1 0 0 0,1-1 0 0 0,0 0 1 0 0,0 1-1 0 0,0-1 0 0 0,1 0 1 0 0,0 0-1 0 0,0 1 0 0 0,1-2 0 0 0,0 1 1 0 0,0 0-1 0 0,0 0 0 0 0,1-1 0 0 0,-1 0 1 0 0,1 0-1 0 0,1 0 0 0 0,-1 0 1 0 0,1 0-1 0 0,-1-1 0 0 0,1 0 0 0 0,1 0 1 0 0,-1 0-1 0 0,0-1 0 0 0,1 0 0 0 0,0 0 1 0 0,0 0-1 0 0,0-1 0 0 0,0 0 1 0 0,0 0-1 0 0,0 0 0 0 0,1-1 0 0 0,-1 0 1 0 0,1 0-1 0 0,9 0 0 0 0,6-1-1082 0 0,0-1-1 0 0,0-1 1 0 0,-1-1-1 0 0,1-1 0 0 0,-1-1 1 0 0,0 0-1 0 0,0-2 1 0 0,36-17-1 0 0,-17 6-2386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2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55 205 1944 0 0,'12'-38'4765'0'0,"0"-1"-1"0"0,10-79 1 0 0,-20 109-2761 0 0,-21 193 915 0 0,6-40-2404 0 0,-34 158-1225 0 0,34-245-1476 0 0,2-7-3632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24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391 543 2084 0 0,'0'-9'751'0'0,"1"1"-1"0"0,-1 0 1 0 0,1 0-1 0 0,1 0 1 0 0,0 0-1 0 0,0 0 1 0 0,0 0 0 0 0,1 0-1 0 0,0 1 1 0 0,6-10-1 0 0,-5 11-501 0 0,0 0 1 0 0,0 0-1 0 0,1 1 0 0 0,-1 0 1 0 0,1 0-1 0 0,1 0 0 0 0,-1 0 1 0 0,1 1-1 0 0,0 0 0 0 0,0 0 1 0 0,0 0-1 0 0,0 1 0 0 0,1 0 1 0 0,-1 0-1 0 0,1 1 0 0 0,0 0 1 0 0,0 0-1 0 0,13-2 0 0 0,7 2 51 0 0,1 0 0 0 0,0 2 0 0 0,0 1 0 0 0,0 1-1 0 0,0 1 1 0 0,-1 1 0 0 0,1 2 0 0 0,-1 1-1 0 0,-1 1 1 0 0,1 1 0 0 0,-1 2 0 0 0,-1 0 0 0 0,25 16-1 0 0,-38-20-190 0 0,-1 0-1 0 0,1 0 0 0 0,-2 2 0 0 0,1-1 0 0 0,-1 1 1 0 0,0 1-1 0 0,-1 0 0 0 0,0 0 0 0 0,-1 1 0 0 0,10 16 1 0 0,-14-19-33 0 0,0-1 1 0 0,-1 1-1 0 0,0 0 1 0 0,0 0-1 0 0,-1 0 1 0 0,0 0-1 0 0,-1 0 1 0 0,1 0-1 0 0,-2 1 1 0 0,1-1-1 0 0,-1 0 1 0 0,0 1-1 0 0,-1-1 1 0 0,0 0-1 0 0,0 1 1 0 0,-1-1-1 0 0,0 0 1 0 0,-4 8-1 0 0,-1 2-15 0 0,-1-1-1 0 0,0 0 1 0 0,-2-1-1 0 0,0 0 1 0 0,-1 0 0 0 0,0-1-1 0 0,-1 0 1 0 0,-1-1-1 0 0,0-1 1 0 0,-1 0-1 0 0,-18 13 1 0 0,0-4-11 0 0,0-1 1 0 0,-1-1-1 0 0,-1-2 0 0 0,-56 20 1 0 0,61-28-560 0 0,0-2 1 0 0,0 0 0 0 0,-51 4-1 0 0,77-11 251 0 0,-1-1 0 0 0,1 0 0 0 0,0 0 0 0 0,0 0 0 0 0,-1-1 0 0 0,1 1 0 0 0,0-1 0 0 0,0 0 0 0 0,0 1-1 0 0,0-2 1 0 0,0 1 0 0 0,0 0 0 0 0,0-1 0 0 0,-5-2 0 0 0,6 2-364 0 0,0 1-1 0 0,0-1 1 0 0,1 1 0 0 0,-1-1-1 0 0,1 0 1 0 0,-1 0 0 0 0,1 1-1 0 0,0-1 1 0 0,0 0 0 0 0,-1 0-1 0 0,1 0 1 0 0,-1-4-1 0 0</inkml:trace>
  <inkml:trace contextRef="#ctx0" brushRef="#br0" timeOffset="1">981 100 1476 0 0,'0'-86'10743'0'0,"0"86"-10676"0"0,0-1-1 0 0,0 1 1 0 0,0-1 0 0 0,0 1-1 0 0,0-1 1 0 0,0 0-1 0 0,0 1 1 0 0,1-1 0 0 0,-1 1-1 0 0,0-1 1 0 0,0 1 0 0 0,1-1-1 0 0,-1 1 1 0 0,0-1-1 0 0,1 1 1 0 0,-1-1 0 0 0,1 1-1 0 0,-1-1 1 0 0,0 1-1 0 0,1 0 1 0 0,-1-1 0 0 0,1 1-1 0 0,-1 0 1 0 0,1-1 0 0 0,-1 1-1 0 0,1 0 1 0 0,-1 0-1 0 0,1-1 1 0 0,0 1 0 0 0,-1 0-1 0 0,1 0 1 0 0,-1 0 0 0 0,1 0-1 0 0,0 0 1 0 0,-1 0-1 0 0,1 0 1 0 0,-1 0 0 0 0,1 0-1 0 0,0 0 1 0 0,23 5 1276 0 0,-23-5-1335 0 0,12 5 489 0 0,1 0 0 0 0,-1 1 0 0 0,0 1 0 0 0,16 10 1 0 0,51 40 798 0 0,-44-30-802 0 0,4 1-145 0 0,-1 2 0 0 0,-2 2-1 0 0,-1 2 1 0 0,34 40 0 0 0,-58-59-298 0 0,0 0-1 0 0,-1 1 1 0 0,-1 0 0 0 0,0 1 0 0 0,-1 0 0 0 0,-1 1 0 0 0,-1-1 0 0 0,-1 1-1 0 0,0 1 1 0 0,-1-1 0 0 0,-1 1 0 0 0,-1 0 0 0 0,2 29 0 0 0,-6-14-17 0 0,-2 0 0 0 0,-1 0 0 0 0,-1 0 0 0 0,-2-1 0 0 0,-20 60 0 0 0,-1-20-437 0 0,-52 99 0 0 0,-151 211-4953 0 0,55-143-2572 0 0,81-120 1251 0 0</inkml:trace>
  <inkml:trace contextRef="#ctx0" brushRef="#br0" timeOffset="2">36 3035 1976 0 0,'-3'-11'19557'0'0,"1"10"-19824"0"0,1 1 0 0 0,0 0-1 0 0,0-1 1 0 0,0 1 0 0 0,-1 0-1 0 0,1 0 1 0 0,0 0-1 0 0,0 0 1 0 0,-1 0 0 0 0,1 0-1 0 0,0 1 1 0 0,0-1 0 0 0,-1 0-1 0 0,1 0 1 0 0,0 1 0 0 0,0-1-1 0 0,0 1 1 0 0,0-1 0 0 0,0 1-1 0 0,-1 0 1 0 0,1-1 0 0 0,0 1-1 0 0,0 0 1 0 0,1 0 0 0 0,-1 0-1 0 0,-2 1 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32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 2320 0 0,'3'-9'19608'0'0,"-4"10"-19516"0"0,0 1 0 0 0,0-1 0 0 0,0 1 0 0 0,0 0 0 0 0,1-1 0 0 0,-1 1 0 0 0,1 0 1 0 0,0 0-1 0 0,-1-1 0 0 0,1 1 0 0 0,0 0 0 0 0,0 0 0 0 0,0-1 0 0 0,0 4 0 0 0,4 37 1037 0 0,0-8-665 0 0,-4 1 67 0 0,-4 196 1415 0 0,-7 90-558 0 0,8-261-1148 0 0,-3 102 120 0 0,-8 315 2153 0 0,-22 555-1971 0 0,48-600-279 0 0,-9-334-185 0 0,2 55-74 0 0,17 278-4 0 0,10 36 0 0 0,-15-176 0 0 0,47 481 0 0 0,-17-28 0 0 0,-35-9 0 0 0,-22 337 0 0 0,10-874 0 0 0,13 758 0 0 0,-6-508 0 0 0,0 11 0 0 0,1-32 0 0 0,-6-129 0 0 0,-1 221 0 0 0,-3-227 0 0 0,-5 156 0 0 0,3-307 0 0 0,0-115 0 0 0,4-7 0 0 0,0-1 0 0 0,0-2 0 0 0,0-2 0 0 0,0 2 0 0 0,-2-2 0 0 0,2-1 0 0 0,0 0 0 0 0,0 1 0 0 0,-2-2 0 0 0,1 3 0 0 0,0-1 0 0 0,1 2 0 0 0,-1 1 0 0 0,0 0 0 0 0,-1 1 0 0 0,1 0 0 0 0,1 0 0 0 0,-2-1 0 0 0,1-1 0 0 0,0-2 0 0 0,1-2 0 0 0,-1-1 0 0 0,0 3 0 0 0,1 1 0 0 0,-1-7 0 0 0,-1-18 0 0 0,1-7 0 0 0,1 9-2226 0 0,0-1 0 0 0,1 1 0 0 0,2-16 0 0 0,-1 15-497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35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1 222 104 0 0,'0'0'2103'0'0,"14"-8"898"0"0,32-24 9780 0 0,-30 36-12016 0 0,-13-4-453 0 0,5 2 16 0 0,0 0-1 0 0,0 0 0 0 0,0 0 0 0 0,0 1 0 0 0,13 7 0 0 0,-11-6-47 0 0,13 4 131 0 0,0-1-1 0 0,0-1 0 0 0,26 3 1 0 0,79 6 504 0 0,-104-13-765 0 0,71 2 603 0 0,124-9 1 0 0,-188 3-707 0 0,752-63 1397 0 0,769-50 625 0 0,79 86-1536 0 0,-85 39 146 0 0,-1062-8-447 0 0,594-6 613 0 0,-33-10-127 0 0,1355 3-164 0 0,-1465 13-431 0 0,-250 1-123 0 0,533-3 0 0 0,-891-1 0 0 0,130-2 0 0 0,-3-6 0 0 0,-371 8 0 0 0,110-5 0 0 0,-161 3 0 0 0,-4 2 0 0 0,-5 1 0 0 0,-2 0 0 0 0,3 0 0 0 0,-1 0 0 0 0,-3 0 0 0 0,-5-2-131 0 0,-21-5-2498 0 0,-3 6-1344 0 0,-16 3-529 0 0,1 0-2755 0 0,-4 0-4614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155 110 392 0 0,'-1'-3'1814'0'0,"-40"-76"8184"0"0,41 77-9555 0 0,-1 0-198 0 0,0 0-1 0 0,0 0 1 0 0,1 0 0 0 0,-1 1-1 0 0,0-1 1 0 0,-1 0 0 0 0,1 1-1 0 0,0-1 1 0 0,0 1 0 0 0,-1 0-1 0 0,1-1 1 0 0,-1 1 0 0 0,1 0-1 0 0,-4-2 1 0 0,0 8-227 0 0,1 1 0 0 0,0 0 0 0 0,1 0 0 0 0,-1 0 0 0 0,1 0 0 0 0,0 1 0 0 0,1-1 0 0 0,-1 1 0 0 0,0 7 1 0 0,-14 69 20 0 0,15-74-35 0 0,-5 38 29 0 0,2-1 0 0 0,3 84 0 0 0,3-100-34 0 0,2 1 0 0 0,1-1 0 0 0,2 0 0 0 0,1 0 0 0 0,14 36 0 0 0,-18-56 13 0 0,1 0 0 0 0,1-1 0 0 0,-1 0 0 0 0,2 0 1 0 0,-1 0-1 0 0,1 0 0 0 0,1-1 0 0 0,-1 0 1 0 0,1 0-1 0 0,15 12 0 0 0,-17-17 8 0 0,0 0 0 0 0,-1 0 0 0 0,1 0 0 0 0,0-1-1 0 0,1 0 1 0 0,-1 0 0 0 0,0 0 0 0 0,0-1 0 0 0,1 1 0 0 0,-1-1 0 0 0,1-1 0 0 0,-1 1 0 0 0,1-1-1 0 0,0 0 1 0 0,-1 0 0 0 0,1 0 0 0 0,-1-1 0 0 0,1 0 0 0 0,-1 0 0 0 0,1-1 0 0 0,8-3 0 0 0,-2 1 56 0 0,0-1 0 0 0,0-1 0 0 0,-1 0 0 0 0,0-1 0 0 0,0 0 0 0 0,-1 0 0 0 0,0-1 0 0 0,0-1 0 0 0,-1 1 0 0 0,0-2 0 0 0,-1 1 0 0 0,1-1 0 0 0,-2 0 0 0 0,0-1 0 0 0,0 0 0 0 0,-1 0 0 0 0,0-1 0 0 0,-1 1 0 0 0,0-1 0 0 0,-1 0 0 0 0,0 0 0 0 0,-1-1 0 0 0,0 1 0 0 0,-1-1 0 0 0,0-16 0 0 0,-2 9-48 0 0,-2-1-1 0 0,0 1 1 0 0,-1-1 0 0 0,-1 1 0 0 0,-1 0 0 0 0,-1 0-1 0 0,0 1 1 0 0,-2 0 0 0 0,0 0 0 0 0,-1 0 0 0 0,-1 1 0 0 0,-12-17-1 0 0,15 25-27 0 0,-1 0-1 0 0,0 1 1 0 0,0 0-1 0 0,-1 0 0 0 0,0 1 1 0 0,0 0-1 0 0,-1 1 0 0 0,0 0 1 0 0,-1 0-1 0 0,1 1 1 0 0,-1 0-1 0 0,0 1 0 0 0,-1 0 1 0 0,1 1-1 0 0,-1 1 0 0 0,0 0 1 0 0,0 0-1 0 0,0 1 1 0 0,0 0-1 0 0,-1 1 0 0 0,-16 1 1 0 0,14 1-311 0 0,1 0 1 0 0,0 1-1 0 0,-18 4 1 0 0,29-5-137 0 0,-1 0 0 0 0,0 0 1 0 0,1 1-1 0 0,-1-1 1 0 0,1 1-1 0 0,-1 0 1 0 0,1 0-1 0 0,0 0 0 0 0,0 0 1 0 0,0 0-1 0 0,0 1 1 0 0,0-1-1 0 0,0 1 0 0 0,1 0 1 0 0,-1 0-1 0 0,-3 6 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33 640 0 0,'0'0'4071'0'0,"-7"-10"-80"0"0,-7-13 4355 0 0,15 36-8064 0 0,9 313-1695 0 0,-6-220-1707 0 0,1-37-2038 0 0,-2-30-77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2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1 408 0 0,'0'0'15198'0'0,"0"0"-15182"0"0,1 0-1 0 0,0 1 1 0 0,0-1 0 0 0,-1 1-1 0 0,1 0 1 0 0,0-1 0 0 0,-1 1-1 0 0,1-1 1 0 0,0 1 0 0 0,-1 0-1 0 0,1 0 1 0 0,-1-1-1 0 0,1 1 1 0 0,0 1 0 0 0,-5 40 141 0 0,1 0 0 0 0,5 48 1 0 0,-2-73-135 0 0,2 66-92 0 0,4 80-2422 0 0,4-54-3872 0 0,-4-59 1354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1160 0 0,'0'0'2447'0'0,"25"-19"7448"0"0,-24 19-9670 0 0,-1 0 1 0 0,1 0 0 0 0,-1-1 0 0 0,1 1 0 0 0,-1 0 0 0 0,1 0 0 0 0,0 0 0 0 0,-1-1-1 0 0,1 1 1 0 0,-1 0 0 0 0,1 0 0 0 0,0 0 0 0 0,-1 0 0 0 0,1 0 0 0 0,0 0 0 0 0,-1 0-1 0 0,1 0 1 0 0,-1 1 0 0 0,1-1 0 0 0,0 0 0 0 0,-1 0 0 0 0,1 0 0 0 0,0 1-1 0 0,1 2-105 0 0,-1-1 0 0 0,0 0 0 0 0,0 1 0 0 0,-1-1 0 0 0,1 1 0 0 0,0-1 0 0 0,-1 1 0 0 0,1 3 1 0 0,13 77-213 0 0,54 350-1870 0 0,-35-144-7784 0 0,-28-215 3947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5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56 564 0 0,'1'14'19433'0'0,"-1"-13"-19361"0"0,0-1-1 0 0,0 1 0 0 0,0-1 1 0 0,0 0-1 0 0,0 1 1 0 0,0-1-1 0 0,0 1 0 0 0,0-1 1 0 0,0 1-1 0 0,0-1 1 0 0,0 1-1 0 0,0-1 0 0 0,0 0 1 0 0,1 1-1 0 0,-1-1 1 0 0,0 1-1 0 0,0-1 0 0 0,0 0 1 0 0,1 1-1 0 0,-1-1 1 0 0,0 1-1 0 0,1 0 0 0 0,0-1-37 0 0,0 0 0 0 0,0 1 0 0 0,0-1 0 0 0,0 1 0 0 0,0-1 0 0 0,0 0 0 0 0,1 0 0 0 0,-1 0 0 0 0,0 0 0 0 0,0 0 0 0 0,0 0 0 0 0,0 0 0 0 0,0 0 0 0 0,0 0 0 0 0,1 0 0 0 0,0-1 0 0 0,470-66-234 0 0,-232 53-1997 0 0,2 16-4026 0 0,-158 2 1670 0 0,1-2-2087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7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0 164 140 0 0,'0'0'10505'0'0,"13"7"-6921"0"0,-2-7-3484 0 0,0 0 0 0 0,0-1 1 0 0,0-1-1 0 0,0 0 0 0 0,0 0 0 0 0,0-1 0 0 0,13-5 0 0 0,27-6-13 0 0,384-71-61 0 0,-138 42-6797 0 0,-189 33 803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8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26 153 96 0 0,'-8'-10'4297'0'0,"-10"-28"8887"0"0,67 36-13089 0 0,80-16 1 0 0,-24 3-72 0 0,227-18-1750 0 0,-85 9-5042 0 0,-112 11-126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49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16 2260 0 0,'-11'-16'14190'0'0,"11"17"-14087"0"0,-10 15 1500 0 0,-3 24-1122 0 0,-44 204 616 0 0,48-188-1578 0 0,3 0 0 0 0,1 82 1 0 0,6-116-597 0 0,0-1 0 0 0,7 29 0 0 0,-5-39-503 0 0,0 0 0 0 0,0 0 0 0 0,8 14 0 0 0,5 5-4757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50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1036 0 0,'12'-6'7525'0'0,"-11"4"-7125"0"0,0 1 0 0 0,0-1 0 0 0,0 0 0 0 0,-1 0 0 0 0,1 0 0 0 0,0 0 0 0 0,-1 0 0 0 0,1 0 0 0 0,-1 0 0 0 0,0 0 0 0 0,1-3 0 0 0,-1 3-263 0 0,0 0-1 0 0,0 0 0 0 0,0 0 1 0 0,1 0-1 0 0,-1-1 0 0 0,1 1 0 0 0,-1 0 1 0 0,1 0-1 0 0,0 0 0 0 0,0 0 1 0 0,0 0-1 0 0,0 0 0 0 0,0 0 1 0 0,1 1-1 0 0,-1-1 0 0 0,0 0 0 0 0,3-1 1 0 0,6-5-94 0 0,0 1 1 0 0,0 1-1 0 0,1-1 0 0 0,0 2 1 0 0,0 0-1 0 0,0 0 1 0 0,1 1-1 0 0,-1 0 0 0 0,1 1 1 0 0,0 0-1 0 0,18-1 1 0 0,-19 3-37 0 0,0 0-1 0 0,1 1 1 0 0,-1 0 0 0 0,1 1 0 0 0,-1 0 0 0 0,0 1 0 0 0,0 0 0 0 0,0 1 0 0 0,0 0 0 0 0,0 0 0 0 0,0 2 0 0 0,18 9 0 0 0,-26-12-7 0 0,0 0 0 0 0,1 0 1 0 0,-1 1-1 0 0,0-1 1 0 0,0 1-1 0 0,0 0 1 0 0,-1 0-1 0 0,1 0 1 0 0,-1 1-1 0 0,0-1 1 0 0,1 0-1 0 0,-1 1 1 0 0,-1-1-1 0 0,1 1 1 0 0,1 6-1 0 0,-1-4 1 0 0,-1 0 1 0 0,0 0-1 0 0,-1 0 0 0 0,1 0 0 0 0,-1 0 0 0 0,-1 0 0 0 0,1 0 1 0 0,-1 0-1 0 0,-2 8 0 0 0,-3 5 1 0 0,0 0 1 0 0,-1-1 0 0 0,-1 1-1 0 0,-1-2 1 0 0,-15 23-1 0 0,-3 0 277 0 0,-61 69 0 0 0,-44 28 366 0 0,123-128-637 0 0,3-2 52 0 0,0 0 1 0 0,0 1-1 0 0,-7 12 0 0 0,13-20-57 0 0,0 1-1 0 0,0-1 1 0 0,0 1-1 0 0,0-1 1 0 0,1 0-1 0 0,-1 1 0 0 0,0-1 1 0 0,0 1-1 0 0,0-1 1 0 0,0 0-1 0 0,1 1 1 0 0,-1-1-1 0 0,0 0 1 0 0,0 1-1 0 0,1-1 1 0 0,-1 0-1 0 0,0 1 0 0 0,1-1 1 0 0,-1 0-1 0 0,0 0 1 0 0,1 1-1 0 0,-1-1 1 0 0,0 0-1 0 0,1 0 1 0 0,-1 0-1 0 0,0 0 1 0 0,1 1-1 0 0,-1-1 1 0 0,1 0-1 0 0,-1 0 0 0 0,0 0 1 0 0,1 0-1 0 0,-1 0 1 0 0,1 0-1 0 0,-1 0 1 0 0,0 0-1 0 0,1 0 1 0 0,-1 0-1 0 0,1 0 1 0 0,0-1-1 0 0,36-1-102 0 0,-1-3 1 0 0,73-18-1 0 0,-38 7-968 0 0,71-15-4712 0 0,-119 26 3797 0 0,40-9-4496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51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90 844 0 0,'-5'-12'6039'0'0,"2"-7"-1565"0"0,4 17-4322 0 0,-1 0-1 0 0,1 0 0 0 0,0 1 0 0 0,-1-1 0 0 0,1 1 1 0 0,0-1-1 0 0,0 0 0 0 0,0 1 0 0 0,0 0 0 0 0,0-1 1 0 0,1 1-1 0 0,-1 0 0 0 0,0-1 0 0 0,1 1 0 0 0,2-2 1 0 0,5-2-62 0 0,-1 1-1 0 0,1 0 1 0 0,0 0 0 0 0,0 1 0 0 0,0 0 0 0 0,0 0 0 0 0,1 1 0 0 0,-1 0 0 0 0,1 1 0 0 0,-1 0 0 0 0,1 1 0 0 0,0-1 0 0 0,-1 2 0 0 0,1 0 0 0 0,0 0 0 0 0,-1 1 0 0 0,1 0-1 0 0,13 5 1 0 0,-20-6-87 0 0,-1 0 0 0 0,0 0-1 0 0,0 0 1 0 0,0 0-1 0 0,0 1 1 0 0,0-1-1 0 0,-1 0 1 0 0,1 1 0 0 0,0 0-1 0 0,-1 0 1 0 0,1-1-1 0 0,-1 1 1 0 0,1 0-1 0 0,-1 0 1 0 0,0 0 0 0 0,0 0-1 0 0,0 0 1 0 0,1 5-1 0 0,-1-3 3 0 0,0 0-1 0 0,-1 0 0 0 0,0 0 1 0 0,1 0-1 0 0,-2 0 0 0 0,1 0 1 0 0,0 0-1 0 0,-1 0 0 0 0,0 0 0 0 0,1-1 1 0 0,-4 7-1 0 0,-2 4 7 0 0,0 0 1 0 0,-2 0-1 0 0,1-1 0 0 0,-2 0 1 0 0,-19 23-1 0 0,15-19-11 0 0,-17 26-1 0 0,29-42 2 0 0,1-1 0 0 0,-1 1 0 0 0,1 0 0 0 0,-1 0 0 0 0,1 0 0 0 0,-1 0 0 0 0,1-1 0 0 0,0 1 0 0 0,-1 0 0 0 0,1 0 0 0 0,0 0 0 0 0,0 0 0 0 0,-1 0 0 0 0,1 0 0 0 0,0 0-1 0 0,0 0 1 0 0,0 0 0 0 0,0 0 0 0 0,1 0 0 0 0,-1 0 0 0 0,0 0 0 0 0,0 0 0 0 0,0 0 0 0 0,1 0 0 0 0,-1 0 0 0 0,1 0 0 0 0,-1 0 0 0 0,0 0 0 0 0,1-1 0 0 0,0 1 0 0 0,-1 0-1 0 0,1 0 1 0 0,-1-1 0 0 0,1 1 0 0 0,0 0 0 0 0,1 0 0 0 0,2 2 1 0 0,0-1 0 0 0,1 0 0 0 0,0 0 0 0 0,-1-1 0 0 0,1 1 0 0 0,6 0 1 0 0,7 3-1 0 0,27 11-3 0 0,-15-7 29 0 0,-1 2 0 0 0,51 27-1 0 0,-77-37 41 0 0,1 1-1 0 0,-1 0 0 0 0,0 0 0 0 0,0 0 0 0 0,0 1 0 0 0,-1-1 0 0 0,1 1 1 0 0,0 0-1 0 0,-1-1 0 0 0,0 1 0 0 0,0 0 0 0 0,0 0 0 0 0,0 1 1 0 0,0-1-1 0 0,1 4 0 0 0,-2-4-12 0 0,-1-1-1 0 0,0 1 1 0 0,0 0 0 0 0,1-1 0 0 0,-2 1 0 0 0,1 0-1 0 0,0-1 1 0 0,0 1 0 0 0,-1 0 0 0 0,0-1-1 0 0,1 1 1 0 0,-1-1 0 0 0,0 1 0 0 0,0-1 0 0 0,0 1-1 0 0,-1-1 1 0 0,1 1 0 0 0,-1-1 0 0 0,1 0-1 0 0,-1 0 1 0 0,-3 3 0 0 0,-3 4 26 0 0,-2 0-1 0 0,1 0 1 0 0,-1-1-1 0 0,0-1 1 0 0,-1 0-1 0 0,-17 9 1 0 0,4-4-10 0 0,0-1 0 0 0,-30 8 0 0 0,25-11-222 0 0,0 0 0 0 0,-1-2-1 0 0,0-1 1 0 0,-33 0 0 0 0,40-4-1955 0 0,0-2 0 0 0,0 0 1 0 0,-30-7-1 0 0,12 0-5155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51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34 260 0 0,'0'0'3987'0'0,"-29"-19"7538"0"0,26 16-10264 0 0,0 1-1 0 0,0-1 0 0 0,0 1 1 0 0,-6-3-1 0 0,8 7-1236 0 0,0 0 0 0 0,0 0 0 0 0,0 0 1 0 0,1 0-1 0 0,-1 0 0 0 0,1 0 0 0 0,-1 0 0 0 0,1 0 0 0 0,0 0 0 0 0,0 0 1 0 0,-1 0-1 0 0,2 2 0 0 0,2 34 95 0 0,-1-15-52 0 0,-2-10-130 0 0,14 232-390 0 0,0-124-2907 0 0,8-2-5230 0 0,-13-80 886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52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46 920 0 0,'-2'1'4456'0'0,"-21"0"2592"0"0,13-1-4333 0 0,10 0-2699 0 0,-1 0 0 0 0,1 0 0 0 0,0 0 0 0 0,0 0 0 0 0,-1 0 0 0 0,1 0 1 0 0,0 0-1 0 0,0 0 0 0 0,0 0 0 0 0,0 0 0 0 0,-1 0 0 0 0,1 0 0 0 0,0 0 0 0 0,0-1 0 0 0,0 1 0 0 0,-1 0 0 0 0,1 0 0 0 0,0 0 0 0 0,0 0 0 0 0,0 0 0 0 0,0-1 0 0 0,0 1 0 0 0,0 0 0 0 0,-1 0 0 0 0,1 0 0 0 0,0 0 0 0 0,0-1 0 0 0,0 1 0 0 0,0 0 0 0 0,0 0 0 0 0,0 0 0 0 0,0-1 0 0 0,0 1 0 0 0,0 0 0 0 0,0 0 0 0 0,0 0 0 0 0,0-1 0 0 0,0 1 0 0 0,0 0 0 0 0,0 0 0 0 0,0 0 0 0 0,0-1 0 0 0,0 1 0 0 0,0 0 0 0 0,0 0 0 0 0,0 0 0 0 0,0-1 0 0 0,0 1 0 0 0,1 0 0 0 0,-1 0 0 0 0,0 0 0 0 0,0 0 0 0 0,0-1 0 0 0,0 1 0 0 0,0 0 0 0 0,1 0 0 0 0,11-12 302 0 0,-1 7-280 0 0,-1 0 0 0 0,1 1 0 0 0,0 1 0 0 0,0 0 1 0 0,0 1-1 0 0,1 0 0 0 0,-1 0 0 0 0,0 1 0 0 0,1 0 1 0 0,-1 1-1 0 0,23 3 0 0 0,-26-2-31 0 0,0 0-1 0 0,-1 1 1 0 0,1-1 0 0 0,0 1 0 0 0,-1 1-1 0 0,0 0 1 0 0,1 0 0 0 0,-1 0-1 0 0,0 1 1 0 0,0 0 0 0 0,-1 0 0 0 0,1 1-1 0 0,-1 0 1 0 0,0 0 0 0 0,0 0-1 0 0,-1 1 1 0 0,0 0 0 0 0,8 10 0 0 0,-10-11-5 0 0,-1 1 1 0 0,0-1 0 0 0,0 1 0 0 0,-1-1 0 0 0,1 1 0 0 0,-1-1 0 0 0,0 1 0 0 0,-1 0 0 0 0,0-1 0 0 0,0 1 0 0 0,0 0 0 0 0,0 0 0 0 0,-1-1 0 0 0,0 1-1 0 0,0 0 1 0 0,-3 7 0 0 0,-2 6 5 0 0,-1 0-1 0 0,-1-1 1 0 0,-13 24 0 0 0,0-10 14 0 0,0 0 1 0 0,-41 43 0 0 0,1-1-26 0 0,60-73 0 0 0,1 0 3 0 0,0-1 0 0 0,0 0 0 0 0,0 1 0 0 0,0-1 0 0 0,0 0 0 0 0,0 1 0 0 0,0-1 0 0 0,1 0 0 0 0,-1 1 0 0 0,0-1 0 0 0,0 0 0 0 0,0 1 1 0 0,0-1-1 0 0,0 0 0 0 0,0 1 0 0 0,1-1 0 0 0,-1 0 0 0 0,0 1 0 0 0,0-1 0 0 0,1 0 0 0 0,-1 0 0 0 0,0 1 0 0 0,0-1 0 0 0,1 0 0 0 0,-1 0 0 0 0,0 0 1 0 0,0 0-1 0 0,1 1 0 0 0,-1-1 0 0 0,0 0 0 0 0,1 0 0 0 0,-1 0 0 0 0,0 0 0 0 0,1 0 0 0 0,-1 0 0 0 0,0 0 0 0 0,1 0 0 0 0,-1 0 0 0 0,0 0 1 0 0,1 0-1 0 0,-1 0 0 0 0,0 0 0 0 0,1 0 0 0 0,0 0 0 0 0,50-17-349 0 0,90-44-1 0 0,49-42-7344 0 0,-131 68 1390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53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35 120 152 0 0,'-2'-1'4949'0'0,"-22"-13"4406"0"0,15 6-7553 0 0,15 1-1747 0 0,0 1 1 0 0,0-1-1 0 0,1 1 0 0 0,0 0 0 0 0,0 0 0 0 0,0 1 0 0 0,1 0 1 0 0,-1 0-1 0 0,1 1 0 0 0,1 0 0 0 0,11-4 0 0 0,-4 2-41 0 0,1 1-1 0 0,0 0 1 0 0,0 1-1 0 0,0 1 0 0 0,20-1 1 0 0,-31 4-11 0 0,-1 0 1 0 0,1 0-1 0 0,-1 0 0 0 0,1 1 1 0 0,-1 0-1 0 0,1 0 0 0 0,-1 0 1 0 0,0 1-1 0 0,0 0 0 0 0,1 0 1 0 0,-1 0-1 0 0,0 1 0 0 0,6 4 1 0 0,-8-5-1 0 0,0 0 1 0 0,0 1-1 0 0,0 0 1 0 0,-1-1 0 0 0,1 1-1 0 0,-1 0 1 0 0,0 0-1 0 0,0 1 1 0 0,0-1-1 0 0,0 0 1 0 0,0 1-1 0 0,-1-1 1 0 0,1 1-1 0 0,-1-1 1 0 0,0 1 0 0 0,-1 0-1 0 0,1-1 1 0 0,0 1-1 0 0,-1 0 1 0 0,0 5-1 0 0,0 3 9 0 0,-2-1-1 0 0,1 1 0 0 0,-1 0 1 0 0,-1-1-1 0 0,0 1 0 0 0,-1-1 1 0 0,-8 17-1 0 0,-44 74 47 0 0,46-85-50 0 0,-21 42 39 0 0,30-57-51 0 0,0 1 12 0 0,1-3-8 0 0,0 1 0 0 0,-1-1 0 0 0,1 0 0 0 0,0 0 0 0 0,0 0 0 0 0,0 1 0 0 0,0-1 0 0 0,0 0 0 0 0,-1 0 0 0 0,1 1 0 0 0,0-1 0 0 0,0 0 0 0 0,0 0 0 0 0,0 1 0 0 0,0-1 0 0 0,0 0 0 0 0,0 0 0 0 0,0 1 0 0 0,0-1 0 0 0,0 0 0 0 0,0 0 0 0 0,0 1 0 0 0,0-1 0 0 0,0 0 0 0 0,0 0 0 0 0,0 1 0 0 0,0-1 0 0 0,0 0 0 0 0,0 0 0 0 0,1 1 0 0 0,-1-1 0 0 0,0 0 0 0 0,0 0 0 0 0,0 0 0 0 0,0 1 0 0 0,0-1 0 0 0,1 0 0 0 0,34-2-20 0 0,24 1 42 0 0,-42 2 47 0 0,0 1-1 0 0,0 1 1 0 0,0 1 0 0 0,0 1-1 0 0,30 12 1 0 0,-35-12 65 0 0,-1 1 1 0 0,0 0 0 0 0,0 1-1 0 0,0 0 1 0 0,-1 1-1 0 0,0 0 1 0 0,0 1 0 0 0,-1 0-1 0 0,8 11 1 0 0,-14-18-67 0 0,-1 1 1 0 0,0 0-1 0 0,-1 0 1 0 0,1 1-1 0 0,-1-1 1 0 0,1 0-1 0 0,-1 0 1 0 0,0 1 0 0 0,0-1-1 0 0,0 1 1 0 0,-1-1-1 0 0,1 1 1 0 0,-1-1-1 0 0,0 1 1 0 0,0 5-1 0 0,-1-3 0 0 0,0 1 1 0 0,0-1-1 0 0,-1 0 0 0 0,0 1 0 0 0,0-1 0 0 0,-1 0 0 0 0,0 0 1 0 0,-3 5-1 0 0,-4 4-3 0 0,0 0 1 0 0,-2 0 0 0 0,1-1-1 0 0,-2-1 1 0 0,-16 14-1 0 0,12-13-102 0 0,0 0 0 0 0,-2-1 0 0 0,1-2-1 0 0,-1 0 1 0 0,-1 0 0 0 0,0-2 0 0 0,0-1-1 0 0,-1 0 1 0 0,-42 9 0 0 0,41-13-1668 0 0,-43 2-1 0 0,42-6-2215 0 0,-43-5-1 0 0,28-1-3241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28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2200 0 0,'7'-31'6815'0'0,"4"-16"-1335"0"0,-10 46-5348 0 0,1-9 253 0 0,0 0-2517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1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62 124 0 0,'6'-8'11072'0'0,"-6"-9"-7632"0"0,0 15-2941 0 0,-11-27-326 0 0,11 29-175 0 0,0-1-1 0 0,0 1 1 0 0,0 0-1 0 0,0 0 1 0 0,0-1-1 0 0,-1 1 1 0 0,1 0-1 0 0,0 0 1 0 0,0-1-1 0 0,0 1 1 0 0,0 0-1 0 0,0 0 1 0 0,-1 0-1 0 0,1-1 1 0 0,0 1-1 0 0,0 0 1 0 0,0 0-1 0 0,-1 0 1 0 0,1-1 0 0 0,0 1-1 0 0,0 0 1 0 0,-1 0-1 0 0,1 0 1 0 0,0 0-1 0 0,0 0 1 0 0,-1 0-1 0 0,1-1 1 0 0,0 1-1 0 0,0 0 1 0 0,-1 0-1 0 0,1 0 1 0 0,0 0-1 0 0,0 0 1 0 0,-1 0-1 0 0,1 0 1 0 0,0 0-1 0 0,-1 0 1 0 0,1 0-1 0 0,0 1 1 0 0,0-1 0 0 0,-1 0-1 0 0,1 0 1 0 0,0 0-1 0 0,0 0 1 0 0,-1 0-1 0 0,1 0 1 0 0,0 1-1 0 0,0-1 1 0 0,-1 0-1 0 0,1 0 1 0 0,0 0-1 0 0,0 0 1 0 0,0 1-1 0 0,0-1 1 0 0,-1 0-1 0 0,1 0 1 0 0,0 1-1 0 0,0-1 1 0 0,0 0-1 0 0,0 0 1 0 0,0 1 0 0 0,0-1-1 0 0,-1 1 1 0 0,-1 2-2 0 0,-1 1 0 0 0,1-1 1 0 0,-1 1-1 0 0,1 0 1 0 0,-3 7-1 0 0,4-9-11 0 0,-1 2-4 0 0,2-4 21 0 0,0 0 0 0 0,0 0 0 0 0,0 0 1 0 0,0 0-1 0 0,0 0 0 0 0,0 0 0 0 0,1 0 0 0 0,-1 0 1 0 0,0 0-1 0 0,0 0 0 0 0,0 0 0 0 0,0 0 0 0 0,0 0 1 0 0,0 0-1 0 0,0 0 0 0 0,0 0 0 0 0,0 0 0 0 0,0 0 1 0 0,0 0-1 0 0,0 0 0 0 0,0 1 0 0 0,0-1 1 0 0,1 0-1 0 0,-1 0 0 0 0,0 0 0 0 0,0 0 0 0 0,0 0 1 0 0,0 0-1 0 0,0 0 0 0 0,0 0 0 0 0,0 0 0 0 0,0 0 1 0 0,0 0-1 0 0,0 0 0 0 0,0 0 0 0 0,0 0 0 0 0,0 0 1 0 0,0 1-1 0 0,0-1 0 0 0,0 0 0 0 0,0 0 1 0 0,0 0-1 0 0,0 0 0 0 0,0 0 0 0 0,0 0 0 0 0,0 0 1 0 0,0 0-1 0 0,0 0 0 0 0,0 0 0 0 0,0 0 0 0 0,0 0 1 0 0,0 0-1 0 0,0 0 0 0 0,0 1 0 0 0,0-1 0 0 0,0 0 1 0 0,0 0-1 0 0,0 0 0 0 0,0 0 0 0 0,-1 0 1 0 0,1 0-1 0 0,0 0 0 0 0,0 0 0 0 0,0 0 0 0 0,9-4 18 0 0,-6 2-1 0 0,2-6 67 0 0,-2-8-546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1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591 73 636 0 0,'-7'-3'829'0'0,"0"0"0"0"0,0 0 0 0 0,0 1 0 0 0,-1 0-1 0 0,1 1 1 0 0,0 0 0 0 0,-1 0 0 0 0,0 0 0 0 0,-13 1 0 0 0,7 1-265 0 0,0 1 1 0 0,0 1-1 0 0,0 0 0 0 0,-24 9 1 0 0,4 2-234 0 0,1 1 0 0 0,1 2 0 0 0,-37 26 0 0 0,51-30-255 0 0,0 0 1 0 0,1 1 0 0 0,0 1 0 0 0,2 1 0 0 0,0 0 0 0 0,0 1 0 0 0,1 0 0 0 0,2 1 0 0 0,0 1 0 0 0,-18 36 0 0 0,19-28-8 0 0,1 0 0 0 0,1 0-1 0 0,1 1 1 0 0,2 0 0 0 0,0 0 0 0 0,2 1 0 0 0,0 57-1 0 0,4-32-14 0 0,3 0-1 0 0,2 0 1 0 0,3 0-1 0 0,2 0 0 0 0,2-1 1 0 0,2-1-1 0 0,35 83 1 0 0,-38-113-11 0 0,0-1-1 0 0,1 0 1 0 0,1-1 0 0 0,1-1 0 0 0,1 0 0 0 0,0-1 0 0 0,34 31 0 0 0,-39-41 13 0 0,0 0 0 0 0,1 0 0 0 0,0-1 0 0 0,0-1 0 0 0,0 0 0 0 0,1 0 0 0 0,0-1 0 0 0,0-1 0 0 0,0 0 0 0 0,0-1 0 0 0,1 0 0 0 0,0 0 1 0 0,0-2-1 0 0,-1 1 0 0 0,1-2 0 0 0,17 0 0 0 0,-15-2 32 0 0,0 0 0 0 0,0-1 1 0 0,0-1-1 0 0,0 0 0 0 0,0-1 1 0 0,-1-1-1 0 0,0 0 0 0 0,0-1 1 0 0,0 0-1 0 0,12-10 0 0 0,-8 4-8 0 0,-1-1-1 0 0,-1-1 1 0 0,0 0-1 0 0,-1-1 1 0 0,-1-1 0 0 0,18-26-1 0 0,-10 7-23 0 0,-1-1 0 0 0,-2-1 0 0 0,-2 0 0 0 0,-1-1 0 0 0,-3-1-1 0 0,17-78 1 0 0,-23 78 10 0 0,-1-1-1 0 0,-2 0 0 0 0,-2 0 1 0 0,-2-1-1 0 0,-2 1 0 0 0,-1 0 1 0 0,-2 0-1 0 0,-2 1 0 0 0,-2-1 1 0 0,-23-64-1 0 0,22 79-40 0 0,-2 0-1 0 0,-1 1 0 0 0,0 0 1 0 0,-2 2-1 0 0,-1-1 0 0 0,-1 2 1 0 0,-21-22-1 0 0,21 27-24 0 0,0 1-1 0 0,-1 1 1 0 0,-1 1-1 0 0,0 0 1 0 0,-1 2-1 0 0,0 0 1 0 0,-1 1-1 0 0,0 1 1 0 0,-27-8-1 0 0,30 13-212 0 0,0 0 0 0 0,0 1 0 0 0,-1 1 0 0 0,1 1-1 0 0,-1 0 1 0 0,1 2 0 0 0,-1 0 0 0 0,-34 5 0 0 0,36-2-430 0 0,0 0 0 0 0,0 2 1 0 0,1 0-1 0 0,-1 1 0 0 0,2 0 1 0 0,-1 2-1 0 0,1 0 0 0 0,0 0 0 0 0,-25 19 1 0 0,11-2-2776 0 0,2 2-1434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03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116 114 880 0 0,'0'0'2462'0'0,"-14"-23"831"0"0,-13-13-660 0 0,26 34-2361 0 0,-27-8 603 0 0,61-20-105 0 0,-32 28-503 0 0,-1 2-261 0 0,0-1 0 0 0,0 1 0 0 0,0-1-1 0 0,0 1 1 0 0,-1-1 0 0 0,1 1-1 0 0,0-1 1 0 0,0 1 0 0 0,0-1 0 0 0,-1 1-1 0 0,1-1 1 0 0,0 1 0 0 0,-1-1-1 0 0,1 1 1 0 0,-1 0 0 0 0,1-1 0 0 0,0 1-1 0 0,-1 0 1 0 0,1-1 0 0 0,-1 1-1 0 0,1 0 1 0 0,-1 0 0 0 0,1-1 0 0 0,-1 1-1 0 0,1 0 1 0 0,-1 0 0 0 0,1 0-1 0 0,-1 0 1 0 0,1-1 0 0 0,-1 1 0 0 0,1 0-1 0 0,-1 0 1 0 0,1 0 0 0 0,-1 0-1 0 0,0 0 1 0 0,1 1 0 0 0,-1-1 0 0 0,-2 0-14 0 0,0 0 28 0 0,-29 5-34 0 0,29-4 6 0 0,0 0 15 0 0,-3 1-357 0 0,-8 2 336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0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919 109 460 0 0,'-8'-10'650'0'0,"-2"0"-1"0"0,1 1 1 0 0,-1 1-1 0 0,0 0 1 0 0,0 0 0 0 0,-1 1-1 0 0,0 0 1 0 0,-1 1-1 0 0,1 0 1 0 0,-1 1 0 0 0,-16-5-1 0 0,13 6-360 0 0,-1 1-1 0 0,0 0 0 0 0,-1 1 0 0 0,1 0 1 0 0,0 2-1 0 0,0 0 0 0 0,0 1 1 0 0,-20 3-1 0 0,9 1-182 0 0,1 2 0 0 0,0 0 1 0 0,0 2-1 0 0,1 1 0 0 0,0 1 0 0 0,1 1 1 0 0,0 1-1 0 0,1 1 0 0 0,0 1 0 0 0,-33 29 0 0 0,29-18 53 0 0,1 1 0 0 0,1 1 0 0 0,2 1 0 0 0,1 1 0 0 0,1 1 0 0 0,1 1 0 0 0,-27 63 0 0 0,27-47 16 0 0,3 1-1 0 0,1 0 1 0 0,3 1-1 0 0,2 1 1 0 0,-4 57-1 0 0,12-75-119 0 0,1 0-1 0 0,2 0 0 0 0,1 0 0 0 0,2 0 1 0 0,1-1-1 0 0,2 1 0 0 0,1-1 0 0 0,16 43 1 0 0,-17-58-42 0 0,1 0 0 0 0,1 0 0 0 0,0-1 0 0 0,1 0 0 0 0,1-1 0 0 0,0 0 1 0 0,2 0-1 0 0,-1-1 0 0 0,2-1 0 0 0,-1 0 0 0 0,2-1 0 0 0,0 0 0 0 0,0-1 0 0 0,1 0 0 0 0,1-2 1 0 0,24 13-1 0 0,-13-12 12 0 0,0 0 1 0 0,1-2-1 0 0,1-1 1 0 0,-1-1-1 0 0,1-2 1 0 0,0 0 0 0 0,0-2-1 0 0,57-4 1 0 0,-40-2 77 0 0,0-2 1 0 0,-1-3-1 0 0,0-1 1 0 0,85-31-1 0 0,-100 28-47 0 0,-1-1 0 0 0,0-1 1 0 0,-1-2-1 0 0,-1 0 0 0 0,-1-2 0 0 0,-1-1 0 0 0,0-1 0 0 0,-1-1 1 0 0,-2-1-1 0 0,37-48 0 0 0,-35 38-26 0 0,-3-2-1 0 0,0 0 1 0 0,-2-1 0 0 0,-2 0-1 0 0,-2-2 1 0 0,-1 0 0 0 0,-2-1-1 0 0,10-50 1 0 0,-17 62-29 0 0,-2 0 1 0 0,0-1-1 0 0,-2 1 0 0 0,-1-1 1 0 0,-1 1-1 0 0,-1 0 0 0 0,-2-1 1 0 0,-11-45-1 0 0,10 56-4 0 0,-1 0-1 0 0,-1 0 0 0 0,0 0 1 0 0,-1 1-1 0 0,-1 0 1 0 0,0 1-1 0 0,-1 0 1 0 0,-1 1-1 0 0,0-1 0 0 0,-1 2 1 0 0,-1 0-1 0 0,0 0 1 0 0,0 2-1 0 0,-20-14 1 0 0,12 12 6 0 0,-1 1 0 0 0,-1 1 1 0 0,0 1-1 0 0,0 1 1 0 0,-1 1-1 0 0,0 1 1 0 0,0 1-1 0 0,-1 1 0 0 0,-32-2 1 0 0,6 4-300 0 0,0 3 1 0 0,0 1-1 0 0,-78 13 0 0 0,97-9-449 0 0,0 2-1 0 0,0 2 1 0 0,-43 17-1 0 0,42-12-2356 0 0,-39 23-1 0 0,41-18-797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8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1 392 728 0 0,'13'-21'7705'0'0,"1"-5"-1877"0"0,-13 26-5737 0 0,-1 0 0 0 0,1-1 0 0 0,0 1 0 0 0,-1-1 0 0 0,1 0 0 0 0,-1 1 0 0 0,1-1 0 0 0,-1 1 0 0 0,0-1 0 0 0,1 0 0 0 0,-1 1-1 0 0,1-1 1 0 0,-1 0 0 0 0,0 0 0 0 0,0 1 0 0 0,0-1 0 0 0,1-1 0 0 0,3-6 3252 0 0,1 27-2395 0 0,-1 21-898 0 0,-1 175-54 0 0,-5-197 6 0 0,1-11 0 0 0,0-1 0 0 0,0 1-1 0 0,1-1 1 0 0,0 1 0 0 0,0 8-1 0 0,0 4 600 0 0,0-33-411 0 0,0-32-145 0 0,2-27-17 0 0,4 1-1 0 0,2 0 1 0 0,22-85-1 0 0,-29 153-23 0 0,31-112-24 0 0,-28 105 18 0 0,0 0 0 0 0,1 0 0 0 0,0 1 0 0 0,1-1 0 0 0,0 1 0 0 0,1 1 0 0 0,15-18 0 0 0,-20 24 1 0 0,1 0 0 0 0,-1 1 1 0 0,1-1-1 0 0,0 1 0 0 0,0-1 0 0 0,0 1 0 0 0,0 0 0 0 0,0 1 0 0 0,0-1 0 0 0,1 0 0 0 0,-1 1 0 0 0,7-2 0 0 0,-8 2 1 0 0,0 1 0 0 0,0 0 0 0 0,0 0 1 0 0,0 0-1 0 0,-1 0 0 0 0,1 1 0 0 0,0-1 0 0 0,0 0 0 0 0,0 1 0 0 0,-1-1 0 0 0,1 1 0 0 0,0 0 0 0 0,0 0 0 0 0,-1-1 0 0 0,1 1 0 0 0,-1 0 0 0 0,1 0 1 0 0,-1 0-1 0 0,1 1 0 0 0,-1-1 0 0 0,0 0 0 0 0,1 0 0 0 0,-1 1 0 0 0,0-1 0 0 0,2 3 0 0 0,2 4 14 0 0,0 0 0 0 0,0 1 1 0 0,4 12-1 0 0,-7-19-8 0 0,14 43 216 0 0,-1 1 0 0 0,-3 0 0 0 0,11 74 1 0 0,-11-51-73 0 0,23 148-1788 0 0,-35-215 884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91 2272 0 0,'-48'-14'14051'0'0,"56"13"-13701"0"0,0-1 0 0 0,0 1-1 0 0,9 0 1 0 0,224-34-145 0 0,-155 20-2973 0 0,-18-2-4883 0 0,-47 12 2547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4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14 296 0 0,'0'0'5611'0'0,"-18"24"-4733"0"0,16-23-1080 0 0,-3 6 1573 0 0,5-7-1355 0 0,0 0 0 0 0,0 0-1 0 0,-1 0 1 0 0,1 0 0 0 0,0 0 0 0 0,0 0 0 0 0,0 0-1 0 0,0 0 1 0 0,0 0 0 0 0,0 0 0 0 0,-1 0-1 0 0,1 0 1 0 0,0 0 0 0 0,0 0 0 0 0,0 0 0 0 0,0 0-1 0 0,0 0 1 0 0,0 0 0 0 0,0 0 0 0 0,0 0 0 0 0,-1-1-1 0 0,1 1 1 0 0,0 0 0 0 0,0 0 0 0 0,0 0-1 0 0,0 0 1 0 0,0 0 0 0 0,0 0 0 0 0,0 0 0 0 0,0 0-1 0 0,0 0 1 0 0,0 0 0 0 0,0-1 0 0 0,0 1-1 0 0,-1 0 1 0 0,1 0 0 0 0,0 0 0 0 0,0 0 0 0 0,0 0-1 0 0,0 0 1 0 0,0 0 0 0 0,0-1 0 0 0,0 1 0 0 0,0 0-1 0 0,0 0 1 0 0,0 0 0 0 0,0 0 0 0 0,0 0-1 0 0,0 0 1 0 0,0 0 0 0 0,0-1 0 0 0,1 1 0 0 0,-1 0-1 0 0,0 0 1 0 0,0 0 0 0 0,0 0 0 0 0,0 0-1 0 0,0 0 1 0 0,0 0 0 0 0,0-1 0 0 0,0 0 30 0 0,9-32 187 0 0,-9 33-236 0 0,-1 1 1 0 0,1-1-1 0 0,0 0 1 0 0,0 0-1 0 0,0 0 1 0 0,0 0 0 0 0,0 0-1 0 0,0 0 1 0 0,-1 0-1 0 0,1 0 1 0 0,0 0 0 0 0,0 0-1 0 0,0 0 1 0 0,0 0-1 0 0,-1 0 1 0 0,1 0 0 0 0,0 0-1 0 0,0 0 1 0 0,0 0-1 0 0,0 0 1 0 0,0 0 0 0 0,-1 0-1 0 0,1 0 1 0 0,0 0-1 0 0,0 0 1 0 0,0 0 0 0 0,0 0-1 0 0,0 0 1 0 0,-1 0-1 0 0,1-1 1 0 0,0 1 0 0 0,0 0-1 0 0,0 0 1 0 0,0 0-1 0 0,0 0 1 0 0,0 0 0 0 0,0 0-1 0 0,0 0 1 0 0,-1-1-1 0 0,1 1 1 0 0,0 0-1 0 0,0 0 1 0 0,0 0 0 0 0,0 0-1 0 0,0 0 1 0 0,0-1-1 0 0,0 1 1 0 0,0 0 0 0 0,0 0-1 0 0,0 0 1 0 0,-1 1 12 0 0,2 7 290 0 0,4-8 186 0 0,-3-1-442 0 0,0 1 163 0 0,-1-1-125 0 0,0 1 1 0 0,0-1-1 0 0,0 1 0 0 0,-1-1 0 0 0,1 1 0 0 0,0-1 0 0 0,-1 0 0 0 0,1 1 0 0 0,0-1 1 0 0,-1 0-1 0 0,1 0 0 0 0,0 1 0 0 0,-1-1 0 0 0,1 0 0 0 0,0-1 0 0 0,-18 4 74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5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623 196 1140 0 0,'0'-3'1742'0'0,"-1"-5"-1012"0"0,1 0 0 0 0,-1 0 1 0 0,0 1-1 0 0,-1-1 0 0 0,0 0 0 0 0,0 1 1 0 0,0-1-1 0 0,-1 1 0 0 0,-5-10 1 0 0,4 10-577 0 0,0 1 0 0 0,-1-1 0 0 0,0 1 0 0 0,0 0 0 0 0,0 0 1 0 0,-1 0-1 0 0,1 1 0 0 0,-1 0 0 0 0,-1 0 0 0 0,1 1 0 0 0,-1-1 1 0 0,0 1-1 0 0,0 1 0 0 0,0-1 0 0 0,-9-2 0 0 0,1 1-125 0 0,0 0-1 0 0,0 2 0 0 0,0 0 1 0 0,0 0-1 0 0,0 2 1 0 0,0 0-1 0 0,-1 0 0 0 0,1 2 1 0 0,0 0-1 0 0,-1 0 1 0 0,1 2-1 0 0,0-1 0 0 0,0 2 1 0 0,1 0-1 0 0,-1 1 1 0 0,1 1-1 0 0,0 0 0 0 0,0 1 1 0 0,0 0-1 0 0,1 1 1 0 0,0 0-1 0 0,1 1 0 0 0,0 1 1 0 0,-21 22-1 0 0,20-18-24 0 0,1 2 1 0 0,1-1-1 0 0,0 2 0 0 0,1-1 0 0 0,0 2 0 0 0,2-1 0 0 0,0 1 1 0 0,1 0-1 0 0,-8 33 0 0 0,10-27 12 0 0,1 0 0 0 0,2 0 0 0 0,0 0 1 0 0,1 0-1 0 0,2 0 0 0 0,0 0 0 0 0,7 36 0 0 0,-3-36 6 0 0,0 0 0 0 0,2-1 0 0 0,1 1-1 0 0,0-2 1 0 0,2 1 0 0 0,1-1 0 0 0,0 0 0 0 0,2-1-1 0 0,0-1 1 0 0,2 0 0 0 0,0-1 0 0 0,1 0-1 0 0,1-2 1 0 0,0 0 0 0 0,2 0 0 0 0,36 24 0 0 0,-41-33 27 0 0,1 0 0 0 0,0 0 0 0 0,1-2 0 0 0,0 0 0 0 0,0-1 0 0 0,0 0 0 0 0,0-2 0 0 0,1 0 0 0 0,-1 0 1 0 0,1-2-1 0 0,0 0 0 0 0,0-1 0 0 0,0 0 0 0 0,21-4 0 0 0,-26 2 24 0 0,0-1-1 0 0,0 0 1 0 0,-1-1 0 0 0,1 0-1 0 0,-1 0 1 0 0,1-1 0 0 0,-1-1-1 0 0,-1 0 1 0 0,1 0 0 0 0,-1-1-1 0 0,0-1 1 0 0,-1 0 0 0 0,0 0-1 0 0,0 0 1 0 0,-1-1 0 0 0,0-1-1 0 0,0 1 1 0 0,-1-1-1 0 0,0-1 1 0 0,5-10 0 0 0,-3 2 18 0 0,-1-1 0 0 0,-1 1 0 0 0,-1-1 0 0 0,-1 0 0 0 0,-1-1 1 0 0,0 1-1 0 0,-2-1 0 0 0,0 0 0 0 0,-1 0 0 0 0,-1 1 0 0 0,-1-1 0 0 0,-1 0 0 0 0,-9-38 0 0 0,5 36-30 0 0,-1 0-1 0 0,-1 0 0 0 0,-1 0 1 0 0,-1 1-1 0 0,-1 1 0 0 0,-1 0 0 0 0,0 0 1 0 0,-2 1-1 0 0,0 1 0 0 0,-2 0 0 0 0,-27-27 1 0 0,15 21 7 0 0,-58-40-1 0 0,75 58-161 0 0,-1 0 0 0 0,0 0 0 0 0,0 1-1 0 0,-1 1 1 0 0,0 0 0 0 0,0 0-1 0 0,0 2 1 0 0,-18-4 0 0 0,28 7-110 0 0,-1 0 0 0 0,0 0 0 0 0,1 0 0 0 0,-1 0 0 0 0,1 1 0 0 0,-1-1 0 0 0,1 1 0 0 0,-1 0 0 0 0,1 0-1 0 0,0 1 1 0 0,0-1 0 0 0,-1 0 0 0 0,1 1 0 0 0,0 0 0 0 0,0 0 0 0 0,0 0 0 0 0,0 0 0 0 0,-3 4 0 0 0,2-2-850 0 0,0 1 0 0 0,-1 0-1 0 0,1 0 1 0 0,1 0 0 0 0,-5 7 0 0 0,0 3-3791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5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2700 0 0,'0'0'2296'0'0,"9"8"789"0"0,0-1-1021 0 0,1 0-2248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5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53 844 0 0,'2'-2'1986'0'0,"21"-16"3869"0"0,-22 17-5637 0 0,0 0-1 0 0,0 0 0 0 0,-1 0 0 0 0,1 0 0 0 0,0 0 0 0 0,0 0 0 0 0,-1 0 0 0 0,1 0 1 0 0,0-1-1 0 0,-1 1 0 0 0,1 0 0 0 0,-1 0 0 0 0,0 0 0 0 0,1-1 0 0 0,-1 1 0 0 0,0 0 0 0 0,0-1 1 0 0,0 1-1 0 0,0-2 0 0 0,0 1 88 0 0,-13 0 388 0 0,11 1-659 0 0,1 0-1 0 0,0 1 1 0 0,-1 0-1 0 0,1-1 1 0 0,-1 1-1 0 0,1 0 0 0 0,-1 0 1 0 0,1 0-1 0 0,-1 0 1 0 0,1 0-1 0 0,-1 0 1 0 0,1 0-1 0 0,-1 0 1 0 0,-1 1-1 0 0,-9 3 22 0 0,1 1 0 0 0,0 0 1 0 0,1 1-1 0 0,-1 0 0 0 0,1 0 0 0 0,1 1 1 0 0,-1 1-1 0 0,1-1 0 0 0,0 2 0 0 0,1-1 1 0 0,-12 15-1 0 0,10-9-8 0 0,0 0 1 0 0,0 0 0 0 0,2 1-1 0 0,0 1 1 0 0,0-1-1 0 0,2 1 1 0 0,-9 28-1 0 0,14-40-29 0 0,0 1-1 0 0,0 0 0 0 0,1 0 1 0 0,-1-1-1 0 0,1 1 0 0 0,0 0 1 0 0,0 0-1 0 0,0 0 0 0 0,1 0 0 0 0,0 0 1 0 0,0-1-1 0 0,0 1 0 0 0,1 0 1 0 0,-1-1-1 0 0,1 1 0 0 0,0-1 1 0 0,0 1-1 0 0,1-1 0 0 0,-1 0 0 0 0,1 0 1 0 0,0 0-1 0 0,0 0 0 0 0,1-1 1 0 0,-1 1-1 0 0,1-1 0 0 0,-1 0 1 0 0,1 0-1 0 0,7 4 0 0 0,0 0 21 0 0,1-1 0 0 0,0-1 1 0 0,0 0-1 0 0,1 0 0 0 0,-1-1 0 0 0,1-1 0 0 0,0 0 0 0 0,0-1 0 0 0,19 1 0 0 0,14-1 65 0 0,-1-2 0 0 0,47-6 0 0 0,-65 3-863 0 0,-1-2 0 0 0,0-1 0 0 0,0 0 0 0 0,45-20 0 0 0,-45 11-4612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52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64 1404 0 0,'0'0'1264'0'0,"-15"-18"2979"0"0,-10-9 663 0 0,24 26-4325 0 0,-1-2 74 0 0,-1 1 0 0 0,1 0 1 0 0,-1 0-1 0 0,1-1 0 0 0,-1 1 1 0 0,-3-1-1 0 0,3 10-644 0 0,6 6-4 0 0,74 256-888 0 0,-75-264 216 0 0,4 15-1598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52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7 288 1536 0 0,'-2'-10'1156'0'0,"0"0"1"0"0,0-1-1 0 0,2 1 0 0 0,-1 0 1 0 0,2-19-1 0 0,1 20-825 0 0,0 1 0 0 0,0-1 0 0 0,0 0 0 0 0,1 0 0 0 0,1 1 0 0 0,-1-1 0 0 0,1 1 1 0 0,1 0-1 0 0,0 1 0 0 0,10-15 0 0 0,-7 13-229 0 0,1 0-1 0 0,0 0 1 0 0,0 1 0 0 0,1 0 0 0 0,0 1 0 0 0,0 0-1 0 0,1 1 1 0 0,0 0 0 0 0,0 0 0 0 0,1 1 0 0 0,-1 0-1 0 0,1 1 1 0 0,0 1 0 0 0,0 0 0 0 0,0 1 0 0 0,1 0-1 0 0,-1 0 1 0 0,1 1 0 0 0,22 2 0 0 0,-23 0-90 0 0,1 0 1 0 0,-1 0 0 0 0,1 2-1 0 0,-1-1 1 0 0,0 1-1 0 0,0 1 1 0 0,0 1-1 0 0,0-1 1 0 0,-1 2 0 0 0,0-1-1 0 0,0 2 1 0 0,0-1-1 0 0,-1 2 1 0 0,0-1-1 0 0,-1 1 1 0 0,1 1 0 0 0,-1 0-1 0 0,-1 0 1 0 0,14 19-1 0 0,-19-23-3 0 0,0 1 1 0 0,0-1-1 0 0,-1 1 0 0 0,1 0 0 0 0,-1 0 0 0 0,-1 0 0 0 0,1 0 0 0 0,-1 0 0 0 0,0 0 0 0 0,0 1 1 0 0,-1-1-1 0 0,0 6 0 0 0,0-2 2 0 0,-2-1-1 0 0,1 0 1 0 0,-1 1 0 0 0,0-1-1 0 0,-1 0 1 0 0,0-1 0 0 0,-6 12-1 0 0,-3 2 14 0 0,-1 0 0 0 0,-2-1 0 0 0,0-1 0 0 0,-34 36 0 0 0,38-44-111 0 0,-1-1 0 0 0,-1-1 0 0 0,0 0 0 0 0,0 0 0 0 0,0-2 0 0 0,-1 1 0 0 0,-1-2 0 0 0,-29 11 0 0 0,27-12-3785 0 0,-37 7-1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56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34 214 640 0 0,'-5'-7'11244'0'0,"5"6"-11211"0"0,1-1 0 0 0,-1 1 0 0 0,1 0 0 0 0,0-1 0 0 0,-1 1 0 0 0,1-1 0 0 0,0 1 0 0 0,0 0 0 0 0,0 0-1 0 0,0-1 1 0 0,0 1 0 0 0,0 0 0 0 0,0 0 0 0 0,0 0 0 0 0,1 0 0 0 0,1-1 0 0 0,28-18 392 0 0,-24 16-324 0 0,0 0 27 0 0,85-47 924 0 0,-82 47-1015 0 0,-1 0-1 0 0,1 1 0 0 0,-1 0 1 0 0,1 1-1 0 0,0 0 1 0 0,0 0-1 0 0,17 0 0 0 0,-20 2-31 0 0,9 3 23 0 0,0 0 0 0 0,-1 0 1 0 0,1 2-1 0 0,-1 0 0 0 0,0 0 0 0 0,0 2 1 0 0,-1 0-1 0 0,0 0 0 0 0,0 1 0 0 0,-1 1 1 0 0,0 0-1 0 0,0 1 0 0 0,18 19 0 0 0,-18-15 79 0 0,0-1-1 0 0,-1 2 0 0 0,-1-1 0 0 0,0 2 1 0 0,-1-1-1 0 0,0 2 0 0 0,-2-1 0 0 0,0 1 1 0 0,-1 0-1 0 0,0 1 0 0 0,-2 0 1 0 0,5 21-1 0 0,-9-33 28 0 0,1 0 0 0 0,-1 0 0 0 0,0 1 0 0 0,-1-1 0 0 0,0 0 0 0 0,0 1 0 0 0,0-1 0 0 0,-1 0 0 0 0,0 1 0 0 0,0-1 0 0 0,0 0 0 0 0,-1 0 0 0 0,0 0 0 0 0,0 0-1 0 0,0 0 1 0 0,-1 0 0 0 0,0-1 0 0 0,0 1 0 0 0,-7 7 0 0 0,-42 55 148 0 0,44-60-162 0 0,0 0 0 0 0,0 0 0 0 0,-1-1 0 0 0,-18 13-1 0 0,12-10 77 0 0,5-4-97 0 0,-1-1 0 0 0,0-1-1 0 0,0 0 1 0 0,-1-1 0 0 0,1 0-1 0 0,0 0 1 0 0,-14 0 0 0 0,-64 13 159 0 0,86-16-172 0 0,-17 2 524 0 0,10-2-524 0 0,8 0 386 0 0,-1 0-442 0 0,-7 0 4 0 0,7 0 92 0 0,-9-5-128 0 0,7 2 7 0 0,2 1-1 0 0,-3-4-16 0 0,5 5 11 0 0,0 0 1 0 0,1 0-1 0 0,-1 0 1 0 0,0 0-1 0 0,0 0 0 0 0,0 0 1 0 0,0 0-1 0 0,0 1 0 0 0,0-1 1 0 0,-1 0-1 0 0,1 1 1 0 0,0-1-1 0 0,0 1 0 0 0,0-1 1 0 0,-1 1-1 0 0,1-1 0 0 0,0 1 1 0 0,-3 0-1 0 0,-1-1-2 0 0,0 0-1 0 0,0 0 1 0 0,0 0-1 0 0,0-1 1 0 0,-9-4-1 0 0,-9-1-2 0 0,21 7 8 0 0,-1-1-14 0 0,-6-3 20 0 0,5 3-2 0 0,-6-3-10 0 0,9 4 4 0 0,-1 0 0 0 0,1-1 0 0 0,0 1-1 0 0,0-1 1 0 0,-1 1 0 0 0,1-1-1 0 0,0 1 1 0 0,0-1 0 0 0,0 0 0 0 0,0 0-1 0 0,0 0 1 0 0,0 1 0 0 0,0-1 0 0 0,0 0-1 0 0,0 0 1 0 0,0-1 0 0 0,0 1-1 0 0,0 0 1 0 0,1 0 0 0 0,-1 0 0 0 0,1 0-1 0 0,-1-1 1 0 0,1 1 0 0 0,-1-2-1 0 0,0 1-4 0 0,0-2 6 0 0,-1 0 0 0 0,1 0 0 0 0,0 0 0 0 0,0-1-1 0 0,0 1 1 0 0,1-1 0 0 0,-1 1 0 0 0,1 0 0 0 0,1-9 0 0 0,-2-6-1 0 0,-3-61-6 0 0,2 0-1 0 0,11-89 1 0 0,-5 133-10 0 0,-4 30 11 0 0,2-7 8 0 0,2-12-2 0 0,2 1-19 0 0,-4 17 23 0 0,-2 5-5 0 0,-1-1 2 0 0,8-13-41 0 0,-4 10 40 0 0,-2 4 19 0 0,-1 0-40 0 0,0-3 22 0 0,0 3 8 0 0,0 4-14 0 0,0 7 8 0 0,1 14 23 0 0,1 0 0 0 0,0 0 1 0 0,9 32-1 0 0,-2-13-54 0 0,14 85 43 0 0,65 197 0 0 0,-36-191 56 0 0,-47-118 7 0 0,-5-11-8 0 0,-3-11 130 0 0,-25-52-187 0 0,-38-60-1 0 0,10 18-29 0 0,39 70 18 0 0,-54-115 174 0 0,60 122-191 0 0,2 0 0 0 0,1-1 1 0 0,1 0-1 0 0,-4-30 0 0 0,11 30-81 0 0,2 15 89 0 0,0 0 0 0 0,0 0 0 0 0,1 1 0 0 0,1-1 0 0 0,-1 1 1 0 0,2 0-1 0 0,-1 0 0 0 0,1 0 0 0 0,7-9 0 0 0,-4 6 3 0 0,0 1 0 0 0,1 0 0 0 0,1 1 0 0 0,0 0 0 0 0,0 0 1 0 0,0 1-1 0 0,1 1 0 0 0,1-1 0 0 0,20-10 0 0 0,-23 15 4 0 0,0 0 0 0 0,1 0 0 0 0,-1 1 0 0 0,1 0 0 0 0,-1 1 0 0 0,1 0 0 0 0,0 0 0 0 0,0 1 0 0 0,0 0 0 0 0,0 1 0 0 0,0 0 0 0 0,0 1 0 0 0,0 0 0 0 0,15 4 0 0 0,-3 1 12 0 0,-1 2 0 0 0,0 0 0 0 0,-1 1 0 0 0,0 2-1 0 0,0 0 1 0 0,36 27 0 0 0,-27-15 9 0 0,0 2 0 0 0,-2 1 0 0 0,34 40-1 0 0,-55-59 0 0 0,-1 1 0 0 0,1-1 0 0 0,-1 1 0 0 0,-1 0-1 0 0,1 1 1 0 0,-1-1 0 0 0,-1 1 0 0 0,0-1 0 0 0,0 1-1 0 0,0 0 1 0 0,-1 0 0 0 0,-1 1 0 0 0,0-1 0 0 0,0 0-1 0 0,0 0 1 0 0,-1 1 0 0 0,-1-1 0 0 0,0 0 0 0 0,0 1-1 0 0,0-1 1 0 0,-1 0 0 0 0,-1 0 0 0 0,0 0 0 0 0,0 0-1 0 0,0-1 1 0 0,-1 1 0 0 0,-1-1 0 0 0,1 0-1 0 0,-1 0 1 0 0,-1 0 0 0 0,-10 11 0 0 0,-13 12-36 0 0,-2-2 1 0 0,-1-1-1 0 0,-1-1 1 0 0,-59 35-1 0 0,-13-3-4563 0 0,58-38-3620 0 0,26-11-140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27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0 319 600 0 0,'4'-38'4392'0'0,"-4"23"-2932"0"0,2 1-1 0 0,5-23 1 0 0,-5 31-1332 0 0,-1 1 0 0 0,1-1 0 0 0,1 1 1 0 0,-1 0-1 0 0,1 0 0 0 0,0 0 1 0 0,0 0-1 0 0,1 1 0 0 0,-1-1 0 0 0,6-3 1 0 0,5-5-38 0 0,0 1 0 0 0,1 1 0 0 0,1 0 1 0 0,0 2-1 0 0,0-1 0 0 0,1 2 0 0 0,28-10 1 0 0,-1 3 5 0 0,85-17 0 0 0,-102 26-38 0 0,1 2-1 0 0,-1 1 0 0 0,1 1 0 0 0,-1 1 1 0 0,1 1-1 0 0,0 2 0 0 0,44 7 0 0 0,-68-8-49 0 0,1 1-1 0 0,0-1 0 0 0,0 1 0 0 0,-1 0 0 0 0,1 0 0 0 0,-1 0 0 0 0,1 0 0 0 0,-1 1 1 0 0,0 0-1 0 0,0 0 0 0 0,0 0 0 0 0,0 0 0 0 0,-1 1 0 0 0,1-1 0 0 0,-1 1 1 0 0,0 0-1 0 0,0 0 0 0 0,0 0 0 0 0,-1 0 0 0 0,0 1 0 0 0,1-1 0 0 0,-1 1 0 0 0,-1 0 1 0 0,1-1-1 0 0,-1 1 0 0 0,0 0 0 0 0,0 0 0 0 0,1 9 0 0 0,-2 0-5 0 0,0-1-1 0 0,-1 1 1 0 0,0 0-1 0 0,-1-1 1 0 0,0 1 0 0 0,-1-1-1 0 0,-1 0 1 0 0,0 0-1 0 0,-8 16 1 0 0,-7 8 13 0 0,-1-1 1 0 0,-2-1 0 0 0,-1 0-1 0 0,-2-2 1 0 0,-1-1 0 0 0,-2-2-1 0 0,0 0 1 0 0,-47 36 0 0 0,58-51 24 0 0,-7 6-1 0 0,17-16-17 0 0,9-8 7 0 0,18-19-51 0 0,1 0 0 0 0,36-26 0 0 0,-27 23 25 0 0,59-51 23 0 0,185-165 138 0 0,-264 232-167 0 0,-1 0 1 0 0,0-1 0 0 0,0 0 0 0 0,-1 0 0 0 0,11-19 0 0 0,-18 27-16 0 0,0 1 14 0 0,-1 0 1 0 0,0 1 0 0 0,1-1 0 0 0,-1 0 0 0 0,0 1-1 0 0,1-1 1 0 0,-1 0 0 0 0,0 0 0 0 0,0 1 0 0 0,0-1 0 0 0,0 0-1 0 0,0 0 1 0 0,0 1 0 0 0,0-1 0 0 0,0 0 0 0 0,0 0-1 0 0,0-1 1 0 0,0 2 1 0 0,-1-1 0 0 0,1 0-1 0 0,0 0 1 0 0,-1 0 0 0 0,1 1-1 0 0,-1-1 1 0 0,1 0 0 0 0,-1 1-1 0 0,1-1 1 0 0,-1 0 0 0 0,1 1-1 0 0,-1-1 1 0 0,1 1 0 0 0,-1-1-1 0 0,0 1 1 0 0,1-1-1 0 0,-1 1 1 0 0,0 0 0 0 0,0-1-1 0 0,1 1 1 0 0,-1 0 0 0 0,0-1-1 0 0,0 1 1 0 0,0 0 0 0 0,1 0-1 0 0,-1 0 1 0 0,0 0 0 0 0,0-1-1 0 0,0 1 1 0 0,0 1 0 0 0,1-1-1 0 0,-1 0 1 0 0,0 0 0 0 0,0 0-1 0 0,0 0 1 0 0,1 0 0 0 0,-1 1-1 0 0,0-1 1 0 0,0 0 0 0 0,0 1-1 0 0,0 0 1 0 0,-15 6-23 0 0,1 1 0 0 0,-1 0 0 0 0,2 2 0 0 0,-1-1-1 0 0,1 2 1 0 0,-12 12 0 0 0,19-17 33 0 0,0 1 0 0 0,0 0-1 0 0,1 0 1 0 0,0 1 0 0 0,1-1 0 0 0,0 1 0 0 0,0 0-1 0 0,1 1 1 0 0,-1-1 0 0 0,2 1 0 0 0,-1 0 0 0 0,2 0-1 0 0,-3 11 1 0 0,4-17 27 0 0,1 0-1 0 0,0 0 1 0 0,0 1 0 0 0,0-1 0 0 0,0 0-1 0 0,0 1 1 0 0,1-1 0 0 0,-1 0-1 0 0,1 1 1 0 0,0-1 0 0 0,0 0-1 0 0,0 0 1 0 0,1 0 0 0 0,-1 0-1 0 0,1 0 1 0 0,1 3 0 0 0,1-2-2 0 0,-1 0 0 0 0,1-1 1 0 0,-1 1-1 0 0,1-1 1 0 0,0 1-1 0 0,0-1 1 0 0,1-1-1 0 0,-1 1 0 0 0,7 3 1 0 0,8 1 18 0 0,0 0 1 0 0,0-1 0 0 0,1-1-1 0 0,23 2 1 0 0,-36-5-41 0 0,70 9-330 0 0,146 3-1 0 0,-206-16-1145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28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33 644 0 0,'5'-32'9966'0'0,"-6"44"-7809"0"0,0 0-1 0 0,-5 20 1 0 0,-13 40-582 0 0,-32 72-1469 0 0,30-91-58 0 0,-11 29-185 0 0,19-29-2724 0 0,13-52 2881 0 0,-2 19-4134 0 0,26-24-5199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2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78 1384 0 0,'-8'-13'2457'0'0,"-1"0"1"0"0,-1 0-1 0 0,0 1 0 0 0,-15-14 701 0 0,28 27-3051 0 0,89 34 263 0 0,81 34-78 0 0,-141-53-243 0 0,0 0 0 0 0,0 2 0 0 0,32 26 0 0 0,-61-42-42 0 0,1 1-1 0 0,-1 0 1 0 0,0 0 0 0 0,0 0-1 0 0,0 0 1 0 0,0 0 0 0 0,0 1-1 0 0,-1-1 1 0 0,1 1 0 0 0,-1 0-1 0 0,2 4 1 0 0,-4-5-3 0 0,1-1-1 0 0,-1 0 0 0 0,1 1 1 0 0,-1-1-1 0 0,0 1 1 0 0,0-1-1 0 0,0 0 1 0 0,0 1-1 0 0,0-1 1 0 0,-1 1-1 0 0,1-1 1 0 0,-1 0-1 0 0,0 0 0 0 0,1 1 1 0 0,-1-1-1 0 0,0 0 1 0 0,0 0-1 0 0,-1 0 1 0 0,1 0-1 0 0,0 0 1 0 0,-3 3-1 0 0,-14 17 9 0 0,-1 0-1 0 0,-43 37 1 0 0,-52 30 47 0 0,59-48-41 0 0,-100 71-25 0 0,154-112-88 0 0,0 1 0 0 0,0-1 0 0 0,0 1 0 0 0,1 0 0 0 0,-1-1 0 0 0,0 1 0 0 0,0 0 0 0 0,0 0 0 0 0,1 0 1 0 0,-1 0-1 0 0,1 0 0 0 0,-1 0 0 0 0,1 0 0 0 0,-1 0 0 0 0,1 0 0 0 0,-1 1 0 0 0,1-1-4 0 0,0-1 1 0 0,0 1-1 0 0,0-1 0 0 0,0 1 0 0 0,0-1 1 0 0,0 0-1 0 0,1 1 0 0 0,-1-1 0 0 0,0 1 1 0 0,0-1-1 0 0,0 0 0 0 0,1 1 0 0 0,-1-1 1 0 0,0 0-1 0 0,1 1 0 0 0,-1-1 0 0 0,0 0 1 0 0,1 1-1 0 0,-1-1 0 0 0,0 0 0 0 0,1 0 1 0 0,-1 1-1 0 0,1-1 0 0 0,-1 0 0 0 0,0 0 1 0 0,1 1-1 0 0,2 0-545 0 0,1 0 0 0 0,-1-1 0 0 0,0 1-1 0 0,0-1 1 0 0,0 1 0 0 0,1-1 0 0 0,-1 0 0 0 0,6-1 0 0 0,10-1-2472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29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 1576 0 0,'0'0'10860'0'0,"-2"1"-10029"0"0,-20 10 343 0 0,2 2 0 0 0,-33 25 0 0 0,26-15-1061 0 0,0 0 1 0 0,2 2 0 0 0,-22 28 0 0 0,40-42-1374 0 0,-1 0 0 0 0,1 1 0 0 0,1-1 0 0 0,-8 21 0 0 0,13-20-3579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29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192 168 452 0 0,'0'-1'309'0'0,"1"0"-1"0"0,-1 0 1 0 0,1 0 0 0 0,-1 0 0 0 0,1 0-1 0 0,-1 0 1 0 0,0 0 0 0 0,0 0-1 0 0,1-1 1 0 0,-1 1 0 0 0,0 0-1 0 0,0 0 1 0 0,0 0 0 0 0,0 0 0 0 0,0 0-1 0 0,-1 0 1 0 0,1 0 0 0 0,0 0-1 0 0,0 0 1 0 0,-1 0 0 0 0,1 0-1 0 0,-1-2 1 0 0,0 3-149 0 0,0 0-1 0 0,0 0 0 0 0,1-1 1 0 0,-1 1-1 0 0,0 0 0 0 0,0 0 1 0 0,0 0-1 0 0,1 0 1 0 0,-1 0-1 0 0,0 0 0 0 0,0 0 1 0 0,0 0-1 0 0,1 1 0 0 0,-1-1 1 0 0,0 0-1 0 0,0 0 0 0 0,1 1 1 0 0,-1-1-1 0 0,0 0 1 0 0,0 1-1 0 0,-1 0 0 0 0,-5 3 311 0 0,0 1 0 0 0,0 0 0 0 0,0 0 0 0 0,-8 9 0 0 0,0 4-227 0 0,1 1 0 0 0,1 0 0 0 0,0 1 0 0 0,2 1 0 0 0,0 0 0 0 0,1 0 0 0 0,1 1 0 0 0,1 0 0 0 0,1 1 0 0 0,1 0 0 0 0,-5 41 0 0 0,10-59-227 0 0,1 0-1 0 0,-1 0 0 0 0,1 0 1 0 0,0 0-1 0 0,0 0 0 0 0,0 0 1 0 0,1 0-1 0 0,0 0 1 0 0,0 0-1 0 0,0 0 0 0 0,1-1 1 0 0,-1 1-1 0 0,1 0 1 0 0,0-1-1 0 0,0 1 0 0 0,1-1 1 0 0,0 1-1 0 0,-1-1 0 0 0,1 0 1 0 0,1 0-1 0 0,-1-1 1 0 0,1 1-1 0 0,-1-1 0 0 0,1 1 1 0 0,0-1-1 0 0,0 0 1 0 0,0-1-1 0 0,1 1 0 0 0,-1-1 1 0 0,1 0-1 0 0,-1 0 0 0 0,1 0 1 0 0,0 0-1 0 0,0-1 1 0 0,-1 0-1 0 0,1 0 0 0 0,0 0 1 0 0,0-1-1 0 0,0 0 1 0 0,10 0-1 0 0,2-2-4 0 0,0 0 1 0 0,-1-1-1 0 0,0-1 0 0 0,1-1 1 0 0,-1 0-1 0 0,-1-1 0 0 0,1 0 1 0 0,-1-2-1 0 0,0 0 0 0 0,-1 0 1 0 0,0-2-1 0 0,0 1 0 0 0,-1-2 1 0 0,0 0-1 0 0,-1 0 0 0 0,0-1 1 0 0,-1-1-1 0 0,13-18 0 0 0,-14 18-6 0 0,-2 0 0 0 0,0-1 0 0 0,0 0 0 0 0,-2-1 0 0 0,0 0 1 0 0,0 0-1 0 0,-1 0 0 0 0,4-26 0 0 0,-7 29 7 0 0,-1 0 0 0 0,0-1 0 0 0,-1 1 0 0 0,0-1 0 0 0,-1 1 0 0 0,-1 0 0 0 0,0 0 0 0 0,0-1 0 0 0,-1 1 0 0 0,-1 1 0 0 0,-8-21 0 0 0,8 22 11 0 0,-1 1 0 0 0,0 0-1 0 0,-1 0 1 0 0,0 0-1 0 0,0 1 1 0 0,-1 0 0 0 0,0 0-1 0 0,0 1 1 0 0,-1-1 0 0 0,-8-5-1 0 0,11 10-65 0 0,0 0-1 0 0,0 0 1 0 0,-1 0-1 0 0,1 1 1 0 0,-1-1 0 0 0,1 2-1 0 0,-1-1 1 0 0,0 0-1 0 0,0 1 1 0 0,0 0-1 0 0,0 1 1 0 0,0-1-1 0 0,0 1 1 0 0,0 0-1 0 0,0 1 1 0 0,0-1 0 0 0,0 1-1 0 0,0 0 1 0 0,-6 3-1 0 0,5-2-380 0 0,-1 1 0 0 0,0 0 0 0 0,1 0 0 0 0,0 1 0 0 0,0 0 0 0 0,-12 8 0 0 0,15-9-430 0 0,1 0-1 0 0,-1 1 1 0 0,1-1 0 0 0,-1 1-1 0 0,1 0 1 0 0,0 0-1 0 0,-3 6 1 0 0,2 1-3679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30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0 132 468 0 0,'0'0'1785'0'0,"19"-25"5312"0"0,-17 23-6957 0 0,0 0 0 0 0,1 0 0 0 0,-1 1 0 0 0,0-1 1 0 0,1 1-1 0 0,-1 0 0 0 0,1-1 0 0 0,0 1 0 0 0,-1 1 1 0 0,1-1-1 0 0,0 0 0 0 0,0 1 0 0 0,-1-1 0 0 0,1 1 1 0 0,0 0-1 0 0,0-1 0 0 0,0 2 0 0 0,-1-1 1 0 0,1 0-1 0 0,0 0 0 0 0,0 1 0 0 0,0 0 0 0 0,2 0 1 0 0,-1 1-65 0 0,0 0 0 0 0,-1 0 1 0 0,1 0-1 0 0,-1 1 0 0 0,1-1 0 0 0,-1 1 1 0 0,0-1-1 0 0,0 1 0 0 0,0 0 1 0 0,-1 1-1 0 0,1-1 0 0 0,-1 0 1 0 0,1 1-1 0 0,-1-1 0 0 0,0 1 1 0 0,1 4-1 0 0,0 1 2 0 0,0-1-1 0 0,0 1 1 0 0,-1 1 0 0 0,0-1 0 0 0,-1 0-1 0 0,0 0 1 0 0,-1 0 0 0 0,0 1 0 0 0,0-1 0 0 0,-2 12-1 0 0,-4 12 133 0 0,-14 49 0 0 0,7-36-48 0 0,7-24-144 0 0,3-15 48 0 0,1 0-1 0 0,0 0 0 0 0,1 0 0 0 0,-2 12 0 0 0,16-22 4 0 0,-8-1-60 0 0,0 1 0 0 0,0-1 1 0 0,0 0-1 0 0,-1 0 0 0 0,1-1 0 0 0,-1 0 0 0 0,6-7 0 0 0,2-3-2 0 0,241-297-56 0 0,-244 299 26 0 0,-1 0 0 0 0,0-1-1 0 0,-1 0 1 0 0,9-22-1 0 0,-16 36 23 0 0,0-1-1 0 0,1 0 1 0 0,-1 0 0 0 0,0 1 0 0 0,0-1-1 0 0,1 0 1 0 0,-1 0 0 0 0,0 1-1 0 0,0-1 1 0 0,0 0 0 0 0,0 0-1 0 0,0 0 1 0 0,0 1 0 0 0,0-1-1 0 0,-1 0 1 0 0,1 0 0 0 0,0 1-1 0 0,0-1 1 0 0,-1 0 0 0 0,1 0-1 0 0,0 1 1 0 0,-1-1 0 0 0,1 0-1 0 0,0 1 1 0 0,-1-1 0 0 0,1 0-1 0 0,-1 1 1 0 0,1-1 0 0 0,-1 1 0 0 0,0-1-1 0 0,1 1 1 0 0,-1-1 0 0 0,1 1-1 0 0,-1-1 1 0 0,0 1 0 0 0,1 0-1 0 0,-1-1 1 0 0,0 1 0 0 0,0 0-1 0 0,1 0 1 0 0,-1-1 0 0 0,0 1-1 0 0,0 0 1 0 0,0 0 0 0 0,1 0-1 0 0,-3 0 1 0 0,-1 0 9 0 0,0 0 1 0 0,0 0-1 0 0,0 0 0 0 0,0 0 1 0 0,-7 2-1 0 0,1 1 84 0 0,2 1-1 0 0,-1-1 0 0 0,0 2 1 0 0,1-1-1 0 0,0 1 1 0 0,0 0-1 0 0,0 1 0 0 0,-8 7 1 0 0,5-3 47 0 0,0 2 0 0 0,0-1 0 0 0,1 1 1 0 0,-9 14-1 0 0,15-21-111 0 0,0 1 1 0 0,1 0-1 0 0,0 0 1 0 0,0 1-1 0 0,0-1 1 0 0,1 1-1 0 0,0-1 1 0 0,0 1-1 0 0,0 0 0 0 0,1-1 1 0 0,0 1-1 0 0,1 0 1 0 0,-1 9-1 0 0,2-11-15 0 0,0-1 0 0 0,0 1-1 0 0,0-1 1 0 0,0 0 0 0 0,1 1-1 0 0,0-1 1 0 0,-1 0 0 0 0,2 0-1 0 0,-1 0 1 0 0,0 0 0 0 0,1 0-1 0 0,0 0 1 0 0,0-1 0 0 0,0 1 0 0 0,0-1-1 0 0,1 0 1 0 0,-1 0 0 0 0,1 0-1 0 0,-1 0 1 0 0,8 3 0 0 0,13 6-286 0 0,0-1 1 0 0,0-1 0 0 0,1-2 0 0 0,52 12-1 0 0,-4-1-6441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3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23 1584 0 0,'0'-23'14029'0'0,"-8"29"-13425"0"0,-96 91 661 0 0,89-81-1916 0 0,1 1 0 0 0,0 1 0 0 0,2 0 0 0 0,-15 27 0 0 0,14-12-1987 0 0,12-10-2231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30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2600 0 0,'6'-10'4765'0'0,"-5"7"-4333"0"0,1 0 0 0 0,-1 1-1 0 0,1-1 1 0 0,0 0-1 0 0,0 1 1 0 0,0 0-1 0 0,0 0 1 0 0,1-1 0 0 0,-1 1-1 0 0,1 0 1 0 0,-1 1-1 0 0,1-1 1 0 0,5-2-1 0 0,-5 2-216 0 0,1 1 0 0 0,-1 0-1 0 0,1 0 1 0 0,-1 0 0 0 0,1 1-1 0 0,0-1 1 0 0,-1 1 0 0 0,1 0-1 0 0,0 0 1 0 0,-1 0 0 0 0,5 1-1 0 0,-5-1-149 0 0,0 1 0 0 0,0-1 0 0 0,0 1 0 0 0,0 0 0 0 0,0 0 0 0 0,0 0 0 0 0,0 1 0 0 0,0-1 0 0 0,0 1 0 0 0,0 0 0 0 0,-1-1 0 0 0,1 1 0 0 0,-1 0 0 0 0,1 1 0 0 0,-1-1 0 0 0,0 0 0 0 0,0 1 0 0 0,0-1 0 0 0,0 1 0 0 0,0 0 0 0 0,-1-1 0 0 0,1 1 0 0 0,-1 0 0 0 0,0 0 0 0 0,0 0 0 0 0,0 0 0 0 0,0 0 0 0 0,1 4 0 0 0,-1 5 49 0 0,-1 0 1 0 0,0 1 0 0 0,0-1-1 0 0,-1 0 1 0 0,-5 23 0 0 0,-21 60 76 0 0,4-21-134 0 0,14-41-55 0 0,8-32 4 0 0,1 1 0 0 0,0 0 0 0 0,0-1 0 0 0,-1 1 0 0 0,1-1 1 0 0,0 1-1 0 0,0 0 0 0 0,1-1 0 0 0,-1 1 0 0 0,0-1 0 0 0,1 4 1 0 0,-1-5-5 0 0,1 1 0 0 0,-1-1 1 0 0,0 1-1 0 0,1-1 0 0 0,-1 0 1 0 0,0 1-1 0 0,1-1 0 0 0,-1 1 1 0 0,1-1-1 0 0,-1 0 1 0 0,0 1-1 0 0,1-1 0 0 0,-1 0 1 0 0,1 1-1 0 0,-1-1 0 0 0,1 0 1 0 0,-1 0-1 0 0,1 0 0 0 0,-1 1 1 0 0,1-1-1 0 0,-1 0 1 0 0,1 0-1 0 0,0 0 0 0 0,3 0 2 0 0,0-1-1 0 0,1 1 0 0 0,-1-1 0 0 0,0 0 0 0 0,0 0 0 0 0,0-1 1 0 0,4-1-1 0 0,33-14-194 0 0,0-1 0 0 0,45-29-1 0 0,-56 28-2055 0 0,41-33-1 0 0,-43 22-1009 0 0,-15 7-1786 0 0,-11 12 1854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31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54 103 2076 0 0,'-2'-7'1515'0'0,"0"-1"0"0"0,0 0 0 0 0,-1 1 0 0 0,-1-1 1 0 0,1 1-1 0 0,-1 0 0 0 0,0 0 0 0 0,-1 0 0 0 0,-9-11 0 0 0,13 16-1164 0 0,0 1-242 0 0,0 0 0 0 0,0 0 0 0 0,0 0 0 0 0,0-1 0 0 0,0 1 0 0 0,0 0 0 0 0,1-1 0 0 0,-1 1 0 0 0,1-1 0 0 0,-1-1 0 0 0,29 11-73 0 0,0 1 0 0 0,0 1 0 0 0,48 25 0 0 0,-24-10-17 0 0,293 110 77 0 0,-344-135-96 0 0,1 1 0 0 0,-1-1 0 0 0,1 1 0 0 0,-1-1 0 0 0,1 1 0 0 0,-1 0 0 0 0,1-1 0 0 0,-1 1 0 0 0,1 0 0 0 0,-1 0 0 0 0,0 0 0 0 0,1 0 0 0 0,-1 0 0 0 0,0 0 0 0 0,0 1 0 0 0,0-1 0 0 0,0 0 0 0 0,0 1 0 0 0,0-1 0 0 0,0 2-1 0 0,0-2 2 0 0,-1 0 0 0 0,0 1 0 0 0,0-1 0 0 0,0 0 0 0 0,0 0 0 0 0,-1 0 0 0 0,1 1-1 0 0,0-1 1 0 0,0 0 0 0 0,-1 0 0 0 0,1 0 0 0 0,-1 0 0 0 0,1 0 0 0 0,-1 1 0 0 0,0-1-1 0 0,1 0 1 0 0,-1 0 0 0 0,0 0 0 0 0,1-1 0 0 0,-2 2 0 0 0,-5 5 5 0 0,-1-1 1 0 0,1 1-1 0 0,-1-2 0 0 0,-16 10 1 0 0,-95 49 62 0 0,-97 61 11 0 0,85-25-1852 0 0,115-85-1379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3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14 96 0 0,'3'-2'2645'0'0,"30"-10"9957"0"0,-37 19-12309 0 0,-1 0 0 0 0,0-1 1 0 0,0 1-1 0 0,0-1 0 0 0,-1-1 0 0 0,0 1 0 0 0,-9 6 0 0 0,8-6-200 0 0,-116 91 545 0 0,71-59-2113 0 0,-61 59 0 0 0,104-83 234 0 0,5-6-1017 0 0,27-8-7308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3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595 235 1744 0 0,'7'-8'1019'0'0,"-2"3"-18"0"0,-1 0 0 0 0,1 0-1 0 0,-1 0 1 0 0,0-1-1 0 0,-1 0 1 0 0,4-7 0 0 0,-7 13-923 0 0,0-1 0 0 0,0 1 0 0 0,0-1 0 0 0,0 1 0 0 0,1 0 0 0 0,-1-1 0 0 0,0 1 0 0 0,0-1 0 0 0,-1 1 0 0 0,1-1 1 0 0,0 1-1 0 0,0-1 0 0 0,0 1 0 0 0,0-1 0 0 0,0 1 0 0 0,0-1 0 0 0,-1 1 0 0 0,1 0 0 0 0,0-1 0 0 0,0 1 0 0 0,-1-1 1 0 0,1 1-1 0 0,0 0 0 0 0,0-1 0 0 0,-1 1 0 0 0,1 0 0 0 0,-1-1 0 0 0,1 1 0 0 0,0 0 0 0 0,-1 0 0 0 0,1-1 0 0 0,-1 1 1 0 0,1 0-1 0 0,0 0 0 0 0,-1 0 0 0 0,1-1 0 0 0,-1 1 0 0 0,1 0 0 0 0,-1 0 0 0 0,1 0 0 0 0,-1 0 0 0 0,1 0 0 0 0,-1 0 1 0 0,1 0-1 0 0,-1 0 0 0 0,1 0 0 0 0,0 0 0 0 0,-2 1 0 0 0,-16 0 645 0 0,6 1-375 0 0,1 1-1 0 0,-1 1 1 0 0,1 0-1 0 0,0 0 0 0 0,0 1 1 0 0,-15 9-1 0 0,-56 42 570 0 0,58-38-723 0 0,1 1 0 0 0,2 1 0 0 0,-24 27 1 0 0,36-37-159 0 0,1 1 0 0 0,0 0 0 0 0,0 0 1 0 0,1 0-1 0 0,1 1 0 0 0,0 0 0 0 0,1 0 1 0 0,0 1-1 0 0,-4 18 0 0 0,8-28-22 0 0,1 1 1 0 0,-1-1-1 0 0,1 1 0 0 0,0-1 0 0 0,0 1 1 0 0,0-1-1 0 0,0 1 0 0 0,1-1 0 0 0,-1 1 1 0 0,1-1-1 0 0,0 1 0 0 0,0-1 0 0 0,0 1 1 0 0,1-1-1 0 0,-1 0 0 0 0,4 6 0 0 0,-2-5 0 0 0,1 0 0 0 0,-1 0 0 0 0,1-1 0 0 0,-1 1-1 0 0,1-1 1 0 0,0 0 0 0 0,0 0 0 0 0,1-1 0 0 0,-1 1 0 0 0,9 3-1 0 0,0-1 5 0 0,0-1 0 0 0,0-1 0 0 0,0 1 0 0 0,1-2 0 0 0,0 0 0 0 0,-1-1 0 0 0,28-1 0 0 0,-24-1 25 0 0,1-1 0 0 0,-1 0-1 0 0,1-2 1 0 0,-1 0 0 0 0,0-1 0 0 0,-1-1 0 0 0,1 0-1 0 0,-1-1 1 0 0,0-1 0 0 0,26-18 0 0 0,-31 18-12 0 0,0-1 1 0 0,0 0-1 0 0,-1-1 1 0 0,0 0-1 0 0,-1 0 1 0 0,0-1-1 0 0,-1-1 1 0 0,0 1-1 0 0,0-1 1 0 0,-2 0-1 0 0,1-1 1 0 0,-2 0-1 0 0,1 0 1 0 0,2-14 0 0 0,-4 15-26 0 0,-1 0 0 0 0,-1 0 0 0 0,0 0 0 0 0,-1 0 0 0 0,0 0 0 0 0,-1 0 0 0 0,0-1 0 0 0,-1 1 0 0 0,-1 0 0 0 0,0 0 0 0 0,0 0 1 0 0,-1 0-1 0 0,0 1 0 0 0,-1-1 0 0 0,-1 1 0 0 0,0 0 0 0 0,0 0 0 0 0,-1 0 0 0 0,-1 1 0 0 0,1 0 0 0 0,-2 0 0 0 0,1 0 0 0 0,-1 1 1 0 0,-1 1-1 0 0,0-1 0 0 0,0 1 0 0 0,0 1 0 0 0,-1-1 0 0 0,-1 2 0 0 0,1-1 0 0 0,-12-4 0 0 0,7 4-6 0 0,0 2 0 0 0,0-1 0 0 0,0 2 0 0 0,-1 0 0 0 0,0 1 0 0 0,1 0 0 0 0,-1 1 0 0 0,0 1 1 0 0,0 0-1 0 0,0 2 0 0 0,0 0 0 0 0,0 0 0 0 0,-19 5 0 0 0,13 0-426 0 0,0 0 0 0 0,1 2 0 0 0,1 0 0 0 0,-1 1 0 0 0,1 2 0 0 0,1-1 0 0 0,0 2 1 0 0,0 1-1 0 0,-18 16 0 0 0,-74 71-6928 0 0,55-50 889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34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47 680 0 0,'-13'-25'5995'0'0,"9"24"-5880"0"0,-1-1 0 0 0,1 1 0 0 0,-1 0 0 0 0,1 0 0 0 0,-1 0 0 0 0,1 0 0 0 0,-1 1-1 0 0,1 0 1 0 0,-1 0 0 0 0,0 0 0 0 0,1 1 0 0 0,-1-1 0 0 0,1 1 0 0 0,-1 0 0 0 0,-7 3 0 0 0,1 0-28 0 0,0 0 0 0 0,0 0 0 0 0,0 2 0 0 0,0-1 0 0 0,-11 8 0 0 0,5 0 25 0 0,0 1 0 0 0,1 0 0 0 0,0 1 0 0 0,2 0 1 0 0,-1 2-1 0 0,-11 18 0 0 0,19-26-65 0 0,1 1 0 0 0,0 0 0 0 0,1 0 0 0 0,0 1 0 0 0,1-1 0 0 0,0 1 0 0 0,1 0 0 0 0,0 0 0 0 0,0 1 0 0 0,1-1 0 0 0,1 0 0 0 0,0 23 0 0 0,1-28-48 0 0,1 1 0 0 0,0-1 0 0 0,0 1 0 0 0,1-1 0 0 0,-1 0 0 0 0,1 0 0 0 0,1 1-1 0 0,-1-1 1 0 0,1-1 0 0 0,0 1 0 0 0,1 0 0 0 0,-1-1 0 0 0,8 9 0 0 0,-4-7 1 0 0,0-1 0 0 0,0 1 0 0 0,1-1 0 0 0,0-1 0 0 0,0 1 0 0 0,0-1-1 0 0,0-1 1 0 0,14 6 0 0 0,2-2 9 0 0,1-1 0 0 0,0 0-1 0 0,1-2 1 0 0,-1-1 0 0 0,51 1-1 0 0,-49-4 13 0 0,-1-1-1 0 0,1-1 0 0 0,0-1 1 0 0,-1-2-1 0 0,44-11 1 0 0,-63 13-27 0 0,1-1 1 0 0,-1 1 0 0 0,0-2 0 0 0,0 1-1 0 0,0-1 1 0 0,0 0 0 0 0,0 0-1 0 0,-1 0 1 0 0,0-1 0 0 0,0 0 0 0 0,0-1-1 0 0,-1 1 1 0 0,1-1 0 0 0,-1 0 0 0 0,-1 0-1 0 0,1-1 1 0 0,-1 1 0 0 0,0-1 0 0 0,-1 0-1 0 0,1 0 1 0 0,-1-1 0 0 0,-1 1 0 0 0,4-13-1 0 0,-4 8-9 0 0,-1 1 0 0 0,1-1 0 0 0,-2 0-1 0 0,0 1 1 0 0,0-1 0 0 0,-1 0 0 0 0,-1 1 0 0 0,0-1-1 0 0,0 1 1 0 0,-1 0 0 0 0,0 0 0 0 0,-1 0 0 0 0,-1 0-1 0 0,0 0 1 0 0,-12-19 0 0 0,9 18 11 0 0,-1 0 0 0 0,-1 1 0 0 0,0 0 0 0 0,0 0 0 0 0,-1 1 0 0 0,-1 0 0 0 0,0 1 0 0 0,0 1 0 0 0,0 0 0 0 0,-1 0 0 0 0,-1 1 1 0 0,-14-5-1 0 0,10 5 28 0 0,-1 0 0 0 0,1 1 0 0 0,-1 1 0 0 0,0 1 0 0 0,-1 1 0 0 0,1 1 0 0 0,-33 0 0 0 0,43 2-202 0 0,0 1-1 0 0,0 0 1 0 0,0 0 0 0 0,0 1-1 0 0,0 1 1 0 0,1-1 0 0 0,-1 1-1 0 0,1 1 1 0 0,0-1 0 0 0,0 2-1 0 0,0-1 1 0 0,0 1-1 0 0,1 0 1 0 0,0 0 0 0 0,0 1-1 0 0,0 0 1 0 0,1 1 0 0 0,-11 12-1 0 0,4 3-2738 0 0,8-13 1265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6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21 113 540 0 0,'0'0'2027'0'0,"-10"-8"1158"0"0,10 8-3119 0 0,-1 0 0 0 0,0-1 0 0 0,1 1 0 0 0,-1 0 0 0 0,1-1 0 0 0,-1 1 0 0 0,0 0 0 0 0,1-1 0 0 0,-1 1 0 0 0,1-1 0 0 0,-1 1 0 0 0,1 0 0 0 0,-1-1 0 0 0,1 1 0 0 0,0-1 0 0 0,-1 0 0 0 0,1 1 0 0 0,0-1 0 0 0,-1 1 0 0 0,1-1 0 0 0,0 1 0 0 0,-1-2 0 0 0,1 1-40 0 0,1 1-1 0 0,-1-1 1 0 0,0 0-1 0 0,0 1 1 0 0,1-1 0 0 0,-1 1-1 0 0,0-1 1 0 0,0 1-1 0 0,1-1 1 0 0,-1 1-1 0 0,1-1 1 0 0,-1 1-1 0 0,0 0 1 0 0,1-1 0 0 0,-1 1-1 0 0,1-1 1 0 0,-1 1-1 0 0,1 0 1 0 0,-1-1-1 0 0,1 1 1 0 0,5-3 5 0 0,-1 1 0 0 0,1 0 1 0 0,0 0-1 0 0,7-1 0 0 0,7-1-6 0 0,-1 1-1 0 0,1 1 1 0 0,-1 1-1 0 0,1 1 0 0 0,33 3 1 0 0,-42-1 43 0 0,0 0 1 0 0,0 0-1 0 0,0 1 1 0 0,-1 0-1 0 0,0 0 0 0 0,1 2 1 0 0,-1-1-1 0 0,0 1 1 0 0,-1 1-1 0 0,1-1 0 0 0,13 13 1 0 0,-20-15-6 0 0,0 0 0 0 0,0 0 0 0 0,0 0 0 0 0,0 0 0 0 0,-1 1 0 0 0,0 0 1 0 0,0-1-1 0 0,0 1 0 0 0,0 0 0 0 0,0 0 0 0 0,-1 0 0 0 0,1 0 0 0 0,-1 0 0 0 0,0 0 0 0 0,-1 0 1 0 0,1 0-1 0 0,-1 1 0 0 0,1-1 0 0 0,-2 8 0 0 0,-1 2 179 0 0,-1 0 1 0 0,0 0-1 0 0,-1 0 1 0 0,-8 19-1 0 0,-3 9 466 0 0,10-27-265 0 0,5-18-170 0 0,8-22-215 0 0,76-137-80 0 0,-58 109 22 0 0,20-42 82 0 0,-44 81-112 0 0,-10 17-37 0 0,-12 20-43 0 0,9-3 110 0 0,0 1 0 0 0,2 0 0 0 0,0 0 0 0 0,1 1 0 0 0,2 1 0 0 0,0-1 0 0 0,-5 45 0 0 0,11-62 6 0 0,0 0-1 0 0,0 0 1 0 0,0 0 0 0 0,1-1 0 0 0,0 1 0 0 0,0 0-1 0 0,0 0 1 0 0,1 0 0 0 0,-1-1 0 0 0,5 9 0 0 0,-5-11 0 0 0,0 0 1 0 0,1 0 0 0 0,-1-1 0 0 0,0 1 0 0 0,1 0 0 0 0,-1-1 0 0 0,1 1-1 0 0,-1-1 1 0 0,1 1 0 0 0,0-1 0 0 0,-1 0 0 0 0,1 0 0 0 0,0 0 0 0 0,0 0 0 0 0,0 0-1 0 0,0 0 1 0 0,0 0 0 0 0,0-1 0 0 0,0 1 0 0 0,0-1 0 0 0,0 1 0 0 0,0-1-1 0 0,1 0 1 0 0,-1 0 0 0 0,0 0 0 0 0,0 0 0 0 0,0 0 0 0 0,3-1 0 0 0,28-6-467 0 0,41-17 1 0 0,-53 17-1362 0 0,-1 2-2944 0 0,-10 2 1671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1012 0 0,'17'-11'11213'0'0,"-15"13"-11151"0"0,-1 0 0 0 0,1 0 0 0 0,-1 1 0 0 0,1-1 1 0 0,-1 0-1 0 0,0 1 0 0 0,0-1 0 0 0,0 1 0 0 0,-1 0 0 0 0,1-1 0 0 0,0 1 0 0 0,-1-1 0 0 0,0 1 0 0 0,1 0 1 0 0,-2 5-1 0 0,3 7 179 0 0,1 28-55 0 0,-2 1 0 0 0,-1-1 1 0 0,-11 76-1 0 0,-1 10-758 0 0,12-118-77 0 0,0 0 0 0 0,4 21 1 0 0,4 2-4322 0 0,-3-20 657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7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65 176 700 0 0,'-2'-1'1796'0'0,"-43"-13"5691"0"0,27 10-5068 0 0,40-6-1708 0 0,248-68 208 0 0,-96 13-4049 0 0,-171 64 2644 0 0,1-1-59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13 1464 0 0,'-5'-3'803'0'0,"3"2"-368"0"0,0 0 0 0 0,0 0 0 0 0,0 0 0 0 0,0 0 1 0 0,1 0-1 0 0,-2 0 0 0 0,1 1 0 0 0,0-1 0 0 0,0 0 0 0 0,0 1 0 0 0,0 0 0 0 0,0-1 1 0 0,0 1-1 0 0,-1 0 0 0 0,1 0 0 0 0,0 1 0 0 0,0-1 0 0 0,-4 1 0 0 0,5 0-353 0 0,1 1-1 0 0,-1-1 0 0 0,1 1 1 0 0,0-1-1 0 0,-1 1 1 0 0,1-1-1 0 0,0 1 0 0 0,0-1 1 0 0,0 1-1 0 0,0-1 0 0 0,0 1 1 0 0,0-1-1 0 0,1 3 1 0 0,-1-2 118 0 0,37 223 1611 0 0,-21-143-1657 0 0,-10-50-285 0 0,13 61 348 0 0,-16-83-845 0 0,0 1 1 0 0,1-1-1 0 0,0 0 0 0 0,1 0 0 0 0,0 0 1 0 0,9 12-1 0 0,-8-15-2390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2440 0 0,'-1'-23'3115'0'0,"3"-45"4092"0"0,-1 65-7153 0 0,1 0 0 0 0,0 0-1 0 0,-1 1 1 0 0,1-1 0 0 0,0 1 0 0 0,0-1 0 0 0,0 1 0 0 0,0 0-1 0 0,1-1 1 0 0,-1 1 0 0 0,1 1 0 0 0,-1-1 0 0 0,1 0 0 0 0,0 0-1 0 0,4-1 1 0 0,-3 1-45 0 0,0 1-1 0 0,-1-1 1 0 0,1 1-1 0 0,0 0 1 0 0,0 0-1 0 0,0 0 1 0 0,0 1-1 0 0,0-1 1 0 0,0 1-1 0 0,0 0 1 0 0,0 0-1 0 0,0 0 1 0 0,0 1-1 0 0,0 0 1 0 0,0-1-1 0 0,0 1 1 0 0,0 1-1 0 0,0-1 1 0 0,0 0-1 0 0,-1 1 1 0 0,1 0-1 0 0,6 4 1 0 0,-6-3-3 0 0,0 0 0 0 0,-1 0 1 0 0,1 1-1 0 0,0-1 0 0 0,-1 1 1 0 0,0 0-1 0 0,0 0 0 0 0,0 0 1 0 0,-1 1-1 0 0,1-1 0 0 0,-1 1 1 0 0,0-1-1 0 0,0 1 1 0 0,0 0-1 0 0,-1 0 0 0 0,0-1 1 0 0,0 1-1 0 0,1 10 0 0 0,-2-4 5 0 0,0 1-1 0 0,-1-1 0 0 0,-1 0 0 0 0,0 0 0 0 0,0 0 1 0 0,-1 0-1 0 0,0 0 0 0 0,-1-1 0 0 0,0 1 0 0 0,-11 17 1 0 0,-24 66 153 0 0,39-93-172 0 0,0 4 4 0 0,16 1-20 0 0,25 7-1 0 0,65 29 1 0 0,-94-36 133 0 0,0 1 1 0 0,-1 0-1 0 0,0 1 1 0 0,0 0-1 0 0,-1 0 1 0 0,0 1-1 0 0,0 0 1 0 0,10 14-1 0 0,-16-18 127 0 0,0-1 1 0 0,-1 1-1 0 0,0 0 1 0 0,0 0-1 0 0,0 1 1 0 0,-1-1-1 0 0,0 1 0 0 0,0-1 1 0 0,0 1-1 0 0,-1 0 1 0 0,1-1-1 0 0,-1 1 1 0 0,0 12-1 0 0,-1-13-82 0 0,-1 0 1 0 0,0 0-1 0 0,0 1 0 0 0,0-1 1 0 0,-1 0-1 0 0,1 0 0 0 0,-1 0 1 0 0,-1-1-1 0 0,1 1 0 0 0,0 0 1 0 0,-1-1-1 0 0,0 0 0 0 0,0 1 1 0 0,-1-1-1 0 0,-6 6 0 0 0,1-2-58 0 0,-1 0-1 0 0,1-1 0 0 0,-1-1 1 0 0,-1 0-1 0 0,1 0 0 0 0,-1-1 1 0 0,0 0-1 0 0,0-1 0 0 0,-1 0 1 0 0,1-1-1 0 0,-1 0 0 0 0,0-1 1 0 0,0-1-1 0 0,0 1 0 0 0,1-2 1 0 0,-25-1-1 0 0,35 1-207 0 0,-1 0-1 0 0,1 0 1 0 0,-1 0-1 0 0,1 0 1 0 0,-1-1-1 0 0,1 1 1 0 0,0 0-1 0 0,-1-1 1 0 0,1 1-1 0 0,-1-1 1 0 0,1 1-1 0 0,0-1 1 0 0,-1 0-1 0 0,1 0 1 0 0,0 0-1 0 0,0 0 1 0 0,0 1 0 0 0,0-2-1 0 0,-1 1 1 0 0,1 0-1 0 0,1 0 1 0 0,-1 0-1 0 0,-2-2 1 0 0,3 1-84 0 0,-1 0 1 0 0,1 0 0 0 0,0 0 0 0 0,0 0-1 0 0,-1 0 1 0 0,1 0 0 0 0,0 0 0 0 0,1-1 0 0 0,-1 1-1 0 0,0 0 1 0 0,1 0 0 0 0,-1 0 0 0 0,1 0-1 0 0,1-3 1 0 0,2-5-869 0 0,1 1-1 0 0,0 0 1 0 0,1 0-1 0 0,-1 0 1 0 0,9-8 0 0 0,0 0-2317 0 0,-1-2-1336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9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28 2664 0 0,'7'-13'4444'0'0,"-6"12"-4335"0"0,-1 0 0 0 0,0 1 0 0 0,0-1-1 0 0,0 0 1 0 0,1 1 0 0 0,-1-1 0 0 0,0 0 0 0 0,1 1 0 0 0,-1-1 0 0 0,0 0-1 0 0,1 1 1 0 0,-1-1 0 0 0,1 1 0 0 0,-1-1 0 0 0,1 1 0 0 0,-1-1 0 0 0,1 1-1 0 0,0 0 1 0 0,-1-1 0 0 0,1 1 0 0 0,-1-1 0 0 0,1 1 0 0 0,0 0 0 0 0,-1 0 0 0 0,1-1-1 0 0,0 1 1 0 0,-1 0 0 0 0,1 0 0 0 0,0 0 0 0 0,0 0 0 0 0,-1 0 0 0 0,1 0-1 0 0,0 0 1 0 0,-1 0 0 0 0,1 0 0 0 0,1 0 0 0 0,1 2-5 0 0,0 0-1 0 0,0 1 1 0 0,0-1 0 0 0,0 1-1 0 0,0-1 1 0 0,4 7 0 0 0,1 1-22 0 0,0 1 1 0 0,0 0-1 0 0,-1 0 0 0 0,-1 1 1 0 0,0 0-1 0 0,0 0 0 0 0,-1 0 1 0 0,-1 1-1 0 0,0 0 1 0 0,-1 0-1 0 0,2 17 0 0 0,-2-8 110 0 0,-1 0-1 0 0,-1 0 0 0 0,-2-1 0 0 0,0 1 1 0 0,-1 0-1 0 0,-5 25 0 0 0,2-26 132 0 0,-2-1 0 0 0,1 1 1 0 0,-2-1-1 0 0,-12 22 0 0 0,-49 71 2455 0 0,51-93-1945 0 0,18-20-829 0 0,0 0-1 0 0,0 0 1 0 0,0 0-1 0 0,0 0 1 0 0,0 0 0 0 0,0 0-1 0 0,0 0 1 0 0,0 0 0 0 0,0 0-1 0 0,0 1 1 0 0,0-1-1 0 0,0 0 1 0 0,0 0 0 0 0,0 0-1 0 0,-1 0 1 0 0,1 0-1 0 0,0 0 1 0 0,0 0 0 0 0,0 0-1 0 0,0 0 1 0 0,0 0-1 0 0,0 0 1 0 0,0 0 0 0 0,0 0-1 0 0,0 0 1 0 0,0 0-1 0 0,-1 0 1 0 0,1 0 0 0 0,0 0-1 0 0,0 0 1 0 0,0 0 0 0 0,0 0-1 0 0,0 0 1 0 0,0 0-1 0 0,0 0 1 0 0,0 0 0 0 0,0 0-1 0 0,0 0 1 0 0,-1 0-1 0 0,1-1 1 0 0,0 1 0 0 0,0 0-1 0 0,0 0 1 0 0,0 0-1 0 0,0 0 1 0 0,0 0 0 0 0,0 0-1 0 0,0 0 1 0 0,0 0-1 0 0,0 0 1 0 0,0 0 0 0 0,0 0-1 0 0,0 0 1 0 0,0-1 0 0 0,0 1-1 0 0,0 0 1 0 0,0 0-1 0 0,0 0 1 0 0,0 0 0 0 0,4-14 61 0 0,8-7-41 0 0,0 1 0 0 0,1 0-1 0 0,30-34 1 0 0,-8 11-6 0 0,106-160-19 0 0,-139 200-11 0 0,-1-4 1 0 0,-1 5-8 0 0,-1 2-19 0 0,-1 1 34 0 0,0-1 1 0 0,1 1 0 0 0,-1 0-1 0 0,1-1 1 0 0,-1 1-1 0 0,1 0 1 0 0,-1 0 0 0 0,1 0-1 0 0,-1 0 1 0 0,1 0-1 0 0,0 0 1 0 0,0 0 0 0 0,0 0-1 0 0,-1 1 1 0 0,1-1-1 0 0,0 0 1 0 0,-1 2 0 0 0,-18 32-29 0 0,14-25 26 0 0,-3 7-3 0 0,0 0 0 0 0,1 0 0 0 0,0 1 0 0 0,1 0 0 0 0,2 0 0 0 0,0 1 0 0 0,-3 18 0 0 0,7-30 7 0 0,1 0 1 0 0,-1 0-1 0 0,1-1 0 0 0,1 1 0 0 0,0 0 0 0 0,0-1 1 0 0,0 1-1 0 0,0-1 0 0 0,1 1 0 0 0,3 7 1 0 0,-2-9-8 0 0,-1-1 0 0 0,1 1 1 0 0,0-1-1 0 0,0 1 0 0 0,0-1 1 0 0,1 0-1 0 0,0-1 0 0 0,-1 1 1 0 0,1 0-1 0 0,0-1 0 0 0,1 0 1 0 0,-1 0-1 0 0,1 0 0 0 0,7 3 1 0 0,0-1-552 0 0,0-1 0 0 0,1 0 0 0 0,-1-1 0 0 0,1 0 0 0 0,-1-1 0 0 0,1 0 1 0 0,14-1-1 0 0,-7 0-3215 0 0,38-5 0 0 0,-33 0-1202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9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10 608 0 0,'-2'0'5203'0'0,"-31"-10"6621"0"0,47 10-11897 0 0,-8 1 100 0 0,0 0-1 0 0,0 0 1 0 0,-1 0-1 0 0,1 1 0 0 0,0 0 1 0 0,-1 0-1 0 0,1 0 1 0 0,-1 1-1 0 0,0 0 1 0 0,0 0-1 0 0,0 0 0 0 0,6 5 1 0 0,-8-5-10 0 0,0 0 0 0 0,-1-1 1 0 0,1 1-1 0 0,-1 0 0 0 0,0 1 0 0 0,0-1 1 0 0,0 0-1 0 0,0 0 0 0 0,-1 1 0 0 0,1-1 1 0 0,-1 1-1 0 0,0 0 0 0 0,0-1 1 0 0,0 1-1 0 0,0 0 0 0 0,-1 0 0 0 0,0-1 1 0 0,0 1-1 0 0,0 0 0 0 0,0 6 0 0 0,-5 12 207 0 0,0-1 0 0 0,-1-1 1 0 0,-1 1-1 0 0,-1-1 0 0 0,-21 37 0 0 0,4-7-51 0 0,18-36-135 0 0,5-12-33 0 0,1 0 1 0 0,0 0-1 0 0,-1 0 1 0 0,1 0-1 0 0,0 0 0 0 0,1 1 1 0 0,-1-1-1 0 0,0 0 1 0 0,1 0-1 0 0,-1 1 0 0 0,1-1 1 0 0,-1 0-1 0 0,1 1 1 0 0,0 2-1 0 0,0-5-1 0 0,1 1 0 0 0,-1 0-1 0 0,0-1 1 0 0,0 1 0 0 0,1-1-1 0 0,-1 0 1 0 0,0 1 0 0 0,1-1-1 0 0,-1 1 1 0 0,0-1 0 0 0,1 1-1 0 0,-1-1 1 0 0,1 0 0 0 0,-1 1-1 0 0,1-1 1 0 0,-1 0 0 0 0,1 1-1 0 0,-1-1 1 0 0,1 0 0 0 0,-1 0-1 0 0,1 1 1 0 0,-1-1 0 0 0,1 0-1 0 0,-1 0 1 0 0,1 0 0 0 0,0 0-1 0 0,15 1 35 0 0,-15-1-40 0 0,23-2-333 0 0,0-1 1 0 0,0-2-1 0 0,-1 0 0 0 0,1-1 1 0 0,-1-2-1 0 0,32-14 0 0 0,10-3-3131 0 0,-4 1-2795 0 0,-28 9 695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0:5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77 1360 0 0,'-29'-17'8218'0'0,"-47"-36"0"0"0,72 50-7875 0 0,3 2-76 0 0,-6-1 438 0 0,17 6-572 0 0,28 17-81 0 0,1-3 1 0 0,48 17 0 0 0,-12-6-45 0 0,20 6 1 0 0,-53-21 142 0 0,44 22 0 0 0,-84-36-111 0 0,-7 15 8 0 0,0-10-42 0 0,1 1 1 0 0,-1-1-1 0 0,1 0 0 0 0,-1 0 1 0 0,-1-1-1 0 0,1 1 0 0 0,-1-1 1 0 0,0-1-1 0 0,1 1 0 0 0,-8 2 0 0 0,-6 6 6 0 0,-209 122 50 0 0,135-82-54 0 0,20-10-387 0 0,72-42 239 0 0,0 1 0 0 0,1 0-1 0 0,-1-1 1 0 0,1 1 0 0 0,0-1 0 0 0,-1 1-1 0 0,1 0 1 0 0,-1-1 0 0 0,1 1 0 0 0,0 0-1 0 0,0 0 1 0 0,-1-1 0 0 0,1 1 0 0 0,0 0 0 0 0,0 0-1 0 0,0-1 1 0 0,0 1 0 0 0,0 0 0 0 0,0 0-1 0 0,0 0 1 0 0,0-1 0 0 0,0 1 0 0 0,0 0-1 0 0,0 0 1 0 0,1-1 0 0 0,-1 1 0 0 0,0 0-1 0 0,1 0 1 0 0,-1-1 0 0 0,0 1 0 0 0,1 0-1 0 0,-1-1 1 0 0,1 1 0 0 0,-1-1 0 0 0,1 1 0 0 0,-1 0-1 0 0,1-1 1 0 0,-1 1 0 0 0,1-1 0 0 0,0 1-1 0 0,-1-1 1 0 0,1 0 0 0 0,0 1 0 0 0,-1-1-1 0 0,1 0 1 0 0,0 1 0 0 0,-1-1 0 0 0,1 0-1 0 0,0 0 1 0 0,0 1 0 0 0,0-1 0 0 0,0 0-1 0 0,3 1-514 0 0,3 0-175 0 0,4 0-3066 0 0,14-1-467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0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12 3028 0 0,'18'-4'4040'0'0,"7"-4"5926"0"0,-42 23-9473 0 0,-2 0 0 0 0,-33 20 0 0 0,1-2-267 0 0,-275 237 187 0 0,316-260-1082 0 0,0 1 0 0 0,1 0 0 0 0,0 1 0 0 0,-13 21 0 0 0,22-22-1302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19 133 1484 0 0,'-1'-3'2528'0'0,"-15"-51"9776"0"0,16 52-11735 0 0,-1 1-496 0 0,1-1 0 0 0,0 0 0 0 0,0 1 0 0 0,-1-1-1 0 0,1 1 1 0 0,0-1 0 0 0,1 0 0 0 0,-1 1 0 0 0,0-1 0 0 0,0 0 0 0 0,1 1 0 0 0,-1-1 0 0 0,1 1 0 0 0,-1-1 0 0 0,1 1-1 0 0,0-1 1 0 0,-1 1 0 0 0,1-1 0 0 0,0 1 0 0 0,0 0 0 0 0,0-1 0 0 0,0 1 0 0 0,0 0 0 0 0,0 0 0 0 0,1 0-1 0 0,-1 0 1 0 0,0 0 0 0 0,3-2 0 0 0,3-1-87 0 0,1 1 0 0 0,-1-1-1 0 0,1 1 1 0 0,12-3 0 0 0,-16 4 96 0 0,4 0-73 0 0,0 0 0 0 0,0 1 0 0 0,0 0 0 0 0,9 0 0 0 0,19 0-6 0 0,-30 2-4 0 0,-4-1 2 0 0,1 1-1 0 0,-1-1 1 0 0,0 0-1 0 0,0 1 1 0 0,1-1-1 0 0,-1 1 1 0 0,0 0 0 0 0,0-1-1 0 0,0 1 1 0 0,0 0-1 0 0,1 0 1 0 0,-1 1-1 0 0,-1-1 1 0 0,1 0-1 0 0,0 1 1 0 0,0-1 0 0 0,0 1-1 0 0,-1-1 1 0 0,2 3-1 0 0,3 2 6 0 0,-4-3-4 0 0,0 0 0 0 0,0 0 0 0 0,0 1 1 0 0,0-1-1 0 0,-1 0 0 0 0,1 1 0 0 0,-1-1 1 0 0,0 1-1 0 0,0 0 0 0 0,0-1 0 0 0,0 1 1 0 0,-1 0-1 0 0,1-1 0 0 0,-1 1 0 0 0,0 0 1 0 0,0-1-1 0 0,0 1 0 0 0,-2 6 0 0 0,-1 8 14 0 0,-1-1 0 0 0,-9 25 0 0 0,13-40-14 0 0,-10 22 27 0 0,-15 30 1 0 0,-3 6 504 0 0,7-26 801 0 0,17-29-283 0 0,43-18-1000 0 0,-33 12-57 0 0,-1-1 4 0 0,0 1-1 0 0,1 1 0 0 0,-1-1 1 0 0,1 1-1 0 0,0 0 0 0 0,6 1 0 0 0,-6-2-2 0 0,0 1 0 0 0,0 0 0 0 0,1 1-1 0 0,-1-1 1 0 0,0 1 0 0 0,0 0 0 0 0,0 1 0 0 0,0 0-1 0 0,0 0 1 0 0,0 0 0 0 0,10 6 0 0 0,-5-3 0 0 0,-1 0-2 0 0,-1 1 0 0 0,0-1 1 0 0,0 1-1 0 0,0 1 0 0 0,0 0 1 0 0,-1 0-1 0 0,0 1 0 0 0,11 13 0 0 0,-16-17 15 0 0,0 1-1 0 0,0-1 0 0 0,0 1 1 0 0,-1 0-1 0 0,0 0 0 0 0,0 0 1 0 0,0 0-1 0 0,-1 0 0 0 0,1 0 0 0 0,-1 1 1 0 0,0-1-1 0 0,-1 0 0 0 0,1 1 1 0 0,-1-1-1 0 0,0 0 0 0 0,0 1 1 0 0,-1-1-1 0 0,0 0 0 0 0,-2 9 0 0 0,0-2 237 0 0,-2 0 0 0 0,1-1 0 0 0,-1 1 0 0 0,-1-1 0 0 0,0 0-1 0 0,-1 0 1 0 0,0-1 0 0 0,-1 1 0 0 0,0-2 0 0 0,0 1 0 0 0,-1-1 0 0 0,0 0-1 0 0,-1-1 1 0 0,0 0 0 0 0,0-1 0 0 0,-22 12 0 0 0,26-17-174 0 0,0 0 1 0 0,1-1 0 0 0,-1 1-1 0 0,0-1 1 0 0,0-1 0 0 0,0 1-1 0 0,0-1 1 0 0,0 0 0 0 0,-6-1-1 0 0,-2-1-188 0 0,1 0-1 0 0,0-1 0 0 0,0 0 0 0 0,0-1 0 0 0,-24-10 0 0 0,34 13-624 0 0,0 0 1 0 0,0 0-1 0 0,0 0 0 0 0,-1 0 0 0 0,1 1 0 0 0,0-1 1 0 0,0 1-1 0 0,0 0 0 0 0,0 0 0 0 0,-1 0 0 0 0,1 0 1 0 0,0 1-1 0 0,0-1 0 0 0,0 1 0 0 0,0 0 1 0 0,-5 2-1 0 0,-4 0-2733 0 0,-8 1-4449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3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86 268 0 0,'-1'-3'532'0'0,"0"0"0"0"0,-1-1 0 0 0,1 1-1 0 0,-1 0 1 0 0,0 0 0 0 0,0 0 0 0 0,0 0 0 0 0,-1 0 0 0 0,1 1 0 0 0,0-1-1 0 0,-1 1 1 0 0,0-1 0 0 0,0 1 0 0 0,0 0 0 0 0,0 0 0 0 0,-5-3 0 0 0,7 5-492 0 0,0 0 0 0 0,0 0 1 0 0,0 0-1 0 0,0 0 0 0 0,0 0 1 0 0,0 0-1 0 0,0 0 1 0 0,0 0-1 0 0,0 1 0 0 0,0-1 1 0 0,0 0-1 0 0,0 1 0 0 0,0-1 1 0 0,0 0-1 0 0,0 1 1 0 0,1-1-1 0 0,-1 1 0 0 0,0 0 1 0 0,0-1-1 0 0,-1 2 0 0 0,-15 15 339 0 0,7-1-257 0 0,-1 0-1 0 0,2 0 1 0 0,0 1-1 0 0,1 1 1 0 0,1-1-1 0 0,-9 33 1 0 0,9-19-115 0 0,1 0 1 0 0,1 0-1 0 0,-1 42 1 0 0,6-53 6 0 0,1-1-1 0 0,0 1 1 0 0,2-1-1 0 0,0 1 1 0 0,1-1-1 0 0,1 0 1 0 0,1 0 0 0 0,13 29-1 0 0,-15-39 24 0 0,0-1 0 0 0,1 1-1 0 0,0-1 1 0 0,0 0 0 0 0,1 0-1 0 0,0-1 1 0 0,0 1 0 0 0,1-1-1 0 0,0-1 1 0 0,0 1 0 0 0,1-1-1 0 0,0-1 1 0 0,0 1-1 0 0,0-1 1 0 0,1-1 0 0 0,0 0-1 0 0,-1 0 1 0 0,1 0 0 0 0,14 2-1 0 0,-18-5 35 0 0,1 0-1 0 0,-1 0 1 0 0,1-1-1 0 0,0 0 0 0 0,-1 0 1 0 0,1 0-1 0 0,0-1 1 0 0,-1 0-1 0 0,1 0 0 0 0,-1 0 1 0 0,1-1-1 0 0,-1 0 1 0 0,0 0-1 0 0,0 0 0 0 0,0-1 1 0 0,0 1-1 0 0,0-1 1 0 0,0-1-1 0 0,-1 1 0 0 0,1-1 1 0 0,-1 1-1 0 0,0-1 0 0 0,0 0 1 0 0,-1-1-1 0 0,1 1 1 0 0,-1-1-1 0 0,4-6 0 0 0,1-3 28 0 0,-1 1-1 0 0,0-1 1 0 0,-1-1-1 0 0,-1 1 1 0 0,0-1-1 0 0,-1 0 1 0 0,-1 0-1 0 0,3-29 1 0 0,-4 13-31 0 0,-2 1 0 0 0,-1-1 0 0 0,-1 0 0 0 0,-2 1 0 0 0,0-1 0 0 0,-12-35-1 0 0,12 50-52 0 0,-1 1 0 0 0,-1-1 0 0 0,-1 1 0 0 0,0 0 0 0 0,-1 0 0 0 0,0 1 0 0 0,-1 0 0 0 0,-1 0 0 0 0,0 1-1 0 0,-1 0 1 0 0,0 1 0 0 0,-1 1 0 0 0,-15-12 0 0 0,19 17-21 0 0,5 3-4 0 0,1 1 0 0 0,-1 0 0 0 0,0 0 0 0 0,0 0 1 0 0,0 0-1 0 0,-1 0 0 0 0,1 1 0 0 0,0-1 0 0 0,-1 1 0 0 0,1 0 0 0 0,0 0 0 0 0,-1 0 1 0 0,0 0-1 0 0,1 1 0 0 0,-1-1 0 0 0,-6 1 0 0 0,9 1-34 0 0,0-1 0 0 0,0 0 1 0 0,0 1-1 0 0,0-1 0 0 0,0 1 0 0 0,0-1 0 0 0,0 1 0 0 0,0 0 1 0 0,1-1-1 0 0,-1 1 0 0 0,0 0 0 0 0,0 0 0 0 0,1 0 0 0 0,-1-1 1 0 0,0 1-1 0 0,1 0 0 0 0,-1 0 0 0 0,1 0 0 0 0,-1 0 1 0 0,1 0-1 0 0,0 0 0 0 0,-1 0 0 0 0,1 0 0 0 0,0 0 0 0 0,0 1 1 0 0,-1-1-1 0 0,1 0 0 0 0,0 0 0 0 0,0 1 0 0 0,2 32-1295 0 0,2-15-64 0 0,1 0 1 0 0,1-1 0 0 0,1 1 0 0 0,12 23 0 0 0,-5-14-2084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3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0 464 0 0,'44'9'7487'0'0,"-42"-9"-6894"0"0,1 1-378 0 0,-1 0 0 0 0,1 0 0 0 0,-1 0 1 0 0,0 1-1 0 0,0-1 0 0 0,1 1 0 0 0,1 2 0 0 0,-2 3-133 0 0,-1 1 0 0 0,0 0 0 0 0,-1 0 1 0 0,0 0-1 0 0,0-1 0 0 0,-1 1 0 0 0,-2 8 0 0 0,-14 61 201 0 0,5-29-77 0 0,7-26-458 0 0,-3 16-1219 0 0,4-14-2660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3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40 256 0 0,'-2'-14'5560'0'0,"2"14"-5377"0"0,-5-19 3057 0 0,5 18-3193 0 0,0 1 1 0 0,0 0-1 0 0,-1-1 0 0 0,1 1 0 0 0,0 0 0 0 0,0-1 0 0 0,0 1 1 0 0,-1 0-1 0 0,1-1 0 0 0,0 1 0 0 0,0 0 0 0 0,-1 0 1 0 0,1-1-1 0 0,0 1 0 0 0,0 0 0 0 0,-1 0 0 0 0,1-1 1 0 0,0 1-1 0 0,-1 0 0 0 0,1 0 0 0 0,0 0 0 0 0,-1 0 1 0 0,1 0-1 0 0,-1 0 0 0 0,1-1 0 0 0,0 1 0 0 0,-1 0 1 0 0,1 0-1 0 0,0 0 0 0 0,-1 0 0 0 0,1 0 0 0 0,-1 0 0 0 0,1 0 1 0 0,0 0-1 0 0,-1 1 0 0 0,1-1 0 0 0,0 0 0 0 0,-1 0 1 0 0,1 0-1 0 0,0 0 0 0 0,-1 0 0 0 0,1 1 0 0 0,0-1 1 0 0,-1 0-1 0 0,1 0 0 0 0,0 1 0 0 0,-1-1 0 0 0,1 0 1 0 0,0 0-1 0 0,0 1 0 0 0,-1-1 0 0 0,1 0 0 0 0,0 1 1 0 0,0-1-1 0 0,0 0 0 0 0,-1 1 0 0 0,-4 6 0 0 0,1-1-1 0 0,0 1 1 0 0,0 1-1 0 0,0-1 1 0 0,1 0 0 0 0,0 1-1 0 0,0-1 1 0 0,-2 12-1 0 0,-10 71 40 0 0,10-57-66 0 0,3-18-14 0 0,1 1 0 0 0,1 0 0 0 0,0-1 0 0 0,1 1 0 0 0,0 0 0 0 0,1-1 0 0 0,6 19 0 0 0,-7-27 5 0 0,1 0 0 0 0,1 0 0 0 0,-1 0 0 0 0,1-1 0 0 0,0 1 0 0 0,0-1 0 0 0,1 0 0 0 0,0 0 0 0 0,0 0 0 0 0,1 0 0 0 0,-1-1 0 0 0,1 1 0 0 0,1-1 0 0 0,-1-1 0 0 0,0 1 0 0 0,1-1 0 0 0,12 7 1 0 0,-14-9 4 0 0,1 0 1 0 0,-1-1-1 0 0,1 1 1 0 0,-1-1-1 0 0,1 0 1 0 0,0 0-1 0 0,0-1 1 0 0,0 0-1 0 0,-1 1 1 0 0,1-2-1 0 0,0 1 1 0 0,0 0-1 0 0,0-1 1 0 0,-1 0-1 0 0,1 0 1 0 0,0-1-1 0 0,-1 1 1 0 0,1-1 0 0 0,-1 0-1 0 0,1 0 1 0 0,-1 0-1 0 0,0-1 1 0 0,0 1-1 0 0,5-6 1 0 0,-3 3 12 0 0,0 0 1 0 0,0-1-1 0 0,-1 0 1 0 0,0 0-1 0 0,0 0 1 0 0,-1-1-1 0 0,1 0 1 0 0,-1 0-1 0 0,-1 0 1 0 0,0 0-1 0 0,0 0 1 0 0,0-1 0 0 0,-1 1-1 0 0,2-10 1 0 0,-2 7 59 0 0,-1-1 1 0 0,-1 1 0 0 0,0-1 0 0 0,-1 1-1 0 0,1-1 1 0 0,-2 1 0 0 0,0-1 0 0 0,0 1-1 0 0,-1 0 1 0 0,0 0 0 0 0,0 0-1 0 0,-1 0 1 0 0,-1 1 0 0 0,0 0 0 0 0,-7-11-1 0 0,4 9-71 0 0,0 0-1 0 0,0 1 0 0 0,-1 0 0 0 0,-1 0 0 0 0,0 1 1 0 0,0 0-1 0 0,-1 1 0 0 0,0 0 0 0 0,0 0 0 0 0,-1 2 1 0 0,-16-8-1 0 0,6 1-903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4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11 952 0 0,'5'-11'9595'0'0,"0"13"-9366"0"0,0 1 0 0 0,0-1 0 0 0,0 1 1 0 0,0 0-1 0 0,-1 0 0 0 0,1 1 0 0 0,6 7 0 0 0,32 34 622 0 0,-29-30-645 0 0,4 5-19 0 0,-1 2-1 0 0,0-1 1 0 0,-2 2-1 0 0,0 1 0 0 0,-2-1 1 0 0,16 39-1 0 0,-21-40-121 0 0,-1 1 0 0 0,-1-1 0 0 0,-1 1 0 0 0,-1 0 0 0 0,-1 1 0 0 0,-1-1 0 0 0,-2 47 0 0 0,-4-20-7 0 0,-2-1 0 0 0,-3 0 0 0 0,-1 0 0 0 0,-22 59 0 0 0,18-68-1008 0 0,-35 64 0 0 0,32-74-1112 0 0,-1 0-1 0 0,-33 38 1 0 0,18-29-2999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4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46 1176 0 0,'1'-26'6664'0'0,"-1"25"-6505"0"0,0 0-1 0 0,0 0 0 0 0,0 0 1 0 0,0 0-1 0 0,-1 0 1 0 0,1 1-1 0 0,0-1 1 0 0,-1 0-1 0 0,1 0 1 0 0,-1 0-1 0 0,1 0 1 0 0,-1 1-1 0 0,1-1 1 0 0,-1 0-1 0 0,0 0 0 0 0,1 1 1 0 0,-1-1-1 0 0,0 0 1 0 0,0 1-1 0 0,1-1 1 0 0,-1 1-1 0 0,0-1 1 0 0,-1 0-1 0 0,0 1-107 0 0,1 0 0 0 0,0 0 1 0 0,0 0-1 0 0,0 0 0 0 0,-1 0 0 0 0,1 0 0 0 0,0 0 0 0 0,0 0 1 0 0,0 1-1 0 0,0-1 0 0 0,-1 0 0 0 0,1 1 0 0 0,0-1 0 0 0,0 1 0 0 0,0-1 1 0 0,0 1-1 0 0,0 0 0 0 0,0-1 0 0 0,0 1 0 0 0,0 0 0 0 0,-1 1 1 0 0,-5 6 41 0 0,-1 0 1 0 0,2 0-1 0 0,-1 0 1 0 0,2 1-1 0 0,-1 0 1 0 0,1 0-1 0 0,-8 20 1 0 0,-21 75 229 0 0,26-72-190 0 0,-17 56 326 0 0,-19 139 1 0 0,37-165-347 0 0,2 0 0 0 0,4 0 1 0 0,6 75-1 0 0,-2-104-76 0 0,2 0 0 0 0,1 0 0 0 0,2-1 0 0 0,1 0 1 0 0,2 0-1 0 0,0-1 0 0 0,24 43 0 0 0,-26-58-96 0 0,1 0-1 0 0,0-1 0 0 0,1 0 1 0 0,1-1-1 0 0,0 0 1 0 0,1-1-1 0 0,0-1 0 0 0,1 0 1 0 0,1 0-1 0 0,0-2 1 0 0,0 0-1 0 0,1 0 0 0 0,0-2 1 0 0,1 0-1 0 0,18 7 1 0 0,-12-8-641 0 0,1-1 1 0 0,0-1 0 0 0,24 3-1 0 0,-25-6-1661 0 0,37-2-1 0 0,-1-4-2402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5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142 102 320 0 0,'-46'-100'10554'0'0,"45"99"-10246"0"0,0 2-272 0 0,0 0 0 0 0,0 0 0 0 0,0 1 0 0 0,0-1-1 0 0,0 1 1 0 0,0-1 0 0 0,0 1 0 0 0,0-1 0 0 0,1 1-1 0 0,-1-1 1 0 0,1 1 0 0 0,-1 0 0 0 0,1-1-1 0 0,0 1 1 0 0,-1 2 0 0 0,-15 244 993 0 0,10-111-858 0 0,3-72-61 0 0,2-20 532 0 0,-12 71 1 0 0,12-113-450 0 0,1-1-82 0 0,0 0-1 0 0,0 0 0 0 0,-1 0 1 0 0,1 0-1 0 0,-1 0 0 0 0,0 0 1 0 0,1 0-1 0 0,-1-1 0 0 0,0 1 1 0 0,0 0-1 0 0,0-1 0 0 0,-2 4 0 0 0,2-4 102 0 0,-17 1 104 0 0,7-2-303 0 0,9 0-15 0 0,4 0-46 0 0,96 32 110 0 0,-64-19-280 0 0,1-3-1 0 0,52 10 0 0 0,-74-18-457 0 0,0-1 0 0 0,0 0 1 0 0,0-1-1 0 0,0-1 0 0 0,-1 0 0 0 0,1-1 0 0 0,0 0 1 0 0,-1-1-1 0 0,1 0 0 0 0,18-8 0 0 0,-7-1-2017 0 0,1-1-650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6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61 200 0 0,'-24'-60'11255'0'0,"23"60"-11218"0"0,1 0 0 0 0,-1 1-1 0 0,1-1 1 0 0,-1 1 0 0 0,0-1 0 0 0,1 0 0 0 0,-1 1-1 0 0,1-1 1 0 0,-1 1 0 0 0,1-1 0 0 0,-1 1-1 0 0,1-1 1 0 0,0 1 0 0 0,-1 0 0 0 0,1-1 0 0 0,0 1-1 0 0,-1-1 1 0 0,1 1 0 0 0,0 0 0 0 0,0-1-1 0 0,-1 1 1 0 0,1 0 0 0 0,0-1 0 0 0,0 1 0 0 0,0 1-1 0 0,-3 20 504 0 0,2-20-437 0 0,-23 201 2086 0 0,-12 122-1488 0 0,35-298-624 0 0,1-19-62 0 0,1-20-157 0 0,0 2 105 0 0,1-8-32 0 0,6-30 1 0 0,-7 43 53 0 0,1 0 0 0 0,-1 1 1 0 0,1-1-1 0 0,0 0 0 0 0,0 1 0 0 0,0 0 1 0 0,1-1-1 0 0,-1 1 0 0 0,1 0 0 0 0,0 0 1 0 0,6-6-1 0 0,-7 8 12 0 0,0 1 0 0 0,0-1 0 0 0,0 0 0 0 0,0 1 0 0 0,0-1 0 0 0,0 1 0 0 0,1 0 1 0 0,-1-1-1 0 0,0 1 0 0 0,1 0 0 0 0,-1 1 0 0 0,0-1 0 0 0,1 0 0 0 0,-1 1 0 0 0,4-1 0 0 0,-2 0 3 0 0,3 1-7 0 0,23 0 3 0 0,0 2-1 0 0,30 6 1 0 0,-40-4-10 0 0,-1-2 0 0 0,1 0 0 0 0,29-2 0 0 0,-40 0-37 0 0,0-1 0 0 0,-1 0 0 0 0,1-1 0 0 0,-1 0 1 0 0,13-4-1 0 0,-18 4 27 0 0,1 1 0 0 0,-1-1 1 0 0,1 0-1 0 0,-1 0 0 0 0,0 0 1 0 0,0 0-1 0 0,1-1 0 0 0,-2 0 0 0 0,1 1 1 0 0,0-1-1 0 0,-1 0 0 0 0,1 0 1 0 0,-1 0-1 0 0,0-1 0 0 0,0 1 1 0 0,2-5-1 0 0,1-5 9 0 0,-1 0 1 0 0,0-1-1 0 0,-1 1 1 0 0,0-1-1 0 0,-2 0 0 0 0,1 0 1 0 0,-2-17-1 0 0,-1-3 314 0 0,-10-60 0 0 0,8 71-71 0 0,3 20-148 0 0,1 13-65 0 0,11 144 153 0 0,-10-100-369 0 0,3 0-1 0 0,11 56 1 0 0,-2-68-1712 0 0,-13-39 1503 0 0,0-1 1 0 0,0 0-1 0 0,0 0 0 0 0,0 0 1 0 0,1 0-1 0 0,-1 0 0 0 0,1-1 1 0 0,-1 1-1 0 0,1 0 0 0 0,0-1 1 0 0,0 1-1 0 0,0-1 0 0 0,0 1 1 0 0,0-1-1 0 0,0 0 0 0 0,4 2 1 0 0,6-1-3390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6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95 992 0 0,'8'-82'11644'0'0,"-8"82"-11604"0"0,0-1-1 0 0,0 1 1 0 0,0-1-1 0 0,0 1 1 0 0,0-1-1 0 0,0 1 1 0 0,0 0-1 0 0,0-1 1 0 0,0 1-1 0 0,0-1 0 0 0,0 1 1 0 0,0-1-1 0 0,0 1 1 0 0,-1 0-1 0 0,1-1 1 0 0,0 1-1 0 0,0-1 1 0 0,-1 1-1 0 0,1 0 1 0 0,0-1-1 0 0,-1 1 0 0 0,1 0 1 0 0,0-1-1 0 0,-1 1 1 0 0,1 0-1 0 0,0-1 1 0 0,-1 1-1 0 0,1 0 1 0 0,0 0-1 0 0,-1 0 1 0 0,1-1-1 0 0,-1 1 1 0 0,1 0-1 0 0,-1 0 0 0 0,1 0 1 0 0,-1 0-1 0 0,1 0 1 0 0,0 0-1 0 0,-1 0 1 0 0,1 0-1 0 0,-1 0 1 0 0,1 0-1 0 0,-1 0 1 0 0,1 0-1 0 0,-1 0 0 0 0,1 0 1 0 0,-1 0-1 0 0,1 0 1 0 0,0 1-1 0 0,-1-1 1 0 0,1 0-1 0 0,-1 1 1 0 0,-21 11 121 0 0,8 0-126 0 0,-1 1 0 0 0,2 1 1 0 0,0 0-1 0 0,0 1 0 0 0,2 0 0 0 0,0 1 1 0 0,0 0-1 0 0,2 1 0 0 0,0 0 1 0 0,1 0-1 0 0,0 1 0 0 0,-6 24 0 0 0,14-40-34 0 0,-1 1 0 0 0,0 0-1 0 0,1-1 1 0 0,0 1 0 0 0,0 0 0 0 0,0 0-1 0 0,0-1 1 0 0,0 1 0 0 0,0 0-1 0 0,1-1 1 0 0,-1 1 0 0 0,1 0-1 0 0,0-1 1 0 0,0 1 0 0 0,0-1-1 0 0,0 1 1 0 0,0-1 0 0 0,2 3 0 0 0,0-2-1 0 0,-1 0 0 0 0,1 0-1 0 0,0-1 1 0 0,0 1 0 0 0,0-1 0 0 0,0 0 0 0 0,0 0 0 0 0,0 0 0 0 0,0 0 0 0 0,1-1 0 0 0,5 3 0 0 0,8 0-9 0 0,0 0 0 0 0,0-1 0 0 0,1-1 0 0 0,26 0 0 0 0,-38-1 4 0 0,29 0 0 0 0,49 10 0 0 0,-70-8-1 0 0,0 0 0 0 0,-1 1 0 0 0,1 0 0 0 0,-1 1 0 0 0,0 0-1 0 0,18 12 1 0 0,-28-15 16 0 0,0-1 1 0 0,-1 1-1 0 0,1 0 0 0 0,-1 0 0 0 0,1 0 0 0 0,-1 1 0 0 0,0-1 0 0 0,0 1 0 0 0,0-1 0 0 0,0 1 0 0 0,0 0 0 0 0,-1-1 1 0 0,1 1-1 0 0,-1 0 0 0 0,0 0 0 0 0,0 0 0 0 0,0 0 0 0 0,1 6 0 0 0,-2-4 73 0 0,0-1-1 0 0,0 1 1 0 0,0 0 0 0 0,-1 0-1 0 0,1-1 1 0 0,-1 1-1 0 0,-1 0 1 0 0,1-1 0 0 0,0 1-1 0 0,-1-1 1 0 0,-3 7 0 0 0,-3 2 165 0 0,-1 0-1 0 0,0 0 1 0 0,0 0 0 0 0,-2-1 0 0 0,1-1 0 0 0,-22 19 0 0 0,17-19-84 0 0,0 1 0 0 0,-1-2 1 0 0,0 0-1 0 0,-1-1 0 0 0,0-1 1 0 0,-34 12-1 0 0,42-17-346 0 0,-1 0 0 0 0,0-1 0 0 0,0 0 0 0 0,0-1 0 0 0,0 0 0 0 0,0 0 0 0 0,0-1 0 0 0,-1 0 0 0 0,1-1 0 0 0,0 0 0 0 0,0-1 0 0 0,0 0 0 0 0,0 0 0 0 0,-14-6 0 0 0,9-3-3323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79 137 908 0 0,'-15'-24'4709'0'0,"-19"-25"0"0"0,33 48-4284 0 0,-8 7-114 0 0,9-6-305 0 0,-1 1 1 0 0,0-1 0 0 0,1 0-1 0 0,-1 1 1 0 0,0-1 0 0 0,1 1-1 0 0,-1-1 1 0 0,1 1-1 0 0,-1 0 1 0 0,1-1 0 0 0,-1 1-1 0 0,1-1 1 0 0,-1 1-1 0 0,1 0 1 0 0,0-1 0 0 0,-1 1-1 0 0,1 0 1 0 0,0 0-1 0 0,-1-1 1 0 0,1 1 0 0 0,0 0-1 0 0,0 0 1 0 0,0 1-1 0 0,-4 16 56 0 0,2 2 0 0 0,0-1 0 0 0,1 0-1 0 0,3 35 1 0 0,17 76 339 0 0,-12-95-395 0 0,1-1-1 0 0,2-1 1 0 0,15 35 0 0 0,-20-56 6 0 0,1-1 1 0 0,0 0 0 0 0,0 0 0 0 0,1 0-1 0 0,1-1 1 0 0,-1 1 0 0 0,2-2-1 0 0,-1 1 1 0 0,1-1 0 0 0,1-1-1 0 0,19 15 1 0 0,-21-20 33 0 0,-1 1-1 0 0,1-1 1 0 0,-1 0-1 0 0,1-1 1 0 0,0 0 0 0 0,0 0-1 0 0,0-1 1 0 0,0 0-1 0 0,0 0 1 0 0,0-1-1 0 0,1 0 1 0 0,-1 0 0 0 0,0-1-1 0 0,0 0 1 0 0,0 0-1 0 0,0-1 1 0 0,0 0-1 0 0,0-1 1 0 0,-1 1 0 0 0,1-1-1 0 0,-1-1 1 0 0,0 0-1 0 0,14-9 1 0 0,-13 8 30 0 0,1-2-1 0 0,0 1 1 0 0,-1-1 0 0 0,-1 0-1 0 0,1-1 1 0 0,-1 0 0 0 0,0 0 0 0 0,-1 0-1 0 0,0-1 1 0 0,0 0 0 0 0,-1 0-1 0 0,0-1 1 0 0,-1 0 0 0 0,0 1-1 0 0,0-1 1 0 0,-1-1 0 0 0,0 1 0 0 0,1-11-1 0 0,-3 4-12 0 0,-1 0 0 0 0,-1 0 0 0 0,0 0 0 0 0,-1 0 0 0 0,-1 0 0 0 0,-1 1 0 0 0,0-1 0 0 0,-1 1 0 0 0,-1 0 0 0 0,0 1 0 0 0,-2-1 0 0 0,-8-15 0 0 0,2 10 158 0 0,0 0 0 0 0,-1 1 0 0 0,0 0 0 0 0,-2 1 0 0 0,-1 1 0 0 0,0 1 0 0 0,-31-23 0 0 0,36 31-155 0 0,-1 1-1 0 0,0 0 1 0 0,-1 1-1 0 0,0 0 0 0 0,0 1 1 0 0,-32-7-1 0 0,45 12-98 0 0,-1 1 0 0 0,0-1 0 0 0,0 1 0 0 0,0 0 0 0 0,0 0 0 0 0,1 0 0 0 0,-1 1 0 0 0,0-1 0 0 0,0 1 0 0 0,0-1 0 0 0,1 1 0 0 0,-1 0 0 0 0,0 0 0 0 0,1 0 0 0 0,-1 0 0 0 0,1 1 0 0 0,-1-1 0 0 0,1 1 0 0 0,-1-1 0 0 0,1 1 0 0 0,0 0 0 0 0,-2 2 0 0 0,2-2-89 0 0,1-1 0 0 0,0 1-1 0 0,0-1 1 0 0,0 1 0 0 0,0 0 0 0 0,0-1-1 0 0,0 1 1 0 0,0 0 0 0 0,1 0 0 0 0,-1 0 0 0 0,0 0-1 0 0,1 0 1 0 0,0 0 0 0 0,-1 0 0 0 0,1 0 0 0 0,0 0-1 0 0,0 0 1 0 0,0 0 0 0 0,1-1 0 0 0,-1 1 0 0 0,0 0-1 0 0,1 0 1 0 0,-1 0 0 0 0,1 0 0 0 0,-1 0 0 0 0,1 0-1 0 0,0 0 1 0 0,0-1 0 0 0,0 1 0 0 0,2 2 0 0 0,2 3-652 0 0,0-1 1 0 0,1 0-1 0 0,0-1 1 0 0,0 1 0 0 0,0-1-1 0 0,1 0 1 0 0,0-1-1 0 0,8 5 1 0 0,9 2-2997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7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2128 0 0,'3'10'5519'0'0,"0"-3"-4563"0"0,-2-4-771 0 0,0-1 0 0 0,0 1 0 0 0,1 0-1 0 0,-1-1 1 0 0,1 1 0 0 0,-1-1-1 0 0,1 1 1 0 0,0-1 0 0 0,0 0-1 0 0,0 0 1 0 0,0 0 0 0 0,0 0-1 0 0,1 0 1 0 0,-1-1 0 0 0,1 1-1 0 0,-1-1 1 0 0,1 1 0 0 0,4 1-1 0 0,3 0-83 0 0,0 0-1 0 0,1-1 0 0 0,0 0 0 0 0,-1-1 1 0 0,1 0-1 0 0,0 0 0 0 0,-1-1 0 0 0,17-2 1 0 0,88-19 79 0 0,-89 15-118 0 0,1 0-230 0 0,76-18 571 0 0,-88 19-1276 0 0,0 0 0 0 0,-1-1 0 0 0,0 0 0 0 0,23-14 1 0 0,-28 12-2042 0 0,-1-3-896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7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11 1204 0 0,'-3'-1'2185'0'0,"-7"-1"-566"0"0,1 0 154 0 0,-1 0-1 0 0,1 1 1 0 0,-12-1 0 0 0,20 2-1743 0 0,0 0-1 0 0,1 0 0 0 0,-1 0 1 0 0,1 1-1 0 0,-1-1 1 0 0,0 0-1 0 0,1 1 1 0 0,-1-1-1 0 0,1 0 1 0 0,-1 1-1 0 0,1-1 1 0 0,-1 1-1 0 0,1-1 1 0 0,0 1-1 0 0,-1-1 1 0 0,1 1-1 0 0,-1-1 0 0 0,1 1 1 0 0,0-1-1 0 0,-1 1 1 0 0,1-1-1 0 0,0 1 1 0 0,0 0-1 0 0,-1-1 1 0 0,1 1-1 0 0,0 1 1 0 0,-3 18 302 0 0,2 16-142 0 0,3 1 1 0 0,1-1 0 0 0,8 40 0 0 0,-3-21-325 0 0,16 75 500 0 0,-21-115-720 0 0,2-1 0 0 0,0 0-1 0 0,0 0 1 0 0,1 0 0 0 0,1-1 0 0 0,12 20-1 0 0,-16-30-96 0 0,-1 0-1 0 0,0-1 1 0 0,1 1-1 0 0,-1 0 1 0 0,1-1-1 0 0,0 1 0 0 0,0-1 1 0 0,0 0-1 0 0,0 0 1 0 0,0 0-1 0 0,0-1 0 0 0,7 3 1 0 0,6 0-3017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0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43 24 0 0,'-1'-43'11218'0'0,"-18"56"-9182"0"0,10-1-1707 0 0,0 0 1 0 0,2 1-1 0 0,-1 0 1 0 0,2 1-1 0 0,0 0 1 0 0,-5 16-1 0 0,-20 90 104 0 0,26-99-401 0 0,2 1 0 0 0,1 0 0 0 0,0 1 0 0 0,2-1 0 0 0,0 0-1 0 0,1 0 1 0 0,9 40 0 0 0,-8-52-25 0 0,1 0 0 0 0,0 0 0 0 0,1 0 0 0 0,0 0 0 0 0,1 0 0 0 0,0-1 0 0 0,1 0 0 0 0,6 9 0 0 0,-8-12 0 0 0,1-1 0 0 0,0 0-1 0 0,0 0 1 0 0,1-1 0 0 0,-1 0-1 0 0,1 1 1 0 0,0-2-1 0 0,0 1 1 0 0,0-1 0 0 0,0 0-1 0 0,1 0 1 0 0,-1-1 0 0 0,9 3-1 0 0,-9-4 1 0 0,0 0 0 0 0,0 0 0 0 0,0 0-1 0 0,-1-1 1 0 0,1 0 0 0 0,0 0 0 0 0,0 0 0 0 0,0-1-1 0 0,0 0 1 0 0,-1 0 0 0 0,1 0 0 0 0,0-1-1 0 0,-1 0 1 0 0,7-2 0 0 0,-5 0 3 0 0,1-1-1 0 0,-1 0 1 0 0,0 0 0 0 0,0 0 0 0 0,0-1-1 0 0,-1 0 1 0 0,0 0 0 0 0,9-12-1 0 0,-3 1 12 0 0,-1 0 0 0 0,-1-1 0 0 0,0-1 0 0 0,-1 0 0 0 0,-1 0 0 0 0,-1 0 0 0 0,5-25 0 0 0,-7 22 7 0 0,-1 0-1 0 0,-1 0 1 0 0,-1-1 0 0 0,-1 1-1 0 0,-4-44 1 0 0,3 57-29 0 0,-2-1 1 0 0,1 1-1 0 0,-1-1 1 0 0,-1 1-1 0 0,1 0 0 0 0,-2 0 1 0 0,1 0-1 0 0,-1 0 1 0 0,-1 1-1 0 0,1 0 0 0 0,-1 0 1 0 0,-1 0-1 0 0,0 0 1 0 0,0 1-1 0 0,0 0 0 0 0,-10-9 1 0 0,9 12-105 0 0,1 0 1 0 0,-1 0-1 0 0,0 1 1 0 0,0-1-1 0 0,-1 2 1 0 0,1-1-1 0 0,-1 1 1 0 0,1 0-1 0 0,-1 0 1 0 0,0 1-1 0 0,0 0 1 0 0,1 1-1 0 0,-1 0 1 0 0,0 0-1 0 0,-12 2 1 0 0,2 0-1160 0 0,1 2 1 0 0,-1 0 0 0 0,0 1 0 0 0,1 1 0 0 0,-27 13-1 0 0,1 3-4021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0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38 1320 0 0,'0'0'1470'0'0,"0"-12"2850"0"0,0 7-3961 0 0,4-15 5005 0 0,2 26-5306 0 0,11 20-14 0 0,2-1 1 0 0,1-1-1 0 0,0-1 1 0 0,28 23-1 0 0,-14-17 61 0 0,2-2-1 0 0,2-1 0 0 0,69 36 0 0 0,-56-33 14 0 0,-50-29-50 0 0,0 1 0 0 0,0-1-1 0 0,1 1 1 0 0,-1 0 0 0 0,0 0 0 0 0,0 0 0 0 0,0 0 0 0 0,0 0 0 0 0,-1 0 0 0 0,1 0-1 0 0,0 0 1 0 0,1 1 0 0 0,-2-1-47 0 0,0-1-1 0 0,0 1 1 0 0,0-1-1 0 0,1 1 1 0 0,-1-1-1 0 0,0 1 0 0 0,0-1 1 0 0,0 1-1 0 0,0-1 1 0 0,0 1-1 0 0,0-1 1 0 0,0 1-1 0 0,-1-1 1 0 0,1 1-1 0 0,0-1 1 0 0,0 0-1 0 0,0 1 1 0 0,0-1-1 0 0,-1 1 1 0 0,1-1-1 0 0,0 1 1 0 0,-1 0-1 0 0,-1 1 8 0 0,-1 1 0 0 0,0-1 0 0 0,0 0 0 0 0,0 0 0 0 0,0 0 0 0 0,0 0-1 0 0,-4 1 1 0 0,5-1-28 0 0,-251 119 125 0 0,-16 10-401 0 0,249-122-223 0 0,16-8 273 0 0,0 1 0 0 0,0-1 0 0 0,0 1 0 0 0,0 0 0 0 0,1 0 0 0 0,-1 0 0 0 0,1 0 0 0 0,-1 1 0 0 0,1-1 0 0 0,0 1 0 0 0,0 0 0 0 0,-5 6 0 0 0,8-8 177 0 0,0-1 1 0 0,0 0-1 0 0,0 1 1 0 0,0-1-1 0 0,1 0 0 0 0,-1 1 1 0 0,0-1-1 0 0,0 1 1 0 0,0-1-1 0 0,0 0 1 0 0,1 1-1 0 0,-1-1 1 0 0,0 0-1 0 0,0 1 0 0 0,1-1 1 0 0,-1 0-1 0 0,0 1 1 0 0,0-1-1 0 0,1 0 1 0 0,-1 0-1 0 0,0 1 1 0 0,1-1-1 0 0,-1 0 1 0 0,0 0-1 0 0,1 0 0 0 0,-1 0 1 0 0,0 1-1 0 0,1-1 1 0 0,-1 0-1 0 0,1 0 1 0 0,-1 0-1 0 0,0 0 1 0 0,1 0-1 0 0,-1 0 0 0 0,1 0 1 0 0,20 3-1869 0 0,43-8-1880 0 0,-40 0 2027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11 36 0 0,'2'-1'1665'0'0,"7"-2"567"0"0,1 1 0 0 0,-1 0 0 0 0,12-1 0 0 0,-36 23-415 0 0,-20 14-1190 0 0,-1-2 0 0 0,-63 43 1 0 0,32-26-463 0 0,-227 174-1121 0 0,273-209-461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0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73 312 0 0,'0'-11'1825'0'0,"1"2"-68"0"0,-1 0 0 0 0,-1 0 1 0 0,1 0-1 0 0,-4-15 0 0 0,3 23-1122 0 0,-23 34 1246 0 0,6 7-1346 0 0,2 1 0 0 0,2 0 0 0 0,1 2 0 0 0,-7 49 0 0 0,-2 1 120 0 0,-241 802 1872 0 0,74-359-1937 0 0,162-457-51 0 0,27-77-483 0 0,-4-13-2597 0 0,8-19-1621 0 0,1 8-1547 0 0,-2 9 44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1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119 146 600 0 0,'0'-3'1322'0'0,"0"-4"-687"0"0,0 0 1 0 0,1 0 0 0 0,-1 0 0 0 0,2 1-1 0 0,-1-1 1 0 0,1 0 0 0 0,0 0 0 0 0,0 1 0 0 0,5-10-1 0 0,-4 12-512 0 0,-1 0 0 0 0,1 0 0 0 0,0 0 0 0 0,0 1 0 0 0,0-1 0 0 0,1 1 0 0 0,-1 0 0 0 0,1 0 0 0 0,0 0 0 0 0,-1 0 1 0 0,2 0-1 0 0,-1 1 0 0 0,0 0 0 0 0,0 0 0 0 0,8-2 0 0 0,-2 0-53 0 0,0 1 1 0 0,1 1 0 0 0,-1 0-1 0 0,1 0 1 0 0,0 1 0 0 0,0 1 0 0 0,-1 0-1 0 0,1 0 1 0 0,0 1 0 0 0,-1 0-1 0 0,1 1 1 0 0,0 0 0 0 0,-1 1 0 0 0,18 6-1 0 0,-26-8-39 0 0,0 0-1 0 0,1 0 0 0 0,-1 1 0 0 0,0-1 0 0 0,0 0 1 0 0,0 1-1 0 0,0 0 0 0 0,-1-1 0 0 0,1 1 0 0 0,0 0 1 0 0,-1 0-1 0 0,1 0 0 0 0,-1 0 0 0 0,0 0 0 0 0,1 0 1 0 0,-1 0-1 0 0,0 1 0 0 0,0-1 0 0 0,1 5 0 0 0,-2-3 19 0 0,0-1 0 0 0,0 1 0 0 0,0 0 0 0 0,0 0 0 0 0,0 0-1 0 0,-1-1 1 0 0,0 1 0 0 0,0 0 0 0 0,0 0 0 0 0,0-1 0 0 0,-3 7 0 0 0,-4 6 82 0 0,-2-1 1 0 0,1 0 0 0 0,-2 0 0 0 0,-15 17-1 0 0,23-29-128 0 0,-70 80 1708 0 0,72-82-1547 0 0,37 8-174 0 0,-25-6 104 0 0,1 0 0 0 0,-1 0 1 0 0,0 2-1 0 0,0-1 0 0 0,0 1 0 0 0,-1 1 0 0 0,0 0 0 0 0,0 0 0 0 0,0 1 0 0 0,0 0 0 0 0,7 9 0 0 0,-13-13-47 0 0,0 1 0 0 0,0 0-1 0 0,0 0 1 0 0,-1 0 0 0 0,0 1 0 0 0,0-1-1 0 0,0 1 1 0 0,-1-1 0 0 0,1 1 0 0 0,-1 0-1 0 0,0 0 1 0 0,-1 0 0 0 0,1 0 0 0 0,-1 1 0 0 0,0-1-1 0 0,0 0 1 0 0,-1 0 0 0 0,1 1 0 0 0,-1-1-1 0 0,0 0 1 0 0,-1 1 0 0 0,1-1 0 0 0,-1 0 0 0 0,0 1-1 0 0,-1-1 1 0 0,1 0 0 0 0,-3 6 0 0 0,-1-2 87 0 0,-1 1 1 0 0,0-1 0 0 0,-1 0-1 0 0,1 0 1 0 0,-2 0-1 0 0,1-1 1 0 0,-1 0 0 0 0,-1-1-1 0 0,1 0 1 0 0,-1 0 0 0 0,0-1-1 0 0,-1 0 1 0 0,1 0 0 0 0,-21 7-1 0 0,18-8-124 0 0,0 0 0 0 0,0-1 0 0 0,0-1-1 0 0,-1 0 1 0 0,1 0 0 0 0,-1-2 0 0 0,0 1 0 0 0,0-2-1 0 0,1 0 1 0 0,-1 0 0 0 0,0-1 0 0 0,-23-5-1 0 0,20 1-970 0 0,0-2-1 0 0,0 1 0 0 0,-16-11 0 0 0,-10-4-6332 0 0,23 14 1229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5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44 1384 0 0,'0'0'3830'0'0,"-2"0"-2867"0"0,-40 14 4708 0 0,40-13-5149 0 0,-6 4 247 0 0,16-23-648 0 0,-6 15-80 0 0,0 0 0 0 0,0 0 0 0 0,-1 0 1 0 0,0-1-1 0 0,1 1 0 0 0,-1 0 0 0 0,0-1 0 0 0,0-5 1 0 0,0 7 54 0 0,-1 2-97 0 0,0 0 0 0 0,0-1 0 0 0,0 1 0 0 0,-1-1 0 0 0,1 1 0 0 0,0 0 0 0 0,0-1 0 0 0,0 1 0 0 0,0 0 0 0 0,0 0 1 0 0,0-1-1 0 0,0 1 0 0 0,-1 0 0 0 0,1-1 0 0 0,0 1 0 0 0,0 0 0 0 0,-1-1 0 0 0,1 1 0 0 0,0 0 0 0 0,0 0 0 0 0,-1 0 1 0 0,1-1-1 0 0,0 1 0 0 0,0 0 0 0 0,-1 0 0 0 0,1 0 0 0 0,0 0 0 0 0,-1-1 0 0 0,1 1 0 0 0,0 0 0 0 0,-1 0 0 0 0,1 0 1 0 0,0 0-1 0 0,-1 0 0 0 0,1 0 0 0 0,0 0 0 0 0,-1 0 0 0 0,1 0 0 0 0,0 0 0 0 0,-1 0 0 0 0,1 0 0 0 0,-1 0 0 0 0,1 0 1 0 0,0 0-1 0 0,0 1 0 0 0,-1-1 0 0 0,-1 0-36 0 0,0 0-233 0 0,-3 6-970 0 0,32-5-8493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80 147 288 0 0,'-9'-7'5913'0'0,"-15"3"-2128"0"0,21 3-3017 0 0,-17 3 1636 0 0,19-2-2529 0 0,-21 1 3603 0 0,36-5-3127 0 0,120-31 404 0 0,31-8-561 0 0,74-2-234 0 0,-226 43-48 0 0,29-6-247 0 0,-15 8-3231 0 0,-25 0 2701 0 0,-6 7-1593 0 0,-7 7-2673 0 0,-2-7 2207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8 260 0 0,'-21'-4'6278'0'0,"8"2"-1601"0"0,5 1-2513 0 0,6 1-1912 0 0,-8 1-42 0 0,7 0-44 0 0,-4 12 642 0 0,-46 494 2813 0 0,37-258-3487 0 0,16-217-2292 0 0,14-56-7704 0 0,-9 6 5716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7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53 952 0 0,'3'-11'1994'0'0,"-1"6"-1173"0"0,-1 1 0 0 0,1-1 0 0 0,-1 0-1 0 0,-1 0 1 0 0,1-6 0 0 0,0 11-751 0 0,-1 1-1 0 0,0-1 0 0 0,0 0 0 0 0,0 0 0 0 0,0 0 0 0 0,1 0 1 0 0,-1 1-1 0 0,0-1 0 0 0,0 0 0 0 0,1 0 0 0 0,-1 0 0 0 0,0 0 0 0 0,0 0 1 0 0,1 1-1 0 0,-1-1 0 0 0,0 0 0 0 0,0 0 0 0 0,1 0 0 0 0,-1 0 1 0 0,0 0-1 0 0,1 0 0 0 0,-1 0 0 0 0,0 0 0 0 0,0 0 0 0 0,1 0 1 0 0,-1 0-1 0 0,0 0 0 0 0,1 0 0 0 0,-1 0 0 0 0,0-1 0 0 0,0 1 1 0 0,1 0-1 0 0,-1 0 0 0 0,0 0 0 0 0,0 0 0 0 0,1 0 0 0 0,-1-1 0 0 0,0 1 1 0 0,0 0-1 0 0,0 0 0 0 0,1 0 0 0 0,-1-1 0 0 0,0 1 0 0 0,0 0 1 0 0,0 0-1 0 0,0 0 0 0 0,0-1 0 0 0,1 1 0 0 0,-1 0 0 0 0,0-1 1 0 0,0 1-1 0 0,0 0 0 0 0,0 0 0 0 0,0-1 0 0 0,0 1 0 0 0,0 0 1 0 0,0 0-1 0 0,0-1 0 0 0,0 1 0 0 0,0 0 0 0 0,0-1 0 0 0,0 1 0 0 0,0 0 1 0 0,0 0-1 0 0,0-1 0 0 0,12 17 775 0 0,-6-2-339 0 0,-1 0 0 0 0,0 1-1 0 0,-1 0 1 0 0,3 27 0 0 0,1 64 182 0 0,-6-81-544 0 0,-1 103 232 0 0,-17 157 1 0 0,16-268-264 0 0,1-21-43 0 0,6-28-28 0 0,-6 23-48 0 0,9-33-111 0 0,27-73 0 0 0,-33 106 109 0 0,1 0 0 0 0,-1 0 0 0 0,1 1 0 0 0,1-1 0 0 0,-1 1 0 0 0,2 1 0 0 0,13-15 0 0 0,-15 17-1 0 0,0 1-1 0 0,0 0 0 0 0,0-1 1 0 0,1 2-1 0 0,0-1 0 0 0,0 1 1 0 0,0 0-1 0 0,0 0 0 0 0,0 0 1 0 0,0 1-1 0 0,1 0 0 0 0,6-1 1 0 0,-9 2 2 0 0,0 1 1 0 0,0 0-1 0 0,-1 0 0 0 0,1 0 1 0 0,0 0-1 0 0,0 1 1 0 0,0-1-1 0 0,-1 1 1 0 0,1 0-1 0 0,0 0 1 0 0,-1 0-1 0 0,1 1 1 0 0,-1-1-1 0 0,0 1 1 0 0,1 0-1 0 0,3 3 1 0 0,-3-2 3 0 0,0 1 1 0 0,0 0 0 0 0,0 0 0 0 0,-1 0 0 0 0,1 1 0 0 0,-1-1 0 0 0,0 1 0 0 0,-1 0-1 0 0,1 0 1 0 0,2 5 0 0 0,-1 4 0 0 0,0-1 0 0 0,0 1 0 0 0,-1 0 0 0 0,-1 0 0 0 0,0 0 0 0 0,-1 1 0 0 0,-1 22 0 0 0,-4 63-384 0 0,4-99 309 0 0,0 0 0 0 0,0 0 0 0 0,0 0 0 0 0,0 0 0 0 0,0 0 0 0 0,0 1 0 0 0,0-1 0 0 0,0 0 0 0 0,1 0 0 0 0,-1 0 0 0 0,0 0 0 0 0,1 0 0 0 0,-1 0 0 0 0,1 0 0 0 0,-1 0 0 0 0,1 0 0 0 0,-1-1 0 0 0,1 1 1 0 0,0 0-1 0 0,-1 0 0 0 0,1 0 0 0 0,0-1 0 0 0,0 1 0 0 0,-1 0 0 0 0,1 0 0 0 0,0-1 0 0 0,2 2 0 0 0,-1-2-35 0 0,0 0-1 0 0,0 1 1 0 0,0-1-1 0 0,0 0 1 0 0,0 0-1 0 0,1 0 1 0 0,-1 0-1 0 0,0-1 1 0 0,0 1-1 0 0,0 0 1 0 0,0-1-1 0 0,0 0 1 0 0,2 0-1 0 0,6-3-356 0 0,-1-1-1 0 0,0 0 1 0 0,0 0 0 0 0,14-11-1 0 0,-7 2 190 0 0,-1 0 1 0 0,0-2-1 0 0,-1 0 0 0 0,-1 0 0 0 0,0-1 0 0 0,-1-1 0 0 0,12-24 1 0 0,-16 25 927 0 0,0 0 0 0 0,-2-1 1 0 0,0 1-1 0 0,7-37 0 0 0,-5-3 3084 0 0,-7 55-2983 0 0,-3 5-648 0 0,0 1-1 0 0,0-1 1 0 0,1 1 0 0 0,0-1 0 0 0,0 1-1 0 0,0 0 1 0 0,0-1 0 0 0,-1 6 0 0 0,1-3-11 0 0,-13 63 692 0 0,-6 95 1 0 0,17-136-732 0 0,2-20-325 0 0,0 0 0 0 0,1 0 0 0 0,0 0 0 0 0,1 1 0 0 0,0-1 0 0 0,2 11 1 0 0,-2-14-582 0 0,1 0 0 0 0,0-1 1 0 0,0 1-1 0 0,0-1 1 0 0,1 1-1 0 0,4 6 1 0 0,18-8-7353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7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48 1204 0 0,'0'-11'3218'0'0,"0"9"-2907"0"0,1 0 0 0 0,-1 0-1 0 0,0 0 1 0 0,0 0 0 0 0,0 0 0 0 0,-1 0 0 0 0,1 0-1 0 0,0 0 1 0 0,-1 0 0 0 0,1 0 0 0 0,-1 0 0 0 0,0 0-1 0 0,1 0 1 0 0,-1 1 0 0 0,0-1 0 0 0,-2-2 0 0 0,2 2 249 0 0,-5 3-433 0 0,-1 0-1 0 0,1 0 1 0 0,-1 0 0 0 0,1 1 0 0 0,0 0 0 0 0,0 0 0 0 0,0 1 0 0 0,0 0 0 0 0,0 0 0 0 0,1 0 0 0 0,-1 1 0 0 0,1 0 0 0 0,0 0-1 0 0,0 0 1 0 0,0 0 0 0 0,1 1 0 0 0,-1 0 0 0 0,1 0 0 0 0,0 0 0 0 0,1 0 0 0 0,-1 1 0 0 0,1 0 0 0 0,0-1 0 0 0,-3 9 0 0 0,5-11-120 0 0,0-1 0 0 0,0 1 0 0 0,0 0 0 0 0,1-1 0 0 0,-1 1 0 0 0,0 0 0 0 0,1 0 0 0 0,0 0 0 0 0,0-1 0 0 0,0 1 0 0 0,0 0 0 0 0,0 0 0 0 0,0 0 1 0 0,1 0-1 0 0,-1-1 0 0 0,1 1 0 0 0,0 0 0 0 0,0 0 0 0 0,0-1 0 0 0,0 1 0 0 0,0-1 0 0 0,1 1 0 0 0,-1-1 0 0 0,1 1 0 0 0,0-1 0 0 0,0 0 0 0 0,-1 0 0 0 0,1 0 1 0 0,3 2-1 0 0,7 5 10 0 0,-1-2 1 0 0,1 1 0 0 0,0-2 0 0 0,0 1-1 0 0,14 4 1 0 0,22 12-102 0 0,-44-21 161 0 0,-1 0-1 0 0,1 1 1 0 0,-1-1-1 0 0,1 1 1 0 0,-1 0-1 0 0,0 0 1 0 0,0 0-1 0 0,0 0 1 0 0,-1 0-1 0 0,1 1 1 0 0,-1 0 0 0 0,0-1-1 0 0,0 1 1 0 0,2 4-1 0 0,-3-4 28 0 0,-1-1-1 0 0,1 1 0 0 0,-1 0 1 0 0,0-1-1 0 0,0 1 1 0 0,0-1-1 0 0,0 1 1 0 0,-1 0-1 0 0,1-1 0 0 0,-1 1 1 0 0,0-1-1 0 0,0 1 1 0 0,0-1-1 0 0,-1 0 1 0 0,1 1-1 0 0,-4 4 1 0 0,0 0 0 0 0,0 0 1 0 0,0-1 0 0 0,-1 0-1 0 0,0 0 1 0 0,0 0 0 0 0,-1 0-1 0 0,0-1 1 0 0,0 0 0 0 0,-1-1 0 0 0,1 0-1 0 0,-1 0 1 0 0,0 0 0 0 0,0-1-1 0 0,-10 3 1 0 0,12-5-373 0 0,-1 0 0 0 0,1 0-1 0 0,-1-1 1 0 0,1 0 0 0 0,-1 0-1 0 0,0 0 1 0 0,1-1 0 0 0,-13-1 0 0 0,14 0-363 0 0,0 0 0 0 0,0 0 0 0 0,0 0 0 0 0,0-1 0 0 0,0 0 0 0 0,1 0 0 0 0,-1 0 0 0 0,1 0 0 0 0,-1-1 0 0 0,1 0 0 0 0,0 1 0 0 0,-6-7 0 0 0,-4-6-4498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80 122 1868 0 0,'-12'-21'4551'0'0,"-19"-26"-1"0"0,0-1-2150 0 0,26 42-2700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0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1248 0 0,'0'0'3658'0'0,"2"0"-3152"0"0,4 1-859 0 0,15 4 7977 0 0,-22 7-7614 0 0,0-11 9 0 0,1 1 0 0 0,-1-1-1 0 0,0 1 1 0 0,0-1 0 0 0,0 0 0 0 0,0 0-1 0 0,0 1 1 0 0,-1-1 0 0 0,1 0-1 0 0,0 0 1 0 0,-1 0 0 0 0,1 0 0 0 0,0 0-1 0 0,-1-1 1 0 0,1 1 0 0 0,-1 0 0 0 0,1 0-1 0 0,-1-1 1 0 0,1 1 0 0 0,-1-1-1 0 0,0 0 1 0 0,-2 1 0 0 0,1-2-53 0 0,2-8-2281 0 0,0 8 2124 0 0,1 1 0 0 0,0-1 1 0 0,0 1-1 0 0,-1-1 0 0 0,1 1 1 0 0,0-1-1 0 0,0 1 0 0 0,0-1 1 0 0,0 1-1 0 0,0-1 0 0 0,0 1 1 0 0,0-1-1 0 0,0 1 0 0 0,0-1 1 0 0,0 0-1 0 0,0 1 0 0 0,0-1 1 0 0,0 1-1 0 0,0-1 0 0 0,0 1 1 0 0,0-1-1 0 0,1 1 0 0 0,-1-1 1 0 0,0 1-1 0 0,0-1 0 0 0,1 0 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01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52 52 0 0,'0'-1'331'0'0,"0"-1"0"0"0,0 0 0 0 0,-1 1 0 0 0,1-1 0 0 0,-1 1 0 0 0,1-1 0 0 0,-1 1 0 0 0,1 0 0 0 0,-1-1 0 0 0,0 1 0 0 0,0 0 0 0 0,0-1 1 0 0,0 1-1 0 0,0 0 0 0 0,0 0 0 0 0,0 0 0 0 0,0-1 0 0 0,0 1 0 0 0,0 1 0 0 0,-1-1 0 0 0,1 0 0 0 0,0 0 0 0 0,-1 0 0 0 0,1 1 0 0 0,-3-2 0 0 0,-3-1 104 0 0,-1 1 0 0 0,0 0 0 0 0,-12-3 0 0 0,12 4 70 0 0,-12-2-159 0 0,0 1 1 0 0,0 1 0 0 0,0 1 0 0 0,0 0 0 0 0,0 2-1 0 0,-28 5 1 0 0,24-2-268 0 0,0 0 0 0 0,0 2 0 0 0,0 0 0 0 0,1 2-1 0 0,0 0 1 0 0,1 2 0 0 0,0 1 0 0 0,0 0 0 0 0,2 2-1 0 0,-1 0 1 0 0,2 1 0 0 0,-19 19 0 0 0,20-17-48 0 0,0 1 31 0 0,0 1 1 0 0,-28 38 0 0 0,33-39-45 0 0,2 1-1 0 0,0 0 1 0 0,1 1 0 0 0,1 1 0 0 0,1-1 0 0 0,1 1 0 0 0,0 0 0 0 0,2 1-1 0 0,-4 34 1 0 0,5-21 6 0 0,3 1-1 0 0,1 0 1 0 0,1 0-1 0 0,11 59 1 0 0,-9-79 36 0 0,1 0 1 0 0,1 0-1 0 0,0 0 0 0 0,1 0 1 0 0,1-1-1 0 0,1 0 1 0 0,0 0-1 0 0,0-1 0 0 0,2 0 1 0 0,0 0-1 0 0,0-1 1 0 0,15 14-1 0 0,-13-16-16 0 0,0 0-1 0 0,0-1 0 0 0,1 0 1 0 0,1-1-1 0 0,0-1 1 0 0,0 0-1 0 0,0 0 0 0 0,1-2 1 0 0,0 0-1 0 0,1 0 1 0 0,-1-2-1 0 0,1 0 1 0 0,0 0-1 0 0,0-2 0 0 0,18 1 1 0 0,-3-3 132 0 0,0-1 1 0 0,0-2-1 0 0,0-2 0 0 0,0 0 1 0 0,-1-2-1 0 0,0-1 0 0 0,0-2 1 0 0,-1-1-1 0 0,36-18 0 0 0,-51 21-12 0 0,1-1 0 0 0,-1 0 0 0 0,0-1 0 0 0,-1-1 0 0 0,0 0 0 0 0,-1-1 0 0 0,0 0 0 0 0,-1-1 0 0 0,0 0 0 0 0,-1-1 1 0 0,0 0-1 0 0,13-27 0 0 0,-15 22-90 0 0,0 0 0 0 0,-1-1 0 0 0,-1 0 0 0 0,-1-1 1 0 0,-1 1-1 0 0,0-1 0 0 0,-2 0 0 0 0,-1 1 0 0 0,-1-42 1 0 0,-3 34-60 0 0,-1 0 0 0 0,-2 0 0 0 0,0 1 0 0 0,-2 0-1 0 0,-1 0 1 0 0,-1 0 0 0 0,-2 2 0 0 0,0-1 0 0 0,-24-36 0 0 0,18 37-26 0 0,0 0 0 0 0,-1 1 0 0 0,-2 0 0 0 0,0 2 0 0 0,-2 1 0 0 0,0 0 0 0 0,-1 2 0 0 0,-41-25 0 0 0,59 41-227 0 0,0-1 0 0 0,0 1 0 0 0,-1 1 0 0 0,1-1 0 0 0,-1 1 0 0 0,0 0 0 0 0,1 0 1 0 0,-9 0-1 0 0,9 2-246 0 0,0 0 0 0 0,0 0 0 0 0,0 0 0 0 0,1 1 0 0 0,-1 0-1 0 0,0 0 1 0 0,0 1 0 0 0,1-1 0 0 0,-1 1 0 0 0,1 1 0 0 0,0-1 0 0 0,0 1 0 0 0,-1 0 0 0 0,2 0 0 0 0,-8 5 0 0 0,-6 6-3129 0 0,0 0-1523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4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54 2108 0 0,'-4'-24'8573'0'0,"-2"14"-5684"0"0,6 9-2473 0 0,-1-1 1 0 0,0 1-1 0 0,0-1 1 0 0,0 1-1 0 0,0-1 0 0 0,0 1 1 0 0,0 0-1 0 0,0 0 1 0 0,0 0-1 0 0,0 0 1 0 0,0 0-1 0 0,-1 0 0 0 0,-3-3 804 0 0,5 7-1127 0 0,0 0 0 0 0,0-1 1 0 0,0 1-1 0 0,0-1 1 0 0,0 1-1 0 0,1-1 1 0 0,-1 1-1 0 0,1-1 0 0 0,1 5 1 0 0,1 3 10 0 0,9 48 290 0 0,1 2-194 0 0,9 105 0 0 0,-19-45-1705 0 0,-3-40-5148 0 0,-1-59-175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9:50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12 293 244 0 0,'-5'-35'3703'0'0,"2"15"-1897"0"0,1 1 1 0 0,1-1 0 0 0,1-34-1 0 0,1 48-1590 0 0,0 0-1 0 0,0 0 0 0 0,1 0 1 0 0,-1 1-1 0 0,1-1 1 0 0,0 0-1 0 0,1 1 1 0 0,-1 0-1 0 0,1 0 1 0 0,0-1-1 0 0,1 2 1 0 0,-1-1-1 0 0,1 0 1 0 0,0 1-1 0 0,0-1 0 0 0,0 1 1 0 0,6-3-1 0 0,-2 0-20 0 0,1 1 1 0 0,0 1-1 0 0,0 0 0 0 0,0 0 0 0 0,1 1 0 0 0,-1 0 0 0 0,1 1 0 0 0,11-3 0 0 0,-18 5-178 0 0,1 0 0 0 0,-1 1 0 0 0,0-1 0 0 0,0 1 0 0 0,0 0 0 0 0,0 0-1 0 0,0 0 1 0 0,0 0 0 0 0,0 0 0 0 0,1 1 0 0 0,-1-1 0 0 0,0 1 0 0 0,0 0 0 0 0,0 0 0 0 0,0 0 0 0 0,-1 1 0 0 0,1-1 0 0 0,0 0 0 0 0,0 1-1 0 0,-1 0 1 0 0,1 0 0 0 0,-1 0 0 0 0,1 0 0 0 0,-1 0 0 0 0,0 0 0 0 0,0 1 0 0 0,0-1 0 0 0,0 1 0 0 0,-1-1 0 0 0,3 4 0 0 0,-3-2-7 0 0,1 1 1 0 0,-1-1 0 0 0,0 0-1 0 0,0 1 1 0 0,-1-1 0 0 0,1 1-1 0 0,-1-1 1 0 0,0 1 0 0 0,0-1 0 0 0,0 1-1 0 0,-1-1 1 0 0,0 1 0 0 0,1-1-1 0 0,-4 8 1 0 0,-2 7 20 0 0,-17 34 0 0 0,17-41-17 0 0,-7 18 4 0 0,-16 30 4 0 0,29-60-22 0 0,0 0 1 0 0,0 1-1 0 0,-1-1 0 0 0,1 0 1 0 0,0 0-1 0 0,0 1 1 0 0,0-1-1 0 0,0 0 1 0 0,0 0-1 0 0,0 1 1 0 0,0-1-1 0 0,0 0 1 0 0,0 1-1 0 0,0-1 1 0 0,0 0-1 0 0,1 0 1 0 0,-1 1-1 0 0,0-1 0 0 0,0 0 1 0 0,0 1-1 0 0,0-1 1 0 0,0 0-1 0 0,0 0 1 0 0,1 1-1 0 0,-1-1 1 0 0,0 0-1 0 0,0 0 1 0 0,0 0-1 0 0,1 1 1 0 0,-1-1-1 0 0,0 0 0 0 0,0 0 1 0 0,1 0-1 0 0,-1 0 1 0 0,0 0-1 0 0,0 1 1 0 0,1-1-1 0 0,-1 0 1 0 0,0 0-1 0 0,0 0 1 0 0,1 0-1 0 0,-1 0 1 0 0,0 0-1 0 0,1 0 1 0 0,-1 0-1 0 0,17 3 23 0 0,47 1 4 0 0,-29-3 145 0 0,1 2 1 0 0,-1 1-1 0 0,0 2 1 0 0,50 15-1 0 0,-83-21-195 0 0,4 2 110 0 0,-1 0 0 0 0,0 0 0 0 0,0 0 0 0 0,0 1 0 0 0,8 5 0 0 0,-12-7-47 0 0,0 0 0 0 0,0 0 1 0 0,0 0-1 0 0,0 0 0 0 0,0 0 0 0 0,-1 0 0 0 0,1 0 0 0 0,0 0 1 0 0,-1 0-1 0 0,1 0 0 0 0,-1 0 0 0 0,1 1 0 0 0,-1-1 1 0 0,1 0-1 0 0,-1 0 0 0 0,0 0 0 0 0,0 1 0 0 0,1-1 0 0 0,-1 0 1 0 0,0 0-1 0 0,0 1 0 0 0,0-1 0 0 0,-1 0 0 0 0,1 0 0 0 0,0 1 1 0 0,0-1-1 0 0,-1 0 0 0 0,1 0 0 0 0,-1 1 0 0 0,1-1 1 0 0,-1 0-1 0 0,0 1 0 0 0,-5 8 106 0 0,0 0-1 0 0,-1-1 1 0 0,0 0 0 0 0,0 0-1 0 0,-1-1 1 0 0,-1 1 0 0 0,1-2 0 0 0,-1 1-1 0 0,-11 6 1 0 0,-15 9 11 0 0,-42 19-1 0 0,74-41-143 0 0,-14 7-31 0 0,0 0-1 0 0,-1-1 0 0 0,0-1 1 0 0,-1-1-1 0 0,-31 4 0 0 0,-8-4-4425 0 0,57-5 4130 0 0,0 0 0 0 0,0 0 0 0 0,0 0 0 0 0,0-1-1 0 0,0 1 1 0 0,0 0 0 0 0,0 0 0 0 0,1 0 0 0 0,-1-1 0 0 0,0 1 0 0 0,0 0 0 0 0,0-1 0 0 0,0 1-1 0 0,1 0 1 0 0,-1-1 0 0 0,0 0 0 0 0,0 1 0 0 0,0-2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3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35 688 0 0,'0'0'3542'0'0,"29"-15"-2039"0"0,-30 14-1852 0 0,-4-12 1436 0 0,5 13-1170 0 0,0-1 0 0 0,0 1 0 0 0,0 0 0 0 0,0 0 0 0 0,0-1 0 0 0,0 1 0 0 0,0 0 0 0 0,0 0 0 0 0,0 0 0 0 0,0-1 0 0 0,-1 1 0 0 0,1 0 0 0 0,0 0 0 0 0,-4-3-1909 0 0,3 3 1909 0 0,1 0 0 0 0,0 1 0 0 0,-5 4-581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53 612 0 0,'-3'-34'7500'0'0,"2"30"-7430"0"0,1-10 3907 0 0,2 22-3315 0 0,2 27 106 0 0,-2-1 1 0 0,0 1-1 0 0,-7 59 0 0 0,1 6-394 0 0,2-35-236 0 0,1-30-218 0 0,4 57 0 0 0,-3-92 19 0 0,0 0 0 0 0,0 1 0 0 0,0-1 1 0 0,0 1-1 0 0,0-1 0 0 0,0 0 0 0 0,0 1 0 0 0,0-1 0 0 0,0 0 0 0 0,0 1 0 0 0,0-1 0 0 0,0 1 0 0 0,0-1 1 0 0,0 0-1 0 0,1 1 0 0 0,-1-1 0 0 0,0 0 0 0 0,0 0 0 0 0,1 1 0 0 0,-1-1 0 0 0,0 0 0 0 0,0 1 0 0 0,1-1 0 0 0,-1 0 1 0 0,0 0-1 0 0,1 1 0 0 0,-1-1 0 0 0,0 0 0 0 0,1 0 0 0 0,-1 0 0 0 0,0 0 0 0 0,1 0 0 0 0,-1 1 0 0 0,0-1 1 0 0,1 0-1 0 0,-1 0 0 0 0,0 0 0 0 0,1 0 0 0 0,-1 0 0 0 0,1 0 0 0 0,-1 0 0 0 0,0 0 0 0 0,1 0 0 0 0,-1 0 1 0 0,0 0-1 0 0,1 0 0 0 0,-1-1 0 0 0,1 1 0 0 0,-1 0 0 0 0,0 0 0 0 0,1 0 0 0 0,-1 0 0 0 0,0-1 0 0 0,1 1 0 0 0,-1 0 1 0 0,14-12-1844 0 0,-12 9 1394 0 0,0 1-1 0 0,0-1 1 0 0,-1 0-1 0 0,1 0 1 0 0,-1 0 0 0 0,1 0-1 0 0,-1 1 1 0 0,0-2-1 0 0,0 1 1 0 0,0-6-1 0 0,1-9-2402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1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62 107 1920 0 0,'-27'-63'6912'0'0,"12"25"-5298"0"0,14 36-1624 0 0,1 2-48 0 0,0-1 0 0 0,0 1 1 0 0,-1 0-1 0 0,1 0 0 0 0,0-1 1 0 0,0 1-1 0 0,-1 0 0 0 0,1 0 1 0 0,0 0-1 0 0,0-1 0 0 0,-1 1 1 0 0,1 0-1 0 0,0 0 0 0 0,-1 0 1 0 0,1 0-1 0 0,0 0 0 0 0,-1-1 1 0 0,1 1-1 0 0,0 0 0 0 0,-1 0 1 0 0,1 0-1 0 0,0 0 0 0 0,-1 0 0 0 0,1 0 1 0 0,-1 0-1 0 0,0 1-306 0 0,-4 8-2840 0 0,0 4 240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1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51 804 0 0,'-27'-38'6635'0'0,"26"37"-6183"0"0,2 0-419 0 0,-1 1 0 0 0,0-1 0 0 0,0 1 1 0 0,0 0-1 0 0,0-1 0 0 0,0 1 0 0 0,0-1 0 0 0,0 1 0 0 0,-1-1 1 0 0,1 1-1 0 0,0 0 0 0 0,0-1 0 0 0,0 1 0 0 0,0 0 1 0 0,0-1-1 0 0,-1 1 0 0 0,1-1 0 0 0,0 1 0 0 0,0 0 1 0 0,0-1-1 0 0,-1 1 0 0 0,1 0 0 0 0,0 0 0 0 0,-1-1 1 0 0,1 1-1 0 0,0 0 0 0 0,-1 0 0 0 0,1-1 0 0 0,0 1 1 0 0,-1 0-1 0 0,1 0 0 0 0,0 0 0 0 0,-1 0 0 0 0,1-1 1 0 0,-1 1-1 0 0,1 0 0 0 0,0 0 0 0 0,-1 0 0 0 0,1 0 1 0 0,-1 0-1 0 0,1 0 0 0 0,-1 0 0 0 0,1 0 0 0 0,0 0 1 0 0,-1 0-1 0 0,1 0 0 0 0,-1 0 0 0 0,1 1 0 0 0,0-1 1 0 0,-1 0-1 0 0,1 0 0 0 0,0 0 0 0 0,-1 1 0 0 0,1-1 1 0 0,0 0-1 0 0,-1 0 0 0 0,1 1 0 0 0,0-1 0 0 0,-1 0 1 0 0,1 0-1 0 0,0 1 0 0 0,0-1 0 0 0,-1 0 0 0 0,1 1 1 0 0,0-1-1 0 0,-1 1 0 0 0,-3 12 174 0 0,0 1 0 0 0,1-1-1 0 0,0 1 1 0 0,1-1 0 0 0,-1 16 0 0 0,1-8-63 0 0,-33 328 614 0 0,32-298-520 0 0,3-49-119 0 0,3-3-148 0 0,-1-1 31 0 0,1 1-1 0 0,-1-1 1 0 0,1 0-1 0 0,-1-1 0 0 0,0 1 1 0 0,0 0-1 0 0,0-1 0 0 0,0 1 1 0 0,0-1-1 0 0,0 1 0 0 0,-1-1 1 0 0,1 0-1 0 0,1-5 1 0 0,16-50 32 0 0,-10 32-20 0 0,-7 17 2 0 0,41-99 52 0 0,-38 99-70 0 0,0-1 0 0 0,0 1 0 0 0,1 0 0 0 0,0 1 0 0 0,1-1 0 0 0,-1 1 0 0 0,2 0 0 0 0,14-12 0 0 0,-20 19 3 0 0,0-1 0 0 0,0 1 0 0 0,0-1 0 0 0,1 1 0 0 0,-1 0 0 0 0,0 0 0 0 0,1 0 1 0 0,-1 0-1 0 0,1 0 0 0 0,-1 1 0 0 0,1-1 0 0 0,-1 1 0 0 0,1-1 0 0 0,0 1 0 0 0,-1 0 0 0 0,1 0 0 0 0,-1 0 0 0 0,1 1 0 0 0,3 0 1 0 0,-2 0 37 0 0,-1 0 1 0 0,0 1-1 0 0,1 0 1 0 0,-1-1 0 0 0,0 1-1 0 0,0 0 1 0 0,0 1-1 0 0,0-1 1 0 0,-1 0 0 0 0,1 1-1 0 0,-1 0 1 0 0,4 4-1 0 0,1 3 76 0 0,-1 0 1 0 0,-1 0-1 0 0,1 1 0 0 0,-1 0 0 0 0,-1 0 0 0 0,0 0 0 0 0,4 18 0 0 0,-5-6-33 0 0,-1-1 0 0 0,-1 0 0 0 0,-3 45 0 0 0,-1-3-1978 0 0,3-60 1300 0 0,1 13-451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1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84 214 520 0 0,'11'-28'12466'0'0,"-10"30"-12097"0"0,7 20 781 0 0,-7-20-1108 0 0,-1-1 0 0 0,1 0 0 0 0,0 1 0 0 0,0-1 1 0 0,0 0-1 0 0,1 1 0 0 0,-1-1 0 0 0,0 0 0 0 0,0 0 0 0 0,1 0 1 0 0,-1 0-1 0 0,0 0 0 0 0,1-1 0 0 0,-1 1 0 0 0,3 1 0 0 0,-2-2 46 0 0,2 0-22 0 0,-1 0-45 0 0,0 0 0 0 0,1 0 0 0 0,-1 0 0 0 0,0 0 0 0 0,0-1 1 0 0,1 0-1 0 0,-1 0 0 0 0,0 0 0 0 0,0 0 0 0 0,0 0 0 0 0,0 0 0 0 0,0-1 1 0 0,0 0-1 0 0,0 1 0 0 0,-1-1 0 0 0,6-5 0 0 0,-1 0-4 0 0,-1-1-1 0 0,1 0 1 0 0,-1-1-1 0 0,-1 0 1 0 0,0 0 0 0 0,0 0-1 0 0,-1 0 1 0 0,7-18-1 0 0,-10 22-13 0 0,0 0-1 0 0,0 0 0 0 0,-1 0 1 0 0,1 0-1 0 0,-1 0 0 0 0,0 0 1 0 0,0 0-1 0 0,0 1 0 0 0,-1-1 1 0 0,0 0-1 0 0,0 0 1 0 0,0 0-1 0 0,-1 0 0 0 0,1 1 1 0 0,-1-1-1 0 0,0 1 0 0 0,-1-1 1 0 0,1 1-1 0 0,-1 0 0 0 0,-3-5 1 0 0,5 8-3 0 0,0 1 1 0 0,0-1 0 0 0,0 0 0 0 0,0 0-1 0 0,0 1 1 0 0,0-1 0 0 0,0 1-1 0 0,0-1 1 0 0,0 1 0 0 0,0-1-1 0 0,0 1 1 0 0,0 0 0 0 0,0-1-1 0 0,-1 1 1 0 0,1 0 0 0 0,0 0-1 0 0,0 0 1 0 0,0 0 0 0 0,0 0-1 0 0,-1 0 1 0 0,1 0 0 0 0,0 0 0 0 0,0 1-1 0 0,0-1 1 0 0,0 0 0 0 0,0 1-1 0 0,-1-1 1 0 0,1 1 0 0 0,0-1-1 0 0,0 1 1 0 0,0 0 0 0 0,0-1-1 0 0,0 1 1 0 0,1 0 0 0 0,-1-1-1 0 0,-1 2 1 0 0,-6 5-2 0 0,1-1 0 0 0,0 1 0 0 0,-8 9 1 0 0,10-10-2 0 0,-14 16-17 0 0,1 0-1 0 0,0 1 0 0 0,-26 49 0 0 0,37-59 33 0 0,1 0 0 0 0,0 0 0 0 0,2 0 0 0 0,-1 1 0 0 0,1 0 0 0 0,1 0 0 0 0,1 0 0 0 0,0 0 0 0 0,-1 27 0 0 0,4-35 6 0 0,-1-1-1 0 0,1 1 1 0 0,0-1-1 0 0,0 0 1 0 0,0 1-1 0 0,1-1 1 0 0,0 0-1 0 0,0 0 1 0 0,0 0-1 0 0,1 0 1 0 0,-1 0-1 0 0,1-1 1 0 0,0 1-1 0 0,1-1 0 0 0,-1 0 1 0 0,8 7-1 0 0,-6-7 2 0 0,1 1-1 0 0,0-2 0 0 0,-1 1 1 0 0,2-1-1 0 0,-1 0 0 0 0,0 0 0 0 0,1 0 1 0 0,-1-1-1 0 0,1 0 0 0 0,0-1 0 0 0,0 1 1 0 0,12 0-1 0 0,5-1 64 0 0,-1-1 0 0 0,0-1-1 0 0,0 0 1 0 0,0-2 0 0 0,39-10 0 0 0,-43 7-832 0 0,-1 0 1 0 0,31-15-1 0 0,-36 14-1035 0 0,-1 0 0 0 0,0-1 0 0 0,0-1 1 0 0,12-10-1 0 0,-14 11-1671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2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271 158 512 0 0,'6'-8'903'0'0,"-1"-1"1"0"0,0 0-1 0 0,0 0 0 0 0,-1 0 1 0 0,0-1-1 0 0,-1 1 1 0 0,0-1-1 0 0,-1 0 0 0 0,0 0 1 0 0,0 0-1 0 0,0-17 0 0 0,-2 26-867 0 0,0 0-1 0 0,0 0 1 0 0,-1 0 0 0 0,1-1-1 0 0,0 1 1 0 0,0 0-1 0 0,-1 0 1 0 0,1 0-1 0 0,-1 0 1 0 0,1 0-1 0 0,-1 0 1 0 0,1 0 0 0 0,-1 0-1 0 0,0 0 1 0 0,1 0-1 0 0,-1 0 1 0 0,0 0-1 0 0,0 0 1 0 0,0 1-1 0 0,0-1 1 0 0,1 0 0 0 0,-1 0-1 0 0,0 1 1 0 0,0-1-1 0 0,0 1 1 0 0,-1-1-1 0 0,1 1 1 0 0,0-1-1 0 0,0 1 1 0 0,0 0 0 0 0,0 0-1 0 0,0-1 1 0 0,-2 1-1 0 0,-1 0 31 0 0,0 0-1 0 0,1 0 1 0 0,-1 0-1 0 0,0 1 1 0 0,0-1 0 0 0,0 1-1 0 0,0 0 1 0 0,-6 3-1 0 0,-1 1 46 0 0,0 1 0 0 0,0 0-1 0 0,1 1 1 0 0,0 0-1 0 0,1 1 1 0 0,-1 0 0 0 0,1 0-1 0 0,-11 14 1 0 0,-3 6 48 0 0,-30 48-1 0 0,40-54-127 0 0,1 0 0 0 0,-17 40 0 0 0,26-54-21 0 0,0 0 1 0 0,1 0-1 0 0,0 1 0 0 0,0-1 0 0 0,0 0 0 0 0,1 1 0 0 0,1 0 0 0 0,-1-1 0 0 0,1 1 0 0 0,1-1 1 0 0,2 16-1 0 0,-2-21-4 0 0,-1 0 0 0 0,1-1 0 0 0,0 1 0 0 0,0 0 0 0 0,1 0-1 0 0,-1-1 1 0 0,1 1 0 0 0,-1-1 0 0 0,1 1 0 0 0,0-1 0 0 0,0 1 0 0 0,0-1 0 0 0,0 0 0 0 0,0 0 0 0 0,0 0 0 0 0,1 0 0 0 0,-1-1 0 0 0,1 1 0 0 0,4 2 0 0 0,-3-3 1 0 0,1 1 0 0 0,-1-1 1 0 0,1 0-1 0 0,-1-1 0 0 0,1 1 0 0 0,0-1 0 0 0,-1 0 0 0 0,1 0 1 0 0,0 0-1 0 0,-1 0 0 0 0,8-2 0 0 0,-1-1 1 0 0,1 0 0 0 0,-1-1 0 0 0,0 0 1 0 0,0-1-1 0 0,-1 0 0 0 0,0-1 0 0 0,1 0 0 0 0,-2 0 0 0 0,12-10 0 0 0,-11 6 3 0 0,-1 0-1 0 0,0 0 0 0 0,-1 0 0 0 0,0-1 0 0 0,-1 0 0 0 0,0-1 0 0 0,-1 0 1 0 0,0 0-1 0 0,5-15 0 0 0,1-12 29 0 0,12-67 1 0 0,-18 76-37 0 0,1-9-53 0 0,-7 38 40 0 0,1 5 19 0 0,-1 0 0 0 0,1 0 0 0 0,-1 0 0 0 0,0 0 0 0 0,0 0 0 0 0,0 0 0 0 0,-1-1 0 0 0,0 6 0 0 0,-1 6 62 0 0,-34 365 1839 0 0,6-103-1861 0 0,24-187-1913 0 0,6 97-1 0 0,16-62-5063 0 0,-10-92 2789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2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1484 0 0,'6'-37'3332'0'0,"-1"-1"-1"0"0,0-48 0 0 0,-5 84-3350 0 0,3 27 31 0 0,3 64 666 0 0,23 175-417 0 0,-26-247-245 0 0,0 1 0 0 0,2-1 0 0 0,9 23 0 0 0,-13-36-8 0 0,1 0 0 0 0,0-1 1 0 0,0 1-1 0 0,0-1 0 0 0,0 0 0 0 0,0 1 0 0 0,0-1 1 0 0,1 0-1 0 0,0 0 0 0 0,-1-1 0 0 0,1 1 0 0 0,0 0 1 0 0,1-1-1 0 0,-1 0 0 0 0,0 0 0 0 0,1 0 0 0 0,-1 0 1 0 0,1 0-1 0 0,0-1 0 0 0,-1 1 0 0 0,5 0 0 0 0,-4-1 0 0 0,0-1-1 0 0,1 0 0 0 0,-1 1 0 0 0,0-1 0 0 0,0-1 0 0 0,0 1 0 0 0,0-1 1 0 0,0 0-1 0 0,0 1 0 0 0,0-2 0 0 0,0 1 0 0 0,0 0 0 0 0,0-1 0 0 0,4-3 0 0 0,-2 2 8 0 0,-1-1-1 0 0,0 0 0 0 0,0 0 1 0 0,0-1-1 0 0,0 0 0 0 0,-1 1 1 0 0,0-2-1 0 0,4-5 0 0 0,2-6 12 0 0,-1 0-1 0 0,-1 0 0 0 0,0-1 1 0 0,9-36-1 0 0,-10 27-10 0 0,2-28 0 0 0,-3 11 27 0 0,-2 22-54 0 0,-2 10-64 0 0,-3 24 72 0 0,-3 24-139 0 0,-1 0 115 0 0,1 66 0 0 0,5-91-38 0 0,-1-1 0 0 0,1 0 0 0 0,1 0-1 0 0,0-1 1 0 0,0 1 0 0 0,1 0 0 0 0,1-1 0 0 0,-1 1-1 0 0,2-1 1 0 0,-1 0 0 0 0,8 11 0 0 0,-8-15-151 0 0,-1-1 0 0 0,1 0 0 0 0,0 0 0 0 0,1-1 0 0 0,-1 1-1 0 0,0-1 1 0 0,1 0 0 0 0,0 0 0 0 0,0 0 0 0 0,0-1 0 0 0,0 0 0 0 0,0 0 0 0 0,0 0 0 0 0,1-1 0 0 0,-1 1 0 0 0,1-1 0 0 0,-1 0 0 0 0,1-1 0 0 0,-1 0 0 0 0,10 0 0 0 0,1-1-440 0 0,-1 0-1 0 0,0-2 1 0 0,0 0 0 0 0,0 0-1 0 0,-1-2 1 0 0,20-7 0 0 0,-5-1 216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194 275 1976 0 0,'12'-20'743'0'0,"-2"0"-1"0"0,0 0 1 0 0,-2-1 0 0 0,7-24-1 0 0,-13 39-542 0 0,0-1 0 0 0,-1 1 1 0 0,0 0-1 0 0,0 0 0 0 0,0-1 0 0 0,-1 1 0 0 0,0 0 0 0 0,0-1 0 0 0,-1 1 0 0 0,0 0 0 0 0,0-1 1 0 0,0 1-1 0 0,-1 0 0 0 0,0 0 0 0 0,0 0 0 0 0,-1 0 0 0 0,1 0 0 0 0,-1 1 0 0 0,-6-9 1 0 0,8 12-163 0 0,0 1 0 0 0,0 0 0 0 0,-1-1 0 0 0,1 1 0 0 0,0 0 1 0 0,-1 0-1 0 0,1 0 0 0 0,-1 0 0 0 0,1 0 0 0 0,-1 0 0 0 0,1 0 0 0 0,-1 0 1 0 0,1 1-1 0 0,-1-1 0 0 0,0 1 0 0 0,0-1 0 0 0,1 1 0 0 0,-1-1 1 0 0,0 1-1 0 0,0 0 0 0 0,1 0 0 0 0,-1 0 0 0 0,0 0 0 0 0,0 0 1 0 0,1 1-1 0 0,-1-1 0 0 0,0 0 0 0 0,0 1 0 0 0,1-1 0 0 0,-1 1 0 0 0,0 0 1 0 0,1-1-1 0 0,-1 1 0 0 0,1 0 0 0 0,-1 0 0 0 0,1 0 0 0 0,-3 2 1 0 0,-5 5 71 0 0,0 0 0 0 0,1 0 0 0 0,0 1 0 0 0,-11 14 0 0 0,13-14-26 0 0,-10 11 31 0 0,1 1-1 0 0,2 1 1 0 0,-22 43 0 0 0,30-52-112 0 0,-1 1 0 0 0,2-1-1 0 0,0 0 1 0 0,1 1 0 0 0,0 0 0 0 0,1 0-1 0 0,0 0 1 0 0,1 23 0 0 0,1-34 2 0 0,1 0 1 0 0,-1 0-1 0 0,0 0 0 0 0,1 0 1 0 0,-1 0-1 0 0,1-1 0 0 0,0 1 1 0 0,0 0-1 0 0,0 0 1 0 0,0-1-1 0 0,0 1 0 0 0,1-1 1 0 0,-1 1-1 0 0,1-1 1 0 0,0 1-1 0 0,0-1 0 0 0,0 0 1 0 0,0 0-1 0 0,0 0 0 0 0,0 0 1 0 0,0 0-1 0 0,1-1 1 0 0,-1 1-1 0 0,1 0 0 0 0,-1-1 1 0 0,1 0-1 0 0,-1 0 0 0 0,1 0 1 0 0,0 0-1 0 0,5 1 1 0 0,-2-1-11 0 0,0-1 1 0 0,0 1 0 0 0,0-1-1 0 0,0-1 1 0 0,0 1 0 0 0,0-1-1 0 0,0 0 1 0 0,-1 0 0 0 0,1-1-1 0 0,0 0 1 0 0,-1 0 0 0 0,1 0-1 0 0,-1-1 1 0 0,7-4 0 0 0,-3 1-21 0 0,0 0 0 0 0,-1-1 1 0 0,0 0-1 0 0,0 0 0 0 0,-1-1 0 0 0,0 0 1 0 0,-1-1-1 0 0,1 1 0 0 0,-2-1 1 0 0,1 0-1 0 0,-1-1 0 0 0,4-11 0 0 0,4-13-4 0 0,-2 0-1 0 0,8-44 0 0 0,-8 32 17 0 0,-15 69 49 0 0,1 1-1 0 0,1 24 0 0 0,1-30-20 0 0,2 1 1 0 0,0-1-1 0 0,0 0 1 0 0,8 31-1 0 0,-8-46-26 0 0,0 0 0 0 0,0 1 0 0 0,1-1 0 0 0,-1 0 0 0 0,0 0 0 0 0,1 0 0 0 0,0 0 1 0 0,0 0-1 0 0,0 0 0 0 0,0 0 0 0 0,0-1 0 0 0,1 1 0 0 0,-1-1 0 0 0,1 0 0 0 0,-1 1 0 0 0,1-1 0 0 0,0 0 0 0 0,0-1 0 0 0,0 1 0 0 0,0 0 0 0 0,0-1 0 0 0,1 0 0 0 0,-1 0 0 0 0,0 0 0 0 0,1 0 0 0 0,-1 0 0 0 0,0 0 0 0 0,1-1 1 0 0,-1 0-1 0 0,1 0 0 0 0,-1 0 0 0 0,1 0 0 0 0,-1 0 0 0 0,6-2 0 0 0,1 0-199 0 0,0-1-1 0 0,0 0 1 0 0,0-1 0 0 0,-1 0 0 0 0,1 0 0 0 0,-1-1-1 0 0,0 0 1 0 0,0-1 0 0 0,0 0 0 0 0,9-9 0 0 0,-2 0-349 0 0,-1-1 1 0 0,-1-1 0 0 0,-1 0 0 0 0,0 0 0 0 0,-1-2 0 0 0,-1 1 0 0 0,0-1 0 0 0,-2-1 0 0 0,0 0-1 0 0,8-32 1 0 0,-3 2-324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3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171 604 2308 0 0,'-3'-71'1155'0'0,"-4"0"-1"0"0,-2 1 0 0 0,-4 0 1 0 0,-3 0-1 0 0,-2 2 1 0 0,-36-84-1 0 0,35 121-611 0 0,4 40-189 0 0,13-7-317 0 0,1 1 0 0 0,-1-1-1 0 0,1 1 1 0 0,0-1 0 0 0,-1 1 0 0 0,1 0 0 0 0,0 0 0 0 0,1-1 0 0 0,-1 1 0 0 0,0 0 0 0 0,1 4 0 0 0,-3 35 432 0 0,3-38-407 0 0,0 35 386 0 0,2 1 0 0 0,12 66 1 0 0,26 76 660 0 0,-32-151-1006 0 0,143 504 629 0 0,-145-516-925 0 0,5 15-434 0 0,17 37-1 0 0,-24-62 27 0 0,0-1 0 0 0,1 0 1 0 0,0 0-1 0 0,0 0 0 0 0,1-1 0 0 0,0 0 0 0 0,0 0 0 0 0,1 0 1 0 0,11 8-1 0 0,-2-6-1965 0 0,-2-5-557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3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44 1444 0 0,'-3'-19'4940'0'0,"1"4"-3070"0"0,1 13-1228 0 0,1-5 1526 0 0,-5 13-1843 0 0,2 1 0 0 0,-1 0 0 0 0,1 0 0 0 0,0 0 0 0 0,0 0-1 0 0,-2 13 1 0 0,-8 49 113 0 0,12-60-364 0 0,1-8-75 0 0,-5 26 117 0 0,-1 46-1 0 0,6-66-135 0 0,0 0 1 0 0,0 0-1 0 0,1-1 0 0 0,0 1 0 0 0,0 0 1 0 0,1-1-1 0 0,0 1 0 0 0,0-1 0 0 0,0 1 1 0 0,1-1-1 0 0,-1 0 0 0 0,8 10 0 0 0,-8-14-143 0 0,0 1 0 0 0,0-1 0 0 0,1 1 0 0 0,-1-1 0 0 0,1 0 0 0 0,-1 0-1 0 0,1 0 1 0 0,0-1 0 0 0,0 1 0 0 0,0-1 0 0 0,0 1 0 0 0,0-1 0 0 0,0 0 0 0 0,0 0-1 0 0,0 0 1 0 0,1-1 0 0 0,-1 1 0 0 0,0-1 0 0 0,0 0 0 0 0,7 0 0 0 0,-2-1-535 0 0,0 0 1 0 0,0 0 0 0 0,0-1-1 0 0,0 0 1 0 0,-1-1 0 0 0,1 0-1 0 0,10-5 1 0 0,6-5-1718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4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99 109 128 0 0,'9'-39'10160'0'0,"-17"56"-9607"0"0,2 0-383 0 0,1-1-1 0 0,0 2 1 0 0,2-1-1 0 0,0 0 1 0 0,0 1 0 0 0,2 0-1 0 0,0-1 1 0 0,1 1 0 0 0,1 0-1 0 0,1-1 1 0 0,4 24 0 0 0,-5-37-151 0 0,0-1 0 0 0,1 1 1 0 0,-1 0-1 0 0,1-1 1 0 0,0 1-1 0 0,0-1 1 0 0,0 0-1 0 0,0 0 0 0 0,0 0 1 0 0,1 0-1 0 0,-1 0 1 0 0,1 0-1 0 0,0 0 1 0 0,0-1-1 0 0,0 1 0 0 0,0-1 1 0 0,1 0-1 0 0,-1 0 1 0 0,5 2-1 0 0,-3-3-5 0 0,0 1-1 0 0,0-1 1 0 0,0 0-1 0 0,1 0 1 0 0,-1 0-1 0 0,0-1 1 0 0,1 0-1 0 0,-1 0 1 0 0,0 0-1 0 0,1-1 1 0 0,-1 0 0 0 0,0 0-1 0 0,9-3 1 0 0,-4 0 9 0 0,0 0 0 0 0,-1 0 1 0 0,0-1-1 0 0,0-1 0 0 0,0 1 1 0 0,-1-1-1 0 0,0-1 0 0 0,0 0 1 0 0,0 0-1 0 0,-1 0 0 0 0,0-1 1 0 0,-1 0-1 0 0,1 0 0 0 0,-1-1 1 0 0,-1 0-1 0 0,6-11 0 0 0,-7 11-10 0 0,0 0 0 0 0,0 0 0 0 0,-1 0 0 0 0,0 0 0 0 0,0-1 0 0 0,-1 1 0 0 0,-1-1 0 0 0,1 0 0 0 0,-2 0-1 0 0,1 1 1 0 0,-1-1 0 0 0,-1 0 0 0 0,1 0 0 0 0,-2 0 0 0 0,0 1 0 0 0,0-1 0 0 0,-4-11 0 0 0,4 17-12 0 0,0-1 0 0 0,0 1 0 0 0,0 0 0 0 0,-1 0 0 0 0,0 0 0 0 0,0 0 0 0 0,0 0 0 0 0,0 1 0 0 0,0-1 0 0 0,-1 1 0 0 0,1 0 0 0 0,-1 0 0 0 0,0 0 0 0 0,0 0 0 0 0,-6-2 0 0 0,4 2-7 0 0,0 1-1 0 0,0 0 0 0 0,0 1 0 0 0,0-1 0 0 0,0 1 1 0 0,-1 0-1 0 0,1 1 0 0 0,0-1 0 0 0,-1 1 1 0 0,-9 2-1 0 0,4-1-7 0 0,0 2 0 0 0,1-1 1 0 0,-1 2-1 0 0,0 0 0 0 0,1 0 1 0 0,0 1-1 0 0,0 0 0 0 0,0 1 0 0 0,1 0 1 0 0,0 0-1 0 0,-15 14 0 0 0,16-11 27 0 0,0 0 0 0 0,1 0 0 0 0,1 1 0 0 0,-1 0-1 0 0,2 0 1 0 0,-1 1 0 0 0,1 0 0 0 0,1 0 0 0 0,-8 23-1 0 0,11-27-202 0 0,1-1-1 0 0,-1 1 0 0 0,1 0 1 0 0,1 0-1 0 0,-1 0 0 0 0,1 0 1 0 0,0 0-1 0 0,2 10 0 0 0,-1-12-276 0 0,0-1-1 0 0,0 1 0 0 0,1-1 1 0 0,0 1-1 0 0,0-1 0 0 0,0 1 1 0 0,0-1-1 0 0,1 0 0 0 0,-1 0 1 0 0,1 0-1 0 0,0 0 0 0 0,0-1 1 0 0,5 5-1 0 0,3 1-2854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4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17 2144 0 0,'-5'-4'6890'0'0,"5"4"-6782"0"0,-4 14 1662 0 0,1 23-1195 0 0,11 203 2041 0 0,-6-204-1223 0 0,-2-34-632 0 0,1-3-747 0 0,0 1 0 0 0,0-1 0 0 0,0 1 0 0 0,0-1 0 0 0,0 0 0 0 0,-1 0 0 0 0,1 1 0 0 0,0-1 0 0 0,0 0 0 0 0,0 0 0 0 0,-1 0 0 0 0,1 1 0 0 0,0-1 0 0 0,-1 0 0 0 0,1 0 0 0 0,-1 0 0 0 0,1 0 0 0 0,0-3 0 0 0,9-24 81 0 0,-8 22-67 0 0,10-26 19 0 0,41-95 156 0 0,-45 110-205 0 0,1 1 1 0 0,0 1 0 0 0,1 0-1 0 0,1 0 1 0 0,18-19 0 0 0,-27 32-3 0 0,-1 0 1 0 0,0 1 0 0 0,1 0 0 0 0,0-1 0 0 0,-1 1 0 0 0,1 0 0 0 0,0 0 0 0 0,-1-1 0 0 0,1 1 0 0 0,0 1 0 0 0,0-1 0 0 0,0 0 0 0 0,0 0 0 0 0,0 1 0 0 0,0-1 0 0 0,0 1 0 0 0,0 0 0 0 0,0-1 0 0 0,0 1-1 0 0,0 0 1 0 0,0 0 0 0 0,0 0 0 0 0,1 1 0 0 0,-1-1 0 0 0,0 0 0 0 0,0 1 0 0 0,0 0 0 0 0,0-1 0 0 0,0 1 0 0 0,-1 0 0 0 0,1 0 0 0 0,0 0 0 0 0,0 0 0 0 0,0 0 0 0 0,-1 0 0 0 0,1 1 0 0 0,-1-1-1 0 0,1 1 1 0 0,-1-1 0 0 0,1 1 0 0 0,1 3 0 0 0,3 2-5 0 0,-1 0-1 0 0,0 0 1 0 0,-1 1 0 0 0,0 0-1 0 0,0 0 1 0 0,-1 0-1 0 0,0 1 1 0 0,4 14 0 0 0,6 72-27 0 0,-10-61 59 0 0,13 55-1 0 0,-7-67 78 0 0,-8-21-114 0 0,-1 0 1 0 0,1 0-1 0 0,-1 0 0 0 0,0-1 0 0 0,1 1 1 0 0,-1 0-1 0 0,1-1 0 0 0,0 1 0 0 0,-1 0 1 0 0,1-1-1 0 0,0 1 0 0 0,-1 0 1 0 0,1-1-1 0 0,0 1 0 0 0,-1-1 0 0 0,1 0 1 0 0,0 1-1 0 0,0-1 0 0 0,0 0 1 0 0,-1 1-1 0 0,1-1 0 0 0,0 0 0 0 0,0 0 1 0 0,0 1-1 0 0,0-1 0 0 0,1 0 1 0 0,1-1-221 0 0,0 0 1 0 0,0 0-1 0 0,0 0 1 0 0,0-1 0 0 0,0 1-1 0 0,0-1 1 0 0,0 0 0 0 0,0 1-1 0 0,-1-1 1 0 0,1 0 0 0 0,-1-1-1 0 0,1 1 1 0 0,-1 0 0 0 0,3-5-1 0 0,-1 2-907 0 0,-1 0-1 0 0,-1 0 1 0 0,1 0-1 0 0,4-11 0 0 0,-1-5-3720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0 200 0 0,'-149'0'7285'0'0,"-47"4"-3478"0"0,194-4-4279 0 0,-8 4-1196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5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4 200 0 0,'-149'46'12352'0'0,"147"-45"-12116"0"0,6-1-44 0 0,52-3-655 0 0,76-14-1 0 0,-42 4-1762 0 0,-24 5-903 0 0,2-1-1165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5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76 432 0 0,'-2'-33'5718'0'0,"0"-3"-1653"0"0,3 30-2913 0 0,1 13-769 0 0,0 4-308 0 0,0 1-1 0 0,-1-1 1 0 0,-1 1 0 0 0,0 0 0 0 0,0-1 0 0 0,-4 18 0 0 0,1 6-35 0 0,-10 77-52 0 0,7-69-238 0 0,2 1 1 0 0,1 52-1 0 0,3-91-2 0 0,1 0 0 0 0,0 0 0 0 0,0 0-1 0 0,0 0 1 0 0,0 0 0 0 0,1 0 0 0 0,3 6 0 0 0,-4-8-155 0 0,0-1 0 0 0,0 0 0 0 0,1 0 0 0 0,-1-1 0 0 0,0 1 0 0 0,1 0 0 0 0,0 0 1 0 0,-1-1-1 0 0,1 1 0 0 0,3 1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87 436 0 0,'2'-10'1580'0'0,"1"-3"793"0"0,0 1-1 0 0,1-24 1 0 0,-4 35-2334 0 0,0 1 1 0 0,0-1 0 0 0,0 0 0 0 0,0 1 0 0 0,-1-1 0 0 0,1 0 0 0 0,0 1 0 0 0,0-1 0 0 0,0 0 0 0 0,-1 1-1 0 0,1-1 1 0 0,0 1 0 0 0,-1-1 0 0 0,1 1 0 0 0,0-1 0 0 0,-1 1 0 0 0,1-1 0 0 0,-1 1 0 0 0,1-1 0 0 0,-1 1 0 0 0,1-1-1 0 0,-1 1 1 0 0,1-1 0 0 0,-1 1 0 0 0,0 0 0 0 0,1 0 0 0 0,-1-1 0 0 0,0 1 0 0 0,1 0 0 0 0,-1 0 0 0 0,1 0 0 0 0,-1-1-1 0 0,0 1 1 0 0,0 0 0 0 0,-21 2 546 0 0,11 2-507 0 0,0 0-1 0 0,1 1 1 0 0,-1 0-1 0 0,1 1 1 0 0,0 0-1 0 0,1 1 1 0 0,-1 0 0 0 0,1 0-1 0 0,1 1 1 0 0,-1 0-1 0 0,1 0 1 0 0,-11 17-1 0 0,18-24-73 0 0,0 1-1 0 0,-1-1 1 0 0,1 1 0 0 0,0 0-1 0 0,0 0 1 0 0,1-1 0 0 0,-1 1-1 0 0,0 0 1 0 0,0 0 0 0 0,1 0-1 0 0,0 0 1 0 0,-1 0 0 0 0,1 0-1 0 0,0 0 1 0 0,0 0 0 0 0,0 0-1 0 0,0 0 1 0 0,0 0 0 0 0,0 0-1 0 0,0 0 1 0 0,1 0 0 0 0,-1 0-1 0 0,1 0 1 0 0,0-1 0 0 0,-1 1-1 0 0,1 0 1 0 0,2 2 0 0 0,0 0 3 0 0,0 0 1 0 0,1-1 0 0 0,-1 0 0 0 0,1 0 0 0 0,0 0-1 0 0,0 0 1 0 0,0-1 0 0 0,0 1 0 0 0,1-1 0 0 0,7 3-1 0 0,100 34 23 0 0,12 4-40 0 0,-118-41 106 0 0,-1 1 0 0 0,0-1 0 0 0,1 1 1 0 0,-1 0-1 0 0,0 1 0 0 0,6 4 0 0 0,-10-7-45 0 0,-1 0 0 0 0,1 0 0 0 0,0 0 0 0 0,0 0 0 0 0,-1 0 0 0 0,1 0 0 0 0,0 0 0 0 0,-1 0 0 0 0,1 0 0 0 0,-1 0 0 0 0,1 0 0 0 0,-1 1 0 0 0,0-1 0 0 0,1 0 0 0 0,-1 0 0 0 0,0 0 0 0 0,0 1 0 0 0,0-1 0 0 0,0 0 0 0 0,0 0 0 0 0,0 1 0 0 0,0-1 0 0 0,-1 0 0 0 0,1 0 0 0 0,0 0 0 0 0,-1 1 0 0 0,1-1 0 0 0,-1 0 0 0 0,1 0 0 0 0,-1 0 0 0 0,1 0 0 0 0,-1 0 0 0 0,0 0 0 0 0,1 0 0 0 0,-1 0 0 0 0,0 0 0 0 0,0 0 0 0 0,-1 1 0 0 0,-5 4 68 0 0,0 1 0 0 0,-1-1 0 0 0,0 0 0 0 0,0-1-1 0 0,0 0 1 0 0,-1 0 0 0 0,1-1 0 0 0,-1 0 0 0 0,0 0 0 0 0,-18 4 0 0 0,11-4-83 0 0,0-1 0 0 0,0 0-1 0 0,0-2 1 0 0,-1 1 0 0 0,-28-3 0 0 0,36 0-386 0 0,0 0 0 0 0,0-1 1 0 0,0 0-1 0 0,0-1 0 0 0,0 0 0 0 0,1 0 0 0 0,-12-6 0 0 0,13 5-780 0 0,0 0 0 0 0,1-1 0 0 0,-1 1-1 0 0,1-1 1 0 0,-7-8 0 0 0,-1-4-3535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6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54 1988 0 0,'-3'-9'3749'0'0,"-1"-4"-1289"0"0,-1 1-880 0 0,4 1-676 0 0,-1 3-272 0 0,14 9-3536 0 0,8 6-3101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7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1 747 1764 0 0,'3'-8'599'0'0,"0"0"0"0"0,1 0 0 0 0,0 1 0 0 0,0 0-1 0 0,1 0 1 0 0,0 0 0 0 0,0 0 0 0 0,1 1 0 0 0,0 0 0 0 0,0 0 0 0 0,0 0 0 0 0,1 1-1 0 0,9-6 1 0 0,-13 9-556 0 0,1 0 0 0 0,0 0 0 0 0,-1 1 0 0 0,1-1 0 0 0,0 1 0 0 0,0 0-1 0 0,0 0 1 0 0,1 0 0 0 0,-1 0 0 0 0,0 1 0 0 0,0 0 0 0 0,0 0 0 0 0,0 0 0 0 0,0 0-1 0 0,1 1 1 0 0,-1 0 0 0 0,0-1 0 0 0,0 1 0 0 0,0 1 0 0 0,0-1 0 0 0,0 1 0 0 0,-1-1-1 0 0,1 1 1 0 0,0 0 0 0 0,-1 1 0 0 0,1-1 0 0 0,-1 0 0 0 0,5 5 0 0 0,1 2-28 0 0,-1 0 0 0 0,0 1 0 0 0,0 0 0 0 0,-1 0 0 0 0,0 1 0 0 0,-1 0 1 0 0,0 0-1 0 0,-1 0 0 0 0,0 1 0 0 0,-1-1 0 0 0,0 1 0 0 0,0 0 0 0 0,-2 1 0 0 0,3 15 0 0 0,-2 7 210 0 0,-1 0-1 0 0,-2 0 1 0 0,-6 62-1 0 0,1-85 599 0 0,0-16-604 0 0,-3-16-163 0 0,8-2-10 0 0,0 1 1 0 0,2-1-1 0 0,0 1 1 0 0,1 0-1 0 0,1 0 1 0 0,10-30-1 0 0,-10 40-44 0 0,0-1 0 0 0,1 1 0 0 0,0-1 0 0 0,1 1 0 0 0,1 1 0 0 0,-1-1 0 0 0,2 1-1 0 0,-1 0 1 0 0,1 1 0 0 0,1 0 0 0 0,0 0 0 0 0,14-11 0 0 0,-20 18-7 0 0,0 0 1 0 0,1 0-1 0 0,-1 0 0 0 0,1 0 1 0 0,-1 0-1 0 0,1 0 0 0 0,0 1 1 0 0,0 0-1 0 0,-1 0 0 0 0,1 0 1 0 0,0 0-1 0 0,0 1 0 0 0,0-1 1 0 0,0 1-1 0 0,0 0 0 0 0,0 1 1 0 0,0-1-1 0 0,0 0 0 0 0,0 1 1 0 0,0 0-1 0 0,0 0 0 0 0,0 0 1 0 0,0 1-1 0 0,-1-1 0 0 0,1 1 1 0 0,-1 0-1 0 0,1 0 0 0 0,-1 0 1 0 0,7 5-1 0 0,-4-1-3 0 0,0 0 1 0 0,0 0-1 0 0,0 1 1 0 0,-1 0-1 0 0,0 0 1 0 0,0 0-1 0 0,-1 1 1 0 0,0 0-1 0 0,0 0 1 0 0,-1 0-1 0 0,0 0 0 0 0,4 17 1 0 0,3 45-22 0 0,-9-51-100 0 0,1-1 1 0 0,1 0-1 0 0,1 0 0 0 0,1 0 1 0 0,7 18-1 0 0,-11-34 55 0 0,0 0 0 0 0,-1-1 0 0 0,1 1 0 0 0,0 0 0 0 0,1-1 0 0 0,-1 1 0 0 0,0-1 0 0 0,0 1 0 0 0,0-1 0 0 0,1 0 0 0 0,-1 1 0 0 0,1-1 0 0 0,-1 0 0 0 0,1 0 0 0 0,0 0 0 0 0,-1 0 0 0 0,1-1 0 0 0,0 1 0 0 0,-1 0 0 0 0,1-1 0 0 0,0 1 0 0 0,0-1 0 0 0,0 1 0 0 0,0-1 0 0 0,0 0 0 0 0,-1 0 0 0 0,1 0 0 0 0,0 0 0 0 0,0 0 0 0 0,0 0 0 0 0,0-1 0 0 0,0 1 0 0 0,-1 0 0 0 0,1-1 0 0 0,0 0 0 0 0,0 1 0 0 0,0-1 0 0 0,2-2 0 0 0,4-1-213 0 0,0 0 0 0 0,0-1 0 0 0,0 0 0 0 0,-1-1 0 0 0,0 0 0 0 0,11-11-1 0 0,-6 4 266 0 0,-1-2 1 0 0,0 1-1 0 0,-1-2 0 0 0,-1 1 0 0 0,0-1 0 0 0,9-23 0 0 0,29-104 3566 0 0,-44 133-3224 0 0,-3 8-90 0 0,-2 3-190 0 0,-2 2-30 0 0,0 0-1 0 0,0 0 0 0 0,1 0 1 0 0,-1 0-1 0 0,1 1 0 0 0,0-1 0 0 0,0 1 1 0 0,0 0-1 0 0,1 0 0 0 0,-1 0 0 0 0,1 0 1 0 0,0 0-1 0 0,0 1 0 0 0,-2 6 1 0 0,-1 4 35 0 0,0 0 1 0 0,1 1 0 0 0,-2 19 0 0 0,5-30-20 0 0,1-1 0 0 0,-1 1-1 0 0,1-1 1 0 0,0 1 0 0 0,1 0-1 0 0,-1-1 1 0 0,1 1 0 0 0,0-1-1 0 0,0 1 1 0 0,0-1 0 0 0,0 1-1 0 0,1-1 1 0 0,0 0 0 0 0,0 0-1 0 0,0 0 1 0 0,0 0 0 0 0,1 0-1 0 0,5 6 1 0 0,-5-7-4 0 0,1 0 1 0 0,-1 0-1 0 0,1 0 0 0 0,0-1 0 0 0,0 0 0 0 0,0 0 0 0 0,0 0 1 0 0,0 0-1 0 0,0-1 0 0 0,1 1 0 0 0,-1-1 0 0 0,1 0 0 0 0,-1 0 1 0 0,1-1-1 0 0,-1 1 0 0 0,1-1 0 0 0,-1 0 0 0 0,1-1 0 0 0,4 0 1 0 0,0 0-10 0 0,0-1 1 0 0,-1 0-1 0 0,1-1 1 0 0,0 1 0 0 0,-1-2-1 0 0,0 1 1 0 0,0-1 0 0 0,0-1-1 0 0,0 1 1 0 0,-1-1 0 0 0,1-1-1 0 0,-1 0 1 0 0,-1 1 0 0 0,1-2-1 0 0,-1 1 1 0 0,0-1 0 0 0,0 0-1 0 0,-1 0 1 0 0,0-1-1 0 0,0 0 1 0 0,-1 0 0 0 0,0 0-1 0 0,0 0 1 0 0,3-12 0 0 0,-5 13-16 0 0,0 0 1 0 0,0 0-1 0 0,-1 0 1 0 0,1 0-1 0 0,-1 0 1 0 0,-1-1-1 0 0,0 1 1 0 0,0 0-1 0 0,0 0 1 0 0,-1-1-1 0 0,0 1 1 0 0,0 0 0 0 0,-1 0-1 0 0,0 0 1 0 0,0 0-1 0 0,-1 0 1 0 0,0 0-1 0 0,0 1 1 0 0,0-1-1 0 0,-1 1 1 0 0,0 0-1 0 0,0 0 1 0 0,-1 0-1 0 0,1 1 1 0 0,-1-1-1 0 0,-1 1 1 0 0,1 1-1 0 0,-1-1 1 0 0,1 1-1 0 0,-10-6 1 0 0,7 7-7 0 0,0-1 0 0 0,0 1-1 0 0,-1 0 1 0 0,1 0 0 0 0,-1 1 0 0 0,0 1 0 0 0,1-1-1 0 0,-1 1 1 0 0,-17 1 0 0 0,21 0 9 0 0,0 0 1 0 0,-1 1-1 0 0,1 0 1 0 0,0 0-1 0 0,0 0 0 0 0,-1 1 1 0 0,-8 4-1 0 0,11-5 0 0 0,1 1-1 0 0,-1-1 1 0 0,1 1-1 0 0,0-1 1 0 0,0 1-1 0 0,0 0 1 0 0,0 0-1 0 0,0 0 1 0 0,0 0-1 0 0,1 0 1 0 0,-1 0-1 0 0,1 0 1 0 0,-1 1-1 0 0,1-1 1 0 0,0 1-1 0 0,-1 2 1 0 0,1-3-4 0 0,0 0 1 0 0,1 0-1 0 0,-1 1 0 0 0,1-1 0 0 0,0 0 1 0 0,0 0-1 0 0,-1 0 0 0 0,2 0 1 0 0,-1 0-1 0 0,0 1 0 0 0,0-1 0 0 0,1 0 1 0 0,-1 0-1 0 0,1 0 0 0 0,-1 0 1 0 0,1 0-1 0 0,0 0 0 0 0,1 3 1 0 0,1-2 2 0 0,-1 0 0 0 0,0 0 0 0 0,1 0 0 0 0,0 0 0 0 0,0-1 1 0 0,0 1-1 0 0,0-1 0 0 0,0 1 0 0 0,6 2 0 0 0,1 0-1 0 0,0 0 0 0 0,1-1 0 0 0,0-1 0 0 0,0 1 0 0 0,0-1 0 0 0,12 1 0 0 0,8-1 9 0 0,0-2 1 0 0,0-1-1 0 0,0-1 1 0 0,0-1 0 0 0,0-2-1 0 0,0-1 1 0 0,-1-2-1 0 0,0 0 1 0 0,0-3 0 0 0,-1 0-1 0 0,0-2 1 0 0,34-18 0 0 0,-47 20-15 0 0,-1-1 0 0 0,0 0 0 0 0,0-1 0 0 0,-1-1 1 0 0,-1 0-1 0 0,0-1 0 0 0,-1 0 0 0 0,0-1 0 0 0,-1 0 1 0 0,-1-1-1 0 0,-1 0 0 0 0,0-1 0 0 0,-1 0 0 0 0,0 0 1 0 0,5-21-1 0 0,-6 12 2 0 0,-1 0-1 0 0,-1-1 1 0 0,-1 1 0 0 0,-1-1 0 0 0,-1 0-1 0 0,-2 0 1 0 0,-1 1 0 0 0,-1-1 0 0 0,-1 0-1 0 0,-7-28 1 0 0,9 48 2 0 0,-1 0-1 0 0,0 1 0 0 0,0-1 1 0 0,-1 1-1 0 0,0-1 1 0 0,0 1-1 0 0,0 0 0 0 0,-1 0 1 0 0,0 0-1 0 0,0 1 0 0 0,-1-1 1 0 0,-5-5-1 0 0,9 10 3 0 0,-1 0-1 0 0,1 1 0 0 0,0-1 1 0 0,0 1-1 0 0,-1-1 0 0 0,1 1 1 0 0,0 0-1 0 0,-1-1 0 0 0,1 1 1 0 0,-1 0-1 0 0,1 0 0 0 0,0 0 0 0 0,-1 0 1 0 0,1 0-1 0 0,-1 0 0 0 0,1 0 1 0 0,0 1-1 0 0,-1-1 0 0 0,1 0 1 0 0,0 1-1 0 0,-1-1 0 0 0,1 1 1 0 0,0-1-1 0 0,0 1 0 0 0,0 0 1 0 0,-1 0-1 0 0,1-1 0 0 0,0 1 1 0 0,0 0-1 0 0,-1 2 0 0 0,-3 0 9 0 0,1 1 0 0 0,0 0 0 0 0,0 1 1 0 0,0-1-1 0 0,-4 9 0 0 0,-1 3 131 0 0,1 0 0 0 0,1 1 0 0 0,1 1 0 0 0,1-1-1 0 0,0 1 1 0 0,1 0 0 0 0,1 0 0 0 0,1 0 0 0 0,-1 22 0 0 0,3 16 754 0 0,12 93 0 0 0,-2-71-476 0 0,4 0 0 0 0,4 0 0 0 0,53 146 0 0 0,-63-202-378 0 0,19 41 118 0 0,-25-59-142 0 0,0-1-1 0 0,0 1 1 0 0,1-1 0 0 0,-1 1 0 0 0,1-1-1 0 0,0 0 1 0 0,-1 0 0 0 0,1 0-1 0 0,1-1 1 0 0,-1 1 0 0 0,0 0-1 0 0,7 3 1 0 0,-7-6-140 0 0,-1 1 1 0 0,1 0-1 0 0,-1-1 0 0 0,1 1 0 0 0,-1-1 0 0 0,1 0 1 0 0,0 0-1 0 0,-1 0 0 0 0,1 0 0 0 0,-1-1 1 0 0,1 1-1 0 0,-1 0 0 0 0,1-1 0 0 0,-1 0 1 0 0,1 0-1 0 0,-1 0 0 0 0,1 0 0 0 0,-1 0 1 0 0,0 0-1 0 0,1-1 0 0 0,-1 1 0 0 0,0-1 0 0 0,0 1 1 0 0,0-1-1 0 0,0 0 0 0 0,3-4 0 0 0,2-2-1184 0 0,-1 0-1 0 0,0 0 0 0 0,0-1 0 0 0,0 0 1 0 0,4-10-1 0 0,2-7-3696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7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109 154 2288 0 0,'-35'-13'4021'0'0,"-38"-13"3985"0"0,80 17-7344 0 0,-2 6-604 0 0,-1 1 0 0 0,1 0-1 0 0,0 0 1 0 0,0 1 0 0 0,-1 0 0 0 0,1 0-1 0 0,0 0 1 0 0,6-1 0 0 0,2 0 20 0 0,276-37 467 0 0,-15 2-406 0 0,-203 24-4134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95 346 920 0 0,'-44'4'5378'0'0,"42"-4"-4632"0"0,-1 0-105 0 0,-42 3 4570 0 0,46-4-5160 0 0,1-1 0 0 0,0 1 0 0 0,-1 0 0 0 0,1-1 0 0 0,0 1 0 0 0,0 0 0 0 0,0 0 0 0 0,0 0 1 0 0,3 0-1 0 0,-2-1 20 0 0,93-42 378 0 0,-2 2-324 0 0,125-75 0 0 0,-199 104-125 0 0,33-23 21 0 0,-48 33-28 0 0,-1-1-1 0 0,0 0 1 0 0,0 0-1 0 0,0-1 1 0 0,0 1-1 0 0,0-1 1 0 0,-1 0-1 0 0,4-8 1 0 0,-6 13 2 0 0,-1-1 1 0 0,1 0 0 0 0,-1 0-1 0 0,0 0 1 0 0,1 0 0 0 0,-1 0-1 0 0,0 0 1 0 0,0 0 0 0 0,0 0-1 0 0,1 1 1 0 0,-1-1-1 0 0,0 0 1 0 0,0 0 0 0 0,0 0-1 0 0,-1 0 1 0 0,1 0 0 0 0,0 0-1 0 0,0 0 1 0 0,0 0 0 0 0,-1 0-1 0 0,1 0 1 0 0,0 0 0 0 0,-1 1-1 0 0,1-1 1 0 0,-1 0 0 0 0,0-1-1 0 0,-1 0 0 0 0,0 1 0 0 0,1 0 0 0 0,-1 0 0 0 0,0 0 0 0 0,0 0 0 0 0,0 0 0 0 0,1 0 0 0 0,-1 0 0 0 0,0 1 0 0 0,0-1 0 0 0,-4 0 0 0 0,-5 0-10 0 0,1 0 0 0 0,0 0 0 0 0,-21 3 0 0 0,16-1 3 0 0,-1 2-1 0 0,0 0 0 0 0,0 1 0 0 0,-23 9 0 0 0,34-11 13 0 0,1 0-1 0 0,-1 0 0 0 0,0 0 0 0 0,1 1 0 0 0,-1-1 0 0 0,1 1 1 0 0,0 0-1 0 0,-1 1 0 0 0,2-1 0 0 0,-1 1 0 0 0,0-1 1 0 0,1 1-1 0 0,0 0 0 0 0,-1 1 0 0 0,2-1 0 0 0,-1 0 0 0 0,-4 10 1 0 0,7-11 0 0 0,0 0 0 0 0,-1 0 0 0 0,1 0 0 0 0,0 0 0 0 0,1 0 0 0 0,-1 0 0 0 0,0 0 0 0 0,1 0 0 0 0,0 0 0 0 0,0 0 0 0 0,-1 0 0 0 0,2 0 1 0 0,-1 0-1 0 0,0 0 0 0 0,1 0 0 0 0,3 4 0 0 0,3 6-9 0 0,21 22-1 0 0,-27-33 12 0 0,20 21-14 0 0,40 30 0 0 0,-42-36-18 0 0,0 0-1 0 0,-1 1 1 0 0,23 28-1 0 0,-42-45 47 0 0,1 0 0 0 0,0 0 0 0 0,-1 0 0 0 0,1 0-1 0 0,-1 0 1 0 0,0 0 0 0 0,1 0 0 0 0,-1 0 0 0 0,0 0 0 0 0,1 0-1 0 0,-1 0 1 0 0,0 0 0 0 0,0 0 0 0 0,0 0 0 0 0,0 0 0 0 0,0 1 0 0 0,0-1-1 0 0,0 0 1 0 0,-1 0 0 0 0,1 0 0 0 0,0 0 0 0 0,-1 0 0 0 0,1 0-1 0 0,0 0 1 0 0,-1 0 0 0 0,1 0 0 0 0,-1 0 0 0 0,0 0 0 0 0,1 0-1 0 0,-1 0 1 0 0,0 0 0 0 0,0-1 0 0 0,1 1 0 0 0,-1 0 0 0 0,0-1-1 0 0,-2 2 1 0 0,-1 1 109 0 0,0 0 0 0 0,0 0 0 0 0,-1 0 0 0 0,1-1 0 0 0,-1 0 0 0 0,-5 2-1 0 0,-8 1-15 0 0,1-2 0 0 0,0 0 0 0 0,-1-1 0 0 0,0 0 0 0 0,0-2 0 0 0,1 0 0 0 0,-26-4 0 0 0,-32 0-3901 0 0,81-6 1173 0 0,12 0-354 0 0,-10 8 1726 0 0,9-6-1703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9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180 619 1932 0 0,'8'-5'981'0'0,"0"0"1"0"0,-1-1-1 0 0,1 0 0 0 0,-1 0 0 0 0,-1 0 1 0 0,1-1-1 0 0,-1 0 0 0 0,0-1 0 0 0,7-13 0 0 0,-12 21-952 0 0,-1-1 0 0 0,0 1 0 0 0,1 0 1 0 0,-1-1-1 0 0,0 1 0 0 0,0-1 0 0 0,1 1 0 0 0,-1-1 0 0 0,0 1 0 0 0,0 0 0 0 0,0-1 0 0 0,0 1 0 0 0,0-1 0 0 0,1 1 0 0 0,-1-1 0 0 0,0 1 0 0 0,0-1 0 0 0,0 1 0 0 0,0-1 0 0 0,-1 1 0 0 0,1-1 0 0 0,0 1 0 0 0,0-1 0 0 0,0 1 0 0 0,0-1 0 0 0,0 1 0 0 0,-1-1 0 0 0,1 1 0 0 0,0-1 0 0 0,0 1 0 0 0,-1-1 0 0 0,1 1 0 0 0,0 0 0 0 0,-1-1 0 0 0,1 1 0 0 0,0 0 0 0 0,-1-1 0 0 0,1 1 0 0 0,-1 0 0 0 0,1-1 0 0 0,0 1 0 0 0,-1 0 0 0 0,1 0 0 0 0,-1 0 1 0 0,1-1-1 0 0,-1 1 0 0 0,1 0 0 0 0,-1 0 0 0 0,1 0 0 0 0,-1 0 0 0 0,1 0 0 0 0,-1 0 0 0 0,0 0 0 0 0,-25 1 545 0 0,11 4-461 0 0,0 1 1 0 0,0 0-1 0 0,1 1 1 0 0,-1 1-1 0 0,2 1 1 0 0,-1 0-1 0 0,1 0 1 0 0,1 1-1 0 0,0 1 1 0 0,0 0-1 0 0,1 1 1 0 0,1 0-1 0 0,-1 0 1 0 0,-13 25-1 0 0,22-33-105 0 0,0 0-1 0 0,0 0 0 0 0,0 1 1 0 0,1-1-1 0 0,-1 0 1 0 0,1 1-1 0 0,0-1 1 0 0,1 0-1 0 0,-1 1 0 0 0,1-1 1 0 0,0 1-1 0 0,0-1 1 0 0,0 1-1 0 0,1-1 1 0 0,-1 1-1 0 0,3 5 0 0 0,-2-6 2 0 0,0-1-1 0 0,1 1 0 0 0,0-1 1 0 0,0 1-1 0 0,0-1 0 0 0,0 0 1 0 0,1 0-1 0 0,-1 0 0 0 0,1 0 1 0 0,0 0-1 0 0,0-1 0 0 0,0 1 1 0 0,0-1-1 0 0,0 0 0 0 0,0 0 1 0 0,1 0-1 0 0,-1 0 0 0 0,1-1 0 0 0,4 2 1 0 0,-1 0 2 0 0,0-1 0 0 0,1 0 0 0 0,-1 0 0 0 0,1-1 0 0 0,-1 1 0 0 0,1-2 1 0 0,0 1-1 0 0,-1-1 0 0 0,1-1 0 0 0,0 1 0 0 0,-1-1 0 0 0,1-1 0 0 0,-1 1 0 0 0,1-1 0 0 0,-1 0 1 0 0,0-1-1 0 0,0 0 0 0 0,0 0 0 0 0,12-7 0 0 0,-10 3-2 0 0,0 0-1 0 0,0 0 1 0 0,-1-1 0 0 0,0 0 0 0 0,0 0-1 0 0,-1-1 1 0 0,0 0 0 0 0,-1-1-1 0 0,0 1 1 0 0,0-1 0 0 0,-1 0-1 0 0,7-18 1 0 0,-7 14-9 0 0,-1 6-12 0 0,-1 0-1 0 0,0 0 1 0 0,-1 1-1 0 0,0-2 0 0 0,2-15 1 0 0,-16 37 20 0 0,8 2-17 0 0,0 0 0 0 0,1 0-1 0 0,0 0 1 0 0,2 1 0 0 0,-1 19 0 0 0,2-31 15 0 0,1 0 0 0 0,-1 0-1 0 0,1 0 1 0 0,-1 0 0 0 0,1 0 0 0 0,0 0 0 0 0,1 0-1 0 0,-1-1 1 0 0,1 1 0 0 0,-1 0 0 0 0,1-1 0 0 0,0 1-1 0 0,1-1 1 0 0,-1 1 0 0 0,0-1 0 0 0,1 0 0 0 0,0 0-1 0 0,0 0 1 0 0,0 0 0 0 0,0-1 0 0 0,0 1 0 0 0,0-1-1 0 0,1 0 1 0 0,-1 0 0 0 0,7 2 0 0 0,-4-1-1 0 0,1-1 0 0 0,0 0 0 0 0,-1 0-1 0 0,1-1 1 0 0,0 0 0 0 0,0 0 0 0 0,0-1 0 0 0,0 1 0 0 0,0-2 0 0 0,0 1 0 0 0,0-1 0 0 0,0 0-1 0 0,0 0 1 0 0,0-1 0 0 0,0 0 0 0 0,-1 0 0 0 0,1-1 0 0 0,-1 0 0 0 0,1 0 0 0 0,-1 0 0 0 0,0-1 0 0 0,0 0-1 0 0,-1 0 1 0 0,1 0 0 0 0,-1-1 0 0 0,5-5 0 0 0,2-2-106 0 0,-1-1-1 0 0,0-1 1 0 0,-1 0 0 0 0,-1 0-1 0 0,0 0 1 0 0,-1-1 0 0 0,0-1-1 0 0,-2 0 1 0 0,9-27-1 0 0,-1-8-29 0 0,-3-1-1 0 0,-2 0 1 0 0,-2 0-1 0 0,-3-1 0 0 0,-2 0 1 0 0,-2 0-1 0 0,-9-67 1 0 0,-3 17 682 0 0,12 103-548 0 0,1-1 1 0 0,-2 1-1 0 0,1-1 1 0 0,0 1-1 0 0,0-1 1 0 0,0 1-1 0 0,0-1 1 0 0,0 1-1 0 0,0-1 0 0 0,0 1 1 0 0,-1-1-1 0 0,1 1 1 0 0,0 0-1 0 0,0-1 1 0 0,-1 1-1 0 0,1-1 0 0 0,0 1 1 0 0,0 0-1 0 0,-1-1 1 0 0,1 1-1 0 0,-1 0 1 0 0,1-1-1 0 0,0 1 0 0 0,-1-1 1 0 0,-7 6 30 0 0,-5 17-25 0 0,4 6 11 0 0,2-1 0 0 0,1 1 0 0 0,1 0-1 0 0,-2 32 1 0 0,2 116 303 0 0,6-122-208 0 0,9 71-1 0 0,-6-100-88 0 0,1 0 0 0 0,1-1 1 0 0,1 0-1 0 0,1 0 0 0 0,13 26 0 0 0,-18-44-14 0 0,0 1-1 0 0,1-1 0 0 0,0-1 0 0 0,0 1 1 0 0,1-1-1 0 0,-1 1 0 0 0,1-1 0 0 0,0 0 0 0 0,1-1 1 0 0,-1 1-1 0 0,1-1 0 0 0,0-1 0 0 0,0 1 1 0 0,10 4-1 0 0,-11-6-11 0 0,1 0 0 0 0,-1-1 1 0 0,0 1-1 0 0,1-1 0 0 0,-1-1 1 0 0,1 1-1 0 0,0-1 0 0 0,-1 0 0 0 0,1 0 1 0 0,-1 0-1 0 0,1-1 0 0 0,-1 0 1 0 0,1 0-1 0 0,-1-1 0 0 0,0 1 1 0 0,1-1-1 0 0,-1 0 0 0 0,9-5 0 0 0,0-2-68 0 0,-1 0-1 0 0,-1 0 0 0 0,0-1 0 0 0,0-1 1 0 0,-1 0-1 0 0,0-1 0 0 0,-1 0 0 0 0,0 0 1 0 0,-1-1-1 0 0,0 0 0 0 0,-1-1 0 0 0,8-18 0 0 0,5-19 98 0 0,-3 0-1 0 0,15-64 0 0 0,-25 87 142 0 0,-3 11-134 0 0,-5 20 12 0 0,-8 31 112 0 0,4-13 30 0 0,-2 19 230 0 0,2 0 0 0 0,2 0 0 0 0,4 54 0 0 0,-2-84-381 0 0,1-1 0 0 0,0 1 1 0 0,0-1-1 0 0,1 1 0 0 0,0-1 1 0 0,1 0-1 0 0,0 0 0 0 0,5 9 1 0 0,-7-14-31 0 0,1-1 1 0 0,0 0-1 0 0,0-1 1 0 0,0 1-1 0 0,1 0 1 0 0,-1 0-1 0 0,1-1 1 0 0,-1 0-1 0 0,1 1 1 0 0,0-1-1 0 0,0 0 1 0 0,0 0-1 0 0,0-1 1 0 0,0 1-1 0 0,1 0 1 0 0,-1-1 0 0 0,0 0-1 0 0,1 0 1 0 0,-1 0-1 0 0,1 0 1 0 0,-1-1-1 0 0,1 1 1 0 0,0-1-1 0 0,4 0 1 0 0,2-1-265 0 0,-1 0 1 0 0,0 0 0 0 0,0-1 0 0 0,0 0 0 0 0,0 0-1 0 0,0-1 1 0 0,0 0 0 0 0,-1-1 0 0 0,9-5 0 0 0,-3 2-1373 0 0,-1-1 1 0 0,0-1 0 0 0,-1-1 0 0 0,20-18 0 0 0,-10 5-3337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9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82 1228 0 0,'-15'-14'2044'0'0,"1"4"-384"0"0,4 1-151 0 0,0 0-373 0 0,1 1-212 0 0,0 1-188 0 0,1 2 240 0 0,-4-6-356 0 0,5 3-292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1:59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1604 0 0,'-17'9'1884'0'0,"1"-2"-400"0"0,6-2-259 0 0,3 0 871 0 0,0 5-636 0 0,21 0-880 0 0,3-4-240 0 0,6-3 40 0 0,8 1-176 0 0,6 1 56 0 0,10-4-320 0 0,3 1-240 0 0,5-2-612 0 0,-2 2-716 0 0,12-7-1100 0 0,0 0-757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01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177 674 684 0 0,'4'-10'1566'0'0,"0"-1"0"0"0,1 1 1 0 0,0 0-1 0 0,10-15 0 0 0,-8 16-1264 0 0,0 0-1 0 0,1 0 1 0 0,0 1 0 0 0,0 0-1 0 0,1 0 1 0 0,0 1 0 0 0,14-8-1 0 0,20-15 117 0 0,-41 29-358 0 0,-12 3-51 0 0,-1 0 1 0 0,1 0-1 0 0,0 1 0 0 0,1 0 1 0 0,-17 7-1 0 0,7-2-1 0 0,-96 40 29 0 0,101-41-17 0 0,1 1 0 0 0,0 0 0 0 0,0 1 0 0 0,0 0 1 0 0,-22 22-1 0 0,33-29-16 0 0,0 1-1 0 0,0-1 1 0 0,0 1 0 0 0,0-1 0 0 0,0 1-1 0 0,1 0 1 0 0,-1 0 0 0 0,1 0 0 0 0,-1 0-1 0 0,1 0 1 0 0,0 0 0 0 0,0 0 0 0 0,1 0-1 0 0,-1 0 1 0 0,1 1 0 0 0,-1-1 0 0 0,1 5 0 0 0,1-4 0 0 0,0 1 0 0 0,0-1 0 0 0,0 0 0 0 0,0 0 0 0 0,1 1 1 0 0,-1-1-1 0 0,1 0 0 0 0,0-1 0 0 0,1 1 0 0 0,-1 0 1 0 0,5 5-1 0 0,6 5 4 0 0,2 0 1 0 0,-1 0 0 0 0,2-2 0 0 0,26 18-1 0 0,-34-24-8 0 0,202 124-9 0 0,-209-129 13 0 0,1 0 0 0 0,0 1 1 0 0,-1-1-1 0 0,0 0 0 0 0,1 0 1 0 0,-1 1-1 0 0,0-1 0 0 0,1 1 0 0 0,-1-1 1 0 0,0 1-1 0 0,1 1 0 0 0,-2-2-2 0 0,0 0 0 0 0,1 0 0 0 0,-1-1 0 0 0,0 1 0 0 0,0 0 0 0 0,0 0 0 0 0,0-1 0 0 0,0 1 0 0 0,0 0 0 0 0,0 0-1 0 0,0 0 1 0 0,0-1 0 0 0,0 1 0 0 0,0 0 0 0 0,0 0 0 0 0,-1 0 0 0 0,1-1 0 0 0,0 1 0 0 0,-1 1 0 0 0,-1 0 25 0 0,1 0 1 0 0,-1 0-1 0 0,0 0 0 0 0,0 0 1 0 0,0-1-1 0 0,0 1 1 0 0,-1 0-1 0 0,1-1 1 0 0,0 0-1 0 0,-1 1 0 0 0,1-1 1 0 0,-1 0-1 0 0,1 0 1 0 0,-4 0-1 0 0,-14 5 162 0 0,1-2-1 0 0,-1-1 1 0 0,0 0 0 0 0,-34-1-1 0 0,-76-9 1039 0 0,129 7-1222 0 0,1 1 0 0 0,0-1 0 0 0,-1 0 0 0 0,1 0 0 0 0,-1 0 0 0 0,1 0 0 0 0,-1 0 0 0 0,1 0-1 0 0,-1 0 1 0 0,1 0 0 0 0,0 0 0 0 0,-1-1 0 0 0,1 1 0 0 0,-1 0 0 0 0,1 0 0 0 0,-1 0 0 0 0,1 0 0 0 0,0-1 0 0 0,-1 1-1 0 0,1 0 1 0 0,0 0 0 0 0,-1-1 0 0 0,1 1 0 0 0,-1 0 0 0 0,1-1 0 0 0,0 1 0 0 0,0 0 0 0 0,-1-1 0 0 0,1 1 0 0 0,0 0-1 0 0,0-1 1 0 0,-1 1 0 0 0,1-1 0 0 0,0 1 0 0 0,0-1 0 0 0,0 1 0 0 0,0 0 0 0 0,0-1 0 0 0,0 1 0 0 0,0-1 0 0 0,0 1-1 0 0,0-1 1 0 0,0 1 0 0 0,0-1 0 0 0,0 1 0 0 0,0 0 0 0 0,0-1 0 0 0,0 1 0 0 0,0-1 0 0 0,0 1 0 0 0,0-1-1 0 0,1 1 1 0 0,-1 0 0 0 0,0-1 0 0 0,0 1 0 0 0,0-1 0 0 0,1 1 0 0 0,-1 0 0 0 0,0-1 0 0 0,1 1 0 0 0,-1 0 0 0 0,0-1-1 0 0,1 1 1 0 0,-1 0 0 0 0,1-1 0 0 0,22-19 41 0 0,27-13-32 0 0,75-34 0 0 0,-22 13-116 0 0,203-135-120 0 0,-235 139 185 0 0,-3-3-1 0 0,71-72 1 0 0,-114 100 34 0 0,-2-1 0 0 0,-1 0 0 0 0,-1-2 0 0 0,19-34 0 0 0,-32 49 7 0 0,-1-1 0 0 0,-1 1 0 0 0,0-1 0 0 0,0-1 0 0 0,-2 1 0 0 0,0-1 0 0 0,0 0 0 0 0,-2 1 0 0 0,1-1 0 0 0,-2-1 0 0 0,-1-27 0 0 0,0 39-3 0 0,0 1 0 0 0,0-1 0 0 0,-1 1 0 0 0,0-1 0 0 0,0 1 0 0 0,0-1 0 0 0,0 1 0 0 0,0 0 0 0 0,-1 0-1 0 0,1-1 1 0 0,-1 1 0 0 0,0 0 0 0 0,0 0 0 0 0,0 1 0 0 0,0-1 0 0 0,0 0 0 0 0,-1 1 0 0 0,1-1 0 0 0,-1 1 0 0 0,0 0 0 0 0,0 0 0 0 0,0 0 0 0 0,0 0 0 0 0,0 0 0 0 0,-3-1 0 0 0,3 3-1 0 0,1 0 1 0 0,-1 0-1 0 0,0-1 1 0 0,1 2-1 0 0,-1-1 0 0 0,1 0 1 0 0,-1 0-1 0 0,0 1 1 0 0,1-1-1 0 0,-1 1 1 0 0,1 0-1 0 0,0 0 1 0 0,-1 0-1 0 0,1 0 1 0 0,0 0-1 0 0,-1 1 1 0 0,1-1-1 0 0,0 0 0 0 0,0 1 1 0 0,0 0-1 0 0,-2 2 1 0 0,-1 1-2 0 0,-1 0 1 0 0,1 1-1 0 0,1 0 1 0 0,-1 0-1 0 0,-6 13 0 0 0,1 2 52 0 0,2 0-1 0 0,0 0 0 0 0,1 1 0 0 0,2 0 0 0 0,0 0 1 0 0,1 0-1 0 0,-1 33 0 0 0,9 164 1085 0 0,-1-163-852 0 0,26 668 1602 0 0,10-179-1893 0 0,-34-497 83 0 0,8 144 1388 0 0,-13-190-1415 0 0,0-1 0 0 0,0 0 0 0 0,0 0 1 0 0,0 0-1 0 0,0 0 0 0 0,0 1 0 0 0,0-1 0 0 0,-1 0 0 0 0,1 0 1 0 0,0 0-1 0 0,-1 0 0 0 0,1 0 0 0 0,-1 0 0 0 0,1 0 1 0 0,-1 0-1 0 0,1 1 0 0 0,-2 0 0 0 0,2-2-32 0 0,-1 0-1 0 0,1 0 0 0 0,-1 0 1 0 0,1 1-1 0 0,-1-1 1 0 0,1 0-1 0 0,-1 0 0 0 0,1 0 1 0 0,-1 0-1 0 0,1 0 1 0 0,-1 0-1 0 0,1 0 0 0 0,-1 0 1 0 0,1 0-1 0 0,-1-1 1 0 0,1 1-1 0 0,-1 0 0 0 0,1 0 1 0 0,-1 0-1 0 0,1 0 1 0 0,0-1-1 0 0,-1 1 0 0 0,1 0 1 0 0,-1-1-1 0 0,1 1 1 0 0,0 0-1 0 0,-1-1 0 0 0,-3-2 30 0 0,1-1 0 0 0,-1 0-1 0 0,1 1 1 0 0,0-1 0 0 0,0-1 0 0 0,-3-5-1 0 0,-4-12 12 0 0,1 0 0 0 0,1-1-1 0 0,1-1 1 0 0,1 1 0 0 0,1-1-1 0 0,1 0 1 0 0,1 0 0 0 0,2 0-1 0 0,1-37 1 0 0,15-77-22 0 0,0 10-25 0 0,-15 120-13 0 0,0 1-1 0 0,-1-1 0 0 0,0 0 0 0 0,0 0 0 0 0,-1 1 1 0 0,0-1-1 0 0,0 1 0 0 0,-1-1 0 0 0,0 1 0 0 0,-1 0 1 0 0,1 0-1 0 0,-1 0 0 0 0,0 1 0 0 0,-1-1 0 0 0,0 1 1 0 0,0 0-1 0 0,0 0 0 0 0,-11-9 0 0 0,-10-6-13 0 0,-1 1 0 0 0,0 2 0 0 0,-34-18 0 0 0,30 18 9 0 0,-17-8 17 0 0,33 20-69 0 0,0-2 0 0 0,1 0 0 0 0,0-1 0 0 0,-23-19 0 0 0,36 28 25 0 0,1-1 1 0 0,-1 1-1 0 0,1-1 0 0 0,-1 1 0 0 0,1-1 1 0 0,-1 1-1 0 0,1-1 0 0 0,0 0 1 0 0,-1 1-1 0 0,1-1 0 0 0,0 1 0 0 0,0-1 1 0 0,-1 0-1 0 0,1 1 0 0 0,0-1 1 0 0,0 0-1 0 0,0 1 0 0 0,0-1 0 0 0,0 0 1 0 0,0 1-1 0 0,0-1 0 0 0,0 0 0 0 0,0 0 1 0 0,0 1-1 0 0,0-1 0 0 0,0 0 1 0 0,1 0-1 0 0,0 0-57 0 0,0-1-1 0 0,0 1 1 0 0,0-1 0 0 0,0 1 0 0 0,0-1 0 0 0,0 1-1 0 0,0 0 1 0 0,1 0 0 0 0,-1-1 0 0 0,2 0-1 0 0,37-18-1560 0 0,-40 19 1634 0 0,103-34-4916 0 0,192-41 0 0 0,-203 55 1702 0 0,-48 11 990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01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35 111 592 0 0,'0'-3'1735'0'0,"0"0"-1073"0"0,0-10 1319 0 0,0 0 1 0 0,-1 0-1 0 0,0 0 0 0 0,-5-20 1 0 0,5 31-1624 0 0,-2-16 867 0 0,-12 209-605 0 0,11-157-588 0 0,2-23 2 0 0,1 1 1 0 0,1-1-1 0 0,0 1 0 0 0,0-1 1 0 0,1 1-1 0 0,0 0 1 0 0,4 14-1 0 0,-4-25-94 0 0,-1 0 0 0 0,1 0 0 0 0,-1 0 0 0 0,1 1 1 0 0,0-1-1 0 0,-1 0 0 0 0,1 0 0 0 0,0-1 0 0 0,0 1 0 0 0,-1 0 0 0 0,1 0 0 0 0,0 0 0 0 0,0 0 0 0 0,0-1 0 0 0,0 1 0 0 0,0 0 1 0 0,0-1-1 0 0,0 1 0 0 0,1-1 0 0 0,-1 1 0 0 0,0-1 0 0 0,0 0 0 0 0,0 1 0 0 0,0-1 0 0 0,1 0 0 0 0,-1 0 0 0 0,0 0 1 0 0,0 0-1 0 0,0 0 0 0 0,1 0 0 0 0,-1 0 0 0 0,0 0 0 0 0,0-1 0 0 0,0 1 0 0 0,1 0 0 0 0,-1-1 0 0 0,0 1 0 0 0,0-1 1 0 0,0 1-1 0 0,0-1 0 0 0,1 0 0 0 0,5-2-684 0 0,-1-1 1 0 0,0 1 0 0 0,0-1 0 0 0,0 0-1 0 0,7-7 1 0 0,-1-3-1906 0 0,-2-1-728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0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79 268 0 0,'-9'-12'1816'0'0,"-1"0"-428"0"0,3 2-256 0 0,0 3-223 0 0,2 0 383 0 0,-5-5-492 0 0,3 2-212 0 0,8 1-1236 0 0,13 11-1396 0 0,5 7-1053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0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15 1052 0 0,'3'29'4795'0'0,"8"12"-1808"0"0,-9-33-2389 0 0,0-4-480 0 0,0 0 0 0 0,0 0 0 0 0,0 0 1 0 0,0 0-1 0 0,0 0 0 0 0,1-1 1 0 0,0 1-1 0 0,0-1 0 0 0,0 1 1 0 0,0-1-1 0 0,0 0 0 0 0,1 0 0 0 0,0-1 1 0 0,-1 1-1 0 0,1-1 0 0 0,0 0 1 0 0,0 0-1 0 0,0 0 0 0 0,0 0 0 0 0,1-1 1 0 0,-1 1-1 0 0,0-1 0 0 0,1 0 1 0 0,-1-1-1 0 0,1 1 0 0 0,-1-1 1 0 0,1 0-1 0 0,7 0 0 0 0,-6 0-99 0 0,-1-1 0 0 0,0 1 0 0 0,0-1 0 0 0,1 0 0 0 0,-1 0 0 0 0,0 0 0 0 0,0-1 0 0 0,0 0 0 0 0,0 0 0 0 0,0 0 0 0 0,-1 0 1 0 0,1-1-1 0 0,-1 0 0 0 0,1 0 0 0 0,-1 0 0 0 0,0-1 0 0 0,0 1 0 0 0,0-1 0 0 0,-1 0 0 0 0,1 0 0 0 0,-1 0 0 0 0,0-1 0 0 0,0 1 0 0 0,2-6 0 0 0,-3 7-24 0 0,-1-1-1 0 0,0 1 1 0 0,0-1 0 0 0,0 1-1 0 0,-1 0 1 0 0,1-1 0 0 0,-1 0 0 0 0,1 1-1 0 0,-1-1 1 0 0,0 1 0 0 0,-1-1-1 0 0,1 1 1 0 0,-2-6 0 0 0,1 7 2 0 0,0 0 1 0 0,0 0 0 0 0,0 0-1 0 0,0 0 1 0 0,-1 0-1 0 0,1 0 1 0 0,0 0 0 0 0,-1 0-1 0 0,0 1 1 0 0,1-1-1 0 0,-1 1 1 0 0,0-1 0 0 0,0 1-1 0 0,0 0 1 0 0,0-1-1 0 0,0 1 1 0 0,0 0 0 0 0,0 1-1 0 0,0-1 1 0 0,-1 0-1 0 0,1 0 1 0 0,-3 0 0 0 0,-4 0 0 0 0,1 0 0 0 0,-1 0 1 0 0,0 1-1 0 0,0 0 1 0 0,0 0-1 0 0,0 1 0 0 0,0 0 1 0 0,0 1-1 0 0,1 0 1 0 0,-1 0-1 0 0,0 1 0 0 0,1 0 1 0 0,0 0-1 0 0,0 1 1 0 0,0 0-1 0 0,-8 6 0 0 0,7-4 14 0 0,0 0 0 0 0,0 1 0 0 0,0 0-1 0 0,1 0 1 0 0,0 1 0 0 0,0 0 0 0 0,1 1 0 0 0,0-1-1 0 0,1 2 1 0 0,0-1 0 0 0,0 1 0 0 0,-7 15 0 0 0,12-21-55 0 0,0 0 0 0 0,-1 1 0 0 0,2-1 0 0 0,-1 0 0 0 0,0 1 0 0 0,1-1 0 0 0,0 0 0 0 0,0 1 0 0 0,0-1 0 0 0,0 0 0 0 0,1 1 0 0 0,0-1 0 0 0,0 0 0 0 0,0 1 0 0 0,0-1 0 0 0,1 0 0 0 0,-1 0 0 0 0,1 0 0 0 0,0 0 0 0 0,0 0 0 0 0,1-1 0 0 0,-1 1 0 0 0,1 0 0 0 0,0-1 0 0 0,0 0 0 0 0,0 0 0 0 0,0 0 0 0 0,1 0 0 0 0,3 3 0 0 0,5 2-753 0 0,1 0 0 0 0,0 0 0 0 0,0-1 0 0 0,0-1 0 0 0,1 0 1 0 0,0 0-1 0 0,22 4 0 0 0,4-1-2478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0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326 557 436 0 0,'-4'-3'473'0'0,"0"-1"0"0"0,-1 1 1 0 0,1 1-1 0 0,-1-1 0 0 0,0 1 0 0 0,0-1 0 0 0,0 1 0 0 0,0 0 1 0 0,0 1-1 0 0,0 0 0 0 0,0-1 0 0 0,-1 2 0 0 0,-9-2 0 0 0,7 2-195 0 0,-1 1 0 0 0,1 0 0 0 0,-1 0 0 0 0,1 1 0 0 0,-1 0 0 0 0,1 0 0 0 0,0 1 0 0 0,-10 4 0 0 0,6-1-172 0 0,0 0 0 0 0,1 1 1 0 0,0 0-1 0 0,0 1 0 0 0,0 0 1 0 0,1 1-1 0 0,0 0 0 0 0,1 1 1 0 0,0 0-1 0 0,0 0 0 0 0,-7 12 1 0 0,12-14-81 0 0,-1 0 1 0 0,1 0 0 0 0,1 0 0 0 0,-1 0-1 0 0,1 0 1 0 0,1 0 0 0 0,0 1 0 0 0,-2 11-1 0 0,4-17-10 0 0,0 0 0 0 0,0 1-1 0 0,0-1 1 0 0,0 0 0 0 0,0 0 0 0 0,1 0-1 0 0,0 0 1 0 0,0 1 0 0 0,-1-1 0 0 0,2 0-1 0 0,-1 0 1 0 0,0-1 0 0 0,1 1-1 0 0,-1 0 1 0 0,1 0 0 0 0,0-1 0 0 0,0 1-1 0 0,0-1 1 0 0,0 1 0 0 0,0-1-1 0 0,1 0 1 0 0,-1 0 0 0 0,1 0 0 0 0,-1 0-1 0 0,6 3 1 0 0,-3-3-5 0 0,0 1 0 0 0,0-1 0 0 0,0 0 0 0 0,0-1 0 0 0,0 1 0 0 0,0-1 0 0 0,1 0 0 0 0,-1 0 0 0 0,1 0 0 0 0,-1-1 0 0 0,1 0 0 0 0,-1 0-1 0 0,1 0 1 0 0,-1-1 0 0 0,0 0 0 0 0,1 0 0 0 0,-1 0 0 0 0,0-1 0 0 0,0 1 0 0 0,1-1 0 0 0,-1-1 0 0 0,-1 1 0 0 0,1-1 0 0 0,0 0 0 0 0,0 0 0 0 0,-1 0 0 0 0,5-4 0 0 0,2-3-17 0 0,-1 0 0 0 0,0 0 0 0 0,-1-1-1 0 0,0 0 1 0 0,0-1 0 0 0,-2 0 0 0 0,1 0 0 0 0,-1-1 0 0 0,7-18 0 0 0,-2-3-68 0 0,-2-1 0 0 0,-1 0 0 0 0,-2 0 0 0 0,-2-1 0 0 0,0 0 0 0 0,-2-46 0 0 0,-23-219-71 0 0,18 287 148 0 0,2 6-13 0 0,-1 0-1 0 0,0 0 0 0 0,0 0 0 0 0,-1 1 0 0 0,-4-12 0 0 0,5 17 2 0 0,-12 4-3 0 0,11-1 11 0 0,0 1 0 0 0,1-1-1 0 0,-1 1 1 0 0,1-1 0 0 0,0 1 0 0 0,-1-1-1 0 0,1 1 1 0 0,0 0 0 0 0,0-1 0 0 0,0 1-1 0 0,0 0 1 0 0,-1 3 0 0 0,-9 28-8 0 0,9-25 6 0 0,-32 109 200 0 0,4 2 0 0 0,-12 121 0 0 0,39-216-138 0 0,1 0 0 0 0,1-1 0 0 0,1 1 0 0 0,5 37 0 0 0,-3-49-279 0 0,1 0 0 0 0,0-1-1 0 0,1 0 1 0 0,7 17 0 0 0,-7-20-479 0 0,1-1 0 0 0,-1 1 0 0 0,1-1 0 0 0,1 0 0 0 0,-1 0 0 0 0,12 11 0 0 0,3-2-2748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02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1140 0 0,'9'-18'9673'0'0,"-3"4"-6647"0"0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4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70 748 0 0,'-11'-31'6025'0'0,"10"30"-5833"0"0,0-1 1 0 0,1 1 0 0 0,-1 0-1 0 0,0 0 1 0 0,1-1 0 0 0,0 1-1 0 0,-1-1 1 0 0,1 1-1 0 0,0 0 1 0 0,-1-1 0 0 0,1 1-1 0 0,0-1 1 0 0,0 1 0 0 0,0 0-1 0 0,0-1 1 0 0,1-1 0 0 0,0 2-152 0 0,-1 0-1 0 0,1 0 1 0 0,0 0 0 0 0,0 0 0 0 0,0 0 0 0 0,0 0 0 0 0,0 0 0 0 0,1 1-1 0 0,-1-1 1 0 0,0 0 0 0 0,0 1 0 0 0,0-1 0 0 0,1 1 0 0 0,-1-1 0 0 0,0 1-1 0 0,1-1 1 0 0,-1 1 0 0 0,0 0 0 0 0,1 0 0 0 0,-1 0 0 0 0,0-1 0 0 0,1 1-1 0 0,1 1 1 0 0,6-2-14 0 0,0 1-1 0 0,0 1 0 0 0,1 0 0 0 0,-1 0 1 0 0,0 1-1 0 0,0 0 0 0 0,-1 0 0 0 0,1 1 1 0 0,0 0-1 0 0,-1 0 0 0 0,0 1 0 0 0,1 1 1 0 0,7 5-1 0 0,-11-7-19 0 0,0 1 1 0 0,0 0 0 0 0,0 0-1 0 0,-1 0 1 0 0,1 1-1 0 0,-1 0 1 0 0,0-1 0 0 0,-1 1-1 0 0,1 1 1 0 0,-1-1-1 0 0,0 0 1 0 0,0 1-1 0 0,-1 0 1 0 0,1 0 0 0 0,-1-1-1 0 0,-1 1 1 0 0,1 0-1 0 0,-1 1 1 0 0,0-1-1 0 0,0 10 1 0 0,-2 5 10 0 0,-2 0 1 0 0,0 0-1 0 0,-1-1 0 0 0,-1 0 1 0 0,-1 0-1 0 0,-14 31 0 0 0,-1 6 36 0 0,21-55-57 0 0,17-19 1 0 0,4-3-14 0 0,88-93 5 0 0,-87 87 55 0 0,0-2-1 0 0,27-43 0 0 0,-47 68-42 0 0,-1-1 1 0 0,1 1-1 0 0,-1 0 0 0 0,0-1 1 0 0,0 1-1 0 0,0 0 0 0 0,-1-1 1 0 0,1 1-1 0 0,-1-1 0 0 0,1 1 1 0 0,-2-5-1 0 0,1 8-2 0 0,0 0 0 0 0,0-1 1 0 0,0 1-1 0 0,0-1 0 0 0,0 1 0 0 0,0 0 0 0 0,0-1 0 0 0,0 1 1 0 0,-1 0-1 0 0,1-1 0 0 0,0 1 0 0 0,0 0 0 0 0,0-1 0 0 0,-1 1 1 0 0,1 0-1 0 0,0 0 0 0 0,0-1 0 0 0,-1 1 0 0 0,1 0 0 0 0,0 0 1 0 0,-1-1-1 0 0,1 1 0 0 0,0 0 0 0 0,-1 0 0 0 0,1 0 0 0 0,0 0 1 0 0,-1-1-1 0 0,1 1 0 0 0,-1 0 0 0 0,1 0 0 0 0,0 0 0 0 0,-1 0 1 0 0,1 0-1 0 0,0 0 0 0 0,-1 0 0 0 0,0 0 0 0 0,-15 5-21 0 0,6 2 18 0 0,1 1 0 0 0,0 1 1 0 0,1-1-1 0 0,0 1 1 0 0,0 1-1 0 0,1 0 0 0 0,0 0 1 0 0,1 0-1 0 0,-10 22 0 0 0,11-22 4 0 0,1 1-1 0 0,1 0 0 0 0,-1 0 0 0 0,2 0 1 0 0,-1 0-1 0 0,1 0 0 0 0,1 0 0 0 0,0 0 1 0 0,1 1-1 0 0,0-1 0 0 0,2 14 0 0 0,-1-20 8 0 0,0-1 0 0 0,0 1-1 0 0,0 0 1 0 0,0 0 0 0 0,1-1 0 0 0,0 1-1 0 0,0-1 1 0 0,0 1 0 0 0,0-1-1 0 0,1 0 1 0 0,-1 0 0 0 0,1 0-1 0 0,0 0 1 0 0,1 0 0 0 0,-1-1 0 0 0,1 0-1 0 0,-1 1 1 0 0,1-1 0 0 0,0 0-1 0 0,0-1 1 0 0,0 1 0 0 0,5 1-1 0 0,-3-1-239 0 0,1-1-1 0 0,0 0 0 0 0,-1 0 1 0 0,1-1-1 0 0,0 0 0 0 0,0 0 0 0 0,-1-1 1 0 0,1 1-1 0 0,0-2 0 0 0,7 0 1 0 0,40-8-4610 0 0,-39 5 2754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4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28 640 0 0,'1'-27'13519'0'0,"-11"71"-12153"0"0,-6 49 0 0 0,14-75-1865 0 0,1 0 1 0 0,0 1 0 0 0,2-1-1 0 0,0 1 1 0 0,6 29 0 0 0,-7-47 389 0 0,9 27-2193 0 0,4-12-3529 0 0,-3-9 2576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4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1036 0 0,'8'-19'12479'0'0,"-8"19"-12281"0"0,1 0 1 0 0,-1 0 0 0 0,1 0-1 0 0,-1 0 1 0 0,0 0-1 0 0,1 0 1 0 0,-1 0 0 0 0,1 0-1 0 0,0 0 1 0 0,25 4 1001 0 0,8 0-496 0 0,-7-6-793 0 0,0-2 0 0 0,53-13 0 0 0,-64 12-1364 0 0,-1 0-1 0 0,0-2 1 0 0,25-13-1 0 0,-27 10-3381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6 288 0 0,'-26'-5'10164'0'0,"19"10"-7220"0"0,8 10-1945 0 0,11 33 724 0 0,6 52-1 0 0,4 19-3230 0 0,-17-98-779 0 0,1 0 0 0 0,1 0-1 0 0,13 27 1 0 0,-13-34-2492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5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1672 0 0,'4'-11'1328'0'0,"-4"8"-927"0"0,1 0 0 0 0,0 1 1 0 0,0-1-1 0 0,0 1 0 0 0,0-1 0 0 0,1 1 1 0 0,-1-1-1 0 0,1 1 0 0 0,0 0 0 0 0,-1 0 1 0 0,1 0-1 0 0,3-3 0 0 0,-2 3-244 0 0,0 0 0 0 0,0 1 0 0 0,0-1 0 0 0,0 1 0 0 0,0 0 0 0 0,0-1 0 0 0,0 1 0 0 0,1 1-1 0 0,-1-1 1 0 0,0 0 0 0 0,1 1 0 0 0,-1 0 0 0 0,0 0 0 0 0,1 0 0 0 0,5 1 0 0 0,-3 0 3 0 0,1 0 0 0 0,-1 1 1 0 0,0 0-1 0 0,0 0 0 0 0,0 0 0 0 0,0 1 0 0 0,0 0 1 0 0,6 4-1 0 0,-6-4-81 0 0,-1 1 0 0 0,0-1-1 0 0,-1 1 1 0 0,1 0 0 0 0,-1 0 0 0 0,1 0 0 0 0,-1 1 0 0 0,0-1 0 0 0,-1 1 0 0 0,1 0 0 0 0,-1 0-1 0 0,0 0 1 0 0,0 1 0 0 0,-1-1 0 0 0,1 1 0 0 0,-1 0 0 0 0,-1-1 0 0 0,1 1 0 0 0,1 10 0 0 0,-4-5-13 0 0,0 0 1 0 0,0 0-1 0 0,-1 0 1 0 0,-1 0-1 0 0,1 0 1 0 0,-2-1-1 0 0,1 1 1 0 0,-2-1-1 0 0,-8 16 1 0 0,5-17-37 0 0,6-15 10 0 0,4-14 10 0 0,9-7-67 0 0,2 1 0 0 0,31-46 0 0 0,-6 11-1 0 0,-15 20 29 0 0,17-44 1 0 0,-39 83-18 0 0,0 1 0 0 0,-1 0 1 0 0,1-1-1 0 0,-1 1 0 0 0,1-1 0 0 0,-1 1 0 0 0,0-1 1 0 0,1 1-1 0 0,-1 0 0 0 0,0-1 0 0 0,0 1 1 0 0,0-4-1 0 0,-1 5 3 0 0,1 0 1 0 0,0 0-1 0 0,0 0 0 0 0,-1-1 1 0 0,1 1-1 0 0,0 0 0 0 0,0 0 1 0 0,-1 0-1 0 0,1 0 1 0 0,0 0-1 0 0,0 0 0 0 0,-1 0 1 0 0,1 0-1 0 0,0 0 0 0 0,-1 0 1 0 0,1 0-1 0 0,0 0 1 0 0,-1 0-1 0 0,1 0 0 0 0,0 0 1 0 0,0 0-1 0 0,-1 0 0 0 0,1 0 1 0 0,0 0-1 0 0,0 0 1 0 0,-1 1-1 0 0,1-1 0 0 0,0 0 1 0 0,0 0-1 0 0,-1 0 0 0 0,1 0 1 0 0,0 1-1 0 0,0-1 1 0 0,-1 0-1 0 0,1 0 0 0 0,0 1 1 0 0,-3 1-6 0 0,-1 1 0 0 0,1 0 0 0 0,0 0 0 0 0,1 0 0 0 0,-1 1 0 0 0,0-1 0 0 0,-3 6 0 0 0,-8 22 215 0 0,-19 62 0 0 0,29-81-172 0 0,1 0 1 0 0,1 1-1 0 0,0 0 0 0 0,1-1 0 0 0,0 1 1 0 0,1 0-1 0 0,1 0 0 0 0,2 16 0 0 0,-3-25-32 0 0,1-1-1 0 0,0 1 0 0 0,0-1 0 0 0,0 0 1 0 0,0 0-1 0 0,1 0 0 0 0,-1 1 0 0 0,1-1 0 0 0,0-1 1 0 0,0 1-1 0 0,0 0 0 0 0,0 0 0 0 0,0-1 1 0 0,1 1-1 0 0,-1-1 0 0 0,1 0 0 0 0,2 3 0 0 0,0-3-79 0 0,-1 0 0 0 0,1 0 0 0 0,-1 0 0 0 0,1 0 0 0 0,0-1 0 0 0,-1 1 0 0 0,1-1 0 0 0,0 0 0 0 0,0-1 0 0 0,9 1 0 0 0,-1-2-894 0 0,-1 0 0 0 0,1 0 0 0 0,0-1 0 0 0,0-1 0 0 0,-1 0 0 0 0,0-1 0 0 0,1 0 0 0 0,13-8 0 0 0,-9 3-2060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5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2068 0 0,'0'0'8152'0'0,"10"10"-7328"0"0,-1-3-685 0 0,-1-1 1 0 0,0 1 0 0 0,0 0-1 0 0,-1 0 1 0 0,0 1-1 0 0,0 0 1 0 0,-1 1 0 0 0,0-1-1 0 0,0 1 1 0 0,-1 0 0 0 0,0 1-1 0 0,-1-1 1 0 0,0 1 0 0 0,0 0-1 0 0,-1 0 1 0 0,0 0-1 0 0,-1 0 1 0 0,0 0 0 0 0,-1 1-1 0 0,0 13 1 0 0,-2-2-17 0 0,-6 32 0 0 0,4-33-56 0 0,-1 31-1 0 0,4-52-73 0 0,1 1 0 0 0,0-1-1 0 0,-1 1 1 0 0,1 0 0 0 0,0-1 0 0 0,-1 0-1 0 0,1 1 1 0 0,0-1 0 0 0,0 1-1 0 0,0-1 1 0 0,-1 0 0 0 0,1 1 0 0 0,0-1-1 0 0,0 0 1 0 0,0 0 0 0 0,0 0-1 0 0,-1 0 1 0 0,1 1 0 0 0,0-1-1 0 0,0 0 1 0 0,0-1 0 0 0,0 1 0 0 0,0 0-1 0 0,0 0 1 0 0,-1 0 0 0 0,1 0-1 0 0,0-1 1 0 0,0 1 0 0 0,0 0 0 0 0,-1-1-1 0 0,3 0 1 0 0,88-67-2854 0 0,-32 17-2451 0 0,-39 34 1767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6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50 1392 0 0,'-6'-14'4105'0'0,"2"5"-2678"0"0,4 8-1278 0 0,-1 1 0 0 0,1-1 0 0 0,-1 0 0 0 0,1 1 0 0 0,0-1 0 0 0,-1 0 0 0 0,1 0 0 0 0,-1 1 0 0 0,1-1 0 0 0,0 0 0 0 0,0 0 0 0 0,0 0 0 0 0,-1 0-1 0 0,1 0 1 0 0,0 1 0 0 0,0-1 0 0 0,0 0 0 0 0,0 0 0 0 0,0 0 0 0 0,1 0 0 0 0,-1 0 0 0 0,0 1 0 0 0,0-1 0 0 0,0 0 0 0 0,1 0 0 0 0,-1 0 0 0 0,1 1 0 0 0,-1-1 0 0 0,0 0 0 0 0,2-1 0 0 0,0 2-56 0 0,1 0 1 0 0,-1 0 0 0 0,0 0-1 0 0,1 0 1 0 0,-1 1-1 0 0,1-1 1 0 0,-1 1-1 0 0,0-1 1 0 0,1 1 0 0 0,-1 0-1 0 0,0 0 1 0 0,4 2-1 0 0,3 1 60 0 0,232 59 1166 0 0,-98-29-1154 0 0,-115-27-23 0 0,31 5 0 0 0,-58-12-131 0 0,-1 0 1 0 0,1 0-1 0 0,0 0 1 0 0,-1 0-1 0 0,1 0 1 0 0,-1 0-1 0 0,1 0 1 0 0,0 0-1 0 0,-1 0 1 0 0,1 0-1 0 0,0 0 1 0 0,-1 1-1 0 0,1-1 1 0 0,-1 0-1 0 0,1 0 1 0 0,-1 1-1 0 0,1-1 1 0 0,-1 0-1 0 0,1 1 1 0 0,-1-1-1 0 0,1 1 1 0 0,-1-1-1 0 0,1 1 1 0 0,-1-1-1 0 0,1 1 1 0 0,-1-1-1 0 0,0 1 1 0 0,1-1-1 0 0,-1 1 1 0 0,0-1-1 0 0,0 1 1 0 0,1-1-1 0 0,-1 1 1 0 0,0 0-1 0 0,0-1 1 0 0,0 1-1 0 0,0 0 1 0 0,0-1-1 0 0,0 1 1 0 0,1-1-1 0 0,-2 1 1 0 0,1 0-1 0 0,0-1 1 0 0,0 1-1 0 0,0 0 1 0 0,0-1-1 0 0,0 1 1 0 0,0-1-1 0 0,-1 1 1 0 0,1 0-1 0 0,0-1 1 0 0,-1 1-1 0 0,1-1 1 0 0,0 1-1 0 0,-1-1 0 0 0,1 1 1 0 0,0-1-1 0 0,-1 1 1 0 0,0 0-1 0 0,-3 4 10 0 0,-1 1 0 0 0,1-1 0 0 0,-11 8 0 0 0,-38 28-16 0 0,-3-3 0 0 0,-112 58 1 0 0,141-82 31 0 0,-34 16-652 0 0,60-29 172 0 0,-5 0-1318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7 1784 0 0,'22'-7'11175'0'0,"-33"21"-10546"0"0,-1 0 0 0 0,0-1 0 0 0,-1-1 0 0 0,0 0 0 0 0,-1 0 0 0 0,-19 11 0 0 0,14-9-380 0 0,-79 58-848 0 0,-136 74 0 0 0,221-138-521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17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67 134 2012 0 0,'-21'-24'6556'0'0,"17"21"-5777"0"0,1 0 0 0 0,0 0 0 0 0,0 0 0 0 0,0-1-1 0 0,1 1 1 0 0,-1-1 0 0 0,-2-6 0 0 0,4 9-725 0 0,1 0 0 0 0,0-1 0 0 0,0 1 0 0 0,0 0 0 0 0,0 0-1 0 0,0 0 1 0 0,0 0 0 0 0,0-1 0 0 0,0 1 0 0 0,0 0 0 0 0,0 0-1 0 0,1 0 1 0 0,-1 0 0 0 0,1 0 0 0 0,-1 0 0 0 0,0-1 0 0 0,1 1 0 0 0,0 0-1 0 0,-1 0 1 0 0,2-1 0 0 0,16-18 199 0 0,-14 17-152 0 0,-1 0-63 0 0,0 0 0 0 0,0 0 0 0 0,0 1 1 0 0,0 0-1 0 0,0 0 0 0 0,1 0 0 0 0,-1 0 0 0 0,1 0 0 0 0,-1 0 0 0 0,1 1 0 0 0,0 0 0 0 0,0 0 1 0 0,-1 0-1 0 0,1 0 0 0 0,0 1 0 0 0,0-1 0 0 0,0 1 0 0 0,0 0 0 0 0,0 0 0 0 0,0 0 0 0 0,0 1 0 0 0,0 0 1 0 0,0-1-1 0 0,-1 1 0 0 0,1 1 0 0 0,0-1 0 0 0,-1 0 0 0 0,1 1 0 0 0,0 0 0 0 0,-1 0 0 0 0,0 0 1 0 0,1 0-1 0 0,-1 0 0 0 0,0 1 0 0 0,0 0 0 0 0,0-1 0 0 0,-1 1 0 0 0,1 0 0 0 0,-1 0 0 0 0,1 0 1 0 0,-1 1-1 0 0,0-1 0 0 0,0 1 0 0 0,-1-1 0 0 0,1 1 0 0 0,-1-1 0 0 0,0 1 0 0 0,0 0 0 0 0,0 0 0 0 0,0 0 1 0 0,0 6-1 0 0,-1 4 53 0 0,-1 0 0 0 0,0 0 0 0 0,-1 0 0 0 0,-1 0 0 0 0,0 0 0 0 0,-10 26 0 0 0,11-34-54 0 0,0 0 0 0 0,0-1 0 0 0,1 1 0 0 0,0 0 0 0 0,0 0 0 0 0,0 12 0 0 0,20-15-66 0 0,-11-3 32 0 0,-1 0 0 0 0,1 0 1 0 0,-1 1-1 0 0,1 0 0 0 0,-1 0 0 0 0,0 1 0 0 0,8 2 0 0 0,1 1 70 0 0,-7-2 35 0 0,0 0 0 0 0,-1 0 0 0 0,1 1 0 0 0,-1 0 0 0 0,0 1 0 0 0,0 0 0 0 0,0 0 0 0 0,0 0-1 0 0,-1 1 1 0 0,0 1 0 0 0,8 8 0 0 0,-12-12-5 0 0,-1-1-1 0 0,0 1 0 0 0,0 0 1 0 0,0 0-1 0 0,0 0 0 0 0,-1 0 0 0 0,1 0 1 0 0,-1 0-1 0 0,0 0 0 0 0,0 1 1 0 0,0-1-1 0 0,0 0 0 0 0,0 1 1 0 0,-1-1-1 0 0,0 0 0 0 0,1 1 1 0 0,-1-1-1 0 0,-1 1 0 0 0,1-1 1 0 0,0 1-1 0 0,-1-1 0 0 0,0 0 0 0 0,1 1 1 0 0,-1-1-1 0 0,-1 0 0 0 0,1 0 1 0 0,0 0-1 0 0,-1 1 0 0 0,1-1 1 0 0,-1-1-1 0 0,0 1 0 0 0,0 0 1 0 0,-4 3-1 0 0,-1 3 41 0 0,-1-1 0 0 0,0 0 1 0 0,-1-1-1 0 0,0 0 0 0 0,0-1 1 0 0,0 0-1 0 0,-1 0 0 0 0,0-1 1 0 0,0 0-1 0 0,0 0 0 0 0,0-1 0 0 0,-1-1 1 0 0,-20 5-1 0 0,18-6-538 0 0,-1-1 1 0 0,0 0-1 0 0,0-1 1 0 0,0 0-1 0 0,1-1 0 0 0,-23-5 1 0 0,-14-1-4657 0 0,17 6-2073 0 0,9 2-1546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24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0 115 168 0 0,'0'0'8477'0'0,"3"0"-8317"0"0,182-5 372 0 0,-63 5-463 0 0,51-12-2525 0 0,-171 12 1882 0 0,-1-7-1006 0 0,-1 7 1550 0 0,0 0 0 0 0,0 0 1 0 0,0-1-1 0 0,0 1 0 0 0,0 0 1 0 0,0-1-1 0 0,0 1 0 0 0,0 0 1 0 0,0 0-1 0 0,0-1 1 0 0,-1 1-1 0 0,1 0 0 0 0,0 0 1 0 0,0-1-1 0 0,0 1 0 0 0,0 0 1 0 0,0 0-1 0 0,0 0 0 0 0,-1-1 1 0 0,1 1-1 0 0,0 0 0 0 0,0 0 1 0 0,0 0-1 0 0,-1-1 0 0 0,1 1 1 0 0,0 0-1 0 0,0 0 0 0 0,0 0 1 0 0,-1 0-1 0 0,1 0 0 0 0,0 0 1 0 0,0 0-1 0 0,-1-1 0 0 0,1 1 1 0 0,0 0-1 0 0,-1 0 1 0 0,-1-1-121 0 0,-42-26-808 0 0,36 21 1195 0 0,1 0 0 0 0,0 0 0 0 0,-13-13 0 0 0,10 8 204 0 0,8 10-251 0 0,2 1-162 0 0,0 0 0 0 0,0 0 0 0 0,0 0 1 0 0,-1 0-1 0 0,1 0 0 0 0,0-1 0 0 0,0 1 0 0 0,0 0 0 0 0,0 0 0 0 0,0 0 0 0 0,-1 0 0 0 0,1 0 0 0 0,0 0 0 0 0,0 0 0 0 0,0 0 0 0 0,0 0 0 0 0,0 0 0 0 0,0-1 0 0 0,0 1 0 0 0,-1 0 0 0 0,1 0 0 0 0,0 0 0 0 0,0 0 0 0 0,0 0 0 0 0,0 0 0 0 0,0-1 0 0 0,0 1 0 0 0,0 0 0 0 0,0 0 0 0 0,0 0 0 0 0,0 0 0 0 0,0 0 0 0 0,0-1 0 0 0,0 1 0 0 0,0 0 0 0 0,0 0 1 0 0,0 0-1 0 0,0 0 0 0 0,0-1 0 0 0,0 1 0 0 0,0 0 0 0 0,0 0 0 0 0,0 0 0 0 0,3-1 657 0 0,2 7-496 0 0,-1 3-79 0 0,1 0 1 0 0,-1 1-1 0 0,-1-1 1 0 0,0 1-1 0 0,0 0 1 0 0,-1 0-1 0 0,0 0 1 0 0,0 0-1 0 0,-1 11 1 0 0,-1 11-844 0 0,-7 50 0 0 0,2-40-1305 0 0,4-25 563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24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24 948 0 0,'29'-23'4220'0'0,"-27"22"-3530"0"0,0 1-105 0 0,-1 0-526 0 0,0 0 1 0 0,0 0-1 0 0,0 0 1 0 0,0 1-1 0 0,0-1 1 0 0,0 0-1 0 0,0 0 0 0 0,0 1 1 0 0,0-1-1 0 0,0 0 1 0 0,0 1-1 0 0,0-1 1 0 0,0 1-1 0 0,0-1 1 0 0,0 1-1 0 0,-1 0 1 0 0,1-1-1 0 0,0 1 1 0 0,0 0-1 0 0,-1-1 1 0 0,1 1-1 0 0,0 0 1 0 0,-1 0-1 0 0,1 0 1 0 0,0 1-1 0 0,0 1 12 0 0,0 0 0 0 0,0 0-1 0 0,0 0 1 0 0,-1 0 0 0 0,1 0 0 0 0,-1 0-1 0 0,0 0 1 0 0,0 6 0 0 0,-1 6 20 0 0,-2 1 1 0 0,-5 24 0 0 0,7-38-60 0 0,-12 44 26 0 0,5-20-341 0 0,-6 30 0 0 0,13-49-74 0 0,0-1 1 0 0,0 1-1 0 0,1 0 0 0 0,0 0 0 0 0,0 0 0 0 0,1-1 1 0 0,-1 1-1 0 0,2 0 0 0 0,2 10 0 0 0,0-6-1008 0 0,2-2 277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2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21 1536 0 0,'12'-21'5106'0'0,"-14"23"-4791"0"0,-56 61 656 0 0,-23 30-720 0 0,72-81-1147 0 0,0 1 0 0 0,1 0 0 0 0,-8 18-1 0 0,10-17-1293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2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48 1096 0 0,'5'-10'2354'0'0,"7"-28"2375"0"0,-12 42-4660 0 0,-1-1-1 0 0,1 0 0 0 0,-1 0 0 0 0,0 0 0 0 0,0 0 0 0 0,0 0 0 0 0,0 0 0 0 0,0 0 0 0 0,-1 0 1 0 0,-2 4-1 0 0,-2 6 76 0 0,-29 63 176 0 0,24-57-325 0 0,2 0 0 0 0,0 1 0 0 0,2 0 0 0 0,0 0 0 0 0,-6 29 0 0 0,13-46-41 0 0,0 0 1 0 0,0 0 0 0 0,0 1-1 0 0,0-1 1 0 0,0 0-1 0 0,0 1 1 0 0,2 3 0 0 0,-2-6 9 0 0,1 0 0 0 0,-1 1 0 0 0,0-1 0 0 0,1 0 0 0 0,-1 0 0 0 0,1 0 1 0 0,0 0-1 0 0,-1 0 0 0 0,1 0 0 0 0,0 0 0 0 0,-1-1 0 0 0,1 1 0 0 0,0 0 1 0 0,0 0-1 0 0,0 0 0 0 0,0-1 0 0 0,0 1 0 0 0,0-1 0 0 0,0 1 0 0 0,0 0 1 0 0,0-1-1 0 0,0 0 0 0 0,0 1 0 0 0,0-1 0 0 0,0 0 0 0 0,0 1 0 0 0,1-1 1 0 0,-1 0-1 0 0,0 0 0 0 0,1 0 0 0 0,6 0-36 0 0,0-1-1 0 0,-1 0 1 0 0,1 0-1 0 0,-1-1 1 0 0,0 0-1 0 0,1 0 1 0 0,-1-1-1 0 0,12-6 1 0 0,4-4 33 0 0,27-19 1 0 0,-25 14 102 0 0,-17 13 39 0 0,-7 4-55 0 0,0 0 1 0 0,0 0-1 0 0,1 0 0 0 0,-1 0 0 0 0,0 0 0 0 0,1 0 0 0 0,-1 0 0 0 0,1 0 1 0 0,-1 0-1 0 0,1 1 0 0 0,0-1 0 0 0,-1 1 0 0 0,1-1 0 0 0,0 1 0 0 0,-1 0 0 0 0,1 0 1 0 0,0-1-1 0 0,-1 1 0 0 0,1 0 0 0 0,0 1 0 0 0,0-1 0 0 0,2 1 0 0 0,-4-1-24 0 0,1 1-1 0 0,-1-1 1 0 0,1 1-1 0 0,-1 0 1 0 0,0 0-1 0 0,1-1 1 0 0,-1 1-1 0 0,0 0 1 0 0,0-1-1 0 0,0 1 1 0 0,0 0-1 0 0,0 0 0 0 0,0-1 1 0 0,0 1-1 0 0,0 0 1 0 0,0 0-1 0 0,0-1 1 0 0,0 1-1 0 0,0 0 1 0 0,0 0-1 0 0,0-1 1 0 0,-1 1-1 0 0,0 1 1 0 0,-6 20 197 0 0,7-20-193 0 0,-11 23 209 0 0,-1 1 1 0 0,-26 39-1 0 0,-2 4-147 0 0,40-69-100 0 0,0 0-1 0 0,0 1 1 0 0,0-1-1 0 0,-1 0 0 0 0,1 0 1 0 0,0 1-1 0 0,0-1 1 0 0,0 0-1 0 0,0 1 1 0 0,0-1-1 0 0,0 0 0 0 0,0 1 1 0 0,0-1-1 0 0,0 0 1 0 0,0 1-1 0 0,0-1 1 0 0,0 0-1 0 0,0 1 1 0 0,0-1-1 0 0,0 0 0 0 0,0 1 1 0 0,1-1-1 0 0,-1 0 1 0 0,0 1-1 0 0,0-1 1 0 0,0 0-1 0 0,0 1 0 0 0,1-1 1 0 0,-1 0-1 0 0,0 0 1 0 0,0 1-1 0 0,1-1 1 0 0,-1 0-1 0 0,0 0 1 0 0,0 0-1 0 0,1 1 0 0 0,-1-1 1 0 0,0 0-1 0 0,1 0 1 0 0,-1 0-1 0 0,0 0 1 0 0,1 1-1 0 0,0-1-67 0 0,0 0 0 0 0,0 0 1 0 0,-1 0-1 0 0,1 1 0 0 0,0-1 0 0 0,0 0 1 0 0,0 0-1 0 0,0 0 0 0 0,0 0 0 0 0,0 0 0 0 0,0-1 1 0 0,0 1-1 0 0,0 0 0 0 0,0 0 0 0 0,1-1 0 0 0,38-24-3832 0 0,-25 13 1875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2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30 572 0 0,'-26'-29'7543'0'0,"10"41"-6996"0"0,-7 30-171 0 0,23-41-348 0 0,-6 13 40 0 0,6-14-67 0 0,-1 1 0 0 0,1 0 0 0 0,0-1 0 0 0,0 1 1 0 0,0-1-1 0 0,0 1 0 0 0,0 0 0 0 0,-1-1 0 0 0,1 1 0 0 0,0 0 0 0 0,1-1 0 0 0,-1 1 1 0 0,0 0-1 0 0,0-1 0 0 0,0 1 0 0 0,0-1 0 0 0,0 1 0 0 0,1 0 0 0 0,-1-1 1 0 0,0 1-1 0 0,0-1 0 0 0,1 1 0 0 0,-1-1 0 0 0,1 2 0 0 0,3-1-2 0 0,0-1-1 0 0,0 1 1 0 0,0-1-1 0 0,0 0 1 0 0,0 0-1 0 0,0 0 1 0 0,0-1-1 0 0,-1 0 1 0 0,1 1-1 0 0,0-1 1 0 0,0 0-1 0 0,0-1 1 0 0,-1 1-1 0 0,1-1 1 0 0,3-2-1 0 0,8-4-37 0 0,0-1-1 0 0,18-14 1 0 0,-4 4 70 0 0,-28 18-16 0 0,7-3 341 0 0,-11 10-279 0 0,0 0-1 0 0,-1-1 1 0 0,1 0-1 0 0,-1 0 1 0 0,-7 7-1 0 0,6-7-75 0 0,1 0 0 0 0,-1 1 0 0 0,-6 11 1 0 0,10-15 5 0 0,1 0 4 0 0,0 0-15 0 0,1-1-1 0 0,-1 0 0 0 0,0 0 1 0 0,1 0-1 0 0,-1 0 0 0 0,0 0 1 0 0,1 0-1 0 0,-1 0 1 0 0,1-1-1 0 0,0 1 0 0 0,-1 0 1 0 0,1 0-1 0 0,0 0 1 0 0,-1 0-1 0 0,1-1 0 0 0,0 1 1 0 0,0 0-1 0 0,0-1 0 0 0,-1 1 1 0 0,1 0-1 0 0,0-1 1 0 0,0 1-1 0 0,0-1 0 0 0,0 0 1 0 0,0 1-1 0 0,2-1 0 0 0,25 3-319 0 0,-22-3 207 0 0,17 0-926 0 0,-1-1-1 0 0,1-1 1 0 0,0-1-1 0 0,32-8 0 0 0,-26 4-672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27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1184 0 0,'13'12'5101'0'0,"-13"-10"-4949"0"0,1 0 0 0 0,-1-1 0 0 0,0 1-1 0 0,-1 0 1 0 0,1 0 0 0 0,0-1 0 0 0,0 1 0 0 0,-1 0 0 0 0,1-1-1 0 0,-1 1 1 0 0,1-1 0 0 0,-1 1 0 0 0,0-1 0 0 0,0 1-1 0 0,0-1 1 0 0,-2 3 0 0 0,2-1 77 0 0,-59 87 1384 0 0,59-89-1422 0 0,1 0-188 0 0,1-1 0 0 0,-1 1 1 0 0,1 0-1 0 0,0-1 0 0 0,-1 1 0 0 0,1-1 0 0 0,0 1 1 0 0,-1-1-1 0 0,1 1 0 0 0,0-1 0 0 0,0 0 0 0 0,0 1 1 0 0,-1-1-1 0 0,1 0 0 0 0,0 1 0 0 0,0-1 0 0 0,0 0 1 0 0,0 0-1 0 0,0 0 0 0 0,-1 0 0 0 0,1 0 0 0 0,0 0 1 0 0,0 0-1 0 0,0 0 0 0 0,0 0 0 0 0,0-1 0 0 0,-1 1 1 0 0,1 0-1 0 0,0 0 0 0 0,0-1 0 0 0,1 0 0 0 0,33-14-88 0 0,-22 8 97 0 0,46-16-54 0 0,-57 22 67 0 0,-1 1-19 0 0,0 0 0 0 0,0 0 0 0 0,0 0-1 0 0,0 0 1 0 0,-1 0 0 0 0,1 0 0 0 0,0 0 0 0 0,0 0 0 0 0,0 1 0 0 0,-1-1 0 0 0,1 0-1 0 0,0 1 1 0 0,0-1 0 0 0,1 1 0 0 0,-4 8 77 0 0,-1 0 0 0 0,0-1-1 0 0,-6 12 1 0 0,5-9-47 0 0,3-10-68 0 0,1 0 0 0 0,-1 0-1 0 0,1 0 1 0 0,0 0 0 0 0,0 1-1 0 0,-1-1 1 0 0,1 0-1 0 0,0 0 1 0 0,0 0 0 0 0,0 1-1 0 0,0-1 1 0 0,0 0 0 0 0,1 0-1 0 0,-1 0 1 0 0,0 0 0 0 0,1 1-1 0 0,-1-1 1 0 0,0 0 0 0 0,1 0-1 0 0,-1 0 1 0 0,1 0-1 0 0,0 0 1 0 0,-1 0 0 0 0,1 0-1 0 0,0 0 1 0 0,0 0 0 0 0,0 0-1 0 0,-1 0 1 0 0,1-1 0 0 0,0 1-1 0 0,0 0 1 0 0,0-1-1 0 0,0 1 1 0 0,0 0 0 0 0,0-1-1 0 0,1 1 1 0 0,1 0 0 0 0,3 1-735 0 0,1 1 0 0 0,-1-1 0 0 0,1-1 0 0 0,0 1 0 0 0,7 0 0 0 0,9 0-2364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2:28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24 1232 0 0,'0'0'3130'0'0,"-7"14"-1193"0"0,-38 19-51 0 0,23-15-1459 0 0,21-17-302 0 0,1-1-121 0 0,1 1 0 0 0,-1 0 1 0 0,1-1-1 0 0,-1 1 0 0 0,1 0 1 0 0,-1-1-1 0 0,1 1 0 0 0,0-1 1 0 0,-1 1-1 0 0,1-1 0 0 0,0 1 0 0 0,0-1 1 0 0,-1 1-1 0 0,1-1 0 0 0,0 0 1 0 0,0 1-1 0 0,0-1 0 0 0,-1 0 1 0 0,1 0-1 0 0,0 0 0 0 0,0 0 0 0 0,0 0 1 0 0,0 0-1 0 0,-1 0 0 0 0,1 0 1 0 0,0 0-1 0 0,0 0 0 0 0,0 0 1 0 0,0 0-1 0 0,-1 0 0 0 0,1-1 1 0 0,1 0-1 0 0,223-78-20 0 0,-217 75 27 0 0,-1 1 59 0 0,1 0 0 0 0,-1 1 1 0 0,15-3-1 0 0,-20 4 105 0 0,-12 21 121 0 0,-16 6-839 0 0,-54 41-1 0 0,56-47-2331 0 0,1-3-385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01.77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19 728 0 0,'11'-19'4835'0'0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03.85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77 21 660 0 0,'17'-21'9983'0'0,"-40"106"-9879"0"0,18-61-59 0 0,0 11 85 0 0,-9 43 364 0 0,-1 7-392 0 0,10-61-56 0 0,-2 34 0 0 0,5-37-32 0 0,-4 54 52 0 0,6-73-60 0 0,-4 32 21 0 0,-1 31 55 0 0,5-63-65 0 0,-3 38 4 0 0,3-22-7 0 0,0-16-18 0 0,0 31 45 0 0,0-25-49 0 0,0-6 14 0 0,5 34 0 0 0,-5-34 9 0 0,2 10 38 0 0,8 31 205 0 0,-10-41-244 0 0,3 12 58 0 0,8 12 315 0 0,1-1-1 0 0,27 42 0 0 0,19 0 307 0 0,-57-65-658 0 0,5 6 20 0 0,0-1 0 0 0,0 1 0 0 0,12 9 0 0 0,-7-5 19 0 0,0-1 1 0 0,0 2-1 0 0,9 14 1 0 0,-2-3 42 0 0,30 47 206 0 0,-47-70-297 0 0,12 18 130 0 0,-3-5 23 0 0,9 20 104 0 0,-18-32-253 0 0,18 33 95 0 0,-19-34-76 0 0,0 0 89 0 0,0 0-63 0 0,0 0 1 0 0,0-1-1 0 0,0 1 1 0 0,0 0 0 0 0,1 0-1 0 0,-1-1 1 0 0,0 1-1 0 0,0 0 1 0 0,1 0-1 0 0,-1-1 1 0 0,0 1-1 0 0,1 0 1 0 0,-1-1-1 0 0,1 1 1 0 0,-1-1-1 0 0,1 1 1 0 0,-1-1 0 0 0,1 1-1 0 0,1 0 1 0 0,-21-21-931 0 0,14 15-49 0 0,1-1 1 0 0,-1 1-1 0 0,1-1 1 0 0,-1 0-1 0 0,2 0 1 0 0,-1-1-1 0 0,-3-7 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15.15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7 1244 0 0,'3'-7'11093'0'0,"-1"14"-11027"0"0,-1 0 0 0 0,1 0 0 0 0,1 0 0 0 0,-1-1 0 0 0,1 1 0 0 0,0-1 0 0 0,1 0 1 0 0,-1 0-1 0 0,1 0 0 0 0,9 11 0 0 0,6 11 57 0 0,-2-2 126 0 0,29 34 0 0 0,-6-7-22 0 0,72 114 534 0 0,59 98 175 0 0,-120-194-744 0 0,4 7 50 0 0,-19-32-90 0 0,26 25 67 0 0,-56-63-176 0 0,0 0 0 0 0,1-1 0 0 0,11 10 1 0 0,-6-5 0 0 0,40 33 181 0 0,-25-22-128 0 0,60 48-3 0 0,45 40 261 0 0,-78-63-18 0 0,-3-5-65 0 0,85 94 1 0 0,13 34-31 0 0,-47-44-74 0 0,29 27 108 0 0,-117-137-230 0 0,61 66 180 0 0,-41-46-2 0 0,-24-26-137 0 0,0 0 0 0 0,14 11 0 0 0,21 23 120 0 0,-8-7-108 0 0,-3-10-6 0 0,47 41 54 0 0,-72-60-118 0 0,0-1 1 0 0,19 14 0 0 0,9 5 11 0 0,-36-26-35 0 0,9 9-20 0 0,72 55 300 0 0,74 56 413 0 0,-150-117-693 0 0,13 9-7 0 0,139 110 203 0 0,-125-97-195 0 0,60 58-1 0 0,-66-58-6 0 0,-2 2 1 0 0,-1 0-1 0 0,24 39 1 0 0,-19-30 36 0 0,-10-15-29 0 0,24 32 20 0 0,8 5-27 0 0,-19-22 36 0 0,43 39 0 0 0,-45-47-28 0 0,-12-12-9 0 0,24 16 26 0 0,21 15-26 0 0,-49-38 12 0 0,68 41 121 0 0,-50-29-92 0 0,1-4-28 0 0,48 36 1 0 0,7 3 44 0 0,-54-35-49 0 0,-33-21-3 0 0,20 14-1 0 0,-8-5-6 0 0,0-1-1 0 0,1 0 1 0 0,16 8-1 0 0,-24-14 9 0 0,0 0 0 0 0,0 1-1 0 0,0 0 1 0 0,7 8 0 0 0,-1-2 2 0 0,29 17-27 0 0,-39-26 12 0 0,6 7-8 0 0,27 22 50 0 0,-34-29-34 0 0,17 10-51 0 0,-8 0 74 0 0,-9-10-12 0 0,28 23-2 0 0,-28-22-31 0 0,33 16 16 0 0,-28-14 8 0 0,0-1 1 0 0,0 1-1 0 0,0-1 0 0 0,1 0 1 0 0,-1-1-1 0 0,13 4 1 0 0,48 8-76 0 0,-43-10 33 0 0,106 23 56 0 0,-56-9-11 0 0,-34-8-20 0 0,35 9 24 0 0,141 47-2 0 0,-126-36 23 0 0,-29-10-23 0 0,101 49-1 0 0,-119-52-14 0 0,7 3 31 0 0,59 23-31 0 0,144 49 100 0 0,-156-61-123 0 0,-53-17 123 0 0,64 16 176 0 0,-14-2 123 0 0,33 8-30 0 0,28 5-236 0 0,-95-27-107 0 0,242 67 30 0 0,-243-63-43 0 0,104 50-1 0 0,-158-66-1 0 0,48 22-6 0 0,-1 2 0 0 0,50 34 0 0 0,28 29-18 0 0,35 15-235 0 0,-61-53 292 0 0,-78-41-44 0 0,-21-9 5 0 0,21 12 1 0 0,22 5-3 0 0,-32-10 4 0 0,61 22-32 0 0,-72-28 35 0 0,45 13 11 0 0,-28-7-15 0 0,42 7-1 0 0,27 10 19 0 0,-78-22-28 0 0,88 30 31 0 0,-72-22-18 0 0,217 65 21 0 0,-209-66-8 0 0,1-2 0 0 0,51 6 0 0 0,-9-3-29 0 0,221 22 128 0 0,-219-26-93 0 0,16 1-171 0 0,105 8 329 0 0,-72-11-2981 0 0,-119-6 362 0 0,-6 2 1972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20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1 102 652 0 0,'9'-10'1286'0'0,"15"-20"278"0"0,-23 29-1398 0 0,43-59 12876 0 0,-43 60-12895 0 0,6 16 1092 0 0,0 10-907 0 0,-1 1 1 0 0,-2-1-1 0 0,0 1 1 0 0,-2 0-1 0 0,-1 0 1 0 0,-4 36-1 0 0,-38 271 797 0 0,21-219-968 0 0,16-98 312 0 0,0-2-1980 0 0,5-37-2020 0 0,11-57-7180 0 0,-10 64 6666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20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40 210 20 0 0,'-9'-41'7798'0'0,"9"36"-7086"0"0,-1-1 0 0 0,2 1 0 0 0,-1-1 0 0 0,2-9 1 0 0,-1 9-575 0 0,1 1 1 0 0,0 0-1 0 0,0-1 1 0 0,1 1 0 0 0,-1 0-1 0 0,1 0 1 0 0,0 0-1 0 0,1 0 1 0 0,-1 1 0 0 0,1 0-1 0 0,0-1 1 0 0,0 1-1 0 0,0 0 1 0 0,0 1 0 0 0,1-1-1 0 0,0 1 1 0 0,0 0-1 0 0,5-3 1 0 0,4-1 63 0 0,-1 0 0 0 0,1 1 0 0 0,0 1 0 0 0,0 0 0 0 0,0 0 0 0 0,18-2-1 0 0,-24 6-138 0 0,0 0 0 0 0,0 1 0 0 0,0-1 0 0 0,0 2-1 0 0,0-1 1 0 0,1 1 0 0 0,-2 0 0 0 0,1 1-1 0 0,0 0 1 0 0,0 0 0 0 0,0 0 0 0 0,14 8-1 0 0,-16-6 47 0 0,0 0-1 0 0,1 0 0 0 0,-1 1 0 0 0,-1-1 1 0 0,1 1-1 0 0,-1 1 0 0 0,0-1 0 0 0,0 1 1 0 0,0 0-1 0 0,-1 0 0 0 0,0 0 0 0 0,0 1 0 0 0,-1-1 1 0 0,0 1-1 0 0,0 0 0 0 0,0 0 0 0 0,-1 0 1 0 0,0 0-1 0 0,0 1 0 0 0,-1-1 0 0 0,0 1 0 0 0,-1-1 1 0 0,1 1-1 0 0,-1-1 0 0 0,0 0 0 0 0,-1 1 1 0 0,0-1-1 0 0,0 1 0 0 0,-1-1 0 0 0,0 0 1 0 0,0 0-1 0 0,-1 0 0 0 0,0 0 0 0 0,0 0 0 0 0,0 0 1 0 0,-9 11-1 0 0,3-6-25 0 0,0-2 0 0 0,-1 0-1 0 0,-1 0 1 0 0,1 0 0 0 0,-1-1 0 0 0,-1-1 0 0 0,0 0 0 0 0,0-1 0 0 0,-1 0-1 0 0,1-1 1 0 0,-1 0 0 0 0,-1-1 0 0 0,-15 4 0 0 0,13-5-573 0 0,-1 0 1 0 0,1-1-1 0 0,0-2 1 0 0,-29 1-1 0 0,32-2-1265 0 0,-1-1 0 0 0,0-1-1 0 0,0 0 1 0 0,1-1-1 0 0,-24-8 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56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13 574 1364 0 0,'0'0'8605'0'0,"-1"3"-8094"0"0,-3 12 349 0 0,2 0 1 0 0,-1 0 0 0 0,2 0 0 0 0,0 22-1 0 0,1-35-712 0 0,0-1-52 0 0,-1 1 0 0 0,1-1 0 0 0,0 1 0 0 0,0 0-1 0 0,1-1 1 0 0,-1 1 0 0 0,0-1 0 0 0,0 1 0 0 0,1-1 0 0 0,-1 1 0 0 0,1-1 0 0 0,0 2 0 0 0,3-4-70 0 0,-1-1 0 0 0,0 1-1 0 0,0-1 1 0 0,0 0 0 0 0,0 0 0 0 0,0-1-1 0 0,0 1 1 0 0,-1-1 0 0 0,1 1 0 0 0,-1-1-1 0 0,0 0 1 0 0,4-5 0 0 0,25-47 16 0 0,-20 35-16 0 0,78-155 2 0 0,-46 86-58 0 0,88-135-1 0 0,-112 196 32 0 0,-15 20-1 0 0,2-1-1 0 0,-1 1 0 0 0,1 0 0 0 0,0 1 0 0 0,1-1 0 0 0,0 2 1 0 0,11-10-1 0 0,-17 15 7 0 0,-1 1 0 0 0,1 0 0 0 0,0 0 0 0 0,0 0 0 0 0,-1 0 0 0 0,1 0 0 0 0,0 0 0 0 0,0 0 0 0 0,0 0 1 0 0,-1 0-1 0 0,1 0 0 0 0,0 0 0 0 0,0 0 0 0 0,0 0 0 0 0,-1 1 0 0 0,1-1 0 0 0,0 0 0 0 0,0 1 0 0 0,-1-1 0 0 0,1 0 0 0 0,0 1 0 0 0,-1-1 0 0 0,1 1 1 0 0,-1-1-1 0 0,1 1 0 0 0,0-1 0 0 0,-1 1 0 0 0,2 1 0 0 0,12 17 359 0 0,-10-8-175 0 0,0 0 1 0 0,-1 1 0 0 0,0-1 0 0 0,0 0-1 0 0,-2 1 1 0 0,2 20 0 0 0,-6 73 581 0 0,2-71-527 0 0,-8 122 545 0 0,-1 0-293 0 0,12 160 0 0 0,-2-264-400 0 0,0-50-142 0 0,2 0-526 0 0,1 3-774 0 0,1-14-116 0 0,4-52-9761 0 0,-8 50 6953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5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54 185 820 0 0,'-3'0'1916'0'0,"-30"2"3615"0"0,30-2-4566 0 0,-11-1 4413 0 0,318-109-3393 0 0,-283 103-1961 0 0,176-53 65 0 0,-195 59-107 0 0,1 0 18 0 0,7-2-7 0 0,-8 2-4 0 0,5-1-491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5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93 608 0 0,'0'0'305'0'0,"3"-8"978"0"0,-1 1 0 0 0,1 0 1 0 0,-2-1-1 0 0,1 0 1 0 0,-1 1-1 0 0,0-1 1 0 0,0-14-1 0 0,-1 21-1186 0 0,0 1-1 0 0,0-1 0 0 0,0 0 1 0 0,0 0-1 0 0,0 1 1 0 0,0-1-1 0 0,-1 0 0 0 0,1 1 1 0 0,0-1-1 0 0,0 0 0 0 0,-1 0 1 0 0,1 1-1 0 0,0-1 1 0 0,-1 0-1 0 0,1 1 0 0 0,0-1 1 0 0,-1 1-1 0 0,1-1 1 0 0,-1 1-1 0 0,1-1 0 0 0,-1 0 1 0 0,1 1-1 0 0,-1 0 0 0 0,0-1 1 0 0,1 1-1 0 0,-2-1 0 0 0,1 1-7 0 0,0 0-1 0 0,0 0 0 0 0,0 0 1 0 0,0 0-1 0 0,1 0 0 0 0,-1 1 0 0 0,0-1 1 0 0,0 0-1 0 0,0 1 0 0 0,0-1 0 0 0,0 0 1 0 0,0 1-1 0 0,1-1 0 0 0,-1 1 0 0 0,0-1 1 0 0,0 1-1 0 0,0 0 0 0 0,-4 4 195 0 0,0-1 1 0 0,1 1-1 0 0,0 0 0 0 0,-4 6 1 0 0,-7 13 312 0 0,2 1 1 0 0,1 0-1 0 0,-16 46 1 0 0,-15 83 844 0 0,34-116-1107 0 0,-20 75 422 0 0,6 2-1 0 0,-12 166 1 0 0,32-230-640 0 0,2-1 1 0 0,2 1-1 0 0,3 0 0 0 0,2 0 1 0 0,2-1-1 0 0,2 0 0 0 0,2-1 1 0 0,22 55-1 0 0,-22-77-236 0 0,1 0 0 0 0,1-1 0 0 0,1-1 0 0 0,2 0 0 0 0,0-1 0 0 0,2-1 0 0 0,0-1 0 0 0,28 25 0 0 0,-28-31-1186 0 0,0-1 0 0 0,1 0 1 0 0,1-1-1 0 0,0-1 0 0 0,1-1 0 0 0,24 9 1 0 0,-22-13-3406 0 0,0-2-2217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58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0 580 0 0,'0'0'5958'0'0,"5"13"-3839"0"0,-22 47-1261 0 0,-3-2 0 0 0,-2 0-1 0 0,-35 64 1 0 0,-33 86-2232 0 0,88-200 396 0 0,0 0 1 0 0,0 0 0 0 0,0 0 0 0 0,0 11 0 0 0,2-7-2447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59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78 189 1916 0 0,'-14'-8'4067'0'0,"14"8"-4044"0"0,-8-5 1323 0 0,0-1 0 0 0,0 0 0 0 0,0 0 1 0 0,-8-11-1 0 0,14 15-1243 0 0,1 1 1 0 0,-1-1-1 0 0,1 0 0 0 0,0 1 1 0 0,0-1-1 0 0,-1 0 1 0 0,1 0-1 0 0,1 0 0 0 0,-1 0 1 0 0,0 0-1 0 0,0 0 1 0 0,1 0-1 0 0,-1 0 0 0 0,1 0 1 0 0,0-1-1 0 0,0 1 1 0 0,0 0-1 0 0,0 0 0 0 0,0 0 1 0 0,0 0-1 0 0,0-1 1 0 0,1 1-1 0 0,-1 0 1 0 0,1 0-1 0 0,-1 0 0 0 0,1 0 1 0 0,1-3-1 0 0,2 0-27 0 0,-1 0 1 0 0,1 0-1 0 0,0 0 0 0 0,1 1 1 0 0,-1-1-1 0 0,1 1 0 0 0,0 0 1 0 0,0 0-1 0 0,0 1 0 0 0,0-1 1 0 0,1 1-1 0 0,6-2 0 0 0,-1 0 21 0 0,0 1 0 0 0,0 0-1 0 0,1 0 1 0 0,-1 2 0 0 0,16-3-1 0 0,-21 4-72 0 0,-1 1 0 0 0,1 0 0 0 0,-1 0 0 0 0,1 0 1 0 0,-1 1-1 0 0,0 0 0 0 0,1 0 0 0 0,-1 0 0 0 0,1 0 0 0 0,-1 1 0 0 0,0 0 0 0 0,9 5 0 0 0,-12-6-16 0 0,0 0-1 0 0,0 1 1 0 0,0 0-1 0 0,0-1 1 0 0,0 1 0 0 0,0 0-1 0 0,-1 0 1 0 0,1 0-1 0 0,-1 0 1 0 0,1 0 0 0 0,-1 0-1 0 0,0 0 1 0 0,0 1-1 0 0,0-1 1 0 0,0 0 0 0 0,0 1-1 0 0,0-1 1 0 0,-1 1 0 0 0,1-1-1 0 0,-1 1 1 0 0,0-1-1 0 0,1 1 1 0 0,-1-1 0 0 0,0 1-1 0 0,-1-1 1 0 0,1 1-1 0 0,0 0 1 0 0,-2 2 0 0 0,-1 7 2 0 0,-1 0 0 0 0,0-1 1 0 0,-1 1-1 0 0,0-1 1 0 0,-7 11-1 0 0,-17 36-36 0 0,28-56 26 0 0,1 0 0 0 0,-1 0 0 0 0,1 0 0 0 0,0 0 0 0 0,0 0 0 0 0,-1 0 0 0 0,1 0 0 0 0,0 0-1 0 0,1 0 1 0 0,-1 0 0 0 0,0 0 0 0 0,1 0 0 0 0,-1 0 0 0 0,1 0 0 0 0,-1 0 0 0 0,1-1 0 0 0,0 1 0 0 0,0 0-1 0 0,0 0 1 0 0,0-1 0 0 0,0 1 0 0 0,0 0 0 0 0,0-1 0 0 0,1 1 0 0 0,1 1 0 0 0,5 5 0 0 0,0-1 0 0 0,1 1 1 0 0,12 7-1 0 0,-5-4-13 0 0,30 20 81 0 0,-36-25 133 0 0,0 0 0 0 0,0 0 1 0 0,0 2-1 0 0,-1-1 1 0 0,0 1-1 0 0,0 0 1 0 0,13 18-1 0 0,-21-25-117 0 0,0 1 0 0 0,0-1 0 0 0,0 1 0 0 0,-1-1 0 0 0,1 1 0 0 0,-1 0 0 0 0,1-1 0 0 0,-1 1 0 0 0,1 0 0 0 0,-1-1 0 0 0,0 1 0 0 0,0 0 0 0 0,0-1 0 0 0,0 1 0 0 0,0 0 0 0 0,0-1 0 0 0,0 1 0 0 0,-1 0 0 0 0,1-1-1 0 0,-1 1 1 0 0,0 2 0 0 0,-1-1 17 0 0,1 0 0 0 0,-1 0 0 0 0,0 0 0 0 0,0 0 0 0 0,-1-1 0 0 0,1 1 0 0 0,-1-1 0 0 0,1 1 0 0 0,-1-1 0 0 0,-3 2 0 0 0,-4 2 75 0 0,0 0-1 0 0,0-1 0 0 0,-1 0 1 0 0,1 0-1 0 0,-18 4 0 0 0,2-4 25 0 0,0 0 0 0 0,0-2 0 0 0,-38 1 0 0 0,3-4-3602 0 0,42 0 1021 0 0,56-9-13681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3:59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20 776 0 0,'7'-3'1909'0'0,"0"0"1"0"0,1 0-1 0 0,-1 1 1 0 0,0 0-1 0 0,16-2 1067 0 0,-22 4-2604 0 0,10-2 1944 0 0,-11 2-2264 0 0,0 0 0 0 0,1 0 0 0 0,-1 0-1 0 0,0 0 1 0 0,0 0 0 0 0,1 0 0 0 0,-1 0-1 0 0,0 0 1 0 0,0 0 0 0 0,1 0 0 0 0,-1 0-1 0 0,0 0 1 0 0,0 0 0 0 0,0 1 0 0 0,1-1-1 0 0,-1 0 1 0 0,0 0 0 0 0,0 0-1 0 0,0 0 1 0 0,1 0 0 0 0,-1 1 0 0 0,0-1-1 0 0,0 0 1 0 0,0 0 0 0 0,0 0 0 0 0,1 1-1 0 0,-1-1 1 0 0,0 0 0 0 0,0 0 0 0 0,0 0-1 0 0,0 1 1 0 0,0-1 0 0 0,0 0 0 0 0,0 0-1 0 0,0 1 1 0 0,0-1 0 0 0,0 0 0 0 0,0 0-1 0 0,0 0 1 0 0,0 1 0 0 0,0-1 0 0 0,0 0-1 0 0,0 0 1 0 0,0 1 0 0 0,0-1 0 0 0,0 0-1 0 0,0 1 1 0 0,-10 29 553 0 0,-1 0 0 0 0,-2-1 0 0 0,-22 39 0 0 0,-9 21-953 0 0,43-87 265 0 0,-9 20-1507 0 0,-7 28 0 0 0,14-43-256 0 0,2 1 0 0 0,-1 0 0 0 0,1 0 0 0 0,0 10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0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67 179 2076 0 0,'1'-6'1036'0'0,"-1"-1"-1"0"0,1 1 0 0 0,-1 0 1 0 0,0-1-1 0 0,-1 1 0 0 0,0 0 1 0 0,0 0-1 0 0,-5-13 1607 0 0,5 18-2577 0 0,0 1 1 0 0,1 0 0 0 0,-1-1-1 0 0,0 1 1 0 0,0 0 0 0 0,1 0 0 0 0,-1 0-1 0 0,0 0 1 0 0,0 0 0 0 0,0-1-1 0 0,1 1 1 0 0,-1 1 0 0 0,0-1 0 0 0,0 0-1 0 0,-1 0 1 0 0,-2 5 93 0 0,-1 0 0 0 0,1-1 1 0 0,1 2-1 0 0,-1-1 0 0 0,1 0 0 0 0,0 1 0 0 0,0 0 0 0 0,0-1 1 0 0,1 1-1 0 0,0 0 0 0 0,0 0 0 0 0,1 1 0 0 0,-1-1 1 0 0,0 9-1 0 0,1-3-87 0 0,0 0 1 0 0,1 0 0 0 0,0 0 0 0 0,1-1-1 0 0,0 1 1 0 0,1 0 0 0 0,4 13 0 0 0,-4-18-48 0 0,0 0 1 0 0,1 0 0 0 0,1 0 0 0 0,-1-1-1 0 0,1 0 1 0 0,0 0 0 0 0,0 0 0 0 0,1 0-1 0 0,0 0 1 0 0,0-1 0 0 0,0 0 0 0 0,0 0 0 0 0,1 0-1 0 0,0-1 1 0 0,0 0 0 0 0,0 0 0 0 0,1-1-1 0 0,7 4 1 0 0,-9-5 11 0 0,1 0 0 0 0,0 0 0 0 0,-1 0-1 0 0,1-1 1 0 0,0 0 0 0 0,0 0 0 0 0,0-1 0 0 0,-1 1 0 0 0,1-1-1 0 0,0-1 1 0 0,0 1 0 0 0,0-1 0 0 0,0 0 0 0 0,0 0 0 0 0,-1-1 0 0 0,1 0-1 0 0,-1 0 1 0 0,1 0 0 0 0,-1 0 0 0 0,0-1 0 0 0,1 0 0 0 0,7-7-1 0 0,-3 1 119 0 0,-1 0 0 0 0,0-1-1 0 0,0 0 1 0 0,-1 0-1 0 0,0-1 1 0 0,-1 0-1 0 0,0-1 1 0 0,-1 1 0 0 0,0-1-1 0 0,-1 0 1 0 0,0-1-1 0 0,-1 0 1 0 0,-1 1 0 0 0,0-1-1 0 0,0 0 1 0 0,-2-1-1 0 0,1 1 1 0 0,-2 0-1 0 0,1 0 1 0 0,-4-21 0 0 0,2 28-103 0 0,0 0 0 0 0,-1 0 1 0 0,0 0-1 0 0,0 0 0 0 0,-1 0 1 0 0,1 1-1 0 0,-1 0 0 0 0,-1-1 1 0 0,1 1-1 0 0,-1 0 0 0 0,1 0 1 0 0,-1 1-1 0 0,-1-1 0 0 0,1 1 1 0 0,-1 0-1 0 0,1 0 0 0 0,-1 0 1 0 0,0 1-1 0 0,-1 0 0 0 0,1 0 1 0 0,-1 0-1 0 0,1 1 0 0 0,-1-1 1 0 0,-6 0-1 0 0,-2-2-216 0 0,0 2 0 0 0,0 0-1 0 0,0 1 1 0 0,-1 0 0 0 0,1 1 0 0 0,-1 0 0 0 0,1 2-1 0 0,-29 3 1 0 0,19 7-3218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0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2432 0 0,'5'-8'2212'0'0,"-1"1"-578"0"0,0 1-1 0 0,0-1 1 0 0,0 1 0 0 0,1 0-1 0 0,7-7 1 0 0,-10 11-1434 0 0,1 0 1 0 0,-1 1-1 0 0,0-1 1 0 0,1 1 0 0 0,-1 0-1 0 0,1 0 1 0 0,-1 0-1 0 0,1 0 1 0 0,0 0 0 0 0,-1 1-1 0 0,1-1 1 0 0,0 1-1 0 0,-1-1 1 0 0,1 1 0 0 0,0 0-1 0 0,0 0 1 0 0,-1 0-1 0 0,5 1 1 0 0,6 2 95 0 0,-1 0 1 0 0,0 0-1 0 0,0 1 1 0 0,0 0-1 0 0,0 1 1 0 0,0 1-1 0 0,-1 0 1 0 0,12 8-1 0 0,-1 2-5 0 0,-1 0 1 0 0,33 33-1 0 0,-37-32-220 0 0,-1 1 0 0 0,-1 1-1 0 0,-1 0 1 0 0,0 1 0 0 0,-2 0-1 0 0,0 1 1 0 0,-2 0 0 0 0,0 1 0 0 0,-1 1-1 0 0,6 25 1 0 0,-8-22-40 0 0,-2 1 1 0 0,-2-1-1 0 0,0 1 0 0 0,-2-1 0 0 0,0 1 1 0 0,-2 0-1 0 0,-1 0 0 0 0,-10 48 1 0 0,-2-21-304 0 0,-1 0 1 0 0,-3-2-1 0 0,-3 0 1 0 0,-31 59 0 0 0,-37 39-3272 0 0,-13-10-4518 0 0,55-83 567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92 0 0,'30'-31'15356'0'0,"-19"51"-12390"0"0,15 244 2784 0 0,-21-186-4992 0 0,2 25 69 0 0,13 293 989 0 0,-19-381-1922 0 0,-2 1 0 0 0,0 0 0 0 0,0-1 0 0 0,-2 1 0 0 0,-5 19-1 0 0,8-35 45 0 0,0 0-1 0 0,0 1 0 0 0,0-1 0 0 0,0 0 0 0 0,0 1 0 0 0,0-1 0 0 0,-1 0 1 0 0,1 1-1 0 0,0-1 0 0 0,0 0 0 0 0,0 1 0 0 0,-1-1 0 0 0,1 0 0 0 0,0 1 1 0 0,0-1-1 0 0,-1 0 0 0 0,1 0 0 0 0,0 1 0 0 0,-1-1 0 0 0,1 0 0 0 0,0 0 0 0 0,0 0 1 0 0,-1 0-1 0 0,1 1 0 0 0,-1-1 0 0 0,1 0 0 0 0,0 0 0 0 0,-1 0 0 0 0,1 0 1 0 0,0 0-1 0 0,-1 0 0 0 0,1 0 0 0 0,0 0 0 0 0,-1 0 0 0 0,1 0 0 0 0,-1 0 1 0 0,1 0-1 0 0,0 0 0 0 0,-1 0 0 0 0,1 0 0 0 0,0-1 0 0 0,-1 1 0 0 0,1 0 0 0 0,0 0 1 0 0,-1 0-1 0 0,1 0 0 0 0,0-1 0 0 0,-1 1 0 0 0,1-1 0 0 0,-11-11-2363 0 0,8 5 1155 0 0,1-1-1 0 0,-1 0 0 0 0,2 1 1 0 0,-1-1-1 0 0,1 0 0 0 0,0 0 1 0 0,1-14-1 0 0,-1 11-1209 0 0,0-12-3820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5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19 122 2216 0 0,'-18'-63'9364'0'0,"17"61"-9230"0"0,1 1-1 0 0,0 0 1 0 0,0-1 0 0 0,0 1-1 0 0,1-1 1 0 0,-1 1-1 0 0,0 0 1 0 0,0-1-1 0 0,1 1 1 0 0,-1 0-1 0 0,1-1 1 0 0,-1 1 0 0 0,1 0-1 0 0,0 0 1 0 0,-1-1-1 0 0,1 1 1 0 0,0 0-1 0 0,0 0 1 0 0,1-2-1 0 0,0 1 90 0 0,1 0-1 0 0,-1-1 0 0 0,0 1 0 0 0,1 0 0 0 0,0 0 0 0 0,-1 1 1 0 0,4-2-1 0 0,2 0 73 0 0,0 0 1 0 0,0 1 0 0 0,0 0 0 0 0,1 1-1 0 0,-1 0 1 0 0,0 0 0 0 0,1 1-1 0 0,-1 0 1 0 0,1 0 0 0 0,12 3-1 0 0,12 3 390 0 0,39 12 1 0 0,-70-17-655 0 0,39 11 304 0 0,0 2-1 0 0,-1 2 0 0 0,-1 1 1 0 0,0 3-1 0 0,67 44 1 0 0,-88-51-245 0 0,0 1 1 0 0,-1 0 0 0 0,-1 1-1 0 0,0 1 1 0 0,-1 1 0 0 0,-1 0 0 0 0,0 0-1 0 0,-1 2 1 0 0,-2-1 0 0 0,1 2-1 0 0,-2-1 1 0 0,-1 2 0 0 0,8 23 0 0 0,-13-30-24 0 0,-1-1 0 0 0,-1 1 0 0 0,0 0 0 0 0,-1 0 0 0 0,0 0 0 0 0,-1 0 0 0 0,-1 0 0 0 0,0 0 0 0 0,-4 15 0 0 0,1-10 24 0 0,-1 0 0 0 0,-1 0-1 0 0,-1-1 1 0 0,-1 0-1 0 0,0 0 1 0 0,-12 16-1 0 0,4-8-4 0 0,-2-1 0 0 0,-1-1-1 0 0,-1-1 1 0 0,-2-1-1 0 0,0-1 1 0 0,0 0 0 0 0,-2-2-1 0 0,-34 21 1 0 0,47-33-54 0 0,-1-1-1 0 0,1 0 1 0 0,-2-1-1 0 0,1-1 1 0 0,0 0 0 0 0,-1 0-1 0 0,0-1 1 0 0,-24 2-1 0 0,29-5-226 0 0,0 1-1 0 0,0-1 0 0 0,0 0 0 0 0,0-1 0 0 0,0 0 0 0 0,0 0 0 0 0,0-1 0 0 0,0 0 0 0 0,1 0 0 0 0,-1-1 0 0 0,0 0 0 0 0,1 0 0 0 0,0-1 0 0 0,0 0 0 0 0,-10-7 0 0 0,15 9-113 0 0,0 0-1 0 0,0 0 1 0 0,0-1 0 0 0,0 1 0 0 0,0 0-1 0 0,0-1 1 0 0,1 1 0 0 0,-1-1-1 0 0,1 1 1 0 0,0-1 0 0 0,0 0-1 0 0,0 1 1 0 0,0-1 0 0 0,0 0-1 0 0,0-3 1 0 0,0 0-916 0 0,1 0 1 0 0,0 1-1 0 0,0-1 0 0 0,1 1 1 0 0,-1-1-1 0 0,1 0 0 0 0,2-5 0 0 0,3-7-4808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87 1764 0 0,'7'-10'2265'0'0,"-1"-1"0"0"0,8-16 0 0 0,-8 14 172 0 0,-5 12-2323 0 0,-1 1 0 0 0,1-1 0 0 0,-1 1 1 0 0,0-1-1 0 0,1 0 0 0 0,-1 1 0 0 0,0-1 0 0 0,1 1 1 0 0,-1-1-1 0 0,0 0 0 0 0,0 1 0 0 0,0-1 0 0 0,0 0 1 0 0,1 1-1 0 0,-1-1 0 0 0,0 0 0 0 0,0 0 1 0 0,0 1-1 0 0,-1-1 0 0 0,1 0 0 0 0,0 1 0 0 0,0-1 1 0 0,0 0-1 0 0,0 1 0 0 0,-1-1 0 0 0,1 0 1 0 0,0 1-1 0 0,0-1 0 0 0,-1 1 0 0 0,1-1 0 0 0,-1 0 1 0 0,1 1-1 0 0,0-1 0 0 0,-1 1 0 0 0,1-1 0 0 0,-1 1 1 0 0,1-1-1 0 0,-2 1 0 0 0,1-1-29 0 0,0 1-1 0 0,0 0 1 0 0,0 0 0 0 0,0 0-1 0 0,0 0 1 0 0,0 0 0 0 0,0 0-1 0 0,0 0 1 0 0,0 1 0 0 0,-1-1 0 0 0,1 0-1 0 0,0 0 1 0 0,0 1 0 0 0,0-1-1 0 0,0 1 1 0 0,0-1 0 0 0,0 1-1 0 0,1-1 1 0 0,-1 1 0 0 0,0 0-1 0 0,0-1 1 0 0,0 1 0 0 0,0 0-1 0 0,0 1 1 0 0,-18 20 524 0 0,2 1 0 0 0,0 0 0 0 0,2 1 0 0 0,-17 35 0 0 0,-41 109 672 0 0,71-165-1255 0 0,-18 49 166 0 0,3 0 0 0 0,1 0 0 0 0,3 2-1 0 0,3 0 1 0 0,1 0 0 0 0,3 1 0 0 0,2 100 0 0 0,7-120-187 0 0,1 0 1 0 0,1 0 0 0 0,2 0-1 0 0,2-1 1 0 0,19 52-1 0 0,-17-60-92 0 0,1-1-1 0 0,1 0 1 0 0,2-2-1 0 0,0 1 0 0 0,1-2 1 0 0,1 0-1 0 0,35 34 1 0 0,-34-39-1169 0 0,34 23 0 0 0,-42-32-873 0 0,2-2 0 0 0,16 9-1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5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22 424 0 0,'0'0'5329'0'0,"10"-6"-1157"0"0,-4-1-1716 0 0,-1-2-2648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6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80 0 0,'5'-3'933'0'0,"-2"2"14"0"0,0 0 0 0 0,0-1-1 0 0,0 1 1 0 0,0 0 0 0 0,0 1 0 0 0,0-1 0 0 0,0 0 0 0 0,0 1 0 0 0,6 0 0 0 0,-7 1-767 0 0,-1 0 1 0 0,0 1-1 0 0,1-1 1 0 0,-1 0-1 0 0,0 1 1 0 0,0 0-1 0 0,0-1 1 0 0,0 1-1 0 0,0 0 1 0 0,0-1-1 0 0,-1 1 1 0 0,1 0-1 0 0,-1 0 1 0 0,1-1-1 0 0,-1 1 1 0 0,1 0-1 0 0,-1 0 1 0 0,0 0-1 0 0,0 2 1 0 0,-1 46 1655 0 0,0-33-1316 0 0,-9 146 1910 0 0,3-76-2009 0 0,4-1 0 0 0,9 111 0 0 0,-5-188-421 0 0,0-1-1 0 0,1 1 1 0 0,0-1-1 0 0,0 0 1 0 0,1 0-1 0 0,0 0 1 0 0,1 0-1 0 0,-1 0 1 0 0,8 10 0 0 0,-9-15-121 0 0,1 0 1 0 0,0 1 0 0 0,-1-1 0 0 0,1-1 0 0 0,1 1 0 0 0,-1 0 0 0 0,0-1 0 0 0,1 1 0 0 0,-1-1-1 0 0,1 0 1 0 0,0 0 0 0 0,-1 0 0 0 0,1-1 0 0 0,0 1 0 0 0,0-1 0 0 0,0 0 0 0 0,0 0 0 0 0,1-1 0 0 0,-1 1-1 0 0,7-1 1 0 0,10-1-1002 0 0,0 0 0 0 0,-1-2 0 0 0,1-1 0 0 0,-1 0 0 0 0,23-9 0 0 0,16-9-4203 0 0,-40 13 2172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7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1000 0 0,'0'0'1218'0'0,"0"-14"2149"0"0,1 8-2972 0 0,1 0 0 0 0,0 0 1 0 0,0 0-1 0 0,0 1 1 0 0,1-1-1 0 0,0 1 1 0 0,0-1-1 0 0,0 1 0 0 0,0 0 1 0 0,1 0-1 0 0,0 1 1 0 0,0-1-1 0 0,1 1 0 0 0,-1 0 1 0 0,1 0-1 0 0,0 0 1 0 0,5-3-1 0 0,6-3 18 0 0,0 1 0 0 0,0 1 0 0 0,1 0 0 0 0,25-8 0 0 0,-37 15-299 0 0,0-1-1 0 0,0 1 0 0 0,1 0 1 0 0,-1 0-1 0 0,0 1 0 0 0,1 0 1 0 0,-1 0-1 0 0,1 0 1 0 0,-1 0-1 0 0,1 1 0 0 0,-1 0 1 0 0,0 0-1 0 0,8 3 0 0 0,-5-1 16 0 0,-1 0-1 0 0,1 1 1 0 0,-1 0-1 0 0,-1 1 0 0 0,1-1 1 0 0,0 1-1 0 0,-1 0 1 0 0,7 8-1 0 0,-1 0 59 0 0,-2-1 0 0 0,0 2-1 0 0,0-1 1 0 0,-2 1 0 0 0,1 1-1 0 0,-2 0 1 0 0,0 0 0 0 0,5 18-1 0 0,-5-11 3 0 0,-2 0 0 0 0,0 0 0 0 0,-2 1 0 0 0,0 0-1 0 0,-2 0 1 0 0,0 0 0 0 0,-2 0 0 0 0,0 0-1 0 0,-5 23 1 0 0,2-26-70 0 0,-1 0-1 0 0,0-1 1 0 0,-1 1-1 0 0,-2-1 1 0 0,0-1-1 0 0,0 1 1 0 0,-2-1-1 0 0,0-1 0 0 0,-1 0 1 0 0,-20 23-1 0 0,27-35-98 0 0,-1 0 0 0 0,0 0 0 0 0,0-1 0 0 0,-1 1 0 0 0,1-1 0 0 0,-1 0-1 0 0,0 0 1 0 0,0-1 0 0 0,0 0 0 0 0,0 0 0 0 0,-1 0 0 0 0,1-1 0 0 0,-1 0 0 0 0,0 0-1 0 0,0-1 1 0 0,0 0 0 0 0,1 0 0 0 0,-1-1 0 0 0,-14 0 0 0 0,9-2-172 0 0,1-1 0 0 0,-1-1 0 0 0,1 0 0 0 0,-1-1 1 0 0,1 0-1 0 0,1 0 0 0 0,-1-1 0 0 0,1-1 0 0 0,-11-8 1 0 0,20 15 47 0 0,1 0 0 0 0,0-1 1 0 0,-1 1-1 0 0,1 0 0 0 0,0 0 0 0 0,-1 0 1 0 0,1-1-1 0 0,0 1 0 0 0,0 0 1 0 0,-1-1-1 0 0,1 1 0 0 0,0 0 1 0 0,0-1-1 0 0,-1 1 0 0 0,1 0 1 0 0,0-1-1 0 0,0 1 0 0 0,0-1 1 0 0,0 1-1 0 0,0 0 0 0 0,0-1 0 0 0,0 1 1 0 0,0-1-1 0 0,-1 1 0 0 0,1 0 1 0 0,1-1-1 0 0,-1 1 0 0 0,0-1 1 0 0,0 1-1 0 0,0 0 0 0 0,0-1 1 0 0,0 0-1 0 0,11-9-3333 0 0,10 1-3338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7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6 2116 0 0,'26'-6'10232'0'0,"-11"10"-5713"0"0,-15-1-4298 0 0,1-1 0 0 0,-1 1 0 0 0,0-1 0 0 0,0 0 0 0 0,0 1 0 0 0,0-1 0 0 0,-1 1 0 0 0,1-1 0 0 0,-1 1 0 0 0,1-1 0 0 0,-1 0 1 0 0,-2 5-1 0 0,2-2 46 0 0,-13 32 344 0 0,-2-1 0 0 0,-1 0 0 0 0,-2-2 0 0 0,-34 49 0 0 0,-31 57-5240 0 0,74-112-2097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8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0 153 772 0 0,'9'-51'9963'0'0,"-7"43"-8809"0"0,0 0 0 0 0,0 1 1 0 0,7-14-1 0 0,-7 17-1019 0 0,0 0 0 0 0,0 0 1 0 0,1 1-1 0 0,-1 0 0 0 0,1-1 0 0 0,0 1 1 0 0,0 0-1 0 0,0 0 0 0 0,1 0 1 0 0,-1 1-1 0 0,1-1 0 0 0,-1 1 1 0 0,1 0-1 0 0,0 0 0 0 0,0 0 0 0 0,-1 1 1 0 0,1-1-1 0 0,1 1 0 0 0,-1 0 1 0 0,7-1-1 0 0,-2 0-14 0 0,-1 1 0 0 0,0 1-1 0 0,1 0 1 0 0,-1 0 0 0 0,0 0 0 0 0,1 1 0 0 0,-1 1-1 0 0,0-1 1 0 0,0 1 0 0 0,13 5 0 0 0,-17-6-67 0 0,-1 1 1 0 0,1-1 0 0 0,-1 1 0 0 0,1 0 0 0 0,-1 0 0 0 0,0 1-1 0 0,0-1 1 0 0,0 1 0 0 0,0-1 0 0 0,-1 1 0 0 0,1 0-1 0 0,-1 0 1 0 0,1 0 0 0 0,-1 0 0 0 0,0 0 0 0 0,0 1-1 0 0,0-1 1 0 0,-1 1 0 0 0,1-1 0 0 0,-1 1 0 0 0,0 0-1 0 0,0 0 1 0 0,0-1 0 0 0,-1 1 0 0 0,1 4 0 0 0,-1 5 94 0 0,-1-1 1 0 0,0 0-1 0 0,-1 0 1 0 0,-1 0 0 0 0,0 0-1 0 0,0 0 1 0 0,-1 0-1 0 0,0-1 1 0 0,-10 18 0 0 0,-7 8 691 0 0,-35 48 1 0 0,20-36-92 0 0,20-30-501 0 0,1 0 1 0 0,2 2-1 0 0,0 0 1 0 0,-11 24-1 0 0,23-44-245 0 0,1-1-1 0 0,-1 1 1 0 0,1 0-1 0 0,0-1 1 0 0,-1 1-1 0 0,1 0 1 0 0,0-1-1 0 0,0 1 1 0 0,-1 0 0 0 0,1 0-1 0 0,0-1 1 0 0,0 1-1 0 0,0 0 1 0 0,0 0-1 0 0,0-1 1 0 0,0 1-1 0 0,0 0 1 0 0,0 0-1 0 0,0-1 1 0 0,1 1 0 0 0,-1 0-1 0 0,0 0 1 0 0,0-1-1 0 0,1 1 1 0 0,-1 0-1 0 0,0 0 1 0 0,1-1-1 0 0,-1 1 1 0 0,1-1 0 0 0,-1 1-1 0 0,1 0 1 0 0,-1-1-1 0 0,1 1 1 0 0,-1-1-1 0 0,1 1 1 0 0,-1-1-1 0 0,1 1 1 0 0,0-1-1 0 0,-1 0 1 0 0,1 1 0 0 0,0-1-1 0 0,-1 0 1 0 0,1 1-1 0 0,0-1 1 0 0,0 0-1 0 0,-1 0 1 0 0,1 0-1 0 0,0 0 1 0 0,0 0-1 0 0,1 0 1 0 0,5 0-16 0 0,-1 0 0 0 0,1 0 0 0 0,0-1 0 0 0,11-2 0 0 0,8-3-457 0 0,0-2 0 0 0,-1 0 0 0 0,30-14 0 0 0,-37 13-1632 0 0,0 0 0 0 0,26-21 0 0 0,-42 29 1299 0 0,13-12-1081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09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347 134 1132 0 0,'-4'-10'7025'0'0,"3"8"-6804"0"0,0 0 0 0 0,0 1 0 0 0,0-1 0 0 0,0 1-1 0 0,-1-1 1 0 0,1 1 0 0 0,0 0 0 0 0,-1-1 0 0 0,1 1-1 0 0,-1 0 1 0 0,1 0 0 0 0,-1 0 0 0 0,0 0-1 0 0,-1-1 1 0 0,-2-1 278 0 0,3 2 44 0 0,-49-4 1480 0 0,42 5-1900 0 0,1 1 1 0 0,0-1-1 0 0,-1 1 1 0 0,1 1-1 0 0,0 0 1 0 0,0 0-1 0 0,0 0 0 0 0,0 1 1 0 0,0 0-1 0 0,0 1 1 0 0,1 0-1 0 0,0 0 0 0 0,0 0 1 0 0,0 1-1 0 0,0 0 1 0 0,1 1-1 0 0,-9 8 1 0 0,0 5 143 0 0,2 1 0 0 0,1 0 0 0 0,0 1 0 0 0,2 0 0 0 0,0 1 0 0 0,1 0 1 0 0,1 1-1 0 0,2 0 0 0 0,0 0 0 0 0,1 0 0 0 0,2 0 0 0 0,-2 32 1 0 0,3-30-157 0 0,2-1 1 0 0,0 1 0 0 0,2-1 0 0 0,0 1 0 0 0,2-1 0 0 0,1 0 0 0 0,0 0 0 0 0,12 29 0 0 0,-13-47-81 0 0,-1 1-1 0 0,1-1 1 0 0,1 0-1 0 0,-1 0 1 0 0,1-1-1 0 0,0 1 1 0 0,0-1-1 0 0,0 0 1 0 0,1 0 0 0 0,0-1-1 0 0,0 0 1 0 0,0 0-1 0 0,0 0 1 0 0,1-1-1 0 0,-1 0 1 0 0,1 0 0 0 0,0 0-1 0 0,9 1 1 0 0,-7-3-16 0 0,-1 0 0 0 0,1 0 0 0 0,-1-1 1 0 0,1-1-1 0 0,0 0 0 0 0,-1 0 0 0 0,1 0 1 0 0,10-4-1 0 0,-8 1-5 0 0,-1 0 0 0 0,1 0 0 0 0,-1-1 0 0 0,1 0 0 0 0,-2-1 0 0 0,1 0 0 0 0,0-1 0 0 0,-1 0 0 0 0,9-10 0 0 0,1-2-14 0 0,-1 0 0 0 0,28-41 0 0 0,-38 46 8 0 0,-1 1 1 0 0,0-1-1 0 0,-1 0 0 0 0,0 0 1 0 0,-1-1-1 0 0,-1 0 0 0 0,0 0 1 0 0,-1 0-1 0 0,-1 0 0 0 0,1-29 1 0 0,-3 15-10 0 0,-1 0 0 0 0,-1 0 0 0 0,-2 0 0 0 0,-13-52 0 0 0,8 54 3 0 0,-1 1 1 0 0,-1 0-1 0 0,-1 0 0 0 0,-1 1 0 0 0,-2 1 0 0 0,-26-35 0 0 0,37 55-4 0 0,1 1 1 0 0,0-1-1 0 0,-1 1 1 0 0,0-1-1 0 0,0 1 1 0 0,0 0-1 0 0,0 0 1 0 0,-1 1-1 0 0,1-1 0 0 0,0 1 1 0 0,-9-3-1 0 0,10 5-61 0 0,0-1 0 0 0,0 1-1 0 0,-1 0 1 0 0,1 0 0 0 0,0 0 0 0 0,0 0-1 0 0,0 1 1 0 0,0-1 0 0 0,0 1-1 0 0,0 0 1 0 0,0 0 0 0 0,0 0-1 0 0,0 0 1 0 0,1 0 0 0 0,-4 3 0 0 0,1-1-376 0 0,0 0 0 0 0,1 1 0 0 0,-1 0 0 0 0,1 0 0 0 0,0 0 0 0 0,0 1 0 0 0,1-1 0 0 0,-4 7 0 0 0,-9 24-7804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0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379 107 288 0 0,'-7'-10'2969'0'0,"-7"-9"1259"0"0,-14-26 0 0 0,18 28-303 0 0,7 2 1711 0 0,3 15-5557 0 0,8 2 276 0 0,0 1 0 0 0,0-1 0 0 0,0 2 0 0 0,0-1 0 0 0,0 1 0 0 0,-1 0 0 0 0,0 1 0 0 0,9 6 0 0 0,57 51 1386 0 0,-67-57-1652 0 0,26 25 365 0 0,0 1 0 0 0,-2 2 0 0 0,-1 1 0 0 0,43 68 0 0 0,-58-78-346 0 0,-2 0-1 0 0,0 2 1 0 0,-1-1 0 0 0,-1 1-1 0 0,-2 1 1 0 0,-1 0 0 0 0,0 0-1 0 0,3 52 1 0 0,-8-42-28 0 0,-2-1 1 0 0,-1 0 0 0 0,-2 0-1 0 0,-2 0 1 0 0,-1-1-1 0 0,-12 37 1 0 0,3-26-346 0 0,-2 0 0 0 0,-1-1 0 0 0,-49 82 0 0 0,18-51-1355 0 0,-4-3 1 0 0,-3-3-1 0 0,-3-1 0 0 0,-97 86 1 0 0,-2-24-7624 0 0,78-74-133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0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4808 0 0,'46'-17'13045'0'0,"-20"7"-8312"0"0,-24 10-4128 0 0,6-2-3545 0 0,-20 4-1313 0 0,-6 1-1207 0 0,-5 1-2674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4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1844 0 0,'8'-14'4407'0'0,"8"-18"4783"0"0,-13 39-8634 0 0,0 1-1 0 0,0 0 0 0 0,-1 0 0 0 0,0 0 1 0 0,-1 0-1 0 0,1 10 0 0 0,1 55 527 0 0,-3-34-540 0 0,1 435 855 0 0,-5-428-1370 0 0,0 18-3521 0 0,1-55 338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0 247 872 0 0,'1'-6'855'0'0,"0"-16"1529"0"0,2-1-1 0 0,8-31 1 0 0,-9 47-2162 0 0,1 0 1 0 0,-1 0-1 0 0,1 0 1 0 0,1 0-1 0 0,-1 1 1 0 0,1-1 0 0 0,0 1-1 0 0,1 0 1 0 0,-1 0-1 0 0,1 1 1 0 0,9-8-1 0 0,-7 7-56 0 0,1-1-1 0 0,1 1 0 0 0,-1 1 1 0 0,1 0-1 0 0,0 0 0 0 0,0 1 0 0 0,0 0 1 0 0,1 0-1 0 0,0 1 0 0 0,16-3 1 0 0,-20 5-107 0 0,0 0 0 0 0,0 1 0 0 0,0 0 0 0 0,0 0 0 0 0,0 0 0 0 0,0 1 0 0 0,-1 0 0 0 0,1 0 1 0 0,0 0-1 0 0,0 1 0 0 0,0 0 0 0 0,-1 0 0 0 0,1 0 0 0 0,-1 1 0 0 0,0 0 0 0 0,0 0 0 0 0,0 0 0 0 0,0 1 1 0 0,6 5-1 0 0,-5-4-11 0 0,-1 1 1 0 0,0 0 0 0 0,0 0-1 0 0,-1 0 1 0 0,1 0-1 0 0,-1 1 1 0 0,0 0 0 0 0,-1 0-1 0 0,0 0 1 0 0,0 0-1 0 0,-1 0 1 0 0,3 10 0 0 0,-3-6 3 0 0,-1 0 1 0 0,0 0-1 0 0,-1 1 0 0 0,0-1 1 0 0,0 0-1 0 0,-1 0 1 0 0,-5 19-1 0 0,-1-5 18 0 0,-1 0 0 0 0,-1 0 0 0 0,-1 0 0 0 0,-1-2 0 0 0,-2 1 0 0 0,-21 30-1 0 0,21-36-18 0 0,0-1-1 0 0,-1-1 1 0 0,-22 22-1 0 0,28-31-25 0 0,-1 0 0 0 0,0 0 0 0 0,0-1-1 0 0,0 0 1 0 0,-1 0 0 0 0,0-1 0 0 0,0 0 0 0 0,-11 3 0 0 0,15-7-13 0 0,-5 0-1 0 0,9-1-69 0 0,1 1 1 0 0,0-1 0 0 0,-1 0 0 0 0,1 1 0 0 0,0-1 0 0 0,-1 0 0 0 0,1 0 0 0 0,-1 0 0 0 0,1 0 0 0 0,0-1 0 0 0,-1 1 0 0 0,1 0 0 0 0,0-1 0 0 0,-1 1 0 0 0,1 0 0 0 0,0-1 0 0 0,-1 0 0 0 0,1 1 0 0 0,0-1 0 0 0,0 0 0 0 0,0 1 0 0 0,0-1 0 0 0,-1 0 0 0 0,1 0 0 0 0,0 0 0 0 0,0-1 0 0 0,0 1-317 0 0,1-1 0 0 0,0 1 1 0 0,0 0-1 0 0,0 0 0 0 0,0 0 1 0 0,0 0-1 0 0,0-1 0 0 0,0 1 0 0 0,1 0 1 0 0,-1 0-1 0 0,0 0 0 0 0,1 0 1 0 0,-1 0-1 0 0,0 0 0 0 0,1-1 1 0 0,-1 1-1 0 0,1 0 0 0 0,0 0 0 0 0,-1 1 1 0 0,1-1-1 0 0,0 0 0 0 0,3-3-747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4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80 1280 0 0,'-14'13'15390'0'0,"16"-12"-15321"0"0,1 0 0 0 0,-1 0 0 0 0,1 0 0 0 0,-1 0 0 0 0,1-1 0 0 0,0 1 0 0 0,-1-1 0 0 0,1 0 0 0 0,0 0 0 0 0,-1 0-1 0 0,1 0 1 0 0,3-1 0 0 0,41-7 192 0 0,-23 3-144 0 0,214-35 306 0 0,-138 22-366 0 0,-75 14-468 0 0,30-7-1664 0 0,-23 0-6637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5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82 440 1636 0 0,'2'-1'379'0'0,"-1"0"0"0"0,1-1 0 0 0,-1 1 0 0 0,0-1-1 0 0,1 1 1 0 0,-1-1 0 0 0,0 1 0 0 0,0-1 0 0 0,0 0 0 0 0,0 0-1 0 0,0 1 1 0 0,0-1 0 0 0,-1 0 0 0 0,1 0 0 0 0,-1 0 0 0 0,1 0-1 0 0,-1 0 1 0 0,0 0 0 0 0,1 0 0 0 0,-1 0 0 0 0,0 0 0 0 0,-1-3 0 0 0,0 1-128 0 0,0 0 0 0 0,0 0 0 0 0,0 1 0 0 0,-1-1 0 0 0,0 1 0 0 0,0 0 0 0 0,1-1 0 0 0,-2 1 1 0 0,1 0-1 0 0,-4-5 0 0 0,-6-5 135 0 0,1 0 0 0 0,0-1 0 0 0,1 0 0 0 0,-10-20-1 0 0,18 29-340 0 0,0 0-1 0 0,0 0 1 0 0,0 0-1 0 0,0 1 1 0 0,1-2-1 0 0,0 1 1 0 0,0 0-1 0 0,1 0 0 0 0,-1 0 1 0 0,1 0-1 0 0,0-1 1 0 0,1 1-1 0 0,-1 0 1 0 0,1 0-1 0 0,0 0 0 0 0,0 0 1 0 0,1 0-1 0 0,-1 0 1 0 0,3-5-1 0 0,2 0-4 0 0,-1 0-1 0 0,2 1 1 0 0,-1-1 0 0 0,1 1-1 0 0,1 1 1 0 0,0 0-1 0 0,0 0 1 0 0,0 0 0 0 0,1 1-1 0 0,0 0 1 0 0,15-8 0 0 0,-11 7-22 0 0,1 1 0 0 0,0 1 1 0 0,1 0-1 0 0,-1 1 0 0 0,1 0 1 0 0,0 1-1 0 0,29-4 0 0 0,-39 8 14 0 0,1-1-1 0 0,-1 1 1 0 0,0 0-1 0 0,0 0 1 0 0,1 1-1 0 0,-1-1 1 0 0,0 1-1 0 0,0 1 1 0 0,0-1-1 0 0,1 1 1 0 0,-2-1-1 0 0,1 2 1 0 0,0-1-1 0 0,0 0 1 0 0,-1 1-1 0 0,1 0 1 0 0,-1 0-1 0 0,0 0 0 0 0,6 6 1 0 0,-6-4 48 0 0,0 0 0 0 0,0 1 1 0 0,0-1-1 0 0,-1 1 0 0 0,0 0 0 0 0,0 0 1 0 0,-1 0-1 0 0,1 0 0 0 0,-1 0 0 0 0,-1 0 1 0 0,1 1-1 0 0,-1-1 0 0 0,0 1 0 0 0,-1-1 0 0 0,0 10 1 0 0,-1 7 144 0 0,-1 1 1 0 0,-1-1-1 0 0,-1 0 0 0 0,-1 0 1 0 0,-2 0-1 0 0,0-1 1 0 0,-19 40-1 0 0,-5-1 268 0 0,-54 80 0 0 0,-67 74-65 0 0,151-214-453 0 0,1 0-1 0 0,-1 1 0 0 0,0-1 0 0 0,1 0 1 0 0,-1 0-1 0 0,1 1 0 0 0,0-1 1 0 0,-1 0-1 0 0,1 0 0 0 0,0 1 0 0 0,0-1 1 0 0,0 0-1 0 0,0 1 0 0 0,0-1 0 0 0,0 0 1 0 0,0 1-1 0 0,1-1 0 0 0,-1 0 1 0 0,0 1-1 0 0,1-1 0 0 0,-1 0 0 0 0,1 0 1 0 0,-1 1-1 0 0,1-1 0 0 0,-1 0 1 0 0,1 0-1 0 0,0 0 0 0 0,0 0 0 0 0,0 0 1 0 0,0 0-1 0 0,1 2 0 0 0,4 2-703 0 0,0-1 0 0 0,-1 1 0 0 0,1-1 0 0 0,9 5 0 0 0,-10-6 134 0 0,11 6-1682 0 0,7 4-4059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5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2384 0 0,'65'51'10401'0'0,"-40"-30"-7489"0"0,-15-8-1927 0 0,-10-13-1049 0 0,0 0 1 0 0,0 0-1 0 0,0 0 1 0 0,0 1 0 0 0,0-1-1 0 0,0 0 1 0 0,0 0-1 0 0,0 0 1 0 0,0 1-1 0 0,0-1 1 0 0,0 0 0 0 0,0 0-1 0 0,0 0 1 0 0,0 1-1 0 0,0-1 1 0 0,0 0 0 0 0,0 0-1 0 0,0 0 1 0 0,0 1-1 0 0,0-1 1 0 0,-1 0 0 0 0,1 0-1 0 0,0 0 1 0 0,0 0-1 0 0,0 0 1 0 0,0 1 0 0 0,0-1-1 0 0,-1 0 1 0 0,1 0-1 0 0,0 0 1 0 0,0 0 0 0 0,0 0-1 0 0,-1 0 1 0 0,1 1-1 0 0,-19-1-6460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9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19 636 0 0,'-7'-19'16323'0'0,"6"19"-16175"0"0,-4 2-666 0 0,3-2 932 0 0,0 1-416 0 0,-3 4 0 0 0,3-4 22 0 0,5-1-49 0 0,7 1 36 0 0,-5 0 2 0 0,8 1-2 0 0,-7-2-15 0 0,7-2 11 0 0,59 2-3 0 0,-68 0-6 0 0,1 0 12 0 0,35 0 24 0 0,-36 0-33 0 0,-1 0 16 0 0,11 2-4 0 0,-10-2 0 0 0,32 4 63 0 0,-20-2-58 0 0,-13-1-5 0 0,45 0 54 0 0,-44-1 0 0 0,5 0-85 0 0,-1-1 0 0 0,1 0 1 0 0,0 0-1 0 0,19-6 1418 0 0,-28 7-1444 0 0,0 0 0 0 0,0 0 1 0 0,0 0-1 0 0,1 0 0 0 0,-1 0 1 0 0,0 0-1 0 0,0 0 0 0 0,0 0 1 0 0,1 0-1 0 0,-1 0 0 0 0,0 0 1 0 0,0 0-1 0 0,0 0 1 0 0,1 0-1 0 0,-1 0 0 0 0,0 0 1 0 0,0 0-1 0 0,0 0 0 0 0,1 0 1 0 0,-1 0-1 0 0,0 0 0 0 0,0 0 1 0 0,0 1-1 0 0,0-1 0 0 0,0 0 1 0 0,1 0-1 0 0,-1 0 0 0 0,0 0 1 0 0,0 1-1 0 0,0-1 0 0 0,0 0 1 0 0,0 0-1 0 0,0 0 0 0 0,0 0 1 0 0,1 1-1 0 0,-1-1 0 0 0,0 0 1 0 0,-5 9-1376 0 0,-22 14-3653 0 0,17-14 787 0 0,-3 1 696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09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47 1320 0 0,'-10'12'3759'0'0,"-47"31"4989"0"0,55-41-8191 0 0,-8 5 1464 0 0,10-7-1994 0 0,1 0 0 0 0,-1 0 0 0 0,0 0 0 0 0,0 0 0 0 0,0 0 0 0 0,0 0 0 0 0,1 0 0 0 0,-1 0 0 0 0,0 0 0 0 0,0 0 0 0 0,0 0 1 0 0,0 0-1 0 0,0 0 0 0 0,1 0 0 0 0,-1 0 0 0 0,0 0 0 0 0,0 0 0 0 0,0 0 0 0 0,0 0 0 0 0,1 0 0 0 0,-1 0 0 0 0,0 0 0 0 0,0 0 0 0 0,0 0 0 0 0,0 1 0 0 0,0-1 0 0 0,1 0 0 0 0,-1 0 1 0 0,0 0-1 0 0,0 0 0 0 0,0 0 0 0 0,0 0 0 0 0,0 0 0 0 0,0 1 0 0 0,0-1 0 0 0,0 0 0 0 0,1 0 0 0 0,-1 0 0 0 0,0 0 0 0 0,0 0 0 0 0,0 1 0 0 0,0-1 0 0 0,0 0 0 0 0,0 0 0 0 0,0 0 0 0 0,0 0 1 0 0,0 1-1 0 0,0-1 0 0 0,0 0 0 0 0,0 0 0 0 0,0 0 0 0 0,0 0 0 0 0,0 0 0 0 0,0 1 0 0 0,0-1 0 0 0,0 0 0 0 0,0 0 0 0 0,-1 0 0 0 0,1 0 0 0 0,0 1 0 0 0,0-1 0 0 0,0 0 0 0 0,0 0 1 0 0,0 0-1 0 0,0 0 0 0 0,0 0 0 0 0,0 0 0 0 0,-1 1 0 0 0,26-3 497 0 0,30-8-372 0 0,48-14 32 0 0,108-22-108 0 0,-144 33-71 0 0,50-9 35 0 0,-114 22-35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48:10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2036 0 0,'1'-3'2016'0'0,"18"-67"8031"0"0,-17 66-9907 0 0,-1-1 0 0 0,1 1 0 0 0,0 0 0 0 0,1-1 0 0 0,-1 1 0 0 0,1 0 0 0 0,0 0 0 0 0,0 1 0 0 0,0-1 0 0 0,0 0 0 0 0,1 1 0 0 0,-1 0 0 0 0,1 0 0 0 0,0 0 0 0 0,6-4 0 0 0,-1 3-80 0 0,-1-1 0 0 0,1 1-1 0 0,0 0 1 0 0,0 1 0 0 0,0 0-1 0 0,19-3 1 0 0,-21 5-47 0 0,-1 1 1 0 0,0-1-1 0 0,0 2 1 0 0,1-1-1 0 0,-1 1 1 0 0,0 0-1 0 0,0 0 1 0 0,0 0-1 0 0,0 1 0 0 0,0 0 1 0 0,0 0-1 0 0,-1 1 1 0 0,1 0-1 0 0,-1 0 1 0 0,1 0-1 0 0,-1 0 1 0 0,0 1-1 0 0,0 0 1 0 0,0 0-1 0 0,-1 0 1 0 0,0 1-1 0 0,0 0 0 0 0,0-1 1 0 0,0 1-1 0 0,-1 1 1 0 0,5 8-1 0 0,-2-2 54 0 0,-1 1-1 0 0,0 0 0 0 0,-1 0 1 0 0,0 0-1 0 0,-1 0 0 0 0,-1 1 1 0 0,0 0-1 0 0,-1-1 0 0 0,0 1 0 0 0,-1 0 1 0 0,-1-1-1 0 0,-2 17 0 0 0,-3 7 150 0 0,-1 0 0 0 0,-3 0-1 0 0,-16 43 1 0 0,3-21 322 0 0,-60 108-1 0 0,-51 46 1511 0 0,122-196-1795 0 0,6-9-70 0 0,0 1 0 0 0,1-1 0 0 0,-5 12 0 0 0,9-19-63 0 0,4 0-36 0 0,10-2-47 0 0,0 1-1 0 0,0-2 1 0 0,0 0-1 0 0,0 0 1 0 0,0-2-1 0 0,0 1 1 0 0,15-8-1 0 0,9-1-32 0 0,647-158-12 0 0,-542 140 250 0 0,-139 29-236 0 0,-30 3-6578 0 0,7 1 1246 0 0,-8 3-4065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18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 0 0,'6'12'532'0'0,"-3"-3"240"0"0,2 3-328 0 0,2-3-276 0 0,3-18-1328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2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1008 0 0,'0'-9'1098'0'0,"0"-12"1018"0"0,0 0 0 0 0,7-35 0 0 0,-7 52-2012 0 0,1 0 1 0 0,-1 1-1 0 0,1-1 0 0 0,0 1 0 0 0,1-1 1 0 0,-1 0-1 0 0,0 1 0 0 0,1 0 0 0 0,0-1 0 0 0,0 1 1 0 0,0 0-1 0 0,0 0 0 0 0,0 0 0 0 0,1 0 1 0 0,-1 1-1 0 0,1-1 0 0 0,0 0 0 0 0,0 1 1 0 0,0 0-1 0 0,0 0 0 0 0,0 0 0 0 0,5-2 1 0 0,-4 3-74 0 0,1 0 0 0 0,0 0 1 0 0,-1 0-1 0 0,1 1 1 0 0,0 0-1 0 0,0 0 1 0 0,-1 0-1 0 0,1 0 0 0 0,0 1 1 0 0,0 0-1 0 0,-1 0 1 0 0,1 0-1 0 0,0 1 0 0 0,-1-1 1 0 0,0 1-1 0 0,1 0 1 0 0,-1 0-1 0 0,0 1 1 0 0,0-1-1 0 0,0 1 0 0 0,0 0 1 0 0,-1 0-1 0 0,1 0 1 0 0,5 7-1 0 0,-1-1 5 0 0,0 1 1 0 0,-1-1-1 0 0,0 1 1 0 0,0 1-1 0 0,-1-1 1 0 0,-1 1-1 0 0,0 0 1 0 0,5 17-1 0 0,-6-12 0 0 0,0 0-1 0 0,-2 0 0 0 0,0 0 1 0 0,-1 0-1 0 0,0 1 1 0 0,-1-1-1 0 0,-1 0 1 0 0,-1 0-1 0 0,0 0 1 0 0,-8 26-1 0 0,1-11 70 0 0,-2-1 0 0 0,-1-1 0 0 0,-1 0 0 0 0,-24 38 0 0 0,29-59 42 0 0,7-16-167 0 0,6-19-71 0 0,26-45-53 0 0,53-89 0 0 0,22-52 82 0 0,-106 213 62 0 0,0-1 0 0 0,1 1 0 0 0,-1 0-1 0 0,0-1 1 0 0,0 1 0 0 0,0-1 0 0 0,1 1-1 0 0,-1-1 1 0 0,0 1 0 0 0,0 0 0 0 0,0-1-1 0 0,0 1 1 0 0,0-1 0 0 0,0 1-1 0 0,0-1 1 0 0,0 1 0 0 0,0-1 0 0 0,0 1-1 0 0,0-1 1 0 0,0 1 0 0 0,0 0 0 0 0,0-1-1 0 0,0 1 1 0 0,-1-1 0 0 0,1 0 0 0 0,-10 5 2 0 0,-11 15 22 0 0,10-3 10 0 0,0 1-1 0 0,2 0 0 0 0,0 1 1 0 0,1 0-1 0 0,0 0 0 0 0,2 1 0 0 0,0-1 1 0 0,1 2-1 0 0,1-1 0 0 0,1 0 1 0 0,0 1-1 0 0,1 27 0 0 0,2-43-16 0 0,0 1-1 0 0,0 0 1 0 0,1 0 0 0 0,-1 0-1 0 0,1-1 1 0 0,0 1-1 0 0,0 0 1 0 0,1-1 0 0 0,0 1-1 0 0,-1-1 1 0 0,1 0-1 0 0,1 1 1 0 0,-1-1-1 0 0,1 0 1 0 0,-1 0 0 0 0,1-1-1 0 0,0 1 1 0 0,7 6-1 0 0,-5-7-63 0 0,-1 0 0 0 0,1 0 0 0 0,0-1 0 0 0,-1 0-1 0 0,1 0 1 0 0,0 0 0 0 0,1 0 0 0 0,-1-1 0 0 0,0 0-1 0 0,0 0 1 0 0,0 0 0 0 0,1-1 0 0 0,-1 0-1 0 0,0 0 1 0 0,1 0 0 0 0,8-2 0 0 0,-11 2-26 0 0,34-5-2459 0 0,0-1 0 0 0,51-16-1 0 0,-65 14 75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29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16 1072 0 0,'9'-15'13391'0'0,"-20"85"-9813"0"0,4 40-2456 0 0,3-41-782 0 0,3-65-349 0 0,-3 103 0 0 0,4-92-1119 0 0,1 1 0 0 0,0-1-1 0 0,1 0 1 0 0,9 29-1 0 0,-10-41 413 0 0,2 6-624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29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1724 0 0,'6'-26'8702'0'0,"-6"25"-8438"0"0,1 0 0 0 0,-1-1-1 0 0,0 1 1 0 0,1 0 0 0 0,-1 0 0 0 0,1 0-1 0 0,-1 0 1 0 0,1 0 0 0 0,0 0 0 0 0,-1-1-1 0 0,1 1 1 0 0,0 1 0 0 0,0-1-1 0 0,0 0 1 0 0,0 0 0 0 0,0 0 0 0 0,0 0-1 0 0,0 1 1 0 0,2-2 0 0 0,28-5 1345 0 0,-25 6-1476 0 0,58-10 284 0 0,77-25-1 0 0,-6-7-7438 0 0,-119 34 2162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29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23 1144 0 0,'-2'-2'1986'0'0,"-38"-18"7452"0"0,38 19-8478 0 0,1 2-764 0 0,0-1-1 0 0,0 1 1 0 0,1 0 0 0 0,-1-1 0 0 0,1 1 0 0 0,-1 0-1 0 0,0-1 1 0 0,1 1 0 0 0,-1 0 0 0 0,1 0-1 0 0,-1-1 1 0 0,1 1 0 0 0,-1 2 0 0 0,6 96 3406 0 0,13 54-2542 0 0,-2-27-957 0 0,-13-98-483 0 0,-1 1-1054 0 0,8 33 0 0 0,-8-53 182 0 0,0-1 0 0 0,1 0 0 0 0,0 0 0 0 0,7 13 0 0 0,-3-12-2512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177 157 2640 0 0,'2'-11'1205'0'0,"1"-1"0"0"0,0 0-1 0 0,1 1 1 0 0,0 0 0 0 0,1 0-1 0 0,0 0 1 0 0,9-13-1 0 0,-11 19-1081 0 0,0 1 1 0 0,1 0-1 0 0,-1 1 0 0 0,1-1 0 0 0,-1 0 0 0 0,1 1 0 0 0,1 0 0 0 0,-1 0 0 0 0,0 0 0 0 0,1 1 0 0 0,-1-1 0 0 0,1 1 0 0 0,0 0 0 0 0,-1 0 0 0 0,1 1 0 0 0,0 0 0 0 0,0-1 0 0 0,1 2 0 0 0,8-2 0 0 0,-9 2-79 0 0,0 0 0 0 0,0 0-1 0 0,0 0 1 0 0,0 1 0 0 0,0 0 0 0 0,0 0 0 0 0,0 0 0 0 0,0 0-1 0 0,0 1 1 0 0,0 0 0 0 0,-1 0 0 0 0,1 0 0 0 0,-1 1-1 0 0,1-1 1 0 0,-1 1 0 0 0,5 5 0 0 0,-6-6-30 0 0,0 1 0 0 0,-1 0 0 0 0,1 0 0 0 0,-1 1 0 0 0,0-1 0 0 0,0 0 0 0 0,0 1 0 0 0,-1-1 0 0 0,1 1 0 0 0,-1 0 0 0 0,0-1 0 0 0,0 1 0 0 0,0 0 0 0 0,0 0 0 0 0,-1 0 0 0 0,0-1 0 0 0,1 1 0 0 0,-1 0 0 0 0,-1 0 0 0 0,1 0 0 0 0,0 0 0 0 0,-2 5 0 0 0,-3 9 6 0 0,0-1-1 0 0,-1 1 1 0 0,-1-1-1 0 0,-1 0 0 0 0,0-1 1 0 0,-1 0-1 0 0,-1 0 1 0 0,-21 26-1 0 0,3-10 8 0 0,-2-1 0 0 0,-56 46 0 0 0,85-76-23 0 0,-17 14-7 0 0,18-15 4 0 0,0 0 0 0 0,-1 0 0 0 0,1 1 0 0 0,0-1-1 0 0,0 0 1 0 0,-1 0 0 0 0,1 0 0 0 0,0 1 0 0 0,0-1 0 0 0,-1 0 0 0 0,1 0 0 0 0,0 0 0 0 0,0 1 0 0 0,0-1-1 0 0,0 0 1 0 0,-1 1 0 0 0,1-1 0 0 0,0 0 0 0 0,0 0 0 0 0,0 1 0 0 0,0-1 0 0 0,0 0 0 0 0,0 1 0 0 0,0-1-1 0 0,0 0 1 0 0,0 0 0 0 0,0 1 0 0 0,0-1 0 0 0,0 0 0 0 0,0 1 0 0 0,0-1 0 0 0,0 0 0 0 0,0 1 0 0 0,0-1 0 0 0,0 0-1 0 0,0 0 1 0 0,0 1 0 0 0,0-1 0 0 0,1 0 0 0 0,-1 1 0 0 0,0-1 0 0 0,0 0 0 0 0,0 0 0 0 0,1 1 0 0 0,-1-1-1 0 0,0 0 1 0 0,0 0 0 0 0,0 0 0 0 0,1 1 0 0 0,-1-1 0 0 0,0 0 0 0 0,1 0 0 0 0,-1 0 0 0 0,0 0 0 0 0,0 0-1 0 0,1 0 1 0 0,-1 1 0 0 0,0-1 0 0 0,1 0 0 0 0,-1 0 0 0 0,0 0 0 0 0,1 0 0 0 0,-1 0 0 0 0,0 0 0 0 0,1 0-1 0 0,46 1 207 0 0,-35-2-96 0 0,0 1 0 0 0,0 1 0 0 0,0 0-1 0 0,14 3 1 0 0,-10 0 92 0 0,0 1 0 0 0,-1 1 0 0 0,0 0 0 0 0,22 12 0 0 0,-31-14-104 0 0,1 0 1 0 0,-1 0-1 0 0,0 0 1 0 0,0 1-1 0 0,-1 0 0 0 0,1 1 1 0 0,-1-1-1 0 0,0 1 1 0 0,-1 0-1 0 0,1 0 0 0 0,6 13 1 0 0,-10-15-35 0 0,0 0 1 0 0,1 0-1 0 0,-1 0 1 0 0,-1 1-1 0 0,1-1 1 0 0,-1 0-1 0 0,0 0 1 0 0,0 1-1 0 0,0-1 1 0 0,0 0-1 0 0,-1 0 1 0 0,1 0-1 0 0,-1 1 1 0 0,0-1-1 0 0,-1 0 1 0 0,-2 7-1 0 0,-2 1 104 0 0,0 0-1 0 0,-1 0 1 0 0,-15 20-1 0 0,13-21-79 0 0,0-1-1 0 0,-1 0 0 0 0,0 0 1 0 0,-1-1-1 0 0,0-1 0 0 0,-1 1 0 0 0,0-2 1 0 0,0 0-1 0 0,0 0 0 0 0,-1-1 1 0 0,0-1-1 0 0,0 0 0 0 0,-15 3 1 0 0,16-5-67 0 0,0 0 0 0 0,-1-1 0 0 0,1 0 0 0 0,-1-1 0 0 0,1-1 0 0 0,-1 0 0 0 0,0 0 0 0 0,1-1 0 0 0,0-1 0 0 0,-1 0 0 0 0,1-1 1 0 0,0 0-1 0 0,0-1 0 0 0,-21-10 0 0 0,30 13-63 0 0,0 0-1 0 0,1-1 1 0 0,-1 1 0 0 0,1-1 0 0 0,0 0 0 0 0,-1 1 0 0 0,1-1 0 0 0,0 0 0 0 0,0-1 0 0 0,0 1-1 0 0,0 0 1 0 0,0 0 0 0 0,1-1 0 0 0,-1 1 0 0 0,1-1 0 0 0,0 0 0 0 0,-1 1 0 0 0,1-1-1 0 0,0 0 1 0 0,1 0 0 0 0,-1 0 0 0 0,0-3 0 0 0,1 2-156 0 0,0 1-1 0 0,1-1 1 0 0,-1 0-1 0 0,1 1 1 0 0,0-1 0 0 0,0 0-1 0 0,0 1 1 0 0,1 0-1 0 0,-1-1 1 0 0,1 1-1 0 0,0 0 1 0 0,0 0 0 0 0,0 0-1 0 0,0 0 1 0 0,0 0-1 0 0,1 0 1 0 0,3-3 0 0 0,4-2-967 0 0,0 0 0 0 0,0 1 0 0 0,1 0 0 0 0,0 1 0 0 0,0 0 0 0 0,0 1 0 0 0,18-6 0 0 0,-22 8-125 0 0,15-5-3652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0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1812 0 0,'36'-35'7468'0'0,"-30"31"-6721"0"0,-1 0 0 0 0,1 0 0 0 0,0 0 0 0 0,12-4-1 0 0,-14 6-631 0 0,0 1 0 0 0,1-1-1 0 0,-1 1 1 0 0,0 1-1 0 0,0-1 1 0 0,0 1 0 0 0,1-1-1 0 0,-1 1 1 0 0,0 0-1 0 0,1 1 1 0 0,-1-1-1 0 0,0 1 1 0 0,0 0 0 0 0,0 0-1 0 0,0 0 1 0 0,0 0-1 0 0,0 1 1 0 0,0 0 0 0 0,0 0-1 0 0,6 4 1 0 0,-6-4-59 0 0,0 0 0 0 0,-1 1 1 0 0,1 0-1 0 0,-1 0 0 0 0,0 0 0 0 0,0 0 1 0 0,0 0-1 0 0,0 1 0 0 0,-1 0 0 0 0,1-1 1 0 0,-1 1-1 0 0,0 0 0 0 0,0 0 0 0 0,-1 0 1 0 0,1 0-1 0 0,1 6 0 0 0,-2-3-12 0 0,0-1 1 0 0,-1 1-1 0 0,1 0 0 0 0,-1-1 0 0 0,-1 1 0 0 0,0-1 0 0 0,1 1 0 0 0,-2-1 1 0 0,-3 13-1 0 0,-3 1 5 0 0,-1 0 1 0 0,0 0 0 0 0,-2-1-1 0 0,0 0 1 0 0,-21 26-1 0 0,14-22 29 0 0,-2-1 0 0 0,-39 37 0 0 0,58-58-82 0 0,2-3 1 0 0,-1 0-1 0 0,1 1 1 0 0,0-1 0 0 0,0 0 0 0 0,1 0 0 0 0,-1 0 0 0 0,0 1 0 0 0,1-1 0 0 0,-1 1 0 0 0,1-1 0 0 0,-1 1 0 0 0,1-1 0 0 0,0 1 0 0 0,2-1 0 0 0,5-6-4 0 0,98-91-92 0 0,-67 65 68 0 0,-2-1 1 0 0,-1-2 0 0 0,58-78 0 0 0,-92 111 35 0 0,-2 2-5 0 0,1 0 0 0 0,-1 1 0 0 0,0-1 0 0 0,0 0-1 0 0,0 1 1 0 0,0-1 0 0 0,-1 0 0 0 0,1 0 0 0 0,0 0 0 0 0,-1 0 0 0 0,1 0 0 0 0,-1-2 0 0 0,0 3-2 0 0,1 1 1 0 0,-1-1-1 0 0,0 0 1 0 0,0 1-1 0 0,0-1 1 0 0,0 0-1 0 0,0 0 1 0 0,0 1 0 0 0,0-1-1 0 0,0 0 1 0 0,0 1-1 0 0,0-1 1 0 0,-1 0-1 0 0,1 1 1 0 0,0-1-1 0 0,0 0 1 0 0,-1 1-1 0 0,1-1 1 0 0,0 1-1 0 0,-1-1 1 0 0,1 0-1 0 0,0 1 1 0 0,-1-1-1 0 0,1 1 1 0 0,-1-1-1 0 0,1 1 1 0 0,-1-1-1 0 0,1 1 1 0 0,-1 0-1 0 0,0-1 1 0 0,1 1-1 0 0,-1 0 1 0 0,1-1-1 0 0,-1 1 1 0 0,0 0-1 0 0,1 0 1 0 0,-1-1-1 0 0,0 1 1 0 0,1 0-1 0 0,-1 0 1 0 0,0 0-1 0 0,1 0 1 0 0,-1 0 0 0 0,0 0-1 0 0,0 0 1 0 0,1 0-1 0 0,-1 0 1 0 0,0 1-1 0 0,1-1 1 0 0,-1 0-1 0 0,0 0 1 0 0,1 0-1 0 0,-1 1 1 0 0,1-1-1 0 0,-1 0 1 0 0,-1 1-1 0 0,-5 3 12 0 0,0 0-1 0 0,0 1 0 0 0,1 0 1 0 0,-1-1-1 0 0,1 2 1 0 0,0-1-1 0 0,1 1 0 0 0,-1 0 1 0 0,1 0-1 0 0,-8 12 1 0 0,-3 9 188 0 0,-18 40 0 0 0,33-65-193 0 0,-3 5 25 0 0,1 2 0 0 0,0-1 0 0 0,0 0 0 0 0,1 0 0 0 0,0 1 0 0 0,1 0 1 0 0,0-1-1 0 0,0 1 0 0 0,1 0 0 0 0,0 13 0 0 0,1-17-25 0 0,0-1-1 0 0,-1 1 1 0 0,2-1 0 0 0,-1 0-1 0 0,0 1 1 0 0,1-1 0 0 0,0 0-1 0 0,0 0 1 0 0,0 0 0 0 0,0 0-1 0 0,1 0 1 0 0,-1 0 0 0 0,1-1-1 0 0,0 1 1 0 0,0-1 0 0 0,1 0 0 0 0,-1 0-1 0 0,1 0 1 0 0,-1 0 0 0 0,1 0-1 0 0,6 2 1 0 0,9 4-419 0 0,0-2 0 0 0,0-1 0 0 0,1 0 0 0 0,-1-1 0 0 0,1-1 0 0 0,27 2 0 0 0,-2-3-3932 0 0,78-6 0 0 0,-85 0 409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1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15 684 0 0,'-4'0'2181'0'0,"-43"0"4986"0"0,44 0-6142 0 0,0 0-156 0 0,2 0-1186 0 0,0 0 388 0 0,1 0 1 0 0,0 0 0 0 0,-1 0 0 0 0,1 0 0 0 0,0 0 0 0 0,0 0-1 0 0,-1 0 1 0 0,1 0 0 0 0,0 1 0 0 0,-1-1 0 0 0,1 0 0 0 0,0 0 0 0 0,0 0-1 0 0,-1 0 1 0 0,1-1 0 0 0,0 1 0 0 0,-1 0 0 0 0,1 0 0 0 0,0 0 0 0 0,0 0-1 0 0,-1 0 1 0 0,1 0 0 0 0,0 0 0 0 0,0 0 0 0 0,-1-1 0 0 0,1 1 0 0 0,0 0-1 0 0,0 0 1 0 0,-1 0 0 0 0,1-1 0 0 0,0 1 0 0 0,0 0 0 0 0,0 0-1 0 0,-1 0 1 0 0,1-1 0 0 0,0 1 0 0 0,0 0 0 0 0,0 0 0 0 0,0-1 0 0 0,0 1-1 0 0,0 0 1 0 0,0-1 0 0 0,-1 1 0 0 0,1 0 0 0 0,0 0 0 0 0,0-1 0 0 0,0 1-1 0 0,0 0 1 0 0,0-1 0 0 0,0 1 0 0 0,0 0 0 0 0,0 0 0 0 0,1-1 0 0 0,-1 1-1 0 0,0 0 1 0 0,0-1 0 0 0,4-1 320 0 0,5 0-219 0 0,1 1-1 0 0,-1 1 1 0 0,1 0-1 0 0,-1 0 1 0 0,1 1-1 0 0,-1 0 1 0 0,1 0-1 0 0,-1 1 1 0 0,12 4-1 0 0,-18-5-131 0 0,0 0 0 0 0,0 0 0 0 0,0 1 0 0 0,0-1 0 0 0,0 1 0 0 0,-1-1-1 0 0,1 1 1 0 0,0 0 0 0 0,-1 0 0 0 0,0 0 0 0 0,1 0 0 0 0,-1 1 0 0 0,0-1 0 0 0,0 1 0 0 0,0-1-1 0 0,-1 1 1 0 0,1 0 0 0 0,-1-1 0 0 0,1 1 0 0 0,-1 0 0 0 0,0 0 0 0 0,0 0 0 0 0,0 0-1 0 0,-1 0 1 0 0,1 0 0 0 0,-1 1 0 0 0,1-1 0 0 0,-1 0 0 0 0,0 0 0 0 0,0 0 0 0 0,0 0 0 0 0,-2 5-1 0 0,0 5 133 0 0,-2 0-1 0 0,1 0 0 0 0,-1-1 0 0 0,-1 1 0 0 0,-12 20 0 0 0,-40 56 693 0 0,7-12-208 0 0,26-41-449 0 0,17-26-133 0 0,0 1 0 0 0,0 0 1 0 0,-5 14-1 0 0,11-25-71 0 0,1 1 1 0 0,0-1-1 0 0,0 1 1 0 0,-1-1-1 0 0,1 1 0 0 0,0-1 1 0 0,0 1-1 0 0,0-1 1 0 0,0 1-1 0 0,0-1 0 0 0,0 1 1 0 0,0-1-1 0 0,0 1 1 0 0,0-1-1 0 0,0 1 0 0 0,0-1 1 0 0,0 1-1 0 0,0-1 1 0 0,0 1-1 0 0,0-1 0 0 0,1 1 1 0 0,-1-1-1 0 0,0 1 1 0 0,0-1-1 0 0,1 0 0 0 0,-1 1 1 0 0,0-1-1 0 0,0 1 1 0 0,1-1-1 0 0,-1 0 0 0 0,1 1 1 0 0,-1-1-1 0 0,0 0 1 0 0,1 1-1 0 0,-1-1 0 0 0,1 0 1 0 0,-1 1-1 0 0,0-1 1 0 0,1 0-1 0 0,-1 0 0 0 0,1 0 1 0 0,-1 1-1 0 0,1-1 1 0 0,-1 0-1 0 0,1 0 0 0 0,-1 0 1 0 0,1 0-1 0 0,-1 0 1 0 0,1 0-1 0 0,-1 0 0 0 0,1 0 1 0 0,-1 0-1 0 0,1 0 1 0 0,0-1-1 0 0,31-4 38 0 0,-30 4-41 0 0,76-22-546 0 0,82-37 1 0 0,-69 25-899 0 0,130-55-3971 0 0,-75 27-1240 0 0,-76 32 1139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135 121 24 0 0,'-130'7'17458'0'0,"129"-7"-17444"0"0,1 0 1 0 0,0 0 0 0 0,0 0-1 0 0,0 0 1 0 0,0 0 0 0 0,0 0 0 0 0,-1 0-1 0 0,1-1 1 0 0,0 1 0 0 0,0 0 0 0 0,0 0-1 0 0,0 0 1 0 0,0 0 0 0 0,-1 0-1 0 0,1 0 1 0 0,0 0 0 0 0,0 0 0 0 0,0 0-1 0 0,0-1 1 0 0,0 1 0 0 0,0 0-1 0 0,0 0 1 0 0,0 0 0 0 0,-1 0 0 0 0,1 0-1 0 0,0 0 1 0 0,0-1 0 0 0,0 1 0 0 0,0 0-1 0 0,0 0 1 0 0,0 0 0 0 0,0 0-1 0 0,0 0 1 0 0,0-1 0 0 0,0 1 0 0 0,0 0-1 0 0,0 0 1 0 0,0 0 0 0 0,0 0-1 0 0,0-1 1 0 0,0 1 0 0 0,0 0 0 0 0,0 0-1 0 0,0 0 1 0 0,0 0 0 0 0,0 0 0 0 0,0-1-1 0 0,0 1 1 0 0,1 0 0 0 0,-1 0-1 0 0,0 0 1 0 0,5-8 185 0 0,10-1-86 0 0,0 2 1 0 0,1-1-1 0 0,-1 2 0 0 0,1 0 0 0 0,19-4 1 0 0,-12 3-102 0 0,-1 0-163 0 0,106-30-2000 0 0,-43 21-3828 0 0,-68 16 1097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1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97 123 1648 0 0,'-36'26'5166'0'0,"20"-16"-1011"0"0,-23 21 1 0 0,36-28-2576 0 0,3-3-1559 0 0,0 0 0 0 0,0 0 0 0 0,0 0-1 0 0,0 0 1 0 0,0 0 0 0 0,-1 0 0 0 0,1 1 0 0 0,0-1 0 0 0,0 0 0 0 0,0 0-1 0 0,0 0 1 0 0,0 0 0 0 0,0 0 0 0 0,0 0 0 0 0,0 0 0 0 0,0 0 0 0 0,-1 0-1 0 0,1 0 1 0 0,0 0 0 0 0,0 0 0 0 0,0 1 0 0 0,0-1 0 0 0,0 0 0 0 0,0 0-1 0 0,0 0 1 0 0,0 0 0 0 0,0 0 0 0 0,0 0 0 0 0,0 0 0 0 0,0 0 0 0 0,0 1-1 0 0,0-1 1 0 0,0 0 0 0 0,0 0 0 0 0,0 0 0 0 0,0 0 0 0 0,0 0 0 0 0,0 0-1 0 0,0 0 1 0 0,0 1 0 0 0,0-1 0 0 0,0 0 0 0 0,0 0 0 0 0,0 0 0 0 0,0 0-1 0 0,0 0 1 0 0,0 0 0 0 0,0 0 0 0 0,1 0 0 0 0,-1 0 0 0 0,0 1 0 0 0,0-1-1 0 0,0 0 1 0 0,0 0 0 0 0,0 0 0 0 0,38-7 13 0 0,0-2 1 0 0,-1-1-1 0 0,48-20 0 0 0,-64 22-356 0 0,139-54-3713 0 0,-57 11-2764 0 0,-67 31 2349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124 145 1740 0 0,'-17'-10'3359'0'0,"0"0"0"0"0,1-1 0 0 0,-27-24 0 0 0,42 34-3249 0 0,0 1 1 0 0,0-1-1 0 0,0 0 1 0 0,0 0-1 0 0,0 0 0 0 0,1 0 1 0 0,-1 0-1 0 0,0 0 0 0 0,1 0 1 0 0,-1 0-1 0 0,1 0 1 0 0,-1 0-1 0 0,1-1 0 0 0,0 1 1 0 0,-1 0-1 0 0,1 0 0 0 0,0 0 1 0 0,0-1-1 0 0,0 1 0 0 0,0 0 1 0 0,0 0-1 0 0,0 0 1 0 0,0-2-1 0 0,1 1-45 0 0,-1 1-1 0 0,1-1 1 0 0,0 1 0 0 0,0-1 0 0 0,0 1 0 0 0,0-1-1 0 0,0 1 1 0 0,0 0 0 0 0,1-1 0 0 0,-1 1-1 0 0,0 0 1 0 0,1 0 0 0 0,-1 0 0 0 0,2-1 0 0 0,5-2 34 0 0,-1 0 0 0 0,1 1 1 0 0,0 0-1 0 0,0 0 1 0 0,10-1-1 0 0,-1 0 0 0 0,1 2 0 0 0,-1 0 0 0 0,0 1 0 0 0,1 1 0 0 0,-1 0 0 0 0,28 5 0 0 0,-37-4-69 0 0,1 1 0 0 0,-1 0 0 0 0,0 0-1 0 0,0 1 1 0 0,0 0 0 0 0,0 0 0 0 0,0 1-1 0 0,0 0 1 0 0,-1 0 0 0 0,0 1 0 0 0,0 0-1 0 0,0 0 1 0 0,0 1 0 0 0,-1 0 0 0 0,7 8 0 0 0,-11-11-14 0 0,0 0 0 0 0,0 0 0 0 0,0 0 0 0 0,0 1 1 0 0,-1-1-1 0 0,1 1 0 0 0,-1 0 0 0 0,0-1 1 0 0,0 1-1 0 0,0 0 0 0 0,-1 0 0 0 0,1-1 1 0 0,-1 1-1 0 0,0 4 0 0 0,-1-2 3 0 0,1 0 0 0 0,-1 1 0 0 0,-1-1-1 0 0,1 0 1 0 0,-1 0 0 0 0,-1 0 0 0 0,-4 10 0 0 0,-5 3 18 0 0,0 0 1 0 0,-1-1 0 0 0,-27 29-1 0 0,31-37-21 0 0,-77 80 1414 0 0,84-88-1236 0 0,-5 1 157 0 0,18-6-274 0 0,-1-2-67 0 0,0 1-1 0 0,1 0 0 0 0,-1 0 0 0 0,1 1 0 0 0,0 1 0 0 0,0-1 0 0 0,0 2 0 0 0,0-1 0 0 0,1 2 0 0 0,-1 0 0 0 0,0 0 0 0 0,21 3 0 0 0,-23-1 23 0 0,0 1-1 0 0,0-1 0 0 0,0 1 0 0 0,0 1 0 0 0,0 0 0 0 0,-1 0 1 0 0,0 1-1 0 0,0 0 0 0 0,0 0 0 0 0,-1 1 0 0 0,1 0 1 0 0,-1 0-1 0 0,-1 1 0 0 0,1 0 0 0 0,10 14 0 0 0,-13-15 12 0 0,0 1 0 0 0,0-1 0 0 0,0 1 0 0 0,-1-1 0 0 0,0 1 0 0 0,-1 0 0 0 0,1 0 0 0 0,-2 1 0 0 0,1-1 0 0 0,-1 0 0 0 0,1 1 0 0 0,-2-1 0 0 0,1 1 0 0 0,-1-1 0 0 0,-1 0 0 0 0,1 1 0 0 0,-3 10 0 0 0,0-8-13 0 0,0-1 0 0 0,0 0 1 0 0,-1 0-1 0 0,0 0 0 0 0,0-1 1 0 0,-1 1-1 0 0,0-1 0 0 0,-1 0 1 0 0,0 0-1 0 0,0-1 0 0 0,-1 0 1 0 0,0 0-1 0 0,-8 6 0 0 0,-2 0-107 0 0,1 0 0 0 0,-2-2 0 0 0,0 0 0 0 0,0-1 0 0 0,-1-1 0 0 0,0-1 0 0 0,-1-1 0 0 0,-30 8-1 0 0,17-8-1476 0 0,0-2 0 0 0,0-1-1 0 0,-1-1 1 0 0,-50-3 0 0 0,42-2-1234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4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1 508 0 0,'0'0'3697'0'0,"-4"14"-1315"0"0,5-12-2239 0 0,1-1 1 0 0,-1 1 0 0 0,0-1 0 0 0,0 1 0 0 0,1-1-1 0 0,-1 1 1 0 0,1-1 0 0 0,0 0 0 0 0,-1 0 0 0 0,1 0-1 0 0,0 0 1 0 0,-1 0 0 0 0,1 0 0 0 0,0 0 0 0 0,0-1-1 0 0,0 1 1 0 0,2 0 0 0 0,36 6 999 0 0,-13-7-752 0 0,36-4 1 0 0,-45 1-265 0 0,0 2 0 0 0,1 0 0 0 0,-1 1 1 0 0,0 0-1 0 0,1 2 0 0 0,30 6 0 0 0,-46-7-98 0 0,0 0-1 0 0,-1 0 1 0 0,1 0-1 0 0,0 1 1 0 0,-1-1-1 0 0,1 1 1 0 0,-1-1-1 0 0,1 1 1 0 0,-1 0 0 0 0,0 0-1 0 0,0 0 1 0 0,0 0-1 0 0,0 0 1 0 0,0 1-1 0 0,0-1 1 0 0,-1 1-1 0 0,3 4 1 0 0,-2-2 1 0 0,0 0-1 0 0,-1 0 1 0 0,1 0-1 0 0,-1 0 1 0 0,-1 0-1 0 0,1 0 1 0 0,-1 0-1 0 0,0 0 1 0 0,0 8 0 0 0,-3 6 47 0 0,-1 1 0 0 0,0-1 0 0 0,-1 0 0 0 0,-10 22 1 0 0,4-14 64 0 0,-1-1 1 0 0,-1-1 0 0 0,-18 26 0 0 0,-54 66 371 0 0,56-79-357 0 0,28-37-151 0 0,3-4-8 0 0,0 0 1 0 0,0 0-1 0 0,0 0 1 0 0,1 0-1 0 0,0 0 1 0 0,-1 0-1 0 0,6-3 0 0 0,1-3-14 0 0,81-83-13 0 0,-31 33 42 0 0,73-95 0 0 0,-120 138-3 0 0,31-47 11 0 0,-39 57-19 0 0,-1-1 0 0 0,1 0 0 0 0,-1 0-1 0 0,-1 0 1 0 0,1-1 0 0 0,-1 1 0 0 0,1-11 0 0 0,-2 15-3 0 0,-1 2 0 0 0,0 0 1 0 0,0 1 0 0 0,0-1-1 0 0,0 0 1 0 0,0 1-1 0 0,0-1 1 0 0,0 0 0 0 0,0 0-1 0 0,0 1 1 0 0,0-1-1 0 0,0 0 1 0 0,-1 1 0 0 0,1-1-1 0 0,0 0 1 0 0,0 1 0 0 0,-1-1-1 0 0,1 0 1 0 0,0 1-1 0 0,-1-2 1 0 0,0 1-1 0 0,1 0 0 0 0,-1 1-1 0 0,1-1 1 0 0,-1 0 0 0 0,1 0 0 0 0,-1 1 0 0 0,1-1-1 0 0,-1 0 1 0 0,1 1 0 0 0,-1-1 0 0 0,0 0 0 0 0,0 1 0 0 0,1-1-1 0 0,-1 1 1 0 0,0-1 0 0 0,0 1 0 0 0,1 0 0 0 0,-1-1-1 0 0,0 1 1 0 0,0 0 0 0 0,0-1 0 0 0,0 1 0 0 0,0 0-1 0 0,0 0 1 0 0,1 0 0 0 0,-1 0 0 0 0,0 0 0 0 0,0 0-1 0 0,0 0 1 0 0,0 0 0 0 0,0 0 0 0 0,0 1 0 0 0,0-1 0 0 0,1 0-1 0 0,-1 0 1 0 0,0 1 0 0 0,0-1 0 0 0,0 1 0 0 0,0-1-1 0 0,1 0 1 0 0,-2 2 0 0 0,-7 5-3 0 0,1 0 0 0 0,1 1 1 0 0,-1 1-1 0 0,1-1 0 0 0,0 1 0 0 0,1 0 0 0 0,0 0 1 0 0,1 1-1 0 0,0 0 0 0 0,-6 15 0 0 0,3-5 7 0 0,2 0-1 0 0,0 1 1 0 0,1-1-1 0 0,-4 37 1 0 0,8-47 1 0 0,0 0 1 0 0,1 0-1 0 0,0 0 1 0 0,1 0 0 0 0,1 0-1 0 0,-1-1 1 0 0,1 1-1 0 0,1 0 1 0 0,0 0-1 0 0,0-1 1 0 0,6 10 0 0 0,-6-13 0 0 0,0 0 1 0 0,1-1 0 0 0,0 1 0 0 0,0-1 0 0 0,1 0-1 0 0,-1 0 1 0 0,1 0 0 0 0,0-1 0 0 0,0 0 0 0 0,1 0-1 0 0,-1 0 1 0 0,1-1 0 0 0,0 0 0 0 0,0 0 0 0 0,0 0-1 0 0,0 0 1 0 0,10 1 0 0 0,2 0-5 0 0,-1-1 1 0 0,1-1-1 0 0,-1-1 0 0 0,1 0 1 0 0,0-1-1 0 0,29-5 0 0 0,-42 5-125 0 0,-1 0 1 0 0,1-1-1 0 0,0 0 0 0 0,0 0 0 0 0,-1 0 0 0 0,1 0 0 0 0,-1-1 0 0 0,1 0 1 0 0,-1 0-1 0 0,8-4 0 0 0,7-5-5327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1396 0 0,'21'-13'7130'0'0,"-20"12"-6888"0"0,0 0 0 0 0,0 1-1 0 0,0-1 1 0 0,0 1 0 0 0,0-1-1 0 0,1 1 1 0 0,-1-1 0 0 0,0 1 0 0 0,0 0-1 0 0,1 0 1 0 0,-1-1 0 0 0,0 1 0 0 0,0 0-1 0 0,1 0 1 0 0,-1 0 0 0 0,0 0 0 0 0,0 1-1 0 0,1-1 1 0 0,-1 0 0 0 0,0 1-1 0 0,0-1 1 0 0,1 0 0 0 0,-1 1 0 0 0,1 0-1 0 0,0 1-43 0 0,0-1-1 0 0,-1 1 1 0 0,1-1-1 0 0,-1 1 0 0 0,1 0 1 0 0,-1-1-1 0 0,0 1 0 0 0,0 0 1 0 0,0 0-1 0 0,0 0 1 0 0,0 0-1 0 0,0 0 0 0 0,0 0 1 0 0,-1 1-1 0 0,1 1 1 0 0,5 23 503 0 0,-2 0 1 0 0,0 0 0 0 0,-2 53-1 0 0,-13 83-153 0 0,6-107-357 0 0,2-17-399 0 0,-14 60 0 0 0,15-75-1389 0 0,1-9-2590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0 131 832 0 0,'7'-23'16491'0'0,"-6"23"-16430"0"0,-1 0 1 0 0,1-1-1 0 0,-1 1 1 0 0,1 0-1 0 0,-1-1 1 0 0,1 1-1 0 0,-1 0 1 0 0,1 0-1 0 0,-1-1 1 0 0,1 1 0 0 0,0 0-1 0 0,-1 0 1 0 0,1 0-1 0 0,-1 0 1 0 0,1 0-1 0 0,-1 0 1 0 0,1 0-1 0 0,0 0 1 0 0,-1 0-1 0 0,1 0 1 0 0,0 0-1 0 0,2 1 149 0 0,1-2-32 0 0,39-5-178 0 0,1-2 1 0 0,-1-3-1 0 0,-1-1 1 0 0,47-20-1 0 0,-59 21-751 0 0,-19 7-1329 0 0,0 0 0 0 0,0-1-1 0 0,11-7 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5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30 2248 0 0,'-55'-27'11199'0'0,"53"26"-10477"0"0,1 1-536 0 0,1 0 1 0 0,-1-1 0 0 0,0 1-1 0 0,0 0 1 0 0,0 0 0 0 0,1-1-1 0 0,-1 1 1 0 0,0 0 0 0 0,0 0-1 0 0,0 0 1 0 0,1 0 0 0 0,-1 0 0 0 0,0 0-1 0 0,-1 0 1 0 0,1 2-69 0 0,0 0 0 0 0,0 0 0 0 0,0-1 0 0 0,0 1 0 0 0,0 0 0 0 0,0 0 0 0 0,1 0 0 0 0,-1 0 0 0 0,1 0 0 0 0,0 0-1 0 0,-1 0 1 0 0,1 0 0 0 0,0 0 0 0 0,0 0 0 0 0,0-1 0 0 0,1 5 0 0 0,7 40 772 0 0,-3-25-563 0 0,36 361 514 0 0,-41-369-1595 0 0,6 43-1811 0 0,-6-53 1441 0 0,1 1 0 0 0,0-1-1 0 0,0 0 1 0 0,1 0 0 0 0,-1 0 0 0 0,1 0-1 0 0,-1 0 1 0 0,3 3 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5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90 192 808 0 0,'-23'-14'2879'0'0,"18"11"-2385"0"0,0 1 1 0 0,0-1-1 0 0,0 0 1 0 0,0 0-1 0 0,1-1 1 0 0,0 1-1 0 0,-1-1 1 0 0,1 0-1 0 0,1 0 0 0 0,-1 0 1 0 0,0-1-1 0 0,1 0 1 0 0,0 1-1 0 0,-4-9 1 0 0,7 11-447 0 0,0 1 1 0 0,-1 0 0 0 0,1-1 0 0 0,0 1 0 0 0,0 0 0 0 0,0-1-1 0 0,0 1 1 0 0,1 0 0 0 0,-1-1 0 0 0,0 1 0 0 0,0 0-1 0 0,1 0 1 0 0,-1-1 0 0 0,1 1 0 0 0,-1 0 0 0 0,1 0-1 0 0,0 0 1 0 0,-1-1 0 0 0,1 1 0 0 0,0 0 0 0 0,1-1 0 0 0,0 0 31 0 0,0 0 1 0 0,0 0 0 0 0,0 0 0 0 0,0 0 0 0 0,0 0 0 0 0,1 1 0 0 0,-1-1 0 0 0,4-1 0 0 0,0 1 8 0 0,1 0 0 0 0,-1 0 0 0 0,1 0 1 0 0,0 1-1 0 0,0 0 0 0 0,-1 1 0 0 0,1-1 0 0 0,0 1 0 0 0,0 1 1 0 0,0-1-1 0 0,0 1 0 0 0,-1 0 0 0 0,1 1 0 0 0,0-1 0 0 0,-1 2 1 0 0,1-1-1 0 0,-1 1 0 0 0,0-1 0 0 0,0 2 0 0 0,0-1 0 0 0,7 6 1 0 0,-7-6-19 0 0,-1 1 0 0 0,0 1-1 0 0,0-1 1 0 0,0 1 0 0 0,-1-1 0 0 0,0 1 0 0 0,0 1 0 0 0,0-1 0 0 0,0 0 0 0 0,-1 1 0 0 0,0 0 0 0 0,0 0 0 0 0,0 0 0 0 0,-1 0 0 0 0,0 0 0 0 0,0 1 0 0 0,-1-1 0 0 0,0 0 0 0 0,0 1 0 0 0,0-1 0 0 0,-1 1 0 0 0,0 7 0 0 0,-2-1 65 0 0,0 0 1 0 0,-1 0-1 0 0,-1 0 1 0 0,0-1-1 0 0,-9 20 1 0 0,-35 57 726 0 0,41-72-485 0 0,17-24-286 0 0,24-27-150 0 0,-31 30 86 0 0,287-337 53 0 0,-273 305 70 0 0,-16 34-149 0 0,-4 2 15 0 0,0 0-14 0 0,0 0-1 0 0,-1 1 1 0 0,1 0 0 0 0,0-1-1 0 0,0 1 1 0 0,0 0 0 0 0,0 1-1 0 0,0-1 1 0 0,0 0 0 0 0,0 1-1 0 0,0 0 1 0 0,0-1 0 0 0,1 1-1 0 0,-1 0 1 0 0,-2 3 0 0 0,-39 39 110 0 0,42-43-108 0 0,-17 20 47 0 0,1 0-1 0 0,1 2 1 0 0,0 0 0 0 0,2 0 0 0 0,1 1-1 0 0,1 1 1 0 0,0 1 0 0 0,-11 37 0 0 0,23-58-47 0 0,-1-1 1 0 0,1 1-1 0 0,0-1 0 0 0,1 1 1 0 0,-1 0-1 0 0,1 0 1 0 0,0-1-1 0 0,0 1 0 0 0,0 0 1 0 0,1 0-1 0 0,0-1 1 0 0,0 1-1 0 0,0 0 0 0 0,0-1 1 0 0,1 1-1 0 0,0-1 0 0 0,0 0 1 0 0,0 1-1 0 0,0-1 1 0 0,1 0-1 0 0,-1 0 0 0 0,1-1 1 0 0,4 5-1 0 0,0-1-68 0 0,0-2 0 0 0,0 1 0 0 0,1-1-1 0 0,0 0 1 0 0,-1-1 0 0 0,2 1 0 0 0,-1-2-1 0 0,0 1 1 0 0,1-1 0 0 0,0 0 0 0 0,10 1-1 0 0,-2-1-705 0 0,0 0-1 0 0,0-2 0 0 0,0 0 0 0 0,0-1 1 0 0,32-4-1 0 0,38-13-6245 0 0,-57 10 2182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6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54 732 0 0,'0'-14'6511'0'0,"0"13"-5995"0"0,0-1-1 0 0,0 0 0 0 0,0 0 0 0 0,0 1 1 0 0,1-1-1 0 0,-1 0 0 0 0,1 0 0 0 0,-1 1 1 0 0,1-1-1 0 0,0-1 0 0 0,0 1-371 0 0,0 1 0 0 0,1 0 1 0 0,-1-1-1 0 0,0 1 0 0 0,1 0 0 0 0,-1 0 0 0 0,0 0 1 0 0,1 0-1 0 0,-1 0 0 0 0,1 0 0 0 0,0 0 0 0 0,-1 0 1 0 0,1 1-1 0 0,0-1 0 0 0,-1 1 0 0 0,1-1 0 0 0,0 1 1 0 0,3-1-1 0 0,0 0-27 0 0,1 1 0 0 0,-1-1 0 0 0,0 1 0 0 0,1 0 0 0 0,-1 1 0 0 0,1-1 0 0 0,-1 1 0 0 0,1 0 0 0 0,-1 0 0 0 0,0 1 0 0 0,0 0-1 0 0,0 0 1 0 0,0 0 0 0 0,0 0 0 0 0,9 6 0 0 0,-11-5-30 0 0,1 0 0 0 0,-1 0-1 0 0,0 0 1 0 0,0 0 0 0 0,0 1 0 0 0,0-1-1 0 0,0 1 1 0 0,-1 0 0 0 0,0-1-1 0 0,0 1 1 0 0,0 1 0 0 0,0-1 0 0 0,0 0-1 0 0,-1 0 1 0 0,0 1 0 0 0,0-1-1 0 0,0 0 1 0 0,0 1 0 0 0,-1-1-1 0 0,0 7 1 0 0,0 3 104 0 0,-1 0 0 0 0,-1-1 0 0 0,-1 1 0 0 0,0-1 0 0 0,0 1 0 0 0,-1-1 0 0 0,-12 24 0 0 0,-5 3 525 0 0,-26 40 0 0 0,11-23-110 0 0,28-43-484 0 0,-7 14 25 0 0,15-28-144 0 0,0 0-1 0 0,0 1 0 0 0,0-1 1 0 0,0 0-1 0 0,0 1 1 0 0,0-1-1 0 0,0 1 1 0 0,0-1-1 0 0,0 0 0 0 0,0 1 1 0 0,0-1-1 0 0,0 1 1 0 0,0-1-1 0 0,0 0 1 0 0,0 1-1 0 0,0-1 0 0 0,1 0 1 0 0,-1 1-1 0 0,0-1 1 0 0,0 1-1 0 0,0-1 0 0 0,1 0 1 0 0,-1 0-1 0 0,0 1 1 0 0,0-1-1 0 0,1 0 1 0 0,-1 1-1 0 0,0-1 0 0 0,1 0 1 0 0,-1 0-1 0 0,0 0 1 0 0,1 1-1 0 0,-1-1 1 0 0,0 0-1 0 0,1 0 0 0 0,-1 0 1 0 0,1 0-1 0 0,17 2 72 0 0,9-5-55 0 0,1-1-1 0 0,-1-2 1 0 0,52-17-1 0 0,81-41-141 0 0,-142 56 77 0 0,25-13-578 0 0,-29 13-759 0 0,0 1 1 0 0,23-8-1 0 0,-19 6-1449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7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2364 0 0,'7'-58'10357'0'0,"-4"44"-9643"0"0,-2 12-578 0 0,-1 0 1 0 0,1 0-1 0 0,0 0 0 0 0,0 0 0 0 0,0 0 1 0 0,0 0-1 0 0,0 1 0 0 0,0-1 0 0 0,1 1 0 0 0,-1-1 1 0 0,0 1-1 0 0,1-1 0 0 0,-1 1 0 0 0,1 0 1 0 0,0-1-1 0 0,-1 1 0 0 0,4-1 0 0 0,32-14 932 0 0,-35 15-1016 0 0,8-2 95 0 0,1 0 0 0 0,0 1 0 0 0,0 0 0 0 0,0 0 0 0 0,0 1 0 0 0,0 1-1 0 0,0 0 1 0 0,0 1 0 0 0,0 0 0 0 0,0 0 0 0 0,0 1 0 0 0,0 0 0 0 0,19 8 0 0 0,-25-8-69 0 0,1 0-1 0 0,-1 0 1 0 0,0 1 0 0 0,0 0-1 0 0,0 0 1 0 0,0 0-1 0 0,-1 1 1 0 0,1-1 0 0 0,-1 1-1 0 0,0 0 1 0 0,0 0-1 0 0,0 1 1 0 0,-1-1 0 0 0,1 1-1 0 0,-1 0 1 0 0,0 0 0 0 0,0 0-1 0 0,-1 0 1 0 0,0 0-1 0 0,0 1 1 0 0,0-1 0 0 0,0 1-1 0 0,-1 0 1 0 0,0-1-1 0 0,0 1 1 0 0,-1 0 0 0 0,0 10-1 0 0,-1 1 116 0 0,-1-1 0 0 0,-1 0 0 0 0,-1 0 0 0 0,0 0 0 0 0,-1 0 0 0 0,0-1 0 0 0,-2 1 0 0 0,-10 17 0 0 0,-11 15 542 0 0,-38 49-1 0 0,33-51-127 0 0,2-5-236 0 0,22-31-311 0 0,0 0 0 0 0,1 1-1 0 0,1 0 1 0 0,0 0 0 0 0,-10 22 0 0 0,16-32-52 0 0,1-1 0 0 0,0 1 1 0 0,0-1-1 0 0,0 1 0 0 0,0-1 1 0 0,0 1-1 0 0,-1-1 1 0 0,1 1-1 0 0,0-1 0 0 0,0 1 1 0 0,0 0-1 0 0,0-1 0 0 0,1 1 1 0 0,-1-1-1 0 0,0 1 0 0 0,0-1 1 0 0,0 1-1 0 0,0-1 0 0 0,0 1 1 0 0,1-1-1 0 0,-1 1 1 0 0,0-1-1 0 0,1 1 0 0 0,-1-1 1 0 0,0 1-1 0 0,1-1 0 0 0,-1 0 1 0 0,0 1-1 0 0,1-1 0 0 0,-1 0 1 0 0,1 1-1 0 0,0-1 0 0 0,1 1 4 0 0,-1 0 0 0 0,1 0-1 0 0,1 0 1 0 0,-1-1 0 0 0,0 1-1 0 0,0-1 1 0 0,0 0 0 0 0,0 0-1 0 0,3 1 1 0 0,49-7 33 0 0,-48 5-30 0 0,556-116-203 0 0,-542 112 196 0 0,158-44-796 0 0,-176 49 560 0 0,1-1-1 0 0,-1 0 1 0 0,1-1-1 0 0,-1 1 1 0 0,0 0 0 0 0,0-1-1 0 0,0 1 1 0 0,4-4-1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5320 0 0,'0'0'3325'0'0,"0"-13"315"0"0,0-1-2812 0 0,8 9-1080 0 0,11 3-4420 0 0,-5 0-1113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9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193 842 828 0 0,'-3'0'2369'0'0,"-8"-4"-1389"0"0,-1 1 0 0 0,0 1 0 0 0,0 0 0 0 0,0 1 0 0 0,0 0 0 0 0,0 1 1 0 0,0 0-1 0 0,-17 3 0 0 0,27-3-666 0 0,-14 1 254 0 0,13 0-336 0 0,-36 12 1553 0 0,38-12-1721 0 0,1-1 0 0 0,-1 1 1 0 0,1-1-1 0 0,-1 1 0 0 0,1 0 0 0 0,0 0 0 0 0,-1-1 0 0 0,1 1 0 0 0,-1 0 0 0 0,1 0 0 0 0,0-1 0 0 0,0 1 0 0 0,0 0 0 0 0,-1 0 0 0 0,1 1 0 0 0,0-1 110 0 0,11 7 399 0 0,0-7-377 0 0,0 1 0 0 0,0-2 0 0 0,0 1-1 0 0,21-3 1 0 0,49-11 114 0 0,-63 10-250 0 0,304-57 343 0 0,236-37-188 0 0,183 23-135 0 0,2 24-55 0 0,-557 39-9 0 0,116-8-20 0 0,971-65 75 0 0,1899-200-27 0 0,-1720 131 13 0 0,-1249 131-2533 0 0,-185 23 250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3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11 109 1724 0 0,'-10'-7'10170'0'0,"44"4"-6937"0"0,54-10-3140 0 0,-41 5 100 0 0,176-29-2360 0 0,-73 9-3784 0 0,-87 16 1060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40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24 143 1212 0 0,'0'0'3220'0'0,"-16"2"2662"0"0,8 2-2914 0 0,19-3-2390 0 0,23-3-663 0 0,215-48-815 0 0,-49 9-1351 0 0,-5 5-2116 0 0,-89 15 514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46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10 140 1100 0 0,'-9'3'16610'0'0,"40"-12"-16405"0"0,41-17 0 0 0,-16 5-131 0 0,-50 19-78 0 0,227-73-229 0 0,-224 72-599 0 0,0 1 0 0 0,0 0 0 0 0,18 0 0 0 0,-25 2 80 0 0,-1 9-1037 0 0,-1-7 1555 0 0,0-1 1 0 0,0 0 0 0 0,0 1 0 0 0,0-1-1 0 0,0 0 1 0 0,0 1 0 0 0,0-1 0 0 0,-1 0-1 0 0,1 1 1 0 0,0-1 0 0 0,-1 0 0 0 0,0 2-1 0 0,-11 19-3739 0 0,4-13 1295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46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97 105 1648 0 0,'-16'12'4558'0'0,"-25"24"0"0"0,9-7-483 0 0,30-27-3664 0 0,-3 1 94 0 0,4 0 529 0 0,31-12-786 0 0,0-1 0 0 0,49-25 1 0 0,-9 3-195 0 0,-46 22-383 0 0,132-50-1418 0 0,-54 27-8139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4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86 105 392 0 0,'-2'1'1449'0'0,"-73"26"8372"0"0,73-26-9352 0 0,-5 2 1561 0 0,227-72-3189 0 0,-115 33-1522 0 0,-57 20-599 0 0,-5 0-1357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49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341 106 1320 0 0,'-18'-3'1551'0'0,"-1"-1"1"0"0,1 0-1 0 0,0-2 0 0 0,0 0 0 0 0,-26-13 1 0 0,44 19-1515 0 0,-1 0 1 0 0,0-1 0 0 0,0 1 0 0 0,0 0 0 0 0,0-1 0 0 0,0 1-1 0 0,0-1 1 0 0,1 1 0 0 0,-1-1 0 0 0,0 0 0 0 0,1 1 0 0 0,-1-1-1 0 0,0 0 1 0 0,1 1 0 0 0,-1-1 0 0 0,1 0 0 0 0,-1 0 0 0 0,1 0-1 0 0,-1 1 1 0 0,1-1 0 0 0,-1 0 0 0 0,1 0 0 0 0,0 0 0 0 0,0 0-1 0 0,-1 0 1 0 0,1 0 0 0 0,0 0 0 0 0,0 0 0 0 0,0 0 0 0 0,0 0-1 0 0,0 0 1 0 0,0 0 0 0 0,0 1 0 0 0,0-1 0 0 0,1 0 0 0 0,-1 0-1 0 0,0 0 1 0 0,1 0 0 0 0,-1 0 0 0 0,0 0 0 0 0,1 0 0 0 0,-1 0-1 0 0,1 1 1 0 0,1-3 0 0 0,0 1 64 0 0,0 0 0 0 0,1-1 0 0 0,-1 1 0 0 0,1 0 1 0 0,-1 0-1 0 0,1 0 0 0 0,0 1 0 0 0,0-1 0 0 0,0 1 0 0 0,0-1 0 0 0,6 0 0 0 0,-3 0-20 0 0,0 1 0 0 0,0 1-1 0 0,0-1 1 0 0,0 1-1 0 0,0 0 1 0 0,0 0 0 0 0,0 1-1 0 0,0 0 1 0 0,0 0 0 0 0,0 0-1 0 0,0 1 1 0 0,0 0-1 0 0,0 0 1 0 0,-1 0 0 0 0,1 1-1 0 0,-1 0 1 0 0,0 0 0 0 0,0 0-1 0 0,0 1 1 0 0,0-1 0 0 0,0 1-1 0 0,-1 1 1 0 0,6 6-1 0 0,-3-4-24 0 0,-1 1-1 0 0,0 0 1 0 0,-1 0-1 0 0,1 1 1 0 0,-2 0-1 0 0,1 0 0 0 0,-1 0 1 0 0,-1 0-1 0 0,0 1 1 0 0,0-1-1 0 0,-1 1 0 0 0,0 0 1 0 0,1 17-1 0 0,-3-11-26 0 0,-1 1 0 0 0,-1-1 0 0 0,-1 0 0 0 0,0 1 0 0 0,-1-1 0 0 0,-1 0 0 0 0,0-1-1 0 0,-1 1 1 0 0,-10 17 0 0 0,1-5 0 0 0,-1-1 0 0 0,-2-1-1 0 0,-39 47 1 0 0,39-53 0 0 0,-2-1-1 0 0,-28 23 0 0 0,40-36-17 0 0,-1 0-1 0 0,1 0 1 0 0,-1-1-1 0 0,0 0 1 0 0,0-1-1 0 0,-1 0 1 0 0,1 0-1 0 0,-1-1 0 0 0,-12 2 1 0 0,20-4-13 0 0,-1-1 0 0 0,0 0 1 0 0,0 0-1 0 0,0 0 0 0 0,0-1 0 0 0,0 1 1 0 0,1-1-1 0 0,-1 0 0 0 0,0 1 0 0 0,0-1 1 0 0,1 0-1 0 0,-1-1 0 0 0,0 1 0 0 0,1 0 1 0 0,-1-1-1 0 0,1 1 0 0 0,0-1 0 0 0,0 0 1 0 0,-1 0-1 0 0,-1-2 0 0 0,-1-2-9 0 0,1 1-1 0 0,0 0 1 0 0,0-1-1 0 0,1 0 1 0 0,-1 0-1 0 0,-4-11 1 0 0,8 16 8 0 0,-1-1 1 0 0,1 1-1 0 0,0 0 1 0 0,-1-1 0 0 0,1 1-1 0 0,0-1 1 0 0,0 1 0 0 0,0-1-1 0 0,0 1 1 0 0,0-1 0 0 0,0 1-1 0 0,0 0 1 0 0,0-1-1 0 0,1 1 1 0 0,-1-1 0 0 0,1 1-1 0 0,-1-1 1 0 0,1 1 0 0 0,-1 0-1 0 0,1-1 1 0 0,0 1 0 0 0,-1 0-1 0 0,1 0 1 0 0,0 0-1 0 0,0-1 1 0 0,0 1 0 0 0,0 0-1 0 0,0 0 1 0 0,0 0 0 0 0,1 1-1 0 0,-1-1 1 0 0,2-1 0 0 0,0 0 30 0 0,1 0 0 0 0,0 0 0 0 0,0 0 0 0 0,0 1 0 0 0,0-1 0 0 0,0 1 1 0 0,0 0-1 0 0,7-1 0 0 0,1 2 32 0 0,1 0-1 0 0,0 1 1 0 0,-1 0 0 0 0,1 1-1 0 0,-1 1 1 0 0,1-1 0 0 0,-1 2 0 0 0,17 7-1 0 0,8 5-4 0 0,45 29 0 0 0,-22-11-258 0 0,-56-32 106 0 0,28 14-1174 0 0,48 19 0 0 0,-69-31 261 0 0,0-1 0 0 0,1 0 0 0 0,-1-1 0 0 0,1 0 0 0 0,-1-1 0 0 0,1 0 0 0 0,0 0 0 0 0,17-3 0 0 0,-7-1-2379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4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1 203 1204 0 0,'0'-14'2355'0'0,"2"-38"3115"0"0,-1 49-5188 0 0,-1-1 1 0 0,1 1-1 0 0,0 0 1 0 0,0-1-1 0 0,0 1 0 0 0,1 0 1 0 0,-1 0-1 0 0,1 0 1 0 0,-1 0-1 0 0,1 0 1 0 0,0 1-1 0 0,4-5 0 0 0,-5 6-212 0 0,0 1 0 0 0,0-1 0 0 0,0 1 0 0 0,1-1-1 0 0,-1 1 1 0 0,0 0 0 0 0,0-1 0 0 0,1 1-1 0 0,-1 0 1 0 0,0 0 0 0 0,0 0 0 0 0,1 0-1 0 0,-1 0 1 0 0,0 0 0 0 0,1 0 0 0 0,-1 0-1 0 0,0 0 1 0 0,1 1 0 0 0,-1-1 0 0 0,2 1-1 0 0,22 10 587 0 0,-20-8-591 0 0,0 1 0 0 0,0 0 0 0 0,0 0 0 0 0,-1 1 0 0 0,1 0 0 0 0,-1-1 1 0 0,0 1-1 0 0,0 1 0 0 0,-1-1 0 0 0,0 0 0 0 0,0 1 0 0 0,0 0 0 0 0,0 0 0 0 0,-1 0 1 0 0,0 0-1 0 0,0 0 0 0 0,-1 0 0 0 0,0 0 0 0 0,0 1 0 0 0,0-1 0 0 0,-1 0 0 0 0,0 12 1 0 0,-1-3 13 0 0,-1 0 1 0 0,0 0 0 0 0,-1 0 0 0 0,0 0 0 0 0,-1 0 0 0 0,-1-1 0 0 0,-1 0 0 0 0,-8 18 0 0 0,6-18 33 0 0,0 1 0 0 0,-1-2 1 0 0,0 1-1 0 0,-1-1 0 0 0,0-1 1 0 0,-24 22-1 0 0,32-32-90 0 0,-2-4-27 0 0,3 2 4 0 0,1 0 0 0 0,0 0 0 0 0,0 0 0 0 0,-1 0 0 0 0,1 0 0 0 0,0 0 0 0 0,0 0-1 0 0,-1 0 1 0 0,1 0 0 0 0,0 0 0 0 0,0 0 0 0 0,-1 0 0 0 0,1 0 0 0 0,0-1 0 0 0,0 1 0 0 0,-1 0 0 0 0,1 0 0 0 0,0 0 0 0 0,0 0 0 0 0,-1 0 0 0 0,1-1 0 0 0,0 1 0 0 0,0 0 0 0 0,0 0 0 0 0,0 0 0 0 0,-1-1 0 0 0,1 1 0 0 0,0 0 0 0 0,0 0 0 0 0,0-1 0 0 0,0 1-1 0 0,0 0 1 0 0,0 0 0 0 0,-1-1 0 0 0,1 1 0 0 0,0-1 0 0 0,2-6-15 0 0,0-1-1 0 0,0 0 0 0 0,0 1 0 0 0,1-1 0 0 0,0 1 1 0 0,1 0-1 0 0,7-12 0 0 0,37-49-92 0 0,-35 52 84 0 0,145-168-223 0 0,-57 70 200 0 0,-66 73 107 0 0,-34 40-53 0 0,-12 8-13 0 0,-4 12 77 0 0,1 0 0 0 0,1 0 0 0 0,1 1 0 0 0,-11 24 0 0 0,-35 92 712 0 0,51-118-614 0 0,1 0 0 0 0,1 1 0 0 0,-5 29 0 0 0,9-40-135 0 0,0 0 0 0 0,1-1 0 0 0,-1 1-1 0 0,2 0 1 0 0,-1 0 0 0 0,1 0 0 0 0,0 0 0 0 0,1-1 0 0 0,0 1 0 0 0,0 0 0 0 0,5 9 0 0 0,-5-13-33 0 0,0-1-1 0 0,0 0 1 0 0,1 0 0 0 0,-1-1 0 0 0,1 1 0 0 0,0 0 0 0 0,0-1 0 0 0,0 0-1 0 0,0 0 1 0 0,0 0 0 0 0,1 0 0 0 0,-1 0 0 0 0,1-1 0 0 0,-1 1 0 0 0,1-1-1 0 0,-1 0 1 0 0,1 0 0 0 0,0 0 0 0 0,-1 0 0 0 0,1-1 0 0 0,0 0 0 0 0,0 0-1 0 0,6 0 1 0 0,8-1-265 0 0,0 0 1 0 0,0-1-1 0 0,27-8 0 0 0,1-2-1976 0 0,73-30 1 0 0,-13-6-5304 0 0,-79 34 3426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0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1 720 0 0,'-3'0'3894'0'0,"-10"0"-2404"0"0,10 0-137 0 0,0-1-155 0 0,-28 2 4248 0 0,28-1-5090 0 0,-8 0-9 0 0,8 0 476 0 0,7 10 259 0 0,5 2-657 0 0,-1 1 41 0 0,1 0 0 0 0,-2 0-1 0 0,7 15 1 0 0,-11-22-340 0 0,-1 1 0 0 0,-1-1 0 0 0,1 1 0 0 0,-1-1-1 0 0,0 1 1 0 0,-1-1 0 0 0,1 1 0 0 0,-1 0 0 0 0,-1-1-1 0 0,0 10 1 0 0,-3 4 142 0 0,-1 0-1 0 0,-1 0 1 0 0,-1-1-1 0 0,0 0 1 0 0,-17 30-1 0 0,-60 85 1003 0 0,60-96-1163 0 0,23-36-109 0 0,2-2 5 0 0,-1 1 0 0 0,0-1-1 0 0,0 1 1 0 0,1-1 0 0 0,-1 0-1 0 0,0 1 1 0 0,1-1 0 0 0,-1 0-1 0 0,1 1 1 0 0,-1-1 0 0 0,0 0-1 0 0,1 1 1 0 0,-1-1 0 0 0,1 0-1 0 0,-1 0 1 0 0,1 0 0 0 0,-1 1-1 0 0,0-1 1 0 0,1 0 0 0 0,-1 0 0 0 0,2 0-1 0 0,47-15-57 0 0,0-1 0 0 0,-1-3 1 0 0,59-33-1 0 0,-60 25-377 0 0,-39 22-611 0 0,-1 0-1 0 0,0-1 0 0 0,0 0 1 0 0,0 0-1 0 0,-1 0 0 0 0,10-15 0 0 0,-6 8-3132 0 0,22-21 0 0 0,-17 18-531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0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81 192 596 0 0,'-4'-5'1460'0'0,"0"0"-1"0"0,0 1 1 0 0,-1-1-1 0 0,0 1 1 0 0,0 0-1 0 0,0 0 1 0 0,0 1-1 0 0,0-1 1 0 0,-1 1-1 0 0,-8-3 1 0 0,13 5-718 0 0,-1 1-587 0 0,1 0 1 0 0,0 0-1 0 0,0 0 0 0 0,0-1 1 0 0,0 1-1 0 0,0 0 1 0 0,0-1-1 0 0,0 1 0 0 0,0-1 1 0 0,0 1-1 0 0,0-1 1 0 0,0 1-1 0 0,-2-2 0 0 0,2-4 565 0 0,12 0-607 0 0,132-41 284 0 0,10-3-2061 0 0,-52 22-5111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91 1836 0 0,'-89'86'16024'0'0,"89"-86"-16004"0"0,0 1 0 0 0,0-1 0 0 0,0 0 0 0 0,0 1 0 0 0,0-1 0 0 0,0 0 0 0 0,1 0-1 0 0,-1 1 1 0 0,0-1 0 0 0,0 0 0 0 0,0 1 0 0 0,1-1 0 0 0,-1 0 0 0 0,0 0 0 0 0,0 0 0 0 0,1 1-1 0 0,-1-1 1 0 0,0 0 0 0 0,0 0 0 0 0,1 0 0 0 0,-1 0 0 0 0,0 1 0 0 0,0-1 0 0 0,1 0 0 0 0,-1 0-1 0 0,0 0 1 0 0,1 0 0 0 0,-1 0 0 0 0,0 0 0 0 0,1 0 0 0 0,-1 0 0 0 0,0 0 0 0 0,1 0-1 0 0,-1 0 1 0 0,0 0 0 0 0,1 0 0 0 0,-1 0 0 0 0,0 0 0 0 0,1 0 0 0 0,-1-1 0 0 0,0 1 0 0 0,15-4 138 0 0,-14 3-144 0 0,57-19-379 0 0,65-35-1 0 0,-9-6-4837 0 0,-72 35-462 0 0,-22 11 800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1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98 1944 0 0,'-5'-76'17418'0'0,"5"74"-16695"0"0,-7-17 4671 0 0,3 29-4816 0 0,-1 14-316 0 0,-1 1 0 0 0,-1-1 1 0 0,-14 32-1 0 0,-5 13-125 0 0,14-23-170 0 0,1 1 1 0 0,2 0-1 0 0,3 0 0 0 0,-2 90 0 0 0,29 190-6707 0 0,-6-156-3017 0 0,-12-108 1579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2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8 700 0 0,'-3'-1'3394'0'0,"-11"0"-2126"0"0,11 1-151 0 0,-1 0-103 0 0,-43-2 3888 0 0,44 2-3965 0 0,-6 1-336 0 0,6 1-210 0 0,11 1-184 0 0,8 0-206 0 0,1 0 0 0 0,0-1-1 0 0,-1-1 1 0 0,23-1 0 0 0,70-9-1171 0 0,8 0-4376 0 0,-110 9 3118 0 0,12 1-559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2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157 171 1864 0 0,'-7'7'515'0'0,"-33"33"3490"0"0,-55 70 1 0 0,83-86-2810 0 0,12-23-1172 0 0,-1-1 0 0 0,1 1 0 0 0,0-1 0 0 0,0 1 0 0 0,-1 0-1 0 0,1-1 1 0 0,0 1 0 0 0,0-1 0 0 0,0 1 0 0 0,0-1 0 0 0,-1 1 0 0 0,1 0 0 0 0,0-1-1 0 0,0 1 1 0 0,0-1 0 0 0,0 1 0 0 0,0 0 0 0 0,1-1 0 0 0,-1 1 0 0 0,0-1-1 0 0,0 1 1 0 0,0-1 0 0 0,0 1 0 0 0,1 0 0 0 0,-1-1 0 0 0,0 1 0 0 0,0-1 0 0 0,1 1-1 0 0,-1-1 1 0 0,1 1 0 0 0,-1-1 0 0 0,0 0 0 0 0,1 1 0 0 0,-1-1 0 0 0,1 1-1 0 0,-1-1 1 0 0,1 0 0 0 0,-1 1 0 0 0,1-1 0 0 0,-1 0 0 0 0,1 0 0 0 0,0 1-1 0 0,7-2 23 0 0,0 0-1 0 0,-1 0 0 0 0,1-1 1 0 0,-1 0-1 0 0,0 0 0 0 0,1-1 1 0 0,-1 1-1 0 0,0-2 0 0 0,0 1 1 0 0,11-9-1 0 0,2 1-10 0 0,370-219-2600 0 0,-302 164-1690 0 0,-48 33 333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52 1192 0 0,'-50'-52'11639'0'0,"51"54"-10843"0"0,5 10-178 0 0,0-1-1 0 0,0 0 0 0 0,2 0 1 0 0,-1-1-1 0 0,10 10 0 0 0,15 21 260 0 0,-9-6-560 0 0,-2 1 0 0 0,-1 1 0 0 0,-1 1 1 0 0,-3 1-1 0 0,21 69 0 0 0,-25-59-288 0 0,-3 1 0 0 0,-1 0 0 0 0,-3 1-1 0 0,-1 73 1 0 0,-6-52-936 0 0,-4-1 0 0 0,-3 0-1 0 0,-21 84 1 0 0,13-92-3670 0 0,-46 110-1 0 0,40-121-489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3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111 157 1264 0 0,'-55'-22'4710'0'0,"50"20"-4270"0"0,0 0 0 0 0,0-1 0 0 0,1 0 0 0 0,-1 0 1 0 0,1 0-1 0 0,0-1 0 0 0,0 1 0 0 0,-6-8 0 0 0,9 10-371 0 0,0-1-1 0 0,0 0 1 0 0,0 0-1 0 0,0 0 1 0 0,0 0 0 0 0,1 1-1 0 0,-1-1 1 0 0,0 0-1 0 0,1 0 1 0 0,0 0 0 0 0,-1-1-1 0 0,1 1 1 0 0,0 0 0 0 0,0 0-1 0 0,0 0 1 0 0,0 0-1 0 0,0 0 1 0 0,1 0 0 0 0,-1 0-1 0 0,1 0 1 0 0,-1 0 0 0 0,1 0-1 0 0,0 0 1 0 0,0 0-1 0 0,0 0 1 0 0,0 1 0 0 0,0-1-1 0 0,0 0 1 0 0,0 1-1 0 0,0-1 1 0 0,1 0 0 0 0,-1 1-1 0 0,1 0 1 0 0,-1-1 0 0 0,1 1-1 0 0,2-2 1 0 0,0 0 35 0 0,1-1 1 0 0,0 1 0 0 0,0 0 0 0 0,0 0-1 0 0,1 0 1 0 0,-1 1 0 0 0,1-1-1 0 0,-1 1 1 0 0,1 1 0 0 0,0-1-1 0 0,7 0 1 0 0,-7 1-35 0 0,-1 1 0 0 0,0 0 0 0 0,0 1 0 0 0,0-1 0 0 0,0 1 0 0 0,0 0 0 0 0,0 0 0 0 0,0 0 0 0 0,0 1-1 0 0,0 0 1 0 0,-1 0 0 0 0,1 0 0 0 0,0 1 0 0 0,-1-1 0 0 0,0 1 0 0 0,0 0 0 0 0,0 0 0 0 0,0 1 0 0 0,0-1 0 0 0,0 1 0 0 0,-1 0 0 0 0,0-1 0 0 0,0 2 0 0 0,0-1 0 0 0,0 0 0 0 0,3 8 0 0 0,-2-1-10 0 0,0-1 1 0 0,0 1-1 0 0,-1 0 1 0 0,-1 0 0 0 0,0-1-1 0 0,-1 2 1 0 0,0-1-1 0 0,0 0 1 0 0,-1 0-1 0 0,0 0 1 0 0,-3 15-1 0 0,-1-9 10 0 0,0 0-1 0 0,0 0 1 0 0,-2 0-1 0 0,0 0 1 0 0,-1-1-1 0 0,-1 0 1 0 0,-10 16-1 0 0,-11 12 344 0 0,-37 41 0 0 0,54-70-234 0 0,12-14-175 0 0,0-1 1 0 0,0 0 0 0 0,-1 1 0 0 0,1-1 0 0 0,0 0 0 0 0,0 1-1 0 0,0-1 1 0 0,-1 0 0 0 0,1 1 0 0 0,0-1 0 0 0,-1 0 0 0 0,1 1-1 0 0,0-1 1 0 0,-1 0 0 0 0,1 0 0 0 0,0 0 0 0 0,-1 1 0 0 0,1-1-1 0 0,0 0 1 0 0,-1 0 0 0 0,1 0 0 0 0,-1 0 0 0 0,1 0 0 0 0,0 0-1 0 0,-1 1 1 0 0,1-1 0 0 0,-1 0 0 0 0,1 0 0 0 0,0 0 0 0 0,-1-1-1 0 0,1 1 1 0 0,-1 0 0 0 0,1 0 0 0 0,0 0 0 0 0,-1 0 0 0 0,0-1-4 0 0,1 1 0 0 0,0 0 0 0 0,0-1 0 0 0,-1 1 1 0 0,1-1-1 0 0,0 1 0 0 0,0-1 0 0 0,0 1 0 0 0,0-1 0 0 0,0 1 1 0 0,0-1-1 0 0,0 1 0 0 0,-1-1 0 0 0,1 1 0 0 0,1-1 1 0 0,-1 1-1 0 0,0-1 0 0 0,0 1 0 0 0,0-1 0 0 0,0 1 0 0 0,0-1 1 0 0,0 1-1 0 0,0-1 0 0 0,1 1 0 0 0,-1-1 0 0 0,23-41 17 0 0,1 1 0 0 0,2 1-1 0 0,42-49 1 0 0,-5 6 17 0 0,-36 48-8 0 0,-9 11 11 0 0,-1-1 0 0 0,15-27-1 0 0,-31 50-39 0 0,-10 20-8 0 0,-6 16 160 0 0,1 0 1 0 0,2 1-1 0 0,1 1 0 0 0,-7 42 0 0 0,16-66-102 0 0,-1 1-1 0 0,2-1 1 0 0,-1 1 0 0 0,2-1 0 0 0,0 1-1 0 0,0-1 1 0 0,1 1 0 0 0,4 20-1 0 0,-4-29-42 0 0,1 1-1 0 0,-1-1 0 0 0,1 1 0 0 0,0-1 0 0 0,0 0 0 0 0,0 0 1 0 0,1 0-1 0 0,-1 0 0 0 0,1 0 0 0 0,0-1 0 0 0,0 1 0 0 0,0-1 1 0 0,1 0-1 0 0,-1 0 0 0 0,1 0 0 0 0,-1 0 0 0 0,1 0 1 0 0,0-1-1 0 0,0 0 0 0 0,1 0 0 0 0,-1 0 0 0 0,0 0 0 0 0,1-1 1 0 0,-1 1-1 0 0,1-1 0 0 0,4 0 0 0 0,11 2-504 0 0,-1-2 0 0 0,1 0-1 0 0,0-1 1 0 0,0-1 0 0 0,37-7-1 0 0,-24 1-2576 0 0,0-2-1 0 0,50-20 1 0 0,-54 16-1922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4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18 232 0 0,'2'-1'1377'0'0,"24"-11"8973"0"0,-12 8-8781 0 0,-11 3-1097 0 0,25 11 1262 0 0,-23-8-1580 0 0,-1 0 1 0 0,1 0-1 0 0,-1 1 0 0 0,1 0 1 0 0,-1 0-1 0 0,0 0 0 0 0,-1 1 1 0 0,1-1-1 0 0,0 1 0 0 0,-1 0 1 0 0,0 0-1 0 0,0 0 0 0 0,0 0 1 0 0,4 8-1 0 0,-4-4 6 0 0,-1-1 1 0 0,1 0-1 0 0,-1 1 0 0 0,-1 0 1 0 0,1-1-1 0 0,-1 1 1 0 0,-1 0-1 0 0,0 13 1 0 0,-2 2 149 0 0,-1 0 0 0 0,-1-1 0 0 0,-1 0 0 0 0,-1 0 0 0 0,-12 30 0 0 0,1-15 223 0 0,-2-1-1 0 0,-1 0 0 0 0,-40 52 1 0 0,-13 23 438 0 0,66-95-907 0 0,7-15-62 0 0,0-1 1 0 0,0 0 0 0 0,0 0-1 0 0,0 1 1 0 0,0-1 0 0 0,0 0-1 0 0,0 0 1 0 0,0 1-1 0 0,0-1 1 0 0,0 0 0 0 0,0 0-1 0 0,0 1 1 0 0,0-1 0 0 0,0 0-1 0 0,0 0 1 0 0,0 1-1 0 0,0-1 1 0 0,0 0 0 0 0,0 0-1 0 0,0 0 1 0 0,1 1 0 0 0,-1-1-1 0 0,0 0 1 0 0,0 0-1 0 0,0 0 1 0 0,0 1 0 0 0,1-1-1 0 0,-1 0 1 0 0,0 0 0 0 0,0 0-1 0 0,1 1 1 0 0,1-1 0 0 0,0 0 1 0 0,0 0 0 0 0,0 0 0 0 0,0-1-1 0 0,0 1 1 0 0,0 0 0 0 0,0-1-1 0 0,0 1 1 0 0,0-1 0 0 0,0 0 0 0 0,2 0-1 0 0,52-22-233 0 0,55-31 0 0 0,-63 29-172 0 0,195-91-3061 0 0,-90 44-491 0 0,-2-4-3972 0 0,-93 46 1889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141 120 1336 0 0,'-127'-35'15880'0'0,"125"34"-15723"0"0,-9-3 635 0 0,11 4-779 0 0,0-1 1 0 0,0 1-1 0 0,0 0 1 0 0,0-1-1 0 0,0 1 1 0 0,0 0 0 0 0,0-1-1 0 0,0 1 1 0 0,0 0-1 0 0,0 0 1 0 0,0-1-1 0 0,0 1 1 0 0,0 0-1 0 0,0-1 1 0 0,0 1 0 0 0,1 0-1 0 0,-1 0 1 0 0,0-1-1 0 0,0 1 1 0 0,0 0-1 0 0,0-1 1 0 0,0 1-1 0 0,1 0 1 0 0,-1 0-1 0 0,0 0 1 0 0,0-1 0 0 0,1 1-1 0 0,-1 0 1 0 0,0 0-1 0 0,0 0 1 0 0,1-1-1 0 0,-1 1 1 0 0,0 0-1 0 0,0 0 1 0 0,1 0-1 0 0,-1 0 1 0 0,0 0 0 0 0,1 0-1 0 0,-1 0 1 0 0,0 0-1 0 0,1 0 1 0 0,-1 0-1 0 0,0 0 1 0 0,1 0-1 0 0,21-10 66 0 0,1 1 0 0 0,1 1 0 0 0,34-7 0 0 0,77-9-1877 0 0,-77 20-1272 0 0,-21 3-3578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4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64 2436 0 0,'-84'83'12253'0'0,"83"-83"-12188"0"0,1 0 0 0 0,-1 0 0 0 0,1 1-1 0 0,0-1 1 0 0,-1 0 0 0 0,1 1 0 0 0,0-1 0 0 0,-1 0 0 0 0,1 1 0 0 0,0-1 0 0 0,-1 1 0 0 0,1-1 0 0 0,0 1 0 0 0,0-1 0 0 0,0 0 0 0 0,-1 1 0 0 0,1-1 0 0 0,0 1 0 0 0,0-1 0 0 0,0 1 0 0 0,0-1 0 0 0,0 1-1 0 0,0 0 1 0 0,9 1 315 0 0,16-9-305 0 0,4-5-202 0 0,129-53-2279 0 0,-55 15-3717 0 0,-57 26 481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4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10 103 1408 0 0,'-3'-82'16440'0'0,"-3"61"-9197"0"0,6 36-6726 0 0,0-1 1 0 0,0 1-1 0 0,2-1 0 0 0,0 0 1 0 0,0 0-1 0 0,5 16 1 0 0,1 8-113 0 0,14 72 71 0 0,-5-32-1163 0 0,12 160 1 0 0,-28-166-1940 0 0,0 23-2953 0 0,4-33-4209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5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2 3064 0 0,'54'-1'11125'0'0,"-50"1"-10077"0"0,13 3 1927 0 0,-15-1-2669 0 0,1 1 0 0 0,-1 0-1 0 0,0-1 1 0 0,0 1 0 0 0,0 0 0 0 0,0 0 0 0 0,-1 1 0 0 0,1-1 0 0 0,-1 0 0 0 0,0 0 0 0 0,0 1 0 0 0,0-1 0 0 0,0 1 0 0 0,-1-1 0 0 0,1 1 0 0 0,-1-1 0 0 0,0 1 0 0 0,0-1 0 0 0,0 1-1 0 0,-1-1 1 0 0,1 1 0 0 0,-1-1 0 0 0,-2 7 0 0 0,-1 6 97 0 0,-1 0 0 0 0,-1-1-1 0 0,-14 29 1 0 0,1-10-74 0 0,-2 0 1 0 0,-1-1-1 0 0,-32 35 0 0 0,-87 83 233 0 0,16-18-344 0 0,72-68-68 0 0,6-6-2971 0 0,14-23-6449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2048 0 0,'2'0'5470'0'0,"11"0"-1951"0"0,10 12 2446 0 0,17 19-2733 0 0,44 26 1 0 0,-55-39-2887 0 0,-1 1 1 0 0,0 1-1 0 0,-1 2 1 0 0,-2 0-1 0 0,25 28 1 0 0,-46-45-213 0 0,0 0-1 0 0,-1 0 1 0 0,1 0 0 0 0,-1 0 0 0 0,0 1 0 0 0,-1 0 0 0 0,1-1 0 0 0,-1 1 0 0 0,-1 0-1 0 0,1 0 1 0 0,-1 0 0 0 0,1 0 0 0 0,-2 1 0 0 0,1-1 0 0 0,-1 0 0 0 0,0 0-1 0 0,-1 8 1 0 0,0-6 145 0 0,-1 1-1 0 0,-1-1 0 0 0,1 0 0 0 0,-1 0 1 0 0,0-1-1 0 0,-1 1 0 0 0,0-1 1 0 0,0 1-1 0 0,-1-1 0 0 0,0-1 0 0 0,0 1 1 0 0,-8 7-1 0 0,-9 8 202 0 0,5-6-123 0 0,-23 30 0 0 0,40-46-357 0 0,-1 0 0 0 0,1 0 0 0 0,0 0 0 0 0,0 0 0 0 0,0 0 0 0 0,0 1 0 0 0,-1-1 0 0 0,1 0 0 0 0,0 0 0 0 0,0 0 0 0 0,0 0 0 0 0,0 0 0 0 0,0 0 0 0 0,-1 1 0 0 0,1-1 0 0 0,0 0 0 0 0,0 0 0 0 0,0 0 0 0 0,0 1 0 0 0,0-1 0 0 0,0 0 0 0 0,0 0 0 0 0,0 0 0 0 0,0 0 0 0 0,0 1 0 0 0,0-1 0 0 0,0 0 0 0 0,0 0 0 0 0,0 0 0 0 0,0 1 0 0 0,0-1 0 0 0,0 0 0 0 0,0 0 0 0 0,0 0 0 0 0,0 1 0 0 0,0-1 0 0 0,0 0 0 0 0,0 0 0 0 0,0 0 0 0 0,0 0 0 0 0,0 1 0 0 0,0-1 0 0 0,0 0 0 0 0,1 0 0 0 0,-1 0 0 0 0,0 0 0 0 0,0 1 0 0 0,0-1 0 0 0,0 0 0 0 0,0 0 0 0 0,1 0 0 0 0,-1 0 0 0 0,0 0 0 0 0,0 0 0 0 0,0 0 0 0 0,0 0 0 0 0,1 1 0 0 0,-1-1 0 0 0,0 0 0 0 0,0 0 0 0 0,0 0 0 0 0,1 0 0 0 0,-1 0 0 0 0,0 0 0 0 0,1 0 0 0 0,7-1 0 0 0,4-1-45 0 0,-1-2 0 0 0,-1 1 0 0 0,1-1 0 0 0,19-11 1 0 0,0 1-202 0 0,220-78-3481 0 0,10 22-3574 0 0,-154 52 410 0 0,-82 15 2138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6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0 174 684 0 0,'0'-3'1520'0'0,"0"-5"-996"0"0,1-1-1 0 0,0 0 1 0 0,1 1-1 0 0,0-1 1 0 0,0 1-1 0 0,0-1 0 0 0,1 1 1 0 0,1 0-1 0 0,-1 0 1 0 0,1 0-1 0 0,1 1 1 0 0,-1-1-1 0 0,1 1 1 0 0,1 0-1 0 0,5-6 1 0 0,-8 9-426 0 0,1 1 1 0 0,0 0-1 0 0,-1 0 0 0 0,1 0 1 0 0,0 0-1 0 0,0 0 1 0 0,0 1-1 0 0,1 0 1 0 0,-1 0-1 0 0,1 0 0 0 0,-1 1 1 0 0,1-1-1 0 0,-1 1 1 0 0,1 0-1 0 0,0 0 1 0 0,0 1-1 0 0,-1-1 0 0 0,1 1 1 0 0,0 0-1 0 0,0 0 1 0 0,0 1-1 0 0,0 0 1 0 0,-1-1-1 0 0,1 2 0 0 0,0-1 1 0 0,-1 0-1 0 0,1 1 1 0 0,-1 0-1 0 0,6 3 1 0 0,-2-1-20 0 0,0 1 0 0 0,-1 0 0 0 0,0 0 1 0 0,1 0-1 0 0,-2 1 0 0 0,1 0 0 0 0,-1 1 1 0 0,0 0-1 0 0,0-1 0 0 0,0 2 1 0 0,-1-1-1 0 0,0 1 0 0 0,6 13 0 0 0,-6-9 0 0 0,-1 1-1 0 0,0-1 1 0 0,-1 1 0 0 0,-1 0-1 0 0,0 0 1 0 0,0 0-1 0 0,-1 0 1 0 0,-2 21-1 0 0,-2-2 80 0 0,-1-1 0 0 0,-2 0 0 0 0,-1-1 0 0 0,-2 0 0 0 0,0 0 0 0 0,-3 0 0 0 0,-16 31 0 0 0,-4-4 320 0 0,-2-1 0 0 0,-46 55 0 0 0,75-107-367 0 0,6-14-64 0 0,8-16-7 0 0,14-14-22 0 0,2 1 1 0 0,2 1-1 0 0,50-58 0 0 0,-75 95-18 0 0,142-160-71 0 0,-12 15 28 0 0,-121 134 50 0 0,-1-1 1 0 0,0 0 0 0 0,12-23 0 0 0,-22 35-8 0 0,0 1-1 0 0,1-1 1 0 0,-1 1 0 0 0,0-1-1 0 0,1 1 1 0 0,-1-1-1 0 0,0 0 1 0 0,0 1 0 0 0,1-1-1 0 0,-1 1 1 0 0,0-1 0 0 0,0 1-1 0 0,0-1 1 0 0,0 0-1 0 0,0 1 1 0 0,0-1 0 0 0,0 0-1 0 0,0 1 1 0 0,0-1 0 0 0,0 1-1 0 0,0-1 1 0 0,0 0-1 0 0,0 1 1 0 0,-1-1 0 0 0,1 1-1 0 0,0-1 1 0 0,0 1 0 0 0,-1-1-1 0 0,1 0 1 0 0,-1 0 0 0 0,0 1 0 0 0,0 0 0 0 0,0-1 0 0 0,0 1 0 0 0,0 0 0 0 0,0-1 0 0 0,0 1 0 0 0,0 0 0 0 0,0 0 0 0 0,0 0 1 0 0,0 0-1 0 0,0 0 0 0 0,0 0 0 0 0,0 0 0 0 0,-2 1 0 0 0,-3 0-2 0 0,0 0 1 0 0,0 1-1 0 0,0 0 1 0 0,-8 4-1 0 0,-6 5 11 0 0,1 2 1 0 0,0 0-1 0 0,0 1 1 0 0,2 1-1 0 0,-31 32 0 0 0,28-23 27 0 0,0 0 0 0 0,2 2 0 0 0,-29 51-1 0 0,42-67-29 0 0,0 0 0 0 0,1 1 0 0 0,0-1 0 0 0,1 1 0 0 0,0 0 0 0 0,0 0 0 0 0,1 0 0 0 0,-1 23 0 0 0,3-29-4 0 0,0 0 1 0 0,1-1 0 0 0,-1 1-1 0 0,1 0 1 0 0,0 0 0 0 0,0-1-1 0 0,1 1 1 0 0,0-1-1 0 0,-1 1 1 0 0,1-1 0 0 0,1 0-1 0 0,-1 1 1 0 0,1-1 0 0 0,-1 0-1 0 0,1-1 1 0 0,0 1 0 0 0,1 0-1 0 0,-1-1 1 0 0,1 0-1 0 0,-1 0 1 0 0,1 0 0 0 0,0 0-1 0 0,7 4 1 0 0,2-2-64 0 0,-1 0 0 0 0,1 0 0 0 0,0-1 0 0 0,0-1 0 0 0,0 0 0 0 0,0 0 0 0 0,1-2 1 0 0,19 1-1 0 0,114-9-4293 0 0,-115 5 2447 0 0,-2-2-1868 0 0,-2 1-1770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6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55 1412 0 0,'11'-23'9151'0'0,"-4"6"-4327"0"0,0 2 540 0 0,-6 16-5318 0 0,0 0 89 0 0,0 1-1 0 0,0 0 0 0 0,0-1 1 0 0,-1 1-1 0 0,1 0 0 0 0,0 0 1 0 0,-1 0-1 0 0,1-1 0 0 0,0 5 1 0 0,2 31 284 0 0,-2 0 1 0 0,-5 58-1 0 0,-19 74-431 0 0,7-53-662 0 0,13-94 8 0 0,-9 90-2731 0 0,11-37-6065 0 0,3-57 2678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115 138 1200 0 0,'-3'-2'2966'0'0,"-24"-8"4659"0"0,-39-12 0 0 0,64 21-7101 0 0,-2 1 28 0 0,3 0-508 0 0,0 0-1 0 0,1 0 1 0 0,-1 0 0 0 0,1 0-1 0 0,-1-1 1 0 0,1 1 0 0 0,-1 0 0 0 0,0 0-1 0 0,1 0 1 0 0,-1 0 0 0 0,1 0 0 0 0,-1-1-1 0 0,1 1 1 0 0,-1 0 0 0 0,1 0 0 0 0,-1-1-1 0 0,1 1 1 0 0,-1-1 0 0 0,1 1-1 0 0,0 0 1 0 0,-1-1 0 0 0,2-2-20 0 0,1 1 0 0 0,0 0 0 0 0,0 0 0 0 0,0 0 0 0 0,0 0 0 0 0,0 1 0 0 0,0-1-1 0 0,0 0 1 0 0,0 1 0 0 0,1-1 0 0 0,-1 1 0 0 0,1 0 0 0 0,3-1 0 0 0,46-14 107 0 0,-22 7-73 0 0,93-25-1219 0 0,-40 21-6165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7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28 2192 0 0,'-174'131'15454'0'0,"173"-131"-15435"0"0,1 0 1 0 0,0 0-1 0 0,-1 1 0 0 0,1-1 0 0 0,-1 0 1 0 0,1 1-1 0 0,0-1 0 0 0,0 0 0 0 0,-1 1 0 0 0,1-1 1 0 0,0 0-1 0 0,-1 1 0 0 0,1-1 0 0 0,0 0 0 0 0,0 1 1 0 0,0-1-1 0 0,0 1 0 0 0,-1-1 0 0 0,1 1 0 0 0,0-1 1 0 0,0 0-1 0 0,0 1 0 0 0,0-1 0 0 0,0 1 1 0 0,0-1-1 0 0,0 1 0 0 0,0-1 0 0 0,0 1 0 0 0,0-1 1 0 0,0 0-1 0 0,0 1 0 0 0,1-1 0 0 0,-1 1 0 0 0,0-1 1 0 0,0 0-1 0 0,0 1 0 0 0,1-1 0 0 0,-1 1 0 0 0,0-1 1 0 0,0 0-1 0 0,1 1 0 0 0,-1-1 0 0 0,0 0 1 0 0,1 1-1 0 0,-1-1 0 0 0,0 0 0 0 0,1 0 0 0 0,-1 1 1 0 0,0-1-1 0 0,1 0 0 0 0,-1 0 0 0 0,1 0 0 0 0,-1 1 1 0 0,0-1-1 0 0,1 0 0 0 0,-1 0 0 0 0,1 0 0 0 0,-1 0 1 0 0,1 0-1 0 0,-1 0 0 0 0,0 0 0 0 0,1 0 1 0 0,0 0-1 0 0,56-15-1323 0 0,0-3 1 0 0,97-46 0 0 0,-101 41-1087 0 0,5-3-1745 0 0,7-6-1902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8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92 640 0 0,'-56'12'7723'0'0,"54"-12"-6886"0"0,-16-1 1445 0 0,17 1-2117 0 0,-1 0 0 0 0,1 0 0 0 0,0 0 0 0 0,-1 0-1 0 0,1 0 1 0 0,0 0 0 0 0,-1 0 0 0 0,1-1 0 0 0,0 1 0 0 0,-1 0 0 0 0,1-1 0 0 0,0 1 0 0 0,0-1 0 0 0,0 1 0 0 0,-2-2 0 0 0,2 1-134 0 0,1 1 1 0 0,0-1-1 0 0,0 1 1 0 0,0-1 0 0 0,-1 1-1 0 0,1-1 1 0 0,0 1-1 0 0,0-1 1 0 0,0 0-1 0 0,0 1 1 0 0,0-1 0 0 0,0 1-1 0 0,0-1 1 0 0,0 1-1 0 0,1-1 1 0 0,-1 1 0 0 0,0-1-1 0 0,0 0 1 0 0,0 1-1 0 0,1-1 1 0 0,-1 1-1 0 0,0-1 1 0 0,0 1 0 0 0,1-1-1 0 0,-1 1 1 0 0,0 0-1 0 0,1-1 1 0 0,-1 1 0 0 0,1-1-1 0 0,12-13 300 0 0,-5 7-231 0 0,0 0 0 0 0,0 1 0 0 0,1 0 0 0 0,0 0 0 0 0,0 1 0 0 0,1 1 0 0 0,-1-1 0 0 0,1 2 0 0 0,0-1 0 0 0,20-3 1 0 0,-16 4-33 0 0,1 1 1 0 0,0 0-1 0 0,-1 1 1 0 0,1 1-1 0 0,0 1 1 0 0,0 0 0 0 0,18 3-1 0 0,-27-2-19 0 0,0-1 0 0 0,-1 1 0 0 0,1 0-1 0 0,0 1 1 0 0,0-1 0 0 0,-1 1 0 0 0,0 0 0 0 0,0 1-1 0 0,1-1 1 0 0,-2 1 0 0 0,10 8 0 0 0,-11-9-12 0 0,-1 0 0 0 0,1 1 1 0 0,-1-1-1 0 0,0 0 0 0 0,0 1 0 0 0,0-1 1 0 0,0 1-1 0 0,-1 0 0 0 0,1 0 1 0 0,-1-1-1 0 0,0 1 0 0 0,0 0 1 0 0,0 0-1 0 0,-1 0 0 0 0,1 0 0 0 0,-1 0 1 0 0,0 0-1 0 0,0 0 0 0 0,-1 6 1 0 0,-3 8 141 0 0,-1-1 0 0 0,0 1 0 0 0,-1-1 0 0 0,-1-1 0 0 0,-1 1 0 0 0,0-1 0 0 0,-16 22 0 0 0,-83 100 1710 0 0,80-106-1329 0 0,-94 96 422 0 0,115-121-990 0 0,5-6 6 0 0,0-1 1 0 0,0 1 0 0 0,1-1 0 0 0,-1 1-1 0 0,0-1 1 0 0,1 1 0 0 0,-1 0-1 0 0,1 0 1 0 0,-1-1 0 0 0,1 1-1 0 0,-1 0 1 0 0,1 0 0 0 0,0-1-1 0 0,-1 1 1 0 0,1 0 0 0 0,0 0 0 0 0,0 0-1 0 0,0 0 1 0 0,-1 0 0 0 0,1-1-1 0 0,0 1 1 0 0,0 0 0 0 0,0 0-1 0 0,0 0 1 0 0,1 1 0 0 0,-1-1 0 0 0,1 0 1 0 0,-1-1-1 0 0,1 1 0 0 0,0 0 1 0 0,0 0-1 0 0,-1-1 1 0 0,1 1-1 0 0,0 0 1 0 0,0-1-1 0 0,0 1 0 0 0,0-1 1 0 0,0 1-1 0 0,0-1 1 0 0,0 1-1 0 0,0-1 0 0 0,0 0 1 0 0,1 1-1 0 0,6 1 17 0 0,1-1-1 0 0,-1 0 0 0 0,16 0 0 0 0,34-3 21 0 0,1-2 0 0 0,89-19 0 0 0,112-46 94 0 0,-199 50 18 0 0,-59 18-144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8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6 115 40 0 0,'-6'-6'20373'0'0,"208"-47"-18888"0"0,-84 20-3010 0 0,-108 30 818 0 0,33-8-2437 0 0,-16 3-4848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8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1884 0 0,'1'-10'3253'0'0,"1"-1"-1"0"0,-1 1 1 0 0,7-19 0 0 0,-3 12-1300 0 0,-4 15-1779 0 0,0 0-1 0 0,0-1 1 0 0,0 1 0 0 0,0 0 0 0 0,1 0 0 0 0,-1 0 0 0 0,1 0 0 0 0,0 0 0 0 0,-1 0 0 0 0,1 0 0 0 0,0 1 0 0 0,0-1 0 0 0,0 1 0 0 0,0-1 0 0 0,0 1 0 0 0,1 0 0 0 0,-1 0 0 0 0,5-2 0 0 0,2 0 81 0 0,1 0-1 0 0,-1 0 1 0 0,12-1 0 0 0,-11 3-183 0 0,-1 0 0 0 0,1 1 0 0 0,-1 0 0 0 0,1 0 0 0 0,-1 1 0 0 0,1 1 0 0 0,-1 0 1 0 0,1 0-1 0 0,-1 0 0 0 0,0 1 0 0 0,0 1 0 0 0,0 0 0 0 0,-1 0 0 0 0,1 0 0 0 0,8 7 0 0 0,-9-6-41 0 0,-1 0 0 0 0,0 1-1 0 0,-1 0 1 0 0,1 0 0 0 0,-1 0-1 0 0,0 1 1 0 0,-1 0 0 0 0,0 0 0 0 0,0 1-1 0 0,0-1 1 0 0,-1 1 0 0 0,0 0 0 0 0,0 0-1 0 0,-1 0 1 0 0,0 1 0 0 0,2 11-1 0 0,-4-8 9 0 0,0 0 0 0 0,-1 0 0 0 0,-1 1 0 0 0,0-1 0 0 0,0 0 0 0 0,-1 0 0 0 0,-1 0 0 0 0,0 0 0 0 0,0 0 0 0 0,-2 0-1 0 0,1-1 1 0 0,-8 13 0 0 0,-7 11 152 0 0,-2 0 1 0 0,-34 43-1 0 0,5-15 76 0 0,22-29-50 0 0,-27 42 1 0 0,49-64-191 0 0,-1-1 1 0 0,2 1-1 0 0,-6 15 1 0 0,11-27-20 0 0,0 1 1 0 0,0 0-1 0 0,0-1 1 0 0,0 1-1 0 0,0 0 1 0 0,0 0-1 0 0,0-1 1 0 0,0 1-1 0 0,0 0 1 0 0,0 0-1 0 0,1-1 1 0 0,-1 1-1 0 0,0 0 1 0 0,0-1-1 0 0,1 1 1 0 0,-1 0-1 0 0,0-1 1 0 0,1 1 0 0 0,-1 0-1 0 0,1-1 1 0 0,-1 1-1 0 0,1-1 1 0 0,-1 1-1 0 0,1-1 1 0 0,-1 1-1 0 0,1-1 1 0 0,0 1-1 0 0,-1-1 1 0 0,1 0-1 0 0,0 1 1 0 0,1 0 7 0 0,0 0 1 0 0,0 0 0 0 0,0 0 0 0 0,0-1-1 0 0,0 1 1 0 0,0 0 0 0 0,0-1 0 0 0,0 0-1 0 0,0 1 1 0 0,0-1 0 0 0,2 0 0 0 0,19-3-245 0 0,0 0 0 0 0,-1-1 1 0 0,0-2-1 0 0,0 0 1 0 0,0-1-1 0 0,-1-1 0 0 0,0-1 1 0 0,0-1-1 0 0,28-20 0 0 0,-24 14-1600 0 0,-2-1-1 0 0,34-33 0 0 0,-35 28-1434 0 0,-2 0 0 0 0,25-37 0 0 0,-28 34-1985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284 134 940 0 0,'-1'-14'2508'0'0,"0"-1"-1"0"0,-1 1 0 0 0,-1 0 1 0 0,-5-16-1 0 0,8 28-1957 0 0,-4-17 1378 0 0,0 6-2080 0 0,3 4-3098 0 0,1 9 3228 0 0,1 0 0 0 0,-1 1 0 0 0,0-1 0 0 0,0 1 0 0 0,0-1-1 0 0,1 0 1 0 0,-1 0 0 0 0,0 1 0 0 0,1-1 0 0 0,-1 0 0 0 0,0 1 0 0 0,1-1 0 0 0,-1 0-1 0 0,0 0 1 0 0,1 0 0 0 0,-1 1 0 0 0,0-1 0 0 0,1 0 0 0 0,-1 0 0 0 0,1 0-1 0 0,-1 0 1 0 0,0 0 0 0 0,1 0 0 0 0,-1 0 0 0 0,1 0 0 0 0,-1 0 0 0 0,0 0 0 0 0,1 0-1 0 0,-1 0 1 0 0,1 0 0 0 0,-1 0 0 0 0,0 0 0 0 0,1 0 0 0 0,-1 0 0 0 0,1 0 0 0 0,-1 0-1 0 0,0-1 1 0 0,1 1 0 0 0,0 0 0 0 0,13-5 2885 0 0,-15 4-2784 0 0,0 1 0 0 0,0 0 1 0 0,0-1-1 0 0,0 1 0 0 0,0 0 0 0 0,1 0 0 0 0,-1 0 0 0 0,0 0 0 0 0,0-1 0 0 0,0 1 0 0 0,0 1 0 0 0,0-1 0 0 0,0 0 0 0 0,0 0 0 0 0,1 0 0 0 0,-1 0 0 0 0,0 1 0 0 0,0-1 1 0 0,0 0-1 0 0,0 1 0 0 0,0-1 0 0 0,1 1 0 0 0,-1-1 0 0 0,0 1 0 0 0,0-1 0 0 0,1 1 0 0 0,-2 0 0 0 0,-25 19 1202 0 0,26-19-1234 0 0,-20 17 631 0 0,1 1 0 0 0,1 0-1 0 0,0 2 1 0 0,-17 26 0 0 0,10-9 359 0 0,-35 69 1 0 0,55-95-908 0 0,1 0 0 0 0,0 0 0 0 0,1 0-1 0 0,0 1 1 0 0,1 0 0 0 0,1 0 0 0 0,0 0 0 0 0,0 0 0 0 0,1 22 0 0 0,1-30-105 0 0,1 0 1 0 0,-1 0-1 0 0,1 0 1 0 0,0 0-1 0 0,0 0 1 0 0,1 0-1 0 0,-1-1 1 0 0,1 1-1 0 0,0 0 1 0 0,1-1-1 0 0,-1 0 1 0 0,1 1 0 0 0,0-1-1 0 0,0 0 1 0 0,0 0-1 0 0,0-1 1 0 0,1 1-1 0 0,-1-1 1 0 0,1 1-1 0 0,0-1 1 0 0,0 0-1 0 0,0-1 1 0 0,1 1-1 0 0,-1-1 1 0 0,1 1-1 0 0,-1-1 1 0 0,9 2-1 0 0,4 0-2 0 0,0 0 0 0 0,0-1 1 0 0,0-1-1 0 0,1-1 0 0 0,-1-1 0 0 0,24-1 0 0 0,-10-2-12 0 0,0-2 0 0 0,49-14 0 0 0,-65 15-620 0 0,0-1 0 0 0,0-1-1 0 0,17-9 1 0 0,-21 10-3639 0 0,-10 4 3800 0 0,0 1 224 0 0,0-1 0 0 0,-1 1-1 0 0,1 0 1 0 0,-1-1 0 0 0,1 1 0 0 0,0 0 0 0 0,-1-1 0 0 0,1 1 0 0 0,0 0 0 0 0,-1 0 0 0 0,1 0-1 0 0,0 0 1 0 0,-1 0 0 0 0,1 0 0 0 0,0 0 0 0 0,0 0 0 0 0,-1 0 0 0 0,1 0 0 0 0,0 0 0 0 0,-1 0 0 0 0,1 0-1 0 0,0 0 1 0 0,0 1 0 0 0,20 6-6184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4:59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30 2764 0 0,'-22'-29'17302'0'0,"34"31"-15366"0"0,-7 1-1790 0 0,0-1 1 0 0,0 2-1 0 0,0-1 0 0 0,-1 0 0 0 0,1 1 1 0 0,-1 0-1 0 0,0 0 0 0 0,6 9 0 0 0,-8-11-77 0 0,3 4 34 0 0,-1 0 0 0 0,1 0 0 0 0,-1 0 0 0 0,0 0 0 0 0,-1 1 0 0 0,0 0 0 0 0,0-1 0 0 0,0 1 0 0 0,-1 0 0 0 0,0 1 0 0 0,0-1 0 0 0,-1 0 0 0 0,0 1 0 0 0,0-1 0 0 0,-1 14 0 0 0,-1-9 38 0 0,-1 0 0 0 0,0-1-1 0 0,-1 0 1 0 0,0 1 0 0 0,-1-1 0 0 0,0-1 0 0 0,0 1-1 0 0,-2 0 1 0 0,-8 14 0 0 0,-29 37 742 0 0,-58 65 0 0 0,65-83-752 0 0,33-40-125 0 0,2-4-1 0 0,0 1 0 0 0,1 0 0 0 0,-1 0 0 0 0,0 0 0 0 0,1 0 1 0 0,-1 0-1 0 0,0 0 0 0 0,1 0 0 0 0,-1 0 0 0 0,1 0 0 0 0,0 1 0 0 0,-1 1 0 0 0,1-3-4 0 0,-1 1 0 0 0,1 0 1 0 0,0-1-1 0 0,0 1 0 0 0,0 0 0 0 0,0-1 1 0 0,0 1-1 0 0,0 0 0 0 0,0 0 0 0 0,0-1 0 0 0,0 1 1 0 0,0 0-1 0 0,0-1 0 0 0,0 1 0 0 0,1 0 1 0 0,-1-1-1 0 0,0 1 0 0 0,1 0 0 0 0,-1-1 0 0 0,0 1 1 0 0,1-1-1 0 0,-1 1 0 0 0,0 0 0 0 0,1-1 1 0 0,-1 1-1 0 0,1-1 0 0 0,-1 1 0 0 0,1-1 0 0 0,-1 0 1 0 0,1 1-1 0 0,0-1 0 0 0,-1 1 0 0 0,1-1 1 0 0,0 0-1 0 0,-1 0 0 0 0,2 1 0 0 0,13 1-29 0 0,-6-2 16 0 0,0 1 0 0 0,0-1 0 0 0,-1 0 0 0 0,1-1 0 0 0,0 0 0 0 0,13-3 0 0 0,53-18-49 0 0,-45 12-4 0 0,392-111-3361 0 0,-328 96 1286 0 0,-32 11-417 0 0,-28 8-624 0 0,-1-2-4609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0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1792 0 0,'-8'6'8738'0'0,"8"-5"-8717"0"0,-10 12 4851 0 0,12-7-2472 0 0,13-3-2779 0 0,28-4 722 0 0,49 0-1517 0 0,-83 2 692 0 0,-1 0 0 0 0,1 0 0 0 0,-1 0 1 0 0,0 1-1 0 0,0 1 0 0 0,1-1 0 0 0,-1 1 0 0 0,9 5 0 0 0,-15-6 135 0 0,1-1-1 0 0,-1 1 0 0 0,0-1 0 0 0,1 1 0 0 0,-1 0 1 0 0,0 0-1 0 0,0 0 0 0 0,0 0 0 0 0,0 0 0 0 0,-1 0 0 0 0,1 1 1 0 0,-1-1-1 0 0,1 0 0 0 0,-1 1 0 0 0,0-1 0 0 0,0 1 0 0 0,0 0 1 0 0,1 4-1 0 0,-1 7-2916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0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 2408 0 0,'-98'103'5275'0'0,"-8"10"-339"0"0,98-98-3543 0 0,8-14-1346 0 0,0-1 1 0 0,0 0 0 0 0,0 1-1 0 0,1-1 1 0 0,-1 1-1 0 0,0-1 1 0 0,0 0-1 0 0,0 1 1 0 0,0-1-1 0 0,0 0 1 0 0,0 1-1 0 0,1-1 1 0 0,-1 0-1 0 0,0 1 1 0 0,0-1 0 0 0,0 0-1 0 0,1 0 1 0 0,-1 1-1 0 0,0-1 1 0 0,0 0-1 0 0,1 0 1 0 0,-1 1-1 0 0,0-1 1 0 0,1 0-1 0 0,1 1 32 0 0,0 0-1 0 0,0-1 1 0 0,-1 1-1 0 0,1-1 1 0 0,0 0-1 0 0,0 0 0 0 0,0 0 1 0 0,0 1-1 0 0,0-2 1 0 0,0 1-1 0 0,2 0 0 0 0,36-9 103 0 0,0-2 0 0 0,-2-1 0 0 0,46-22-1 0 0,-37 15-404 0 0,127-48-2085 0 0,-57 23-3603 0 0,-54 20-103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1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72 1608 0 0,'-52'-4'3596'0'0,"0"-1"1"0"0,-100-26-1 0 0,126 18-1850 0 0,28 8-1134 0 0,-2 5-595 0 0,-1 0 0 0 0,1-1 0 0 0,0 1 0 0 0,0 0 0 0 0,0-1 0 0 0,0 1 0 0 0,0 0 0 0 0,0 0 0 0 0,0-1 0 0 0,0 1 0 0 0,0 0 0 0 0,0 0 0 0 0,1-1 0 0 0,-1 1 0 0 0,0 0 0 0 0,0-1 0 0 0,0 1 0 0 0,0 0 0 0 0,0 0 0 0 0,0-1 0 0 0,1 1 0 0 0,-1 0 0 0 0,0 0 0 0 0,0 0-1 0 0,0-1 1 0 0,0 1 0 0 0,1 0 0 0 0,-1 0 0 0 0,0 0 0 0 0,0 0 0 0 0,1-1 0 0 0,-1 1 0 0 0,0 0 0 0 0,0 0 0 0 0,1 0 0 0 0,7-2 117 0 0,-1 1 0 0 0,1-1 0 0 0,0 2 0 0 0,0-1-1 0 0,-1 1 1 0 0,1 0 0 0 0,0 1 0 0 0,0 0 0 0 0,0 0 0 0 0,-1 1 0 0 0,1 0 0 0 0,-1 0-1 0 0,1 1 1 0 0,13 6 0 0 0,-10-3-84 0 0,1 0 0 0 0,-2 0 0 0 0,1 1 0 0 0,-1 1-1 0 0,0 0 1 0 0,0 0 0 0 0,-1 1 0 0 0,15 17 0 0 0,-20-19-17 0 0,1-1 0 0 0,-1 1-1 0 0,0 0 1 0 0,-1 1 0 0 0,0-1 0 0 0,0 1 0 0 0,0-1 0 0 0,-1 1-1 0 0,0 0 1 0 0,1 15 0 0 0,-2-11 67 0 0,-1 0 0 0 0,-1 0 1 0 0,0 0-1 0 0,0 0 0 0 0,-1 0 0 0 0,-6 19 0 0 0,-2-5 134 0 0,0 0-1 0 0,-2-1 1 0 0,0 0-1 0 0,-2-1 1 0 0,-26 35 0 0 0,-21 20 568 0 0,-101 99 1 0 0,161-178-782 0 0,0 1-1 0 0,1-1 1 0 0,-1 1-1 0 0,1-1 1 0 0,-1 1-1 0 0,1-1 1 0 0,-1 1-1 0 0,1 0 1 0 0,-1-1-1 0 0,1 1 1 0 0,0 0-1 0 0,-1-1 1 0 0,1 1-1 0 0,0 0 1 0 0,-1-1 0 0 0,1 1-1 0 0,0 0 1 0 0,0 0-1 0 0,0 0 1 0 0,0-1-1 0 0,0 1 1 0 0,0 1-1 0 0,0-2-3 0 0,0 1 0 0 0,1-1 1 0 0,-1 1-1 0 0,0-1 0 0 0,1 1 0 0 0,-1-1 0 0 0,1 0 0 0 0,-1 1 0 0 0,1-1 0 0 0,-1 0 0 0 0,1 1 0 0 0,-1-1 0 0 0,1 0 1 0 0,-1 1-1 0 0,1-1 0 0 0,-1 0 0 0 0,1 0 0 0 0,-1 0 0 0 0,1 0 0 0 0,1 1 0 0 0,28-1 224 0 0,9-7-176 0 0,0-2 0 0 0,-1-2 0 0 0,70-30-1 0 0,-64 24-217 0 0,6-2-522 0 0,150-60-2871 0 0,-69 20-6453 0 0,-105 45 3553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15 163 3068 0 0,'-14'-25'14332'0'0,"14"24"-13962"0"0,1 0-239 0 0,0 0 0 0 0,0 0 0 0 0,0 0 0 0 0,0 0-1 0 0,1 0 1 0 0,-1 0 0 0 0,0 1 0 0 0,0-1 0 0 0,1 0 0 0 0,-1 1 0 0 0,1-1 0 0 0,-1 1-1 0 0,0 0 1 0 0,3-1 0 0 0,83-22-844 0 0,46-15-2541 0 0,-3-10-5285 0 0,-92 31 3716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1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2140 0 0,'1'-5'1722'0'0,"-1"1"1"0"0,2-1-1 0 0,-1 1 0 0 0,1 0 0 0 0,-1 0 0 0 0,8-17 5794 0 0,-9 21-7394 0 0,1 0-50 0 0,-1 0 1 0 0,0 0-1 0 0,1 0 0 0 0,-1 0 0 0 0,0 0 0 0 0,1 0 0 0 0,-1 0 0 0 0,1 1 0 0 0,-1-1 0 0 0,0 0 0 0 0,1 0 0 0 0,-1 0 1 0 0,0 1-1 0 0,0-1 0 0 0,1 0 0 0 0,-1 0 0 0 0,0 1 0 0 0,1-1 0 0 0,-1 0 0 0 0,0 1 0 0 0,0-1 0 0 0,0 0 0 0 0,1 1 1 0 0,-1-1-1 0 0,0 0 0 0 0,0 1 0 0 0,0-1 0 0 0,0 0 0 0 0,0 1 0 0 0,0-1 0 0 0,0 1 0 0 0,1-1 0 0 0,-1 0 0 0 0,0 1 1 0 0,-1-1-1 0 0,1 1 0 0 0,34 207 4531 0 0,-21-105-4488 0 0,-2 115 1 0 0,-12-154-2522 0 0,-13 88 1 0 0,1-80-2479 0 0,-5-3-3335 0 0,9-46 924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82 190 1176 0 0,'-80'35'16381'0'0,"80"-35"-16351"0"0,0 0 0 0 0,0 1 0 0 0,0-1 0 0 0,0 0 0 0 0,0 0 0 0 0,-1 0 0 0 0,1 0 0 0 0,0 0 0 0 0,0 0 0 0 0,0 0 0 0 0,0 0 0 0 0,0 0 0 0 0,0 0 0 0 0,0 1 0 0 0,0-1 0 0 0,0 0 0 0 0,0 0 0 0 0,0 0 0 0 0,-1 0 0 0 0,1 0 0 0 0,0 0 0 0 0,0 0 0 0 0,0 1-1 0 0,0-1 1 0 0,0 0 0 0 0,0 0 0 0 0,0 0 0 0 0,0 0 0 0 0,0 0 0 0 0,0 0 0 0 0,0 1 0 0 0,0-1 0 0 0,0 0 0 0 0,0 0 0 0 0,0 0 0 0 0,0 0 0 0 0,1 0 0 0 0,-1 0 0 0 0,0 0 0 0 0,0 1 0 0 0,0-1 0 0 0,0 0 0 0 0,0 0 0 0 0,0 0 0 0 0,0 0 0 0 0,0 0 0 0 0,0 0 0 0 0,0 0 0 0 0,0 0 0 0 0,1 0 0 0 0,-1 0 0 0 0,0 1 0 0 0,0-1 0 0 0,0 0 0 0 0,0 0 0 0 0,0 0-1 0 0,0 0 1 0 0,0 0 0 0 0,1 0 0 0 0,-1 0 0 0 0,0 0 0 0 0,0 0 0 0 0,0 0 0 0 0,0 0 0 0 0,0 0 0 0 0,0 0 0 0 0,1 0 0 0 0,31-5 546 0 0,0 0-1 0 0,37-13 0 0 0,-17 5-422 0 0,38-9-237 0 0,331-74 898 0 0,5 27-5065 0 0,-421 68 3909 0 0,31 0-1435 0 0,-34 1 1229 0 0,0 0 0 0 0,0 0 1 0 0,0 0-1 0 0,1 1 0 0 0,-1-1 0 0 0,0 1 0 0 0,0 0 0 0 0,-1 0 1 0 0,1-1-1 0 0,0 1 0 0 0,0 0 0 0 0,0 1 0 0 0,0-1 1 0 0,2 2-1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1808 0 0,'-79'34'13487'0'0,"113"-35"-10695"0"0,-27 0-2617 0 0,16 2 223 0 0,0 0 0 0 0,0 2-1 0 0,-1 0 1 0 0,1 2-1 0 0,-1 0 1 0 0,25 10-1 0 0,-33-9-324 0 0,0 0-1 0 0,0 0 0 0 0,-1 1 1 0 0,0 1-1 0 0,0 1 0 0 0,-1-1 1 0 0,0 2-1 0 0,0 0 0 0 0,-1 0 0 0 0,11 14 1 0 0,-19-20-20 0 0,0-1 1 0 0,-1 2-1 0 0,1-1 0 0 0,-1 0 1 0 0,0 1-1 0 0,0-1 1 0 0,0 1-1 0 0,0-1 1 0 0,-1 1-1 0 0,0 0 0 0 0,0 0 1 0 0,0 0-1 0 0,-1 0 1 0 0,1 9-1 0 0,-2-6 82 0 0,0-1-1 0 0,0 1 1 0 0,-1 0 0 0 0,0-1-1 0 0,-1 1 1 0 0,1-1-1 0 0,-2 0 1 0 0,-5 12 0 0 0,-3 0 205 0 0,-1-1-1 0 0,-1 0 1 0 0,-1 0 0 0 0,0-1 0 0 0,-27 21 0 0 0,6-7 240 0 0,15-14-277 0 0,1 0-1 0 0,-21 25 1 0 0,39-41-261 0 0,2 0-40 0 0,0-1 0 0 0,0 1 1 0 0,0-1-1 0 0,1 0 1 0 0,-1 1-1 0 0,0-1 0 0 0,0 0 1 0 0,0 1-1 0 0,1-1 1 0 0,-1 0-1 0 0,0 0 1 0 0,0 1-1 0 0,1-1 0 0 0,-1 0 1 0 0,0 0-1 0 0,0 1 1 0 0,1-1-1 0 0,-1 0 0 0 0,0 0 1 0 0,1 0-1 0 0,-1 1 1 0 0,0-1-1 0 0,1 0 0 0 0,-1 0 1 0 0,0 0-1 0 0,1 0 1 0 0,-1 0-1 0 0,0 0 1 0 0,1 0-1 0 0,-1 0 0 0 0,1 0 1 0 0,-1 0-1 0 0,0 0 1 0 0,1 0-1 0 0,-1 0 0 0 0,1 0 1 0 0,15-1 20 0 0,-15 0-22 0 0,44-7-159 0 0,84-27 1 0 0,-73 18-302 0 0,5 0-446 0 0,124-39-2959 0 0,-66 10-3476 0 0,-95 35 2493 0 0,-6-1-2555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52 36 0 0,'-2'1'2015'0'0,"-30"30"5436"0"0,31-31-7360 0 0,1 1 0 0 0,0-1-1 0 0,-1 0 1 0 0,1 1 0 0 0,-1-1-1 0 0,1 0 1 0 0,0 1 0 0 0,-1-1-1 0 0,1 0 1 0 0,0 1 0 0 0,0-1-1 0 0,-1 1 1 0 0,1-1 0 0 0,0 1-1 0 0,0-1 1 0 0,-1 1 0 0 0,1-1-1 0 0,0 0 1 0 0,0 1 0 0 0,0 0-1 0 0,9-1-24 0 0,1-1-1 0 0,-1 0 0 0 0,1-1 1 0 0,-1 0-1 0 0,0-1 1 0 0,1 0-1 0 0,12-6 0 0 0,25-7 17 0 0,-24 11-167 0 0,119-28-1006 0 0,-45 18-4151 0 0,-71 12 2053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3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1428 0 0,'-27'21'2254'0'0,"-33"34"0"0"0,53-47-2029 0 0,0-1 1 0 0,0 1 0 0 0,1 1 0 0 0,0-1 0 0 0,0 1 0 0 0,1 0 0 0 0,0 0-1 0 0,1 1 1 0 0,-4 10 0 0 0,8-18-212 0 0,-1-1 0 0 0,1 1 0 0 0,-1-1 0 0 0,1 1-1 0 0,0 0 1 0 0,0-1 0 0 0,-1 1 0 0 0,1-1 0 0 0,0 1 0 0 0,0 0 0 0 0,1-1-1 0 0,-1 1 1 0 0,0-1 0 0 0,0 1 0 0 0,1-1 0 0 0,-1 1 0 0 0,1-1 0 0 0,0 1-1 0 0,-1-1 1 0 0,1 1 0 0 0,0-1 0 0 0,0 0 0 0 0,0 1 0 0 0,0-1 0 0 0,0 0-1 0 0,0 0 1 0 0,0 0 0 0 0,0 1 0 0 0,0-1 0 0 0,0-1 0 0 0,1 1 0 0 0,-1 0-1 0 0,1 0 1 0 0,-1 0 0 0 0,0-1 0 0 0,1 1 0 0 0,-1 0 0 0 0,1-1 0 0 0,-1 0-1 0 0,1 1 1 0 0,0-1 0 0 0,-1 0 0 0 0,3 0 0 0 0,7 1-126 0 0,0 0 0 0 0,0-1 0 0 0,1-1 0 0 0,-1 0-1 0 0,11-2 1 0 0,28-6-1736 0 0,53-18 0 0 0,-41 8-183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4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41 186 652 0 0,'-12'-10'3310'0'0,"9"5"-2605"0"0,0 1-338 0 0,0 1-1 0 0,1-1 1 0 0,-1 0-1 0 0,1 1 0 0 0,0-1 1 0 0,0 0-1 0 0,1 0 1 0 0,-1 0-1 0 0,1 0 1 0 0,0-1-1 0 0,0 1 0 0 0,0 0 1 0 0,1 0-1 0 0,-1-6 1 0 0,3 7-323 0 0,-1 0 0 0 0,1-1 0 0 0,0 1 0 0 0,1 0 0 0 0,-1 1 1 0 0,0-1-1 0 0,1 0 0 0 0,0 1 0 0 0,-1-1 0 0 0,1 1 0 0 0,0 0 0 0 0,6-4 1 0 0,8-3 26 0 0,0-1 0 0 0,0 2 1 0 0,1 0-1 0 0,0 1 0 0 0,0 1 1 0 0,34-6-1 0 0,-39 9-35 0 0,-1 1-1 0 0,0 1 0 0 0,1 0 1 0 0,-1 1-1 0 0,1 1 0 0 0,-1-1 1 0 0,1 2-1 0 0,-1 0 1 0 0,0 0-1 0 0,0 1 0 0 0,18 7 1 0 0,-25-8-12 0 0,-1 0 0 0 0,0 0 0 0 0,0 1 0 0 0,-1-1 0 0 0,1 1 0 0 0,0 0 1 0 0,-1 0-1 0 0,0 0 0 0 0,1 0 0 0 0,-1 0 0 0 0,-1 1 0 0 0,1-1 0 0 0,0 1 0 0 0,-1 0 1 0 0,0 0-1 0 0,0 0 0 0 0,0 0 0 0 0,0 0 0 0 0,-1 1 0 0 0,3 8 0 0 0,-4-7-7 0 0,1 0-1 0 0,-1 0 0 0 0,0 0 0 0 0,0 0 0 0 0,-1 1 0 0 0,1-1 1 0 0,-2 0-1 0 0,1 0 0 0 0,-1 0 0 0 0,1 0 0 0 0,-2-1 1 0 0,1 1-1 0 0,-1 0 0 0 0,-5 8 0 0 0,-11 14 120 0 0,-2-1 0 0 0,-27 28 0 0 0,14-17 886 0 0,34-38-1011 0 0,1 0 0 0 0,-1 0 0 0 0,0 0 0 0 0,0 0 0 0 0,0 0 0 0 0,0 0 0 0 0,0 0 0 0 0,1 0 0 0 0,-1 0 1 0 0,0 0-1 0 0,0 0 0 0 0,0 0 0 0 0,0 0 0 0 0,0 0 0 0 0,1 0 0 0 0,-1 0 0 0 0,0 0 0 0 0,0 0 0 0 0,0 0 1 0 0,0 1-1 0 0,0-1 0 0 0,0 0 0 0 0,1 0 0 0 0,-1 0 0 0 0,0 0 0 0 0,0 0 0 0 0,0 0 0 0 0,0 0 0 0 0,0 0 1 0 0,0 1-1 0 0,0-1 0 0 0,0 0 0 0 0,0 0 0 0 0,0 0 0 0 0,1 0 0 0 0,-1 0 0 0 0,0 1 0 0 0,0-1 0 0 0,0 0 1 0 0,0 0-1 0 0,0 0 0 0 0,0 0 0 0 0,0 0 0 0 0,0 1 0 0 0,0-1 0 0 0,0 0 0 0 0,0 0 0 0 0,0 0 0 0 0,-1 0 1 0 0,1 0-1 0 0,0 1 0 0 0,0-1 0 0 0,0 0 0 0 0,0 0 0 0 0,0 0 0 0 0,24-7-39 0 0,-3 1 67 0 0,-11 4-39 0 0,1 1 0 0 0,0 1 0 0 0,0 0 0 0 0,0 0-1 0 0,0 1 1 0 0,0 0 0 0 0,-1 1 0 0 0,1 0 0 0 0,-1 1 0 0 0,1 0-1 0 0,10 5 1 0 0,-8-2 38 0 0,1 0-1 0 0,-2 1 1 0 0,1 0-1 0 0,-1 1 0 0 0,0 0 1 0 0,-1 1-1 0 0,20 19 1 0 0,-28-24 14 0 0,0-1 0 0 0,0 1-1 0 0,0 0 1 0 0,0 0 0 0 0,0 0 0 0 0,-1 0 0 0 0,1 1 0 0 0,-1-1 0 0 0,0 1 0 0 0,-1-1 0 0 0,1 1 0 0 0,-1 0 0 0 0,0-1-1 0 0,0 1 1 0 0,-1 0 0 0 0,1 0 0 0 0,-1 0 0 0 0,0 0 0 0 0,-1 7 0 0 0,0-5 6 0 0,-1-1 0 0 0,0 1 0 0 0,-1 0 0 0 0,0-1-1 0 0,0 1 1 0 0,0-1 0 0 0,0 0 0 0 0,-1 0 0 0 0,0 0 0 0 0,-1-1 0 0 0,1 1 0 0 0,-1-1 0 0 0,-6 5 0 0 0,-5 4 38 0 0,0-1 0 0 0,-1-1 0 0 0,-1 0 0 0 0,0-1 0 0 0,-1-1 0 0 0,0-1 0 0 0,0 0 0 0 0,-1-2 0 0 0,0 0 0 0 0,-39 7 0 0 0,32-9-466 0 0,-1-2 0 0 0,1-1 0 0 0,0 0 0 0 0,-1-3 0 0 0,1 0 0 0 0,-1-1 0 0 0,-49-12 0 0 0,69 10-1151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4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82 660 0 0,'-65'66'14200'0'0,"64"-66"-14175"0"0,1 0 0 0 0,0 0 0 0 0,0 0 0 0 0,0 0-1 0 0,0 0 1 0 0,-1 0 0 0 0,1 0 0 0 0,0 0 0 0 0,0 0 0 0 0,0 1 0 0 0,0-1 0 0 0,0 0 0 0 0,0 0-1 0 0,0 0 1 0 0,-1 0 0 0 0,1 0 0 0 0,0 1 0 0 0,0-1 0 0 0,0 0 0 0 0,0 0 0 0 0,0 0 0 0 0,0 0-1 0 0,0 1 1 0 0,0-1 0 0 0,0 0 0 0 0,0 0 0 0 0,0 0 0 0 0,0 0 0 0 0,0 1 0 0 0,0-1-1 0 0,0 0 1 0 0,0 0 0 0 0,0 0 0 0 0,0 0 0 0 0,0 1 0 0 0,0-1 0 0 0,0 0 0 0 0,0 0 0 0 0,0 0-1 0 0,0 0 1 0 0,0 0 0 0 0,1 1 0 0 0,-1-1 0 0 0,0 0 0 0 0,0 0 0 0 0,0 0 0 0 0,0 0 0 0 0,0 0-1 0 0,1 1 1 0 0,10 0 418 0 0,12-3-314 0 0,233-51 388 0 0,123-19-408 0 0,-342 68-136 0 0,53-8-749 0 0,160-1 1 0 0,-209 18-463 0 0,-39-5 1045 0 0,0 0 0 0 0,-1 1 0 0 0,1-1 0 0 0,0 1 0 0 0,-1 0 0 0 0,1 0 0 0 0,0 0 0 0 0,-1-1 0 0 0,1 1 0 0 0,-1 1 0 0 0,1-1 0 0 0,-1 0 0 0 0,0 0 0 0 0,1 0 0 0 0,-1 1 0 0 0,0-1 0 0 0,0 1 0 0 0,1 1 0 0 0,-2-2-48 0 0,0 1 1 0 0,1-1-1 0 0,-1 0 0 0 0,0 1 0 0 0,-1-1 1 0 0,1 0-1 0 0,0 0 0 0 0,0 1 1 0 0,0-1-1 0 0,-1 0 0 0 0,1 0 1 0 0,-1 1-1 0 0,1-1 0 0 0,-1 0 0 0 0,1 0 1 0 0,-1 0-1 0 0,0 0 0 0 0,0 2 1 0 0,-7 9-3602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0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38 2576 0 0,'-60'15'9738'0'0,"58"-15"-8843"0"0,-9-1 334 0 0,10-3-192 0 0,17-6-327 0 0,5 2-575 0 0,-1 1 0 0 0,1 1 1 0 0,1 1-1 0 0,-1 1 0 0 0,1 1 0 0 0,-1 0 1 0 0,1 2-1 0 0,0 1 0 0 0,30 2 1 0 0,-49-1-112 0 0,0-1 1 0 0,0 1-1 0 0,0-1 1 0 0,0 1-1 0 0,0 0 1 0 0,0 0-1 0 0,0 0 1 0 0,0 0-1 0 0,0 1 1 0 0,0-1 0 0 0,-1 1-1 0 0,1 0 1 0 0,-1 0-1 0 0,1 0 1 0 0,-1 0-1 0 0,0 0 1 0 0,0 0-1 0 0,0 0 1 0 0,0 1-1 0 0,0-1 1 0 0,0 1 0 0 0,-1 0-1 0 0,1-1 1 0 0,-1 1-1 0 0,0 0 1 0 0,0 0-1 0 0,0 0 1 0 0,0 0-1 0 0,0 0 1 0 0,-1 0-1 0 0,1 0 1 0 0,-1 0-1 0 0,0 0 1 0 0,0 0 0 0 0,0 0-1 0 0,0 1 1 0 0,0-1-1 0 0,-1 0 1 0 0,0 0-1 0 0,1 0 1 0 0,-3 3-1 0 0,-9 23 874 0 0,-15 26 0 0 0,-8 17-47 0 0,34-70-808 0 0,2 3 0 0 0,-1-4-42 0 0,0-1 1 0 0,0 0-1 0 0,0 1 0 0 0,0-1 1 0 0,0 0-1 0 0,0 1 0 0 0,0-1 0 0 0,0 0 1 0 0,0 0-1 0 0,0 1 0 0 0,0-1 0 0 0,0 0 1 0 0,0 1-1 0 0,0-1 0 0 0,1 0 1 0 0,-1 0-1 0 0,0 1 0 0 0,0-1 0 0 0,0 0 1 0 0,0 1-1 0 0,0-1 0 0 0,1 0 1 0 0,-1 0-1 0 0,0 0 0 0 0,0 1 0 0 0,1-1 1 0 0,-1 0-1 0 0,0 0 0 0 0,0 0 1 0 0,1 1-1 0 0,-1-1 0 0 0,0 0 0 0 0,0 0 1 0 0,1 0-1 0 0,-1 0 0 0 0,9 2 14 0 0,-1 0-1 0 0,1-1 1 0 0,0 0 0 0 0,-1-1-1 0 0,1 0 1 0 0,11-1-1 0 0,59-10 14 0 0,-31 3-10 0 0,372-54-539 0 0,-181 26-1954 0 0,1 4-4440 0 0,-215 29 3164 0 0,-5 2-1678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5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33 1080 0 0,'25'-33'10677'0'0,"-27"119"-8539"0"0,-16 95-1 0 0,-26 84-1420 0 0,21-137-136 0 0,-17 99 80 0 0,-72 534 889 0 0,107-691-1445 0 0,2-1 0 0 0,4 1 0 0 0,3-1 0 0 0,12 70 0 0 0,-9-106-77 0 0,1 1 1 0 0,2-2 0 0 0,1 1 0 0 0,16 31 0 0 0,-16-42-43 0 0,1-1 1 0 0,0 0-1 0 0,2-1 1 0 0,0-1-1 0 0,2 0 1 0 0,25 25-1 0 0,-33-37-298 0 0,1 1 0 0 0,0-1 1 0 0,0-1-1 0 0,1 0 0 0 0,-1 0 0 0 0,1-1 0 0 0,0 0 0 0 0,12 4 0 0 0,-14-7-505 0 0,0 0 0 0 0,0 0-1 0 0,-1-1 1 0 0,1 0 0 0 0,0 0-1 0 0,1-1 1 0 0,-1 0 0 0 0,0-1 0 0 0,0 1-1 0 0,0-2 1 0 0,15-3 0 0 0,6-5-4280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5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64 302 1160 0 0,'-15'-23'2411'0'0,"7"12"-1371"0"0,0 0 0 0 0,2-1-1 0 0,-1 0 1 0 0,-9-24-1 0 0,15 32-930 0 0,0 0 0 0 0,0 0 0 0 0,1 0 0 0 0,-1 0 0 0 0,1 0 0 0 0,0 0-1 0 0,0-1 1 0 0,0 1 0 0 0,1 0 0 0 0,-1 0 0 0 0,1 0 0 0 0,0 0 0 0 0,0 0 0 0 0,1 0-1 0 0,-1 1 1 0 0,1-1 0 0 0,0 0 0 0 0,0 1 0 0 0,0-1 0 0 0,5-5 0 0 0,-3 4-55 0 0,0 0 0 0 0,0 0 0 0 0,0 1 0 0 0,1 0 0 0 0,0 0 0 0 0,0 0 0 0 0,0 0 0 0 0,0 1 0 0 0,1 0 0 0 0,-1 0 0 0 0,1 0 0 0 0,0 1 0 0 0,0 0 0 0 0,0 0 0 0 0,0 0 0 0 0,0 1 0 0 0,0 0 1 0 0,1 0-1 0 0,-1 1 0 0 0,0-1 0 0 0,0 1 0 0 0,1 1 0 0 0,-1-1 0 0 0,0 1 0 0 0,0 0 0 0 0,0 1 0 0 0,0-1 0 0 0,0 1 0 0 0,0 0 0 0 0,0 1 0 0 0,0-1 0 0 0,-1 1 0 0 0,1 1 0 0 0,-1-1 0 0 0,0 1 0 0 0,0-1 0 0 0,0 2 0 0 0,-1-1 0 0 0,1 0 1 0 0,-1 1-1 0 0,0 0 0 0 0,0 0 0 0 0,0 0 0 0 0,-1 0 0 0 0,0 1 0 0 0,0-1 0 0 0,-1 1 0 0 0,5 12 0 0 0,-5-7-14 0 0,0 0 0 0 0,0 0 0 0 0,-1 0 0 0 0,-1 1 0 0 0,0-1 0 0 0,0 0 1 0 0,-1 0-1 0 0,-1 1 0 0 0,-5 20 0 0 0,-5 5 31 0 0,-24 55 0 0 0,15-43-3 0 0,21-48-64 0 0,8-10-13 0 0,0-1 0 0 0,0-1 0 0 0,6-11 0 0 0,8-12-8 0 0,181-264-194 0 0,-196 286 199 0 0,-3 7 13 0 0,-1 0 0 0 0,-1 1 0 0 0,1-2 0 0 0,-1 1 0 0 0,0 0 0 0 0,0 0 0 0 0,-1-1 0 0 0,1 1 0 0 0,0-9 0 0 0,-2 14 1 0 0,0-1 0 0 0,0 1 0 0 0,0-1 0 0 0,0 1 0 0 0,0 0 0 0 0,0-1 0 0 0,0 1 0 0 0,0 0 0 0 0,0-1 0 0 0,0 1 0 0 0,0-1 0 0 0,0 1 1 0 0,0 0-1 0 0,0-1 0 0 0,0 1 0 0 0,-1 0 0 0 0,1-1 0 0 0,0 1 0 0 0,0 0 0 0 0,0 0 0 0 0,-1-1 0 0 0,1 1 0 0 0,0 0 0 0 0,0-1 0 0 0,-1 1 0 0 0,1 0 0 0 0,0 0 1 0 0,-1 0-1 0 0,1-1 0 0 0,0 1 0 0 0,-1 0 0 0 0,1 0 0 0 0,0 0 0 0 0,-1 0 0 0 0,1 0 0 0 0,0-1 0 0 0,-1 1 0 0 0,1 0 0 0 0,0 0 0 0 0,-1 0 0 0 0,1 0 0 0 0,-1 0 1 0 0,1 0-1 0 0,0 0 0 0 0,-1 0 0 0 0,1 1 0 0 0,0-1 0 0 0,-1 0 0 0 0,1 0 0 0 0,-1 0 0 0 0,-18 8 66 0 0,11-2-23 0 0,0 1 0 0 0,0 1 1 0 0,1-1-1 0 0,0 1 0 0 0,0 1 0 0 0,1-1 0 0 0,0 1 0 0 0,1 0 1 0 0,-7 15-1 0 0,2-2 43 0 0,2-1-1 0 0,1 1 1 0 0,-7 30 0 0 0,13-45-74 0 0,-1 0 0 0 0,1 1 1 0 0,1-1-1 0 0,0 0 1 0 0,0 0-1 0 0,0 0 0 0 0,1 0 1 0 0,0 1-1 0 0,0-1 0 0 0,1 0 1 0 0,0 0-1 0 0,0-1 0 0 0,0 1 1 0 0,1 0-1 0 0,0-1 1 0 0,0 1-1 0 0,1-1 0 0 0,6 9 1 0 0,-4-9-25 0 0,-1 0 0 0 0,1-1 0 0 0,0 1 1 0 0,0-1-1 0 0,1-1 0 0 0,-1 1 0 0 0,1-1 0 0 0,0 0 1 0 0,0 0-1 0 0,1-1 0 0 0,-1 0 0 0 0,1 0 1 0 0,-1-1-1 0 0,1 0 0 0 0,0 0 0 0 0,9 0 0 0 0,-5-1-1027 0 0,0 0 0 0 0,20-2 0 0 0,-27 1 177 0 0,-1-1 0 0 0,1 1 1 0 0,-1-2-1 0 0,0 1 0 0 0,1 0 0 0 0,3-3 0 0 0,3-1-2741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6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2228 0 0,'19'-16'7952'0'0,"-17"15"-7657"0"0,-1 1 0 0 0,0-1 0 0 0,1 1 0 0 0,-1-1 0 0 0,1 1 0 0 0,-1-1 0 0 0,1 1 0 0 0,-1 0 0 0 0,1 0 0 0 0,-1 0 0 0 0,1 0 0 0 0,-1 0 0 0 0,1 0 0 0 0,-1 0 0 0 0,1 0 0 0 0,-1 1 0 0 0,1-1 0 0 0,-1 0 0 0 0,0 1 0 0 0,1-1 0 0 0,-1 1 0 0 0,1 0 0 0 0,-1-1 0 0 0,3 3 0 0 0,-2-1-83 0 0,0 0 0 0 0,0 1 0 0 0,0-1 0 0 0,-1 1 0 0 0,1-1 0 0 0,-1 1 0 0 0,1 0 0 0 0,-1 0 0 0 0,0 0 0 0 0,0 0 0 0 0,1 4 0 0 0,2 9-25 0 0,-2-1 0 0 0,0 1-1 0 0,-1 26 1 0 0,-4 24 46 0 0,0 32-1512 0 0,4-88-353 0 0,0 1 1 0 0,1-1-1 0 0,5 20 1 0 0,2-12-4387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6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13 1988 0 0,'22'-12'6631'0'0,"-16"12"-5578"0"0,-5 0-968 0 0,-1 0-1 0 0,1 0 1 0 0,-1-1-1 0 0,1 1 0 0 0,-1 0 1 0 0,1 0-1 0 0,-1 0 1 0 0,1 0-1 0 0,-1 0 0 0 0,1 0 1 0 0,-1 0-1 0 0,1 0 1 0 0,-1 0-1 0 0,1 0 0 0 0,-1 0 1 0 0,1 1-1 0 0,-1-1 1 0 0,1 0-1 0 0,-1 0 0 0 0,1 0 1 0 0,-1 1-1 0 0,1-1 1 0 0,-1 0-1 0 0,1 0 0 0 0,-1 1 1 0 0,1-1-1 0 0,-1 1 1 0 0,0-1-1 0 0,1 0 0 0 0,-1 1 1 0 0,0-1-1 0 0,1 1 0 0 0,-1-1 1 0 0,0 0-1 0 0,0 1 1 0 0,1-1-1 0 0,-1 1 0 0 0,0-1 1 0 0,0 1-1 0 0,0-1 1 0 0,0 1-1 0 0,0 0 0 0 0,0-1 1 0 0,0 1-1 0 0,1-1 1 0 0,-2 1-1 0 0,1-1 0 0 0,0 1 1 0 0,0-1-1 0 0,0 1 1 0 0,0-1-1 0 0,0 1 0 0 0,0-1 1 0 0,0 1-1 0 0,-1 0 1 0 0,-4 23 261 0 0,-1 0 0 0 0,-2 0 1 0 0,-16 38-1 0 0,5-17-207 0 0,-17 67-1849 0 0,16-37-6644 0 0,18-64 4899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6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2360 0 0,'5'-12'1384'0'0,"-1"1"-1"0"0,2-1 1 0 0,0 1 0 0 0,11-15-1 0 0,-14 22-1176 0 0,0 1 0 0 0,0-1 0 0 0,0 1 1 0 0,0 0-1 0 0,1 0 0 0 0,0 1 0 0 0,0-1 0 0 0,-1 1 0 0 0,1-1 0 0 0,1 1 0 0 0,-1 0 0 0 0,0 1 0 0 0,0-1 0 0 0,1 1 0 0 0,8-2 0 0 0,-6 2-70 0 0,0 0 1 0 0,-1 1-1 0 0,1 0 0 0 0,0 0 1 0 0,0 0-1 0 0,0 1 0 0 0,0 0 0 0 0,-1 0 1 0 0,1 1-1 0 0,0 0 0 0 0,-1 0 0 0 0,1 0 1 0 0,-1 1-1 0 0,0 0 0 0 0,0 0 1 0 0,0 1-1 0 0,0 0 0 0 0,-1 0 0 0 0,1 0 1 0 0,-1 1-1 0 0,0-1 0 0 0,0 1 0 0 0,7 11 1 0 0,-7-9-88 0 0,0 1 0 0 0,0 0 0 0 0,-1 1 0 0 0,0-1 0 0 0,0 1 0 0 0,-1 0 0 0 0,-1 0 0 0 0,1 0 0 0 0,-1 0 0 0 0,-1 0 0 0 0,0 1 0 0 0,0-1 0 0 0,-1 0 0 0 0,0 1 0 0 0,0-1 0 0 0,-1 0 0 0 0,-2 10 0 0 0,-4 6-8 0 0,-1-1 1 0 0,0 1-1 0 0,-2-2 1 0 0,-1 1-1 0 0,-1-1 1 0 0,0-1 0 0 0,-19 23-1 0 0,21-32 19 0 0,-1 2 165 0 0,14-24-232 0 0,1 0 0 0 0,0 0 0 0 0,0 1 0 0 0,1-1 1 0 0,0 1-1 0 0,1 0 0 0 0,-1 0 0 0 0,9-8 0 0 0,7-10-20 0 0,48-69-51 0 0,-13 20-6 0 0,62-110 0 0 0,-114 178 70 0 0,0-1-1 0 0,-1 0 1 0 0,5-13 0 0 0,-8 18 15 0 0,-4 0-19 0 0,4 3 16 0 0,0 0 1 0 0,0-1 0 0 0,0 1-1 0 0,0 0 1 0 0,0 0 0 0 0,0-1 0 0 0,0 1-1 0 0,0 0 1 0 0,0 0 0 0 0,-1 0-1 0 0,1-1 1 0 0,0 1 0 0 0,0 0 0 0 0,0 0-1 0 0,0 0 1 0 0,-1 0 0 0 0,1-1 0 0 0,0 1-1 0 0,0 0 1 0 0,0 0 0 0 0,-1 0-1 0 0,1 0 1 0 0,0 0 0 0 0,0 0 0 0 0,0 0-1 0 0,-1 0 1 0 0,1-1 0 0 0,0 1-1 0 0,0 0 1 0 0,-1 0 0 0 0,1 0 0 0 0,0 0-1 0 0,0 0 1 0 0,-1 0 0 0 0,1 0-1 0 0,0 0 1 0 0,0 1 0 0 0,-1-1 0 0 0,-5 3 4 0 0,0 0 0 0 0,1 0 0 0 0,-1 0 0 0 0,1 1 0 0 0,0 0 0 0 0,0 1 0 0 0,0-1 1 0 0,0 1-1 0 0,1 0 0 0 0,-5 6 0 0 0,-8 12 50 0 0,-13 26 0 0 0,17-28-23 0 0,1 0 2 0 0,0 1 0 0 0,1-1 0 0 0,-8 26 0 0 0,16-40-24 0 0,1 0 0 0 0,0 0 0 0 0,0 0 0 0 0,0 0 0 0 0,1 1 0 0 0,0-1 0 0 0,1 0-1 0 0,0 1 1 0 0,0-1 0 0 0,1 0 0 0 0,-1 1 0 0 0,1-1 0 0 0,1 0 0 0 0,3 11 0 0 0,-2-12-26 0 0,-1-1 1 0 0,2 0-1 0 0,-1-1 1 0 0,0 1-1 0 0,1 0 1 0 0,0-1 0 0 0,0 0-1 0 0,0 0 1 0 0,1 0-1 0 0,-1 0 1 0 0,1-1-1 0 0,0 0 1 0 0,0 0-1 0 0,0 0 1 0 0,0 0 0 0 0,1-1-1 0 0,-1 0 1 0 0,1 0-1 0 0,6 1 1 0 0,12 2-1067 0 0,0-1 1 0 0,1-1-1 0 0,30 0 1 0 0,-39-3-36 0 0,28-1-3786 0 0,-26-1 527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7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67 548 0 0,'-12'-15'9844'0'0,"12"13"-9662"0"0,1 0 0 0 0,-1 0 0 0 0,1-1 0 0 0,0 2 1 0 0,0-1-1 0 0,0 0 0 0 0,0 0 0 0 0,0 0 0 0 0,0 0 0 0 0,0 0 0 0 0,0 1 0 0 0,1-1 0 0 0,-1 1 0 0 0,1-1 0 0 0,-1 1 0 0 0,1-1 0 0 0,0 1 0 0 0,0 0 0 0 0,-1 0 0 0 0,1 0 0 0 0,3-1 0 0 0,0-1 94 0 0,-1 1 0 0 0,1 0-1 0 0,0 0 1 0 0,-1 1 0 0 0,1-1-1 0 0,0 1 1 0 0,10-1 0 0 0,-14 2-222 0 0,1 0-1 0 0,-1 0 1 0 0,0 0 0 0 0,1 0-1 0 0,-1 1 1 0 0,0-1 0 0 0,1 0-1 0 0,-1 1 1 0 0,0-1 0 0 0,0 1-1 0 0,1-1 1 0 0,-1 1 0 0 0,0 0-1 0 0,0-1 1 0 0,0 1 0 0 0,0 0-1 0 0,0 0 1 0 0,0 0 0 0 0,0 0-1 0 0,0 0 1 0 0,0 0 0 0 0,0 0-1 0 0,0 0 1 0 0,-1 0 0 0 0,1 0-1 0 0,0 0 1 0 0,-1 1 0 0 0,1-1-1 0 0,-1 0 1 0 0,0 0 0 0 0,1 1-1 0 0,-1-1 1 0 0,0 0 0 0 0,1 3-1 0 0,-1 3 109 0 0,0 1 0 0 0,0-1 0 0 0,0 0 0 0 0,-3 14 0 0 0,2-15-43 0 0,-4 17 274 0 0,-1-1 0 0 0,-1 1 0 0 0,-12 25 0 0 0,9-24-120 0 0,1 0 1 0 0,-7 32 0 0 0,15-50-178 0 0,0-5-84 0 0,1 0 0 0 0,-1 0-1 0 0,1 0 1 0 0,-1 0 0 0 0,1 0 0 0 0,0 0 0 0 0,0 0 0 0 0,-1 0-1 0 0,1 0 1 0 0,0 0 0 0 0,0 0 0 0 0,0 0 0 0 0,0 0 0 0 0,0 0-1 0 0,0 0 1 0 0,0 0 0 0 0,1 0 0 0 0,-1 0 0 0 0,0 0 0 0 0,0 0 0 0 0,1 0-1 0 0,-1 0 1 0 0,1 0 0 0 0,-1 0 0 0 0,1 0 0 0 0,-1 0 0 0 0,1 0-1 0 0,0 0 1 0 0,1 1 0 0 0,2-1 3 0 0,1 0-1 0 0,-1-1 1 0 0,1 1-1 0 0,-1-1 1 0 0,1 0-1 0 0,-1 0 1 0 0,1 0-1 0 0,0-1 1 0 0,-1 0-1 0 0,0 0 1 0 0,1 0-1 0 0,4-2 1 0 0,56-21-45 0 0,-64 24 29 0 0,189-91-2473 0 0,-102 34-1534 0 0,-65 40 206 0 0,34-35-1 0 0,-31 23-2118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7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87 312 0 0,'-119'-78'10649'0'0,"112"71"-9212"0"0,14 6 44 0 0,15 5-127 0 0,24 11-704 0 0,-1 2 1 0 0,0 2-1 0 0,-1 2 1 0 0,-2 2-1 0 0,0 2 1 0 0,-1 1 0 0 0,-2 2-1 0 0,-1 2 1 0 0,65 66-1 0 0,-79-69-495 0 0,0 2-1 0 0,-2 0 0 0 0,-1 2 1 0 0,-2 0-1 0 0,27 58 0 0 0,-34-60-106 0 0,-2 0 0 0 0,-1 0 0 0 0,-1 0 0 0 0,-1 1 0 0 0,-2 0 0 0 0,-1 1 0 0 0,0 43 0 0 0,-6-21-40 0 0,-2-1 1 0 0,-2 0-1 0 0,-3 0 1 0 0,-23 78-1 0 0,0-35-2280 0 0,-62 132-1 0 0,49-137-1534 0 0,13-32-1685 0 0,8-18-1350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8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101 385 2196 0 0,'-3'0'1736'0'0,"-62"-6"5544"0"0,63 6-6678 0 0,-1 0-64 0 0,-2-1-128 0 0,-12 1 229 0 0,17 0-590 0 0,0 0 0 0 0,0 0 0 0 0,0 0 0 0 0,0 0 0 0 0,-1 0 0 0 0,1 0 0 0 0,0 0 0 0 0,0 0 0 0 0,0 0 0 0 0,-1 0 0 0 0,1 0 0 0 0,0 0 0 0 0,0 0 0 0 0,0 1 0 0 0,0-1 0 0 0,-1 0 0 0 0,1 0 0 0 0,0 0 0 0 0,0 0 0 0 0,0 0 0 0 0,0 0 0 0 0,-1 0 0 0 0,1 1 0 0 0,0-1 0 0 0,0 0 0 0 0,0 0 0 0 0,0 0 0 0 0,0 0 0 0 0,0 0 0 0 0,-1 1 0 0 0,1-1 0 0 0,0 0 0 0 0,0 0 0 0 0,0 0 0 0 0,0 0 0 0 0,0 1 0 0 0,0-1 0 0 0,0 0 0 0 0,0 0 0 0 0,0 0 0 0 0,0 1 0 0 0,0-1 0 0 0,0 0 0 0 0,0 0 0 0 0,0 0 0 0 0,0 1 0 0 0,0-1 0 0 0,0 0 0 0 0,0 0 0 0 0,0 0 0 0 0,0 0 0 0 0,0 1 0 0 0,1-1 0 0 0,-1 0 0 0 0,0 0 0 0 0,0 0 0 0 0,0 0 0 0 0,0 1 0 0 0,0-1-1 0 0,1 0 1 0 0,-1 0-17 0 0,1 1 0 0 0,0-1 0 0 0,0 0 0 0 0,0 1-1 0 0,0-1 1 0 0,1 0 0 0 0,-1 0 0 0 0,0 0-1 0 0,0 0 1 0 0,0 0 0 0 0,0 0 0 0 0,0 0-1 0 0,0 0 1 0 0,0 0 0 0 0,1-1 0 0 0,-1 1 34 0 0,35-3 146 0 0,0-1 1 0 0,-1-2-1 0 0,0-1 1 0 0,58-20-1 0 0,-39 11-130 0 0,46-12-38 0 0,-1 2-186 0 0,113-47 0 0 0,-209 72 64 0 0,0 0-1 0 0,-1-1 0 0 0,1 1 1 0 0,0-1-1 0 0,0 1 1 0 0,-1-1-1 0 0,1 0 0 0 0,-1 0 1 0 0,1 0-1 0 0,-1 0 0 0 0,0 0 1 0 0,0-1-1 0 0,0 1 1 0 0,0-1-1 0 0,0 1 0 0 0,0-1 1 0 0,-1 0-1 0 0,1 1 0 0 0,-1-1 1 0 0,0 0-1 0 0,2-5 0 0 0,-3 4 2 0 0,0-1 0 0 0,0 1 0 0 0,0 0 0 0 0,-1 0 0 0 0,0 1 0 0 0,1-1 0 0 0,-1 0 0 0 0,-1 0 0 0 0,1 0 0 0 0,0 0 0 0 0,-1 1 0 0 0,0-1 0 0 0,0 0 0 0 0,0 1 0 0 0,0 0 0 0 0,-4-5 0 0 0,-61-66 273 0 0,66 73 334 0 0,3 2-456 0 0,0 1 1 0 0,1-1-1 0 0,-1 1 1 0 0,0 0-1 0 0,0 0 0 0 0,0 0 1 0 0,0 0-1 0 0,0 0 1 0 0,0 1-1 0 0,2 4 1 0 0,0-2 31 0 0,1 1-49 0 0,-1 1 1 0 0,1 0 0 0 0,-2 0 0 0 0,1 0 0 0 0,-1 1 0 0 0,0-1 0 0 0,0 1 0 0 0,-1 0 0 0 0,0 0 0 0 0,2 15 0 0 0,-3-11 10 0 0,-1 1 0 0 0,0-1 0 0 0,-1 0 0 0 0,0 0 0 0 0,-1 0 0 0 0,-6 19 0 0 0,-5 6-230 0 0,-2 0-1 0 0,-1-1 1 0 0,-32 50 0 0 0,37-67-114 0 0,-24 48-2412 0 0,14-28-2844 0 0,10-21-512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8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74 1844 0 0,'0'-9'1486'0'0,"0"0"-1"0"0,-1 0 1 0 0,0 0-1 0 0,0 0 1 0 0,-4-11-1 0 0,5 18-1049 0 0,-1 2-401 0 0,1 0 0 0 0,0-1 0 0 0,0 1 0 0 0,0 0 0 0 0,0-1 0 0 0,0 1 0 0 0,0 0 0 0 0,0-1 0 0 0,0 1 0 0 0,0 0 0 0 0,-1 0-1 0 0,1-1 1 0 0,0 1 0 0 0,0 0 0 0 0,0 0 0 0 0,-1-1 0 0 0,1 1 0 0 0,0 0 0 0 0,0 0 0 0 0,-1 0 0 0 0,1-1 0 0 0,0 1 0 0 0,0 0 0 0 0,-1 0 0 0 0,1 0 0 0 0,0 0 0 0 0,-1 0 0 0 0,1 0 0 0 0,0-1 0 0 0,0 1 0 0 0,-1 0 0 0 0,0 0-1 0 0,-4 7 96 0 0,0 1-1 0 0,0 0 0 0 0,0-1 0 0 0,1 1 0 0 0,0 1 0 0 0,0-1 1 0 0,1 0-1 0 0,-3 15 0 0 0,-1-4 114 0 0,-160 603 3848 0 0,147-537-3640 0 0,-81 426 1720 0 0,80-353-1502 0 0,-2 202-1 0 0,23-285-548 0 0,3-1-1 0 0,4-1 1 0 0,2 1-1 0 0,4-1 1 0 0,3-1 0 0 0,28 78-1 0 0,-29-110-102 0 0,2-1 0 0 0,2 0 0 0 0,1-2 0 0 0,50 68 0 0 0,-50-79-47 0 0,1-2 1 0 0,2 0 0 0 0,0-1-1 0 0,2-2 1 0 0,0 0 0 0 0,1-2-1 0 0,35 19 1 0 0,-35-24-291 0 0,1-1 0 0 0,1-2 0 0 0,0 0-1 0 0,0-2 1 0 0,1-2 0 0 0,0 0 0 0 0,0-2 0 0 0,53 3 0 0 0,-46-7-1139 0 0,1-2 0 0 0,0-1-1 0 0,-1-2 1 0 0,0-2 0 0 0,0-1 0 0 0,60-20 0 0 0,-14-5-5531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9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57 261 936 0 0,'-8'-9'1374'0'0,"1"1"0"0"0,0-1-1 0 0,1 0 1 0 0,-1-1 0 0 0,-7-17 0 0 0,12 23-1182 0 0,1 0-1 0 0,0 0 1 0 0,0 0 0 0 0,0 0 0 0 0,1 0 0 0 0,-1 0 0 0 0,1 0 0 0 0,0 0 0 0 0,0 0 0 0 0,0 0-1 0 0,1-1 1 0 0,0 1 0 0 0,-1 0 0 0 0,1 0 0 0 0,1 0 0 0 0,-1 0 0 0 0,0 1 0 0 0,1-1 0 0 0,2-3 0 0 0,1-1-5 0 0,0 0 0 0 0,1 1 1 0 0,-1 0-1 0 0,1 0 0 0 0,1 0 1 0 0,-1 1-1 0 0,1 0 0 0 0,1 1 1 0 0,-1-1-1 0 0,1 1 0 0 0,0 1 1 0 0,0-1-1 0 0,0 1 0 0 0,0 1 1 0 0,1-1-1 0 0,0 2 1 0 0,17-5-1 0 0,-18 6-149 0 0,0-1 1 0 0,0 1-1 0 0,0 1 1 0 0,0-1-1 0 0,1 1 1 0 0,-1 1-1 0 0,0 0 1 0 0,0 0-1 0 0,0 0 1 0 0,0 1-1 0 0,0 0 1 0 0,0 1 0 0 0,-1 0-1 0 0,1 0 1 0 0,-1 0-1 0 0,0 1 1 0 0,0 0-1 0 0,0 1 1 0 0,0 0-1 0 0,8 7 1 0 0,-12-8-28 0 0,1 0 1 0 0,0 0 0 0 0,-1 1-1 0 0,0 0 1 0 0,0-1 0 0 0,-1 1-1 0 0,1 0 1 0 0,-1 0 0 0 0,0 1-1 0 0,0-1 1 0 0,-1 0 0 0 0,2 8-1 0 0,-2-3 6 0 0,0-1 0 0 0,0 1 0 0 0,-2-1 0 0 0,1 1 0 0 0,-1-1 0 0 0,-3 17 0 0 0,-1-7 5 0 0,-1 0 0 0 0,-1 0 0 0 0,-1 0 0 0 0,0-1 0 0 0,-2 0 0 0 0,-12 20 0 0 0,8-18 9 0 0,-21 35 431 0 0,35-55-456 0 0,0 0 1 0 0,0 0-1 0 0,1 0 1 0 0,-1 0-1 0 0,0 0 0 0 0,0 0 1 0 0,0 0-1 0 0,0 0 1 0 0,0 0-1 0 0,0 0 1 0 0,0 0-1 0 0,1 0 0 0 0,-1 0 1 0 0,0 0-1 0 0,0 0 1 0 0,0 0-1 0 0,0 0 0 0 0,0 0 1 0 0,0 0-1 0 0,1 0 1 0 0,-1 0-1 0 0,0 0 1 0 0,0 0-1 0 0,0 0 0 0 0,0 0 1 0 0,0 0-1 0 0,0 0 1 0 0,0 0-1 0 0,0 1 0 0 0,1-1 1 0 0,-1 0-1 0 0,0 0 1 0 0,0 0-1 0 0,0 0 0 0 0,0 0 1 0 0,0 0-1 0 0,0 0 1 0 0,0 0-1 0 0,0 1 1 0 0,0-1-1 0 0,0 0 0 0 0,0 0 1 0 0,0 0-1 0 0,0 0 1 0 0,0 0-1 0 0,0 0 0 0 0,0 0 1 0 0,0 1-1 0 0,0-1 1 0 0,0 0-1 0 0,0 0 1 0 0,0 0-1 0 0,0 0 0 0 0,0 0 1 0 0,0 0-1 0 0,0 0 1 0 0,0 1-1 0 0,0-1 0 0 0,0 0 1 0 0,0 0-1 0 0,0 0 1 0 0,0 0-1 0 0,0 0 0 0 0,0 0 1 0 0,0 1-1 0 0,15-8-21 0 0,-2 2 14 0 0,-1 1 54 0 0,-1 2 1 0 0,1 0-1 0 0,0 0 1 0 0,0 1-1 0 0,-1 1 1 0 0,1 0 0 0 0,0 0-1 0 0,0 1 1 0 0,0 1-1 0 0,-1 0 1 0 0,1 0-1 0 0,-1 1 1 0 0,1 1-1 0 0,-1 0 1 0 0,18 9-1 0 0,-26-12 3 0 0,-1 1-1 0 0,1 0 1 0 0,-1 0-1 0 0,1 0 1 0 0,-1 0-1 0 0,1 0 1 0 0,-1 1-1 0 0,0-1 1 0 0,0 0-1 0 0,0 1 1 0 0,-1 0-1 0 0,1-1 1 0 0,0 1-1 0 0,-1 0 1 0 0,0 0-1 0 0,0 0 1 0 0,0 0-1 0 0,1 4 1 0 0,-2-3 11 0 0,1 0 1 0 0,-1 1 0 0 0,0-1-1 0 0,-1 0 1 0 0,1 1-1 0 0,-1-1 1 0 0,0 0 0 0 0,0 0-1 0 0,0 1 1 0 0,-1-1-1 0 0,-3 7 1 0 0,-1 1 45 0 0,-1-2 0 0 0,0 1-1 0 0,0-1 1 0 0,-1 0 0 0 0,-1 0 0 0 0,1-1 0 0 0,-2-1 0 0 0,-11 10-1 0 0,7-8-49 0 0,-2 0-1 0 0,1-1 0 0 0,-1-1 1 0 0,-1 0-1 0 0,1-2 0 0 0,-1 1 1 0 0,-32 6-1 0 0,23-9-232 0 0,1 0 1 0 0,-1-1-1 0 0,1-2 1 0 0,-46-3-1 0 0,39-4-3103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19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50 126 728 0 0,'-11'17'3580'0'0,"1"-1"-1"0"0,0 1 1 0 0,-8 21-1 0 0,18-37-3514 0 0,0-1-1 0 0,0 0 1 0 0,0 1-1 0 0,0-1 1 0 0,0 0 0 0 0,0 0-1 0 0,0 1 1 0 0,0-1 0 0 0,0 0-1 0 0,0 1 1 0 0,0-1-1 0 0,1 0 1 0 0,-1 1 0 0 0,0-1-1 0 0,0 0 1 0 0,0 0-1 0 0,0 1 1 0 0,1-1 0 0 0,-1 0-1 0 0,0 0 1 0 0,0 1 0 0 0,0-1-1 0 0,1 0 1 0 0,-1 0-1 0 0,0 0 1 0 0,0 1 0 0 0,1-1-1 0 0,-1 0 1 0 0,0 0-1 0 0,1 0 1 0 0,-1 0 0 0 0,0 0-1 0 0,0 0 1 0 0,1 0-1 0 0,-1 0 1 0 0,0 1 0 0 0,1-1-1 0 0,-1 0 1 0 0,0 0 0 0 0,1 0-1 0 0,-1 0 1 0 0,0-1-1 0 0,1 1 1 0 0,21-3 292 0 0,-1-2 0 0 0,0 0 1 0 0,0-2-1 0 0,38-17 0 0 0,-7 3-164 0 0,52-17 55 0 0,216-48-1 0 0,-264 77-287 0 0,58-13-1062 0 0,-112 21 960 0 0,-1 1 0 0 0,0 0 0 0 0,0-1 0 0 0,1 1 0 0 0,-1 0 1 0 0,0 0-1 0 0,0 0 0 0 0,1 0 0 0 0,-1 0 0 0 0,0 0 0 0 0,0 1 0 0 0,1-1 0 0 0,-1 0 0 0 0,0 1 0 0 0,0-1 0 0 0,0 1 0 0 0,0-1 0 0 0,1 1 1 0 0,-1-1-1 0 0,0 1 0 0 0,0 0 0 0 0,0-1 0 0 0,0 1 0 0 0,0 0 0 0 0,-1 0 0 0 0,1 0 0 0 0,0 0 0 0 0,0 0 0 0 0,1 2 0 0 0,-2-1-460 0 0,0 0-1 0 0,-1 1 0 0 0,1-1 1 0 0,0 0-1 0 0,-1 0 0 0 0,0 0 1 0 0,1 0-1 0 0,-1 0 0 0 0,0 0 1 0 0,0 0-1 0 0,0 0 0 0 0,-2 4 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0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1 276 0 0,'-11'4'2086'0'0,"0"0"-1"0"0,0 1 1 0 0,1 1-1 0 0,-23 12 4173 0 0,46-26-4651 0 0,-3 4-1465 0 0,1 1 1 0 0,-1 0-1 0 0,1 1 0 0 0,0 0 1 0 0,0 1-1 0 0,0 0 0 0 0,-1 1 1 0 0,1 0-1 0 0,0 1 0 0 0,0 0 1 0 0,0 1-1 0 0,0 0 0 0 0,11 4 1 0 0,-17-5-122 0 0,-1 1 0 0 0,1 0 0 0 0,-1 0 0 0 0,1 0 0 0 0,-1 0 0 0 0,0 1 0 0 0,0-1 0 0 0,0 1-1 0 0,0 0 1 0 0,-1 0 0 0 0,1 1 0 0 0,-1-1 0 0 0,0 1 0 0 0,1 0 0 0 0,-2 0 0 0 0,1 0 0 0 0,0 0 0 0 0,-1 0 0 0 0,0 1 0 0 0,0-1 0 0 0,0 1 0 0 0,-1-1 0 0 0,1 1 0 0 0,-1 0 0 0 0,0-1 0 0 0,-1 1 0 0 0,1 0 0 0 0,-1 0 0 0 0,0 0 0 0 0,0-1 0 0 0,-1 8 0 0 0,-1 0 123 0 0,0 0-1 0 0,-1-1 1 0 0,-1 0-1 0 0,0 0 1 0 0,0 0 0 0 0,-1 0-1 0 0,-7 10 1 0 0,-6 9 527 0 0,-23 28 0 0 0,33-43-335 0 0,8-15-332 0 0,0 0 0 0 0,0 0 0 0 0,0 0 0 0 0,0 0 0 0 0,0 0 0 0 0,0 1 0 0 0,0-1 0 0 0,0 0 0 0 0,0 0 0 0 0,0 0 1 0 0,0 0-1 0 0,0 0 0 0 0,0 1 0 0 0,0-1 0 0 0,0 0 0 0 0,0 0 0 0 0,0 0 0 0 0,0 0 0 0 0,0 0 0 0 0,0 0 0 0 0,0 1 0 0 0,0-1 0 0 0,0 0 0 0 0,0 0 0 0 0,1 0 0 0 0,-1 0 0 0 0,0 0 1 0 0,0 0-1 0 0,0 0 0 0 0,0 0 0 0 0,0 0 0 0 0,0 1 0 0 0,0-1 0 0 0,1 0 0 0 0,-1 0 0 0 0,0 0 0 0 0,0 0 0 0 0,0 0 0 0 0,0 0 0 0 0,0 0 0 0 0,0 0 0 0 0,1 0 0 0 0,-1 0 0 0 0,0 0 1 0 0,0 0-1 0 0,0 0 0 0 0,0 0 0 0 0,27-9 120 0 0,-17 5-119 0 0,147-55-763 0 0,177-41 0 0 0,-327 97 1045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0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80 1536 0 0,'5'-79'14886'0'0,"-19"105"-14032"0"0,12-21-829 0 0,-76 171 966 0 0,64-138-1688 0 0,1 1 0 0 0,-13 68 0 0 0,25-96 53 0 0,0 0 1 0 0,0-1 0 0 0,1 1-1 0 0,1 11 1 0 0,0-16-589 0 0,0 0 0 0 0,0 0 0 0 0,1 0 0 0 0,3 11 1 0 0,2-4-3190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2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6761 0 0,'-17'0'3936'0'0,"2"3"-904"0"0,3 1-820 0 0,1 1 437 0 0,-1-1-2201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0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1 160 616 0 0,'52'-141'11515'0'0,"-48"128"-10662"0"0,-4 11-93 0 0,10-2 1513 0 0,-2 24-1673 0 0,-2 1-1 0 0,0-1 0 0 0,-1 1 0 0 0,-1 0 1 0 0,2 25-1 0 0,0 2-184 0 0,25 188 453 0 0,-28-180-809 0 0,-2 0 1 0 0,-8 71-1 0 0,1-72-695 0 0,-6 59-2312 0 0,2-39-6163 0 0,8-59 3136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1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88 1028 0 0,'-57'41'15345'0'0,"74"-43"-15047"0"0,1 0 1 0 0,-1-1-1 0 0,0-2 0 0 0,18-5 1 0 0,8-3-124 0 0,428-80-1451 0 0,-443 93-1523 0 0,-27 0 2559 0 0,-1 0 0 0 0,1 0 0 0 0,0 0 0 0 0,0 0 0 0 0,0 1 0 0 0,-1-1 0 0 0,1 0 1 0 0,0 0-1 0 0,-1 1 0 0 0,1-1 0 0 0,0 0 0 0 0,-1 1 0 0 0,1-1 0 0 0,0 1 0 0 0,-1-1 0 0 0,1 1 0 0 0,0 0-240 0 0,-1-1 240 0 0,1 1 0 0 0,-1 0 0 0 0,1-1 0 0 0,-1 1 0 0 0,0 0 0 0 0,1-1 0 0 0,-1 1 0 0 0,0 0 0 0 0,0 0 0 0 0,1-1 0 0 0,-1 1 0 0 0,0 1 0 0 0,0 12-3642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1860 0 0,'-94'44'17064'0'0,"109"-39"-16204"0"0,-2-3-722 0 0,0 1 0 0 0,1 1 0 0 0,-1 0 1 0 0,-1 0-1 0 0,17 9 0 0 0,-25-10-123 0 0,1 0-1 0 0,-1 0 1 0 0,0 0-1 0 0,0 0 0 0 0,0 1 1 0 0,0-1-1 0 0,-1 1 1 0 0,1 0-1 0 0,-1 0 1 0 0,0 0-1 0 0,-1 1 1 0 0,1-1-1 0 0,-1 1 0 0 0,1-1 1 0 0,-1 1-1 0 0,-1 0 1 0 0,3 8-1 0 0,-3-4 37 0 0,0-1 1 0 0,0 0-1 0 0,-1 1 0 0 0,0-1 0 0 0,-1 1 0 0 0,0-1 0 0 0,0 0 0 0 0,-1 1 1 0 0,0-1-1 0 0,0 0 0 0 0,-1 0 0 0 0,0 0 0 0 0,-8 13 0 0 0,0-1 299 0 0,-1 0-1 0 0,-1-1 0 0 0,-29 34 0 0 0,37-48-294 0 0,0 0 0 0 0,1 0 0 0 0,0 1 0 0 0,0-1 0 0 0,-4 10 0 0 0,7-14-25 0 0,1 0-27 0 0,0-1-1 0 0,0 0 1 0 0,0 1-1 0 0,0-1 1 0 0,1 0 0 0 0,-1 1-1 0 0,0-1 1 0 0,0 0-1 0 0,0 1 1 0 0,1-1 0 0 0,-1 0-1 0 0,0 0 1 0 0,0 1-1 0 0,1-1 1 0 0,-1 0-1 0 0,0 0 1 0 0,0 0 0 0 0,1 1-1 0 0,-1-1 1 0 0,0 0-1 0 0,1 0 1 0 0,-1 0 0 0 0,0 0-1 0 0,1 0 1 0 0,-1 0-1 0 0,0 0 1 0 0,1 1-1 0 0,-1-1 1 0 0,0 0 0 0 0,1 0-1 0 0,-1 0 1 0 0,0 0-1 0 0,1 0 1 0 0,-1-1 0 0 0,0 1-1 0 0,1 0 1 0 0,13-2 54 0 0,-13 2-55 0 0,253-62-79 0 0,-92 3-5903 0 0,-153 55 4272 0 0,-1 0 0 0 0,0 0 0 0 0,0-1 1 0 0,8-7-1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51 1700 0 0,'-52'-50'12783'0'0,"56"51"-12567"0"0,-1-1 0 0 0,0 1 0 0 0,0 1 0 0 0,0-1 0 0 0,0 0 0 0 0,0 1 0 0 0,0 0 0 0 0,-1-1 0 0 0,1 1 0 0 0,0 0 0 0 0,2 3 0 0 0,6 3 189 0 0,38 30 455 0 0,-1 1 0 0 0,-1 2 0 0 0,-3 2 0 0 0,73 92 0 0 0,-81-85-626 0 0,-2 2 0 0 0,-2 1 1 0 0,-2 1-1 0 0,-3 2 0 0 0,-2 0 0 0 0,-3 2 0 0 0,-3 1 0 0 0,17 82 1 0 0,-20-45-141 0 0,-4 1 0 0 0,-5 0 0 0 0,-4 1 0 0 0,-4 0 0 0 0,-4-1 0 0 0,-35 184 0 0 0,10-140-1697 0 0,-52 143 1 0 0,-77 119-8061 0 0,90-260 389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5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24 0 0,'12'-4'144'0'0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9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168 296 1184 0 0,'-92'-78'7435'0'0,"91"77"-7049"0"0,-1-1-132 0 0,0 1 0 0 0,0 0-1 0 0,0-1 1 0 0,0 1 0 0 0,0 0-1 0 0,0 0 1 0 0,0 0 0 0 0,-1 0-1 0 0,1 0 1 0 0,0 1-1 0 0,-5-1 1 0 0,4 0 355 0 0,-8 3-277 0 0,88-16-260 0 0,-1-3 0 0 0,78-29 1 0 0,16-4-97 0 0,209-24-100 0 0,-376 73 135 0 0,1 1-1 0 0,0-1 1 0 0,-1 0-1 0 0,1 1 1 0 0,-1 0-1 0 0,1 0 1 0 0,0 0-1 0 0,-1 0 0 0 0,1 1 1 0 0,0 0-1 0 0,-1-1 1 0 0,1 1-1 0 0,6 3 1 0 0,-9-3-7 0 0,-1-1 0 0 0,1 1-1 0 0,-1 0 1 0 0,0-1 0 0 0,1 1 0 0 0,-1 0 0 0 0,0-1 0 0 0,1 1 0 0 0,-1 0 0 0 0,0 0-1 0 0,0-1 1 0 0,0 1 0 0 0,1 0 0 0 0,-1 0 0 0 0,0-1 0 0 0,0 1 0 0 0,0 0 0 0 0,0 0-1 0 0,-1 0 1 0 0,1-1 0 0 0,0 1 0 0 0,0 0 0 0 0,0 0 0 0 0,-1-1 0 0 0,1 1 0 0 0,0 0-1 0 0,-1-1 1 0 0,1 1 0 0 0,-1 0 0 0 0,-10 21 112 0 0,-29 28 131 0 0,-77 75-1 0 0,74-82-202 0 0,-190 207 127 0 0,-103 101-10 0 0,289-307-96 0 0,-65 69 114 0 0,112-113-176 0 0,-1 1 1 0 0,1-1-1 0 0,-1 1 1 0 0,1-1-1 0 0,-1 1 1 0 0,1-1-1 0 0,0 1 1 0 0,-1-1-1 0 0,1 1 1 0 0,0-1 0 0 0,-1 1-1 0 0,1-1 1 0 0,0 1-1 0 0,0 0 1 0 0,0-1-1 0 0,-1 1 1 0 0,1-1-1 0 0,0 1 1 0 0,0 0-1 0 0,0-1 1 0 0,0 1-1 0 0,0 0 1 0 0,0-1-1 0 0,0 1 1 0 0,1 0 0 0 0,-1 0-1 0 0,1-1 1 0 0,-1 1 0 0 0,1-1 0 0 0,-1 1-1 0 0,1-1 1 0 0,0 1 0 0 0,-1-1 0 0 0,1 0-1 0 0,-1 1 1 0 0,1-1 0 0 0,0 0 0 0 0,-1 0 0 0 0,1 0-1 0 0,0 1 1 0 0,-1-1 0 0 0,1 0 0 0 0,0 0-1 0 0,0 0 1 0 0,30-2 63 0 0,10-7-41 0 0,0-2-1 0 0,46-18 1 0 0,-12 4-29 0 0,117-34-14 0 0,274-47 0 0 0,-443 102 49 0 0,-5 1 68 0 0,34-2 0 0 0,-51 5-96 0 0,-1 0 1 0 0,1 0-1 0 0,-1 0 0 0 0,1 0 0 0 0,0 0 0 0 0,-1 0 0 0 0,1 0 0 0 0,-1 1 0 0 0,1-1 0 0 0,0 0 0 0 0,-1 0 0 0 0,1 1 0 0 0,-1-1 0 0 0,1 0 0 0 0,-1 0 0 0 0,1 1 0 0 0,-1-1 1 0 0,1 1-1 0 0,-1-1 0 0 0,1 1 0 0 0,-1-1 0 0 0,1 0 0 0 0,-1 1 0 0 0,0-1 0 0 0,1 1 0 0 0,-1 0 0 0 0,0-1 0 0 0,0 1 0 0 0,1-1 0 0 0,-1 2 0 0 0,0-1 5 0 0,-29 37-214 0 0,19-29-621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29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310 175 932 0 0,'14'-27'2122'0'0,"-9"19"-1256"0"0,0-1 0 0 0,0 0 0 0 0,-1 0 0 0 0,0 0 0 0 0,-1-1 0 0 0,0 1 0 0 0,0-1 0 0 0,-1 0 0 0 0,1-13 0 0 0,-3 22-483 0 0,0-23 1805 0 0,0 23-2166 0 0,0 0 0 0 0,0 0 0 0 0,0 0 1 0 0,0 1-1 0 0,0-1 0 0 0,0 0 0 0 0,0 0 1 0 0,0 0-1 0 0,0 1 0 0 0,0-1 0 0 0,-1 0 0 0 0,1 0 1 0 0,0 0-1 0 0,-1 1 0 0 0,1-1 0 0 0,0 0 1 0 0,-2-1-1 0 0,1 2-14 0 0,1 0-1 0 0,-1 0 1 0 0,0 0 0 0 0,0 0-1 0 0,1 0 1 0 0,-1 0 0 0 0,0 0-1 0 0,0 0 1 0 0,1 0 0 0 0,-1 0-1 0 0,0 0 1 0 0,0 0 0 0 0,1 1 0 0 0,-1-1-1 0 0,0 0 1 0 0,0 1 0 0 0,1-1-1 0 0,-1 0 1 0 0,1 1 0 0 0,-1-1-1 0 0,-1 2 1 0 0,1-1 7 0 0,-1 0-11 0 0,-5 4 7 0 0,0 0-1 0 0,1 0 0 0 0,0 1 0 0 0,0 0 1 0 0,0 0-1 0 0,1 1 0 0 0,0-1 1 0 0,0 1-1 0 0,-4 8 0 0 0,-1 4 10 0 0,2 0 0 0 0,-7 23 0 0 0,4-12 25 0 0,-49 139 361 0 0,-56 259-1 0 0,95-324-285 0 0,6 2 0 0 0,3 0 0 0 0,6 200-1 0 0,10-247-37 0 0,2 0 0 0 0,3-1 0 0 0,32 111-1 0 0,-27-130-31 0 0,1 0-1 0 0,2-1 1 0 0,1 0-1 0 0,2-2 0 0 0,1 0 1 0 0,39 47-1 0 0,-41-62 23 0 0,0-2 0 0 0,2 0 0 0 0,35 26-1 0 0,-17-16 66 0 0,15 8 213 0 0,-53-36-330 0 0,6 4 182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31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115 350 828 0 0,'0'0'1499'0'0,"-33"-22"8404"0"0,33 22-9898 0 0,-1 0 0 0 0,1 0 0 0 0,-1 0 1 0 0,1 1-1 0 0,-1-1 0 0 0,1 0 0 0 0,-1 0 1 0 0,1 1-1 0 0,-1-1 0 0 0,1 0 0 0 0,0 1 0 0 0,-1-1 1 0 0,1 0-1 0 0,-1 1 0 0 0,1-1 0 0 0,0 1 1 0 0,0-1-1 0 0,-1 1 0 0 0,1-1 0 0 0,0 1 0 0 0,0-1 1 0 0,-1 1-1 0 0,1-1 0 0 0,0 1 0 0 0,0-1 1 0 0,0 1-1 0 0,0-1 0 0 0,0 1 0 0 0,0-1 0 0 0,0 1 1 0 0,0-1-1 0 0,0 1 0 0 0,0-1 0 0 0,0 1 1 0 0,0 0-1 0 0,1 1 31 0 0,4 41 1794 0 0,-4-36 615 0 0,-3 40-2334 0 0,-28 199 199 0 0,13-127-215 0 0,-2 76 27 0 0,12-107 0 0 0,5-65 216 0 0,2-20-162 0 0,-2 3 247 0 0,1-56-376 0 0,3 1 0 0 0,1-1 1 0 0,11-51-1 0 0,-8 58-39 0 0,52-311-72 0 0,-36 257-21 0 0,53-151 0 0 0,-73 244 81 0 0,6-18-41 0 0,14-25-1 0 0,-20 42 33 0 0,1 0 0 0 0,-1 1 0 0 0,1-1 0 0 0,0 1 0 0 0,1 0 0 0 0,-1 0 0 0 0,1 0-1 0 0,0 0 1 0 0,0 1 0 0 0,0-1 0 0 0,7-3 0 0 0,-9 6 12 0 0,0 0 0 0 0,1 1 0 0 0,-1-1 0 0 0,0 1 0 0 0,0-1 0 0 0,1 1 0 0 0,-1 0 0 0 0,0 0 0 0 0,0 0 0 0 0,1 0 0 0 0,-1 1 0 0 0,0-1 0 0 0,0 1 0 0 0,1-1 0 0 0,-1 1 0 0 0,0 0 0 0 0,0-1 0 0 0,0 1 0 0 0,0 0 0 0 0,0 0 0 0 0,0 1 0 0 0,0-1 0 0 0,0 0 0 0 0,-1 1 0 0 0,4 2 0 0 0,3 4 8 0 0,0 0-1 0 0,0 1 1 0 0,9 13-1 0 0,-15-19-3 0 0,22 32 125 0 0,-1 2 0 0 0,-2 0 0 0 0,-2 1 0 0 0,19 54 1 0 0,40 167 198 0 0,-41-77-455 0 0,-26-104-2370 0 0,-10-72 1653 0 0,0 13-228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31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107 177 2544 0 0,'-106'6'12852'0'0,"117"-16"-12555"0"0,11-1-230 0 0,1 1 0 0 0,0 0 1 0 0,36-8-1 0 0,2-2-464 0 0,-13 3-390 0 0,57-22-1925 0 0,-37 9-2334 0 0,-35 13 430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3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44 2204 0 0,'-34'-43'11449'0'0,"37"44"-11195"0"0,0 0 0 0 0,1 0 1 0 0,-1 0-1 0 0,0 0 0 0 0,0 1 0 0 0,4 2 1 0 0,39 22 361 0 0,-2 3 1 0 0,0 2 0 0 0,-2 1 0 0 0,-2 2-1 0 0,-1 3 1 0 0,48 56 0 0 0,-66-67-512 0 0,0 1 0 0 0,-2 1 0 0 0,-2 0 1 0 0,0 2-1 0 0,-2 0 0 0 0,-1 1 0 0 0,-1 0 0 0 0,-2 1 0 0 0,-2 0 1 0 0,0 0-1 0 0,4 44 0 0 0,-9-21 12 0 0,-2 0 1 0 0,-3 0-1 0 0,-2 0 0 0 0,-19 96 1 0 0,-70 214-2271 0 0,31-147-8834 0 0,58-203 4932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31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0 167 184 0 0,'7'-76'14933'0'0,"-6"74"-14864"0"0,-1 0 0 0 0,1 1 0 0 0,0-1 0 0 0,0 0 0 0 0,0 0 0 0 0,0 1 0 0 0,0-1 1 0 0,0 1-1 0 0,0-1 0 0 0,1 1 0 0 0,-1-1 0 0 0,0 1 0 0 0,1 0 0 0 0,0-1 0 0 0,-1 1 0 0 0,1 0 1 0 0,3-1-1 0 0,36-17 77 0 0,-31 14-67 0 0,14-5-620 0 0,35-9 1 0 0,-5 9-8328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3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95 1252 0 0,'-118'123'14478'0'0,"119"-120"-13965"0"0,-1-2-500 0 0,0-1 0 0 0,0 0 0 0 0,0 0-1 0 0,0 1 1 0 0,0-1 0 0 0,0 0-1 0 0,0 1 1 0 0,0-1 0 0 0,0 0-1 0 0,0 0 1 0 0,1 1 0 0 0,-1-1-1 0 0,0 0 1 0 0,0 0 0 0 0,0 1-1 0 0,0-1 1 0 0,1 0 0 0 0,-1 0-1 0 0,0 1 1 0 0,0-1 0 0 0,0 0 0 0 0,1 0-1 0 0,-1 0 1 0 0,0 0 0 0 0,0 0-1 0 0,1 1 1 0 0,-1-1 0 0 0,0 0-1 0 0,1 0 1 0 0,-1 0 0 0 0,0 0-1 0 0,0 0 1 0 0,1 0 0 0 0,-1 0-1 0 0,0 0 1 0 0,1 0 0 0 0,-1 0 0 0 0,0 0-1 0 0,1 0 1 0 0,44-13-13 0 0,-1-1 0 0 0,-1-3 0 0 0,59-30 0 0 0,-53 23-774 0 0,47-24-1973 0 0,-32 14-1869 0 0,-10 3-1594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0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93 788 0 0,'-12'-6'3994'0'0,"-25"-12"936"0"0,-26-9-461 0 0,62 27-4353 0 0,0-1 1 0 0,-1 1 0 0 0,1 0-1 0 0,0-1 1 0 0,0 1 0 0 0,-1-1-1 0 0,1 0 1 0 0,0 1 0 0 0,0-1-1 0 0,0 0 1 0 0,0 1-1 0 0,0-1 1 0 0,0 0 0 0 0,-1-1-1 0 0,2 1-91 0 0,0 1-1 0 0,0 0 0 0 0,0-1 1 0 0,1 1-1 0 0,-1-1 0 0 0,0 1 1 0 0,1 0-1 0 0,-1 0 0 0 0,0-1 1 0 0,0 1-1 0 0,1 0 0 0 0,-1-1 1 0 0,1 1-1 0 0,-1 0 0 0 0,0 0 1 0 0,1 0-1 0 0,-1-1 0 0 0,0 1 1 0 0,1 0-1 0 0,-1 0 0 0 0,1 0 1 0 0,-1 0-1 0 0,1 0 0 0 0,-1 0 1 0 0,0 0-1 0 0,1 0 0 0 0,0 0 1 0 0,53-5 19 0 0,-39 5 140 0 0,66-9-42 0 0,-33 3-122 0 0,1 3 1 0 0,-1 1-1 0 0,55 5 0 0 0,-101-3-21 0 0,-1 0 0 0 0,1 0 0 0 0,0 1 1 0 0,0-1-1 0 0,-1 0 0 0 0,1 1 0 0 0,-1-1 0 0 0,1 1 1 0 0,0 0-1 0 0,-1-1 0 0 0,1 1 0 0 0,-1 0 0 0 0,0 0 1 0 0,1 0-1 0 0,-1 0 0 0 0,0 0 0 0 0,1 0 0 0 0,-1 1 1 0 0,0-1-1 0 0,0 0 0 0 0,0 1 0 0 0,1 1 0 0 0,-1-1 2 0 0,0 0 0 0 0,-1 1 0 0 0,1-1 0 0 0,-1 1 0 0 0,0-1 0 0 0,1 0 0 0 0,-1 1 0 0 0,0-1 0 0 0,-1 1 0 0 0,1-1 0 0 0,0 1 0 0 0,-1-1 0 0 0,0 4 0 0 0,-4 7 8 0 0,0-1 0 0 0,0 1 1 0 0,-1-2-1 0 0,-11 17 0 0 0,-30 41 63 0 0,-77 87-1 0 0,-69 51-45 0 0,192-205-26 0 0,-59 59 5 0 0,-95 108-47 0 0,151-166 56 0 0,1 0 0 0 0,1 0 0 0 0,-1 1 0 0 0,0-1 0 0 0,1 1 0 0 0,0-1 0 0 0,0 1 0 0 0,0 0 0 0 0,0 0-1 0 0,1 0 1 0 0,-1 0 0 0 0,1 0 0 0 0,0 1 0 0 0,0-1 0 0 0,0 6 0 0 0,1-9 4 0 0,1 0 0 0 0,-1 0 1 0 0,0 0-1 0 0,1-1 0 0 0,-1 1 0 0 0,1 0 1 0 0,-1-1-1 0 0,1 1 0 0 0,-1 0 0 0 0,1-1 1 0 0,-1 1-1 0 0,1 0 0 0 0,0-1 0 0 0,-1 1 1 0 0,1-1-1 0 0,0 1 0 0 0,-1-1 0 0 0,1 0 0 0 0,0 1 1 0 0,0-1-1 0 0,0 0 0 0 0,-1 1 0 0 0,1-1 1 0 0,0 0-1 0 0,0 0 0 0 0,0 0 0 0 0,0 0 1 0 0,1 0-1 0 0,26 1 149 0 0,-25-1-147 0 0,29-4 35 0 0,0-2-1 0 0,-1-1 1 0 0,1-1-1 0 0,32-14 1 0 0,-39 14-39 0 0,277-93 68 0 0,-192 67-13 0 0,-108 33-138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1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 95 1968 0 0,'6'-24'2333'0'0,"-2"12"-776"0"0,-1-1 0 0 0,0 1-1 0 0,1-19 1 0 0,-4 28-757 0 0,-4 5-417 0 0,-4 2-217 0 0,0 0 0 0 0,1 1-1 0 0,0 0 1 0 0,0 0 0 0 0,0 0 0 0 0,0 1 0 0 0,1 0-1 0 0,0 1 1 0 0,-7 8 0 0 0,-48 73 732 0 0,50-70-786 0 0,-52 87 418 0 0,4 3 0 0 0,5 3 0 0 0,-40 120 0 0 0,46-89-265 0 0,7 1 0 0 0,-26 171 0 0 0,54-235-171 0 0,4 1 0 0 0,0 97 1 0 0,10-145-102 0 0,1-1 0 0 0,1 1 0 0 0,1-1 0 0 0,2 0 0 0 0,2 0 1 0 0,0 0-1 0 0,2-1 0 0 0,22 45 0 0 0,-25-62-253 0 0,0-1 0 0 0,1 0 0 0 0,1 0-1 0 0,0 0 1 0 0,1-1 0 0 0,19 18 0 0 0,-21-23-430 0 0,-1 0-1 0 0,1-1 1 0 0,0 0 0 0 0,0 0-1 0 0,1-1 1 0 0,0 0 0 0 0,-1 0-1 0 0,1-1 1 0 0,0 0 0 0 0,1-1-1 0 0,14 3 1 0 0,8-3-4316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1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60 258 348 0 0,'-12'-18'2217'0'0,"6"8"-1063"0"0,0 0 0 0 0,1 0 1 0 0,0-1-1 0 0,-7-18 0 0 0,12 26-1030 0 0,-1 0 0 0 0,0-1 0 0 0,1 1 1 0 0,-1-1-1 0 0,1 1 0 0 0,0 0 0 0 0,1-1 0 0 0,-1 1 1 0 0,0-1-1 0 0,1 1 0 0 0,0 0 0 0 0,0-1 1 0 0,0 1-1 0 0,0 0 0 0 0,0 0 0 0 0,1-1 0 0 0,-1 1 1 0 0,1 0-1 0 0,0 0 0 0 0,3-3 0 0 0,3-3-48 0 0,0 0-1 0 0,1 1 0 0 0,1 0 1 0 0,-1 0-1 0 0,1 1 1 0 0,1 0-1 0 0,-1 1 0 0 0,1 0 1 0 0,0 1-1 0 0,1 0 0 0 0,-1 1 1 0 0,1 0-1 0 0,0 1 1 0 0,0 0-1 0 0,0 1 0 0 0,0 0 1 0 0,0 1-1 0 0,1 0 0 0 0,16 2 1 0 0,-27-1-58 0 0,0 0 0 0 0,1 0 0 0 0,-1 0 0 0 0,0 1 0 0 0,0-1 0 0 0,0 1 0 0 0,1 0 0 0 0,-1-1 0 0 0,0 1 0 0 0,0 0 0 0 0,0 0 0 0 0,0 1 0 0 0,-1-1 0 0 0,1 0 1 0 0,0 0-1 0 0,0 1 0 0 0,-1-1 0 0 0,1 1 0 0 0,-1 0 0 0 0,1-1 0 0 0,-1 1 0 0 0,0 0 0 0 0,1 0 0 0 0,-1 0 0 0 0,0 0 0 0 0,0 0 0 0 0,1 4 0 0 0,-2-2 8 0 0,1 1 1 0 0,-1-1-1 0 0,0 0 1 0 0,0 1-1 0 0,0-1 0 0 0,-1 0 1 0 0,0 1-1 0 0,0-1 1 0 0,0 0-1 0 0,0 0 0 0 0,0 0 1 0 0,-1 0-1 0 0,-3 6 1 0 0,-10 15 74 0 0,0-1 0 0 0,-2-1 0 0 0,-1-1 0 0 0,-39 39 1 0 0,11-12-66 0 0,44-48-37 0 0,1 1 1 0 0,-1-1 0 0 0,1 1 0 0 0,0 0-1 0 0,0-1 1 0 0,-1 1 0 0 0,1 0 0 0 0,0 0-1 0 0,0 0 1 0 0,1 0 0 0 0,-1 0 0 0 0,0 0 0 0 0,1 0-1 0 0,-1 0 1 0 0,1 0 0 0 0,0 1 0 0 0,-1-1-1 0 0,1 0 1 0 0,0 0 0 0 0,0 0 0 0 0,1 0-1 0 0,-1 1 1 0 0,0-1 0 0 0,1 0 0 0 0,-1 0-1 0 0,1 0 1 0 0,0 0 0 0 0,0 0 0 0 0,2 4 0 0 0,1 0 0 0 0,1 0 1 0 0,0 0 0 0 0,0-1 0 0 0,1 1 0 0 0,-1-1 0 0 0,10 6-1 0 0,-3-1 0 0 0,20 17 34 0 0,-20-19 191 0 0,-1 1 0 0 0,-1 0 0 0 0,1 0 0 0 0,-2 1 0 0 0,1 1-1 0 0,14 21 1 0 0,-22-28-106 0 0,0-1 0 0 0,-1 1 0 0 0,1 0 0 0 0,-1-1 0 0 0,0 1 0 0 0,0 0 0 0 0,-1 0 0 0 0,1-1 0 0 0,-1 1 0 0 0,0 0 0 0 0,0 0 0 0 0,0 0 0 0 0,0 0 0 0 0,-2 6 0 0 0,1-4-8 0 0,-1 0 0 0 0,-1 0 0 0 0,1 0 0 0 0,-1-1 0 0 0,0 1 0 0 0,0 0 0 0 0,0-1-1 0 0,-6 7 1 0 0,-2 0 12 0 0,0-1 0 0 0,-1 0 0 0 0,0 0 0 0 0,0-1 0 0 0,-1 0 0 0 0,-17 8-1 0 0,19-12-87 0 0,-1 0 0 0 0,1-1 1 0 0,-1-1-1 0 0,0 0 0 0 0,0-1 0 0 0,0 0 0 0 0,-1-1 0 0 0,-16 2 0 0 0,-25-6-3172 0 0,53-5 29 0 0,1 6 2712 0 0,1-1-1 0 0,-1 1 0 0 0,1 0 1 0 0,0-1-1 0 0,-1 1 1 0 0,1 0-1 0 0,0 0 1 0 0,0 0-1 0 0,0 0 1 0 0,0 0-1 0 0,0 0 0 0 0,0 0 1 0 0,0 0-1 0 0,2-2 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1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1532 0 0,'3'0'1942'0'0,"4"0"-830"0"0,-4 0-457 0 0,1 0 1 0 0,-1 0-1 0 0,1 0 1 0 0,0 0-1 0 0,-1 1 1 0 0,1-1-1 0 0,5 3 1 0 0,-8-2-561 0 0,1-1 1 0 0,-1 1 0 0 0,0 0 0 0 0,0 0 0 0 0,0 0 0 0 0,0 0 0 0 0,0 0 0 0 0,0 0-1 0 0,-1 0 1 0 0,1 0 0 0 0,0 0 0 0 0,0 0 0 0 0,-1 1 0 0 0,1-1 0 0 0,-1 0 0 0 0,1 0 0 0 0,-1 1-1 0 0,1-1 1 0 0,-1 0 0 0 0,0 1 0 0 0,0-1 0 0 0,1 0 0 0 0,-1 1 0 0 0,0-1 0 0 0,0 0 0 0 0,-1 2-1 0 0,-1 27 391 0 0,-1 0-1 0 0,-1 0 0 0 0,-14 47 0 0 0,9-45-854 0 0,2 1-1 0 0,-4 51 1 0 0,12-55-1489 0 0,4-11-3006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77 1580 0 0,'15'-57'10449'0'0,"-32"75"-8884"0"0,5 11-1021 0 0,1 0 1 0 0,1 1 0 0 0,-10 52-1 0 0,18-69-505 0 0,1 0 0 0 0,0 0 0 0 0,0 0 0 0 0,1 0 0 0 0,1 0 0 0 0,0-1 0 0 0,1 1 0 0 0,1 0 0 0 0,-1 0 0 0 0,2-1 0 0 0,8 21-1 0 0,-10-29-27 0 0,0 0-1 0 0,0 0 0 0 0,0 0 0 0 0,1 0 0 0 0,0 0 0 0 0,-1-1 0 0 0,1 0 0 0 0,0 1 0 0 0,1-1 0 0 0,-1 0 0 0 0,0 0 0 0 0,1-1 0 0 0,0 1 0 0 0,0-1 1 0 0,0 0-1 0 0,0 0 0 0 0,0 0 0 0 0,0 0 0 0 0,0-1 0 0 0,0 0 0 0 0,1 0 0 0 0,-1 0 0 0 0,1 0 0 0 0,-1-1 0 0 0,0 1 0 0 0,1-1 0 0 0,-1 0 0 0 0,1-1 1 0 0,-1 1-1 0 0,1-1 0 0 0,-1 0 0 0 0,9-2 0 0 0,-4 0 0 0 0,1-1 1 0 0,-1 0-1 0 0,1 0 1 0 0,-1-1-1 0 0,-1 0 1 0 0,1 0-1 0 0,-1-1 1 0 0,0-1-1 0 0,0 1 1 0 0,0-1-1 0 0,-1 0 1 0 0,0-1-1 0 0,9-13 1 0 0,-10 12 2 0 0,0-1 0 0 0,-1 0-1 0 0,0 0 1 0 0,0-1 0 0 0,-1 1 0 0 0,-1-1 0 0 0,0 0 0 0 0,0 0-1 0 0,-1-1 1 0 0,0 1 0 0 0,-1 0 0 0 0,0-12 0 0 0,-2 15-4 0 0,1 0 1 0 0,-2 1 0 0 0,1-1-1 0 0,-1 0 1 0 0,0 1 0 0 0,0 0-1 0 0,-1-1 1 0 0,0 1-1 0 0,0 0 1 0 0,-1 1 0 0 0,0-1-1 0 0,0 0 1 0 0,-1 1 0 0 0,1 0-1 0 0,-1 0 1 0 0,-1 1 0 0 0,1-1-1 0 0,-11-7 1 0 0,7 7 3 0 0,0 0 0 0 0,-1 0 0 0 0,1 1-1 0 0,-1 0 1 0 0,-1 1 0 0 0,-18-6 0 0 0,4 4-426 0 0,-42-5-1 0 0,64 10 207 0 0,0 1-1 0 0,0 0 1 0 0,0 0 0 0 0,-1 0-1 0 0,1 1 1 0 0,1-1 0 0 0,-1 1-1 0 0,0-1 1 0 0,-4 3-1 0 0,-3 0-1984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2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74 1212 0 0,'2'-73'11671'0'0,"15"75"-10450"0"0,-9 3-971 0 0,-1-1 0 0 0,1 1 0 0 0,-1 1 0 0 0,-1-1 0 0 0,1 1 0 0 0,-1 0 0 0 0,0 0 0 0 0,0 1 0 0 0,7 10 0 0 0,-9-11-146 0 0,13 17 96 0 0,0 0 0 0 0,-2 1 1 0 0,-1 1-1 0 0,-1 1 1 0 0,-1 0-1 0 0,10 32 1 0 0,-11-20-66 0 0,-1 0 1 0 0,-2 0 0 0 0,-2 1 0 0 0,1 39 0 0 0,-5-9-49 0 0,-4 0 1 0 0,-3 0 0 0 0,-3 0 0 0 0,-31 125-1 0 0,15-110-260 0 0,-4-2-1 0 0,-3 0 0 0 0,-78 145 1 0 0,61-144-2847 0 0,-93 119 0 0 0,96-147-1062 0 0,4-8-1926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3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79 1212 0 0,'0'0'3089'0'0,"-3"0"-1881"0"0,-3 0-871 0 0,-11-7 6314 0 0,32 0-7151 0 0,155-40 494 0 0,-82 33-1512 0 0,-60 12-923 0 0,32 1-1 0 0,-36 2-744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4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111 132 1368 0 0,'-108'54'8609'0'0,"106"-53"-7971"0"0,5-2-507 0 0,198-101-663 0 0,-68 36-4575 0 0,-97 48 2404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8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88 552 0 0,'-8'-9'5859'0'0,"8"8"-5813"0"0,0 1 0 0 0,-1-1 0 0 0,1 0 0 0 0,0 0 0 0 0,0 0 0 0 0,0 1 0 0 0,0-1 0 0 0,0 0 0 0 0,0 0 0 0 0,0 0 0 0 0,0 1 0 0 0,0-1 0 0 0,0 0 0 0 0,0 0 0 0 0,0 0 0 0 0,0 1 0 0 0,1-1 0 0 0,-1 0 0 0 0,0 0 0 0 0,1 1 0 0 0,-1-1 0 0 0,1 0 0 0 0,-1 0 0 0 0,0 1 0 0 0,2-1 0 0 0,20-18 373 0 0,-11 13-292 0 0,1 0 0 0 0,19-6 0 0 0,-19 8-54 0 0,0 1 0 0 0,0 0-1 0 0,0 1 1 0 0,0 0 0 0 0,0 1 0 0 0,0 0-1 0 0,1 1 1 0 0,-1 1 0 0 0,0 0-1 0 0,22 4 1 0 0,-29-4-56 0 0,0 1 1 0 0,0-1-1 0 0,0 1 0 0 0,-1 0 1 0 0,1 0-1 0 0,0 1 0 0 0,-1-1 1 0 0,0 1-1 0 0,0 0 0 0 0,1 0 1 0 0,-2 1-1 0 0,1-1 1 0 0,0 1-1 0 0,-1 0 0 0 0,1 0 1 0 0,-1 0-1 0 0,0 0 0 0 0,-1 1 1 0 0,1-1-1 0 0,-1 1 0 0 0,0-1 1 0 0,0 1-1 0 0,0 0 0 0 0,-1 0 1 0 0,1 0-1 0 0,-1 0 1 0 0,1 9-1 0 0,-2-4 5 0 0,0 0 0 0 0,-1 0 1 0 0,0 0-1 0 0,-1 0 0 0 0,1-1 0 0 0,-2 1 1 0 0,0 0-1 0 0,0-1 0 0 0,0 0 0 0 0,-8 14 1 0 0,-3 4 55 0 0,-2-1 0 0 0,-20 26 0 0 0,-42 48 1042 0 0,77-98-979 0 0,34-3 88 0 0,-11 0-119 0 0,1 1 0 0 0,-1 1 0 0 0,1 1 0 0 0,36 8 0 0 0,-47-6-43 0 0,1-1-1 0 0,-1 2 0 0 0,0 0 0 0 0,0 1 0 0 0,0 0 0 0 0,-1 0 0 0 0,12 10 0 0 0,-20-14-12 0 0,0 0 0 0 0,0 1 0 0 0,-1-1 1 0 0,1 1-1 0 0,-1 0 0 0 0,1 0 0 0 0,-1 0 0 0 0,0 0 0 0 0,0 0 0 0 0,-1 1 0 0 0,1-1 1 0 0,-1 1-1 0 0,1-1 0 0 0,-1 1 0 0 0,0-1 0 0 0,0 1 0 0 0,-1 0 0 0 0,1-1 0 0 0,-1 1 1 0 0,1 0-1 0 0,-1 0 0 0 0,-1-1 0 0 0,1 1 0 0 0,0 0 0 0 0,-1-1 0 0 0,0 1 0 0 0,0 0 1 0 0,-2 6-1 0 0,-2 1 96 0 0,0 0 1 0 0,-1-1 0 0 0,0 0 0 0 0,-1 0 0 0 0,0 0 0 0 0,0-1-1 0 0,-1 0 1 0 0,0 0 0 0 0,-1-1 0 0 0,0 0 0 0 0,0 0-1 0 0,-1-1 1 0 0,0-1 0 0 0,-20 11 0 0 0,13-9-60 0 0,0 0 1 0 0,-1-1-1 0 0,0-1 1 0 0,0-1-1 0 0,-1-1 1 0 0,1 0-1 0 0,-1-1 1 0 0,-33 0-1 0 0,41-2-71 0 0,0-2 0 0 0,0 1-1 0 0,0-2 1 0 0,0 1 0 0 0,0-2-1 0 0,0 1 1 0 0,-15-7 0 0 0,25 8-64 0 0,0 1 1 0 0,0-1 0 0 0,0 0 0 0 0,0 0 0 0 0,1 0 0 0 0,-1 0 0 0 0,0 1-1 0 0,1-1 1 0 0,-1 0 0 0 0,1 0 0 0 0,-1 0 0 0 0,1 0 0 0 0,-1 0-1 0 0,1 0 1 0 0,0-1 0 0 0,0 1 0 0 0,-1 0 0 0 0,1 0 0 0 0,0 0 0 0 0,0 0-1 0 0,0-1 1 0 0,0-1-113 0 0,0 0-1 0 0,1 0 1 0 0,-1 1-1 0 0,0-1 1 0 0,1 0 0 0 0,0 1-1 0 0,1-5 1 0 0,6-8-1256 0 0,0 1 0 0 0,1 0 0 0 0,0 0 1 0 0,1 1-1 0 0,14-14 0 0 0,-4 6-3066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18 592 0 0,'20'-15'7973'0'0,"-19"15"-7716"0"0,0-1-1 0 0,1 1 0 0 0,-1 0 0 0 0,1-1 0 0 0,-1 1 1 0 0,0 0-1 0 0,1 0 0 0 0,-1 0 0 0 0,1 0 1 0 0,-1 0-1 0 0,3 0 0 0 0,-1 2-109 0 0,1-1-1 0 0,0 1 1 0 0,0-1-1 0 0,-1 1 1 0 0,1 0 0 0 0,-1 1-1 0 0,0-1 1 0 0,0 1-1 0 0,6 5 1 0 0,-3-3-36 0 0,0 1 0 0 0,0 1 0 0 0,-1-1 0 0 0,0 1 1 0 0,0 0-1 0 0,0 0 0 0 0,-1 0 0 0 0,0 1 0 0 0,0-1 0 0 0,-1 1 1 0 0,0 0-1 0 0,-1 0 0 0 0,0 1 0 0 0,0-1 0 0 0,0 0 0 0 0,-1 1 1 0 0,0-1-1 0 0,-1 11 0 0 0,-1-6-3 0 0,0-1 1 0 0,-1 0 0 0 0,-1 1-1 0 0,0-1 1 0 0,0 0-1 0 0,-1 0 1 0 0,-1 0 0 0 0,0-1-1 0 0,-1 0 1 0 0,0 0-1 0 0,-12 18 1 0 0,5-11 38 0 0,7-8 37 0 0,0-1-1 0 0,-1-1 0 0 0,0 0 0 0 0,-12 12 0 0 0,18-19-59 0 0,-2-12-79 0 0,4 6-42 0 0,0 1-1 0 0,1-1 1 0 0,0 0 0 0 0,0 0-1 0 0,1 1 1 0 0,-1-1 0 0 0,1 1-1 0 0,0 0 1 0 0,6-7 0 0 0,-1 0-9 0 0,43-56-29 0 0,79-80-1 0 0,-54 64 39 0 0,-56 53 12 0 0,-19 29-16 0 0,-2-2-2 0 0,1 3 3 0 0,0 0 1 0 0,0 0-1 0 0,0 0 0 0 0,0 0 1 0 0,0 0-1 0 0,0-1 1 0 0,0 1-1 0 0,0 0 1 0 0,0 0-1 0 0,0 0 0 0 0,0 0 1 0 0,0 0-1 0 0,-1 0 1 0 0,1-1-1 0 0,0 1 1 0 0,0 0-1 0 0,0 0 0 0 0,0 0 1 0 0,0 0-1 0 0,0 0 1 0 0,0 0-1 0 0,0-1 1 0 0,0 1-1 0 0,-1 0 0 0 0,1 0 1 0 0,0 0-1 0 0,0 0 1 0 0,0 0-1 0 0,0 0 1 0 0,0 0-1 0 0,0 0 0 0 0,-1 0 1 0 0,1 0-1 0 0,0 0 1 0 0,0 0-1 0 0,0 0 1 0 0,0 0-1 0 0,0 0 0 0 0,-1 0 1 0 0,1 0-1 0 0,0 0 1 0 0,0 0-1 0 0,0 0 1 0 0,0 0-1 0 0,0 0 0 0 0,-1 0 1 0 0,1 0-1 0 0,0 0 1 0 0,-9 5 11 0 0,1 0 1 0 0,0 0-1 0 0,0 1 0 0 0,0 1 1 0 0,1-1-1 0 0,0 1 1 0 0,0 0-1 0 0,0 1 1 0 0,1-1-1 0 0,-7 13 1 0 0,6-9-7 0 0,0 1 0 0 0,0 0 1 0 0,1 1-1 0 0,1-1 1 0 0,0 1-1 0 0,1 0 0 0 0,-3 16 1 0 0,6-24-26 0 0,0 1 0 0 0,0-1 0 0 0,1 0 0 0 0,0 0-1 0 0,0 1 1 0 0,1-1 0 0 0,-1 0 0 0 0,1 0 0 0 0,0 1 0 0 0,0-1 0 0 0,1 0 0 0 0,0 0 0 0 0,0 0 0 0 0,0-1 0 0 0,0 1 0 0 0,1 0 0 0 0,-1-1 0 0 0,1 1 0 0 0,1-1 0 0 0,-1 0 0 0 0,0 0 0 0 0,1 0 0 0 0,0-1 0 0 0,0 1 0 0 0,0-1 0 0 0,6 3 0 0 0,-3-1-432 0 0,0-1 1 0 0,0-1 0 0 0,1 1-1 0 0,0-1 1 0 0,-1-1 0 0 0,17 4-1 0 0,-14-4-811 0 0,0-1 1 0 0,0 0-1 0 0,0-1 0 0 0,0 0 0 0 0,16-2 1 0 0,-2-2-3024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49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20 852 0 0,'-6'-20'16228'0'0,"4"27"-15777"0"0,0-1 0 0 0,1 1 0 0 0,0-1 0 0 0,0 1 0 0 0,1 0 0 0 0,-1-1 0 0 0,2 14 0 0 0,0 5 158 0 0,-9 86 739 0 0,-23 118 1 0 0,-15-5-5979 0 0,42-206 2260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0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18 149 2872 0 0,'-5'-9'2570'0'0,"-7"-13"4574"0"0,12 21-7046 0 0,0 1 0 0 0,0-1 0 0 0,0 1 0 0 0,-1 0 0 0 0,1-1 1 0 0,0 1-1 0 0,0-1 0 0 0,0 1 0 0 0,0 0 0 0 0,0-1 0 0 0,0 1 0 0 0,0-1 0 0 0,0 1 0 0 0,0-1 1 0 0,0 1-1 0 0,0 0 0 0 0,1-1 0 0 0,-1 1 0 0 0,0-1 0 0 0,0 1 0 0 0,0 0 0 0 0,0-1 1 0 0,1 1-1 0 0,-1 0 0 0 0,0-1 0 0 0,0 1 0 0 0,1 0 0 0 0,-1-1 0 0 0,0 1 0 0 0,1 0 1 0 0,-1 0-1 0 0,0-1 0 0 0,1 1 0 0 0,-1 0 0 0 0,0 0 0 0 0,1-1 0 0 0,-1 1 0 0 0,0 0 1 0 0,1 0-1 0 0,-1 0 0 0 0,1 0 0 0 0,-1 0 0 0 0,0 0 0 0 0,1 0 0 0 0,-1 0 0 0 0,1 0 0 0 0,0 0 1 0 0,69-9 642 0 0,96-23 1 0 0,-11-13-4802 0 0,-150 43 2852 0 0,1 0 1 0 0,-1 0 0 0 0,0 0 0 0 0,0-1 0 0 0,5-3-1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1772 0 0,'-15'-1'9035'0'0,"14"2"-8844"0"0,0 0-1 0 0,0 0 1 0 0,1 0 0 0 0,-1 0 0 0 0,0 0 0 0 0,1 0-1 0 0,-1 0 1 0 0,0 0 0 0 0,1 0 0 0 0,-1 0-1 0 0,1 0 1 0 0,0 1 0 0 0,-1-1 0 0 0,1 0-1 0 0,0 0 1 0 0,0 0 0 0 0,0 0 0 0 0,0 1-1 0 0,0-1 1 0 0,0 0 0 0 0,0 0 0 0 0,0 0-1 0 0,1 3 1 0 0,7 38 2061 0 0,-5-28-1842 0 0,6 42 54 0 0,-3 1 0 0 0,-3 0 0 0 0,-5 81 0 0 0,0-32-3705 0 0,3-91 1421 0 0,4 5-5482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45 2128 0 0,'38'-45'11395'0'0,"-42"47"-11210"0"0,1-1 1 0 0,0 1-1 0 0,-1 0 0 0 0,1 0 0 0 0,0 0 0 0 0,0 0 1 0 0,1 0-1 0 0,-1 1 0 0 0,0 0 0 0 0,-4 5 0 0 0,2-2 126 0 0,-35 30 735 0 0,19-18-697 0 0,2 0 0 0 0,-18 23 0 0 0,32-36-319 0 0,1 0-1 0 0,1 0 1 0 0,-1 1-1 0 0,1-1 1 0 0,0 1 0 0 0,0 0-1 0 0,0 0 1 0 0,1 0-1 0 0,0 1 1 0 0,0-1 0 0 0,1 0-1 0 0,0 1 1 0 0,-1 9-1 0 0,3-10-11 0 0,0 0 0 0 0,0-1 0 0 0,0 1 0 0 0,1 0 0 0 0,0-1-1 0 0,0 1 1 0 0,0-1 0 0 0,1 0 0 0 0,-1 0 0 0 0,1 0 0 0 0,1 0 0 0 0,-1 0-1 0 0,1-1 1 0 0,0 1 0 0 0,0-1 0 0 0,0 0 0 0 0,5 4 0 0 0,11 8 209 0 0,1-1 0 0 0,32 19-1 0 0,-48-31-162 0 0,22 13 113 0 0,34 21-89 0 0,-56-34-15 0 0,-1 0 1 0 0,0 1-1 0 0,0-1 1 0 0,-1 1 0 0 0,1 0-1 0 0,-1 0 1 0 0,1 1-1 0 0,-1-1 1 0 0,0 0-1 0 0,2 8 1 0 0,-4-11-50 0 0,-1 1 1 0 0,1 0-1 0 0,-1 0 1 0 0,0 0-1 0 0,1 0 1 0 0,-1 0-1 0 0,0 0 1 0 0,-1 0-1 0 0,1 0 1 0 0,0 0-1 0 0,0 0 1 0 0,-1 0-1 0 0,1 0 1 0 0,-1 0-1 0 0,0 0 1 0 0,0 0-1 0 0,1 0 1 0 0,-1 0-1 0 0,0-1 1 0 0,-1 1-1 0 0,1 0 1 0 0,0-1-1 0 0,0 1 1 0 0,-1-1-1 0 0,1 1 1 0 0,-1-1-1 0 0,1 0 1 0 0,-1 0-1 0 0,-2 2 1 0 0,-3 2 3 0 0,0 0 0 0 0,-1-1 0 0 0,0 0 0 0 0,1 0 0 0 0,-12 3 0 0 0,6-4-171 0 0,0 0 1 0 0,0 0-1 0 0,0-2 0 0 0,0 1 0 0 0,-1-2 0 0 0,1 0 0 0 0,-26-3 1 0 0,14-1-952 0 0,-1-1 0 0 0,1-1 0 0 0,-28-10 0 0 0,43 11 221 0 0,-1 1 0 0 0,1-1-1 0 0,-15-10 1 0 0,-6-11-4358 0 0,18 11 456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0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1 217 320 0 0,'40'-50'11772'0'0,"3"6"-6142"0"0,-31 34-5316 0 0,-1 1 0 0 0,2 1 0 0 0,-1 0 0 0 0,1 0-1 0 0,0 1 1 0 0,21-8 0 0 0,103-28-116 0 0,-65 31-2333 0 0,-54 10-1082 0 0,36 2-1 0 0,-41 2-535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1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47 2952 0 0,'0'0'7778'0'0,"-12"3"-2731"0"0,60 21-3147 0 0,-35-19-1694 0 0,0 2 1 0 0,21 12-1 0 0,-24-11-102 0 0,-1-1 0 0 0,0 1 0 0 0,0 0 0 0 0,-1 1 0 0 0,0 0-1 0 0,-1 0 1 0 0,0 1 0 0 0,0 0 0 0 0,-1 0 0 0 0,0 0 0 0 0,-1 1 0 0 0,0 0 0 0 0,3 13-1 0 0,-5-14-13 0 0,-1-1 0 0 0,0 1 0 0 0,-1 0 0 0 0,0 0 0 0 0,-1 0 0 0 0,0 0 0 0 0,0 0 0 0 0,-1 0 0 0 0,-1 0 0 0 0,1 0 0 0 0,-2-1 0 0 0,1 1 0 0 0,-1-1 0 0 0,-1 1 0 0 0,0-1 0 0 0,-5 9 0 0 0,-2 2 213 0 0,-1-1 0 0 0,-1-1-1 0 0,0 0 1 0 0,-31 30 0 0 0,41-46-206 0 0,2-2-92 0 0,0 0 1 0 0,1 0 0 0 0,-1 1-1 0 0,1-1 1 0 0,-1 0 0 0 0,1 0-1 0 0,-1 0 1 0 0,0 1 0 0 0,1-1-1 0 0,-1 0 1 0 0,0 0 0 0 0,1 0-1 0 0,-1 0 1 0 0,1 0 0 0 0,-1 0-1 0 0,0-1 1 0 0,1 1 0 0 0,-1 0-1 0 0,1 0 1 0 0,-1 0 0 0 0,0 0-1 0 0,1-1 1 0 0,-1 1 0 0 0,1 0-1 0 0,-1-1 1 0 0,1 1 0 0 0,-1 0-1 0 0,1-1 1 0 0,-1 1 0 0 0,1-1-1 0 0,-1 1 1 0 0,1-1 0 0 0,0 1-1 0 0,-1-1 1 0 0,1 1 0 0 0,-1-1-1 0 0,1 1 1 0 0,0-1 0 0 0,0 1-1 0 0,-1-1 1 0 0,1 1 0 0 0,0-2-1 0 0,2-17 13 0 0,-2 19-10 0 0,3-15-6 0 0,1 1 0 0 0,0 0 1 0 0,1 0-1 0 0,0 1 0 0 0,11-20 0 0 0,42-59 2 0 0,81-96 112 0 0,-92 126-125 0 0,9-10-155 0 0,-55 71 107 0 0,-10 22-80 0 0,-11 8 120 0 0,0 2 0 0 0,3 1 0 0 0,0 0 1 0 0,2 1-1 0 0,-13 43 0 0 0,26-70 28 0 0,0 0 0 0 0,1 0 0 0 0,0 1 0 0 0,1-1 1 0 0,-1 0-1 0 0,1 1 0 0 0,0-1 0 0 0,2 11 0 0 0,-1-15-25 0 0,-1 1 1 0 0,1 0-1 0 0,0-1 0 0 0,0 1 0 0 0,0-1 0 0 0,0 1 1 0 0,1-1-1 0 0,-1 1 0 0 0,1-1 0 0 0,-1 0 1 0 0,1 0-1 0 0,0 0 0 0 0,0 0 0 0 0,0 0 1 0 0,0 0-1 0 0,0 0 0 0 0,0 0 0 0 0,0-1 0 0 0,1 1 1 0 0,-1-1-1 0 0,5 2 0 0 0,10 2-807 0 0,1-1 1 0 0,-1-1-1 0 0,1-1 0 0 0,-1 0 0 0 0,1-1 0 0 0,29-2 1 0 0,-15 0-1024 0 0,29 0-4571 0 0,-31-1 201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38 1204 0 0,'-11'1'1926'0'0,"0"0"0"0"0,0-1-1 0 0,0 0 1 0 0,0 0 0 0 0,0-1 0 0 0,-12-3 0 0 0,21 3-1364 0 0,0-9 1035 0 0,3 8-1473 0 0,1 0 0 0 0,0 0 0 0 0,0 0 0 0 0,0 1 1 0 0,1-1-1 0 0,-1 0 0 0 0,0 1 0 0 0,1-1 0 0 0,-1 1 1 0 0,1 0-1 0 0,-1 0 0 0 0,1 0 0 0 0,-1 0 0 0 0,1 1 1 0 0,0-1-1 0 0,0 1 0 0 0,-1-1 0 0 0,1 1 0 0 0,0 0 1 0 0,0 0-1 0 0,-1 0 0 0 0,1 0 0 0 0,0 1 0 0 0,-1-1 1 0 0,6 2-1 0 0,0 0 0 0 0,0 0 1 0 0,0 0 0 0 0,0 1-1 0 0,0 0 1 0 0,-1 0-1 0 0,1 1 1 0 0,-1 0-1 0 0,7 5 1 0 0,-8-3 43 0 0,0-1 1 0 0,0 1-1 0 0,0 0 1 0 0,-1 0-1 0 0,0 1 1 0 0,-1 0-1 0 0,1-1 0 0 0,-1 2 1 0 0,0-1-1 0 0,-1 0 1 0 0,0 1-1 0 0,0 0 1 0 0,-1-1-1 0 0,0 1 0 0 0,0 0 1 0 0,0 0-1 0 0,-1 0 1 0 0,-1 1-1 0 0,0 9 1 0 0,-1 16 971 0 0,-2-1 1 0 0,-1 0 0 0 0,-12 46-1 0 0,7-38-206 0 0,9-40-923 0 0,0-1-1 0 0,0 1 1 0 0,-1 0-1 0 0,1 0 1 0 0,0-1-1 0 0,0 1 1 0 0,0 0-1 0 0,0-1 1 0 0,0 1-1 0 0,0 0 1 0 0,0-1-1 0 0,1 1 1 0 0,-1 0-1 0 0,0-1 1 0 0,0 1-1 0 0,0 0 1 0 0,1-1-1 0 0,-1 1 1 0 0,0 0-1 0 0,1-1 1 0 0,-1 1-1 0 0,0-1 1 0 0,1 1-1 0 0,-1-1 1 0 0,1 1-1 0 0,-1-1 1 0 0,1 1-1 0 0,-1-1 1 0 0,1 1-1 0 0,-1-1 1 0 0,1 1-1 0 0,0-1 1 0 0,-1 0-1 0 0,1 1 1 0 0,0-1-1 0 0,-1 0 1 0 0,1 0-1 0 0,0 0 1 0 0,-1 1-1 0 0,1-1 1 0 0,0 0-1 0 0,-1 0 1 0 0,1 0-1 0 0,0 0 1 0 0,1 0-1 0 0,34-6-133 0 0,-32 5 91 0 0,135-40-5445 0 0,193-83-1 0 0,-207 65-3461 0 0,-68 29 850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2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26 244 1320 0 0,'-18'-41'11587'0'0,"17"41"-11518"0"0,1 0 0 0 0,-1 0 0 0 0,1-1 0 0 0,0 1 0 0 0,-1 0-1 0 0,1 0 1 0 0,-1 0 0 0 0,1-1 0 0 0,0 1 0 0 0,-1 0 0 0 0,1 0 0 0 0,0-1 0 0 0,0 1-1 0 0,-1 0 1 0 0,1-1 0 0 0,0 1 0 0 0,-1 0 0 0 0,1-1 0 0 0,0 1 0 0 0,0 0 0 0 0,0-1-1 0 0,0 1 1 0 0,-1-1 0 0 0,1 1 0 0 0,0 0 0 0 0,0-1 0 0 0,0 1 0 0 0,0-1-1 0 0,0 1 1 0 0,0-1 0 0 0,0 1 0 0 0,0 0 0 0 0,0-1 0 0 0,0 1 0 0 0,0-1 0 0 0,0 1-1 0 0,0 0 1 0 0,1-1 0 0 0,-1 1 0 0 0,0-1 0 0 0,1 0 0 0 0,4-15 1015 0 0,1 9-1010 0 0,0 0 0 0 0,0 1 0 0 0,1 0-1 0 0,0 0 1 0 0,0 1 0 0 0,0 0 0 0 0,1 0 0 0 0,13-6-1 0 0,-16 8-57 0 0,31-15-529 0 0,0 1 0 0 0,1 2 0 0 0,45-12-1 0 0,53-3-7027 0 0,-102 26 1975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2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71 2020 0 0,'-61'36'3567'0'0,"-78"42"4059"0"0,131-72-6993 0 0,12-3-142 0 0,13-5-269 0 0,2-4-229 0 0,-2-1 1 0 0,1 0-1 0 0,18-12 1 0 0,6-3-358 0 0,-28 16 166 0 0,187-89-6432 0 0,-145 66 1693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3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74 131 2192 0 0,'-49'-15'8113'0'0,"47"15"-7334"0"0,-12-5 2103 0 0,13 5-2846 0 0,0-1 0 0 0,1 1-1 0 0,0 0 1 0 0,-1-1 0 0 0,1 1 0 0 0,-1 0 0 0 0,1-1 0 0 0,-1 1 0 0 0,1-1-1 0 0,0 1 1 0 0,-1-1 0 0 0,1 1 0 0 0,0-1 0 0 0,-1 1 0 0 0,1-1-1 0 0,0 1 1 0 0,0-1 0 0 0,-1 1 0 0 0,1-1 0 0 0,0 0 0 0 0,0 1 0 0 0,0-1-1 0 0,0 1 1 0 0,0-1 0 0 0,0 1 0 0 0,0-2 0 0 0,0 1 1 0 0,1-1-1 0 0,-1 1 1 0 0,1-1 0 0 0,-1 1 0 0 0,1-1 0 0 0,0 1-1 0 0,-1 0 1 0 0,1-1 0 0 0,0 1 0 0 0,0 0-1 0 0,0-1 1 0 0,1 0 0 0 0,6-5 2 0 0,0-1-1 0 0,0 2 0 0 0,1-1 1 0 0,0 1-1 0 0,0 1 1 0 0,0-1-1 0 0,1 1 1 0 0,-1 1-1 0 0,1 0 1 0 0,0 0-1 0 0,17-3 1 0 0,-14 5-11 0 0,-1-1 0 0 0,0 1 1 0 0,1 1-1 0 0,-1 1 1 0 0,0-1-1 0 0,1 2 0 0 0,-1 0 1 0 0,1 0-1 0 0,19 6 0 0 0,-27-6 1 0 0,-1 0 0 0 0,0 1 0 0 0,0 0 0 0 0,0 0-1 0 0,1 0 1 0 0,-2 0 0 0 0,1 0 0 0 0,0 1-1 0 0,0 0 1 0 0,-1 0 0 0 0,1 0 0 0 0,-1 0-1 0 0,0 0 1 0 0,0 1 0 0 0,0-1 0 0 0,-1 1-1 0 0,1 0 1 0 0,2 5 0 0 0,-3-3 6 0 0,0 0 0 0 0,-1 0-1 0 0,0 0 1 0 0,0 0 0 0 0,0 0 0 0 0,0 0-1 0 0,-1 0 1 0 0,0 0 0 0 0,0 0 0 0 0,-1 0 0 0 0,0 1-1 0 0,0-1 1 0 0,-2 6 0 0 0,-3 7 57 0 0,0 0 1 0 0,-1 0-1 0 0,-1-1 0 0 0,0 0 1 0 0,-13 18-1 0 0,-61 78 311 0 0,-3 5-75 0 0,83-117-325 0 0,5 2 20 0 0,-3-4-23 0 0,0 1 1 0 0,0-1 0 0 0,0 0-1 0 0,0 0 1 0 0,0 1-1 0 0,0-1 1 0 0,1 0 0 0 0,-1 1-1 0 0,0-1 1 0 0,0 0 0 0 0,0 0-1 0 0,0 1 1 0 0,0-1-1 0 0,1 0 1 0 0,-1 0 0 0 0,0 1-1 0 0,0-1 1 0 0,0 0 0 0 0,1 0-1 0 0,-1 0 1 0 0,0 0-1 0 0,0 1 1 0 0,1-1 0 0 0,-1 0-1 0 0,0 0 1 0 0,0 0 0 0 0,1 0-1 0 0,-1 0 1 0 0,0 0-1 0 0,1 1 1 0 0,3-1 0 0 0,19 2 2 0 0,26-3-18 0 0,-32 1 21 0 0,1 1 1 0 0,-1 1 0 0 0,0 1-1 0 0,31 8 1 0 0,-41-9 46 0 0,1 1 1 0 0,-1-1-1 0 0,-1 1 1 0 0,1 0 0 0 0,0 1-1 0 0,-1 0 1 0 0,0 0-1 0 0,1 0 1 0 0,-2 1-1 0 0,1 0 1 0 0,0 0-1 0 0,-1 0 1 0 0,8 12-1 0 0,-11-14 16 0 0,0 0 0 0 0,-1 0 0 0 0,1 1 0 0 0,-1-1 0 0 0,0 0-1 0 0,0 1 1 0 0,0 0 0 0 0,0-1 0 0 0,0 1 0 0 0,-1-1-1 0 0,0 1 1 0 0,0 0 0 0 0,0-1 0 0 0,0 1 0 0 0,-1 4-1 0 0,0-2 3 0 0,-1 0-1 0 0,0 1 1 0 0,0-1-1 0 0,-1 0 0 0 0,1 0 1 0 0,-1 0-1 0 0,-8 10 1 0 0,2-4-20 0 0,0 0 1 0 0,-1-1-1 0 0,-1 0 1 0 0,0-1 0 0 0,0 0-1 0 0,-22 14 1 0 0,11-11-140 0 0,0 0-1 0 0,-2-1 1 0 0,0-2 0 0 0,0 0-1 0 0,0-2 1 0 0,-1 0 0 0 0,-1-2-1 0 0,1-1 1 0 0,-27 3 0 0 0,50-8-65 0 0,1 0 0 0 0,0 0 0 0 0,0 0-1 0 0,0 0 1 0 0,-1 0 0 0 0,1 0 0 0 0,0 0 0 0 0,0 0 0 0 0,0 0 0 0 0,0-1 0 0 0,-1 1 0 0 0,1 0 0 0 0,0-1 0 0 0,0 1 0 0 0,0-1 0 0 0,0 0 0 0 0,0 1 0 0 0,0-1 0 0 0,0 0 0 0 0,-1 0 0 0 0,1 0 34 0 0,1 0 0 0 0,0 0-1 0 0,-1 0 1 0 0,1 0 0 0 0,-1 0 0 0 0,1 1-1 0 0,0-1 1 0 0,0 0 0 0 0,-1 0 0 0 0,1 0-1 0 0,0 0 1 0 0,0 0 0 0 0,0 0-1 0 0,0 0 1 0 0,0 0 0 0 0,0 0 0 0 0,1 0-1 0 0,-1-2 1 0 0,2-3-985 0 0,0 1 1 0 0,0-1-1 0 0,1 0 0 0 0,0 1 0 0 0,5-8 1 0 0,8-10-4826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52 564 0 0,'40'-49'12570'0'0,"-33"47"-10801"0"0,-6 2-1639 0 0,0 0-1 0 0,0 0 1 0 0,0 0-1 0 0,0 0 1 0 0,0 0 0 0 0,0 0-1 0 0,0 0 1 0 0,0 0 0 0 0,0 0-1 0 0,0 0 1 0 0,0 0-1 0 0,0 0 1 0 0,0 1 0 0 0,0-1-1 0 0,-1 0 1 0 0,1 1 0 0 0,1 0-1 0 0,12 7 394 0 0,0 0 0 0 0,-1 1 1 0 0,0 1-1 0 0,-1 0 0 0 0,16 16 0 0 0,-6-5-311 0 0,-10-10-268 0 0,110 102 976 0 0,-100-89-1984 0 0,0 1-1 0 0,-1 1 1 0 0,17 28 0 0 0,-29-39-1044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54 464 0 0,'-7'-8'1710'0'0,"-1"0"0"0"0,0 0 0 0 0,0 1-1 0 0,-1 0 1 0 0,-12-7 0 0 0,19 13-1235 0 0,-1 1-360 0 0,0 1 0 0 0,1-1 0 0 0,-1 1 1 0 0,0 0-1 0 0,0 0 0 0 0,1 0 0 0 0,-1 0 1 0 0,1 1-1 0 0,-1-1 0 0 0,1 1 0 0 0,0-1 1 0 0,-1 1-1 0 0,1 0 0 0 0,0 0 0 0 0,0 0 1 0 0,0 0-1 0 0,1 0 0 0 0,-1 0 0 0 0,0 1 1 0 0,1-1-1 0 0,-3 5 0 0 0,-3 7 216 0 0,0 0 1 0 0,-8 25-1 0 0,12-29-226 0 0,-42 123 148 0 0,-49 242 0 0 0,87-333-2116 0 0,7-14-3757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4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36 0 0,'30'-111'12482'0'0,"-29"110"-12410"0"0,-1-1 1 0 0,1 0-1 0 0,0 0 0 0 0,0 1 1 0 0,0-1-1 0 0,0 0 1 0 0,0 1-1 0 0,1-1 1 0 0,-1 1-1 0 0,0 0 0 0 0,1-1 1 0 0,-1 1-1 0 0,1 0 1 0 0,-1 0-1 0 0,1 0 0 0 0,0 0 1 0 0,-1 0-1 0 0,1 0 1 0 0,0 0-1 0 0,0 1 1 0 0,0-1-1 0 0,-1 1 0 0 0,1-1 1 0 0,0 1-1 0 0,0 0 1 0 0,3 0-1 0 0,0-1-15 0 0,1 1 0 0 0,-1 0 1 0 0,1 0-1 0 0,-1 0 0 0 0,1 1 0 0 0,-1 0 0 0 0,10 2 1 0 0,-10-1-20 0 0,-1 0 0 0 0,1 0 1 0 0,-1 0-1 0 0,0 0 1 0 0,0 1-1 0 0,1 0 0 0 0,-2 0 1 0 0,1 0-1 0 0,0 0 0 0 0,0 0 1 0 0,-1 1-1 0 0,0 0 1 0 0,0 0-1 0 0,0-1 0 0 0,0 2 1 0 0,-1-1-1 0 0,1 0 0 0 0,-1 1 1 0 0,0-1-1 0 0,-1 1 0 0 0,1-1 1 0 0,-1 1-1 0 0,1 0 1 0 0,-2 0-1 0 0,1-1 0 0 0,0 1 1 0 0,-1 0-1 0 0,0 0 0 0 0,-1 6 1 0 0,0 3 54 0 0,0-1 0 0 0,-2-1 0 0 0,1 1 0 0 0,-2 0 1 0 0,0-1-1 0 0,0 1 0 0 0,-1-1 0 0 0,-1 0 0 0 0,-12 20 1 0 0,-70 85 1656 0 0,87-115-1560 0 0,14-5-55 0 0,104-45 162 0 0,-88 40-218 0 0,-1 1-1 0 0,1 1 0 0 0,0 1 0 0 0,0 2 0 0 0,0 1 0 0 0,1 1 0 0 0,57 7 0 0 0,-70-4-67 0 0,-1 1 1 0 0,0 0-1 0 0,-1 2 1 0 0,1-1-1 0 0,-1 2 1 0 0,0 0-1 0 0,0 1 1 0 0,0 1-1 0 0,-1 0 1 0 0,0 0-1 0 0,-1 2 1 0 0,0 0-1 0 0,0 0 1 0 0,-1 1-1 0 0,20 24 1 0 0,-28-30 18 0 0,0 1 0 0 0,0 0 0 0 0,0 0 0 0 0,-1 1 1 0 0,0-1-1 0 0,0 1 0 0 0,-1-1 0 0 0,0 1 1 0 0,0 0-1 0 0,0 0 0 0 0,-1 0 0 0 0,0 0 1 0 0,0 0-1 0 0,-1 0 0 0 0,0 0 0 0 0,0 0 1 0 0,-2 11-1 0 0,-1-8 23 0 0,0 1 0 0 0,0-1 1 0 0,-1 0-1 0 0,0 0 0 0 0,0-1 1 0 0,-1 1-1 0 0,-1-1 0 0 0,1 0 1 0 0,-1 0-1 0 0,-1-1 0 0 0,-8 9 1 0 0,0-2-43 0 0,0-1 0 0 0,-1-1 1 0 0,-1 0-1 0 0,0-2 0 0 0,0 0 0 0 0,-1 0 1 0 0,-1-2-1 0 0,0 0 0 0 0,0-1 1 0 0,-1-1-1 0 0,-25 6 0 0 0,29-10-249 0 0,1 0 0 0 0,-1-2 0 0 0,0 1 0 0 0,0-2 0 0 0,1 0 0 0 0,-29-4-1 0 0,33 2-164 0 0,0 0 0 0 0,0-1-1 0 0,0-1 1 0 0,0 0 0 0 0,1 0-1 0 0,0-1 1 0 0,-1 0 0 0 0,2-1-1 0 0,-1 0 1 0 0,-9-8 0 0 0,11 7-531 0 0,0 0 0 0 0,1-1-1 0 0,0 0 1 0 0,0 0 0 0 0,1-1 0 0 0,-11-18 0 0 0,-6-23-5534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5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1 138 556 0 0,'30'-57'10916'0'0,"-29"55"-10372"0"0,16-19 1791 0 0,30 6-2785 0 0,1 2 1 0 0,0 3-1 0 0,58-6 0 0 0,-51 12-5417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5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66 60 0 0,'-125'63'13277'0'0,"123"-62"-12557"0"0,6-1-689 0 0,0 0 0 0 0,1 0 1 0 0,-1 0-1 0 0,0-1 1 0 0,0 0-1 0 0,0 1 1 0 0,1-1-1 0 0,-1-1 0 0 0,7-2 1 0 0,-4 2 0 0 0,183-60-1520 0 0,-64 18-4855 0 0,-88 32 2175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6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430 128 832 0 0,'8'-15'3485'0'0,"11"-31"-1"0"0,-12 29-1925 0 0,-7 16-1484 0 0,1 0 0 0 0,0 0-1 0 0,-1 0 1 0 0,0-1 0 0 0,1 1-1 0 0,-1 0 1 0 0,0-1 0 0 0,0 1-1 0 0,1 0 1 0 0,-1-1 0 0 0,0 1-1 0 0,0 0 1 0 0,-1-1 0 0 0,1 1-1 0 0,0-1 1 0 0,0 1 0 0 0,-1 0-1 0 0,1 0 1 0 0,0-1 0 0 0,-1 1-1 0 0,1 0 1 0 0,-1 0 0 0 0,0-1-1 0 0,0 1 1 0 0,1 0 0 0 0,-1 0-1 0 0,0 0 1 0 0,0 0 0 0 0,0 0-1 0 0,0 0 1 0 0,0 0 0 0 0,0 0-1 0 0,0 1 1 0 0,0-1 0 0 0,0 0-1 0 0,-1 1 1 0 0,1-1 0 0 0,0 1-1 0 0,0-1 1 0 0,-1 1 0 0 0,1-1-1 0 0,0 1 1 0 0,-3-1 0 0 0,-2 0 21 0 0,-1 0 1 0 0,1 0-1 0 0,-1 1 1 0 0,1 0-1 0 0,-1 0 1 0 0,1 0-1 0 0,-10 2 1 0 0,-5 3-34 0 0,0 1-1 0 0,0 1 1 0 0,1 0-1 0 0,0 2 1 0 0,0 1 0 0 0,1 0-1 0 0,1 1 1 0 0,-1 1 0 0 0,2 1-1 0 0,0 0 1 0 0,0 1 0 0 0,1 1-1 0 0,1 1 1 0 0,1 0 0 0 0,0 1-1 0 0,1 1 1 0 0,1 0-1 0 0,0 0 1 0 0,2 1 0 0 0,-16 37-1 0 0,23-46-48 0 0,0 0 0 0 0,0 1 0 0 0,1-1 0 0 0,0 0 0 0 0,1 1-1 0 0,0-1 1 0 0,1 1 0 0 0,0-1 0 0 0,3 20 0 0 0,-3-26-7 0 0,1-1-1 0 0,0 1 1 0 0,0-1 0 0 0,0 1-1 0 0,0-1 1 0 0,1 1 0 0 0,-1-1-1 0 0,1 0 1 0 0,0 0 0 0 0,0 0-1 0 0,0 0 1 0 0,0 0 0 0 0,1 0-1 0 0,-1-1 1 0 0,1 1 0 0 0,0-1-1 0 0,0 1 1 0 0,-1-1 0 0 0,2 0-1 0 0,-1 0 1 0 0,0 0 0 0 0,0-1-1 0 0,0 1 1 0 0,1-1 0 0 0,-1 0-1 0 0,1 0 1 0 0,-1 0 0 0 0,1 0-1 0 0,-1-1 1 0 0,1 1 0 0 0,4-1-1 0 0,3 1-3 0 0,0-2 0 0 0,0 1 0 0 0,-1-1 0 0 0,1-1 0 0 0,0 0 0 0 0,0 0 0 0 0,-1-1 0 0 0,1-1 0 0 0,-1 0 0 0 0,0 0-1 0 0,0-1 1 0 0,-1 0 0 0 0,18-13 0 0 0,-15 9 83 0 0,-1 0-1 0 0,-1-1 1 0 0,0 0 0 0 0,0-1-1 0 0,-1 0 1 0 0,0-1 0 0 0,-1 0-1 0 0,-1 0 1 0 0,0-1-1 0 0,6-14 1 0 0,3-10 1589 0 0,14-53 0 0 0,-29 87-1310 0 0,5 10-84 0 0,-6-7-274 0 0,1 1 1 0 0,-1-1-1 0 0,0 0 1 0 0,1 1-1 0 0,-1-1 1 0 0,1 0-1 0 0,-1 1 1 0 0,0-1 0 0 0,1 1-1 0 0,-1-1 1 0 0,0 1-1 0 0,1-1 1 0 0,-1 1-1 0 0,0-1 1 0 0,0 1-1 0 0,1 0 1 0 0,-1-1-1 0 0,0 1 1 0 0,0-1 0 0 0,0 1-1 0 0,0-1 1 0 0,0 2-1 0 0,13 81 886 0 0,12 104 17 0 0,-21-138-965 0 0,-4 91 1 0 0,-6-78-1139 0 0,-3-1 0 0 0,-21 82 0 0 0,-26 27-7967 0 0,37-122 2372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7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65 288 0 0,'19'-14'592'0'0,"5"3"-244"0"0,3-1-472 0 0,9-1-252 0 0,-1-1 124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8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194 130 684 0 0,'-6'2'1695'0'0,"0"0"0"0"0,0-1-1 0 0,-1 0 1 0 0,1 0 0 0 0,-8-1 0 0 0,-28-3 2099 0 0,40 3-3044 0 0,-25-2 781 0 0,25 2-1284 0 0,25-2-257 0 0,-1-1 10 0 0,1-1 1 0 0,41-13-1 0 0,-14 3-8 0 0,260-63 14 0 0,-251 63-57 0 0,-54 14 34 0 0,2 3 10 0 0,-7-2 7 0 0,1-1 0 0 0,-1 0-1 0 0,0 1 1 0 0,0-1 0 0 0,0 0 0 0 0,0 1 0 0 0,0-1 0 0 0,0 1 0 0 0,1-1-1 0 0,-1 0 1 0 0,0 1 0 0 0,0-1 0 0 0,0 1 0 0 0,0-1 0 0 0,0 1 0 0 0,-1-1-1 0 0,1 0 1 0 0,0 1 0 0 0,0-1 0 0 0,0 1 0 0 0,0-1 0 0 0,0 0 0 0 0,0 1-1 0 0,-1-1 1 0 0,1 0 0 0 0,0 1 0 0 0,0-1 0 0 0,-1 0 0 0 0,1 1 0 0 0,-8 10 7 0 0,-22 19 15 0 0,-1-2 0 0 0,-49 35 0 0 0,-20 17-8 0 0,-112 135-34 0 0,180-177 10 0 0,3 1 0 0 0,1 2-1 0 0,1 0 1 0 0,-22 51-1 0 0,47-88 17 0 0,0 0 0 0 0,1 0-1 0 0,-1-1 1 0 0,1 1 0 0 0,0 0-1 0 0,0 0 1 0 0,0 1 0 0 0,1-1-1 0 0,0 0 1 0 0,0 0 0 0 0,0 0 0 0 0,0 0-1 0 0,0 0 1 0 0,2 6 0 0 0,-2-9-3 0 0,1 0 1 0 0,0-1-1 0 0,-1 1 0 0 0,1 0 1 0 0,0 0-1 0 0,-1-1 1 0 0,1 1-1 0 0,0-1 1 0 0,0 1-1 0 0,-1-1 1 0 0,1 1-1 0 0,0-1 1 0 0,0 1-1 0 0,0-1 1 0 0,0 0-1 0 0,0 1 1 0 0,0-1-1 0 0,0 0 1 0 0,0 0-1 0 0,0 0 1 0 0,0 0-1 0 0,0 0 1 0 0,0 0-1 0 0,0 0 1 0 0,-1 0-1 0 0,3 0 1 0 0,30-4 38 0 0,-30 4-38 0 0,34-9 1 0 0,0-2 0 0 0,-1-1-1 0 0,48-23 1 0 0,-16 6 12 0 0,479-168 151 0 0,-452 168 1592 0 0,-93 28-1700 0 0,6-1 229 0 0,6-1-1074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9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65 1984 0 0,'-3'-6'1117'0'0,"1"1"0"0"0,-1-1 0 0 0,0 1 1 0 0,0-1-1 0 0,-1 1 0 0 0,1 0 0 0 0,-1 1 0 0 0,0-1 0 0 0,-8-7 0 0 0,11 12-1073 0 0,0-1 0 0 0,0 1 0 0 0,1-1-1 0 0,-1 1 1 0 0,0-1 0 0 0,0 1 0 0 0,0-1 0 0 0,0 1 0 0 0,0 0-1 0 0,1-1 1 0 0,-1 1 0 0 0,0 0 0 0 0,0 0 0 0 0,0 0-1 0 0,0 0 1 0 0,0 0 0 0 0,0 0 0 0 0,0 0 0 0 0,0 0 0 0 0,0 0-1 0 0,0 0 1 0 0,0 0 0 0 0,0 1 0 0 0,1-1 0 0 0,-1 0-1 0 0,0 1 1 0 0,0-1 0 0 0,0 0 0 0 0,0 1 0 0 0,1-1 0 0 0,-1 1-1 0 0,0 0 1 0 0,0-1 0 0 0,1 1 0 0 0,-1 0 0 0 0,-1 1-1 0 0,-1 2 39 0 0,-1 0-1 0 0,1 1 1 0 0,0 0-1 0 0,-4 8 0 0 0,6-10 20 0 0,-14 27 332 0 0,2 2-1 0 0,-18 62 1 0 0,-6 71 210 0 0,34-149-577 0 0,-64 396 817 0 0,58-316-744 0 0,3 1 0 0 0,11 125 0 0 0,-1-178-83 0 0,1-1-1 0 0,20 73 1 0 0,-19-98-52 0 0,0 0 0 0 0,1 0 1 0 0,0 0-1 0 0,2-1 0 0 0,0 0 0 0 0,1-1 0 0 0,1 0 1 0 0,20 24-1 0 0,-28-37-180 0 0,0 0 1 0 0,0 0 0 0 0,0-1 0 0 0,1 1-1 0 0,-1-1 1 0 0,1 0 0 0 0,-1 1 0 0 0,1-1-1 0 0,0-1 1 0 0,0 1 0 0 0,0-1-1 0 0,0 1 1 0 0,0-1 0 0 0,0 0 0 0 0,0-1-1 0 0,6 1 1 0 0,-5-1-648 0 0,0 0 0 0 0,-1 0-1 0 0,1-1 1 0 0,0 0 0 0 0,-1 0-1 0 0,1 0 1 0 0,-1 0 0 0 0,1-1 0 0 0,5-3-1 0 0,2-1-4355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9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56 117 1304 0 0,'-37'-95'13192'0'0,"26"79"-11631"0"0,4 11-1052 0 0,6 13-131 0 0,15 65-228 0 0,-3-19 72 0 0,4 59 0 0 0,-12-57-113 0 0,3 20 39 0 0,-9 149 1 0 0,2-208-443 0 0,1-11-229 0 0,-1-1-1 0 0,1 1 0 0 0,-1 0 0 0 0,0-1 1 0 0,-1 1-1 0 0,1-1 0 0 0,-5 10 1 0 0,-3-12-3245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5:59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22 192 392 0 0,'-4'-15'2217'0'0,"-1"1"-675"0"0,2 1 0 0 0,0-1-1 0 0,0 0 1 0 0,0-20 0 0 0,3 31-1409 0 0,0 0 0 0 0,0 0 0 0 0,0 0 0 0 0,0 0 0 0 0,1 1 0 0 0,-1-1 0 0 0,1 0 1 0 0,0 0-1 0 0,0 1 0 0 0,0-1 0 0 0,0 0 0 0 0,0 1 0 0 0,1-1 0 0 0,-1 1 0 0 0,1-1 0 0 0,0 1 0 0 0,-1 0 0 0 0,1 0 0 0 0,0 0 1 0 0,0 0-1 0 0,0 0 0 0 0,1 0 0 0 0,-1 0 0 0 0,0 1 0 0 0,1-1 0 0 0,-1 1 0 0 0,1 0 0 0 0,3-1 0 0 0,10-3 213 0 0,0 0 0 0 0,1 2 1 0 0,0 0-1 0 0,0 1 0 0 0,0 0 0 0 0,0 2 0 0 0,26 1 0 0 0,8 5 336 0 0,59 14 0 0 0,-73-12-441 0 0,0 1 0 0 0,41 18 0 0 0,-63-21-104 0 0,-1 0-1 0 0,-1 1 0 0 0,1 1 1 0 0,-1 0-1 0 0,0 1 0 0 0,-1 0 1 0 0,0 1-1 0 0,12 13 1 0 0,-19-17-47 0 0,-1-1 1 0 0,0 0-1 0 0,0 1 1 0 0,0 0-1 0 0,-1 0 1 0 0,0 0-1 0 0,0 0 1 0 0,-1 1-1 0 0,0-1 1 0 0,0 1-1 0 0,0-1 1 0 0,-1 1-1 0 0,1 9 1 0 0,-2-6-18 0 0,0 0 0 0 0,-1 0 0 0 0,0 0 0 0 0,0 0 0 0 0,-1 0 0 0 0,0 0 0 0 0,-1 0 1 0 0,-5 11-1 0 0,-2 2-4 0 0,-2 1 0 0 0,-1-2 1 0 0,-1 1-1 0 0,-1-2 0 0 0,0 0 0 0 0,-22 21 1 0 0,12-15-4 0 0,-1-1-1 0 0,-1-2 1 0 0,-43 30 0 0 0,57-45-467 0 0,-1 0 0 0 0,0-2 1 0 0,0 1-1 0 0,-1-1 0 0 0,0-1 0 0 0,0-1 0 0 0,0 0 0 0 0,0-1 1 0 0,-1-1-1 0 0,-20 3 0 0 0,32-6-52 0 0,0 0 1 0 0,1 0-1 0 0,-1-1 0 0 0,0 1 0 0 0,1-1 1 0 0,-1 0-1 0 0,-6-2 0 0 0,8 2-218 0 0,-1 0 0 0 0,1 0-1 0 0,0 0 1 0 0,1 0 0 0 0,-1-1-1 0 0,0 1 1 0 0,0 0 0 0 0,-2-4-1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00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79 1740 0 0,'-87'-62'13196'0'0,"85"61"-12597"0"0,2 0-514 0 0,0 0 0 0 0,1 1 0 0 0,-1-1 0 0 0,0 1 1 0 0,1-1-1 0 0,-1 1 0 0 0,1-1 0 0 0,-1 1 0 0 0,1-1 1 0 0,-1 1-1 0 0,1-1 0 0 0,-1 1 0 0 0,1-1 0 0 0,-1 1 0 0 0,1 0 1 0 0,-1-1-1 0 0,1 1 0 0 0,0 0 0 0 0,-1 0 0 0 0,2-1 1 0 0,18-2 334 0 0,0 2 0 0 0,1 0-1 0 0,-1 1 1 0 0,0 0 0 0 0,0 2 0 0 0,34 7 0 0 0,-9 1 185 0 0,83 31 0 0 0,-92-26-478 0 0,-1 1 0 0 0,0 1 0 0 0,-2 3 0 0 0,0 0-1 0 0,-1 3 1 0 0,-1 0 0 0 0,-1 2 0 0 0,-1 1 0 0 0,-2 1-1 0 0,0 2 1 0 0,-2 0 0 0 0,24 38 0 0 0,-31-39-83 0 0,-1 1 1 0 0,-1 1 0 0 0,-1 1-1 0 0,-2 0 1 0 0,-1 0-1 0 0,-2 2 1 0 0,-1-1-1 0 0,-1 1 1 0 0,-2 0-1 0 0,-2 1 1 0 0,-1 0 0 0 0,-1-1-1 0 0,-2 1 1 0 0,-4 41-1 0 0,-5-15 18 0 0,-3 0 0 0 0,-2-1 0 0 0,-3 0 0 0 0,-45 102 0 0 0,23-79-1269 0 0,-3-1-1 0 0,-84 116 1 0 0,122-192 978 0 0,-58 78-3747 0 0,52-71 1328 0 0,-1-1 0 0 0,-15 13 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00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10 191 3240 0 0,'-9'-30'13204'0'0,"9"29"-13154"0"0,0 0 1 0 0,0 0 0 0 0,-1 1 0 0 0,1-1 0 0 0,0 0 0 0 0,0 0 0 0 0,0 0 0 0 0,0 0-1 0 0,0 0 1 0 0,0 1 0 0 0,0-1 0 0 0,0 0 0 0 0,1 0 0 0 0,-1 0 0 0 0,0 0 0 0 0,0 1 0 0 0,1-1-1 0 0,-1 0 1 0 0,0 0 0 0 0,1 1 0 0 0,-1-1 0 0 0,1 0 0 0 0,-1 0 0 0 0,1 1 0 0 0,0-1 0 0 0,-1 1-1 0 0,1-1 1 0 0,-1 0 0 0 0,1 1 0 0 0,0-1 0 0 0,0 1 0 0 0,-1 0 0 0 0,1-1 0 0 0,0 1 0 0 0,0 0-1 0 0,-1-1 1 0 0,1 1 0 0 0,0 0 0 0 0,0 0 0 0 0,1-1 0 0 0,4-1 56 0 0,219-85-1456 0 0,-149 60-1598 0 0,-17 12-4171 0 0,-46 13 2299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00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87 1764 0 0,'-93'105'15872'0'0,"93"-105"-15805"0"0,-1 0 0 0 0,1 0 1 0 0,0 1-1 0 0,-1-1 1 0 0,1 0-1 0 0,-1 1 0 0 0,1-1 1 0 0,0 0-1 0 0,-1 1 0 0 0,1-1 1 0 0,0 1-1 0 0,0-1 1 0 0,-1 0-1 0 0,1 1 0 0 0,0-1 1 0 0,0 1-1 0 0,0-1 1 0 0,-1 1-1 0 0,1-1 0 0 0,0 1 1 0 0,0-1-1 0 0,0 1 1 0 0,0-1-1 0 0,0 1 0 0 0,0-1 1 0 0,0 1-1 0 0,0 0 0 0 0,12 2 728 0 0,17-8-359 0 0,188-84-1466 0 0,-77 18-6017 0 0,-108 52 2831 0 0,-2-3-1840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01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52 0 0,'-2'1'2323'0'0,"-69"32"8999"0"0,69-32-10759 0 0,-13 7 1400 0 0,11-3-886 0 0,16-3-544 0 0,68-10 137 0 0,26-3-403 0 0,121 4-1 0 0,-219 7-261 0 0,0 0 0 0 0,0 1 0 0 0,0 0 0 0 0,0 1 0 0 0,0 0 0 0 0,-1 0 0 0 0,9 3 0 0 0,-15-4-3 0 0,1 0 0 0 0,0 0 0 0 0,0 0 0 0 0,-1 0-1 0 0,1 0 1 0 0,-1 0 0 0 0,1 1 0 0 0,-1-1 0 0 0,1 1 0 0 0,-1-1 0 0 0,0 1 0 0 0,0-1 0 0 0,0 1-1 0 0,0 0 1 0 0,0-1 0 0 0,0 1 0 0 0,0 0 0 0 0,-1 0 0 0 0,1 0 0 0 0,0 0 0 0 0,-1 0 0 0 0,0 0 0 0 0,1 0-1 0 0,-1 0 1 0 0,0 0 0 0 0,0 0 0 0 0,0 0 0 0 0,0 0 0 0 0,-1 0 0 0 0,1-1 0 0 0,-1 1 0 0 0,1 0 0 0 0,-1 2-1 0 0,-2 6 7 0 0,-1 0-1 0 0,0-1 0 0 0,0 1 1 0 0,-1-1-1 0 0,0 0 0 0 0,0-1 1 0 0,-8 9-1 0 0,-50 56 259 0 0,38-47-41 0 0,-220 241 1760 0 0,240-261-1951 0 0,3-5-7 0 0,0 1 0 0 0,0 0 0 0 0,0-1 0 0 0,1 1 0 0 0,-1 0 0 0 0,1 0-1 0 0,-1 0 1 0 0,1 0 0 0 0,0 0 0 0 0,0 0 0 0 0,0 0 0 0 0,0 0 0 0 0,0 1 0 0 0,1-1-1 0 0,-1 0 1 0 0,0 1 0 0 0,1-1 0 0 0,0 0 0 0 0,-1 5 0 0 0,2-6-6 0 0,-1-1 0 0 0,0 1 0 0 0,1 0 0 0 0,-1-1-1 0 0,1 1 1 0 0,-1 0 0 0 0,1-1 0 0 0,-1 1 0 0 0,1 0 0 0 0,-1-1 0 0 0,1 1 0 0 0,-1-1 0 0 0,1 0 0 0 0,0 1 0 0 0,-1-1 0 0 0,1 1 0 0 0,0-1 0 0 0,0 0 0 0 0,-1 1 0 0 0,1-1 0 0 0,0 0 0 0 0,0 0 0 0 0,-1 0 0 0 0,1 0 0 0 0,1 1 0 0 0,17 0 134 0 0,-18-1-151 0 0,31-1 116 0 0,0-2 0 0 0,-1-1 0 0 0,0-1-1 0 0,55-18 1 0 0,-79 21-106 0 0,246-68 646 0 0,-251 69-650 0 0,-1 2-110 0 0,-1-1 0 0 0,1 0 0 0 0,-1 0-1 0 0,1 0 1 0 0,0 0 0 0 0,-1 0 0 0 0,1 0 0 0 0,-1 0 0 0 0,1 0-1 0 0,-1 0 1 0 0,1 0 0 0 0,0-1 0 0 0,-1 1 0 0 0,1 0-1 0 0,-1 0 1 0 0,1-1 0 0 0,-1 1 0 0 0,1 0 0 0 0,-1 0-1 0 0,1-1 1 0 0,-1 1 0 0 0,1 0 0 0 0,-1-1 0 0 0,1 1-1 0 0,-1-1 1 0 0,0 1 0 0 0,1-1 0 0 0,-1 1 0 0 0,1-1 0 0 0,11-14-4408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0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297 143 764 0 0,'5'-27'4762'0'0,"-2"1"-1"0"0,0 0 1 0 0,-2-38-1 0 0,-17 67-3991 0 0,13-1-673 0 0,-1 1 1 0 0,1-1 0 0 0,0 1-1 0 0,0 0 1 0 0,0 0-1 0 0,1 0 1 0 0,-1 0-1 0 0,1 1 1 0 0,-1-1 0 0 0,1 1-1 0 0,0-1 1 0 0,-2 6-1 0 0,-2 2 106 0 0,-34 65 813 0 0,4 2 0 0 0,-42 132 0 0 0,53-133-680 0 0,-29 155 1 0 0,46-183-272 0 0,3 0 1 0 0,2 0-1 0 0,2 1 1 0 0,8 70-1 0 0,-4-96-37 0 0,2-1 1 0 0,0-1-1 0 0,1 1 1 0 0,1-1-1 0 0,1 0 0 0 0,0 0 1 0 0,2-1-1 0 0,1 0 1 0 0,14 20-1 0 0,-16-28-91 0 0,1 0-1 0 0,1-1 1 0 0,0 0-1 0 0,0 0 1 0 0,1-2-1 0 0,1 1 1 0 0,0-2-1 0 0,0 1 1 0 0,1-2-1 0 0,0 0 1 0 0,0 0-1 0 0,1-2 1 0 0,28 10-1 0 0,-14-8-1080 0 0,0-2-1 0 0,0-1 1 0 0,58 3-1 0 0,-61-8-2093 0 0,1-1 1 0 0,35-6-1 0 0,-17-2-5561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0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392 178 948 0 0,'-9'-28'7030'0'0,"5"16"-5784"0"0,-7-20 1098 0 0,10 31-2245 0 0,0-1 0 0 0,0 1 0 0 0,0 0 0 0 0,0-1 0 0 0,0 1 0 0 0,0 0 0 0 0,0 0 0 0 0,0-1 0 0 0,-1 1 0 0 0,1 0 0 0 0,0 0 1 0 0,-1 0-1 0 0,1 0 0 0 0,-1 1 0 0 0,1-1 0 0 0,-1 0 0 0 0,-2 0 0 0 0,-4 0 13 0 0,0 0 0 0 0,-1 0 0 0 0,1 1 0 0 0,-1 1 0 0 0,1-1 0 0 0,0 1 1 0 0,-1 1-1 0 0,1-1 0 0 0,0 1 0 0 0,0 1 0 0 0,0 0 0 0 0,0 0 0 0 0,0 0 1 0 0,1 1-1 0 0,-13 8 0 0 0,2 0 38 0 0,1 0 1 0 0,0 1-1 0 0,1 1 1 0 0,0 1-1 0 0,-16 20 0 0 0,22-22-77 0 0,0 1 0 0 0,1-1 0 0 0,1 2-1 0 0,0-1 1 0 0,1 1 0 0 0,0 0-1 0 0,2 1 1 0 0,0 0 0 0 0,0 0 0 0 0,2 0-1 0 0,0 0 1 0 0,0 0 0 0 0,2 1-1 0 0,0-1 1 0 0,2 20 0 0 0,-1-25-38 0 0,1 0-1 0 0,1-1 1 0 0,0 1 0 0 0,0-1 0 0 0,1 1 0 0 0,1-1-1 0 0,-1 0 1 0 0,2 0 0 0 0,-1 0 0 0 0,1-1 0 0 0,1 1 0 0 0,0-1-1 0 0,0-1 1 0 0,1 1 0 0 0,0-1 0 0 0,0 0 0 0 0,1-1-1 0 0,0 1 1 0 0,0-1 0 0 0,1-1 0 0 0,-1 0 0 0 0,2 0-1 0 0,-1-1 1 0 0,12 5 0 0 0,-6-5-4 0 0,0 0-1 0 0,0-2 1 0 0,0 1 0 0 0,1-2 0 0 0,-1 0 0 0 0,1-1-1 0 0,0 0 1 0 0,0-2 0 0 0,-1 0 0 0 0,1 0-1 0 0,0-1 1 0 0,-1-1 0 0 0,0-1 0 0 0,1 0-1 0 0,-2-1 1 0 0,1-1 0 0 0,0 0 0 0 0,20-13-1 0 0,-22 12-25 0 0,1-1-1 0 0,-1-1 1 0 0,-1 0-1 0 0,0-1 1 0 0,0 0 0 0 0,-1-1-1 0 0,0 0 1 0 0,0-1-1 0 0,-2 0 1 0 0,1 0-1 0 0,-2-1 1 0 0,0-1-1 0 0,0 1 1 0 0,-1-1 0 0 0,-1 0-1 0 0,0-1 1 0 0,-1 0-1 0 0,5-25 1 0 0,-7 18-14 0 0,-1 0 1 0 0,-1-1 0 0 0,-1 1-1 0 0,-1-1 1 0 0,-1 1 0 0 0,-2 0 0 0 0,0 0-1 0 0,0 0 1 0 0,-13-32 0 0 0,12 42 0 0 0,0 0 0 0 0,-1 1 0 0 0,0-1 0 0 0,-1 1 0 0 0,-1 0 0 0 0,0 1 0 0 0,-15-17 0 0 0,16 21-5 0 0,0-1 0 0 0,0 1 1 0 0,-1 1-1 0 0,0 0 1 0 0,0 0-1 0 0,-1 0 0 0 0,1 1 1 0 0,-1 0-1 0 0,0 1 0 0 0,0 0 1 0 0,-14-3-1 0 0,18 5-93 0 0,0-1 0 0 0,-1 1 0 0 0,1 1-1 0 0,-1-1 1 0 0,1 1 0 0 0,0 0 0 0 0,-1 0 0 0 0,1 0 0 0 0,-1 1 0 0 0,1 0 0 0 0,0 0-1 0 0,0 0 1 0 0,-1 1 0 0 0,1 0 0 0 0,0 0 0 0 0,0 0 0 0 0,-8 6 0 0 0,10-6-214 0 0,1 0 0 0 0,0 1 0 0 0,0-1 0 0 0,0 1 0 0 0,0 0 0 0 0,0 0 0 0 0,1-1 0 0 0,-1 1 0 0 0,1 0 0 0 0,0 0 0 0 0,-1 1 0 0 0,2-1 0 0 0,-1 0 0 0 0,0 0 0 0 0,1 0 0 0 0,-1 1 0 0 0,1-1 0 0 0,0 0 0 0 0,0 0 0 0 0,0 1 0 0 0,0-1 0 0 0,1 0 0 0 0,0 0 0 0 0,-1 1 0 0 0,3 3 0 0 0,0 6-2269 0 0,2 0-641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0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1 140 0 0,'15'7'2589'0'0,"-1"1"0"0"0,22 16 0 0 0,-31-20-2077 0 0,0 0-1 0 0,0 0 0 0 0,-1 1 0 0 0,1 0 0 0 0,-1 0 0 0 0,0 0 1 0 0,0 1-1 0 0,-1-1 0 0 0,5 11 0 0 0,-4-6-279 0 0,0 0 0 0 0,-1 0 0 0 0,0 0 0 0 0,0 0 0 0 0,-1 1 1 0 0,-1-1-1 0 0,0 1 0 0 0,0-1 0 0 0,-1 1 0 0 0,0-1 0 0 0,-1 1 0 0 0,0-1 0 0 0,-1 1 0 0 0,0-1 0 0 0,-1 0 0 0 0,0 0 0 0 0,0 0 0 0 0,-8 16 0 0 0,-5 4-354 0 0,-1-1-1 0 0,-34 45 0 0 0,40-59-474 0 0,1-6-728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0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68 123 2116 0 0,'16'-96'11790'0'0,"-15"94"-11692"0"0,0 0-1 0 0,0 1 1 0 0,0-1 0 0 0,0 1 0 0 0,0-1 0 0 0,0 1-1 0 0,0-1 1 0 0,1 1 0 0 0,-1 0 0 0 0,0 0-1 0 0,1-1 1 0 0,-1 1 0 0 0,1 0 0 0 0,0 0-1 0 0,-1 1 1 0 0,1-1 0 0 0,0 0 0 0 0,-1 0-1 0 0,1 1 1 0 0,0-1 0 0 0,0 1 0 0 0,-1-1 0 0 0,1 1-1 0 0,0 0 1 0 0,3 0 0 0 0,1 0 5 0 0,-1-1 1 0 0,1 1-1 0 0,-1 1 1 0 0,1-1 0 0 0,-1 1-1 0 0,1 0 1 0 0,4 2-1 0 0,-5-1-45 0 0,-1-1-1 0 0,1 1 1 0 0,-1 0-1 0 0,0 0 1 0 0,0 1-1 0 0,0 0 1 0 0,0-1-1 0 0,0 1 1 0 0,0 0-1 0 0,-1 1 1 0 0,0-1-1 0 0,1 1 1 0 0,-1-1-1 0 0,-1 1 1 0 0,1 0-1 0 0,0 0 1 0 0,-1 1-1 0 0,0-1 1 0 0,0 0-1 0 0,0 1 1 0 0,-1-1 0 0 0,1 1-1 0 0,1 9 1 0 0,-2-5 5 0 0,-1 0 1 0 0,0 0 0 0 0,0 0-1 0 0,-1 0 1 0 0,0 0 0 0 0,-1 0 0 0 0,0 0-1 0 0,0-1 1 0 0,-1 1 0 0 0,0 0-1 0 0,-7 14 1 0 0,-11 13 369 0 0,-2-1 0 0 0,-1 0 0 0 0,-52 56 0 0 0,3-4 489 0 0,72-86-896 0 0,0-1 1 0 0,1 1 0 0 0,-1 0 0 0 0,0 0-1 0 0,0 0 1 0 0,0 0 0 0 0,1 0-1 0 0,-1 0 1 0 0,0 1 0 0 0,1-1 0 0 0,-1 0-1 0 0,1 0 1 0 0,0 0 0 0 0,-1 0-1 0 0,1 1 1 0 0,0-1 0 0 0,0 0 0 0 0,-1 0-1 0 0,1 1 1 0 0,0-1 0 0 0,0 0 0 0 0,1 0-1 0 0,-1 1 1 0 0,0-1 0 0 0,1 2-1 0 0,0-2-12 0 0,1-1-1 0 0,0 1 0 0 0,0-1 1 0 0,0 1-1 0 0,0-1 0 0 0,0 0 1 0 0,0 0-1 0 0,-1 0 0 0 0,1 0 1 0 0,0 0-1 0 0,0 0 0 0 0,0 0 1 0 0,0-1-1 0 0,2 0 0 0 0,-2 1-3 0 0,48-12-85 0 0,0-3 0 0 0,-1-1-1 0 0,-1-3 1 0 0,67-35 0 0 0,-91 41-1262 0 0,1-1 1 0 0,25-19-1 0 0,-40 25-1143 0 0,0-1-1 0 0,0 0 1 0 0,15-18-1 0 0,-14 10-3786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1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72 2244 0 0,'-16'-19'2712'0'0,"3"4"1132"0"0,-25-23 1611 0 0,52 58-2900 0 0,36 30-1405 0 0,-2 4 0 0 0,-3 1 0 0 0,44 68 0 0 0,-68-89-999 0 0,-2 1 0 0 0,0 1 0 0 0,-3 1 0 0 0,-1 1 0 0 0,-2 0 0 0 0,-1 0 1 0 0,6 44-1 0 0,-11-30-68 0 0,-2 1 0 0 0,-3 0 0 0 0,-2 0 0 0 0,-3-1 1 0 0,-1 1-1 0 0,-14 58 0 0 0,-8 5-316 0 0,-66 181 1 0 0,34-152-2461 0 0,12-53-5342 0 0,38-81 4052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25 110 1540 0 0,'-16'-46'12590'0'0,"11"37"-11141"0"0,5 9-1402 0 0,0 0 0 0 0,-1-1 0 0 0,1 1 0 0 0,0 0-1 0 0,0-1 1 0 0,-1 1 0 0 0,1-1 0 0 0,0 1-1 0 0,0 0 1 0 0,-1-1 0 0 0,1 1 0 0 0,0-1 0 0 0,0 1-1 0 0,0 0 1 0 0,0-1 0 0 0,0 1 0 0 0,0-1-1 0 0,0 1 1 0 0,0-1 0 0 0,0 1 0 0 0,0-1-1 0 0,0 1 1 0 0,0 0 0 0 0,0-1 0 0 0,0 1 0 0 0,0-1-1 0 0,0 1 1 0 0,0-1 0 0 0,1 1 0 0 0,-1 0-1 0 0,0-1 1 0 0,0 1 0 0 0,0-1 0 0 0,1 1 0 0 0,-1 0-1 0 0,0-1 1 0 0,1 1 0 0 0,-1 0 0 0 0,0-1-1 0 0,1 1 1 0 0,-1 0 0 0 0,0 0 0 0 0,1-1 0 0 0,-1 1-1 0 0,1 0 1 0 0,-1 0 0 0 0,0 0 0 0 0,1 0-1 0 0,-1-1 1 0 0,1 1 0 0 0,-1 0 0 0 0,1 0-1 0 0,-1 0 1 0 0,0 0 0 0 0,1 0 0 0 0,-1 0 0 0 0,2 0-1 0 0,35-9 2 0 0,61-8-1 0 0,-7 7-8193 0 0,-83 10 6580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1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11 2680 0 0,'-6'6'1151'0'0,"-5"2"1067"0"0,1 2 1 0 0,1-1 0 0 0,0 1-1 0 0,-12 16 1 0 0,21-25-2163 0 0,-1-1 0 0 0,1 1 0 0 0,0-1 0 0 0,-1 0-1 0 0,1 1 1 0 0,0-1 0 0 0,0 1 0 0 0,-1 0 0 0 0,1-1 0 0 0,0 1 0 0 0,0-1 0 0 0,0 1-1 0 0,0-1 1 0 0,0 1 0 0 0,0-1 0 0 0,0 1 0 0 0,0 0 0 0 0,0-1 0 0 0,0 1 0 0 0,0-1 0 0 0,0 1-1 0 0,0-1 1 0 0,0 1 0 0 0,1-1 0 0 0,-1 1 0 0 0,0-1 0 0 0,0 1 0 0 0,1-1 0 0 0,-1 1-1 0 0,0-1 1 0 0,1 1 0 0 0,-1-1 0 0 0,0 1 0 0 0,1-1 0 0 0,-1 0 0 0 0,1 1 0 0 0,-1-1 0 0 0,1 0-1 0 0,-1 1 1 0 0,0-1 0 0 0,1 0 0 0 0,0 1 0 0 0,-1-1 0 0 0,1 0 0 0 0,-1 0 0 0 0,1 0-1 0 0,-1 0 1 0 0,1 0 0 0 0,-1 1 0 0 0,1-1 0 0 0,-1 0 0 0 0,1 0 0 0 0,0-1 0 0 0,31 2 327 0 0,108-32-2539 0 0,0-13-5374 0 0,-65 18 1295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2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120 113 1408 0 0,'-3'-1'1654'0'0,"-1"0"-868"0"0,0-1 0 0 0,0 0 0 0 0,0 1-1 0 0,0-1 1 0 0,1 0 0 0 0,-1-1 0 0 0,-4-3-1 0 0,7 5-668 0 0,0 0 0 0 0,0 0-1 0 0,0 0 1 0 0,0 0 0 0 0,0 0-1 0 0,0 0 1 0 0,1-1 0 0 0,-1 1-1 0 0,1 0 1 0 0,-1 0-1 0 0,1-1 1 0 0,-1 1 0 0 0,1 0-1 0 0,0-1 1 0 0,-1 1 0 0 0,1 0-1 0 0,0-1 1 0 0,0 1 0 0 0,0 0-1 0 0,0-1 1 0 0,0 1 0 0 0,0 0-1 0 0,1-1 1 0 0,-1 1 0 0 0,0 0-1 0 0,1-1 1 0 0,-1 1 0 0 0,1 0-1 0 0,-1-1 1 0 0,2-1 0 0 0,1 0 5 0 0,-1-1 1 0 0,1 0 0 0 0,0 1 0 0 0,0-1 0 0 0,1 1-1 0 0,-1 0 1 0 0,1 0 0 0 0,-1 0 0 0 0,1 1 0 0 0,0-1-1 0 0,0 1 1 0 0,0 0 0 0 0,1 0 0 0 0,-1 0 0 0 0,0 1-1 0 0,1 0 1 0 0,-1-1 0 0 0,1 1 0 0 0,7 0 0 0 0,-3 0-73 0 0,-1 0-1 0 0,1 1 1 0 0,-1 0 0 0 0,0 0 0 0 0,1 1 0 0 0,-1 0 0 0 0,1 0 0 0 0,-1 1 0 0 0,0 0 0 0 0,10 4-1 0 0,-14-4-33 0 0,0 0-1 0 0,0 0 0 0 0,0 0 0 0 0,-1 1 0 0 0,1-1 0 0 0,-1 1 0 0 0,1 0 0 0 0,-1 0 0 0 0,0 0 0 0 0,0 0 0 0 0,0 1 0 0 0,0-1 1 0 0,-1 1-1 0 0,0-1 0 0 0,4 8 0 0 0,-4-5 28 0 0,0-1 0 0 0,-1 0 0 0 0,0 1 0 0 0,0-1 0 0 0,0 1 0 0 0,-1-1 1 0 0,0 1-1 0 0,0-1 0 0 0,0 1 0 0 0,-1-1 0 0 0,-1 7 0 0 0,-2 5 65 0 0,-1 0-1 0 0,-1 0 1 0 0,-1 0 0 0 0,-1-1-1 0 0,0 0 1 0 0,-16 23 0 0 0,-20 31 777 0 0,43-68-468 0 0,9-3-390 0 0,-1 0-1 0 0,0 0 1 0 0,0 0-1 0 0,0-1 1 0 0,9-3-1 0 0,25-6-67 0 0,-26 10 55 0 0,0 2 1 0 0,-1-1-1 0 0,1 2 0 0 0,0 0 1 0 0,-1 1-1 0 0,0 0 0 0 0,1 1 1 0 0,-1 0-1 0 0,-1 1 1 0 0,1 1-1 0 0,-1 1 0 0 0,0 0 1 0 0,24 16-1 0 0,-34-21 30 0 0,1 1 0 0 0,-1-1 0 0 0,0 0-1 0 0,0 1 1 0 0,-1 0 0 0 0,1 0 0 0 0,-1 0 0 0 0,1 0 0 0 0,-1 0-1 0 0,0 0 1 0 0,0 1 0 0 0,0-1 0 0 0,0 0 0 0 0,-1 1 0 0 0,1 0-1 0 0,-1-1 1 0 0,0 1 0 0 0,0 0 0 0 0,-1 0 0 0 0,1 0 0 0 0,-1 0-1 0 0,0-1 1 0 0,1 1 0 0 0,-2 0 0 0 0,1 0 0 0 0,0 0 0 0 0,-1 0-1 0 0,0 0 1 0 0,0-1 0 0 0,0 1 0 0 0,0 0 0 0 0,-1-1-1 0 0,1 1 1 0 0,-1-1 0 0 0,-3 5 0 0 0,-2 4 64 0 0,-2 0-1 0 0,1 0 1 0 0,-2 0 0 0 0,0-2 0 0 0,0 1-1 0 0,0-1 1 0 0,-2 0 0 0 0,-11 7 0 0 0,-8 4-1 0 0,0-2 1 0 0,-1-1-1 0 0,-1-2 1 0 0,-1-1-1 0 0,0-1 1 0 0,-1-2-1 0 0,0-2 1 0 0,-47 8-1 0 0,29-13 75 0 0,50-5-230 0 0,0 0 0 0 0,0 0 0 0 0,0 0 0 0 0,0 0 0 0 0,0-1 0 0 0,0 1 0 0 0,0-1 0 0 0,0 0-1 0 0,0 0 1 0 0,0 0 0 0 0,0 0 0 0 0,1 0 0 0 0,-1-1 0 0 0,-4-3 0 0 0,6 4-86 0 0,0 0-1 0 0,0-1 0 0 0,0 1 0 0 0,0-1 1 0 0,1 1-1 0 0,-1-1 0 0 0,0 1 0 0 0,1-1 0 0 0,0 0 1 0 0,-1 1-1 0 0,1-1 0 0 0,0 0 0 0 0,-1 1 1 0 0,1-1-1 0 0,0 0 0 0 0,1 1 0 0 0,-1-1 1 0 0,0 0-1 0 0,0 1 0 0 0,1-1 0 0 0,-1 0 0 0 0,1 1 1 0 0,-1-1-1 0 0,1 1 0 0 0,-1-1 0 0 0,1 1 1 0 0,0-1-1 0 0,0 1 0 0 0,0-1 0 0 0,1 0 1 0 0,5-8-898 0 0,0 1 1 0 0,0 0-1 0 0,10-9 0 0 0,-13 14 450 0 0,21-22-3724 0 0,3-1-2177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2268 0 0,'26'-24'7927'0'0,"-23"24"-6746"0"0,-1 1-938 0 0,1 0-1 0 0,-1 0 1 0 0,1 0-1 0 0,-1 0 1 0 0,1 0-1 0 0,-1 0 0 0 0,0 1 1 0 0,1-1-1 0 0,-1 1 1 0 0,0-1-1 0 0,0 1 1 0 0,0 0-1 0 0,0 0 0 0 0,-1 0 1 0 0,3 3-1 0 0,28 43 2065 0 0,-20-29-1727 0 0,200 280 2277 0 0,-183-261-2819 0 0,-21-26-1056 0 0,1 0 0 0 0,1 0 0 0 0,0-1 0 0 0,20 18 0 0 0,-7-20-7055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3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40 224 0 0,'-14'-12'2958'0'0,"12"9"-2293"0"0,-1 1 1 0 0,1-1-1 0 0,-1 1 1 0 0,0 0-1 0 0,0 0 0 0 0,0 0 1 0 0,0 0-1 0 0,0 0 0 0 0,-1 1 1 0 0,1-1-1 0 0,0 1 0 0 0,-1 0 1 0 0,1 0-1 0 0,-6-1 1 0 0,7 2-480 0 0,0 0 0 0 0,0 1 1 0 0,-1-1-1 0 0,1 0 1 0 0,0 1-1 0 0,0-1 1 0 0,-1 1-1 0 0,1 0 0 0 0,0 0 1 0 0,0 0-1 0 0,0 0 1 0 0,0 0-1 0 0,0 0 1 0 0,0 1-1 0 0,-3 2 1 0 0,-24 26 1416 0 0,23-23-1278 0 0,-16 19-134 0 0,2 1 0 0 0,0 1 0 0 0,2 1 0 0 0,1 1 0 0 0,1 0 1 0 0,2 1-1 0 0,1 1 0 0 0,2 0 0 0 0,-14 58 0 0 0,24-82-674 0 0,0 0 0 0 0,0 0 0 0 0,0 14 0 0 0,1-20 192 0 0,0 1-1 0 0,1-1 0 0 0,-1 0 1 0 0,0 1-1 0 0,1-1 0 0 0,-1 0 1 0 0,1 0-1 0 0,0 0 1 0 0,0 0-1 0 0,0 1 0 0 0,0-1 1 0 0,0 0-1 0 0,0-1 0 0 0,0 1 1 0 0,1 0-1 0 0,2 3 0 0 0,-3-5 5 0 0,0 1 1 0 0,0-1-1 0 0,-1 1 0 0 0,1-1 0 0 0,0 1 0 0 0,0-1 1 0 0,0 0-1 0 0,0 1 0 0 0,0-1 0 0 0,0 0 0 0 0,0 0 1 0 0,0 0-1 0 0,-1 0 0 0 0,1 0 0 0 0,0 0 0 0 0,2 0 1 0 0,0 0-773 0 0,11-1-3698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3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114 166 1280 0 0,'1'-20'11951'0'0,"-7"25"-11258"0"0,3 1-235 0 0,-1 0-1 0 0,1 0 1 0 0,1 0 0 0 0,-1 1 0 0 0,1-1-1 0 0,0 0 1 0 0,-2 10 0 0 0,0 0 101 0 0,-2 9 105 0 0,0-1 0 0 0,1 1 0 0 0,-2 50 0 0 0,6-66-591 0 0,1 1 0 0 0,1-1-1 0 0,-1 1 1 0 0,1-1 0 0 0,1 0 0 0 0,0 1 0 0 0,0-1 0 0 0,1 0-1 0 0,0 0 1 0 0,1-1 0 0 0,0 1 0 0 0,0-1 0 0 0,10 15 0 0 0,-10-19-61 0 0,-1 0 1 0 0,1-1 0 0 0,-1 0-1 0 0,1 0 1 0 0,0 0 0 0 0,1 0-1 0 0,-1 0 1 0 0,0-1 0 0 0,1 0-1 0 0,-1 0 1 0 0,1 0 0 0 0,0 0-1 0 0,0-1 1 0 0,-1 0 0 0 0,1 0-1 0 0,0 0 1 0 0,0 0 0 0 0,0-1-1 0 0,0 0 1 0 0,0 0-1 0 0,0-1 1 0 0,0 1 0 0 0,0-1-1 0 0,0 0 1 0 0,0 0 0 0 0,7-3-1 0 0,-2 1-7 0 0,1-2 0 0 0,-1 1 0 0 0,0-1 0 0 0,0-1-1 0 0,0 1 1 0 0,-1-2 0 0 0,1 1 0 0 0,-2-1 0 0 0,1-1 0 0 0,12-13-1 0 0,-12 8-5 0 0,0 0-1 0 0,0 0 0 0 0,-2-1 0 0 0,1 0 1 0 0,-2 0-1 0 0,0-1 0 0 0,-1 0 1 0 0,0 0-1 0 0,-1-1 0 0 0,-1 1 0 0 0,0-1 1 0 0,-1 1-1 0 0,-1-1 0 0 0,0 0 1 0 0,-1 0-1 0 0,-1 0 0 0 0,0 1 0 0 0,-7-27 1 0 0,6 34-4 0 0,-1-1 0 0 0,0 0-1 0 0,0 1 1 0 0,-1-1 0 0 0,0 1 0 0 0,0 0 0 0 0,-1 0 0 0 0,0 1 0 0 0,-1-1 0 0 0,1 1 0 0 0,-2 0 0 0 0,1 1 0 0 0,-1 0 0 0 0,0 0-1 0 0,0 0 1 0 0,0 1 0 0 0,-1-1 0 0 0,0 2 0 0 0,0-1 0 0 0,0 1 0 0 0,0 1 0 0 0,-1 0 0 0 0,0 0 0 0 0,1 0 0 0 0,-1 1 0 0 0,0 0-1 0 0,0 1 1 0 0,-1 0 0 0 0,1 1 0 0 0,0-1 0 0 0,-12 3 0 0 0,6 0 14 0 0,0 0 0 0 0,0 1 0 0 0,0 1 0 0 0,-26 11 0 0 0,35-13-197 0 0,-1 1 1 0 0,1 1-1 0 0,0-1 0 0 0,0 1 0 0 0,0 0 0 0 0,1 0 0 0 0,-1 1 0 0 0,1 0 0 0 0,0 0 0 0 0,0 0 0 0 0,1 0 0 0 0,-6 10 0 0 0,9-13-40 0 0,0 0 0 0 0,0-1 0 0 0,0 1 0 0 0,0 0 0 0 0,1 0 0 0 0,-1 0 0 0 0,1 0 0 0 0,-1 0 0 0 0,1 0 0 0 0,0 1 0 0 0,0-1 0 0 0,0 0 0 0 0,0 0 0 0 0,0 0 0 0 0,1 4 0 0 0,0-4-390 0 0,0-1 1 0 0,-1 1-1 0 0,1 0 1 0 0,0 0-1 0 0,0 0 0 0 0,0-1 1 0 0,0 1-1 0 0,0 0 0 0 0,0-1 1 0 0,2 3-1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3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45 169 1156 0 0,'-3'-1'6149'0'0,"-5"0"-4223"0"0,-11-2 5407 0 0,6 1-5425 0 0,11 2-1072 0 0,18-8-61 0 0,180-53-205 0 0,-66 10-4237 0 0,-92 30-7 0 0,-16 0-2831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4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36 48 0 0,'-24'-16'8674'0'0,"-8"-4"-931"0"0,29 20-7063 0 0,2 1-582 0 0,0-1 0 0 0,1 0 1 0 0,-1 0-1 0 0,0 0 0 0 0,0 1 1 0 0,1-1-1 0 0,-1 0 0 0 0,0 1 0 0 0,0-1 1 0 0,1 1-1 0 0,-1-1 0 0 0,1 1 0 0 0,-1-1 1 0 0,0 1-1 0 0,1-1 0 0 0,-1 1 1 0 0,1 0-1 0 0,-1-1 0 0 0,1 1 0 0 0,-1 0 1 0 0,1 0-1 0 0,-1 1 0 0 0,-4 24 1384 0 0,8 34 120 0 0,-2-55-1463 0 0,27 174 1549 0 0,-13-89-2011 0 0,5 99 0 0 0,-20-171-762 0 0,3 32-1501 0 0,-3-46 1650 0 0,1-1 1 0 0,0 1 0 0 0,-1-1-1 0 0,1 1 1 0 0,0-1 0 0 0,1 0-1 0 0,-1 1 1 0 0,1-1 0 0 0,-1 0 0 0 0,5 6-1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4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48 2152 0 0,'1'-3'848'0'0,"-1"-1"0"0"0,1 1 0 0 0,-1-1 1 0 0,0 0-1 0 0,0 1 0 0 0,0-1 0 0 0,-1 1 0 0 0,1-1 0 0 0,-1 1 0 0 0,0-1 0 0 0,-2-5 629 0 0,-2 9-1266 0 0,0 1 0 0 0,0 0 0 0 0,0 0 1 0 0,1 1-1 0 0,-1-1 0 0 0,0 1 0 0 0,0 0 0 0 0,1 0 1 0 0,-1 0-1 0 0,1 1 0 0 0,0 0 0 0 0,-1 0 0 0 0,1 0 0 0 0,1 0 1 0 0,-1 1-1 0 0,-3 3 0 0 0,3-3-156 0 0,0 0 1 0 0,1 0-1 0 0,0 0 1 0 0,0 1-1 0 0,0 0 0 0 0,0-1 1 0 0,1 1-1 0 0,-1 0 1 0 0,1 0-1 0 0,1 0 0 0 0,-1 1 1 0 0,1-1-1 0 0,-1 0 1 0 0,1 10-1 0 0,1-11-29 0 0,1 0 0 0 0,0 1 1 0 0,0-1-1 0 0,0 0 0 0 0,1 0 0 0 0,-1 0 0 0 0,1 0 0 0 0,0 0 1 0 0,0 0-1 0 0,1 0 0 0 0,-1-1 0 0 0,1 1 0 0 0,0-1 1 0 0,0 0-1 0 0,6 6 0 0 0,5 4 87 0 0,2-1 0 0 0,18 12-1 0 0,27 14 290 0 0,38 26 62 0 0,-88-56-244 0 0,-1 0 0 0 0,-1 1 0 0 0,0 0-1 0 0,0 0 1 0 0,-1 1 0 0 0,14 21 0 0 0,-21-30-140 0 0,0 1 0 0 0,0 0 1 0 0,0 0-1 0 0,0 0 0 0 0,-1 0 1 0 0,1 0-1 0 0,0 0 0 0 0,-1 0 1 0 0,0 0-1 0 0,1 0 0 0 0,-1 0 1 0 0,0 0-1 0 0,0 0 0 0 0,0 0 1 0 0,0 0-1 0 0,-1 1 1 0 0,1-1-1 0 0,0 0 0 0 0,-1 0 1 0 0,-1 3-1 0 0,1-2 23 0 0,-1 0-1 0 0,0 0 1 0 0,0 0 0 0 0,-1 0 0 0 0,1 0-1 0 0,0 0 1 0 0,-1-1 0 0 0,0 1 0 0 0,0-1-1 0 0,-5 4 1 0 0,-3 1 120 0 0,-1-1 0 0 0,0 0 1 0 0,0-1-1 0 0,0-1 0 0 0,-19 5 0 0 0,14-5-97 0 0,-1 0 0 0 0,0-2 0 0 0,0 0 0 0 0,0-1 0 0 0,0-1 1 0 0,-35-4-1 0 0,42 2-157 0 0,0 0 1 0 0,-1-1 0 0 0,1 0 0 0 0,0-1 0 0 0,0 0-1 0 0,1-1 1 0 0,-1 0 0 0 0,1 0 0 0 0,0-1-1 0 0,0-1 1 0 0,-16-13 0 0 0,23 17-228 0 0,-1-1 1 0 0,1 1-1 0 0,0-1 0 0 0,0 0 1 0 0,0 0-1 0 0,0 0 0 0 0,1 0 1 0 0,0 0-1 0 0,-1-1 0 0 0,2 1 1 0 0,-1-1-1 0 0,0 0 0 0 0,1 1 0 0 0,0-1 1 0 0,0 0-1 0 0,0 0 0 0 0,1 0 1 0 0,0 0-1 0 0,0 1 0 0 0,0-1 1 0 0,1-7-1 0 0,2 1-703 0 0,-1 1-1 0 0,2 0 1 0 0,-1 0 0 0 0,2 0-1 0 0,-1 0 1 0 0,1 1-1 0 0,1 0 1 0 0,11-16 0 0 0,1 1-2590 0 0,0 0-1390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4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1 153 2156 0 0,'19'-40'10697'0'0,"-12"31"-8266"0"0,-7 7-2276 0 0,1 0-1 0 0,0 1 1 0 0,0-1-1 0 0,-1 1 1 0 0,1-1 0 0 0,0 1-1 0 0,1-1 1 0 0,-1 1-1 0 0,0-1 1 0 0,0 1 0 0 0,0 0-1 0 0,1 0 1 0 0,-1 0-1 0 0,3-2 1 0 0,49-16-4 0 0,0 2-1 0 0,74-14 1 0 0,-76 22-3535 0 0,-1 4-3558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5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1276 0 0,'0'0'8845'0'0,"11"19"-5797"0"0,2 21-539 0 0,17 38 0 0 0,26 36-867 0 0,80 102-1150 0 0,-130-208-929 0 0,23 30-1743 0 0,-6-20-7604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5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12 2496 0 0,'-4'-2'843'0'0,"1"0"-1"0"0,-1 1 0 0 0,0-1 1 0 0,0 1-1 0 0,1 0 1 0 0,-1 0-1 0 0,-5-1 1 0 0,6 3-606 0 0,0-1 0 0 0,1 0 1 0 0,-1 1-1 0 0,0-1 1 0 0,1 1-1 0 0,-1 0 1 0 0,1 0-1 0 0,-1 0 0 0 0,1 0 1 0 0,-1 0-1 0 0,1 1 1 0 0,0-1-1 0 0,-1 1 1 0 0,1-1-1 0 0,0 1 0 0 0,0 0 1 0 0,-2 3-1 0 0,-12 11 565 0 0,1 1 0 0 0,0 0 0 0 0,2 1 0 0 0,-22 37 0 0 0,-36 87 89 0 0,56-109-685 0 0,-44 84 253 0 0,-17 39-2996 0 0,75-154 1990 0 0,-3 9-135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5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1012 0 0,'3'-7'1506'0'0,"5"-11"1593"0"0,0 0 1 0 0,21-30-1 0 0,-25 42-2920 0 0,0 1-1 0 0,0 1 0 0 0,0-1 1 0 0,1 1-1 0 0,0-1 0 0 0,0 1 1 0 0,0 1-1 0 0,0-1 1 0 0,0 1-1 0 0,1 0 0 0 0,0 0 1 0 0,0 0-1 0 0,6-1 0 0 0,-5 2-78 0 0,-1 0-1 0 0,1 0 0 0 0,0 1 1 0 0,0 0-1 0 0,1 0 0 0 0,-1 0 1 0 0,0 1-1 0 0,0 0 0 0 0,0 1 1 0 0,0 0-1 0 0,13 3 1 0 0,-15-3-2 0 0,-1 1 0 0 0,0 0 0 0 0,0 0 0 0 0,0 1 1 0 0,0-1-1 0 0,0 1 0 0 0,0-1 0 0 0,-1 1 1 0 0,1 1-1 0 0,-1-1 0 0 0,0 0 0 0 0,0 1 1 0 0,0-1-1 0 0,0 1 0 0 0,-1 0 0 0 0,1 0 1 0 0,-1 0-1 0 0,0 0 0 0 0,2 7 0 0 0,-1 0 58 0 0,0 0-1 0 0,0 0 1 0 0,-1 0 0 0 0,-1 1-1 0 0,0-1 1 0 0,0 0 0 0 0,-1 1-1 0 0,0-1 1 0 0,-1 1-1 0 0,-1-1 1 0 0,0 0 0 0 0,0 1-1 0 0,-1-1 1 0 0,0 0-1 0 0,-9 17 1 0 0,-7 12 572 0 0,-1-1-1 0 0,-47 63 1 0 0,26-40-211 0 0,20-30-286 0 0,-14 25 266 0 0,34-57-488 0 0,1 0-1 0 0,0 1 1 0 0,0-1-1 0 0,0 0 1 0 0,0 1-1 0 0,0-1 1 0 0,0 0-1 0 0,0 0 1 0 0,-1 1 0 0 0,1-1-1 0 0,0 0 1 0 0,0 1-1 0 0,0-1 1 0 0,0 0-1 0 0,0 1 1 0 0,0-1-1 0 0,1 0 1 0 0,-1 1-1 0 0,0-1 1 0 0,0 0-1 0 0,0 1 1 0 0,0-1 0 0 0,0 0-1 0 0,0 1 1 0 0,1-1-1 0 0,-1 0 1 0 0,0 0-1 0 0,0 1 1 0 0,0-1-1 0 0,1 0 1 0 0,-1 0-1 0 0,0 1 1 0 0,0-1 0 0 0,1 0-1 0 0,-1 0 1 0 0,0 0-1 0 0,0 0 1 0 0,1 1-1 0 0,-1-1 1 0 0,1 0-1 0 0,12 3 113 0 0,-12-3-118 0 0,17 2 108 0 0,-1-2 0 0 0,1 0-1 0 0,34-5 1 0 0,-8 0-60 0 0,177-13-282 0 0,252-53 1 0 0,-423 57-1288 0 0,-31 9-2028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6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90 202 1468 0 0,'-38'-26'7208'0'0,"-3"8"-3394"0"0,39 17-3618 0 0,-7-1 72 0 0,14-3 83 0 0,14-3-42 0 0,135-36 44 0 0,54-15-609 0 0,-69 25-6898 0 0,-122 30 3001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6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50 1556 0 0,'-142'97'10513'0'0,"142"-97"-10486"0"0,-1 1-1 0 0,1-1 1 0 0,-1 0 0 0 0,1 0-1 0 0,0 1 1 0 0,-1-1 0 0 0,1 0-1 0 0,-1 1 1 0 0,1-1 0 0 0,0 1-1 0 0,-1-1 1 0 0,1 1 0 0 0,0-1-1 0 0,-1 1 1 0 0,1-1 0 0 0,0 1-1 0 0,0-1 1 0 0,-1 1 0 0 0,1-1-1 0 0,0 1 1 0 0,0 0 0 0 0,8 4 483 0 0,17-6-169 0 0,25-11-465 0 0,91-35 1 0 0,-49 14-1215 0 0,33-11-3604 0 0,-53 19 366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77 424 0 0,'7'-28'7125'0'0,"3"-9"-647"0"0,-9 34-5378 0 0,1-5 1732 0 0,7 57-608 0 0,6 88 1 0 0,-9-61-1792 0 0,13 131 110 0 0,6 67-752 0 0,-22-260-535 0 0,0 11-1018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1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90 636 0 0,'25'-32'12729'0'0,"-27"47"-10454"0"0,-11 29-392 0 0,-34 140 1361 0 0,42-160-3101 0 0,2 0 0 0 0,0 1 1 0 0,2-1-1 0 0,0 1 0 0 0,6 38 1 0 0,-5-58-126 0 0,1 0 0 0 0,0 0 1 0 0,0 0-1 0 0,1 0 0 0 0,0-1 0 0 0,0 1 1 0 0,0 0-1 0 0,0-1 0 0 0,1 0 1 0 0,-1 1-1 0 0,1-1 0 0 0,0 0 0 0 0,0 0 1 0 0,1-1-1 0 0,-1 1 0 0 0,1-1 1 0 0,0 1-1 0 0,0-1 0 0 0,0-1 1 0 0,0 1-1 0 0,1 0 0 0 0,-1-1 0 0 0,1 0 1 0 0,-1 0-1 0 0,1 0 0 0 0,0-1 1 0 0,0 1-1 0 0,0-1 0 0 0,0 0 1 0 0,0-1-1 0 0,0 1 0 0 0,0-1 0 0 0,6 0 1 0 0,11-2 8 0 0,0 0 1 0 0,-1-2 0 0 0,0 0-1 0 0,1-1 1 0 0,-2-1 0 0 0,1-1-1 0 0,-1-1 1 0 0,0-1 0 0 0,0-1-1 0 0,-1 0 1 0 0,27-21 0 0 0,-29 19-17 0 0,-1-2 1 0 0,0 1-1 0 0,-1-2 0 0 0,-1 0 1 0 0,0-1-1 0 0,-1 0 1 0 0,-1-1-1 0 0,0-1 1 0 0,-1 0-1 0 0,-1 0 1 0 0,-1-1-1 0 0,8-22 0 0 0,-14 33-11 0 0,-1-1 0 0 0,0 0 0 0 0,0 0 0 0 0,-1-1 0 0 0,0 1 0 0 0,0 0 0 0 0,-1 0 0 0 0,0 0 0 0 0,-1-1 0 0 0,0 1-1 0 0,-4-16 1 0 0,3 19 4 0 0,0-1 0 0 0,-1 1-1 0 0,0 0 1 0 0,0 0-1 0 0,0 0 1 0 0,-1 0-1 0 0,0 0 1 0 0,0 1-1 0 0,0 0 1 0 0,-1 0-1 0 0,1 0 1 0 0,-1 0 0 0 0,-1 1-1 0 0,1 0 1 0 0,-1 0-1 0 0,-9-5 1 0 0,2 2-175 0 0,-2 1-1 0 0,1 1 1 0 0,-1 0 0 0 0,1 1 0 0 0,-1 0 0 0 0,-1 1 0 0 0,1 1 0 0 0,0 0-1 0 0,-1 2 1 0 0,1-1 0 0 0,0 2 0 0 0,-18 2 0 0 0,8 1-1013 0 0,0 0 0 0 0,-33 12 0 0 0,29-7-2331 0 0,-41 21 0 0 0,21-6-4063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8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93 1144 0 0,'-2'-1'3540'0'0,"-32"-2"2429"0"0,6 1-3807 0 0,25 2-1166 0 0,-16 2 1081 0 0,151-48 83 0 0,-110 40-2136 0 0,4-3-9 0 0,0 2 1 0 0,1 0-1 0 0,0 2 1 0 0,0 1-1 0 0,44-1 1 0 0,-69 5-16 0 0,1 0 1 0 0,0 0-1 0 0,-1 1 1 0 0,1-1-1 0 0,0 1 1 0 0,-1-1-1 0 0,1 1 1 0 0,-1 0-1 0 0,1 0 0 0 0,-1 0 1 0 0,0 0-1 0 0,1 0 1 0 0,-1 1-1 0 0,0-1 1 0 0,0 1-1 0 0,0-1 1 0 0,0 1-1 0 0,0 0 0 0 0,0 0 1 0 0,0 0-1 0 0,-1 0 1 0 0,1 0-1 0 0,-1 0 1 0 0,2 4-1 0 0,-1-2-1 0 0,0 1 1 0 0,-1 0-1 0 0,0 0 1 0 0,0 0-1 0 0,-1 0 0 0 0,1 0 1 0 0,-1 0-1 0 0,0 0 0 0 0,0 1 1 0 0,-1-1-1 0 0,-1 9 0 0 0,-3 9-3 0 0,-1-1-1 0 0,-2 0 1 0 0,0-1 0 0 0,-19 38-1 0 0,-55 77 7 0 0,51-87 3 0 0,-53 84 494 0 0,84-132-462 0 0,0-1 0 0 0,0 0-1 0 0,-1 1 1 0 0,1-1 0 0 0,0 1-1 0 0,0-1 1 0 0,0 0 0 0 0,0 1-1 0 0,0-1 1 0 0,-1 1-1 0 0,1-1 1 0 0,0 1 0 0 0,0-1-1 0 0,0 1 1 0 0,0-1 0 0 0,0 1-1 0 0,0-1 1 0 0,1 1 0 0 0,-1-1-1 0 0,0 0 1 0 0,0 1 0 0 0,0-1-1 0 0,0 1 1 0 0,1-1-1 0 0,-1 1 1 0 0,0-1 0 0 0,0 0-1 0 0,0 1 1 0 0,1-1 0 0 0,-1 0-1 0 0,0 1 1 0 0,1-1 0 0 0,-1 0-1 0 0,0 1 1 0 0,1-1 0 0 0,-1 0-1 0 0,1 0 1 0 0,-1 1-1 0 0,0-1 1 0 0,1 0 0 0 0,-1 0-1 0 0,1 1 1 0 0,24 3 812 0 0,30-8-866 0 0,1-2 1 0 0,-1-3-1 0 0,106-31 0 0 0,-89 16-3875 0 0,-25 3-3726 0 0,-23 8 522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9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445 103 976 0 0,'-2'-15'2007'0'0,"1"5"-828"0"0,0 0 0 0 0,-1 1 0 0 0,0-1 0 0 0,-1 1 0 0 0,0-1 0 0 0,-6-12 0 0 0,8 21-1126 0 0,1 1 0 0 0,-1-1 0 0 0,1 1 0 0 0,-1-1 0 0 0,0 1 0 0 0,1-1 0 0 0,-1 1 0 0 0,0-1 0 0 0,1 1 0 0 0,-1 0 0 0 0,0-1 0 0 0,1 1 0 0 0,-1 0 0 0 0,0-1 0 0 0,0 1 0 0 0,1 0 0 0 0,-1 0 0 0 0,0 0 1 0 0,0 0-1 0 0,0 0 0 0 0,1 0 0 0 0,-1 0 0 0 0,0 0 0 0 0,0 0 0 0 0,0 0 0 0 0,1 0 0 0 0,-1 1 0 0 0,0-1 0 0 0,0 0 0 0 0,1 1 0 0 0,-1-1 0 0 0,-1 1 0 0 0,-22 14 793 0 0,12-3-384 0 0,1 0-1 0 0,0 1 1 0 0,0 0-1 0 0,2 1 1 0 0,-14 23 0 0 0,-33 80 1260 0 0,51-106-1584 0 0,-29 74 1105 0 0,-38 144-1 0 0,3 93-316 0 0,17 64-398 0 0,45-283-416 0 0,12 182 0 0 0,-1-242-103 0 0,1 0 0 0 0,3-1-1 0 0,1 1 1 0 0,3-2 0 0 0,1 1 0 0 0,2-2 0 0 0,35 69 0 0 0,-39-89-350 0 0,1 0 0 0 0,1-1 1 0 0,1 0-1 0 0,1-1 0 0 0,0-1 0 0 0,2 0 1 0 0,-1-1-1 0 0,2-1 0 0 0,0-1 0 0 0,1 0 1 0 0,1-1-1 0 0,-1-1 0 0 0,2-1 0 0 0,0-1 0 0 0,0-1 1 0 0,26 8-1 0 0,-24-11-2080 0 0,1-1-1 0 0,46 4 1 0 0,-13-8-4814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1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24 106 1884 0 0,'-5'-32'6601'0'0,"3"21"-4774"0"0,2 10-1243 0 0,-9-28 4975 0 0,7 26-5289 0 0,1 2-140 0 0,1 0 0 0 0,-1 1-1 0 0,1-1 1 0 0,-1 0 0 0 0,1 0 0 0 0,-1 1 0 0 0,1-1 0 0 0,0 0 0 0 0,-1 0 0 0 0,1 0 0 0 0,0 0-1 0 0,0 1 1 0 0,0-1 0 0 0,-1 0 0 0 0,1 0 0 0 0,0 0 0 0 0,0 0 0 0 0,0 0 0 0 0,1 0 0 0 0,-1 1-1 0 0,0-1 1 0 0,0 0 0 0 0,0 0 0 0 0,1 0 0 0 0,-1 0 0 0 0,0 1 0 0 0,1-1 0 0 0,-1 0 0 0 0,1 0-1 0 0,-1 1 1 0 0,2-2 0 0 0,-2 1 76 0 0,2 0-966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28 258 1644 0 0,'-18'-30'8706'0'0,"16"27"-8456"0"0,1-1-1 0 0,-1 0 0 0 0,1 0 1 0 0,0 0-1 0 0,0 0 0 0 0,1 1 0 0 0,-1-1 1 0 0,1-1-1 0 0,0 1 0 0 0,0 0 1 0 0,0 0-1 0 0,0 0 0 0 0,1 0 1 0 0,0 0-1 0 0,0 0 0 0 0,1-4 1 0 0,1 2-195 0 0,0 0 1 0 0,0 0-1 0 0,1 1 1 0 0,0-1-1 0 0,0 1 0 0 0,0 0 1 0 0,0 0-1 0 0,1 0 1 0 0,7-5-1 0 0,2-2-34 0 0,1 1-1 0 0,1 0 1 0 0,0 1-1 0 0,0 1 1 0 0,1 1-1 0 0,0 0 1 0 0,27-8-1 0 0,-34 13-16 0 0,-1 1 0 0 0,0 0-1 0 0,1 0 1 0 0,-1 1 0 0 0,1 0-1 0 0,-1 0 1 0 0,1 1 0 0 0,-1 0-1 0 0,1 1 1 0 0,0 0 0 0 0,-1 1 0 0 0,0 0-1 0 0,1 0 1 0 0,-1 1 0 0 0,0 0-1 0 0,13 7 1 0 0,-20-9-3 0 0,0 0 1 0 0,0 0-1 0 0,0 1 1 0 0,0-1-1 0 0,0 1 0 0 0,0 0 1 0 0,-1-1-1 0 0,1 1 1 0 0,-1 0-1 0 0,1 0 0 0 0,-1 0 1 0 0,0 0-1 0 0,0 0 1 0 0,0 0-1 0 0,0 1 0 0 0,0-1 1 0 0,0 0-1 0 0,1 5 1 0 0,-2-3 4 0 0,0 0-1 0 0,0 1 1 0 0,0-1 0 0 0,0 0 0 0 0,-1 1 0 0 0,1-1 0 0 0,-1 0 0 0 0,0 0 0 0 0,-3 8-1 0 0,-2 1 11 0 0,0 0-1 0 0,-1 0 0 0 0,-1-1 0 0 0,0 0 0 0 0,-12 13 0 0 0,-49 54 34 0 0,68-78-41 0 0,1 2-1 0 0,0-3-7 0 0,0 0 0 0 0,0 1-1 0 0,0-1 1 0 0,0 0 0 0 0,0 1-1 0 0,-1-1 1 0 0,1 0 0 0 0,0 0 0 0 0,0 1-1 0 0,0-1 1 0 0,0 0 0 0 0,1 1-1 0 0,-1-1 1 0 0,0 0 0 0 0,0 1-1 0 0,0-1 1 0 0,0 0 0 0 0,0 0 0 0 0,0 1-1 0 0,0-1 1 0 0,0 0 0 0 0,1 1-1 0 0,-1-1 1 0 0,0 0 0 0 0,0 0-1 0 0,1 1 1 0 0,60 17 112 0 0,38 14 141 0 0,-85-26-95 0 0,-1 0-1 0 0,0 0 0 0 0,0 2 0 0 0,0-1 1 0 0,11 11-1 0 0,-22-17-49 0 0,0 1 0 0 0,0-1 0 0 0,-1 1 0 0 0,1 0 1 0 0,0-1-1 0 0,-1 1 0 0 0,1 0 0 0 0,-1 0 0 0 0,0 0 0 0 0,0 0 1 0 0,0 0-1 0 0,0 0 0 0 0,0 0 0 0 0,0 1 0 0 0,0-1 0 0 0,-1 0 0 0 0,1 0 1 0 0,-1 1-1 0 0,0-1 0 0 0,0 5 0 0 0,0-3 5 0 0,-1-1 0 0 0,0 1 1 0 0,0-1-1 0 0,0 1 0 0 0,0-1 0 0 0,-1 0 0 0 0,1 1 1 0 0,-1-1-1 0 0,0 0 0 0 0,0 0 0 0 0,0 0 0 0 0,-4 3 0 0 0,-2 3 70 0 0,0-1 0 0 0,-1 0 0 0 0,-1-1 0 0 0,1 1 0 0 0,-1-2-1 0 0,0 0 1 0 0,-16 7 0 0 0,11-6-145 0 0,0-2 1 0 0,0 0-1 0 0,-1 0 0 0 0,1-2 1 0 0,-1 0-1 0 0,0 0 0 0 0,0-2 1 0 0,0 0-1 0 0,0-1 0 0 0,0 0 1 0 0,-21-4-1 0 0,33 3-378 0 0,1 0 0 0 0,0 0-1 0 0,0 0 1 0 0,0 0 0 0 0,0 0-1 0 0,0-1 1 0 0,0 1 0 0 0,0-1 0 0 0,1 0-1 0 0,-1 1 1 0 0,-3-4 0 0 0,3 2-740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2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43 1536 0 0,'-67'81'9596'0'0,"66"-80"-9423"0"0,0 0 0 0 0,0 0 0 0 0,0 0 0 0 0,0 1 0 0 0,0-1 0 0 0,0 0 0 0 0,0 1 0 0 0,0-1 0 0 0,0 1 0 0 0,1-1 0 0 0,-1 1 0 0 0,1-1 0 0 0,-1 3 0 0 0,1-4-88 0 0,0 1 1 0 0,0 0-1 0 0,0-1 0 0 0,0 1 1 0 0,0 0-1 0 0,0 0 1 0 0,0-1-1 0 0,0 1 0 0 0,0 0 1 0 0,1-1-1 0 0,-1 1 1 0 0,0 0-1 0 0,1-1 0 0 0,-1 1 1 0 0,0-1-1 0 0,1 1 0 0 0,-1-1 1 0 0,1 1-1 0 0,-1-1 1 0 0,1 1-1 0 0,0 0 0 0 0,1 0 6 0 0,0 1-1 0 0,0-1 1 0 0,0 0-1 0 0,1 0 1 0 0,-1 0-1 0 0,0-1 1 0 0,1 1 0 0 0,-1-1-1 0 0,0 1 1 0 0,1-1-1 0 0,-1 0 1 0 0,1 1-1 0 0,-1-1 1 0 0,5-1-1 0 0,25-5 116 0 0,-1-1 0 0 0,1-1 0 0 0,35-15 0 0 0,-6 3-113 0 0,-16 5-281 0 0,134-39-1080 0 0,-58 24-7290 0 0,-98 25 3269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2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 1464 0 0,'-67'38'5816'0'0,"-39"27"2231"0"0,105-65-7956 0 0,1 1 0 0 0,-1-1 0 0 0,1 0 0 0 0,-1 1 0 0 0,1-1 0 0 0,-1 0 0 0 0,1 1 0 0 0,-1-1 0 0 0,1 1 0 0 0,-1-1 0 0 0,1 0 0 0 0,0 1 0 0 0,-1-1 0 0 0,1 1 0 0 0,0-1 0 0 0,0 1 0 0 0,-1 0 0 0 0,1-1 0 0 0,0 1 0 0 0,0-1 0 0 0,0 1 0 0 0,-1-1 0 0 0,1 2 0 0 0,1-2-46 0 0,-1 1 1 0 0,0-1-1 0 0,0 1 1 0 0,1-1-1 0 0,-1 0 0 0 0,0 1 1 0 0,1-1-1 0 0,-1 1 1 0 0,1-1-1 0 0,-1 0 0 0 0,0 1 1 0 0,1-1-1 0 0,-1 0 1 0 0,1 0-1 0 0,-1 1 0 0 0,1-1 1 0 0,-1 0-1 0 0,1 0 1 0 0,-1 0-1 0 0,2 0 1 0 0,32 4 633 0 0,4-3-393 0 0,52 6 0 0 0,-88-7-284 0 0,0 1 1 0 0,1-1-1 0 0,-1 0 1 0 0,0 1-1 0 0,0-1 1 0 0,0 1-1 0 0,1 0 1 0 0,-1 0-1 0 0,0 0 0 0 0,0 0 1 0 0,0 0-1 0 0,0 0 1 0 0,-1 0-1 0 0,1 1 1 0 0,0-1-1 0 0,-1 1 1 0 0,1-1-1 0 0,0 1 1 0 0,-1 0-1 0 0,0 0 1 0 0,1 0-1 0 0,-1-1 1 0 0,0 1-1 0 0,0 0 1 0 0,0 1-1 0 0,0-1 0 0 0,0 0 1 0 0,-1 0-1 0 0,1 0 1 0 0,-1 0-1 0 0,1 1 1 0 0,-1-1-1 0 0,0 0 1 0 0,0 0-1 0 0,0 1 1 0 0,0-1-1 0 0,0 0 1 0 0,-1 0-1 0 0,1 1 1 0 0,-1-1-1 0 0,1 0 0 0 0,-2 3 1 0 0,-3 9 1 0 0,0 0 0 0 0,-1-1-1 0 0,-1 0 1 0 0,-15 24 0 0 0,20-35-2 0 0,-73 97 33 0 0,73-98 6 0 0,19 0-26 0 0,-7-3-13 0 0,1-1 0 0 0,-1 0 0 0 0,0-1 0 0 0,-1 0 0 0 0,19-10 0 0 0,-2 1-1 0 0,366-185-11143 0 0,-355 175 4741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79 2196 0 0,'-19'-70'11477'0'0,"19"68"-10979"0"0,-6-5 1956 0 0,-44 125-309 0 0,15-31-1937 0 0,14-38-257 0 0,-16 61 0 0 0,23-55-2795 0 0,5-1-4195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2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85 952 0 0,'10'-28'4762'0'0,"-6"18"-2978"0"0,-1 0 0 0 0,1 0-1 0 0,10-16 1381 0 0,-14 26-3056 0 0,1 0 0 0 0,0 0 0 0 0,-1 1 0 0 0,1-1 0 0 0,0 0 0 0 0,-1 1 0 0 0,1-1 1 0 0,0 0-1 0 0,-1 1 0 0 0,1-1 0 0 0,-1 1 0 0 0,1-1 0 0 0,-1 1 0 0 0,1-1 0 0 0,-1 1 0 0 0,1-1 1 0 0,-1 1-1 0 0,0-1 0 0 0,1 1 0 0 0,-1 0 0 0 0,0-1 0 0 0,1 1 0 0 0,-1 0 0 0 0,0-1 0 0 0,0 1 1 0 0,0 0-1 0 0,1 1 0 0 0,2 23 418 0 0,-2-19-143 0 0,17 179 1631 0 0,-6-62-2486 0 0,3-1-3559 0 0,-7-77-2549 0 0,-4-23-112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134 174 2388 0 0,'-126'63'16812'0'0,"125"-62"-16385"0"0,-6 3 1207 0 0,197-69-43 0 0,-87 26-1430 0 0,43-15-11 0 0,80-26-1198 0 0,-224 80 618 0 0,0-1 0 0 0,0 0 0 0 0,0 1 1 0 0,0-1-1 0 0,0 1 0 0 0,1-1 0 0 0,-1 1 0 0 0,0 0 0 0 0,0 0 0 0 0,0 0 0 0 0,1 0 0 0 0,-1 1 0 0 0,0-1 0 0 0,0 0 0 0 0,3 2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3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0 2236 0 0,'-78'35'14379'0'0,"78"-35"-14336"0"0,0 0 1 0 0,0 0 0 0 0,-1 1-1 0 0,1-1 1 0 0,0 0-1 0 0,0 0 1 0 0,0 1 0 0 0,-1-1-1 0 0,1 0 1 0 0,0 0-1 0 0,0 1 1 0 0,0-1 0 0 0,0 0-1 0 0,-1 0 1 0 0,1 1-1 0 0,0-1 1 0 0,0 0-1 0 0,0 1 1 0 0,0-1 0 0 0,0 0-1 0 0,0 1 1 0 0,0-1-1 0 0,0 0 1 0 0,0 1 0 0 0,0-1-1 0 0,0 0 1 0 0,0 1-1 0 0,0-1 1 0 0,0 0 0 0 0,0 0-1 0 0,0 1 1 0 0,1-1-1 0 0,-1 0 1 0 0,0 1 0 0 0,0-1-1 0 0,0 0 1 0 0,0 0-1 0 0,1 1 1 0 0,-1-1-1 0 0,0 0 1 0 0,0 0 0 0 0,0 1-1 0 0,1-1 1 0 0,-1 0-1 0 0,0 0 1 0 0,1 1 0 0 0,12 10 919 0 0,-12-10-972 0 0,20 14 557 0 0,-8-6-282 0 0,-1 0 0 0 0,21 22-1 0 0,-29-27-245 0 0,0 0-1 0 0,-1 1 1 0 0,1 0 0 0 0,-1 0-1 0 0,-1 0 1 0 0,1 0-1 0 0,-1 0 1 0 0,0 1 0 0 0,0-1-1 0 0,0 1 1 0 0,1 8 0 0 0,-2-1 17 0 0,0 0 0 0 0,-1-1 0 0 0,0 1 0 0 0,-1 0 0 0 0,-1 0 0 0 0,0 0 0 0 0,0-1 0 0 0,-5 13 0 0 0,-6 14 592 0 0,-21 44 0 0 0,28-70-375 0 0,4-11-220 0 0,1 1 1 0 0,0-1-1 0 0,0 0 0 0 0,0 1 0 0 0,0-1 1 0 0,0 1-1 0 0,1-1 0 0 0,-1 1 1 0 0,1 2-1 0 0,0-4-13 0 0,1-1 0 0 0,-1 1 1 0 0,1 0-1 0 0,-1-1 0 0 0,1 1 0 0 0,-1 0 1 0 0,1-1-1 0 0,0 1 0 0 0,-1-1 1 0 0,1 1-1 0 0,0-1 0 0 0,-1 0 0 0 0,1 1 1 0 0,0-1-1 0 0,0 1 0 0 0,0-1 1 0 0,-1 0-1 0 0,1 0 0 0 0,0 0 0 0 0,0 1 1 0 0,0-1-1 0 0,0 0 0 0 0,-1 0 1 0 0,1 0-1 0 0,0 0 0 0 0,0 0 0 0 0,1-1 1 0 0,-1 1-28 0 0,22-1 58 0 0,1-2 0 0 0,-1-1 0 0 0,39-11 0 0 0,-12 2-39 0 0,203-53-801 0 0,-130 18-2454 0 0,-94 33-1112 0 0,55-36 1 0 0,-40 17-4704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98 1028 0 0,'-48'-27'4583'0'0,"-80"-41"4296"0"0,116 66-6888 0 0,13 8-871 0 0,18 17-76 0 0,-14-18-699 0 0,119 122 2544 0 0,-35-38-1927 0 0,-36-31-432 0 0,-2 2 1 0 0,49 76-1 0 0,-71-90-308 0 0,-2 1 1 0 0,-2 2 0 0 0,36 101-1 0 0,-42-89-153 0 0,-3 1 0 0 0,-2 1-1 0 0,-4 0 1 0 0,-2 1 0 0 0,-3 0 0 0 0,-3 0-1 0 0,-2 0 1 0 0,-18 123 0 0 0,6-120-996 0 0,-3-1 1 0 0,-3 0 0 0 0,-3-1 0 0 0,-55 116 0 0 0,-32 15-8074 0 0,49-109-906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4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49 124 244 0 0,'-15'-14'6883'0'0,"-10"-3"-1776"0"0,24 16-4506 0 0,-1 0 120 0 0,1 1-676 0 0,1 0 0 0 0,0 0-1 0 0,0 0 1 0 0,0 0 0 0 0,-1 0-1 0 0,1 0 1 0 0,0 0-1 0 0,0 0 1 0 0,0 0 0 0 0,0 0-1 0 0,-1 0 1 0 0,1 0 0 0 0,0-1-1 0 0,0 1 1 0 0,0 0 0 0 0,0 0-1 0 0,-1 0 1 0 0,1 0 0 0 0,0 0-1 0 0,0 0 1 0 0,0 0-1 0 0,0-1 1 0 0,0 1 0 0 0,-1 0-1 0 0,1 0 1 0 0,0 0 0 0 0,0 0-1 0 0,0 0 1 0 0,0-1 0 0 0,0 1-1 0 0,0 0 1 0 0,0 0 0 0 0,0 0-1 0 0,0 0 1 0 0,0-1-1 0 0,0 1 1 0 0,0 0 0 0 0,2-2-14 0 0,0 0 0 0 0,1 0 0 0 0,-1 0 0 0 0,1 0 0 0 0,-1 1 0 0 0,1-1 1 0 0,0 1-1 0 0,0 0 0 0 0,0 0 0 0 0,3-1 0 0 0,38-9 97 0 0,-18 5-57 0 0,19-7-80 0 0,74-17-216 0 0,-103 27-650 0 0,-1 0 0 0 0,1 2 0 0 0,0 0 0 0 0,0 0 0 0 0,23 4 0 0 0,-22 0-2436 0 0,-2 2-1284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4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143 141 872 0 0,'-138'126'10673'0'0,"138"-125"-10628"0"0,0-1 1 0 0,0 0-1 0 0,-1 0 1 0 0,1 0-1 0 0,0 0 0 0 0,0 0 1 0 0,-1 0-1 0 0,1 1 1 0 0,0-1-1 0 0,0 0 0 0 0,-1 0 1 0 0,1 0-1 0 0,0 1 1 0 0,0-1-1 0 0,0 0 0 0 0,-1 0 1 0 0,1 1-1 0 0,0-1 1 0 0,0 0-1 0 0,0 0 0 0 0,0 1 1 0 0,0-1-1 0 0,0 0 1 0 0,-1 1-1 0 0,1-1 0 0 0,0 0 1 0 0,0 0-1 0 0,0 1 1 0 0,0-1-1 0 0,0 0 0 0 0,0 1 1 0 0,0-1-1 0 0,0 0 1 0 0,0 1-1 0 0,0-1 0 0 0,1 0 1 0 0,-1 0-1 0 0,0 1 1 0 0,0-1-1 0 0,0 0 0 0 0,14-1 482 0 0,21-11-314 0 0,37-20 67 0 0,179-78-983 0 0,-80 42-2936 0 0,-96 41 369 0 0,1 1-1140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7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1492 0 0,'-74'24'12899'0'0,"86"-24"-12552"0"0,0 1 1 0 0,0 0 0 0 0,0 1 0 0 0,0 0-1 0 0,0 1 1 0 0,-1 0 0 0 0,1 1 0 0 0,12 5 0 0 0,-18-6-301 0 0,-1 0 0 0 0,0 0 1 0 0,1 0-1 0 0,-1 1 0 0 0,0-1 0 0 0,-1 1 1 0 0,1 1-1 0 0,-1-1 0 0 0,0 1 1 0 0,0-1-1 0 0,0 1 0 0 0,0 0 1 0 0,-1 1-1 0 0,0-1 0 0 0,0 1 1 0 0,-1-1-1 0 0,4 11 0 0 0,-3-4 97 0 0,-1 0 0 0 0,0 0 0 0 0,-1 0 0 0 0,0 0 0 0 0,-1 0-1 0 0,0 0 1 0 0,-1 0 0 0 0,0 1 0 0 0,-1-1 0 0 0,-1 0 0 0 0,0-1-1 0 0,-5 15 1 0 0,-8 14 454 0 0,-2 0 0 0 0,-26 41 0 0 0,6-9 350 0 0,11-22-244 0 0,27-48-572 0 0,7-3-101 0 0,0 0 0 0 0,0-1 0 0 0,0 0 0 0 0,0 0 0 0 0,0 0 1 0 0,0-1-1 0 0,-1 0 0 0 0,1 0 0 0 0,11-9 0 0 0,7-2-38 0 0,304-165-1934 0 0,-173 75-2201 0 0,-13-15-4234 0 0,-86 63 1115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9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1920 0 0,'-16'6'2590'0'0,"-31"14"7132"0"0,59-20-9422 0 0,0 1 1 0 0,1 0-1 0 0,-1 0 1 0 0,0 2-1 0 0,0 0 1 0 0,0 0-1 0 0,-1 1 1 0 0,1 0-1 0 0,-1 1 1 0 0,0 0-1 0 0,21 14 1 0 0,-27-15-260 0 0,0-1 1 0 0,0 1-1 0 0,-1 0 0 0 0,1 1 1 0 0,-1-1-1 0 0,0 1 1 0 0,-1 0-1 0 0,1 0 0 0 0,-1 0 1 0 0,0 0-1 0 0,0 1 0 0 0,0-1 1 0 0,-1 1-1 0 0,0 0 1 0 0,0 0-1 0 0,-1 0 0 0 0,1 0 1 0 0,-1 0-1 0 0,0 0 0 0 0,-1 0 1 0 0,0 0-1 0 0,0 0 1 0 0,0 0-1 0 0,0 0 0 0 0,-3 10 1 0 0,-2 5 301 0 0,-1 0 0 0 0,-1-1-1 0 0,-1 0 1 0 0,-19 35 0 0 0,8-22 667 0 0,-43 55-1 0 0,61-88-984 0 0,1 1 1 0 0,-1-1 0 0 0,1 0-1 0 0,0 1 1 0 0,-1-1 0 0 0,1 0-1 0 0,0 1 1 0 0,-1-1 0 0 0,1 0 0 0 0,0 1-1 0 0,0-1 1 0 0,-1 1 0 0 0,1-1-1 0 0,0 0 1 0 0,0 1 0 0 0,0-1-1 0 0,0 1 1 0 0,-1-1 0 0 0,1 1-1 0 0,0-1 1 0 0,0 1 0 0 0,0-1-1 0 0,0 1 1 0 0,0-1 0 0 0,0 1-1 0 0,0-1 1 0 0,0 1 0 0 0,0-1-1 0 0,1 0 1 0 0,-1 1 0 0 0,0-1-1 0 0,0 2 1 0 0,1-2-7 0 0,0 0 1 0 0,0 1-1 0 0,0-1 0 0 0,0 0 1 0 0,0 0-1 0 0,0 0 1 0 0,0 1-1 0 0,0-1 0 0 0,0 0 1 0 0,1 0-1 0 0,-1-1 0 0 0,0 1 1 0 0,0 0-1 0 0,1 0 0 0 0,46-14-87 0 0,-42 12 104 0 0,129-36-210 0 0,54-17-2554 0 0,-152 41-723 0 0,46-24 0 0 0,-50 19-1214 0 0,0-3-2214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36 3448 0 0,'-1'-1'3486'0'0,"-11"-6"1020"0"0,-17-10 954 0 0,28 16-4930 0 0,-2 0-126 0 0,-22-7-1349 0 0,20 8-365 0 0,0 0-1 0 0,1 0 0 0 0,-1 1 0 0 0,1 0 1 0 0,-1 0-1 0 0,-8 3 0 0 0,-1 0-3999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5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98 1860 0 0,'-66'-59'8467'0'0,"65"58"-8424"0"0,1 1 1 0 0,-1-1-1 0 0,1 1 0 0 0,-1 0 0 0 0,1-1 1 0 0,-1 1-1 0 0,1-1 0 0 0,-1 1 0 0 0,1-1 1 0 0,0 0-1 0 0,-1 1 0 0 0,1-1 1 0 0,0 1-1 0 0,-1-1 0 0 0,1 0 0 0 0,0 1 1 0 0,0-1-1 0 0,0 0 0 0 0,0 1 1 0 0,0-1-1 0 0,-1 0 0 0 0,1 1 0 0 0,0-1 1 0 0,0 0-1 0 0,1 1 0 0 0,-1-1 0 0 0,0 0 1 0 0,0 1-1 0 0,0-1 0 0 0,0 0 1 0 0,1 0-1 0 0,0 0 3 0 0,0-1 0 0 0,0 1 0 0 0,1 0 0 0 0,-1 0 1 0 0,0 0-1 0 0,0 1 0 0 0,1-1 0 0 0,-1 0 0 0 0,1 0 0 0 0,-1 1 0 0 0,0-1 1 0 0,4 0-1 0 0,36-6 168 0 0,-37 7-206 0 0,0 1 1 0 0,1-1-1 0 0,-1 1 1 0 0,0-1 0 0 0,0 1-1 0 0,1 1 1 0 0,-1-1-1 0 0,0 1 1 0 0,0-1-1 0 0,-1 1 1 0 0,1 0-1 0 0,0 0 1 0 0,0 1 0 0 0,-1-1-1 0 0,0 1 1 0 0,1 0-1 0 0,-1 0 1 0 0,0 0-1 0 0,0 0 1 0 0,-1 0-1 0 0,1 1 1 0 0,-1-1 0 0 0,1 1-1 0 0,-1 0 1 0 0,0 0-1 0 0,-1 0 1 0 0,1 0-1 0 0,-1 0 1 0 0,1 0-1 0 0,-1 0 1 0 0,1 7 0 0 0,-2 1-2 0 0,1-1 1 0 0,-1 0-1 0 0,-1 1 0 0 0,0-1 1 0 0,0 0-1 0 0,-1 1 1 0 0,-1-1-1 0 0,0 0 1 0 0,0 0-1 0 0,-9 18 1 0 0,-10 12 20 0 0,-1-1 0 0 0,-32 40 0 0 0,14-21 173 0 0,34-46 173 0 0,9-8-50 0 0,16-9 1 0 0,-7 1-383 0 0,4-1 104 0 0,0 2-1 0 0,1 0 1 0 0,-1 1 0 0 0,1 0-1 0 0,0 1 1 0 0,-1 1 0 0 0,1 0 0 0 0,-1 1-1 0 0,1 1 1 0 0,-1 1 0 0 0,0 0-1 0 0,0 1 1 0 0,0 0 0 0 0,-1 1 0 0 0,0 1-1 0 0,0 0 1 0 0,19 14 0 0 0,-29-19 75 0 0,-1 1 0 0 0,1 0 0 0 0,-1 0 0 0 0,0 0 1 0 0,0 1-1 0 0,0-1 0 0 0,0 1 0 0 0,0-1 0 0 0,-1 1 0 0 0,0 0 1 0 0,0 0-1 0 0,0 0 0 0 0,0 0 0 0 0,-1 0 0 0 0,1 1 0 0 0,-1-1 0 0 0,0 0 1 0 0,1 9-1 0 0,-3-6 28 0 0,1-1 1 0 0,-1 1-1 0 0,0-1 1 0 0,0 0 0 0 0,0 0-1 0 0,-1 0 1 0 0,0 0-1 0 0,-1 0 1 0 0,1 0-1 0 0,-1 0 1 0 0,0-1 0 0 0,-7 11-1 0 0,-4 2 26 0 0,0 0 1 0 0,-2-1-1 0 0,0 0 0 0 0,0-1 1 0 0,-1-1-1 0 0,-35 23 0 0 0,39-30-139 0 0,-1 0 1 0 0,0-1-1 0 0,0 0 0 0 0,0-1 1 0 0,-1 0-1 0 0,0-2 0 0 0,0 1 0 0 0,0-2 1 0 0,0 0-1 0 0,-31 1 0 0 0,42-3-109 0 0,0-2 0 0 0,0 1-1 0 0,0 0 1 0 0,1-1 0 0 0,-1 0-1 0 0,0 1 1 0 0,0-2 0 0 0,1 1-1 0 0,-1 0 1 0 0,0-1 0 0 0,1 1-1 0 0,0-1 1 0 0,-1 0 0 0 0,1 0-1 0 0,0-1 1 0 0,-4-3 0 0 0,5 5-148 0 0,1-1 0 0 0,0 0 0 0 0,-1 0 0 0 0,1 0 0 0 0,0 0 0 0 0,0-1 0 0 0,0 1 0 0 0,0 0 0 0 0,1 0 0 0 0,-1-1 0 0 0,0 1 0 0 0,1 0 1 0 0,0-1-1 0 0,0 1 0 0 0,-1 0 0 0 0,1-1 0 0 0,1 1 0 0 0,-1 0 0 0 0,0-1 0 0 0,0 1 0 0 0,1 0 0 0 0,0-1 0 0 0,-1 1 0 0 0,1 0 0 0 0,0 0 0 0 0,0 0 0 0 0,2-4 1 0 0,18-29-5548 0 0,-8 15 545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5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1896 0 0,'2'-1'2018'0'0,"0"0"-1635"0"0,0-1 0 0 0,-1 1-1 0 0,1 0 1 0 0,0 0 0 0 0,0 1 0 0 0,0-1-1 0 0,0 0 1 0 0,-1 1 0 0 0,1-1-1 0 0,0 1 1 0 0,0-1 0 0 0,0 1 0 0 0,0 0-1 0 0,1 0 1 0 0,2 0 0 0 0,0 1 99 0 0,1 0 1 0 0,0 1 0 0 0,0 0-1 0 0,10 5 1 0 0,198 104 2734 0 0,-84-40-2866 0 0,-11-4 196 0 0,-56-31-2035 0 0,-1-2-5836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5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61 1380 0 0,'-36'-59'9675'0'0,"35"58"-9036"0"0,-3 1-492 0 0,1 1 1 0 0,0-1-1 0 0,0 1 0 0 0,0 0 1 0 0,0 0-1 0 0,0 0 1 0 0,0 1-1 0 0,0-1 0 0 0,0 1 1 0 0,1-1-1 0 0,-1 1 1 0 0,0 0-1 0 0,1 0 0 0 0,0 0 1 0 0,-1 0-1 0 0,1 1 1 0 0,-3 3-1 0 0,-6 8 91 0 0,2 0 0 0 0,-10 17 0 0 0,10-16-49 0 0,-22 38 177 0 0,2 1 1 0 0,-27 72-1 0 0,46-99-727 0 0,1 1 1 0 0,1 0-1 0 0,1 0 1 0 0,2 1-1 0 0,1 0 1 0 0,-1 58-1 0 0,12-45-5356 0 0,-4-26 13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4 175 1348 0 0,'0'-2'477'0'0,"-2"-11"1345"0"0,1 0 0 0 0,1 0 0 0 0,0 0 0 0 0,3-24 0 0 0,-2 34-1692 0 0,0-1 0 0 0,0 0 0 0 0,0 0 0 0 0,1 1 0 0 0,-1-1 0 0 0,1 1 0 0 0,0-1 0 0 0,0 1 0 0 0,1 0 0 0 0,-1 0 0 0 0,0-1 0 0 0,1 2 0 0 0,0-1 1 0 0,0 0-1 0 0,0 1 0 0 0,0-1 0 0 0,0 1 0 0 0,0 0 0 0 0,1 0 0 0 0,4-3 0 0 0,0 2-83 0 0,-1 0-1 0 0,1 1 1 0 0,0-1 0 0 0,0 1 0 0 0,0 1 0 0 0,0-1-1 0 0,0 1 1 0 0,0 1 0 0 0,0 0 0 0 0,15 1 0 0 0,-20-1-42 0 0,0 1 1 0 0,-1-1-1 0 0,1 1 1 0 0,0 0-1 0 0,0 0 1 0 0,-1 0 0 0 0,1 0-1 0 0,-1 0 1 0 0,1 1-1 0 0,-1-1 1 0 0,1 1-1 0 0,-1-1 1 0 0,0 1 0 0 0,0 0-1 0 0,0 0 1 0 0,0 0-1 0 0,0 0 1 0 0,0 0-1 0 0,0 1 1 0 0,-1-1 0 0 0,1 0-1 0 0,-1 1 1 0 0,0-1-1 0 0,0 1 1 0 0,0 0-1 0 0,0-1 1 0 0,0 1 0 0 0,0 0-1 0 0,-1 0 1 0 0,1-1-1 0 0,-1 1 1 0 0,0 0-1 0 0,0 6 1 0 0,0-1 1 0 0,-1 1-1 0 0,-1-1 1 0 0,1 1-1 0 0,-1-1 1 0 0,-1 1 0 0 0,1-1-1 0 0,-2 0 1 0 0,1 0 0 0 0,-1-1-1 0 0,0 1 1 0 0,-6 8 0 0 0,-9 10 71 0 0,-36 40 1 0 0,23-30 79 0 0,30-34-32 0 0,5-2-113 0 0,32-7 38 0 0,-25 5-25 0 0,-1 0 0 0 0,1 0 1 0 0,0 1-1 0 0,15 0 0 0 0,-10 2 33 0 0,0 1 0 0 0,-1 0 0 0 0,1 1 0 0 0,0 1 0 0 0,-1 0-1 0 0,15 7 1 0 0,-22-8 119 0 0,1 0 0 0 0,-1 1 0 0 0,0 0 1 0 0,0 1-1 0 0,0 0 0 0 0,-1 0 0 0 0,0 0 0 0 0,0 1 0 0 0,0 0 0 0 0,-1 0 0 0 0,1 0 0 0 0,6 12 0 0 0,-10-15-71 0 0,0 1 0 0 0,-1 0 0 0 0,1-1 0 0 0,-1 1 1 0 0,0 0-1 0 0,0 0 0 0 0,-1 0 0 0 0,1 0 0 0 0,-1 0 0 0 0,1 0 0 0 0,-1 0 0 0 0,-1 0 0 0 0,1 0 1 0 0,0 0-1 0 0,-1 0 0 0 0,0 0 0 0 0,0 0 0 0 0,0 0 0 0 0,0 0 0 0 0,-1-1 0 0 0,0 1 0 0 0,1 0 1 0 0,-4 3-1 0 0,0 0-18 0 0,0 0 0 0 0,0 0 1 0 0,-1-1-1 0 0,1 1 0 0 0,-2-1 1 0 0,1-1-1 0 0,-1 1 1 0 0,1-1-1 0 0,-15 8 0 0 0,9-7-3 0 0,1 0 0 0 0,-1-2 0 0 0,0 1 0 0 0,0-1-1 0 0,0-1 1 0 0,-1 0 0 0 0,1-1 0 0 0,-19 1 0 0 0,-34-4-1475 0 0,-6-5-5458 0 0,68 6 6032 0 0,-3-1-172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6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38 113 1600 0 0,'-37'79'12625'0'0,"37"-79"-12555"0"0,0 0-1 0 0,0 1 1 0 0,0-1-1 0 0,0 0 1 0 0,0 1-1 0 0,0-1 0 0 0,0 1 1 0 0,0-1-1 0 0,0 0 1 0 0,0 1-1 0 0,0-1 1 0 0,0 0-1 0 0,0 1 1 0 0,1-1-1 0 0,-1 0 1 0 0,0 1-1 0 0,0-1 1 0 0,0 0-1 0 0,1 1 0 0 0,-1-1 1 0 0,0 0-1 0 0,0 1 1 0 0,1-1-1 0 0,-1 0 1 0 0,0 0-1 0 0,0 1 1 0 0,1-1-1 0 0,-1 0 1 0 0,0 0-1 0 0,1 0 0 0 0,-1 0 1 0 0,0 1-1 0 0,1-1 1 0 0,-1 0-1 0 0,1 0 1 0 0,0 0-1 0 0,12 3 695 0 0,-13-3-749 0 0,14 0 255 0 0,0-1-1 0 0,0 0 1 0 0,0-1-1 0 0,0 0 1 0 0,0-1-1 0 0,21-8 1 0 0,-6 3-74 0 0,687-161 39 0 0,-704 166-991 0 0,0 1 0 0 0,0 1-1 0 0,0 0 1 0 0,21 1 0 0 0,-18 5-2015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7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81 432 0 0,'-80'-17'14805'0'0,"83"17"-14703"0"0,0 0 0 0 0,1 0 1 0 0,-1 0-1 0 0,1 0 0 0 0,-1-1 0 0 0,5 0 1 0 0,7-1 87 0 0,-6 1-173 0 0,172-19 313 0 0,-146 14-3210 0 0,47-15 0 0 0,-65 16-584 0 0,-1-2-1398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7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10 1572 0 0,'-15'-8'8116'0'0,"11"7"-7304"0"0,2 3-545 0 0,0 1 0 0 0,1-1 0 0 0,-1 1 0 0 0,0 0 0 0 0,1 0 0 0 0,0-1 0 0 0,0 1 0 0 0,0 0 0 0 0,0 0 0 0 0,-1 5 0 0 0,-4 37 908 0 0,4-21-748 0 0,-5 37 270 0 0,2 87-1 0 0,13 61-1270 0 0,0-132-1779 0 0,3-27-3438 0 0,-6-31 481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126 150 760 0 0,'-1'-24'2603'0'0,"-2"1"0"0"0,0-1 0 0 0,-2 1 0 0 0,-8-24 0 0 0,13 47-2557 0 0,0-1-1 0 0,-1 1 1 0 0,1-1-1 0 0,0 0 0 0 0,-1 1 1 0 0,1-1-1 0 0,-1 1 1 0 0,1-1-1 0 0,-1 1 0 0 0,1 0 1 0 0,-1-1-1 0 0,1 1 1 0 0,-1-1-1 0 0,0 1 1 0 0,1 0-1 0 0,-1-1 0 0 0,0 1 1 0 0,1 0-1 0 0,-1 0 1 0 0,0 0-1 0 0,1-1 0 0 0,-1 1 1 0 0,0 0-1 0 0,1 0 1 0 0,-1 0-1 0 0,0 0 1 0 0,1 0-1 0 0,-1 0 0 0 0,-1 1 1 0 0,0-1 45 0 0,-1 0 0 0 0,1 1 0 0 0,0 0 0 0 0,-1-1 1 0 0,1 1-1 0 0,0 0 0 0 0,0 0 0 0 0,-3 2 0 0 0,3-1-58 0 0,-1-1-1 0 0,0 1 1 0 0,1 0-1 0 0,0 0 1 0 0,0 0-1 0 0,-1 1 1 0 0,1-1-1 0 0,1 0 0 0 0,-1 1 1 0 0,0 0-1 0 0,0-1 1 0 0,1 1-1 0 0,0 0 1 0 0,-1 0-1 0 0,1-1 1 0 0,0 1-1 0 0,1 0 1 0 0,-1 0-1 0 0,0 0 1 0 0,1 1-1 0 0,0-1 1 0 0,-1 0-1 0 0,1 0 1 0 0,0 0-1 0 0,1 0 1 0 0,-1 0-1 0 0,1 0 1 0 0,-1 0-1 0 0,1 0 1 0 0,0 0-1 0 0,0 0 1 0 0,0 0-1 0 0,0 0 1 0 0,1 0-1 0 0,-1-1 0 0 0,1 1 1 0 0,0-1-1 0 0,3 6 1 0 0,7 6 117 0 0,1 1 1 0 0,0-2-1 0 0,27 23 0 0 0,51 30 118 0 0,-54-41-173 0 0,-14-8-26 0 0,112 84 609 0 0,-115-84-394 0 0,-1 1 0 0 0,-1 0 0 0 0,0 1 0 0 0,20 31 0 0 0,-36-48-242 0 0,-1 0-1 0 0,1-1 1 0 0,-1 1 0 0 0,0 0-1 0 0,0 0 1 0 0,0 1 0 0 0,0-1-1 0 0,0 0 1 0 0,-1 0 0 0 0,1 0-1 0 0,-1 0 1 0 0,1 1 0 0 0,-1-1-1 0 0,0 0 1 0 0,0 0 0 0 0,0 1-1 0 0,0-1 1 0 0,0 0 0 0 0,0 1-1 0 0,-1-1 1 0 0,1 0 0 0 0,-1 0-1 0 0,0 0 1 0 0,1 1 0 0 0,-1-1 0 0 0,0 0-1 0 0,0 0 1 0 0,0 0 0 0 0,-1 0-1 0 0,1 0 1 0 0,0-1 0 0 0,-1 1-1 0 0,1 0 1 0 0,-1-1 0 0 0,0 1-1 0 0,1-1 1 0 0,-1 1 0 0 0,0-1-1 0 0,-3 2 1 0 0,-2 1-13 0 0,0-1 1 0 0,0 1-1 0 0,0-1 0 0 0,0 0 0 0 0,-1-1 0 0 0,0 0 1 0 0,1 0-1 0 0,-1-1 0 0 0,0 0 0 0 0,-11 0 1 0 0,-3-1-311 0 0,-1-2 0 0 0,1-1 1 0 0,0-1-1 0 0,0-1 0 0 0,1 0 1 0 0,-35-15-1 0 0,31 10-737 0 0,1-2 1 0 0,1 0-1 0 0,0-2 0 0 0,0 0 0 0 0,-24-22 0 0 0,40 29-197 0 0,-1 0-1 0 0,1-1 0 0 0,0 0 0 0 0,-7-10 1 0 0,-2-7-4576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8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60 0 0,'39'-56'8578'0'0,"3"5"-4093"0"0,-33 41-4186 0 0,0 1 0 0 0,1 0 0 0 0,1 1 0 0 0,-1 0-1 0 0,1 0 1 0 0,1 1 0 0 0,-1 1 0 0 0,14-6 0 0 0,1 2-209 0 0,1 1-1 0 0,50-11 1 0 0,-32 15-2690 0 0,-1 5-3743 0 0,-31 1 1608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8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2736 0 0,'17'36'9500'0'0,"-10"-19"-7573"0"0,16 27-1 0 0,5-6-1419 0 0,2 0-1 0 0,1-2 1 0 0,2-2-1 0 0,37 31 0 0 0,11 12-2131 0 0,-75-70 744 0 0,15 13-1072 0 0,-4-10-4907 0 0,-4-4 1962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8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9 452 0 0,'-7'-2'849'0'0,"1"0"-1"0"0,-1 1 1 0 0,0 0-1 0 0,0 0 1 0 0,0 0-1 0 0,0 1 1 0 0,0 0-1 0 0,-9 1 1 0 0,8 1-357 0 0,-1 0 1 0 0,1 0-1 0 0,-1 1 1 0 0,1 0-1 0 0,0 1 1 0 0,-10 5-1 0 0,-8 7 161 0 0,1 1 1 0 0,1 1-1 0 0,0 1 0 0 0,1 1 0 0 0,-39 45 0 0 0,31-26-351 0 0,1 1-1 0 0,-44 80 1 0 0,62-97-454 0 0,-17 45 0 0 0,25-57-620 0 0,1-1 0 0 0,0 1-1 0 0,1 0 1 0 0,0 0 0 0 0,1 0 0 0 0,0 20-1 0 0,3-18-2669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8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3104 0 0,'6'-18'2661'0'0,"1"0"0"0"0,0 0 0 0 0,19-23 2556 0 0,-26 41-5157 0 0,1 0 0 0 0,-1 0 0 0 0,0 0-1 0 0,1 0 1 0 0,-1 0 0 0 0,0 0 0 0 0,1 0-1 0 0,-1 0 1 0 0,1 0 0 0 0,-1 1 0 0 0,0-1-1 0 0,1 0 1 0 0,-1 0 0 0 0,0 0 0 0 0,1 0-1 0 0,-1 1 1 0 0,0-1 0 0 0,1 0-1 0 0,-1 0 1 0 0,0 1 0 0 0,0-1 0 0 0,1 0-1 0 0,-1 1 1 0 0,0-1 0 0 0,1 1 0 0 0,5 16 845 0 0,-1 0 1 0 0,0 1 0 0 0,-1 0 0 0 0,-1-1 0 0 0,1 32-1 0 0,1-5-121 0 0,4 25 109 0 0,25 206 584 0 0,-24-125-2389 0 0,-14-51-8521 0 0,-2-72 2004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148 142 464 0 0,'-147'48'21279'0'0,"162"-49"-21033"0"0,1-1 0 0 0,0-1 1 0 0,-1 0-1 0 0,22-9 0 0 0,3 1-100 0 0,714-136-1673 0 0,-650 136-4725 0 0,-103 11 6118 0 0,-1 0 1 0 0,1 0-1 0 0,-1 0 0 0 0,1 0 1 0 0,-1 0-1 0 0,1 0 1 0 0,-1 0-1 0 0,1 1 1 0 0,0-1-1 0 0,-1 0 0 0 0,1 0 1 0 0,-1 0-1 0 0,1 1 1 0 0,-1-1-1 0 0,0 0 1 0 0,1 1-1 0 0,-1-1 1 0 0,1 0-1 0 0,-1 1 0 0 0,0-1 1 0 0,1 1-1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3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221 135 1408 0 0,'-214'-100'12516'0'0,"214"100"-12486"0"0,0 0-1 0 0,-1-1 1 0 0,1 1 0 0 0,0 0 0 0 0,0 0 0 0 0,-1 0-1 0 0,1 0 1 0 0,0 0 0 0 0,-1 0 0 0 0,1-1-1 0 0,0 1 1 0 0,0 0 0 0 0,-1 0 0 0 0,1 0-1 0 0,0-1 1 0 0,0 1 0 0 0,-1 0 0 0 0,1-1-1 0 0,0 1 1 0 0,0 0 0 0 0,0 0 0 0 0,0-1-1 0 0,-1 1 1 0 0,1 0 0 0 0,0-1 0 0 0,0 1 0 0 0,0 0-1 0 0,0-1 1 0 0,0 1 0 0 0,0 0 0 0 0,0-1-1 0 0,0 1 1 0 0,0-1 0 0 0,11-4 365 0 0,27-1-355 0 0,-29 5 63 0 0,6-1-289 0 0,76-9 290 0 0,-45 10-2354 0 0,-5 8-3904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40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1308 0 0,'-17'12'2163'0'0,"10"-7"-1193"0"0,0-1 1 0 0,1 1-1 0 0,-1 0 0 0 0,1 1 0 0 0,0 0 0 0 0,1 0 0 0 0,-1 0 0 0 0,-6 11 0 0 0,11-17-926 0 0,1 1 0 0 0,0-1 0 0 0,0 1 0 0 0,1-1 0 0 0,-1 0-1 0 0,0 1 1 0 0,0-1 0 0 0,0 1 0 0 0,0-1 0 0 0,0 0-1 0 0,0 1 1 0 0,0-1 0 0 0,1 0 0 0 0,-1 1 0 0 0,0-1 0 0 0,0 0-1 0 0,0 1 1 0 0,1-1 0 0 0,-1 0 0 0 0,0 1 0 0 0,1-1 0 0 0,-1 0-1 0 0,0 0 1 0 0,1 1 0 0 0,-1-1 0 0 0,0 0 0 0 0,1 0-1 0 0,-1 0 1 0 0,0 1 0 0 0,1-1 0 0 0,0 0 0 0 0,10 5 260 0 0,2-3-195 0 0,0-1 0 0 0,1 0-1 0 0,-1 0 1 0 0,0-1 0 0 0,1-1-1 0 0,-1 0 1 0 0,26-6 0 0 0,-6 1-189 0 0,-11 3-150 0 0,140-19-2296 0 0,-54 4-3098 0 0,-62 10 1709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4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1384 0 0,'13'-23'4465'0'0,"-12"20"-3902"0"0,0 0 0 0 0,1-1 0 0 0,0 1 1 0 0,0 0-1 0 0,0 0 0 0 0,4-5 0 0 0,-5 7-468 0 0,0 0 1 0 0,-1 0-1 0 0,1 1 1 0 0,0-1-1 0 0,0 0 1 0 0,0 0-1 0 0,0 0 1 0 0,0 1-1 0 0,0-1 1 0 0,0 1-1 0 0,0-1 1 0 0,0 1-1 0 0,0-1 1 0 0,0 1-1 0 0,0-1 1 0 0,0 1-1 0 0,0 0 1 0 0,0 0-1 0 0,1 0 1 0 0,-1-1-1 0 0,0 1 1 0 0,0 0-1 0 0,0 0 1 0 0,0 1-1 0 0,1-1 1 0 0,-1 0-1 0 0,0 0 1 0 0,0 1-1 0 0,0-1 1 0 0,0 0-1 0 0,0 1 0 0 0,0-1 1 0 0,0 1-1 0 0,0-1 1 0 0,0 1-1 0 0,0 0 1 0 0,0-1-1 0 0,0 1 1 0 0,0 0-1 0 0,0 0 1 0 0,0 0-1 0 0,-1 0 1 0 0,1 0-1 0 0,0-1 1 0 0,-1 1-1 0 0,1 0 1 0 0,-1 1-1 0 0,1-1 1 0 0,-1 0-1 0 0,1 0 1 0 0,-1 0-1 0 0,0 0 1 0 0,1 0-1 0 0,-1 2 1 0 0,7 23 440 0 0,-2 0 1 0 0,0 0 0 0 0,1 49-1 0 0,-9 82 194 0 0,-1-41-570 0 0,1-45 1003 0 0,3-69-755 0 0,-2-14-340 0 0,2 5-50 0 0,4-37-66 0 0,-3 45 48 0 0,2 3 6 0 0,18 26-38 0 0,-21-29-2 0 0,33 24-1529 0 0,-13-8 1300 0 0,-19-16 255 0 0,-1 0-5 0 0,0 0 6 0 0,0 0 0 0 0,0 0-1 0 0,0 0 1 0 0,0 0-1 0 0,0 1 1 0 0,1-1-1 0 0,-1 0 1 0 0,0 0-1 0 0,1 0 1 0 0,-1 0-1 0 0,1 0 1 0 0,0 1-1 0 0,0 1 3 0 0,1 0 0 0 0,-1-1 0 0 0,0 1 0 0 0,0 0-1 0 0,0 0 1 0 0,-1 0 0 0 0,1 0 0 0 0,-1 0 0 0 0,0 0-1 0 0,0 1 1 0 0,0-1 0 0 0,0 4 0 0 0,-2 46 9 0 0,0-9 47 0 0,5 54 0 0 0,-2-85 81 0 0,-1 11-7137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44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1 203 1844 0 0,'0'0'14995'0'0,"3"-9"-14005"0"0,-3 0-785 0 0,0 7-186 0 0,-1 0 0 0 0,1 0 0 0 0,0 0 0 0 0,0 0-1 0 0,0 0 1 0 0,0 0 0 0 0,0 0 0 0 0,0 0 0 0 0,1 0-1 0 0,-1 0 1 0 0,1 0 0 0 0,-1 0 0 0 0,1 0 0 0 0,0 0-1 0 0,-1 0 1 0 0,1 0 0 0 0,0 1 0 0 0,0-1 0 0 0,1 0-1 0 0,-1 1 1 0 0,0-1 0 0 0,0 1 0 0 0,1-1 0 0 0,-1 1-1 0 0,1-1 1 0 0,-1 1 0 0 0,1 0 0 0 0,0 0 0 0 0,3-2-1 0 0,33-11-19 0 0,0 2 0 0 0,1 1-1 0 0,42-5 1 0 0,-31 6 2 0 0,246-39 36 0 0,-253 43-28 0 0,-35 5-11 0 0,39-4 3 0 0,7-1 2068 0 0,-52 5-1252 0 0,5 15-735 0 0,-15 41 246 0 0,-2 90-1 0 0,6-65 89 0 0,-6 517 1468 0 0,11-407 1482 0 0,1-171-1746 0 0,-2-18-1546 0 0,0 1 1 0 0,0-1-1 0 0,1 0 1 0 0,-1 1-1 0 0,0-1 0 0 0,0 0 1 0 0,0 1-1 0 0,-1-1 0 0 0,1 0 1 0 0,0 1-1 0 0,0-1 0 0 0,-1 2 1 0 0,0-2 207 0 0,4-40-3193 0 0,0 15-4487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6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80 1160 0 0,'-2'-1'1930'0'0,"-11"-2"930"0"0,10 3-1792 0 0,-24-4 2322 0 0,24 3-2405 0 0,-10 0-79 0 0,26-3-770 0 0,0 0 1 0 0,26-5-1 0 0,-8 3-37 0 0,152-32 34 0 0,-147 32-112 0 0,-6 3-30 0 0,-22 7 15 0 0,-4-1-3 0 0,-3-3-2 0 0,0 1 1 0 0,-1 0-1 0 0,1 0 0 0 0,0 0 0 0 0,0 0 1 0 0,-1-1-1 0 0,1 1 0 0 0,-1 0 1 0 0,1 0-1 0 0,-1 0 0 0 0,1 0 0 0 0,-1 1 1 0 0,0-1-1 0 0,1 0 0 0 0,-1 0 0 0 0,0 0 1 0 0,0 0-1 0 0,0 0 0 0 0,0 0 0 0 0,0 0 1 0 0,0 0-1 0 0,0 1 0 0 0,-1 0 0 0 0,-6 27-3 0 0,6-24 5 0 0,-4 10 2 0 0,-1-1 0 0 0,-1 0 0 0 0,1 0 0 0 0,-15 20 0 0 0,-39 47 38 0 0,-58 44 65 0 0,39-46-19 0 0,70-69-56 0 0,5-7 8 0 0,1 1 0 0 0,-1 0 0 0 0,1 0-1 0 0,0 0 1 0 0,0 0 0 0 0,0 0 0 0 0,0 1-1 0 0,-3 8 1 0 0,6-12-24 0 0,0-1 1 0 0,0 1-1 0 0,0-1 0 0 0,0 1 0 0 0,0-1 0 0 0,0 1 1 0 0,0 0-1 0 0,0-1 0 0 0,1 1 0 0 0,-1-1 0 0 0,0 1 1 0 0,0-1-1 0 0,1 1 0 0 0,-1-1 0 0 0,0 1 0 0 0,1-1 0 0 0,-1 0 1 0 0,0 1-1 0 0,1-1 0 0 0,-1 1 0 0 0,0-1 0 0 0,1 0 1 0 0,-1 1-1 0 0,1-1 0 0 0,-1 0 0 0 0,1 1 0 0 0,-1-1 1 0 0,1 0-1 0 0,0 1 0 0 0,21 5 287 0 0,10-6-162 0 0,0-2 1 0 0,0 0 0 0 0,61-14 0 0 0,98-35 23 0 0,-168 44-138 0 0,329-101 125 0 0,-316 95-1057 0 0,-22 7-2696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6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0 176 1140 0 0,'37'-144'11600'0'0,"-29"114"-9985"0"0,-8 29-1273 0 0,1 3-139 0 0,3 18 152 0 0,-1-1 0 0 0,0 1 0 0 0,-1 0 0 0 0,-2 0 0 0 0,-1 23 1 0 0,1-10-85 0 0,-3 175 490 0 0,4 176-45 0 0,4-292-936 0 0,4 0 0 0 0,24 103 0 0 0,-13-127-2455 0 0,0-29-5326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6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66 2080 0 0,'-15'-65'10187'0'0,"15"86"-8875"0"0,6 24 687 0 0,17 67 0 0 0,-3-19-978 0 0,17 204-684 0 0,-35-274-1381 0 0,0-2-1771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7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12 284 1884 0 0,'-4'-12'961'0'0,"2"-1"1"0"0,-1 0-1 0 0,2 1 0 0 0,0-1 0 0 0,0 0 0 0 0,1 0 1 0 0,1 0-1 0 0,0 0 0 0 0,5-21 0 0 0,-4 26-871 0 0,1 1-1 0 0,-1 1 0 0 0,1-1 0 0 0,1 0 1 0 0,-1 1-1 0 0,1-1 0 0 0,0 1 0 0 0,1 0 1 0 0,-1 1-1 0 0,1-1 0 0 0,0 1 1 0 0,1 0-1 0 0,-1 0 0 0 0,1 0 0 0 0,0 1 1 0 0,0 0-1 0 0,0 0 0 0 0,10-4 1 0 0,-5 3-58 0 0,0 1 1 0 0,0 1 0 0 0,1 0 0 0 0,0 0 0 0 0,-1 1 0 0 0,1 0 0 0 0,0 1 0 0 0,0 1 0 0 0,23 1-1 0 0,-28 0-24 0 0,1 0 0 0 0,-1 1 0 0 0,0-1 0 0 0,0 2 0 0 0,0-1 0 0 0,0 1-1 0 0,11 6 1 0 0,-14-7-1 0 0,-1 0-1 0 0,1 1 1 0 0,-1 0-1 0 0,0 0 1 0 0,1 0-1 0 0,-1 0 0 0 0,0 0 1 0 0,-1 1-1 0 0,1-1 1 0 0,-1 1-1 0 0,1 0 1 0 0,-1 0-1 0 0,2 6 1 0 0,-2-4 16 0 0,-1 0 0 0 0,0 0 0 0 0,0 0 0 0 0,0 0 1 0 0,-1 0-1 0 0,0 1 0 0 0,0-1 0 0 0,-1 0 0 0 0,0 0 1 0 0,0 0-1 0 0,0 0 0 0 0,-1 0 0 0 0,0-1 1 0 0,0 1-1 0 0,0 0 0 0 0,-1-1 0 0 0,0 1 0 0 0,-6 8 1 0 0,-1 2 22 0 0,-1-1 0 0 0,-1-1 0 0 0,0 0 0 0 0,-28 24 1 0 0,30-29-161 0 0,-1 0 0 0 0,0-1 1 0 0,-1-1-1 0 0,0 0 0 0 0,0 0 1 0 0,-1-1-1 0 0,1-1 0 0 0,-1 0 1 0 0,0-1-1 0 0,-1 0 0 0 0,1-1 1 0 0,-16 2-1 0 0,28-5-195 0 0,-1 0 1 0 0,0 0-1 0 0,1 0 0 0 0,-1 0 0 0 0,0 0 1 0 0,1-1-1 0 0,-1 1 0 0 0,1 0 0 0 0,-1-1 1 0 0,0 1-1 0 0,1-1 0 0 0,-1 0 0 0 0,1 1 0 0 0,0-1 1 0 0,-1 0-1 0 0,1 0 0 0 0,-1 0 0 0 0,-1-2 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7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 2240 0 0,'-2'-15'6053'0'0,"2"15"-5971"0"0,0 0-1 0 0,0-1 1 0 0,0 1 0 0 0,0-1 0 0 0,0 1-1 0 0,0 0 1 0 0,0-1 0 0 0,0 1 0 0 0,0-1 0 0 0,0 1-1 0 0,0-1 1 0 0,0 1 0 0 0,0 0 0 0 0,0-1 0 0 0,1 1-1 0 0,-1-1 1 0 0,0 1 0 0 0,0 0 0 0 0,0-1 0 0 0,1 1-1 0 0,-1 0 1 0 0,0-1 0 0 0,0 1 0 0 0,1 0-1 0 0,-1-1 1 0 0,0 1 0 0 0,1 0 0 0 0,-1 0 0 0 0,0-1-1 0 0,1 1 1 0 0,-1 0 0 0 0,0 0 0 0 0,1 0 0 0 0,-1-1-1 0 0,1 1 1 0 0,-1 0 0 0 0,1 0 0 0 0,0 0 25 0 0,1 1 1 0 0,-1-1 0 0 0,1 0-1 0 0,-1 1 1 0 0,0-1 0 0 0,1 1-1 0 0,-1 0 1 0 0,1-1-1 0 0,-1 1 1 0 0,0 0 0 0 0,2 1-1 0 0,39 37 539 0 0,-35-31-231 0 0,5 4-199 0 0,277 289 3285 0 0,-221-224-3015 0 0,-4 4 0 0 0,56 93 0 0 0,-109-157-454 0 0,-1 1-1 0 0,0 0 1 0 0,-2 0 0 0 0,0 1-1 0 0,-1 0 1 0 0,-1 1-1 0 0,-1-1 1 0 0,-1 1-1 0 0,-1 0 1 0 0,0 1-1 0 0,-1-1 1 0 0,-2 0 0 0 0,0 1-1 0 0,-1-1 1 0 0,-1 0-1 0 0,0 1 1 0 0,-2-1-1 0 0,-11 35 1 0 0,6-28-43 0 0,-2-2 0 0 0,0 1 0 0 0,-2-1 0 0 0,-30 44 0 0 0,32-54-637 0 0,-1 0 0 0 0,-1-1 0 0 0,-1 0 0 0 0,-24 20 0 0 0,33-31-155 0 0,-16 12-758 0 0,2-12-5089 0 0,2-5 1835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7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68 0 0,'9'-11'3991'0'0,"1"1"0"0"0,15-14 0 0 0,-24 23-3510 0 0,10-5 952 0 0,4 1-1158 0 0,1 1 0 0 0,22-3 0 0 0,-4 1-208 0 0,4-2-206 0 0,9-3-1731 0 0,-18 7-4067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27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47 1760 0 0,'-43'53'5941'0'0,"-14"14"294"0"0,57-66-6186 0 0,-1-1 1 0 0,1 0-1 0 0,-1 0 1 0 0,1 1 0 0 0,0-1-1 0 0,-1 0 1 0 0,1 0-1 0 0,0 1 1 0 0,-1-1-1 0 0,1 1 1 0 0,0-1-1 0 0,-1 0 1 0 0,1 1-1 0 0,0-1 1 0 0,0 1-1 0 0,-1-1 1 0 0,1 1-1 0 0,0-1 1 0 0,0 0-1 0 0,0 1 1 0 0,0-1-1 0 0,-1 1 1 0 0,1-1-1 0 0,0 1 1 0 0,0-1-1 0 0,0 1 1 0 0,0-1-1 0 0,0 1 1 0 0,0-1-1 0 0,1 1 1 0 0,-1-1-1 0 0,0 1 1 0 0,0-1-1 0 0,0 1 1 0 0,0-1-1 0 0,0 1 1 0 0,1-1-1 0 0,-1 0 1 0 0,0 1-1 0 0,0-1 1 0 0,1 1-1 0 0,0 0 1 0 0,0-1 2 0 0,0 1-1 0 0,0-1 1 0 0,0 1 0 0 0,0-1 0 0 0,0 1 0 0 0,0-1-1 0 0,0 0 1 0 0,0 0 0 0 0,0 1 0 0 0,0-1-1 0 0,0 0 1 0 0,1 0 0 0 0,-1 0 0 0 0,2-1 0 0 0,15-3 57 0 0,1-2 1 0 0,-1 0 0 0 0,0-2 0 0 0,-1 1 0 0 0,17-12 0 0 0,-4 4-172 0 0,75-43-2319 0 0,-37 17-3735 0 0,-27 17-422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48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 0 0,'0'0'328'0'0,"19"0"-484"0"0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57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94 2380 0 0,'-3'-4'1133'0'0,"0"0"0"0"0,0 0 0 0 0,0-1-1 0 0,1 1 1 0 0,0-1 0 0 0,-3-7 0 0 0,2 5 61 0 0,0 1 1 0 0,0 0-1 0 0,0-1 1 0 0,-6-6-1 0 0,-7-3 192 0 0,16 16-1407 0 0,0 0 1 0 0,-1 0-1 0 0,1 0 0 0 0,0 0 0 0 0,0 0 0 0 0,0 0 1 0 0,0 0-1 0 0,0 0 0 0 0,0 0 0 0 0,-1 0 0 0 0,1 0 1 0 0,0 0-1 0 0,0 0 0 0 0,0 0 0 0 0,0 0 0 0 0,0 0 1 0 0,-1 0-1 0 0,1 0 0 0 0,0 0 0 0 0,0 0 0 0 0,0 0 1 0 0,0 0-1 0 0,0 0 0 0 0,-1 0 0 0 0,1 0 0 0 0,0 0 1 0 0,0 0-1 0 0,0 0 0 0 0,0 1 0 0 0,0-1 0 0 0,0 0 0 0 0,-1 0 1 0 0,1 0-1 0 0,0 0 0 0 0,0 0 0 0 0,0 0 0 0 0,0 0 1 0 0,0 1-1 0 0,0-1 0 0 0,0 0 0 0 0,0 14-2147 0 0,0-11 1544 0 0,0 1-1 0 0,0-1 1 0 0,-1 0-1 0 0,1 1 1 0 0,-1-1-1 0 0,0 0 1 0 0,1 0-1 0 0,-1 1 1 0 0,-1-1-1 0 0,1 0 1 0 0,-2 4-1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58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1532 0 0,'-30'46'9908'0'0,"29"-45"-9421"0"0,1-1-449 0 0,-1 0 1 0 0,1 0-1 0 0,-1 1 0 0 0,1-1 0 0 0,0 0 0 0 0,-1 0 1 0 0,1 1-1 0 0,-1-1 0 0 0,1 0 0 0 0,0 1 1 0 0,-1-1-1 0 0,1 0 0 0 0,0 1 0 0 0,-1-1 0 0 0,1 0 1 0 0,0 1-1 0 0,0-1 0 0 0,-1 1 0 0 0,1-1 0 0 0,0 1 1 0 0,0-1-1 0 0,0 1 0 0 0,0-1 0 0 0,0 0 1 0 0,0 1-1 0 0,-1-1 0 0 0,1 1 0 0 0,0-1 0 0 0,0 1 1 0 0,0-1-1 0 0,1 1 0 0 0,-1-1 0 0 0,0 1 1 0 0,1 14 422 0 0,0-14-602 0 0,23 6-7453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58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0 284 0 0,'3'0'2366'0'0,"25"3"2875"0"0,18 1-366 0 0,-44-4-4649 0 0,0 4-236 0 0,-1-1-852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59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175 104 1024 0 0,'1'-2'1705'0'0,"1"-5"-1176"0"0,6-18 6973 0 0,-8 35-6933 0 0,-1 8 111 0 0,-1 0 1 0 0,-1-1-1 0 0,-9 30 1 0 0,6-21-381 0 0,-128 523 542 0 0,120-498-2351 0 0,14-50 1094 0 0,-9-7-836 0 0,8 2 1153 0 0,0 1 1 0 0,0 0-1 0 0,0-1 0 0 0,1 1 1 0 0,-1-1-1 0 0,1 1 0 0 0,0-1 1 0 0,0 1-1 0 0,1-6 1 0 0,0-3-109 0 0,0-119-561 0 0,5 0 0 0 0,30-159 0 0 0,-34 279 772 0 0,15-65-143 0 0,-15 69 168 0 0,1-1 0 0 0,0 0 0 0 0,0 1 0 0 0,1 0 0 0 0,-1-1 0 0 0,2 1-1 0 0,4-6 1 0 0,-8 11 35 0 0,0 1-1 0 0,1 0 1 0 0,-1-1-1 0 0,0 1 1 0 0,1 0-1 0 0,-1 0 1 0 0,1 0-1 0 0,-1 0 0 0 0,1 0 1 0 0,-1 0-1 0 0,1 0 1 0 0,0 1-1 0 0,-1-1 1 0 0,1 1-1 0 0,0-1 1 0 0,0 1-1 0 0,0-1 1 0 0,-1 1-1 0 0,1 0 0 0 0,2 0 1 0 0,0 0 22 0 0,-1 1 0 0 0,0 0 0 0 0,1 0 0 0 0,-1 0 0 0 0,0 0 0 0 0,0 0-1 0 0,0 0 1 0 0,0 1 0 0 0,0 0 0 0 0,4 2 0 0 0,4 5 268 0 0,0 0-1 0 0,0 1 0 0 0,18 22 0 0 0,-9-4 4 0 0,-1 0-1 0 0,-2 1 0 0 0,0 1 0 0 0,22 61 0 0 0,5 6 44 0 0,-44-97-397 0 0,0 1 1 0 0,0-1-1 0 0,0 1 1 0 0,1-1-1 0 0,-1 1 1 0 0,0-1-1 0 0,1 1 1 0 0,-1-1-1 0 0,0 0 1 0 0,1 1-1 0 0,-1-1 1 0 0,1 1-1 0 0,-1-1 1 0 0,0 0-1 0 0,1 1 1 0 0,-1-1-1 0 0,1 0 1 0 0,-1 0 0 0 0,1 1-1 0 0,-1-1 1 0 0,1 0-1 0 0,-1 0 1 0 0,1 0-1 0 0,0 0 1 0 0,-1 0-1 0 0,1 0 1 0 0,0 1-1 0 0,14-10 19 0 0,8-20-61 0 0,41-89-145 0 0,5-9 76 0 0,-56 107 89 0 0,1 1-1 0 0,0 0 1 0 0,1 1-1 0 0,19-17 1 0 0,-32 33 17 0 0,0 0 0 0 0,0 0 1 0 0,1 0-1 0 0,-1 0 0 0 0,0 1 0 0 0,1 0 1 0 0,-1-1-1 0 0,1 1 0 0 0,-1 0 0 0 0,1 0 1 0 0,0 0-1 0 0,-1 0 0 0 0,1 1 1 0 0,0-1-1 0 0,0 1 0 0 0,3 0 0 0 0,-4 0 4 0 0,0 0 0 0 0,0 1 0 0 0,0-1 0 0 0,-1 1 0 0 0,1-1-1 0 0,0 1 1 0 0,0 0 0 0 0,-1 0 0 0 0,1 0 0 0 0,0 0 0 0 0,-1 0 0 0 0,1 0-1 0 0,-1 0 1 0 0,1 0 0 0 0,-1 1 0 0 0,0-1 0 0 0,0 1 0 0 0,1-1 0 0 0,-1 1-1 0 0,0-1 1 0 0,0 1 0 0 0,0 0 0 0 0,-1-1 0 0 0,2 4 0 0 0,2 4 18 0 0,-1 1-1 0 0,0 1 1 0 0,-1-1 0 0 0,0 0 0 0 0,-1 1 0 0 0,0-1 0 0 0,0 12 0 0 0,-8 78 145 0 0,3-51-111 0 0,0-9-113 0 0,-1 44 318 0 0,5-76-457 0 0,0 1 0 0 0,1-1 0 0 0,0 1-1 0 0,1-1 1 0 0,0 0 0 0 0,0 0-1 0 0,5 12 1 0 0,-6-18 69 0 0,0-1 1 0 0,-1 0-1 0 0,1 1 0 0 0,0-1 0 0 0,0 0 0 0 0,-1 0 0 0 0,1 0 1 0 0,0 0-1 0 0,0 0 0 0 0,1 1 0 0 0,-1-2 0 0 0,0 1 0 0 0,0 0 0 0 0,0 0 1 0 0,1 0-1 0 0,-1-1 0 0 0,0 1 0 0 0,1 0 0 0 0,-1-1 0 0 0,0 1 1 0 0,4 0-1 0 0,-2-1-89 0 0,0 0 0 0 0,0 0 0 0 0,0 0 0 0 0,0-1 0 0 0,0 1 0 0 0,0-1 0 0 0,0 1 0 0 0,-1-1 0 0 0,1 0 0 0 0,4-2 0 0 0,4-3-435 0 0,1 0 1 0 0,-1-1-1 0 0,19-14 0 0 0,-10 2 895 0 0,0-1 0 0 0,-1 0 0 0 0,0-2 0 0 0,-2 0 0 0 0,20-34 0 0 0,-6 10 2430 0 0,-17 33-1463 0 0,-14 13-1154 0 0,0 0-1 0 0,0 0 0 0 0,0-1 0 0 0,0 1 1 0 0,1 0-1 0 0,-1 0 0 0 0,0 0 1 0 0,0 0-1 0 0,0 0 0 0 0,1 0 0 0 0,-1 0 1 0 0,0 1-1 0 0,0-1 0 0 0,0 0 1 0 0,1 0-1 0 0,-1 0 0 0 0,0 0 0 0 0,0 0 1 0 0,0 0-1 0 0,0 0 0 0 0,1 0 1 0 0,-1 0-1 0 0,0 0 0 0 0,0 1 0 0 0,0-1 1 0 0,0 0-1 0 0,1 0 0 0 0,-1 0 0 0 0,0 0 1 0 0,0 1-1 0 0,0-1 0 0 0,0 0 1 0 0,0 0-1 0 0,0 0 0 0 0,0 0 0 0 0,0 1 1 0 0,0-1-1 0 0,0 0 0 0 0,1 0 1 0 0,-1 0-1 0 0,0 1 0 0 0,0-1 0 0 0,0 5 370 0 0,1-1 0 0 0,-1 1-1 0 0,0 0 1 0 0,-1 0-1 0 0,0 6 1 0 0,-35 188 2926 0 0,33-179-3238 0 0,-3 48 135 0 0,6-63-231 0 0,0-1-1 0 0,0 1 1 0 0,1 0-1 0 0,-1 0 1 0 0,1 0-1 0 0,0-1 1 0 0,1 1-1 0 0,-1 0 1 0 0,1-1-1 0 0,0 1 1 0 0,3 4-1 0 0,-4-7-39 0 0,1 0-1 0 0,0 0 1 0 0,0 0-1 0 0,1 0 1 0 0,-1 0-1 0 0,0 0 1 0 0,1 0-1 0 0,-1-1 1 0 0,1 1-1 0 0,-1-1 1 0 0,1 0-1 0 0,0 0 1 0 0,-1 0-1 0 0,1 0 1 0 0,0 0-1 0 0,0-1 1 0 0,0 1-1 0 0,0-1 1 0 0,0 1-1 0 0,0-1 1 0 0,0 0-1 0 0,-1-1 1 0 0,1 1-1 0 0,0 0 1 0 0,0-1-1 0 0,0 1 1 0 0,0-1-1 0 0,4-2 1 0 0,1 1-436 0 0,0-2 1 0 0,1 1-1 0 0,-1-1 1 0 0,0 0-1 0 0,-1-1 1 0 0,1 0-1 0 0,-1 0 1 0 0,9-8-1 0 0,-9 5-760 0 0,0 0 0 0 0,0 0 0 0 0,0-1-1 0 0,-1 0 1 0 0,7-14 0 0 0,0-4-3979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6:59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37 1308 0 0,'-28'-27'3880'0'0,"27"26"-3758"0"0,-1 0 0 0 0,0 0 0 0 0,1 0 0 0 0,-1 0 0 0 0,0 0 0 0 0,0 0 0 0 0,1 1 0 0 0,-1-1 1 0 0,0 1-1 0 0,0-1 0 0 0,0 1 0 0 0,0 0 0 0 0,0 0 0 0 0,0-1 0 0 0,-3 2 0 0 0,4-1-98 0 0,0 0 0 0 0,0 1 0 0 0,0-1 0 0 0,0 1 0 0 0,0 0-1 0 0,0-1 1 0 0,1 1 0 0 0,-1 0 0 0 0,0-1 0 0 0,0 1 0 0 0,0 0 0 0 0,1 0 0 0 0,-1 0-1 0 0,0 0 1 0 0,1 0 0 0 0,-1 0 0 0 0,1 0 0 0 0,-1 0 0 0 0,1 0 0 0 0,-1 0-1 0 0,1 2 1 0 0,-6 23-226 0 0,9 16-3166 0 0,-3-28 1676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0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1 380 0 0,'6'3'1071'0'0,"-1"1"1"0"0,0 1-1 0 0,0-1 0 0 0,0 1 1 0 0,0 0-1 0 0,4 7 0 0 0,-2-3-215 0 0,-1 1-1 0 0,0 0 1 0 0,6 13-1 0 0,-6-8-384 0 0,0 0 0 0 0,-1 1 0 0 0,-1-1-1 0 0,-1 1 1 0 0,3 20 0 0 0,-6-23-369 0 0,0 0-1 0 0,0 0 1 0 0,-1 0 0 0 0,-1 0-1 0 0,-1 0 1 0 0,1 0-1 0 0,-2 0 1 0 0,0-1 0 0 0,0 1-1 0 0,-2-1 1 0 0,1 0 0 0 0,-1-1-1 0 0,-1 1 1 0 0,0-1-1 0 0,-15 18 1 0 0,20-27-89 0 0,1-1 0 0 0,0 1 0 0 0,-1-1 0 0 0,1 1-1 0 0,-1-1 1 0 0,1 1 0 0 0,-1-1 0 0 0,0 0 0 0 0,0 0 0 0 0,1 0-1 0 0,-1 0 1 0 0,0 0 0 0 0,0 0 0 0 0,0-1 0 0 0,0 1 0 0 0,0 0 0 0 0,0-1-1 0 0,0 0 1 0 0,-1 1 0 0 0,1-1 0 0 0,-3 0 0 0 0,3-2-10 0 0,1 1 0 0 0,0-1 1 0 0,-1 1-1 0 0,1-1 0 0 0,0 0 1 0 0,0 0-1 0 0,0 1 0 0 0,0-1 0 0 0,0 0 1 0 0,0 0-1 0 0,0 0 0 0 0,1 0 1 0 0,-1-3-1 0 0,-1-4-3 0 0,1-1 1 0 0,0 1-1 0 0,0 0 0 0 0,1 0 1 0 0,0 0-1 0 0,1-1 0 0 0,0 1 1 0 0,1 0-1 0 0,4-16 1 0 0,0 5-28 0 0,1 0 1 0 0,1 1 0 0 0,12-21 0 0 0,-14 28 12 0 0,1 1 1 0 0,1 1-1 0 0,0-1 0 0 0,0 1 0 0 0,1 1 1 0 0,0-1-1 0 0,1 2 0 0 0,0-1 0 0 0,0 1 1 0 0,1 1-1 0 0,0 0 0 0 0,0 0 0 0 0,24-9 1 0 0,-28 13 55 0 0,-1 1 1 0 0,1 0 0 0 0,0 0 0 0 0,0 1 0 0 0,0 0 0 0 0,0 0 0 0 0,0 0 0 0 0,0 1 0 0 0,0 0 0 0 0,0 1-1 0 0,0-1 1 0 0,0 1 0 0 0,0 1 0 0 0,0-1 0 0 0,-1 1 0 0 0,1 0 0 0 0,0 1 0 0 0,-1 0 0 0 0,0 0 0 0 0,1 0 0 0 0,-1 1-1 0 0,0-1 1 0 0,-1 2 0 0 0,1-1 0 0 0,-1 1 0 0 0,0-1 0 0 0,6 8 0 0 0,-6-5 25 0 0,1 0 1 0 0,-1 0-1 0 0,-1 1 1 0 0,1 0-1 0 0,-1 0 1 0 0,-1 0 0 0 0,1 1-1 0 0,-2-1 1 0 0,4 13-1 0 0,-1 7 47 0 0,3 46 1 0 0,-8-71-113 0 0,0 0-39 0 0,0 3-296 0 0,1 0 0 0 0,-1 0 1 0 0,1 0-1 0 0,0 0 0 0 0,1-1 1 0 0,2 8-1 0 0,-4-13 112 0 0,1 1 1 0 0,-1 0-1 0 0,1-1 0 0 0,-1 1 0 0 0,1-1 1 0 0,-1 1-1 0 0,1-1 0 0 0,0 1 1 0 0,-1-1-1 0 0,1 1 0 0 0,0-1 0 0 0,-1 0 1 0 0,1 1-1 0 0,0-1 0 0 0,-1 0 1 0 0,1 0-1 0 0,0 1 0 0 0,0-1 0 0 0,-1 0 1 0 0,1 0-1 0 0,0 0 0 0 0,0 0 0 0 0,0 0 1 0 0,-1 0-1 0 0,1 0 0 0 0,0 0 1 0 0,0 0-1 0 0,-1-1 0 0 0,1 1 0 0 0,0 0 1 0 0,0 0-1 0 0,-1-1 0 0 0,2 0 1 0 0,-1 1-151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0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79 1860 0 0,'0'-14'7033'0'0,"-2"-39"6535"0"0,6 50-13294 0 0,-4 2-268 0 0,1 1 0 0 0,-1-1 0 0 0,1 1 0 0 0,-1-1 1 0 0,1 1-1 0 0,-1-1 0 0 0,1 1 0 0 0,-1-1 1 0 0,1 1-1 0 0,-1 0 0 0 0,1-1 0 0 0,-1 1 0 0 0,1 0 1 0 0,0 0-1 0 0,-1-1 0 0 0,1 1 0 0 0,-1 0 1 0 0,1 0-1 0 0,0 0 0 0 0,-1 0 0 0 0,2 0 0 0 0,24 0-10 0 0,19-2-11 0 0,-1 3 0 0 0,1 2 0 0 0,0 2 1 0 0,53 12-1 0 0,-97-17 16 0 0,0 0 0 0 0,0 0-1 0 0,-1 0 0 0 0,1 0 0 0 0,0 0 0 0 0,0 0 0 0 0,0 0 1 0 0,0 1-1 0 0,-1-1 0 0 0,1 0 0 0 0,0 0 0 0 0,0 1 0 0 0,-1-1 1 0 0,1 0-1 0 0,0 1 0 0 0,0-1 0 0 0,-1 1 0 0 0,1-1 0 0 0,0 1 1 0 0,-1-1-1 0 0,1 1 0 0 0,-1-1 0 0 0,1 1 0 0 0,0 0 0 0 0,-1-1 1 0 0,0 1-1 0 0,1 0 0 0 0,-1-1 0 0 0,1 1 0 0 0,-1 1 0 0 0,8 13-6 0 0,-7-12 5 0 0,-1 0-1 0 0,0 0 0 0 0,0 0 0 0 0,0 0 0 0 0,0 0 0 0 0,0 0 0 0 0,-1 0 1 0 0,1 0-1 0 0,-1 0 0 0 0,0 0 0 0 0,0 0 0 0 0,0 0 0 0 0,0 0 1 0 0,0 0-1 0 0,-1-1 0 0 0,1 1 0 0 0,-1 0 0 0 0,0-1 0 0 0,-2 3 0 0 0,-6 7-3 0 0,-1 1-1 0 0,-16 13 0 0 0,22-22 10 0 0,-66 55 134 0 0,-148 94-1 0 0,31-24 238 0 0,185-127-366 0 0,-47 38 32 0 0,46-35-13 0 0,-1-1 1 0 0,1 1-1 0 0,0 0 1 0 0,0 0-1 0 0,1 0 1 0 0,-1 0-1 0 0,-4 10 1 0 0,8-14-18 0 0,0 0 1 0 0,0 0 0 0 0,0 0-1 0 0,0 0 1 0 0,-1 0 0 0 0,1 0-1 0 0,0 0 1 0 0,1 0 0 0 0,-1 0-1 0 0,0 0 1 0 0,0 0 0 0 0,0 0-1 0 0,1 0 1 0 0,-1 0 0 0 0,0-1-1 0 0,1 1 1 0 0,-1 0 0 0 0,1 0-1 0 0,-1 0 1 0 0,1 0 0 0 0,-1-1-1 0 0,1 1 1 0 0,-1 0 0 0 0,1 0-1 0 0,0-1 1 0 0,-1 1 0 0 0,1-1-1 0 0,0 1 1 0 0,0 0 0 0 0,0-1-1 0 0,-1 0 1 0 0,1 1-1 0 0,0-1 1 0 0,0 1 0 0 0,0-1-1 0 0,2 0 1 0 0,33 10 295 0 0,-15-9-221 0 0,0 0 1 0 0,-1-1-1 0 0,1-1 1 0 0,28-5-1 0 0,83-22 13 0 0,-94 19-127 0 0,333-98 492 0 0,-332 95 230 0 0,-37 11-631 0 0,8-3 58 0 0,-2 2 390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1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94 848 0 0,'37'-86'11530'0'0,"-37"85"-11302"0"0,6-6 456 0 0,-6 7-669 0 0,1 0 1 0 0,-1 1-1 0 0,0-1 0 0 0,0 0 0 0 0,1 0 1 0 0,-1 0-1 0 0,0 1 0 0 0,1-1 0 0 0,-1 0 1 0 0,0 0-1 0 0,0 0 0 0 0,1 1 1 0 0,-1-1-1 0 0,0 0 0 0 0,0 1 0 0 0,0-1 1 0 0,1 0-1 0 0,-1 1 0 0 0,0-1 0 0 0,0 0 1 0 0,0 0-1 0 0,0 1 0 0 0,0-1 1 0 0,0 1-1 0 0,0-1 0 0 0,0 0 0 0 0,0 1 1 0 0,0-1-1 0 0,0 0 0 0 0,0 1 0 0 0,0-1 1 0 0,0 0-1 0 0,0 1 0 0 0,1 15 180 0 0,-2 0 1 0 0,1 0-1 0 0,-2-1 0 0 0,-4 20 0 0 0,-19 67 155 0 0,8-39-228 0 0,15-55-108 0 0,-14 74-419 0 0,15-74-56 0 0,0 0 0 0 0,1 0-1 0 0,0 0 1 0 0,0 0 0 0 0,1 0 0 0 0,0 0-1 0 0,1 0 1 0 0,2 9 0 0 0,-3-15 52 0 0,0-1-1 0 0,-1 1 1 0 0,1-1 0 0 0,0 1 0 0 0,0-1-1 0 0,0 1 1 0 0,0-1 0 0 0,0 0 0 0 0,0 0-1 0 0,2 2 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1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74 244 0 0,'18'-18'4190'0'0,"17"-25"-1"0"0,-35 43-4157 0 0,0 0 0 0 0,0 0 0 0 0,1 0 0 0 0,-1-1 0 0 0,0 1 0 0 0,0 0 0 0 0,0 0 1 0 0,1-1-1 0 0,-1 1 0 0 0,0 0 0 0 0,0 0 0 0 0,0-1 0 0 0,0 1 0 0 0,0 0 0 0 0,1-1 0 0 0,-1 1 0 0 0,0 0 0 0 0,0-1 0 0 0,0 1 0 0 0,0 0 0 0 0,0 0 0 0 0,0-1 0 0 0,0 1 0 0 0,0 0 0 0 0,0-1 0 0 0,0 1 0 0 0,0 0 0 0 0,0-1 0 0 0,0 1 0 0 0,-1 0 0 0 0,1-1 0 0 0,0 1 0 0 0,0 0 0 0 0,0 0 0 0 0,0-1 0 0 0,-1 1 0 0 0,1 0 0 0 0,0 0 0 0 0,0-1 0 0 0,0 1 0 0 0,-1 0 0 0 0,1 0 0 0 0,0-1 0 0 0,0 1 0 0 0,-1 0 0 0 0,1 0 0 0 0,0 0 0 0 0,0 0 0 0 0,-1 0 0 0 0,1-1 0 0 0,0 1 0 0 0,-1 0 0 0 0,1 0 0 0 0,0 0 0 0 0,-1 0 0 0 0,1 0 0 0 0,0 0 0 0 0,-1 0 0 0 0,-17 0 575 0 0,6 4-411 0 0,1 1 0 0 0,-1 0-1 0 0,1 1 1 0 0,0 0 0 0 0,1 1 0 0 0,-1 0 0 0 0,-11 11 0 0 0,6-6-94 0 0,15-11-95 0 0,0-1 0 0 0,-1 1 0 0 0,1 0-1 0 0,0 0 1 0 0,1 0 0 0 0,-1 0 0 0 0,0 0 0 0 0,0 0 0 0 0,0 0 0 0 0,1 0 0 0 0,-1 0 0 0 0,0 0 0 0 0,1 1-1 0 0,-1-1 1 0 0,1 0 0 0 0,-1 0 0 0 0,1 1 0 0 0,0-1 0 0 0,0 0 0 0 0,-1 1 0 0 0,1-1 0 0 0,0 0 0 0 0,0 1 0 0 0,0-1-1 0 0,0 0 1 0 0,1 1 0 0 0,-1-1 0 0 0,0 0 0 0 0,0 0 0 0 0,1 1 0 0 0,-1-1 0 0 0,1 0 0 0 0,-1 0 0 0 0,1 1-1 0 0,0-1 1 0 0,1 1 0 0 0,0 2 10 0 0,0-1 0 0 0,1 0 1 0 0,0 0-1 0 0,-1-1 0 0 0,1 1 0 0 0,0 0 0 0 0,1-1 0 0 0,-1 0 0 0 0,0 0 0 0 0,1 0 0 0 0,4 2 1 0 0,88 40 661 0 0,-83-37-356 0 0,-1 0 0 0 0,-1 1 0 0 0,1 0-1 0 0,-1 1 1 0 0,15 16 0 0 0,-24-24-212 0 0,-1 1 1 0 0,1 0-1 0 0,-1 0 1 0 0,1 0-1 0 0,-1 0 1 0 0,0 1-1 0 0,0-1 1 0 0,0 0-1 0 0,0 0 1 0 0,0 1-1 0 0,-1-1 1 0 0,1 1-1 0 0,-1-1 1 0 0,1 0-1 0 0,-1 1 1 0 0,0-1 0 0 0,0 1-1 0 0,0-1 1 0 0,-1 4-1 0 0,0-2-13 0 0,0 1-1 0 0,0-1 1 0 0,-1 0-1 0 0,0 0 1 0 0,0 0 0 0 0,0 0-1 0 0,0 0 1 0 0,0 0-1 0 0,-7 7 1 0 0,3-3-38 0 0,-2-1 0 0 0,1 0 0 0 0,-1 0 0 0 0,0-1 0 0 0,0 1 0 0 0,-1-2 0 0 0,0 1 0 0 0,-15 6 0 0 0,18-10-257 0 0,1 0 0 0 0,-1 0 0 0 0,0-1 1 0 0,0 0-1 0 0,0 0 0 0 0,0 0 0 0 0,0 0 0 0 0,0-1 0 0 0,0 0 0 0 0,0-1 0 0 0,0 1 0 0 0,0-1 1 0 0,0 0-1 0 0,0-1 0 0 0,-9-2 0 0 0,8 1-733 0 0,1-1 1 0 0,-1 1 0 0 0,1-1-1 0 0,0 0 1 0 0,0 0 0 0 0,1-1-1 0 0,-1 0 1 0 0,-4-5 0 0 0,-7-8-4764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2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2608 0 0,'4'-10'2098'0'0,"1"-1"1"0"0,-1 1-1 0 0,-1-1 0 0 0,4-23 0 0 0,-6 33-1870 0 0,4-13-693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3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265 315 268 0 0,'12'-26'7255'0'0,"-9"17"-5438"0"0,-2 8-1743 0 0,-1 0 0 0 0,1 0 1 0 0,-1 0-1 0 0,1 0 0 0 0,-1 0 0 0 0,1 0 0 0 0,-1 0 1 0 0,0 0-1 0 0,1 0 0 0 0,-1 0 0 0 0,0 0 0 0 0,0 0 1 0 0,0 0-1 0 0,0 0 0 0 0,0 0 0 0 0,0 0 0 0 0,0-1 0 0 0,0 1 1 0 0,0 0-1 0 0,-1 0 0 0 0,1 0 0 0 0,0 0 0 0 0,-1 0 1 0 0,1 0-1 0 0,-1 0 0 0 0,1 0 0 0 0,-1 0 0 0 0,1 1 1 0 0,-1-1-1 0 0,0 0 0 0 0,1 0 0 0 0,-1 0 0 0 0,0 1 1 0 0,0-1-1 0 0,1 0 0 0 0,-3-1 0 0 0,1 2-64 0 0,0-1 0 0 0,0 1-1 0 0,0 0 1 0 0,0 0 0 0 0,0-1-1 0 0,0 1 1 0 0,0 0 0 0 0,0 1-1 0 0,0-1 1 0 0,0 0 0 0 0,0 0-1 0 0,0 1 1 0 0,0 0 0 0 0,0-1 0 0 0,0 1-1 0 0,0 0 1 0 0,1 0 0 0 0,-1 0-1 0 0,0 0 1 0 0,0 0 0 0 0,1 0-1 0 0,-3 2 1 0 0,-7 6-3 0 0,1 0-1 0 0,-11 11 1 0 0,14-13 3 0 0,-19 20 73 0 0,1 1 0 0 0,-36 53 0 0 0,52-68-60 0 0,0 2 0 0 0,1-1-1 0 0,1 1 1 0 0,1 0 0 0 0,0 0-1 0 0,0 1 1 0 0,2 0 0 0 0,-5 26-1 0 0,9-38-17 0 0,-1-1 0 0 0,1 0-1 0 0,0 1 1 0 0,0-1 0 0 0,0 0-1 0 0,0 1 1 0 0,1-1 0 0 0,-1 1-1 0 0,1-1 1 0 0,0 0 0 0 0,0 0-1 0 0,0 0 1 0 0,1 1 0 0 0,-1-1-1 0 0,1 0 1 0 0,-1 0 0 0 0,1-1-1 0 0,0 1 1 0 0,0 0 0 0 0,0-1 0 0 0,1 1-1 0 0,-1-1 1 0 0,1 1 0 0 0,2 1-1 0 0,-1-2 6 0 0,0 0-1 0 0,1 0 1 0 0,-1 0-1 0 0,0-1 1 0 0,1 1-1 0 0,-1-1 1 0 0,1 0-1 0 0,0-1 1 0 0,-1 1-1 0 0,1-1 1 0 0,0 1-1 0 0,-1-2 1 0 0,1 1-1 0 0,0 0 1 0 0,-1-1-1 0 0,10-2 1 0 0,-5 0-15 0 0,0 0 0 0 0,0-1-1 0 0,0 1 1 0 0,0-2 0 0 0,0 0 0 0 0,-1 0 0 0 0,0 0 0 0 0,0-1-1 0 0,0 0 1 0 0,-1 0 0 0 0,0-1 0 0 0,0 0 0 0 0,0-1 0 0 0,-1 1-1 0 0,0-1 1 0 0,-1 0 0 0 0,8-16 0 0 0,3-9-68 0 0,-3-1-1 0 0,0 0 1 0 0,10-53 0 0 0,-12 48 27 0 0,-7 25-61 0 0,-3 13 123 0 0,2 14-45 0 0,-3 19 79 0 0,-1 14 86 0 0,8 63 0 0 0,-5-96-116 0 0,0-1 1 0 0,0 0 0 0 0,1 0 0 0 0,1 0 0 0 0,0-1-1 0 0,1 1 1 0 0,0-1 0 0 0,0 0 0 0 0,1 0 0 0 0,10 13 0 0 0,-13-21-48 0 0,0 1 1 0 0,0-1 0 0 0,0 0 0 0 0,0 0 0 0 0,0-1 0 0 0,1 1 0 0 0,-1-1 0 0 0,1 0-1 0 0,-1 1 1 0 0,1-1 0 0 0,0-1 0 0 0,0 1 0 0 0,0-1 0 0 0,0 1 0 0 0,0-1 0 0 0,8 1-1 0 0,-7-2-143 0 0,1 0 0 0 0,0 0 0 0 0,0-1 0 0 0,0 0 0 0 0,0 0-1 0 0,-1 0 1 0 0,1-1 0 0 0,-1 1 0 0 0,1-1 0 0 0,-1-1 0 0 0,6-2-1 0 0,1-2-208 0 0,0-1-1 0 0,-1 0 1 0 0,0 0-1 0 0,0-1 1 0 0,-1-1-1 0 0,0 0 1 0 0,0 0-1 0 0,-1-1 1 0 0,10-16-1 0 0,-1-3 225 0 0,-2-2 1 0 0,-1 0-1 0 0,-1-1 0 0 0,-2 0 0 0 0,9-42 0 0 0,25-176 4188 0 0,-44 241-3772 0 0,0-7 87 0 0,10-44 634 0 0,-12 58-873 0 0,2 27-6 0 0,-18 131 266 0 0,-1 17-37 0 0,15-132-244 0 0,2 1 0 0 0,6 49 0 0 0,-4-78-70 0 0,0 0 1 0 0,0-1-1 0 0,1 0 0 0 0,0 1 0 0 0,1-1 0 0 0,11 20 0 0 0,-14-28-107 0 0,1 0-1 0 0,0 0 0 0 0,0 0 1 0 0,0-1-1 0 0,0 1 0 0 0,0-1 0 0 0,0 1 1 0 0,1-1-1 0 0,-1 0 0 0 0,1 0 1 0 0,0 0-1 0 0,0 0 0 0 0,-1-1 1 0 0,1 1-1 0 0,0-1 0 0 0,0 1 0 0 0,1-1 1 0 0,-1 0-1 0 0,0 0 0 0 0,0-1 1 0 0,0 1-1 0 0,1 0 0 0 0,-1-1 0 0 0,0 0 1 0 0,1 0-1 0 0,-1 0 0 0 0,0 0 1 0 0,7-2-1 0 0,-2 0-314 0 0,-1-1 0 0 0,1 0 0 0 0,-1 0 0 0 0,0-1 0 0 0,0 0-1 0 0,0 0 1 0 0,0-1 0 0 0,-1 0 0 0 0,0 0 0 0 0,0 0 0 0 0,0-1 0 0 0,-1 0 0 0 0,1 0 0 0 0,-1 0 0 0 0,6-12 0 0 0,8-13-912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3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16 370 360 0 0,'33'-350'11552'0'0,"-32"330"-10880"0"0,-2 24-320 0 0,-4 39-65 0 0,2-18 49 0 0,-18 156 1352 0 0,2 185-1 0 0,24-254-1430 0 0,-4-100-211 0 0,1 1 1 0 0,1-1-1 0 0,0 0 0 0 0,1 0 1 0 0,0 0-1 0 0,10 21 1 0 0,-13-31-51 0 0,1 0 0 0 0,-1 0 0 0 0,0 0 0 0 0,0 0 0 0 0,1-1 0 0 0,-1 1 0 0 0,1-1-1 0 0,-1 1 1 0 0,1-1 0 0 0,0 1 0 0 0,0-1 0 0 0,-1 0 0 0 0,1 0 0 0 0,0 0 0 0 0,0 0 0 0 0,0 0 0 0 0,0 0 0 0 0,0-1 0 0 0,3 2 0 0 0,-1-2-121 0 0,-1 0 0 0 0,0 0 0 0 0,1 0 0 0 0,-1 0-1 0 0,0-1 1 0 0,1 1 0 0 0,-1-1 0 0 0,0 0 0 0 0,0 0 0 0 0,1 0-1 0 0,3-3 1 0 0,2 0-916 0 0,-1-1-1 0 0,0-1 1 0 0,0 1 0 0 0,-1-1-1 0 0,1 0 1 0 0,-1-1-1 0 0,12-14 1 0 0,-5-1-4157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72 2132 0 0,'-162'-26'10531'0'0,"159"26"-9948"0"0,26-14-272 0 0,16 4-489 0 0,0 2 0 0 0,0 2 0 0 0,0 2 1 0 0,1 1-1 0 0,57 3 0 0 0,-36 5-2518 0 0,0 2 0 0 0,109 28 0 0 0,-137-25 698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31 1336 0 0,'28'14'12863'0'0,"-55"-11"-11741"0"0,16-1-1057 0 0,0 1-1 0 0,0 0 1 0 0,0 1 0 0 0,1 0 0 0 0,-1 0 0 0 0,1 1-1 0 0,0 0 1 0 0,1 1 0 0 0,-1 0 0 0 0,1 1 0 0 0,1 0-1 0 0,-1 0 1 0 0,-13 15 0 0 0,8-5-37 0 0,0 0-1 0 0,1 0 1 0 0,1 2 0 0 0,0-1 0 0 0,-17 41-1 0 0,27-53-11 0 0,-1-1 0 0 0,1 1 0 0 0,1 0 0 0 0,-1 0 0 0 0,1 0 0 0 0,0 0 0 0 0,1 0-1 0 0,-1 0 1 0 0,1 0 0 0 0,0 0 0 0 0,1 0 0 0 0,1 8 0 0 0,-2-12-7 0 0,1 0 0 0 0,0 1 0 0 0,0-1-1 0 0,0 0 1 0 0,0 1 0 0 0,0-1 0 0 0,1 0 0 0 0,-1 0-1 0 0,1 0 1 0 0,-1 0 0 0 0,1 0 0 0 0,0 0 0 0 0,0-1 0 0 0,0 1-1 0 0,0 0 1 0 0,0-1 0 0 0,0 0 0 0 0,0 1 0 0 0,0-1 0 0 0,1 0-1 0 0,-1 0 1 0 0,0 0 0 0 0,1 0 0 0 0,-1-1 0 0 0,1 1 0 0 0,-1-1-1 0 0,1 1 1 0 0,-1-1 0 0 0,1 0 0 0 0,-1 0 0 0 0,4 0 0 0 0,1 0-36 0 0,0-1 0 0 0,0 0 0 0 0,1 0 0 0 0,-1 0 0 0 0,0-1 0 0 0,0 0 0 0 0,-1 0 1 0 0,1-1-1 0 0,0 0 0 0 0,-1 0 0 0 0,12-8 0 0 0,-9 5-34 0 0,0-1 0 0 0,-1-1 0 0 0,1 0 0 0 0,-2 0 0 0 0,1-1 0 0 0,11-17 0 0 0,-3-1-39 0 0,-2 0 0 0 0,-1-1-1 0 0,-1-1 1 0 0,13-46 0 0 0,4-44 652 0 0,-28 117-526 0 0,-1 28 22 0 0,-5 51 85 0 0,3-57-92 0 0,0 1-1 0 0,1-1 0 0 0,2 0 1 0 0,3 31-1 0 0,-3-47-77 0 0,-1 0-1 0 0,1-1 0 0 0,0 1 1 0 0,0 0-1 0 0,1-1 0 0 0,-1 1 1 0 0,1-1-1 0 0,0 1 1 0 0,0-1-1 0 0,0 0 0 0 0,0 1 1 0 0,1-1-1 0 0,-1-1 0 0 0,1 1 1 0 0,0 0-1 0 0,3 2 1 0 0,-3-3-145 0 0,0 0 1 0 0,0-1 0 0 0,0 0 0 0 0,1 1 0 0 0,-1-1-1 0 0,0 0 1 0 0,1 0 0 0 0,-1-1 0 0 0,1 1 0 0 0,-1-1-1 0 0,1 0 1 0 0,0 0 0 0 0,-1 0 0 0 0,1 0 0 0 0,-1 0 0 0 0,1-1-1 0 0,6-2 1 0 0,0 1-172 0 0,-1-2 0 0 0,1 1-1 0 0,-1-1 1 0 0,1-1 0 0 0,-1 1 0 0 0,0-2-1 0 0,-1 1 1 0 0,0-1 0 0 0,1 0-1 0 0,-2-1 1 0 0,1 0 0 0 0,-1 0 0 0 0,0-1-1 0 0,7-10 1 0 0,3-8 1628 0 0,0-2 0 0 0,-2 0 0 0 0,14-36 0 0 0,-20 44 501 0 0,-3 4 471 0 0,-11 32-870 0 0,-6 20-461 0 0,-11 55 0 0 0,19-73-835 0 0,1 0 1 0 0,1 0-1 0 0,0 1 0 0 0,1-1 1 0 0,3 22-1 0 0,-3-38-118 0 0,0 0 1 0 0,1 0 0 0 0,-1-1-1 0 0,0 1 1 0 0,1-1-1 0 0,-1 1 1 0 0,1 0 0 0 0,-1-1-1 0 0,1 1 1 0 0,0-1-1 0 0,0 1 1 0 0,-1-1 0 0 0,1 1-1 0 0,0-1 1 0 0,0 0-1 0 0,1 1 1 0 0,-1-1 0 0 0,0 0-1 0 0,0 0 1 0 0,1 0-1 0 0,-1 0 1 0 0,0 0 0 0 0,1 0-1 0 0,-1 0 1 0 0,1 0-1 0 0,-1-1 1 0 0,1 1 0 0 0,0-1-1 0 0,-1 1 1 0 0,1-1-1 0 0,0 1 1 0 0,-1-1 0 0 0,1 0-1 0 0,0 0 1 0 0,-1 0-1 0 0,1 0 1 0 0,0 0 0 0 0,-1 0-1 0 0,1-1 1 0 0,0 1-1 0 0,-1 0 1 0 0,1-1 0 0 0,2 0-1 0 0,3-2-578 0 0,1 0-1 0 0,-1 0 1 0 0,0 0 0 0 0,0-1-1 0 0,0 0 1 0 0,-1-1 0 0 0,1 1-1 0 0,7-8 1 0 0,20-29-5179 0 0,-18 19 918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4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70 940 0 0,'-9'-9'1323'0'0,"0"0"-1"0"0,-1 1 0 0 0,0 0 1 0 0,-1 1-1 0 0,0 0 1 0 0,0 0-1 0 0,-18-7 1 0 0,28 14-1299 0 0,0 0 0 0 0,-1 0 0 0 0,1 0 0 0 0,0 0 0 0 0,0 0 0 0 0,-1 0 0 0 0,1 1 1 0 0,0-1-1 0 0,0 0 0 0 0,0 1 0 0 0,0-1 0 0 0,-1 1 0 0 0,1-1 0 0 0,0 1 0 0 0,0 0 0 0 0,0-1 0 0 0,0 1 1 0 0,0 0-1 0 0,0 0 0 0 0,1-1 0 0 0,-1 1 0 0 0,0 0 0 0 0,0 0 0 0 0,1 0 0 0 0,-1 0 0 0 0,0 0 0 0 0,1 1 1 0 0,-1-1-1 0 0,1 0 0 0 0,-1 0 0 0 0,1 0 0 0 0,0 0 0 0 0,-1 2 0 0 0,0 3-403 0 0,1 0 0 0 0,0-1 0 0 0,0 1 0 0 0,1 0 0 0 0,-1-1 0 0 0,1 1-1 0 0,0 0 1 0 0,1-1 0 0 0,-1 1 0 0 0,4 7 0 0 0,0 0-1844 0 0,0 3-1319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5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1 832 60 0 0,'22'25'9136'0'0,"-15"-12"-8629"0"0,0 1 0 0 0,-1 1 0 0 0,-1-1 1 0 0,0 1-1 0 0,0 0 0 0 0,-2 0 0 0 0,0 0 0 0 0,-1 0 0 0 0,0 1 0 0 0,-1-1 0 0 0,-1 1 0 0 0,0-1 0 0 0,-1 1 0 0 0,-1-1 0 0 0,-5 21 1 0 0,6-33-408 0 0,0-1 0 0 0,1 1 1 0 0,-2-1-1 0 0,1 1 0 0 0,0-1 1 0 0,0 1-1 0 0,-1-1 0 0 0,1 0 1 0 0,-5 4-1 0 0,5-4 101 0 0,-3-4-98 0 0,3 2-102 0 0,1 1 1 0 0,-1-1 0 0 0,1 0 0 0 0,0 0-1 0 0,-1 0 1 0 0,1 0 0 0 0,0 0-1 0 0,-1 0 1 0 0,1 0 0 0 0,0 0-1 0 0,-1-1 1 0 0,1 1 0 0 0,0 0-1 0 0,-1 0 1 0 0,1 0 0 0 0,0 0-1 0 0,-1 0 1 0 0,1 0 0 0 0,0-1-1 0 0,0 1 1 0 0,-1 0 0 0 0,1 0 0 0 0,0-1-1 0 0,-1 1 1 0 0,1 0 0 0 0,0 0-1 0 0,0-1 1 0 0,0 1 0 0 0,-1 0-1 0 0,1 0 1 0 0,0-1 0 0 0,0 0-1 0 0,-2-12-10 0 0,1 0 1 0 0,1-1-1 0 0,0 1 0 0 0,1-1 0 0 0,1 1 0 0 0,0-1 0 0 0,0 1 0 0 0,2 0 0 0 0,-1 0 0 0 0,2 0 0 0 0,-1 1 0 0 0,2-1 0 0 0,0 1 0 0 0,0 0 0 0 0,1 1 0 0 0,1 0 1 0 0,0 0-1 0 0,0 0 0 0 0,1 1 0 0 0,0 0 0 0 0,1 1 0 0 0,0 0 0 0 0,1 0 0 0 0,16-9 0 0 0,-22 15 6 0 0,0 1 0 0 0,0-1 0 0 0,0 1 0 0 0,1 0 0 0 0,-1 1 0 0 0,1-1 0 0 0,-1 1-1 0 0,1 0 1 0 0,0 1 0 0 0,-1-1 0 0 0,1 1 0 0 0,0 0 0 0 0,-1 0 0 0 0,1 1 0 0 0,0 0 0 0 0,9 2 0 0 0,-11-1 7 0 0,1 0 1 0 0,-1 0 0 0 0,0 0-1 0 0,0 1 1 0 0,0 0-1 0 0,0-1 1 0 0,0 1 0 0 0,0 1-1 0 0,-1-1 1 0 0,1 0 0 0 0,-1 1-1 0 0,0 0 1 0 0,0 0-1 0 0,-1 0 1 0 0,1 0 0 0 0,-1 0-1 0 0,0 1 1 0 0,0-1-1 0 0,3 8 1 0 0,-1 6 24 0 0,0 1-1 0 0,-2-1 1 0 0,0 0-1 0 0,0 1 1 0 0,-3 22-1 0 0,1-27-14 0 0,1-8-8 0 0,2 7 7 0 0,-2-9-7 0 0,5 13 13 0 0,0-12-3 0 0,-5-4-8 0 0,3 0-11 0 0,0 1 1 0 0,0-1 0 0 0,0 0-1 0 0,1 0 1 0 0,-1 0 0 0 0,0 0-1 0 0,0-1 1 0 0,1 1 0 0 0,-1-1-1 0 0,0 0 1 0 0,0-1 0 0 0,1 1-1 0 0,-1-1 1 0 0,0 0 0 0 0,0 0-1 0 0,0 0 1 0 0,0 0-1 0 0,6-3 1 0 0,-8 3-7 0 0,12-5-68 0 0,0 0-1 0 0,-1-1 1 0 0,0-1 0 0 0,-1 0 0 0 0,0-1 0 0 0,0 0 0 0 0,-1-1 0 0 0,0 0 0 0 0,0-1 0 0 0,12-16-1 0 0,-6 3 3 0 0,0 0 0 0 0,-2-1 0 0 0,-1-1-1 0 0,16-36 1 0 0,-30 61 72 0 0,1-1 0 0 0,0 1 0 0 0,-1 0 1 0 0,1 0-1 0 0,-1 0 0 0 0,1-1 0 0 0,-1 1 0 0 0,1 0 0 0 0,-1-1 1 0 0,0 1-1 0 0,0 0 0 0 0,0-1 0 0 0,0 1 0 0 0,0-1 0 0 0,0 1 1 0 0,0 0-1 0 0,0-1 0 0 0,0 1 0 0 0,0 0 0 0 0,-1-1 0 0 0,1 1 1 0 0,-1 0-1 0 0,1 0 0 0 0,-1-1 0 0 0,1 1 0 0 0,-1 0 0 0 0,-1-1 1 0 0,-3 1-6 0 0,-2 3 12 0 0,0 0-1 0 0,0 1 0 0 0,0 0 1 0 0,0 0-1 0 0,1 0 1 0 0,-1 1-1 0 0,1 0 0 0 0,0 0 1 0 0,0 1-1 0 0,0 0 0 0 0,1 0 1 0 0,0 0-1 0 0,-8 9 1 0 0,-8 13 48 0 0,-28 46 0 0 0,47-70-49 0 0,-3 5 12 0 0,0 0-1 0 0,1 0 1 0 0,-5 15 0 0 0,8-20-13 0 0,0-1 0 0 0,0 2 1 0 0,1-1-1 0 0,-1 0 0 0 0,1 0 0 0 0,-1 0 1 0 0,1 0-1 0 0,0 0 0 0 0,0 0 0 0 0,1 0 1 0 0,-1 0-1 0 0,0 0 0 0 0,1 1 0 0 0,1 2 1 0 0,-1-5-27 0 0,-1 0 0 0 0,1 0 0 0 0,0 0 0 0 0,0 0 1 0 0,0 0-1 0 0,1 0 0 0 0,-1 0 0 0 0,0 0 0 0 0,0 0 1 0 0,0 0-1 0 0,1 0 0 0 0,-1-1 0 0 0,0 1 0 0 0,1-1 1 0 0,-1 1-1 0 0,1-1 0 0 0,-1 1 0 0 0,0-1 0 0 0,1 0 1 0 0,2 1-1 0 0,30-1-799 0 0,-33 0 786 0 0,29-2-917 0 0,-1-2-1 0 0,0-1 0 0 0,0-1 1 0 0,43-16-1 0 0,110-53-3256 0 0,-142 57 3430 0 0,-21 10 416 0 0,80-39 325 0 0,-89 42 531 0 0,1-2-1 0 0,-1 1 1 0 0,0-1-1 0 0,-1-1 1 0 0,0 0 0 0 0,13-14-1 0 0,-21 21-384 0 0,0 0 1 0 0,0 0-1 0 0,-1 0 0 0 0,1 0 1 0 0,-1 0-1 0 0,1 0 0 0 0,0 0 0 0 0,-1-1 1 0 0,0 1-1 0 0,1 0 0 0 0,-1 0 1 0 0,1-2-1 0 0,-1 2-74 0 0,0 1 0 0 0,0 0 0 0 0,0-1 0 0 0,-1 1 0 0 0,1-1 0 0 0,0 1 0 0 0,0-1 0 0 0,0 1 0 0 0,0 0 0 0 0,0-1 0 0 0,-1 1 0 0 0,1-1 0 0 0,0 1 1 0 0,0 0-1 0 0,-1-1 0 0 0,1 1 0 0 0,0 0 0 0 0,-1-1 0 0 0,1 1 0 0 0,0 0 0 0 0,-1-1 0 0 0,1 1 0 0 0,-1 0 0 0 0,0-1 27 0 0,-1 0 1 0 0,1 1-1 0 0,-1-1 1 0 0,0 1-1 0 0,1 0 1 0 0,-1 0-1 0 0,0-1 0 0 0,1 1 1 0 0,-1 0-1 0 0,0 0 1 0 0,1 0-1 0 0,-1 1 1 0 0,0-1-1 0 0,1 0 0 0 0,-3 2 1 0 0,-10 3 167 0 0,0 1 1 0 0,1 0-1 0 0,0 1 0 0 0,0 1 1 0 0,1 0-1 0 0,0 1 0 0 0,0 0 1 0 0,1 1-1 0 0,-17 19 1 0 0,17-17-103 0 0,0 1 1 0 0,1 0 0 0 0,1 0 0 0 0,0 1 0 0 0,1 0 0 0 0,1 1 0 0 0,0 0 0 0 0,-9 30 0 0 0,15-41-101 0 0,0 1 0 0 0,0-1 1 0 0,0 1-1 0 0,1-1 0 0 0,-1 1 0 0 0,1-1 1 0 0,1 1-1 0 0,-1-1 0 0 0,0 1 0 0 0,1-1 1 0 0,0 1-1 0 0,0-1 0 0 0,0 1 1 0 0,1-1-1 0 0,0 0 0 0 0,3 7 0 0 0,-3-8-11 0 0,0 0-1 0 0,0-1 0 0 0,1 1 1 0 0,-1-1-1 0 0,1 0 0 0 0,0 0 1 0 0,-1 0-1 0 0,1 0 0 0 0,0 0 1 0 0,0 0-1 0 0,0-1 0 0 0,0 1 1 0 0,1-1-1 0 0,-1 0 0 0 0,0 0 1 0 0,1 0-1 0 0,-1-1 0 0 0,0 1 1 0 0,1-1-1 0 0,-1 0 0 0 0,1 0 1 0 0,5 0-1 0 0,4-2-51 0 0,1 0 0 0 0,-1 0 0 0 0,0-2 1 0 0,0 1-1 0 0,0-2 0 0 0,-1 0 0 0 0,0 0 0 0 0,0-1 0 0 0,0 0 1 0 0,0-1-1 0 0,17-14 0 0 0,-5 1-398 0 0,-1 0-1 0 0,-1-2 1 0 0,-1 0 0 0 0,19-26-1 0 0,-16 14-81 0 0,-1-1-1 0 0,-2-1 1 0 0,-2 0 0 0 0,28-73-1 0 0,-17 21 121 0 0,19-98-1 0 0,-17 6 854 0 0,-30 159-114 0 0,0-1-1 0 0,-2 1 0 0 0,-1 0 0 0 0,0 0 0 0 0,-2 0 0 0 0,-7-33 1 0 0,9 50-263 0 0,-1 0-1 0 0,1 0 1 0 0,-1 0 0 0 0,0 0 0 0 0,0 0 0 0 0,0 0 0 0 0,0 0 0 0 0,-1 1 0 0 0,1-1 0 0 0,-1 1 0 0 0,0 0 0 0 0,0 0 0 0 0,-7-5 0 0 0,8 7-64 0 0,1 1-1 0 0,-1-1 1 0 0,1 1-1 0 0,-1-1 1 0 0,1 1 0 0 0,-1 0-1 0 0,0 0 1 0 0,1-1 0 0 0,-1 1-1 0 0,1 0 1 0 0,-1 1-1 0 0,0-1 1 0 0,1 0 0 0 0,-1 0-1 0 0,1 1 1 0 0,-1-1 0 0 0,0 1-1 0 0,1-1 1 0 0,-1 1-1 0 0,1 0 1 0 0,0 0 0 0 0,-1-1-1 0 0,-1 3 1 0 0,-28 22 243 0 0,19-11-104 0 0,1 0-1 0 0,1 1 1 0 0,0 0-1 0 0,1 0 1 0 0,0 1-1 0 0,2 0 1 0 0,-8 24 0 0 0,-30 122 744 0 0,35-110-650 0 0,1 1 1 0 0,-2 87 0 0 0,11-106-171 0 0,2 1-1 0 0,0-1 0 0 0,3-1 1 0 0,0 1-1 0 0,13 40 1 0 0,-14-63-169 0 0,-1-1 1 0 0,1-1 0 0 0,0 1 0 0 0,1 0-1 0 0,1-1 1 0 0,-1 0 0 0 0,1 0 0 0 0,1-1-1 0 0,8 10 1 0 0,-8-12-375 0 0,0 0 0 0 0,1 0 0 0 0,0 0-1 0 0,0-1 1 0 0,0-1 0 0 0,0 1 0 0 0,0-1 0 0 0,1-1-1 0 0,0 1 1 0 0,16 2 0 0 0,15 2-3613 0 0,0-3-1977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6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180 634 804 0 0,'1'-14'1595'0'0,"2"-6"887"0"0,-1-1-1 0 0,-1 1 1 0 0,-3-33 0 0 0,2 52-2430 0 0,0 0 0 0 0,0 0 0 0 0,0 0 0 0 0,0 0 0 0 0,0 0 0 0 0,0 0 1 0 0,-1 0-1 0 0,1 0 0 0 0,0 0 0 0 0,-1 0 0 0 0,1 0 0 0 0,-1 0 0 0 0,1 0 0 0 0,-1 1 0 0 0,1-1 1 0 0,-1 0-1 0 0,0 0 0 0 0,1 0 0 0 0,-1 1 0 0 0,0-1 0 0 0,1 0 0 0 0,-1 1 0 0 0,0-1 0 0 0,0 1 1 0 0,-1-1-1 0 0,1 0-29 0 0,-1 1-1 0 0,1 0 1 0 0,0 0 0 0 0,-1 0 0 0 0,1 0 0 0 0,0 1 0 0 0,-1-1-1 0 0,1 0 1 0 0,0 0 0 0 0,-1 1 0 0 0,1-1 0 0 0,0 1 0 0 0,0-1 0 0 0,-1 1-1 0 0,-1 1 1 0 0,-5 3 6 0 0,1 1 0 0 0,0 0 0 0 0,-12 12 0 0 0,6-3 12 0 0,1-1 0 0 0,1 2 0 0 0,0-1 1 0 0,2 1-1 0 0,-16 32 0 0 0,20-36-24 0 0,1 0 1 0 0,0 1 0 0 0,0-1-1 0 0,1 0 1 0 0,1 1-1 0 0,0 0 1 0 0,0 0 0 0 0,2 0-1 0 0,0 18 1 0 0,0-28-24 0 0,1 1 0 0 0,0-1 0 0 0,-1 1 1 0 0,1-1-1 0 0,0 0 0 0 0,1 1 1 0 0,-1-1-1 0 0,0 0 0 0 0,1 0 0 0 0,0 0 1 0 0,0 0-1 0 0,0 0 0 0 0,0 0 0 0 0,0-1 1 0 0,1 1-1 0 0,-1-1 0 0 0,1 1 0 0 0,-1-1 1 0 0,1 0-1 0 0,0 0 0 0 0,0 0 1 0 0,0-1-1 0 0,0 1 0 0 0,0-1 0 0 0,1 1 1 0 0,-1-1-1 0 0,0 0 0 0 0,1 0 0 0 0,-1 0 1 0 0,0-1-1 0 0,1 1 0 0 0,-1-1 0 0 0,6 0 1 0 0,-1 0-33 0 0,0 0 1 0 0,-1-1 0 0 0,1 0 0 0 0,0 0 0 0 0,-1-1-1 0 0,1 1 1 0 0,-1-2 0 0 0,1 1 0 0 0,-1-1-1 0 0,0 0 1 0 0,0-1 0 0 0,0 0 0 0 0,-1 0-1 0 0,10-7 1 0 0,-6 0-5 0 0,1-1 1 0 0,-2 0-1 0 0,0-1 0 0 0,0 0 0 0 0,-1 0 0 0 0,-1-1 1 0 0,0 0-1 0 0,5-16 0 0 0,9-17 324 0 0,-15 38-269 0 0,-3 9 62 0 0,-2 14 26 0 0,-1 0-61 0 0,0 8 45 0 0,4 38 0 0 0,-3-54-78 0 0,0-1 0 0 0,0 1 0 0 0,1-1 0 0 0,-1 0 0 0 0,1 1 0 0 0,0-1 0 0 0,1 0 0 0 0,-1 0 1 0 0,1-1-1 0 0,0 1 0 0 0,0 0 0 0 0,6 4 0 0 0,-6-6-4 0 0,0-1 1 0 0,0 0-1 0 0,0 0 0 0 0,1 0 1 0 0,-1 0-1 0 0,1 0 0 0 0,-1-1 0 0 0,1 0 1 0 0,-1 1-1 0 0,1-1 0 0 0,0-1 1 0 0,0 1-1 0 0,0-1 0 0 0,0 1 1 0 0,-1-1-1 0 0,1 0 0 0 0,7-1 1 0 0,3-1-151 0 0,-1 0 1 0 0,1-1-1 0 0,21-8 1 0 0,-17 4-154 0 0,-1-1 0 0 0,0 0 1 0 0,-1-2-1 0 0,0 0 0 0 0,0 0 1 0 0,-1-2-1 0 0,-1 0 0 0 0,0 0 0 0 0,0-2 1 0 0,21-26-1 0 0,-12 9-30 0 0,-1-1-1 0 0,-2-1 1 0 0,-1-1-1 0 0,19-45 1 0 0,-17 25 626 0 0,25-100 0 0 0,-3-59 2921 0 0,-36 166-2486 0 0,-7 45-673 0 0,-22 395 3020 0 0,10-228-2226 0 0,7-110-631 0 0,1-18-103 0 0,2 1 1 0 0,1-1 0 0 0,6 50-1 0 0,-5-84-121 0 0,0-1 0 0 0,1 0 0 0 0,-1 0 0 0 0,1 1-1 0 0,-1-1 1 0 0,1 0 0 0 0,-1 0 0 0 0,1 1 0 0 0,0-1-1 0 0,0 0 1 0 0,0 0 0 0 0,0 0 0 0 0,1 0 0 0 0,-1 0-1 0 0,1-1 1 0 0,-1 1 0 0 0,1 0 0 0 0,-1-1 0 0 0,1 1-1 0 0,0-1 1 0 0,0 1 0 0 0,0-1 0 0 0,0 0 0 0 0,0 0-1 0 0,0 0 1 0 0,0 0 0 0 0,0 0 0 0 0,0 0 0 0 0,0 0-1 0 0,1-1 1 0 0,-1 1 0 0 0,0-1 0 0 0,4 0 0 0 0,0 0-222 0 0,0-1 0 0 0,1 0 1 0 0,-1 0-1 0 0,0 0 1 0 0,0-1-1 0 0,0 0 1 0 0,-1 0-1 0 0,1-1 0 0 0,0 0 1 0 0,-1 0-1 0 0,9-5 1 0 0,1-4-1171 0 0,0 0 0 0 0,0-1 0 0 0,-2-1 0 0 0,1 0 0 0 0,15-22 0 0 0,-5 2-3004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7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23 2648 0 0,'-127'2'11345'0'0,"126"-2"-11325"0"0,1 0 1 0 0,-1 0-1 0 0,1 0 1 0 0,0 0-1 0 0,-1 0 1 0 0,1 0-1 0 0,0 0 0 0 0,-1 0 1 0 0,1 0-1 0 0,-1 0 1 0 0,1 0-1 0 0,0 0 1 0 0,-1 1-1 0 0,1-1 1 0 0,0 0-1 0 0,-1 0 1 0 0,1 0-1 0 0,0 1 1 0 0,-1-1-1 0 0,1 0 1 0 0,0 0-1 0 0,0 1 1 0 0,-1-1-1 0 0,1 0 1 0 0,0 1-1 0 0,0-1 1 0 0,-1 1-1 0 0,1-1-4 0 0,1 1 0 0 0,-1-1 0 0 0,0 0-1 0 0,1 1 1 0 0,-1-1 0 0 0,0 1 0 0 0,1-1 0 0 0,-1 0 0 0 0,0 0-1 0 0,1 1 1 0 0,-1-1 0 0 0,1 0 0 0 0,-1 1 0 0 0,0-1 0 0 0,1 0-1 0 0,-1 0 1 0 0,1 0 0 0 0,-1 0 0 0 0,1 1 0 0 0,-1-1 0 0 0,1 0-1 0 0,-1 0 1 0 0,1 0 0 0 0,-1 0 0 0 0,1 0 0 0 0,-1 0 0 0 0,1 0-1 0 0,-1 0 1 0 0,0 0 0 0 0,1-1 0 0 0,0 1 0 0 0,254-16 182 0 0,-56 1-7187 0 0,-179 13 4348 0 0,-2 1-596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8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54 476 0 0,'15'-43'8308'0'0,"-15"41"-7824"0"0,4-7 881 0 0,-1 36-1028 0 0,-1-1 1 0 0,-1 0-1 0 0,-2 1 0 0 0,-4 34 1 0 0,1-14-48 0 0,-7 100-330 0 0,-8 169 1525 0 0,23-105-9884 0 0,-3-200 5147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9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75 371 228 0 0,'-26'-7'4462'0'0,"19"5"-3002"0"0,1 0-1 0 0,-1 0 0 0 0,0 0 1 0 0,-14 0-1 0 0,46 10-950 0 0,10-8-425 0 0,1-3 1 0 0,0-1-1 0 0,-1-1 1 0 0,47-14-1 0 0,-13 4-59 0 0,-45 10-21 0 0,222-54-103 0 0,-216 50-36 0 0,-1-2 1 0 0,0-1-1 0 0,0-1 0 0 0,-1-2 0 0 0,51-35 1 0 0,-66 40 83 0 0,-1-1-1 0 0,0-1 1 0 0,11-13 0 0 0,-18 19 41 0 0,0 1-1 0 0,-1-2 0 0 0,0 1 1 0 0,0 0-1 0 0,-1-1 1 0 0,1 0-1 0 0,-1 0 0 0 0,3-13 1 0 0,-6 20 9 0 0,1-1 1 0 0,-1 1 0 0 0,0-1-1 0 0,0 0 1 0 0,0 1-1 0 0,0-1 1 0 0,0 1 0 0 0,0-1-1 0 0,0 0 1 0 0,0 1 0 0 0,0-1-1 0 0,0 0 1 0 0,0 1-1 0 0,0-1 1 0 0,0 1 0 0 0,0-1-1 0 0,-1 0 1 0 0,1 1 0 0 0,-1-2-1 0 0,-7 4 3 0 0,-11 18 32 0 0,4 4 1 0 0,1 1 1 0 0,1 1-1 0 0,1 0 1 0 0,-9 29-1 0 0,-28 114 342 0 0,45-154-357 0 0,-9 47 80 0 0,3 0 0 0 0,-4 91 0 0 0,11-111-33 0 0,3-3 515 0 0,1-37-483 0 0,1-4-18 0 0,6-3-53 0 0,-1 0 1 0 0,0-1-1 0 0,0 0 1 0 0,-1-1-1 0 0,0 1 1 0 0,0-1-1 0 0,0-1 1 0 0,-1 1-1 0 0,6-11 1 0 0,24-29-74 0 0,-29 39 24 0 0,1 1-1 0 0,0 0 1 0 0,1 0-1 0 0,-1 1 1 0 0,1 0-1 0 0,1 0 1 0 0,9-4-1 0 0,-16 9 24 0 0,0 1 0 0 0,1 0 0 0 0,-1 0-1 0 0,0 0 1 0 0,0 0 0 0 0,1 0 0 0 0,-1 0-1 0 0,0 1 1 0 0,0-1 0 0 0,0 1 0 0 0,1 0-1 0 0,-1-1 1 0 0,0 1 0 0 0,0 0 0 0 0,0 0-1 0 0,0 0 1 0 0,0 1 0 0 0,0-1 0 0 0,-1 0-1 0 0,1 1 1 0 0,0-1 0 0 0,-1 1 0 0 0,1 0-1 0 0,1 2 1 0 0,4 7 41 0 0,-1 0 1 0 0,-1 0-1 0 0,0 0 0 0 0,0 1 0 0 0,-1 0 0 0 0,-1 0 0 0 0,0 0 0 0 0,2 15 1 0 0,-2-10-1 0 0,0-1 1 0 0,2-1 0 0 0,0 1-1 0 0,7 16 1 0 0,-10-29-32 0 0,0 0 1 0 0,0 0 0 0 0,1 0-1 0 0,-1 0 1 0 0,1-1-1 0 0,0 1 1 0 0,0-1-1 0 0,0 1 1 0 0,0-1-1 0 0,0 0 1 0 0,0 0-1 0 0,1 0 1 0 0,-1-1-1 0 0,1 1 1 0 0,-1-1-1 0 0,1 0 1 0 0,-1 0-1 0 0,1 0 1 0 0,0 0-1 0 0,0-1 1 0 0,-1 1 0 0 0,1-1-1 0 0,0 0 1 0 0,0 0-1 0 0,4-1 1 0 0,8 0 23 0 0,0-1 0 0 0,-1-1 0 0 0,1-1 0 0 0,25-9 0 0 0,-24 7-22 0 0,-1-2 0 0 0,0 0 0 0 0,-1-1 0 0 0,0 0-1 0 0,0-1 1 0 0,-1-1 0 0 0,0 0 0 0 0,-1-1 0 0 0,0-1 0 0 0,19-24 0 0 0,-16 15 33 0 0,0-1 0 0 0,-2 0 0 0 0,0-1 1 0 0,-2 0-1 0 0,-1-2 0 0 0,11-32 0 0 0,-20 50 67 0 0,-1 0 0 0 0,0 0-1 0 0,0 0 1 0 0,-1-16-1 0 0,0 21-87 0 0,0 2-22 0 0,0 1 0 0 0,0-1 0 0 0,0 1 0 0 0,0-1 0 0 0,0 1 0 0 0,0 0 0 0 0,-1-1 0 0 0,1 1 0 0 0,0-1 1 0 0,0 1-1 0 0,-1-1 0 0 0,1 1 0 0 0,0 0 0 0 0,0-1 0 0 0,-1 1 0 0 0,1 0 0 0 0,0-1 0 0 0,-1 1 0 0 0,1 0 0 0 0,-1-1 0 0 0,1 1 0 0 0,0 0 0 0 0,-1 0 1 0 0,1 0-1 0 0,-1-1 0 0 0,1 1 0 0 0,-1 0 0 0 0,1 0 0 0 0,-1 0 0 0 0,1 0 0 0 0,0 0 0 0 0,-1 0 0 0 0,1 0 0 0 0,-1 0 0 0 0,1 0 0 0 0,-1 0 0 0 0,1 0 1 0 0,-1 0-1 0 0,1 0 0 0 0,-1 0 0 0 0,1 0 0 0 0,-1 1 0 0 0,0-1 0 0 0,-19 8 69 0 0,12-2-42 0 0,1 1-1 0 0,0 1 0 0 0,0-1 0 0 0,0 1 0 0 0,1 0 0 0 0,0 1 0 0 0,1-1 0 0 0,-1 1 0 0 0,2 1 1 0 0,-1-1-1 0 0,2 0 0 0 0,-6 17 0 0 0,7-17-13 0 0,-1 1 0 0 0,2-1-1 0 0,-1 1 1 0 0,1-1 0 0 0,1 1 0 0 0,-1 0 0 0 0,2 0-1 0 0,-1-1 1 0 0,1 1 0 0 0,1 0 0 0 0,0-1 0 0 0,0 1-1 0 0,5 11 1 0 0,-4-16-4 0 0,-1 0 0 0 0,1-1 0 0 0,0 1-1 0 0,1-1 1 0 0,-1 0 0 0 0,1 0 0 0 0,-1 0 0 0 0,1-1 0 0 0,0 1-1 0 0,1-1 1 0 0,-1 0 0 0 0,1 0 0 0 0,-1 0 0 0 0,1-1-1 0 0,0 0 1 0 0,0 0 0 0 0,0 0 0 0 0,0 0 0 0 0,0-1 0 0 0,0 0-1 0 0,8 1 1 0 0,11 1-58 0 0,0-1-1 0 0,0-2 1 0 0,34-2-1 0 0,-55 2 28 0 0,137-16-4061 0 0,210-51 1 0 0,-299 56 2203 0 0,40-8-2423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09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20 864 0 0,'-120'-18'8801'0'0,"118"18"-8737"0"0,0-1 0 0 0,0 1-1 0 0,0 0 1 0 0,0 0 0 0 0,0 0 0 0 0,1 0 0 0 0,-1 0 0 0 0,0 1-1 0 0,0-1 1 0 0,0 1 0 0 0,0-1 0 0 0,1 1 0 0 0,-1-1 0 0 0,0 1-1 0 0,1 0 1 0 0,-1 0 0 0 0,0 0 0 0 0,1 0 0 0 0,-1 0 0 0 0,1 0-1 0 0,-1 1 1 0 0,1-1 0 0 0,0 0 0 0 0,0 1 0 0 0,-1-1 0 0 0,1 1-1 0 0,0-1 1 0 0,0 1 0 0 0,0 0 0 0 0,1-1 0 0 0,-1 1 0 0 0,0 0 0 0 0,0 2-1 0 0,-2 6 306 0 0,0 1-1 0 0,1-1 0 0 0,1 1 1 0 0,-2 17-1 0 0,2-11 84 0 0,-11 211 2039 0 0,9-110-1862 0 0,-83 869 1288 0 0,84-962-2114 0 0,2-18-186 0 0,-1 0-1 0 0,1-1 0 0 0,-1 1 1 0 0,0 0-1 0 0,-1 0 1 0 0,1 0-1 0 0,-1-1 1 0 0,-1 1-1 0 0,-4 10 0 0 0,6-17 108 0 0,0 1 0 0 0,1-1-1 0 0,-1 1 1 0 0,0-1 0 0 0,0 0-1 0 0,0 1 1 0 0,0-1 0 0 0,1 0-1 0 0,-1 0 1 0 0,0 0-1 0 0,0 0 1 0 0,0 1 0 0 0,0-1-1 0 0,0 0 1 0 0,0-1 0 0 0,0 1-1 0 0,1 0 1 0 0,-1 0 0 0 0,0 0-1 0 0,0 0 1 0 0,0-1-1 0 0,0 1 1 0 0,0 0 0 0 0,1-1-1 0 0,-1 1 1 0 0,0-1 0 0 0,-1 0-1 0 0,-10-11-4714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0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1316 0 0,'5'-11'682'0'0,"0"-1"-1"0"0,1 1 1 0 0,0 1-1 0 0,1-1 1 0 0,0 1 0 0 0,0 0-1 0 0,14-13 1 0 0,-11 14-434 0 0,1 0 0 0 0,-1 1 1 0 0,2 0-1 0 0,-1 0 1 0 0,1 1-1 0 0,1 1 0 0 0,-1 0 1 0 0,1 1-1 0 0,0 0 0 0 0,22-4 1 0 0,-14 4-104 0 0,-1 2 1 0 0,1 1-1 0 0,-1 0 1 0 0,1 2-1 0 0,30 2 1 0 0,-36-1-81 0 0,0 1 0 0 0,-1 1 0 0 0,1 1 1 0 0,-1 0-1 0 0,0 0 0 0 0,0 2 0 0 0,-1-1 0 0 0,19 12 0 0 0,-29-15-14 0 0,1 0 0 0 0,-1 0-1 0 0,0 0 1 0 0,0 1 0 0 0,-1-1-1 0 0,1 1 1 0 0,0-1 0 0 0,-1 1-1 0 0,0 0 1 0 0,1 0 0 0 0,-1 0-1 0 0,-1 1 1 0 0,1-1-1 0 0,0 0 1 0 0,-1 1 0 0 0,1-1-1 0 0,-1 1 1 0 0,1 5 0 0 0,-2-4 3 0 0,0-1 1 0 0,0 1 0 0 0,0-1-1 0 0,-1 0 1 0 0,1 1 0 0 0,-1-1 0 0 0,0 0-1 0 0,-1 1 1 0 0,1-1 0 0 0,-1 0-1 0 0,0 0 1 0 0,0 0 0 0 0,0 0-1 0 0,0 0 1 0 0,-5 4 0 0 0,0 1-24 0 0,-2 0 0 0 0,1-1 0 0 0,-1 0 0 0 0,0-1 0 0 0,0 0 1 0 0,-1 0-1 0 0,0-1 0 0 0,-1 0 0 0 0,1-1 0 0 0,-1 0 0 0 0,0-1 0 0 0,-18 5 1 0 0,27-8-193 0 0,0 0 1 0 0,1-1-1 0 0,-1 1 1 0 0,1-1-1 0 0,-1 0 1 0 0,0 0-1 0 0,0 1 1 0 0,1-1-1 0 0,-1 0 1 0 0,0 0-1 0 0,1 0 1 0 0,-1-1 0 0 0,0 1-1 0 0,1 0 1 0 0,-1-1-1 0 0,0 1 1 0 0,1-1-1 0 0,-1 1 1 0 0,1-1-1 0 0,-1 0 1 0 0,1 0-1 0 0,-1 1 1 0 0,-1-3 0 0 0,3 2-64 0 0,0 1 0 0 0,0-1 1 0 0,0 0-1 0 0,0 0 1 0 0,1 0-1 0 0,-1 1 1 0 0,0-1-1 0 0,1 0 1 0 0,-1 1-1 0 0,0-1 0 0 0,1 0 1 0 0,-1 1-1 0 0,1-1 1 0 0,-1 0-1 0 0,2 0 1 0 0,5-9-3148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0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31 1612 0 0,'2'-1'2041'0'0,"20"-8"2949"0"0,-14 16-3015 0 0,-9 5-1372 0 0,-1 0 1 0 0,0 0 0 0 0,-1 0 0 0 0,-1-1-1 0 0,-6 17 1 0 0,-7 26 271 0 0,15-47-787 0 0,-17 92 697 0 0,18-88-718 0 0,0 0 0 0 0,1 0 0 0 0,0 0 0 0 0,0 0 0 0 0,1 0 0 0 0,1 0 0 0 0,3 11 0 0 0,-5-19-52 0 0,1-1 0 0 0,0 0 0 0 0,0 1 0 0 0,0-1-1 0 0,1 1 1 0 0,-1-1 0 0 0,1 0 0 0 0,-1 0 0 0 0,1 0 0 0 0,0 0 0 0 0,0 0-1 0 0,0 0 1 0 0,0 0 0 0 0,0-1 0 0 0,0 1 0 0 0,0-1 0 0 0,0 1 0 0 0,1-1-1 0 0,-1 0 1 0 0,0 0 0 0 0,1 0 0 0 0,-1 0 0 0 0,1 0 0 0 0,0-1 0 0 0,-1 1-1 0 0,4-1 1 0 0,-1 1 0 0 0,0-1 0 0 0,1 0 0 0 0,-1 0 0 0 0,0-1 0 0 0,0 0 0 0 0,0 0 0 0 0,1 0 0 0 0,-1 0 0 0 0,0-1 0 0 0,-1 0 0 0 0,1 0 0 0 0,8-4 0 0 0,-3-1-6 0 0,0-1 0 0 0,-1 1 1 0 0,0-2-1 0 0,0 1 1 0 0,0-1-1 0 0,-1-1 1 0 0,0 0-1 0 0,-1 0 1 0 0,0 0-1 0 0,-1-1 0 0 0,0 1 1 0 0,-1-2-1 0 0,6-14 1 0 0,-8 17-17 0 0,0 0 1 0 0,0-1 0 0 0,-1 1-1 0 0,0-1 1 0 0,-1 1 0 0 0,0-1-1 0 0,0 0 1 0 0,-1 1 0 0 0,-1-1-1 0 0,1 0 1 0 0,-1 1 0 0 0,-1-1-1 0 0,0 1 1 0 0,0-1 0 0 0,-1 1-1 0 0,0 0 1 0 0,-7-13 0 0 0,6 15 0 0 0,-1-1 0 0 0,0 0 0 0 0,0 1 0 0 0,-13-13 0 0 0,16 18 4 0 0,0 0 0 0 0,-1 0 1 0 0,1 0-1 0 0,-1 0 0 0 0,1 1 0 0 0,-1-1 1 0 0,0 1-1 0 0,1-1 0 0 0,-1 1 0 0 0,0 0 1 0 0,0 0-1 0 0,0 0 0 0 0,0 1 0 0 0,0-1 1 0 0,0 1-1 0 0,0-1 0 0 0,0 1 0 0 0,0 0 1 0 0,-5 1-1 0 0,5-1-98 0 0,1 1 1 0 0,0-1 0 0 0,0 1-1 0 0,-1 0 1 0 0,1 0-1 0 0,0 0 1 0 0,0 0-1 0 0,0 0 1 0 0,0 0 0 0 0,0 1-1 0 0,0-1 1 0 0,0 1-1 0 0,1-1 1 0 0,-1 1 0 0 0,0 0-1 0 0,1 0 1 0 0,-1-1-1 0 0,1 1 1 0 0,0 0-1 0 0,0 0 1 0 0,0 0 0 0 0,0 1-1 0 0,0-1 1 0 0,0 0-1 0 0,0 0 1 0 0,1 1-1 0 0,-1 2 1 0 0,1-3-241 0 0,0 0 0 0 0,0 0 0 0 0,0 0 0 0 0,0 0 0 0 0,1 0 0 0 0,-1 0 0 0 0,1 0 1 0 0,-1 0-1 0 0,1 0 0 0 0,0 0 0 0 0,0 0 0 0 0,0-1 0 0 0,0 1 0 0 0,0 0 0 0 0,0 0 0 0 0,0-1 0 0 0,1 1 0 0 0,-1-1 0 0 0,0 1 0 0 0,1-1 0 0 0,0 0 1 0 0,2 3-1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2288 0 0,'14'-8'5705'0'0,"-13"7"-5486"0"0,0 1 1 0 0,0-1 0 0 0,-1 1 0 0 0,1 0-1 0 0,0-1 1 0 0,1 1 0 0 0,-1 0 0 0 0,0-1-1 0 0,0 1 1 0 0,0 0 0 0 0,0 0 0 0 0,0 0-1 0 0,0 0 1 0 0,0 0 0 0 0,0 0 0 0 0,0 0-1 0 0,0 0 1 0 0,0 0 0 0 0,0 1 0 0 0,0-1-1 0 0,0 0 1 0 0,0 1 0 0 0,2 0 0 0 0,-2 0-112 0 0,0 1 1 0 0,0-1 0 0 0,0 1 0 0 0,-1-1 0 0 0,1 1 0 0 0,0 0 0 0 0,-1-1 0 0 0,1 1-1 0 0,-1 0 1 0 0,1-1 0 0 0,-1 1 0 0 0,0 0 0 0 0,0-1 0 0 0,0 1 0 0 0,0 0 0 0 0,0 2-1 0 0,-19 236 2127 0 0,16-199-3785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73 816 0 0,'-5'-12'2184'0'0,"1"-2"-680"0"0,1 6-231 0 0,0-1 427 0 0,-3-6-632 0 0,0 6-416 0 0,-3 4-920 0 0,4 15-2124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1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1880 0 0,'10'21'3853'0'0,"14"45"0"0"0,-13-23-2434 0 0,7 52 1 0 0,-14-42 1083 0 0,-7-53-2328 0 0,3 1-168 0 0,0-1-1 0 0,-1 0 1 0 0,1 0-1 0 0,-1 0 1 0 0,1 0-1 0 0,0 1 0 0 0,-1-1 1 0 0,1 0-1 0 0,-1 0 1 0 0,1 0-1 0 0,-1 0 1 0 0,1 0-1 0 0,0 0 1 0 0,-1 0-1 0 0,1 0 0 0 0,-1-1 1 0 0,1 1-1 0 0,0 0 1 0 0,-1 0-1 0 0,1 0 1 0 0,-1 0-1 0 0,1 0 1 0 0,-1-1-1 0 0,-2-9-30 0 0,0 1-1 0 0,1-1 1 0 0,0 1 0 0 0,1-1-1 0 0,0 0 1 0 0,0 0 0 0 0,1 1-1 0 0,0-1 1 0 0,1 0-1 0 0,0 0 1 0 0,1 0 0 0 0,0 1-1 0 0,0-1 1 0 0,1 1 0 0 0,0-1-1 0 0,1 1 1 0 0,0 0 0 0 0,0 1-1 0 0,1-1 1 0 0,9-11-1 0 0,-9 12 16 0 0,0 1 1 0 0,0-1-1 0 0,1 1 0 0 0,0 1 0 0 0,1-1 0 0 0,-1 1 0 0 0,1 0 0 0 0,1 1 0 0 0,-1 0 0 0 0,1 0 0 0 0,0 0 0 0 0,0 1 0 0 0,0 0 0 0 0,0 1 0 0 0,1 0 0 0 0,0 0 0 0 0,-1 0 0 0 0,1 2 0 0 0,0-1 0 0 0,0 1 0 0 0,0 0 0 0 0,14 1 0 0 0,-17 1 53 0 0,0 0 1 0 0,-1 0-1 0 0,1 0 1 0 0,0 1-1 0 0,-1 0 1 0 0,1 0-1 0 0,-1 1 0 0 0,0 0 1 0 0,0 0-1 0 0,0 0 1 0 0,0 0-1 0 0,0 1 1 0 0,-1 0-1 0 0,1 0 0 0 0,-1 0 1 0 0,0 0-1 0 0,0 1 1 0 0,-1-1-1 0 0,1 1 1 0 0,-1 0-1 0 0,0 0 0 0 0,-1 1 1 0 0,1-1-1 0 0,3 11 1 0 0,-2-3 65 0 0,0 1-1 0 0,-1-1 1 0 0,-1 1 0 0 0,0 0 0 0 0,0 0 0 0 0,-2 0-1 0 0,0 1 1 0 0,0-1 0 0 0,-4 18 0 0 0,2-18-183 0 0,-7 45 110 0 0,7-22-3163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1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58 152 392 0 0,'25'-57'6258'0'0,"-16"33"-3761"0"0,2 2 1 0 0,15-25-1 0 0,-25 45-2119 0 0,-4 40 802 0 0,-1-1-1 0 0,-1-1 1 0 0,-18 60 0 0 0,3-8-529 0 0,8-34-436 0 0,-31 173 463 0 0,34-162-626 0 0,-1 100 0 0 0,10-161-213 0 0,0-1 0 0 0,0 0 0 0 0,1 1 0 0 0,0-1 0 0 0,-1 1 0 0 0,1-1 0 0 0,0 0 0 0 0,1 0 0 0 0,2 6 0 0 0,-3-8-201 0 0,0 1 1 0 0,0-1-1 0 0,0 1 1 0 0,0-1-1 0 0,0 1 1 0 0,1-1 0 0 0,-1 0-1 0 0,0 1 1 0 0,1-1-1 0 0,0 0 1 0 0,1 1-1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1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119 174 1812 0 0,'-52'-16'7410'0'0,"-12"-5"-231"0"0,62 20-6795 0 0,3 0-338 0 0,0 0 0 0 0,0 0 1 0 0,0 0-1 0 0,0 0 0 0 0,0 0 1 0 0,0 0-1 0 0,1 0 0 0 0,-1 0 0 0 0,0 1 1 0 0,3-2-1 0 0,-3 2-2 0 0,20-8 65 0 0,1 0 0 0 0,0 2 0 0 0,0 1 0 0 0,23-3 0 0 0,5-1-229 0 0,122-25-1915 0 0,3 0-5603 0 0,-119 21 1952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2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 2068 0 0,'5'-5'7979'0'0,"-4"5"-7779"0"0,2 9 2197 0 0,0 17-1820 0 0,-3-25-305 0 0,5 230 4907 0 0,-7-150-4751 0 0,-5 0 0 0 0,-19 101 0 0 0,19-149-410 0 0,-9 42-1327 0 0,2-26-2774 0 0,3-30-2319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2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2836 0 0,'2'-7'517'0'0,"0"0"0"0"0,1 0 0 0 0,-1 1 0 0 0,1-1 1 0 0,0 1-1 0 0,1 0 0 0 0,0-1 0 0 0,0 2 0 0 0,0-1 0 0 0,1 0 0 0 0,-1 1 0 0 0,1 0 0 0 0,1 0 0 0 0,-1 0 0 0 0,10-5 0 0 0,-6 4-254 0 0,1 1-1 0 0,0 0 1 0 0,0 1 0 0 0,0 0-1 0 0,0 1 1 0 0,1 0-1 0 0,0 0 1 0 0,-1 1 0 0 0,18 0-1 0 0,-7 1 14 0 0,0 0-1 0 0,0 2 1 0 0,0 1-1 0 0,0 1 1 0 0,-1 0-1 0 0,1 2 1 0 0,33 11-1 0 0,-42-12-90 0 0,0 1 0 0 0,-1 0 1 0 0,1 1-1 0 0,-1 0 0 0 0,0 1 0 0 0,-1 0 1 0 0,0 1-1 0 0,0 0 0 0 0,0 1 0 0 0,-1 0 1 0 0,0 0-1 0 0,-1 1 0 0 0,13 20 0 0 0,-19-27-102 0 0,0 1 0 0 0,0 0-1 0 0,0-1 1 0 0,-1 1-1 0 0,0 0 1 0 0,0 0-1 0 0,0 0 1 0 0,0 0 0 0 0,-1 0-1 0 0,1 0 1 0 0,-1 0-1 0 0,0 0 1 0 0,0 0 0 0 0,0 0-1 0 0,-2 7 1 0 0,0-5-22 0 0,0-1 1 0 0,0 1 0 0 0,0-1-1 0 0,-1 1 1 0 0,0-1-1 0 0,0 0 1 0 0,0 0 0 0 0,-1 0-1 0 0,-6 7 1 0 0,-3 0-13 0 0,0 0 0 0 0,-1-1 1 0 0,0-1-1 0 0,0 0 1 0 0,-1-1-1 0 0,-22 10 0 0 0,16-10-384 0 0,-1-1 0 0 0,0-1 0 0 0,-1 0 0 0 0,1-2-1 0 0,-1-1 1 0 0,0-1 0 0 0,-40 1 0 0 0,39-4-1560 0 0,0-1 1 0 0,0-1-1 0 0,1-2 0 0 0,-30-7 1 0 0,16 1-4363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2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561 81 636 0 0,'-24'-81'12486'0'0,"10"91"-12133"0"0,12-8-317 0 0,0 0 0 0 0,1 1 0 0 0,0-1-1 0 0,-1 0 1 0 0,1 1 0 0 0,0-1 0 0 0,0 1-1 0 0,-1 5 1 0 0,-2 5 112 0 0,-30 78 702 0 0,-64 181 754 0 0,-190 770 952 0 0,216-647-2118 0 0,64-330-411 0 0,4 0 0 0 0,3 1-1 0 0,2-1 1 0 0,12 74 0 0 0,-10-118-240 0 0,1-1 0 0 0,1 0 0 0 0,1 0 0 0 0,1-1-1 0 0,1 1 1 0 0,0-2 0 0 0,1 1 0 0 0,13 18 0 0 0,-13-24-498 0 0,0-2 0 0 0,0 1 0 0 0,1-1 0 0 0,1-1-1 0 0,0 0 1 0 0,0 0 0 0 0,1-1 0 0 0,0-1 0 0 0,1 0 0 0 0,-1 0 0 0 0,2-1 0 0 0,13 5 0 0 0,31 8-5250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3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184 271 1392 0 0,'-16'-58'3565'0'0,"-50"-155"6649"0"0,76 313-5787 0 0,-1-8-3408 0 0,-4 1-1 0 0,-15 174 1 0 0,-4-150-883 0 0,-53 213 0 0 0,57-295-1073 0 0,-7 27-2765 0 0,10-23-7088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3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 1800 0 0,'-33'6'5261'0'0,"-26"6"1179"0"0,57-11-6024 0 0,2-1-360 0 0,-1 0-1 0 0,1 0 0 0 0,0 0 0 0 0,0 0 1 0 0,-1 0-1 0 0,1 0 0 0 0,0 0 1 0 0,-1 0-1 0 0,1 0 0 0 0,0 0 0 0 0,0 0 1 0 0,-1 0-1 0 0,1 1 0 0 0,0-1 0 0 0,-1 0 1 0 0,1 0-1 0 0,0 0 0 0 0,0 0 1 0 0,-1 1-1 0 0,1-1 0 0 0,0 0 0 0 0,0 0 1 0 0,0 0-1 0 0,-1 1 0 0 0,1-1 1 0 0,0 0-1 0 0,0 0 0 0 0,0 1 0 0 0,0-1 1 0 0,0 0-1 0 0,0 0 0 0 0,-1 1 1 0 0,1-1-1 0 0,37 1 629 0 0,68-10 0 0 0,-48 3-499 0 0,-47 5-220 0 0,257-14 433 0 0,-133 21-2253 0 0,-98-1-1045 0 0,59 14 0 0 0,-69-10-381 0 0,-3 1-1092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3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0 1364 0 0,'-40'7'4317'0'0,"-46"12"5460"0"0,88-18-9628 0 0,0 0 0 0 0,0 0-1 0 0,1 0 1 0 0,-1 0 0 0 0,0-1 0 0 0,0 1 0 0 0,1-1-1 0 0,-1 1 1 0 0,0-1 0 0 0,1 0 0 0 0,-1 0 0 0 0,3 0-1 0 0,-4 0-108 0 0,35 4 381 0 0,-1 2 0 0 0,36 10 0 0 0,-61-13-384 0 0,1 0 0 0 0,-1 1 0 0 0,0 1 0 0 0,0-1 1 0 0,0 2-1 0 0,0-1 0 0 0,-1 1 0 0 0,0 1 0 0 0,0 0 1 0 0,13 13-1 0 0,-19-17 8 0 0,-1 0 1 0 0,0 0-1 0 0,0 1 1 0 0,0-1-1 0 0,0 0 1 0 0,0 0 0 0 0,-1 1-1 0 0,1-1 1 0 0,-1 1-1 0 0,0 0 1 0 0,0-1-1 0 0,-1 1 1 0 0,1 0-1 0 0,-1 0 1 0 0,1 6-1 0 0,-2-4 50 0 0,0 1-1 0 0,0-1 1 0 0,0 1 0 0 0,-1-1-1 0 0,0 0 1 0 0,0 1-1 0 0,-1-1 1 0 0,-4 8-1 0 0,-5 5 236 0 0,0-1-1 0 0,-2 1 1 0 0,0-2 0 0 0,-19 19-1 0 0,-42 32 640 0 0,47-45-598 0 0,-31 34-1 0 0,58-56-359 0 0,0 0 1 0 0,0-1-1 0 0,0 1 1 0 0,1-1-1 0 0,-1 1 0 0 0,0 0 1 0 0,1 0-1 0 0,-1-1 1 0 0,0 1-1 0 0,1 0 1 0 0,-1 0-1 0 0,1 0 1 0 0,0 0-1 0 0,-1 0 0 0 0,1-1 1 0 0,-1 1-1 0 0,1 0 1 0 0,0 0-1 0 0,0 0 1 0 0,0 0-1 0 0,0 0 0 0 0,0 0 1 0 0,0 0-1 0 0,0 0 1 0 0,0 2-1 0 0,1-2 3 0 0,1 0-1 0 0,-1 0 0 0 0,1 0 1 0 0,-1-1-1 0 0,1 1 0 0 0,-1-1 1 0 0,1 1-1 0 0,0-1 1 0 0,-1 1-1 0 0,1-1 0 0 0,0 0 1 0 0,-1 0-1 0 0,1 0 1 0 0,2 0-1 0 0,16 0 4 0 0,0-1 0 0 0,1 0 0 0 0,-1-2 1 0 0,27-7-1 0 0,-18 4-112 0 0,49-10-2419 0 0,149-54-1 0 0,-166 45-2244 0 0,70-39-1 0 0,-61 24-2818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81 1440 0 0,'0'-81'13399'0'0,"-1"86"-13097"0"0,0 1 0 0 0,0-1-1 0 0,-1 0 1 0 0,0 0-1 0 0,-3 7 1 0 0,-2 6 2 0 0,-101 236 1286 0 0,28-75-5740 0 0,68-154-2135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4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88 1648 0 0,'-32'-84'7807'0'0,"30"83"-7836"0"0,1 1 0 0 0,0-1 0 0 0,0 1 0 0 0,0-1 0 0 0,-1 1 0 0 0,1 0 0 0 0,0-1 0 0 0,-1 1 0 0 0,1 0 0 0 0,0 0 0 0 0,-1 0 0 0 0,1 0 0 0 0,0 0 0 0 0,-1 0 0 0 0,1 0 0 0 0,0 1 0 0 0,-1-1 0 0 0,1 0 0 0 0,0 1 1 0 0,-1-1-1 0 0,1 1 0 0 0,0 0 0 0 0,0-1 0 0 0,0 1 0 0 0,0 0 0 0 0,0-1 0 0 0,0 1 0 0 0,-2 2 0 0 0,-20 19-4107 0 0,15-16 2061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16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218 389 764 0 0,'-8'-23'11961'0'0,"1"3"-7243"0"0,6 18-4639 0 0,1-11 120 0 0,0 4-196 0 0,1-1 1 0 0,-1 0-1 0 0,2 0 0 0 0,-1 0 1 0 0,1 1-1 0 0,1-1 1 0 0,-1 0-1 0 0,2 1 0 0 0,-1 0 1 0 0,1 0-1 0 0,1 0 0 0 0,0 0 1 0 0,0 1-1 0 0,0 0 0 0 0,1 0 1 0 0,1 0-1 0 0,-1 1 1 0 0,1 0-1 0 0,10-8 0 0 0,13-8-28 0 0,1 3 0 0 0,55-30 0 0 0,-65 40 1 0 0,0 1 0 0 0,0 1 0 0 0,1 1 0 0 0,0 1-1 0 0,34-5 1 0 0,-51 10 24 0 0,1 0 0 0 0,-1 1 0 0 0,1-1 1 0 0,-1 1-1 0 0,1 1 0 0 0,-1-1 0 0 0,1 1 0 0 0,-1 0 0 0 0,1 0 0 0 0,-1 1 0 0 0,0-1 0 0 0,0 1 0 0 0,0 0 0 0 0,0 1 0 0 0,0-1 0 0 0,0 1 0 0 0,0 0 0 0 0,-1 0 0 0 0,0 1 0 0 0,1-1 0 0 0,-1 1 1 0 0,-1 0-1 0 0,1 0 0 0 0,0 0 0 0 0,-1 1 0 0 0,0-1 0 0 0,0 1 0 0 0,0 0 0 0 0,-1 0 0 0 0,0 0 0 0 0,3 8 0 0 0,-1-1 4 0 0,-1 0 1 0 0,0 0-1 0 0,-1 0 0 0 0,0 1 1 0 0,-1-1-1 0 0,-1 1 0 0 0,0 0 1 0 0,0-1-1 0 0,-1 1 0 0 0,-1-1 1 0 0,0 1-1 0 0,-7 19 0 0 0,-2-4 9 0 0,-1 0 0 0 0,-2 0 0 0 0,-1-1 0 0 0,-1-1 0 0 0,-1-1 0 0 0,-1 0 0 0 0,-1-1 0 0 0,-1-1 0 0 0,-39 34 0 0 0,-4-2 117 0 0,62-55-102 0 0,-28 26 3565 0 0,31-28-3589 0 0,0 0 0 0 0,0 0 0 0 0,0 0 0 0 0,0 0 0 0 0,0 0 0 0 0,0 0 0 0 0,0 1 0 0 0,1-1 0 0 0,-1 1 0 0 0,1-1 0 0 0,-1 1 0 0 0,4-1 0 0 0,4-3-14 0 0,1 0 1 0 0,-1 1 0 0 0,1 0 0 0 0,0 1-1 0 0,0 0 1 0 0,1 1 0 0 0,-1 0 0 0 0,0 1-1 0 0,23 0 1 0 0,-30 1 9 0 0,0 1-1 0 0,1-1 1 0 0,-1 1-1 0 0,0 0 1 0 0,0 0-1 0 0,0 1 1 0 0,0-1 0 0 0,0 1-1 0 0,0 0 1 0 0,-1 0-1 0 0,1 0 1 0 0,0 0-1 0 0,-1 1 1 0 0,0 0 0 0 0,1-1-1 0 0,-1 1 1 0 0,0 0-1 0 0,-1 1 1 0 0,1-1 0 0 0,4 7-1 0 0,0 1-1 0 0,-1 0 0 0 0,0 1 0 0 0,-1 0 0 0 0,0 0 0 0 0,4 16 0 0 0,-6-13 27 0 0,-1 1 0 0 0,0-1 1 0 0,-1 1-1 0 0,0 0 0 0 0,-2-1 0 0 0,0 1 0 0 0,0-1 0 0 0,-2 1 0 0 0,0-1 0 0 0,-1 1 0 0 0,0-1 0 0 0,-9 19 0 0 0,6-18 203 0 0,0 0-1 0 0,-1 0 1 0 0,-1-1-1 0 0,-1 0 1 0 0,0 0-1 0 0,-1-1 1 0 0,0-1-1 0 0,-18 16 0 0 0,22-22-29 0 0,0-1-1 0 0,0 0 0 0 0,-1-1 0 0 0,0 0 0 0 0,0 0 1 0 0,0-1-1 0 0,-1 0 0 0 0,1 0 0 0 0,-1-1 0 0 0,0 0 1 0 0,0-1-1 0 0,0 1 0 0 0,-1-2 0 0 0,1 1 0 0 0,0-2 0 0 0,-1 1 1 0 0,-10-2-1 0 0,3-1-60 0 0,1-1 0 0 0,0-1-1 0 0,0 0 1 0 0,0-1 0 0 0,0-1 0 0 0,1 0 0 0 0,-22-14 0 0 0,6 2 122 0 0,2-2 1 0 0,-39-34 0 0 0,50 37-194 0 0,1 0-1 0 0,1-2 1 0 0,1 0 0 0 0,1 0 0 0 0,0-1-1 0 0,-15-31 1 0 0,-10-33-597 0 0,38 82 55 0 0,-1-1-259 0 0,1 1-4 0 0,1 1 591 0 0,0 1 0 0 0,0 0 0 0 0,0-1 0 0 0,0 1 1 0 0,0 0-1 0 0,0-1 0 0 0,0 1 0 0 0,0 0 0 0 0,1-1 0 0 0,37 6-8625 0 0,8 12 661 0 0,-25-11 1659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0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130 121 320 0 0,'4'-12'4800'0'0,"17"-56"4849"0"0,-21 66-8984 0 0,1 0-36 0 0,0-6 63 0 0,-1 6-620 0 0,3-20 3571 0 0,-4 18-1713 0 0,-4 14-1514 0 0,-20 83 557 0 0,-25 169-1 0 0,25-117-913 0 0,7-12 160 0 0,4-24-2842 0 0,-1-36-6061 0 0,8-52 2612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98 196 0 0,'-4'0'2671'0'0,"-44"5"5613"0"0,45-5-7195 0 0,0 0-44 0 0,-2 1-1320 0 0,-17-2 7658 0 0,33-5-7312 0 0,7 0 20 0 0,1 0 1 0 0,-1 1-1 0 0,38-4 1 0 0,-20 3-41 0 0,374-52-1628 0 0,-393 55 813 0 0,32 0-2660 0 0,-47 3 2692 0 0,1 0 0 0 0,-1 1-1 0 0,1-1 1 0 0,0 1 0 0 0,-1-1 0 0 0,1 1 0 0 0,-1 0-1 0 0,1 0 1 0 0,2 2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 1392 0 0,'-47'10'10541'0'0,"45"-9"-9669"0"0,0-1-550 0 0,0 1 0 0 0,1-1 0 0 0,-1 0 0 0 0,1 1 0 0 0,-1-1 0 0 0,1 1 1 0 0,-1 0-1 0 0,1 0 0 0 0,0-1 0 0 0,-1 1 0 0 0,1 0 0 0 0,-2 1 0 0 0,4-1-166 0 0,0 0-1 0 0,0 0 1 0 0,0 0-1 0 0,0 0 1 0 0,0 0-1 0 0,1 0 1 0 0,-1 0-1 0 0,0 0 1 0 0,0-1-1 0 0,1 1 0 0 0,-1-1 1 0 0,0 1-1 0 0,2 0 1 0 0,8 4-325 0 0,-8-4 190 0 0,0 1 0 0 0,0 0 0 0 0,0 0 0 0 0,0 0 0 0 0,-1 0 0 0 0,1 0 0 0 0,-1 0 0 0 0,1 1 0 0 0,-1-1 0 0 0,0 1 0 0 0,0-1 0 0 0,0 1 0 0 0,0 0 0 0 0,0 0 0 0 0,-1 0 0 0 0,0 0 0 0 0,1 0 0 0 0,0 6 0 0 0,0-3 42 0 0,-2 0 0 0 0,1 0 1 0 0,-1 0-1 0 0,0 0 0 0 0,0 0 1 0 0,-1 0-1 0 0,1 0 0 0 0,-1-1 1 0 0,-4 12-1 0 0,-3 5 216 0 0,-1-1 0 0 0,0 0 0 0 0,-2-1 0 0 0,-19 29 0 0 0,-77 91 1260 0 0,7-10 197 0 0,99-129-1528 0 0,2 0-182 0 0,0 0 1 0 0,0 0-1 0 0,0 0 1 0 0,0 0 0 0 0,0 0-1 0 0,0 0 1 0 0,0-1-1 0 0,0 1 1 0 0,0-1 0 0 0,0 1-1 0 0,1 0 1 0 0,-1-1-1 0 0,0 0 1 0 0,0 1 0 0 0,1-1-1 0 0,-1 0 1 0 0,0 0-1 0 0,1 0 1 0 0,-1 1 0 0 0,0-1-1 0 0,1-1 1 0 0,-1 1 0 0 0,3 0-1 0 0,0 0-14 0 0,59-4 109 0 0,0-2 1 0 0,74-17 0 0 0,-81 13-87 0 0,260-61-1123 0 0,-310 69 837 0 0,17-4-1156 0 0,26-12-1 0 0,-16-1-2697 0 0,-29 16 2734 0 0,0 0 0 0 0,0-1 0 0 0,0 1 0 0 0,0-1-1 0 0,3-4 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1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337 152 1864 0 0,'-20'-67'8027'0'0,"12"41"-4977"0"0,-7-31 0 0 0,15 56-2723 0 0,28 29 469 0 0,12 24-546 0 0,-3 2 1 0 0,-2 1-1 0 0,27 60 0 0 0,63 189 218 0 0,-96-211-428 0 0,-4 1 0 0 0,-4 1-1 0 0,9 98 1 0 0,-20-73 29 0 0,-5 1 0 0 0,-10 125 0 0 0,-12-74 31 0 0,-7-1 1 0 0,-8-1 0 0 0,-87 271-1 0 0,70-298-933 0 0,-91 186 0 0 0,90-232-2129 0 0,-5-3 0 0 0,-108 145-1 0 0,76-132-3431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241 187 1500 0 0,'81'-22'6076'0'0,"-72"19"-5601"0"0,-1-1 1 0 0,1 1 0 0 0,0-2-1 0 0,-1 1 1 0 0,0-1-1 0 0,13-11 1 0 0,-19 14-432 0 0,0 0-1 0 0,0 0 1 0 0,0 0 0 0 0,-1 0-1 0 0,1-1 1 0 0,0 1 0 0 0,-1-1-1 0 0,0 1 1 0 0,1-1 0 0 0,-1 0-1 0 0,0 1 1 0 0,0-1 0 0 0,-1 0-1 0 0,1 0 1 0 0,-1 1 0 0 0,1-1-1 0 0,-1 0 1 0 0,0 0 0 0 0,0 0-1 0 0,0 0 1 0 0,0 0 0 0 0,-1 0 0 0 0,1 1-1 0 0,-1-1 1 0 0,1 0 0 0 0,-1 0-1 0 0,0 1 1 0 0,0-1 0 0 0,-1 0-1 0 0,-2-4 1 0 0,3 4-40 0 0,-1 1-1 0 0,0-1 1 0 0,0 1 0 0 0,0-1-1 0 0,0 1 1 0 0,0-1 0 0 0,-1 1-1 0 0,1 0 1 0 0,-1 0 0 0 0,1 0-1 0 0,-1 1 1 0 0,0-1 0 0 0,0 0-1 0 0,0 1 1 0 0,0 0 0 0 0,0 0-1 0 0,0 0 1 0 0,0 0 0 0 0,0 0-1 0 0,0 1 1 0 0,-1-1 0 0 0,1 1-1 0 0,0 0 1 0 0,0 0 0 0 0,0 0-1 0 0,-1 0 1 0 0,-3 1 0 0 0,-7 3-29 0 0,1 1 1 0 0,-1 1 0 0 0,1-1-1 0 0,0 2 1 0 0,1 0 0 0 0,0 0-1 0 0,-21 18 1 0 0,-2 5-9 0 0,-34 37 0 0 0,54-52 84 0 0,1 1-1 0 0,1 1 1 0 0,-20 30-1 0 0,30-42-42 0 0,0-1-1 0 0,1 1 1 0 0,-1 0-1 0 0,1-1 1 0 0,0 1-1 0 0,1 0 1 0 0,-1 0 0 0 0,1 0-1 0 0,0 0 1 0 0,0 1-1 0 0,1-1 1 0 0,0 0-1 0 0,-1 0 1 0 0,2 0-1 0 0,-1 1 1 0 0,1-1 0 0 0,-1 0-1 0 0,1 0 1 0 0,1 0-1 0 0,2 9 1 0 0,-2-10-5 0 0,1-1 0 0 0,-1 0 0 0 0,1 0 0 0 0,-1 0 0 0 0,1-1 0 0 0,0 1 0 0 0,0 0 0 0 0,0-1 0 0 0,0 0 0 0 0,0 0 0 0 0,0 0 0 0 0,1 0 0 0 0,-1 0 0 0 0,1-1 0 0 0,0 0 0 0 0,-1 1 0 0 0,1-1 0 0 0,0 0 0 0 0,0-1 1 0 0,-1 1-1 0 0,1-1 0 0 0,0 0 0 0 0,0 0 0 0 0,4 0 0 0 0,5-1-2 0 0,0 0-1 0 0,0-1 1 0 0,-1 0 0 0 0,1-1 0 0 0,-1 0 0 0 0,13-6 0 0 0,-13 4-18 0 0,-1 0 0 0 0,0-2 0 0 0,0 1 0 0 0,0-1 1 0 0,-1-1-1 0 0,0 0 0 0 0,0 0 0 0 0,-1-1 0 0 0,13-17 1 0 0,3-6 113 0 0,34-61 0 0 0,-5 7 120 0 0,-53 84-181 0 0,0 2-37 0 0,-1 0 0 0 0,0 0 1 0 0,0 0-1 0 0,0 0 1 0 0,0 0-1 0 0,1 0 0 0 0,-1 0 1 0 0,0 0-1 0 0,0 0 1 0 0,0 0-1 0 0,0 0 0 0 0,1 0 1 0 0,-1 0-1 0 0,0 0 1 0 0,0 0-1 0 0,0 0 0 0 0,0 0 1 0 0,1 0-1 0 0,-1 0 1 0 0,0 0-1 0 0,0 0 0 0 0,0 0 1 0 0,0 0-1 0 0,1 0 1 0 0,-1 1-1 0 0,0-1 0 0 0,0 0 1 0 0,0 0-1 0 0,0 0 1 0 0,0 0-1 0 0,0 0 0 0 0,1 0 1 0 0,-1 1-1 0 0,0-1 1 0 0,0 0-1 0 0,0 0 0 0 0,0 0 1 0 0,0 0-1 0 0,0 1 1 0 0,3 11-49 0 0,-2 24-56 0 0,-1-20 80 0 0,2 7-185 0 0,1 1-1 0 0,1-1 1 0 0,0-1 0 0 0,11 30-1 0 0,-11-41 87 0 0,0 1-1 0 0,1-1 0 0 0,0 0 1 0 0,1-1-1 0 0,1 1 0 0 0,-1-1 1 0 0,1 0-1 0 0,1-1 0 0 0,0 0 1 0 0,10 9-1 0 0,-15-15-262 0 0,0-1 0 0 0,0 1-1 0 0,1-1 1 0 0,-1 0 0 0 0,1 0 0 0 0,0 0 0 0 0,-1-1-1 0 0,1 1 1 0 0,0-1 0 0 0,0 0 0 0 0,0 0 0 0 0,0 0-1 0 0,0-1 1 0 0,0 1 0 0 0,4-1 0 0 0,6-3-1211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4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0 284 1628 0 0,'18'-38'2266'0'0,"22"-68"0"0"0,-14 33 121 0 0,-4 19-792 0 0,-21 54-1573 0 0,-1-1 0 0 0,0 1 0 0 0,1-1 0 0 0,-1 0 0 0 0,0 1 0 0 0,1-1 0 0 0,-1 1 0 0 0,1 0 0 0 0,-1-1 0 0 0,1 1 0 0 0,-1-1 0 0 0,1 1 0 0 0,-1 0 0 0 0,1-1 0 0 0,-1 1 0 0 0,1 0 0 0 0,0-1 0 0 0,-1 1 0 0 0,1 0 0 0 0,0 0 0 0 0,-1 0 0 0 0,1 0 0 0 0,-1 0 0 0 0,1-1 0 0 0,0 1 1 0 0,-1 0-1 0 0,1 0 0 0 0,0 1 0 0 0,-1-1 0 0 0,1 0 0 0 0,0 0 0 0 0,-1 0 0 0 0,1 0 0 0 0,-1 0 0 0 0,1 1 0 0 0,0-1 0 0 0,-1 0 0 0 0,1 1 0 0 0,0-1 0 0 0,1 2 40 0 0,0-1 1 0 0,0 0 0 0 0,-1 0-1 0 0,1 1 1 0 0,0-1-1 0 0,-1 1 1 0 0,1 0 0 0 0,-1-1-1 0 0,1 1 1 0 0,1 2 0 0 0,4 12 93 0 0,0-1 1 0 0,-1 1 0 0 0,0 0 0 0 0,-2 1-1 0 0,1 0 1 0 0,-2-1 0 0 0,2 23 0 0 0,-4-27-125 0 0,-1 0 0 0 0,0 1 0 0 0,0-1 0 0 0,-1-1 1 0 0,-1 1-1 0 0,0 0 0 0 0,-1 0 0 0 0,0 0 0 0 0,-1-1 0 0 0,0 0 1 0 0,-7 14-1 0 0,8-20 33 0 0,0 0 0 0 0,0 0-1 0 0,-1 0 1 0 0,0 0 0 0 0,0-1 0 0 0,0 0 0 0 0,-1 0 0 0 0,0 0 0 0 0,1 0-1 0 0,-10 5 1 0 0,11-8 81 0 0,2-1-135 0 0,0 0 0 0 0,-1 0 0 0 0,1 0 1 0 0,0 0-1 0 0,0 0 0 0 0,-1-1 0 0 0,1 1 0 0 0,0 0 0 0 0,0-1 0 0 0,0 1 0 0 0,0-1 0 0 0,-1 0 0 0 0,1 1 0 0 0,0-1 0 0 0,0 0 0 0 0,0 1 0 0 0,0-1 0 0 0,1 0 0 0 0,-1 0 0 0 0,0 0 0 0 0,0 0 0 0 0,0 0 1 0 0,1 0-1 0 0,-1 0 0 0 0,0 0 0 0 0,1 0 0 0 0,-1 0 0 0 0,1-1 0 0 0,-1 1 0 0 0,1 0 0 0 0,0 0 0 0 0,0 0 0 0 0,-1-1 0 0 0,1 1 0 0 0,0 0 0 0 0,0 0 0 0 0,0-1 0 0 0,1-1 0 0 0,-1-7 22 0 0,1 0 0 0 0,1 0-1 0 0,-1 1 1 0 0,4-10-1 0 0,-2 9 16 0 0,3-15 3 0 0,1 1 0 0 0,2 0 0 0 0,0 1 0 0 0,2 0 0 0 0,16-28 0 0 0,-22 42-54 0 0,1 0 1 0 0,0 0 0 0 0,1 1 0 0 0,0-1-1 0 0,0 1 1 0 0,1 1 0 0 0,0 0 0 0 0,0 0-1 0 0,1 0 1 0 0,0 1 0 0 0,0 0 0 0 0,1 1-1 0 0,-1 0 1 0 0,18-6 0 0 0,-25 10 6 0 0,1 0-1 0 0,-1 1 1 0 0,1-1 0 0 0,-1 1 0 0 0,1 0 0 0 0,-1-1 0 0 0,1 1 0 0 0,-1 0-1 0 0,1 0 1 0 0,-1 1 0 0 0,0-1 0 0 0,1 0 0 0 0,-1 1 0 0 0,1 0 0 0 0,-1-1-1 0 0,1 1 1 0 0,-1 0 0 0 0,0 0 0 0 0,4 3 0 0 0,-4-2 1 0 0,1 0 1 0 0,-1 0 0 0 0,0 0-1 0 0,0 1 1 0 0,0-1-1 0 0,-1 1 1 0 0,1 0-1 0 0,-1-1 1 0 0,1 1-1 0 0,-1 0 1 0 0,0 0-1 0 0,0 0 1 0 0,1 5 0 0 0,0 2-12 0 0,-1 0 0 0 0,0 0 0 0 0,0 1 0 0 0,-1-1 0 0 0,-1 0 0 0 0,1 0 0 0 0,-2 1 0 0 0,-2 11 0 0 0,-18 35 12 0 0,18-49-348 0 0,0 0-1 0 0,0 0 1 0 0,1 1-1 0 0,0 0 1 0 0,0-1-1 0 0,1 1 1 0 0,0 0 0 0 0,1 0-1 0 0,0 0 1 0 0,0 18-1 0 0,2-25 89 0 0,-1-1 0 0 0,1 1 0 0 0,0 0 0 0 0,0-1-1 0 0,-1 1 1 0 0,1-1 0 0 0,0 1 0 0 0,1-1 0 0 0,-1 1 0 0 0,0-1 0 0 0,0 1-1 0 0,0-1 1 0 0,1 0 0 0 0,-1 0 0 0 0,1 0 0 0 0,-1 0 0 0 0,1 0 0 0 0,-1 0 0 0 0,1 0-1 0 0,0 0 1 0 0,-1-1 0 0 0,1 1 0 0 0,0 0 0 0 0,2-1 0 0 0,12 4-2454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4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365 781 828 0 0,'7'-8'787'0'0,"-1"-1"-1"0"0,0 0 1 0 0,-1 0-1 0 0,1 0 1 0 0,-2 0-1 0 0,1-1 0 0 0,-2 0 1 0 0,1 0-1 0 0,-1 0 1 0 0,-1 0-1 0 0,3-14 1 0 0,-5 18-554 0 0,1 1 0 0 0,-1-1 0 0 0,0 0 0 0 0,-1 1 0 0 0,1-1 1 0 0,-1 1-1 0 0,0-1 0 0 0,0 1 0 0 0,-1-1 0 0 0,-2-5 0 0 0,2 7-157 0 0,0 0-1 0 0,0 1 1 0 0,0 0-1 0 0,-1-1 1 0 0,1 1-1 0 0,-1 0 1 0 0,0 0-1 0 0,1 1 1 0 0,-1-1-1 0 0,-1 1 0 0 0,1-1 1 0 0,0 1-1 0 0,0 0 1 0 0,-1 0-1 0 0,-6-2 1 0 0,4 2-20 0 0,-1 0 0 0 0,1 1 0 0 0,-1-1 0 0 0,0 2 0 0 0,1-1 0 0 0,-1 1 0 0 0,0 0 0 0 0,1 0 0 0 0,-1 1 0 0 0,0 0 0 0 0,1 0 0 0 0,-1 1 0 0 0,1-1 0 0 0,-9 5 0 0 0,-4 1 66 0 0,1 1 1 0 0,0 1-1 0 0,-25 17 0 0 0,27-16-95 0 0,2 2 0 0 0,-1-1 0 0 0,1 2 0 0 0,1 0 0 0 0,1 0-1 0 0,-1 2 1 0 0,-12 20 0 0 0,20-28-11 0 0,1 0-1 0 0,0 0 1 0 0,0 1-1 0 0,1 0 1 0 0,0-1-1 0 0,0 1 1 0 0,1 0-1 0 0,0 1 1 0 0,1-1-1 0 0,-1 0 1 0 0,2 0-1 0 0,-1 11 1 0 0,1-14 36 0 0,1 0-1 0 0,0 0 1 0 0,0 0 0 0 0,0-1 0 0 0,0 1 0 0 0,1 0 0 0 0,-1-1 0 0 0,1 1 0 0 0,0-1 0 0 0,1 0 0 0 0,-1 1 0 0 0,1-1 0 0 0,0 0 0 0 0,0-1 0 0 0,0 1 0 0 0,1 0 0 0 0,-1-1 0 0 0,1 0 0 0 0,-1 0 0 0 0,1 0 0 0 0,0 0 0 0 0,6 3 0 0 0,1-2 23 0 0,0 1 0 0 0,0-1 0 0 0,0-1 0 0 0,0 0 0 0 0,0 0 0 0 0,1-1 0 0 0,-1 0 0 0 0,1-1 0 0 0,-1-1 0 0 0,1 0 0 0 0,-1 0 0 0 0,14-3 0 0 0,-5 0 47 0 0,1-1 0 0 0,-1-1 0 0 0,0-1-1 0 0,0-1 1 0 0,35-17 0 0 0,-35 14-59 0 0,-1-2 0 0 0,-1 0 0 0 0,1-1-1 0 0,-2-1 1 0 0,0-1 0 0 0,-1 0 0 0 0,26-32 0 0 0,-25 24-36 0 0,-1-1-1 0 0,-1-1 1 0 0,-1 0-1 0 0,-1 0 1 0 0,15-44 0 0 0,-15 28-78 0 0,-2-1 0 0 0,-2 0 0 0 0,-1 0 1 0 0,-3-1-1 0 0,-1 0 0 0 0,-2 0 1 0 0,-2 0-1 0 0,-7-50 0 0 0,6 82 27 0 0,0 0 1 0 0,-1 0-1 0 0,-1 1 1 0 0,0-1-1 0 0,0 1 1 0 0,-1 0-1 0 0,-8-18 0 0 0,10 26 19 0 0,0-1-1 0 0,1 1 0 0 0,-1-1 1 0 0,0 1-1 0 0,-1 0 0 0 0,1 0 1 0 0,0 0-1 0 0,0 0 0 0 0,-1 0 1 0 0,1 0-1 0 0,-1 1 0 0 0,0-1 1 0 0,0 1-1 0 0,1-1 0 0 0,-1 1 1 0 0,0 0-1 0 0,0 0 0 0 0,0 1 1 0 0,0-1-1 0 0,0 1 0 0 0,0-1 1 0 0,0 1-1 0 0,0 0 0 0 0,0 0 1 0 0,0 0-1 0 0,-1 1 0 0 0,1-1 1 0 0,0 1-1 0 0,0-1 0 0 0,0 1 1 0 0,-4 2-1 0 0,-5 2 9 0 0,0 0 1 0 0,0 1-1 0 0,1 1 1 0 0,0-1-1 0 0,0 2 0 0 0,0 0 1 0 0,1 0-1 0 0,1 1 1 0 0,-1 0-1 0 0,1 0 1 0 0,1 1-1 0 0,0 0 0 0 0,-9 15 1 0 0,5-5 9 0 0,0 0 0 0 0,2 0 0 0 0,0 1 0 0 0,2 1 0 0 0,0 0 0 0 0,-8 37 0 0 0,12-34 11 0 0,1 0 0 0 0,2 0 0 0 0,0-1 0 0 0,2 1 0 0 0,0 0 0 0 0,2 0 0 0 0,1 0 0 0 0,1-1 0 0 0,1 0 0 0 0,1 0 0 0 0,12 28 0 0 0,-5-20-782 0 0,1-1 0 0 0,34 53 0 0 0,-28-54-1848 0 0,1-2 1 0 0,37 39-1 0 0,-23-32-3847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6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180 222 1140 0 0,'-67'-113'8180'0'0,"51"89"-6617"0"0,-2 1-1 0 0,-28-30 1 0 0,45 52-1564 0 0,1 1-1 0 0,0-1 1 0 0,-1 0 0 0 0,1 1-1 0 0,-1-1 1 0 0,1 1 0 0 0,0 0-1 0 0,-1-1 1 0 0,1 1 0 0 0,-1-1-1 0 0,1 1 1 0 0,-1 0 0 0 0,1-1-1 0 0,-1 1 1 0 0,1 0 0 0 0,-1-1-1 0 0,0 1 1 0 0,1 0 0 0 0,-1 0-1 0 0,1 0 1 0 0,-1 0 0 0 0,0 0-1 0 0,1-1 1 0 0,-1 1 0 0 0,0 0-1 0 0,1 0 1 0 0,-1 1 0 0 0,1-1-1 0 0,-1 0 1 0 0,0 0 0 0 0,1 0-1 0 0,-1 0 1 0 0,1 0 0 0 0,-1 1-1 0 0,0-1 1 0 0,1 0 0 0 0,-1 0-1 0 0,1 1 1 0 0,-1-1 0 0 0,1 0-1 0 0,-1 1 1 0 0,1-1 0 0 0,-1 1-1 0 0,1-1 1 0 0,-1 1 0 0 0,1-1-1 0 0,0 1 1 0 0,-1-1 0 0 0,1 1-1 0 0,0-1 1 0 0,-1 1 0 0 0,1-1-1 0 0,0 1 1 0 0,0 0 0 0 0,0-1-1 0 0,-1 1 1 0 0,1-1 0 0 0,0 2-1 0 0,-1 2-204 0 0,0 1-1 0 0,0 0 1 0 0,0 0-1 0 0,0 0 0 0 0,1 9 1 0 0,2 7-978 0 0,2 0 0 0 0,0-1 0 0 0,0 1 0 0 0,2-1 0 0 0,10 23 0 0 0,-6-18-1998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6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21 1892 0 0,'-12'-16'10971'0'0,"6"11"-9404"0"0,4 10-1475 0 0,0 1 1 0 0,1-1-1 0 0,0 0 0 0 0,0 1 0 0 0,0-1 1 0 0,0 1-1 0 0,1 0 0 0 0,0-1 1 0 0,1 9-1 0 0,-1 15 392 0 0,-24 165 1342 0 0,-3 42-1203 0 0,27-224-593 0 0,0 0 0 0 0,2 18 0 0 0,-2-26-33 0 0,1-1 0 0 0,0 1 0 0 0,-1-1 0 0 0,2 0 0 0 0,-1 1 0 0 0,0-1 0 0 0,1 0 0 0 0,-1 1 0 0 0,1-1 0 0 0,0 0 0 0 0,0 0 0 0 0,4 3 0 0 0,-5-5-67 0 0,0 0-1 0 0,1 0 1 0 0,-1-1-1 0 0,0 1 1 0 0,1-1 0 0 0,-1 1-1 0 0,0-1 1 0 0,1 0-1 0 0,-1 0 1 0 0,1 0-1 0 0,-1 1 1 0 0,1-1 0 0 0,-1 0-1 0 0,0-1 1 0 0,1 1-1 0 0,-1 0 1 0 0,1 0 0 0 0,-1-1-1 0 0,0 1 1 0 0,3-1-1 0 0,28-13-1382 0 0,-19 6 350 0 0,0-1 0 0 0,0-1-1 0 0,-1 0 1 0 0,0 0 0 0 0,-1-1-1 0 0,-1-1 1 0 0,10-12 0 0 0,3-7-3072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7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2536 0 0,'8'1'4982'0'0,"-5"-1"-4217"0"0,-1 0 0 0 0,0 0-1 0 0,0 0 1 0 0,1 1 0 0 0,-1-1 0 0 0,0 1 0 0 0,0 0 0 0 0,0-1 0 0 0,0 1-1 0 0,2 1 1 0 0,-3 0-619 0 0,0-1-1 0 0,0 0 1 0 0,0 0-1 0 0,0 0 1 0 0,0 1-1 0 0,0-1 1 0 0,-1 0-1 0 0,1 1 1 0 0,0-1 0 0 0,-1 1-1 0 0,1-1 1 0 0,-1 1-1 0 0,0-1 1 0 0,1 1-1 0 0,-1-1 1 0 0,0 1-1 0 0,0-1 1 0 0,0 1-1 0 0,-1 2 1 0 0,0 51 1666 0 0,-14 82 0 0 0,-22 58-973 0 0,15-79-587 0 0,8-27-747 0 0,4-27-4125 0 0,10-61 4420 0 0,0-1 0 0 0,0 1-1 0 0,0 0 1 0 0,0-1-1 0 0,0 1 1 0 0,0 0 0 0 0,0-1-1 0 0,0 1 1 0 0,0 0 0 0 0,0-1-1 0 0,0 1 1 0 0,0 0-1 0 0,0-1 1 0 0,1 1 0 0 0,-1-1-1 0 0,0 1 1 0 0,1 0 0 0 0,-1-1-1 0 0,0 1 1 0 0,1-1-1 0 0,-1 1 1 0 0,1-1 0 0 0,-1 1-1 0 0,0-1 1 0 0,1 1 0 0 0,-1-1-1 0 0,1 0 1 0 0,0 1-1 0 0,-1-1 1 0 0,1 0 0 0 0,-1 1-1 0 0,1-1 1 0 0,-1 0 0 0 0,1 0-1 0 0,0 1 1 0 0,-1-1-1 0 0,1 0 1 0 0,0 0 0 0 0,-1 0-1 0 0,1 0 1 0 0,0 0 0 0 0,-1 0-1 0 0,1 0 1 0 0,0 0-1 0 0,-1 0 1 0 0,1 0 0 0 0,0 0-1 0 0,-1-1 1 0 0,1 1 0 0 0,-1 0-1 0 0,1 0 1 0 0,0-1-1 0 0,-1 1 1 0 0,1 0 0 0 0,-1-1-1 0 0,1 1 1 0 0,0-1 0 0 0,12-7-4217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7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212 120 952 0 0,'7'-10'1943'0'0,"-2"-1"-1"0"0,1 1 1 0 0,-1-1 0 0 0,-1 0 0 0 0,1 0-1 0 0,-2-1 1 0 0,0 1 0 0 0,2-16-1 0 0,-5 27-1929 0 0,0 0-1 0 0,0-1 0 0 0,0 1 1 0 0,-1 0-1 0 0,1-1 0 0 0,0 1 0 0 0,0 0 1 0 0,0-1-1 0 0,-1 1 0 0 0,1 0 1 0 0,0-1-1 0 0,-1 1 0 0 0,1 0 1 0 0,0 0-1 0 0,0 0 0 0 0,-1-1 1 0 0,1 1-1 0 0,-1 0 0 0 0,1 0 0 0 0,0 0 1 0 0,-1-1-1 0 0,1 1 0 0 0,0 0 1 0 0,-1 0-1 0 0,1 0 0 0 0,0 0 1 0 0,-1 0-1 0 0,1 0 0 0 0,-1 0 0 0 0,1 0 1 0 0,0 0-1 0 0,-1 0 0 0 0,1 0 1 0 0,-1 0-1 0 0,1 0 0 0 0,0 1 1 0 0,-1-1-1 0 0,1 0 0 0 0,0 0 1 0 0,-1 0-1 0 0,1 0 0 0 0,0 1 0 0 0,-1-1 1 0 0,1 0-1 0 0,-19 8 145 0 0,7 0-139 0 0,0 0 1 0 0,1 0-1 0 0,0 2 1 0 0,0-1-1 0 0,1 1 0 0 0,1 1 1 0 0,-1 0-1 0 0,2 0 0 0 0,-1 0 1 0 0,2 1-1 0 0,-1 1 1 0 0,2-1-1 0 0,0 1 0 0 0,0 0 1 0 0,-5 19-1 0 0,10-28-17 0 0,0 0-1 0 0,1 0 1 0 0,-1 0 0 0 0,1 0-1 0 0,0 0 1 0 0,0 0 0 0 0,0 0-1 0 0,0 0 1 0 0,1 0 0 0 0,0 0-1 0 0,0-1 1 0 0,0 1 0 0 0,0 0-1 0 0,0 0 1 0 0,1-1 0 0 0,0 1-1 0 0,-1 0 1 0 0,1-1 0 0 0,1 0-1 0 0,-1 1 1 0 0,0-1 0 0 0,1 0-1 0 0,0 0 1 0 0,0 0 0 0 0,0-1-1 0 0,0 1 1 0 0,4 2 0 0 0,9 6-1 0 0,1-2 1 0 0,0 1 0 0 0,0-2 0 0 0,27 9 0 0 0,-10-4-7 0 0,53 31 468 0 0,-86-44-412 0 0,0 1-1 0 0,0-1 0 0 0,-1 1 1 0 0,1-1-1 0 0,0 1 0 0 0,0 0 1 0 0,0-1-1 0 0,-1 1 0 0 0,1 0 1 0 0,0-1-1 0 0,-1 1 0 0 0,1 0 1 0 0,-1 0-1 0 0,1 0 0 0 0,-1 0 1 0 0,1 0-1 0 0,-1-1 0 0 0,0 1 1 0 0,1 0-1 0 0,-1 0 0 0 0,0 0 1 0 0,0 0-1 0 0,0 0 0 0 0,1 0 1 0 0,-1 0-1 0 0,0 0 0 0 0,0 0 1 0 0,-1 0-1 0 0,1 0 0 0 0,0 0 1 0 0,0 0-1 0 0,0 0 0 0 0,-1 0 1 0 0,1 0-1 0 0,0 0 0 0 0,-1 0 1 0 0,1 0-1 0 0,-1 0 0 0 0,1-1 0 0 0,-1 1 1 0 0,1 0-1 0 0,-1 0 0 0 0,0-1 1 0 0,1 1-1 0 0,-1 0 0 0 0,-1 0 1 0 0,-2 3 44 0 0,0 0 0 0 0,0 0 1 0 0,0-1-1 0 0,0 1 0 0 0,-1-1 0 0 0,-8 4 1 0 0,5-3-132 0 0,-1-1-1 0 0,1 0 1 0 0,-1 0 0 0 0,0-1 0 0 0,0 0-1 0 0,0 0 1 0 0,0-1 0 0 0,0-1 0 0 0,0 1-1 0 0,0-1 1 0 0,-1-1 0 0 0,1 0 0 0 0,0 0-1 0 0,0-1 1 0 0,0 0 0 0 0,1 0 0 0 0,-12-5-1 0 0,11 3-491 0 0,1-1-1 0 0,-1 1 0 0 0,1-2 0 0 0,-1 1 1 0 0,1-1-1 0 0,-12-11 0 0 0,13 9-522 0 0,-1-1-1 0 0,1 1 0 0 0,0-1 1 0 0,1 0-1 0 0,0-1 0 0 0,-5-10 1 0 0,2-1-2607 0 0,1 1-1430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7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73 186 1884 0 0,'-71'-35'15720'0'0,"69"34"-15058"0"0,3 1-652 0 0,-1 0 0 0 0,0 0 0 0 0,0 0-1 0 0,0 0 1 0 0,0 0 0 0 0,0-1 0 0 0,1 1-1 0 0,-1 0 1 0 0,0 0 0 0 0,0 0 0 0 0,0 0-1 0 0,0 0 1 0 0,0 0 0 0 0,0 0 0 0 0,0 0-1 0 0,1-1 1 0 0,-1 1 0 0 0,0 0 0 0 0,0 0-1 0 0,0 0 1 0 0,0 0 0 0 0,0 0 0 0 0,0-1-1 0 0,0 1 1 0 0,0 0 0 0 0,0 0 0 0 0,0 0-1 0 0,0 0 1 0 0,0 0 0 0 0,0-1 0 0 0,0 1-1 0 0,0 0 1 0 0,0 0 0 0 0,0 0 0 0 0,0 0-1 0 0,0 0 1 0 0,0-1 0 0 0,0 1 0 0 0,0 0-1 0 0,0 0 1 0 0,0 0 0 0 0,0 0 0 0 0,-1 0-1 0 0,1-1 1 0 0,0 1 0 0 0,0 0 0 0 0,0 0-1 0 0,0 0 1 0 0,0 0 0 0 0,0 0 0 0 0,0 0-1 0 0,-1 0 1 0 0,1 0 0 0 0,0-1 0 0 0,0 1-1 0 0,0 0 1 0 0,0 0 0 0 0,0 0 0 0 0,0 0-1 0 0,-1 0 1 0 0,1 0 0 0 0,11-7 117 0 0,53-16 26 0 0,1 3 0 0 0,79-13 0 0 0,-57 14-212 0 0,-60 13-448 0 0,75-16-1513 0 0,-33 11-6440 0 0,-53 9 2453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28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36 172 1608 0 0,'-36'-84'11633'0'0,"38"84"-11585"0"0,-1 1 0 0 0,1-1 0 0 0,-1 1 0 0 0,1 0 1 0 0,-1-1-1 0 0,1 1 0 0 0,-1 0 0 0 0,0 0 0 0 0,1 0 0 0 0,-1 0 0 0 0,0 0 0 0 0,0 0 0 0 0,0 0 0 0 0,0 1 0 0 0,1 0 0 0 0,19 26 366 0 0,-15-19-269 0 0,99 150 989 0 0,-4-8-720 0 0,-75-116 504 0 0,-25-33-613 0 0,23-10 303 0 0,-20 5-570 0 0,-1-1-1 0 0,1 1 1 0 0,-1-1-1 0 0,0 0 1 0 0,0-1 0 0 0,-1 1-1 0 0,1 0 1 0 0,-1-1-1 0 0,0 1 1 0 0,2-7-1 0 0,13-50 94 0 0,13-89 23 0 0,7-37-924 0 0,-36 185 556 0 0,0-1 0 0 0,0 1 1 0 0,0-1-1 0 0,1 1 1 0 0,-1 0-1 0 0,0-1 0 0 0,1 1 1 0 0,0 0-1 0 0,-1 0 1 0 0,5-3-1 0 0,-4 3-440 0 0,13 7-815 0 0,-8-3 880 0 0,-1 0-1 0 0,0 1 1 0 0,-1 0-1 0 0,1 0 0 0 0,0 1 1 0 0,5 4-1 0 0,21 12-3556 0 0,-15-13 1420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30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300 610 688 0 0,'2'-2'2201'0'0,"-1"1"-1878"0"0,1 0-1 0 0,-1 0 1 0 0,1 0 0 0 0,-1 0 0 0 0,0-1 0 0 0,1 1-1 0 0,-1 0 1 0 0,0-1 0 0 0,0 1 0 0 0,0-1-1 0 0,0 1 1 0 0,0-1 0 0 0,0 1 0 0 0,-1-1 0 0 0,1 0-1 0 0,0 0 1 0 0,-1 1 0 0 0,1-1 0 0 0,-1 0-1 0 0,0 0 1 0 0,0 0 0 0 0,0 1 0 0 0,0-1-1 0 0,0 0 1 0 0,0 0 0 0 0,0 0 0 0 0,0 1 0 0 0,-1-3-1 0 0,0 2-190 0 0,0-1-1 0 0,0 1 1 0 0,0 0-1 0 0,-1-1 1 0 0,1 1 0 0 0,-1 0-1 0 0,1 0 1 0 0,-1 0-1 0 0,0 0 1 0 0,1 1-1 0 0,-1-1 1 0 0,0 0-1 0 0,0 1 1 0 0,-1-1-1 0 0,1 1 1 0 0,0 0-1 0 0,0 0 1 0 0,-1 0-1 0 0,-3-2 1 0 0,0 2-68 0 0,0 0 0 0 0,0 0 0 0 0,0 0 0 0 0,1 1 0 0 0,-1 0 0 0 0,0 0 0 0 0,0 0 0 0 0,0 1 0 0 0,0 0 0 0 0,0 0 0 0 0,0 0 0 0 0,1 1 0 0 0,-1 0 0 0 0,0 0 0 0 0,1 0 0 0 0,0 1 0 0 0,-9 5 0 0 0,3-1-45 0 0,1 1 0 0 0,-1-1 0 0 0,2 2 1 0 0,-1-1-1 0 0,1 1 0 0 0,0 1 0 0 0,-7 10 0 0 0,3-2 1 0 0,2 0 1 0 0,0 1-1 0 0,1 0 0 0 0,-12 33 1 0 0,18-41-10 0 0,1 1 0 0 0,0-1 0 0 0,0 1 0 0 0,1 0 1 0 0,1 0-1 0 0,0 0 0 0 0,1 0 0 0 0,0 0 0 0 0,3 20 0 0 0,-3-29-4 0 0,1 1 1 0 0,0-1-1 0 0,-1 0 0 0 0,1 0 0 0 0,1 0 1 0 0,-1 0-1 0 0,0 0 0 0 0,1 0 0 0 0,-1-1 1 0 0,1 1-1 0 0,0 0 0 0 0,0-1 0 0 0,0 1 1 0 0,0-1-1 0 0,1 0 0 0 0,-1 0 1 0 0,4 3-1 0 0,-2-2 0 0 0,0-2 1 0 0,0 1 0 0 0,0 0-1 0 0,0-1 1 0 0,0 0 0 0 0,0 0-1 0 0,0 0 1 0 0,0 0 0 0 0,0-1-1 0 0,0 0 1 0 0,9 0 0 0 0,-2-1 2 0 0,1-1 1 0 0,-1 0-1 0 0,0-1 1 0 0,1 0-1 0 0,-1 0 0 0 0,-1-2 1 0 0,1 1-1 0 0,18-12 1 0 0,-18 8-2 0 0,0 0 0 0 0,0-1 1 0 0,-1 0-1 0 0,-1-1 0 0 0,0 0 1 0 0,0 0-1 0 0,-1-1 0 0 0,0 0 1 0 0,-1 0-1 0 0,0-1 0 0 0,0 0 0 0 0,4-14 1 0 0,-3 5-19 0 0,-1 1 0 0 0,-1-1 0 0 0,-1 0 0 0 0,-1-1 0 0 0,-1 1 0 0 0,1-42 1 0 0,-13 89-40 0 0,5-2 41 0 0,2 0 1 0 0,0 1-1 0 0,3 30 0 0 0,0-44 14 0 0,0 0-1 0 0,1 0 0 0 0,0 0 1 0 0,1 0-1 0 0,0 0 0 0 0,1 0 1 0 0,0-1-1 0 0,0 1 1 0 0,9 12-1 0 0,-11-20 0 0 0,-1-1-1 0 0,1 1 1 0 0,1-1 0 0 0,-1 1 0 0 0,0-1 0 0 0,0 0-1 0 0,1 0 1 0 0,-1 0 0 0 0,1 0 0 0 0,0 0-1 0 0,0-1 1 0 0,0 1 0 0 0,-1-1 0 0 0,1 0 0 0 0,0 0-1 0 0,5 1 1 0 0,-2-1-12 0 0,0 0 0 0 0,-1-1 0 0 0,1 1 0 0 0,0-1 0 0 0,-1-1 0 0 0,1 1 0 0 0,0-1 1 0 0,9-2-1 0 0,-1-2-106 0 0,0 0 0 0 0,0-1 0 0 0,0 0 0 0 0,-1-1 0 0 0,0 0 1 0 0,15-12-1 0 0,-12 6-8 0 0,0-1 0 0 0,-1-1 0 0 0,-1 0 0 0 0,0-1 0 0 0,-1-1 0 0 0,-1 0 1 0 0,0-1-1 0 0,-2 0 0 0 0,0 0 0 0 0,-1-1 0 0 0,-1-1 0 0 0,9-30 0 0 0,-2-5 52 0 0,-3 0 0 0 0,-2-1 0 0 0,3-81 0 0 0,-14-28 1180 0 0,-1 69-159 0 0,-1 85-851 0 0,-3 11-30 0 0,5 2-66 0 0,-1-1-1 0 0,1 1 0 0 0,0-1 1 0 0,0 1-1 0 0,0-1 1 0 0,0 1-1 0 0,0 0 0 0 0,0-1 1 0 0,-1 4-1 0 0,-15 51 164 0 0,3 0 1 0 0,2 2 0 0 0,3-1-1 0 0,2 1 1 0 0,3 1 0 0 0,6 104-1 0 0,0-131-140 0 0,2 0 0 0 0,15 57 1 0 0,-17-79-18 0 0,2 0 0 0 0,-1 0 0 0 0,1 0 1 0 0,1 0-1 0 0,0-1 0 0 0,0 1 0 0 0,1-1 1 0 0,0-1-1 0 0,1 1 0 0 0,0-1 0 0 0,0 0 1 0 0,11 9-1 0 0,-14-13-7 0 0,1-1-1 0 0,0 0 1 0 0,0 0-1 0 0,0 0 1 0 0,1-1 0 0 0,-1 0-1 0 0,1 0 1 0 0,-1 0 0 0 0,1 0-1 0 0,-1-1 1 0 0,1 0-1 0 0,0 0 1 0 0,0-1 0 0 0,9 0-1 0 0,-7-1-43 0 0,0 0 0 0 0,0 0 0 0 0,-1-1-1 0 0,1 0 1 0 0,0-1 0 0 0,-1 0 0 0 0,1 0-1 0 0,-1 0 1 0 0,11-8 0 0 0,-4 2-58 0 0,-1-1 0 0 0,0-1 0 0 0,-1 0 0 0 0,0-1-1 0 0,-1 0 1 0 0,0-1 0 0 0,-1 0 0 0 0,0-1 0 0 0,11-21 0 0 0,-9 9 44 0 0,-2 0 0 0 0,-1-1 0 0 0,-1 0 0 0 0,7-47 0 0 0,-4 20 390 0 0,-10 50-332 0 0,-1-4 3 0 0,0 6-11 0 0,-6 17 44 0 0,-1 20 9 0 0,2 1 0 0 0,-1 60 0 0 0,6-77-37 0 0,1 0 0 0 0,1-1 1 0 0,1 1-1 0 0,0-1 0 0 0,1 0 0 0 0,2 0 0 0 0,7 21 0 0 0,-11-35-7 0 0,0 0 0 0 0,0-1 0 0 0,0 1 0 0 0,0-1 0 0 0,0 0-1 0 0,1 1 1 0 0,-1-1 0 0 0,1-1 0 0 0,0 1 0 0 0,0 0 0 0 0,0 0 0 0 0,0-1 0 0 0,1 0 0 0 0,-1 0 0 0 0,1 0 0 0 0,4 2 0 0 0,-2-2 3 0 0,0 0 1 0 0,1 0-1 0 0,-1-1 0 0 0,0 0 1 0 0,0-1-1 0 0,1 1 1 0 0,-1-1-1 0 0,0 0 1 0 0,11-2-1 0 0,-1-1-90 0 0,0-1 0 0 0,0 0 0 0 0,0-1-1 0 0,0-1 1 0 0,-1-1 0 0 0,0 0 0 0 0,16-10 0 0 0,-7 0-113 0 0,0 0 1 0 0,-1-2-1 0 0,-1 0 0 0 0,-1-2 1 0 0,-1 0-1 0 0,-1-2 1 0 0,-1 0-1 0 0,0-1 1 0 0,-2 0-1 0 0,13-29 0 0 0,-17 30 502 0 0,-2-1 0 0 0,-1 0 0 0 0,11-48 0 0 0,-20 71-264 0 0,-6 10-23 0 0,-7 99 160 0 0,11-85-144 0 0,0 74 100 0 0,3-87-118 0 0,0 0 1 0 0,0 0-1 0 0,1 0 0 0 0,0 0 0 0 0,1 0 0 0 0,0-1 0 0 0,5 13 0 0 0,-5-18-10 0 0,0 0-1 0 0,0 0 1 0 0,0 0-1 0 0,1 0 1 0 0,-1 0 0 0 0,1-1-1 0 0,0 0 1 0 0,0 1-1 0 0,0-2 1 0 0,0 1-1 0 0,1 0 1 0 0,-1-1 0 0 0,1 0-1 0 0,0 0 1 0 0,0 0-1 0 0,-1 0 1 0 0,1-1 0 0 0,0 0-1 0 0,0 0 1 0 0,0 0-1 0 0,0-1 1 0 0,7 1-1 0 0,7-1 10 0 0,0 0 0 0 0,0-1 0 0 0,0-1 0 0 0,30-8 0 0 0,-22 3-7 0 0,-1-1 0 0 0,1-2 0 0 0,-2-1 0 0 0,1 0 1 0 0,-2-2-1 0 0,1-1 0 0 0,-2-1 0 0 0,0-1 0 0 0,28-26 0 0 0,-39 31 1 0 0,-1 0-1 0 0,-1-1 0 0 0,0 0 1 0 0,-1 0-1 0 0,0-1 0 0 0,-1-1 1 0 0,-1 1-1 0 0,0-1 0 0 0,0 0 1 0 0,-2-1-1 0 0,0 0 0 0 0,0 1 1 0 0,3-23-1 0 0,-8 34 16 0 0,0 1 1 0 0,0-1-1 0 0,0 1 0 0 0,0-1 1 0 0,-1 1-1 0 0,1-1 0 0 0,-1 1 0 0 0,1-1 1 0 0,-1 1-1 0 0,0 0 0 0 0,-2-4 1 0 0,3 4-17 0 0,-1 1 1 0 0,1 0 0 0 0,-1 0-1 0 0,0 0 1 0 0,0 0-1 0 0,0 0 1 0 0,1 0-1 0 0,-1 0 1 0 0,0 1 0 0 0,0-1-1 0 0,0 0 1 0 0,0 0-1 0 0,0 1 1 0 0,-1-1-1 0 0,1 0 1 0 0,0 1 0 0 0,0-1-1 0 0,0 1 1 0 0,0 0-1 0 0,-1-1 1 0 0,1 1-1 0 0,0 0 1 0 0,0 0 0 0 0,-1 0-1 0 0,1 0 1 0 0,0 0-1 0 0,-2 0 1 0 0,-6 1 53 0 0,1 1 1 0 0,-1 0 0 0 0,1 1-1 0 0,0 0 1 0 0,0 0-1 0 0,0 1 1 0 0,0 0-1 0 0,0 0 1 0 0,-12 10-1 0 0,9-5 22 0 0,1 0 1 0 0,0 0-1 0 0,1 1 0 0 0,0 1 0 0 0,1-1 0 0 0,-8 13 0 0 0,7-9 10 0 0,1 0 0 0 0,1 1 0 0 0,0 0 0 0 0,1 0 0 0 0,1 1 0 0 0,0-1 0 0 0,1 1-1 0 0,1 0 1 0 0,0 0 0 0 0,1 1 0 0 0,0 22 0 0 0,3-33-76 0 0,-1 0 0 0 0,1-1 0 0 0,0 1 0 0 0,0 0 0 0 0,0-1 0 0 0,1 1 0 0 0,0-1-1 0 0,0 0 1 0 0,0 0 0 0 0,1 0 0 0 0,-1 0 0 0 0,1 0 0 0 0,1 0 0 0 0,-1 0 0 0 0,1-1 0 0 0,6 7 0 0 0,-4-6-2 0 0,0-1 0 0 0,0 0 0 0 0,1 1 0 0 0,-1-2 0 0 0,1 1 0 0 0,0-1 0 0 0,1 0 0 0 0,-1-1 1 0 0,0 1-1 0 0,1-2 0 0 0,13 3 0 0 0,0-2-152 0 0,1-1 1 0 0,-1 0-1 0 0,1-2 1 0 0,0-1-1 0 0,-1 0 0 0 0,1-2 1 0 0,-1 0-1 0 0,24-9 1 0 0,-14 3-1622 0 0,41-20 0 0 0,23-23-5786 0 0,-66 34 1737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3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23 2736 0 0,'-7'-17'10279'0'0,"3"11"-8565"0"0,2 14-1391 0 0,0 0 0 0 0,1 0 0 0 0,0-1 0 0 0,0 1 0 0 0,0 0 0 0 0,1 0 0 0 0,1 0 0 0 0,1 12 0 0 0,0 21 184 0 0,-22 221 462 0 0,8-151-3723 0 0,11-104 955 0 0,0 0 0 0 0,1 0 0 0 0,1 0 0 0 0,1 12 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31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59 2620 0 0,'8'-10'3060'0'0,"0"-1"0"0"0,17-14 0 0 0,-12 12-708 0 0,-19 14-872 0 0,-20 16-635 0 0,6-1-506 0 0,14-12-286 0 0,0 0 0 0 0,0 1 1 0 0,0 0-1 0 0,1 0 0 0 0,0 1 0 0 0,0-1 0 0 0,0 1 0 0 0,0 0 0 0 0,1 1 0 0 0,0-1 0 0 0,-5 12 1 0 0,9-15-49 0 0,0-1 0 0 0,0 0 0 0 0,0 0 1 0 0,0 0-1 0 0,1 0 0 0 0,-1 0 0 0 0,1 0 1 0 0,0 0-1 0 0,0 0 0 0 0,-1 0 1 0 0,1 0-1 0 0,0 0 0 0 0,0-1 0 0 0,1 1 1 0 0,-1 0-1 0 0,0-1 0 0 0,1 1 0 0 0,-1-1 1 0 0,1 1-1 0 0,3 2 0 0 0,-1-1 3 0 0,1 1 0 0 0,0-1-1 0 0,0 0 1 0 0,0-1 0 0 0,0 1-1 0 0,0-1 1 0 0,10 3-1 0 0,41 8 20 0 0,-42-10-22 0 0,14 3-50 0 0,41 14 0 0 0,-61-17 152 0 0,-1 0 0 0 0,0 0 0 0 0,0 1 0 0 0,0-1 0 0 0,0 2 0 0 0,-1-1-1 0 0,0 1 1 0 0,0 0 0 0 0,0 0 0 0 0,9 11 0 0 0,-13-14 15 0 0,0 0 0 0 0,-1 0 0 0 0,0 0 0 0 0,0 0 0 0 0,1 1-1 0 0,-1-1 1 0 0,-1 0 0 0 0,1 1 0 0 0,0-1 0 0 0,0 1 0 0 0,-1-1 0 0 0,0 0 0 0 0,1 1 0 0 0,-1-1 0 0 0,0 1-1 0 0,0-1 1 0 0,0 1 0 0 0,-1 3 0 0 0,0-3-7 0 0,0 1 1 0 0,-1-1-1 0 0,1 1 1 0 0,-1-1-1 0 0,1 0 0 0 0,-1 0 1 0 0,0 0-1 0 0,-1 0 0 0 0,1 0 1 0 0,0 0-1 0 0,-4 3 1 0 0,-3 2 81 0 0,-1 0 1 0 0,0-1 0 0 0,0 0 0 0 0,-1-1 0 0 0,1 0-1 0 0,-15 5 1 0 0,12-6-104 0 0,-1 0 0 0 0,0-1 0 0 0,0 0 0 0 0,0-1-1 0 0,0-1 1 0 0,-17 1 0 0 0,23-3-267 0 0,1 0 0 0 0,0 0-1 0 0,0-1 1 0 0,0 1 0 0 0,0-1-1 0 0,0-1 1 0 0,0 0 0 0 0,0 0 0 0 0,0 0-1 0 0,0-1 1 0 0,1 0 0 0 0,-1 0 0 0 0,1 0-1 0 0,-8-6 1 0 0,11 6-289 0 0,0 0 1 0 0,1 0-1 0 0,-1 0 1 0 0,1 0-1 0 0,-1 0 1 0 0,1-1-1 0 0,0 1 1 0 0,0-1-1 0 0,0 1 1 0 0,1-1-1 0 0,-1 0 1 0 0,1 0-1 0 0,-1-6 1 0 0,-2-32-7120 0 0,4 23 2141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31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67 103 268 0 0,'-12'-19'3747'0'0,"-18"-28"4547"0"0,10 18-5891 0 0,19 28-2364 0 0,-3-5-2130 0 0,9 13 389 0 0,11 7-3131 0 0,-6-5 1112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32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239 345 952 0 0,'21'-8'21876'0'0,"-31"-3"-23032"0"0,-9-3 1294 0 0,0 0 1 0 0,-1 2-1 0 0,-41-20 1 0 0,18 11-104 0 0,18 8-33 0 0,16 9-32 0 0,0 0 0 0 0,0-1-1 0 0,1 0 1 0 0,0 0-1 0 0,-10-9 1 0 0,17 13 2 0 0,1 0 24 0 0,0 0 0 0 0,1 0 0 0 0,-1 0 1 0 0,1 0-1 0 0,-1 0 0 0 0,1 0 0 0 0,-1 0 0 0 0,1 0 1 0 0,-1 1-1 0 0,1-1 0 0 0,0 0 0 0 0,0 1 0 0 0,-1-1 1 0 0,1 0-1 0 0,0 1 0 0 0,0-1 0 0 0,0 1 0 0 0,0-1 1 0 0,1 0-1 0 0,23-10-68 0 0,-20 10 44 0 0,43-14-248 0 0,0 2-1 0 0,98-13 1 0 0,-108 21 184 0 0,256-32-261 0 0,-290 37 357 0 0,-1-1 0 0 0,1 1-1 0 0,-1-1 1 0 0,0 0 0 0 0,1 0 0 0 0,-1-1 0 0 0,0 1-1 0 0,0 0 1 0 0,0-1 0 0 0,4-2 0 0 0,-6 2 1 0 0,0 1-1 0 0,-1 0 0 0 0,1 0 0 0 0,-1 0 1 0 0,1 0-1 0 0,-1 0 0 0 0,0 0 0 0 0,1 0 0 0 0,-1 0 1 0 0,0 0-1 0 0,0 0 0 0 0,0-1 0 0 0,0 1 0 0 0,0 0 1 0 0,0 0-1 0 0,0 0 0 0 0,-1-3 0 0 0,1 3 26 0 0,0 0-1 0 0,-1-1 1 0 0,1 1-1 0 0,-1-1 1 0 0,1 1-1 0 0,-1 0 1 0 0,0-1-1 0 0,1 1 1 0 0,-1 0-1 0 0,0 0 1 0 0,0-1-1 0 0,0 1 1 0 0,-2-1-1 0 0,3 1-24 0 0,0 1 0 0 0,-1 0 0 0 0,1 0 0 0 0,0 0 0 0 0,-1 0 0 0 0,1 0 0 0 0,-1 0 0 0 0,1 0 0 0 0,0 0 0 0 0,-1 0 0 0 0,1 0 0 0 0,-1 0 0 0 0,1 0 0 0 0,0 0 0 0 0,-1 0 0 0 0,1 0 0 0 0,-1 0 0 0 0,1 1 0 0 0,0-1 0 0 0,-1 0 0 0 0,1 0 0 0 0,0 0 0 0 0,-1 1 0 0 0,1-1 0 0 0,0 0 0 0 0,-1 0 0 0 0,1 1 0 0 0,0-1 0 0 0,0 0 0 0 0,-1 1 0 0 0,-3 4-1 0 0,0 1-1 0 0,1 0 1 0 0,0 0 0 0 0,-4 9-1 0 0,4-8 15 0 0,-19 46 32 0 0,-26 98-1 0 0,2 61 271 0 0,-4 85 83 0 0,46-253-215 0 0,4-42-173 0 0,-1 4-430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32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1036 0 0,'2'1'3080'0'0,"14"2"2916"0"0,-6-2-5020 0 0,-2 0 1260 0 0,1 0 0 0 0,-1 0-1 0 0,14-2 1 0 0,-12-12-7733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5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279 241 512 0 0,'-8'-23'4039'0'0,"6"17"-3369"0"0,0 1 0 0 0,0 0-1 0 0,0-1 1 0 0,-1 1 0 0 0,1 0 0 0 0,-1 0 0 0 0,-1 0-1 0 0,1 1 1 0 0,-9-10 533 0 0,10 15-625 0 0,-1 0-456 0 0,1 0 0 0 0,-1 0 0 0 0,1 1 0 0 0,0-1 0 0 0,0 1 0 0 0,-1 0 0 0 0,1-1 0 0 0,0 1 0 0 0,1 0 0 0 0,-1 0 0 0 0,0 0 0 0 0,0 1 0 0 0,1-1 0 0 0,-1 0 0 0 0,-1 5 0 0 0,-22 46 707 0 0,18-34-582 0 0,-30 65 289 0 0,4 1 1 0 0,4 2-1 0 0,-28 141 1 0 0,52-202-487 0 0,2 0 1 0 0,-1 37 0 0 0,4-53-32 0 0,1-1 0 0 0,0 1-1 0 0,0-1 1 0 0,1 1 0 0 0,0-1 0 0 0,1 0-1 0 0,0 0 1 0 0,0 0 0 0 0,9 16 0 0 0,-10-22-11 0 0,0 0 0 0 0,0 0 0 0 0,0 0 0 0 0,0 0 1 0 0,1 0-1 0 0,0-1 0 0 0,-1 1 0 0 0,1-1 0 0 0,0 0 1 0 0,0 0-1 0 0,0 0 0 0 0,1 0 0 0 0,-1 0 0 0 0,0-1 1 0 0,5 2-1 0 0,-2-1 2 0 0,1-1 0 0 0,-1 0 0 0 0,0 0 1 0 0,0-1-1 0 0,1 0 0 0 0,-1 0 0 0 0,0 0 0 0 0,9-2 1 0 0,5-2 5 0 0,-1-1 1 0 0,0-1-1 0 0,0-1 1 0 0,30-15-1 0 0,-14 3-17 0 0,-1-1 1 0 0,0-1-1 0 0,-2-2 1 0 0,-1-1-1 0 0,0-2 1 0 0,-2-1-1 0 0,-1-1 1 0 0,-2-1-1 0 0,40-58 1 0 0,-47 59-15 0 0,-1-1-1 0 0,-1-1 1 0 0,-2-1 0 0 0,-1 0 0 0 0,-2-1-1 0 0,-1 0 1 0 0,-1-1 0 0 0,-2 0 0 0 0,-2-1-1 0 0,0 0 1 0 0,0-56 0 0 0,-6 77 2 0 0,0 0 0 0 0,-1 0 0 0 0,-1 1 0 0 0,0-1 0 0 0,-1 0 0 0 0,0 1 0 0 0,-1 0 0 0 0,0 0 0 0 0,-1 0 0 0 0,-8-14 0 0 0,10 20 3 0 0,-1 1 0 0 0,0-1 1 0 0,0 1-1 0 0,-1 0 0 0 0,1 0 0 0 0,-1 0 1 0 0,0 1-1 0 0,-1 0 0 0 0,1 0 0 0 0,-1 0 0 0 0,0 0 1 0 0,1 1-1 0 0,-2 0 0 0 0,1 0 0 0 0,0 1 1 0 0,0 0-1 0 0,-1 0 0 0 0,0 0 0 0 0,1 1 1 0 0,-1 0-1 0 0,-7 0 0 0 0,-1 1 2 0 0,0 1 0 0 0,-1 0 1 0 0,1 1-1 0 0,0 1 0 0 0,0 0 0 0 0,1 1 0 0 0,-1 1 1 0 0,1 0-1 0 0,0 1 0 0 0,0 0 0 0 0,1 1 1 0 0,-16 11-1 0 0,2 0-9 0 0,1 1-1 0 0,1 2 1 0 0,1 0 0 0 0,-37 42 0 0 0,46-44 34 0 0,-1 1 0 0 0,2 0 0 0 0,1 1 0 0 0,0 0 0 0 0,2 1 0 0 0,-12 31 1 0 0,19-43-5 0 0,1 1 0 0 0,0 0 0 0 0,1 1 0 0 0,0-1 0 0 0,1 0 0 0 0,0 22 0 0 0,2-26-8 0 0,0 1 0 0 0,0-1 0 0 0,0 0 0 0 0,1 1 0 0 0,0-1 0 0 0,0 0 0 0 0,1 0 0 0 0,0-1 1 0 0,0 1-1 0 0,1-1 0 0 0,6 10 0 0 0,-4-9 5 0 0,0-1-1 0 0,0 1 1 0 0,1-1 0 0 0,0-1 0 0 0,0 1 0 0 0,0-1 0 0 0,0 0 0 0 0,1-1 0 0 0,0 0 0 0 0,0 0 0 0 0,0-1 0 0 0,0 0 0 0 0,17 4 0 0 0,7 0 40 0 0,1-2 0 0 0,45 1 0 0 0,-37-3-38 0 0,-14-1-1 0 0,3 0 77 0 0,0 1 0 0 0,0 1-1 0 0,33 10 1 0 0,-54-11-64 0 0,0 0-1 0 0,0 0 1 0 0,0 1 0 0 0,-1 1-1 0 0,1-1 1 0 0,-1 1 0 0 0,0 1-1 0 0,-1-1 1 0 0,1 2-1 0 0,-1-1 1 0 0,0 1 0 0 0,-1 0-1 0 0,0 0 1 0 0,7 10 0 0 0,-2 4 85 0 0,0 0 0 0 0,-1 1 0 0 0,-1 0 1 0 0,-1 0-1 0 0,8 41 0 0 0,-10-38-99 0 0,1 1 1 0 0,1-2-1 0 0,2 1 0 0 0,16 31 0 0 0,-24-52-199 0 0,0 0 0 0 0,1 0 0 0 0,-1-1 0 0 0,1 1 0 0 0,0-1 0 0 0,0 0 0 0 0,0 1 0 0 0,0-1-1 0 0,1-1 1 0 0,-1 1 0 0 0,1-1 0 0 0,7 5 0 0 0,-7-6-563 0 0,-1 0-1 0 0,1 0 1 0 0,-1 0 0 0 0,1 0 0 0 0,-1-1-1 0 0,1 0 1 0 0,0 1 0 0 0,-1-1-1 0 0,1-1 1 0 0,6 0 0 0 0,8-2-5553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5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251 206 792 0 0,'-6'-16'15337'0'0,"4"15"-14798"0"0,-16 0-425 0 0,-1-2 1 0 0,1 0 0 0 0,-1-1 0 0 0,1 0-1 0 0,0-2 1 0 0,-22-9 0 0 0,28 9-96 0 0,-5-2-5 0 0,13 7-8 0 0,0-1 0 0 0,0 0 1 0 0,0-1-1 0 0,0 1 0 0 0,0 0 1 0 0,0-1-1 0 0,1 0 0 0 0,-6-6 1 0 0,3 3 1 0 0,5 6-9 0 0,-1-1 1 0 0,1 0-1 0 0,0 0 1 0 0,0 0-1 0 0,0 0 0 0 0,0 0 1 0 0,0 0-1 0 0,0 0 1 0 0,0 0-1 0 0,0 0 0 0 0,0-1 1 0 0,1 1-1 0 0,-1 0 1 0 0,0-1-1 0 0,1 1 0 0 0,-1 0 1 0 0,1-1-1 0 0,-1 1 1 0 0,1-1-1 0 0,0 1 0 0 0,0 0 1 0 0,0-1-1 0 0,-1 1 1 0 0,1-1-1 0 0,1 1 0 0 0,-1-1 1 0 0,0 1-1 0 0,0-1 1 0 0,0 1-1 0 0,1 0 0 0 0,-1-1 1 0 0,1 1-1 0 0,-1-1 1 0 0,1 1-1 0 0,0 0 0 0 0,-1 0 1 0 0,1-1-1 0 0,0 1 1 0 0,1-2-1 0 0,1 0 1 0 0,0 0 0 0 0,1 0 0 0 0,-1 1 0 0 0,1-1 0 0 0,-1 1 0 0 0,1 0 0 0 0,0 0 0 0 0,0 0 0 0 0,0 0 0 0 0,0 0 0 0 0,7-1 0 0 0,15-2-9 0 0,28-2 0 0 0,28-2 28 0 0,-80 8-19 0 0,34-2 25 0 0,-41 7 217 0 0,-1 2-1244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57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92 700 0 0,'0'0'1003'0'0,"-12"-22"2790"0"0,11 22-3725 0 0,1-1-1 0 0,0 1 1 0 0,-1-1 0 0 0,1 1-1 0 0,0 0 1 0 0,0-1 0 0 0,-1 1-1 0 0,1-1 1 0 0,0 1 0 0 0,0-1-1 0 0,0 1 1 0 0,0-1 0 0 0,0 1-1 0 0,0-1 1 0 0,-1 1 0 0 0,1-1-1 0 0,0 1 1 0 0,0-1 0 0 0,1 1 0 0 0,-1-1-1 0 0,0 1 1 0 0,0-1 0 0 0,0 1-1 0 0,0-1 1 0 0,0 1 0 0 0,0-1-1 0 0,1 1 1 0 0,-1-1 0 0 0,0 1-1 0 0,0-1 1 0 0,1 1 0 0 0,-1 0-1 0 0,0-1 1 0 0,1 1 0 0 0,-1 0-1 0 0,0-1 1 0 0,1 1 0 0 0,-1 0 0 0 0,1-1-1 0 0,-1 1 1 0 0,0 0 0 0 0,1 0-1 0 0,-1-1 1 0 0,1 1 0 0 0,-1 0-1 0 0,1 0 1 0 0,-1 0 0 0 0,1 0-1 0 0,-1-1 1 0 0,1 1 0 0 0,-1 0-1 0 0,1 0 1 0 0,-1 0 0 0 0,1 0-1 0 0,-1 0 1 0 0,1 0 0 0 0,-1 1 0 0 0,1-1-1 0 0,0 0 163 0 0,10 6 267 0 0,-10-5-547 0 0,12 5 558 0 0,-13-5-501 0 0,1-1 1 0 0,-1 0-1 0 0,0 0 0 0 0,0 0 1 0 0,1 0-1 0 0,-1 0 0 0 0,0 0 1 0 0,1 0-1 0 0,-1 0 0 0 0,0 0 0 0 0,0 0 1 0 0,1 0-1 0 0,-1 0 0 0 0,0 0 1 0 0,1 0-1 0 0,-1 0 0 0 0,0 0 1 0 0,0 0-1 0 0,1 0 0 0 0,-1 0 1 0 0,0 0-1 0 0,0 0 0 0 0,1-1 1 0 0,-1 1-1 0 0,0 0 0 0 0,0 0 0 0 0,1 0 1 0 0,-1 0-1 0 0,0-1 0 0 0,0 1 1 0 0,0 0-1 0 0,1 0 0 0 0,-1-1 1 0 0,0 1-1 0 0,0 0 0 0 0,0 0 1 0 0,0-1-1 0 0,0 1 0 0 0,0 0 1 0 0,1 0-1 0 0,-1-1 0 0 0,0 1 1 0 0,0 0-1 0 0,0 0 0 0 0,0-1 0 0 0,0 1 1 0 0,0 0-1 0 0,0-1 0 0 0,0 1 1 0 0,0-1-1 0 0,0-3 1 0 0,-1-1 1 0 0,1 0-1 0 0,-1 0 0 0 0,0 1 0 0 0,0-1 1 0 0,0 0-1 0 0,-2-4 0 0 0,2 7 170 0 0,0 1 32 0 0,0 0-1 0 0,0-1 1 0 0,0 1 0 0 0,0 0-1 0 0,0 0 1 0 0,0 0 0 0 0,0 0 0 0 0,-1 0-1 0 0,-1-2 1 0 0,1 5-156 0 0,0 0 1 0 0,0 0-1 0 0,0 0 1 0 0,0 0-1 0 0,1 0 1 0 0,-1 0-1 0 0,1 0 1 0 0,-1 1-1 0 0,1-1 1 0 0,0 0-1 0 0,0 1 1 0 0,0-1-1 0 0,-1 6 1 0 0,-4 33 125 0 0,6-40-178 0 0,0 0 1 0 0,0 0-1 0 0,0 0 0 0 0,0 0 1 0 0,0 0-1 0 0,0 0 1 0 0,0 0-1 0 0,0 0 1 0 0,1 0-1 0 0,-1 0 1 0 0,0 0-1 0 0,1 0 1 0 0,-1 0-1 0 0,1 0 1 0 0,-1 0-1 0 0,1 0 0 0 0,-1 0 1 0 0,1 0-1 0 0,0-1 1 0 0,-1 1-1 0 0,1 0 1 0 0,0 0-1 0 0,0-1 1 0 0,0 1-1 0 0,0-1 1 0 0,-1 1-1 0 0,1 0 0 0 0,0-1 1 0 0,0 1-1 0 0,0-1 1 0 0,0 0-1 0 0,0 1 1 0 0,0-1-1 0 0,0 0 1 0 0,0 0-1 0 0,0 0 1 0 0,0 0-1 0 0,1 1 1 0 0,-1-1-1 0 0,0-1 0 0 0,0 1 1 0 0,0 0-1 0 0,0 0 1 0 0,0 0-1 0 0,1-1 1 0 0,3 0-93 0 0,1 0 1 0 0,-1-1-1 0 0,0 0 0 0 0,0 0 1 0 0,0 0-1 0 0,7-5 1 0 0,-7 4-246 0 0,0-1 1 0 0,0 0 0 0 0,-1 0 0 0 0,1 0 0 0 0,-1 0 0 0 0,4-7 0 0 0,7-14-5842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58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380 296 640 0 0,'0'-3'286'0'0,"0"1"0"0"0,1-1 0 0 0,-1 1 0 0 0,0-1 0 0 0,1 1 0 0 0,0-1 0 0 0,-1 1 0 0 0,1-1 0 0 0,0 1 1 0 0,0 0-1 0 0,1-1 0 0 0,-1 1 0 0 0,0 0 0 0 0,1 0 0 0 0,0 0 0 0 0,-1 0 0 0 0,1 0 0 0 0,0 0 0 0 0,0 1 0 0 0,0-1 0 0 0,0 0 0 0 0,0 1 0 0 0,0 0 0 0 0,0-1 0 0 0,1 1 0 0 0,-1 0 0 0 0,0 0 0 0 0,1 0 0 0 0,-1 1 0 0 0,1-1 1 0 0,-1 0-1 0 0,1 1 0 0 0,-1 0 0 0 0,3-1 0 0 0,6 0 98 0 0,0 1 1 0 0,-1 0-1 0 0,1 0 0 0 0,0 1 1 0 0,-1 1-1 0 0,1-1 1 0 0,11 5-1 0 0,29 6 1998 0 0,-49-11-1835 0 0,1-7-372 0 0,-3 6-168 0 0,1-1 0 0 0,-1 1 1 0 0,0-1-1 0 0,1 1 0 0 0,-1-1 1 0 0,1 1-1 0 0,-1-1 1 0 0,0 0-1 0 0,0 1 0 0 0,1-1 1 0 0,-1 0-1 0 0,0 1 0 0 0,0-1 1 0 0,0 0-1 0 0,0 1 1 0 0,0-1-1 0 0,0 0 0 0 0,0 1 1 0 0,0-1-1 0 0,0 0 0 0 0,0 1 1 0 0,0-1-1 0 0,-1-1 1 0 0,-6-35 31 0 0,1 7-52 0 0,-13-38-1 0 0,16 59 2 0 0,-1 0 0 0 0,0 0 0 0 0,0 0 0 0 0,-1 0 0 0 0,0 1 0 0 0,0 0 0 0 0,-1 0 0 0 0,-9-9 0 0 0,13 15 5 0 0,1 1 0 0 0,-1-1 1 0 0,1 1-1 0 0,-1 0 0 0 0,0 0 0 0 0,1 0 0 0 0,-1 0 0 0 0,0 0 0 0 0,0 0 0 0 0,0 1 0 0 0,0-1 1 0 0,1 1-1 0 0,-1-1 0 0 0,0 1 0 0 0,0 0 0 0 0,0-1 0 0 0,-4 1 0 0 0,2 1 3 0 0,0-1 0 0 0,0 1-1 0 0,1 0 1 0 0,-1 0 0 0 0,0 0-1 0 0,1 1 1 0 0,-1-1 0 0 0,-5 5-1 0 0,-4 2 15 0 0,1 1 0 0 0,0 1 0 0 0,-17 18 0 0 0,27-26-8 0 0,-18 19 23 0 0,0 1 1 0 0,2 0-1 0 0,-16 27 0 0 0,26-36-14 0 0,0 0 0 0 0,1 1-1 0 0,0 0 1 0 0,1 0 0 0 0,1 1-1 0 0,1-1 1 0 0,-5 23 0 0 0,9-35-12 0 0,-1 0 1 0 0,1 0 0 0 0,0-1 0 0 0,0 1 0 0 0,0 0 0 0 0,0 0-1 0 0,0 0 1 0 0,1 0 0 0 0,-1-1 0 0 0,0 1 0 0 0,1 0-1 0 0,-1 0 1 0 0,1-1 0 0 0,0 1 0 0 0,0 0 0 0 0,0-1 0 0 0,-1 1-1 0 0,1-1 1 0 0,1 1 0 0 0,-1-1 0 0 0,0 1 0 0 0,0-1 0 0 0,1 0-1 0 0,-1 1 1 0 0,0-1 0 0 0,1 0 0 0 0,-1 0 0 0 0,1 0 0 0 0,-1 0-1 0 0,1 0 1 0 0,0-1 0 0 0,-1 1 0 0 0,1 0 0 0 0,3 0-1 0 0,6 1-1 0 0,-1 0 0 0 0,1-1 0 0 0,0 0 0 0 0,20 0 0 0 0,-8-1-1 0 0,-2 1-9 0 0,-1 1 1 0 0,1 1 0 0 0,0 1 0 0 0,-1 1-1 0 0,0 1 1 0 0,0 1 0 0 0,37 17 0 0 0,-49-20 9 0 0,0 1 0 0 0,0-1 0 0 0,0 1 0 0 0,-1 1 0 0 0,0 0 0 0 0,0 0 0 0 0,0 0 0 0 0,0 1 0 0 0,-1 0 0 0 0,-1 0 0 0 0,1 0 0 0 0,-1 1 0 0 0,0 0 0 0 0,-1 0 0 0 0,0 0 0 0 0,0 1 0 0 0,0-1 0 0 0,-1 1 0 0 0,-1 0 0 0 0,3 13 0 0 0,-5-13 5 0 0,1 1 1 0 0,-2 0-1 0 0,1 0 1 0 0,-2-1-1 0 0,1 1 1 0 0,-1-1-1 0 0,-1 1 1 0 0,1-1-1 0 0,-2 0 1 0 0,1 0 0 0 0,-1 0-1 0 0,-1 0 1 0 0,1-1-1 0 0,-1 0 1 0 0,-1 0-1 0 0,-9 11 1 0 0,0-1 12 0 0,-2-1 0 0 0,0 0 0 0 0,0-2 0 0 0,-2 0 0 0 0,-30 20 0 0 0,28-23 63 0 0,-1 0 0 0 0,0-1 0 0 0,0-1 0 0 0,-1-1 0 0 0,-41 10 0 0 0,47-15-18 0 0,0-1 0 0 0,-1-1 0 0 0,1 0 0 0 0,0-2 0 0 0,-1 0 0 0 0,0-1 0 0 0,1 0 0 0 0,-31-8 0 0 0,39 6-45 0 0,1 0-1 0 0,0-1 1 0 0,0 0 0 0 0,0 0 0 0 0,1-1-1 0 0,0 1 1 0 0,-1-2 0 0 0,2 1 0 0 0,-1-1-1 0 0,1 0 1 0 0,-11-14 0 0 0,14 17-37 0 0,1 0 1 0 0,-1-1-1 0 0,1 1 1 0 0,0-1-1 0 0,0 0 1 0 0,1 0-1 0 0,-1 1 1 0 0,1-1-1 0 0,0 0 1 0 0,0 0-1 0 0,0-1 1 0 0,0-3-1 0 0,1 5-58 0 0,0 0 0 0 0,1 1-1 0 0,-1-1 1 0 0,1 0-1 0 0,-1 1 1 0 0,1-1 0 0 0,0 0-1 0 0,0 1 1 0 0,0-1-1 0 0,0 1 1 0 0,1-1 0 0 0,-1 1-1 0 0,1 0 1 0 0,-1-1-1 0 0,1 1 1 0 0,0 0 0 0 0,0 0-1 0 0,0 0 1 0 0,3-3-1 0 0,5-1-634 0 0,0 1-1 0 0,1 0 0 0 0,-1 0 1 0 0,1 1-1 0 0,0 0 0 0 0,0 1 0 0 0,1 0 1 0 0,-1 1-1 0 0,13-2 0 0 0,15-3-2605 0 0,-10 0-148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58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53 132 1620 0 0,'21'-21'7804'0'0,"-22"40"-6381"0"0,-15 25-598 0 0,1-5-258 0 0,-20 79-1 0 0,33-106-544 0 0,0 0 0 0 0,1 1 0 0 0,0 0 0 0 0,1-1 0 0 0,0 1 0 0 0,1 0 0 0 0,0-1 0 0 0,1 1 0 0 0,0-1 0 0 0,8 22 0 0 0,-9-30-14 0 0,1-1 0 0 0,-1 0 0 0 0,1 0 0 0 0,-1 0 0 0 0,1 0 0 0 0,0 0 0 0 0,0 0 0 0 0,0-1 0 0 0,1 1 0 0 0,-1-1 0 0 0,1 1 0 0 0,-1-1 0 0 0,1 0 0 0 0,0 0 0 0 0,0 0 0 0 0,0-1 0 0 0,0 1 0 0 0,0 0 0 0 0,0-1 0 0 0,0 0 0 0 0,1 0 0 0 0,-1 0 0 0 0,0 0 0 0 0,1-1 0 0 0,-1 1 0 0 0,1-1 0 0 0,-1 0 0 0 0,0 0 0 0 0,1 0 0 0 0,-1 0 0 0 0,1-1 0 0 0,5-1 0 0 0,1 0-3 0 0,0-1 0 0 0,0 0 0 0 0,-1 0 1 0 0,0-1-1 0 0,0 0 0 0 0,0-1 0 0 0,0 0 0 0 0,0 0 0 0 0,-1-1 0 0 0,9-8 0 0 0,-5 2 7 0 0,-1-1 0 0 0,0 0-1 0 0,0 0 1 0 0,-1-1 0 0 0,-1 0-1 0 0,-1-1 1 0 0,0 0-1 0 0,0-1 1 0 0,-2 1 0 0 0,0-1-1 0 0,-1 0 1 0 0,7-34 0 0 0,-10 39-21 0 0,-1-1 1 0 0,0 1-1 0 0,0-1 1 0 0,-1 1-1 0 0,-1-1 1 0 0,0 1-1 0 0,0-1 1 0 0,-1 1-1 0 0,-1 0 1 0 0,0-1-1 0 0,0 1 1 0 0,-1 0-1 0 0,0 1 1 0 0,-1-1-1 0 0,-1 1 1 0 0,1 0-1 0 0,-2 0 1 0 0,1 1-1 0 0,-16-17 1 0 0,19 23 9 0 0,0 0 0 0 0,0 0 0 0 0,-1 1 0 0 0,1-1 1 0 0,-1 1-1 0 0,0 0 0 0 0,0 0 0 0 0,0 0 1 0 0,0 0-1 0 0,0 1 0 0 0,0 0 0 0 0,0-1 0 0 0,0 2 1 0 0,0-1-1 0 0,-7 0 0 0 0,4 1 15 0 0,1 0-1 0 0,0 1 1 0 0,0 0-1 0 0,0 0 1 0 0,0 0-1 0 0,0 1 1 0 0,0 0-1 0 0,0 0 1 0 0,0 1-1 0 0,-6 3 1 0 0,5-2-54 0 0,0 0 1 0 0,0 1-1 0 0,0 0 0 0 0,1 0 1 0 0,-1 0-1 0 0,1 1 1 0 0,0 0-1 0 0,1 1 0 0 0,0-1 1 0 0,0 1-1 0 0,0 0 1 0 0,1 0-1 0 0,0 1 1 0 0,0-1-1 0 0,1 1 0 0 0,-3 8 1 0 0,5-13-103 0 0,1-1 1 0 0,-1 1-1 0 0,1-1 0 0 0,0 0 1 0 0,0 1-1 0 0,0-1 1 0 0,0 1-1 0 0,1-1 0 0 0,-1 0 1 0 0,1 1-1 0 0,-1-1 1 0 0,1 1-1 0 0,0-1 0 0 0,0 0 1 0 0,0 0-1 0 0,0 0 1 0 0,2 3-1 0 0,-1-2-334 0 0,0-1 0 0 0,-1 0 0 0 0,1 0 0 0 0,0 0 0 0 0,0 0 1 0 0,0-1-1 0 0,1 1 0 0 0,-1-1 0 0 0,4 3 0 0 0,6 1-2770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58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43 552 0 0,'2'-6'1570'0'0,"1"-1"0"0"0,-1 1 0 0 0,1-1 0 0 0,7-10 1110 0 0,-6 44-1232 0 0,-6 9 141 0 0,-11 59 0 0 0,4-34-968 0 0,-65 598 460 0 0,69-589-3452 0 0,6-40-4541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7:5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1184 0 0,'2'-8'1965'0'0,"1"-1"0"0"0,1 1 1 0 0,7-15 810 0 0,-10 23-2713 0 0,0 0-1 0 0,0 0 1 0 0,0 0 0 0 0,0 0-1 0 0,1 0 1 0 0,-1 0-1 0 0,0 1 1 0 0,-1-1-1 0 0,1 0 1 0 0,0 1 0 0 0,0-1-1 0 0,0 1 1 0 0,2 0-1 0 0,12 22 624 0 0,-1 1 0 0 0,21 50-1 0 0,-2-3-266 0 0,-28-61-352 0 0,0 0 0 0 0,1 0 0 0 0,0-1-1 0 0,1 1 1 0 0,0-2 0 0 0,0 1 0 0 0,1-1 0 0 0,11 10 0 0 0,-18-17-52 0 0,1-1-1 0 0,-1 1 1 0 0,1 0 0 0 0,-1-1-1 0 0,1 1 1 0 0,-1 0 0 0 0,1-1-1 0 0,0 0 1 0 0,-1 0 0 0 0,1 1-1 0 0,-1-1 1 0 0,1 0 0 0 0,0 0-1 0 0,-1 0 1 0 0,1 0 0 0 0,0-1-1 0 0,-1 1 1 0 0,1 0 0 0 0,-1-1-1 0 0,1 1 1 0 0,-1-1 0 0 0,1 0-1 0 0,-1 1 1 0 0,1-1 0 0 0,-1 0-1 0 0,1 0 1 0 0,-1 0 0 0 0,0 0-1 0 0,0 0 1 0 0,1 0 0 0 0,0-2-1 0 0,5-3 15 0 0,-1-1 0 0 0,0 0 0 0 0,10-14 0 0 0,-5 2 19 0 0,-1 0-1 0 0,0 0 1 0 0,-2-1-1 0 0,10-29 0 0 0,15-86 966 0 0,-32 128-933 0 0,4-15 80 0 0,-5 22-158 0 0,0 0 0 0 0,0-1 0 0 0,1 1 0 0 0,-1 0-1 0 0,0-1 1 0 0,0 1 0 0 0,0 0 0 0 0,0-1 0 0 0,0 1-1 0 0,0 0 1 0 0,1 0 0 0 0,-1-1 0 0 0,0 1 0 0 0,0 0-1 0 0,0 0 1 0 0,1-1 0 0 0,-1 1 0 0 0,0 0 0 0 0,0 0 0 0 0,1 0-1 0 0,-1-1 1 0 0,0 1 0 0 0,1 0 0 0 0,-1 0 0 0 0,0 0-1 0 0,0 0 1 0 0,1 0 0 0 0,-1 0 0 0 0,0 0 0 0 0,1 0-1 0 0,-1 0 1 0 0,0 0 0 0 0,1 0 0 0 0,-1 0 0 0 0,0 0-1 0 0,1 0 1 0 0,-1 0 0 0 0,0 0 0 0 0,1 0 0 0 0,-1 0-1 0 0,0 0 1 0 0,0 0 0 0 0,1 0 0 0 0,-1 0 0 0 0,0 1-1 0 0,1-1 1 0 0,1 3-185 0 0,1 0-1 0 0,-1 0 0 0 0,0 1 1 0 0,0-1-1 0 0,-1 1 1 0 0,3 6-1 0 0,0-1-342 0 0,-2-6 320 0 0,0 0 0 0 0,0 0 0 0 0,0 0 0 0 0,0 0 0 0 0,1-1 0 0 0,-1 1 0 0 0,1-1 0 0 0,-1 0 0 0 0,1 0 0 0 0,0 0 0 0 0,0 0 0 0 0,0 0 0 0 0,0-1 0 0 0,0 1 0 0 0,7 1 0 0 0,-5-2 1 0 0,0 0 1 0 0,0 0-1 0 0,0 0 1 0 0,1-1-1 0 0,-1 0 1 0 0,0 0-1 0 0,0 0 0 0 0,1-1 1 0 0,8-2-1 0 0,-5 1 270 0 0,0-1-1 0 0,0-1 1 0 0,0 1-1 0 0,0-1 1 0 0,-1-1-1 0 0,0 1 1 0 0,0-2-1 0 0,0 1 1 0 0,0-1-1 0 0,-1 0 1 0 0,8-8 0 0 0,-12 10 314 0 0,0-1 0 0 0,0 1 1 0 0,-1-1-1 0 0,1 1 1 0 0,-1-1-1 0 0,3-8 1 0 0,3-7 1219 0 0,-6 17-1107 0 0,-1-1 0 0 0,0 0 0 0 0,0 1 0 0 0,0-1-1 0 0,0 0 1 0 0,-1 0 0 0 0,1-6 0 0 0,1-4 484 0 0,-2 12-669 0 0,0-2-195 0 0,1 4-102 0 0,-1 0 0 0 0,0-1 0 0 0,0 1 0 0 0,0-1 0 0 0,1 1 0 0 0,-1-1 0 0 0,0 1 0 0 0,0-1 0 0 0,0 0 0 0 0,0 1 0 0 0,0-1 0 0 0,0 1 0 0 0,0-1 0 0 0,0 1 0 0 0,0-1 0 0 0,0 1 0 0 0,0-1 0 0 0,0 1 1 0 0,0-1-1 0 0,-1 1 0 0 0,1-1 0 0 0,0 1 0 0 0,0-1 0 0 0,-1 1 0 0 0,1-1 0 0 0,-1 0 0 0 0,-2 2-10 0 0,-1 1 0 0 0,0 0 0 0 0,1 0 0 0 0,0 0 1 0 0,-1 0-1 0 0,1 0 0 0 0,0 0 0 0 0,0 1 0 0 0,0 0 1 0 0,0-1-1 0 0,1 1 0 0 0,-1 0 0 0 0,-3 7 0 0 0,-1-1-1 0 0,-7 10 12 0 0,0 0-1 0 0,2 1 1 0 0,-14 28 0 0 0,21-38-6 0 0,1 1 0 0 0,0-1 0 0 0,0 1 0 0 0,1 0 0 0 0,0 0 1 0 0,1 0-1 0 0,1 0 0 0 0,-1 0 0 0 0,2 12 0 0 0,0-19 0 0 0,0-1 1 0 0,1 1-1 0 0,-1 0 0 0 0,1-1 1 0 0,0 1-1 0 0,0-1 0 0 0,1 0 0 0 0,-1 1 1 0 0,1-1-1 0 0,-1 0 0 0 0,1 0 0 0 0,0 0 1 0 0,0 0-1 0 0,1 0 0 0 0,-1 0 1 0 0,4 3-1 0 0,-1-2-29 0 0,0-1-1 0 0,0 1 1 0 0,0-1 0 0 0,0 0-1 0 0,0-1 1 0 0,1 1 0 0 0,-1-1-1 0 0,1 0 1 0 0,7 1 0 0 0,6 1-588 0 0,0-2 0 0 0,0 0 1 0 0,0-1-1 0 0,1-1 0 0 0,22-3 0 0 0,-25 2-1239 0 0,-1-1 0 0 0,1-1 0 0 0,21-7 0 0 0,-11-1-4060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0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42 1904 0 0,'-50'-40'7452'0'0,"48"39"-6766"0"0,1 2-616 0 0,-1 0-1 0 0,0 1 1 0 0,1-1-1 0 0,-1 1 1 0 0,1 0-1 0 0,0-1 1 0 0,0 1 0 0 0,0 0-1 0 0,0 0 1 0 0,0-1-1 0 0,0 1 1 0 0,0 0-1 0 0,0 0 1 0 0,1 0-1 0 0,-1 0 1 0 0,1 0-1 0 0,-1 0 1 0 0,1 1-1 0 0,0 3 1 0 0,0 51 687 0 0,0-37-568 0 0,-6 170 355 0 0,-46 290 0 0 0,51-475-700 0 0,-9 52-1378 0 0,-3-22-3668 0 0,8-22 1031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0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21 432 2076 0 0,'-20'-34'6511'0'0,"20"33"-6475"0"0,0 1 0 0 0,0-1 0 0 0,0 1 0 0 0,0-1 0 0 0,0 1 0 0 0,0-1 0 0 0,1 1 0 0 0,-1 0 0 0 0,0-1 0 0 0,0 1 0 0 0,0-1 0 0 0,1 1 0 0 0,-1 0 0 0 0,0-1 1 0 0,1 1-1 0 0,-1-1 0 0 0,0 1 0 0 0,1 0 0 0 0,-1 0 0 0 0,1-1 0 0 0,-1 1 0 0 0,0 0 0 0 0,1 0 0 0 0,-1-1 0 0 0,1 1 0 0 0,-1 0 0 0 0,1 0 0 0 0,-1 0 0 0 0,1 0 0 0 0,-1 0 0 0 0,1 0 0 0 0,-1 0 0 0 0,1-1 0 0 0,-1 2 0 0 0,1-1 1 0 0,20-4 394 0 0,161-22 367 0 0,287-79-1 0 0,-444 98-777 0 0,33-8 12 0 0,97-41 0 0 0,-139 49-58 0 0,0-1 1 0 0,-1 0 0 0 0,0-1-1 0 0,-1-1 1 0 0,0 0 0 0 0,0-1-1 0 0,-1-1 1 0 0,0 0-1 0 0,-1 0 1 0 0,18-25 0 0 0,-15 8-23 0 0,-12 20 27 0 0,-12 16 76 0 0,4 1-30 0 0,0 0 0 0 0,1 1 0 0 0,-1 0 0 0 0,1 0-1 0 0,1 0 1 0 0,-4 15 0 0 0,0-2-49 0 0,-17 46 124 0 0,4 2 0 0 0,3 0 0 0 0,2 1 0 0 0,-4 72 0 0 0,18-132-62 0 0,1-9-6 0 0,-1 0 0 0 0,1-1 0 0 0,0 1 1 0 0,0 0-1 0 0,0 0 0 0 0,0 0 0 0 0,0 0 0 0 0,0 0 0 0 0,1 0 0 0 0,-1 0 0 0 0,0-1 0 0 0,1 1 0 0 0,0 0 1 0 0,-1 0-1 0 0,1 0 0 0 0,2 2 0 0 0,-2-3-18 0 0,1-2-1 0 0,0 1 1 0 0,-1 0 0 0 0,1 0 0 0 0,-1 0-1 0 0,1-1 1 0 0,-1 1 0 0 0,1-1 0 0 0,-1 1-1 0 0,0-1 1 0 0,1 0 0 0 0,-1 1 0 0 0,1-1-1 0 0,-1 0 1 0 0,2-2 0 0 0,-2 3-11 0 0,57-41 140 0 0,-22 15-124 0 0,44-24 0 0 0,-68 43-26 0 0,0 1-1 0 0,1 1 1 0 0,0 0 0 0 0,0 0 0 0 0,0 2-1 0 0,1-1 1 0 0,26-1 0 0 0,-35 4 8 0 0,0 1 0 0 0,0 1 0 0 0,0-1 0 0 0,0 1-1 0 0,-1-1 1 0 0,1 1 0 0 0,0 1 0 0 0,0-1 0 0 0,-1 1 0 0 0,1 0 0 0 0,-1 0 0 0 0,0 0 0 0 0,1 0 0 0 0,-1 1-1 0 0,0 0 1 0 0,0 0 0 0 0,-1 0 0 0 0,7 7 0 0 0,1 3 16 0 0,0 1 0 0 0,-1 0 0 0 0,16 31 0 0 0,9 15 51 0 0,-33-58-57 0 0,0 0 1 0 0,0 0 0 0 0,0-1 0 0 0,0 1 0 0 0,0 0 0 0 0,0-1 0 0 0,0 1-1 0 0,1-1 1 0 0,-1 0 0 0 0,0 1 0 0 0,1-1 0 0 0,-1 0 0 0 0,1 0 0 0 0,0-1-1 0 0,-1 1 1 0 0,1-1 0 0 0,-1 1 0 0 0,1-1 0 0 0,0 0 0 0 0,0 0 0 0 0,-1 0 0 0 0,1 0-1 0 0,0 0 1 0 0,2-1 0 0 0,4-1 2 0 0,-1 0-1 0 0,0-1 0 0 0,1 0 1 0 0,-1 0-1 0 0,0-1 1 0 0,9-5-1 0 0,1-3 7 0 0,0 0 1 0 0,-1-1-1 0 0,0-1 0 0 0,25-26 0 0 0,-15 9 51 0 0,36-52-1 0 0,-38 38-32 0 0,-25 45-38 0 0,0-1 0 0 0,1 1 0 0 0,-1 0-1 0 0,0 0 1 0 0,0 0 0 0 0,1-1 0 0 0,-1 1 0 0 0,0 0-1 0 0,0-1 1 0 0,0 1 0 0 0,1 0 0 0 0,-1 0 0 0 0,0-1-1 0 0,0 1 1 0 0,0 0 0 0 0,0-1 0 0 0,1 1 0 0 0,-1 0-1 0 0,0-1 1 0 0,0 1 0 0 0,0-1 0 0 0,0 1-1 0 0,0 0 1 0 0,0-1 0 0 0,0 1 0 0 0,0 0 0 0 0,0-1-1 0 0,0 1 1 0 0,0 0 0 0 0,-1-1 0 0 0,1 1 0 0 0,0 0-1 0 0,0-1 1 0 0,0 1 0 0 0,0 0 0 0 0,0-1 0 0 0,-1 1-1 0 0,1 0 1 0 0,0-1 0 0 0,0 1 0 0 0,0 0 0 0 0,-1 0-1 0 0,1-1 1 0 0,0 1 0 0 0,-1 0 0 0 0,1 0-1 0 0,0 0 1 0 0,0-1 0 0 0,-1 1 0 0 0,0 0 0 0 0,0 0 3 0 0,0 0 0 0 0,0-1 1 0 0,0 1-1 0 0,0 0 1 0 0,0 0-1 0 0,0 1 0 0 0,0-1 1 0 0,0 0-1 0 0,0 0 0 0 0,0 0 1 0 0,0 1-1 0 0,0-1 1 0 0,1 0-1 0 0,-3 2 0 0 0,-8 8 170 0 0,0 1-1 0 0,0 0 1 0 0,1 1 0 0 0,1 0-1 0 0,0 1 1 0 0,-14 27-1 0 0,20-34-130 0 0,-66 127 689 0 0,61-114-655 0 0,1 0 0 0 0,1 1 0 0 0,1 0 0 0 0,0 0 1 0 0,-2 25-1 0 0,7-41-79 0 0,0 0 0 0 0,-1 1 1 0 0,1-1-1 0 0,1 0 0 0 0,-1 0 0 0 0,1 1 1 0 0,0-1-1 0 0,0 0 0 0 0,0 0 1 0 0,0 0-1 0 0,1 0 0 0 0,-1 0 0 0 0,1 0 1 0 0,0 0-1 0 0,0-1 0 0 0,6 7 0 0 0,-6-7-130 0 0,1-1 0 0 0,0 1 0 0 0,0-1 0 0 0,0 0-1 0 0,0 0 1 0 0,1 0 0 0 0,-1 0 0 0 0,1-1 0 0 0,-1 1-1 0 0,1-1 1 0 0,-1 0 0 0 0,1 0 0 0 0,0 0 0 0 0,-1 0 0 0 0,1-1-1 0 0,0 0 1 0 0,0 0 0 0 0,0 0 0 0 0,4 0 0 0 0,55-11-5578 0 0,-20 1-47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2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 1160 0 0,'0'0'7963'0'0,"-5"11"-6613"0"0,-19 345 2302 0 0,-36 39-2498 0 0,43-296-902 0 0,-9 86 18 0 0,26-183-262 0 0,0 0 0 0 0,-1-1 0 0 0,1 1 0 0 0,0 0 0 0 0,0 0 0 0 0,0 0 0 0 0,0-1 0 0 0,0 1 0 0 0,0 0 1 0 0,0 0-1 0 0,1 0 0 0 0,-1-1 0 0 0,1 1 0 0 0,-1 0 0 0 0,1-1 0 0 0,0 1 0 0 0,0 0 0 0 0,0-1 0 0 0,0 1 0 0 0,0-1 0 0 0,0 1 0 0 0,0-1 0 0 0,0 1 1 0 0,0-1-1 0 0,1 0 0 0 0,-1 0 0 0 0,1 0 0 0 0,-1 0 0 0 0,1 0 0 0 0,1 1 0 0 0,2 1 10 0 0,1-2 0 0 0,-1 1 0 0 0,0 0 0 0 0,1-1 0 0 0,-1 0 0 0 0,1 0 0 0 0,0-1 0 0 0,-1 0 0 0 0,11 0 0 0 0,29-4-45 0 0,0-1 0 0 0,65-16-1 0 0,-76 13-1571 0 0,-28 7 623 0 0,0 0-1 0 0,-1-1 1 0 0,1 1-1 0 0,0-1 1 0 0,-1 0 0 0 0,1-1-1 0 0,4-2 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3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94 748 0 0,'11'-27'6799'0'0,"12"-39"-1"0"0,-11 82-4768 0 0,-5 15-1282 0 0,-2-1 0 0 0,-2 1 0 0 0,0 53-1 0 0,-14 93-241 0 0,-28 54-350 0 0,14-134-3176 0 0,25-95 2667 0 0,-1 0 1 0 0,1 0-1 0 0,-1 0 0 0 0,0 0 0 0 0,0 0 0 0 0,0 0 0 0 0,0 0 1 0 0,0 0-1 0 0,0 0 0 0 0,-1-1 0 0 0,-1 3 0 0 0,2-4 180 0 0,1 1 0 0 0,-1-1 0 0 0,0 1-1 0 0,1-1 1 0 0,-1 0 0 0 0,0 0 0 0 0,1 0 0 0 0,-1 1 0 0 0,0-1-1 0 0,1 0 1 0 0,-1 0 0 0 0,0 0 0 0 0,1 0 0 0 0,-1 0-1 0 0,0 0 1 0 0,1 0 0 0 0,-1 0 0 0 0,0 0 0 0 0,1 0-1 0 0,-1-1 1 0 0,0 1 0 0 0,1 0 0 0 0,-1 0 0 0 0,0-1 0 0 0,1 1-1 0 0,-1 0 1 0 0,1-1 0 0 0,-1 1 0 0 0,0-1 0 0 0,1 1-1 0 0,-1 0 1 0 0,1-1 0 0 0,-1 1 0 0 0,1-1 0 0 0,0 0-1 0 0,-1 1 1 0 0,1-1 0 0 0,-1 0 0 0 0,-6-11-3443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3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10 502 1040 0 0,'-6'-50'3175'0'0,"3"-94"0"0"0,4 123-2769 0 0,1 0 0 0 0,0 1 0 0 0,2 0 0 0 0,1 0 1 0 0,0 0-1 0 0,1 0 0 0 0,13-26 0 0 0,-15 38-324 0 0,1 0 0 0 0,0 0 0 0 0,0 0 0 0 0,1 1 0 0 0,0 0-1 0 0,0 0 1 0 0,1 0 0 0 0,0 1 0 0 0,0 0 0 0 0,0 0 0 0 0,1 1 0 0 0,0 0 0 0 0,0 0 0 0 0,0 1 0 0 0,1 0-1 0 0,-1 1 1 0 0,1-1 0 0 0,0 2 0 0 0,0-1 0 0 0,10 0 0 0 0,-8 1-20 0 0,0 1 0 0 0,0 1 1 0 0,0 0-1 0 0,0 0 0 0 0,0 1 0 0 0,0 0 0 0 0,0 1 1 0 0,0 1-1 0 0,0 0 0 0 0,-1 0 0 0 0,1 1 1 0 0,-1 0-1 0 0,0 1 0 0 0,0 0 0 0 0,0 0 0 0 0,14 12 1 0 0,-19-13 84 0 0,0 0 0 0 0,0 0 1 0 0,0 1-1 0 0,-1 0 0 0 0,1 0 1 0 0,-1 0-1 0 0,-1 0 1 0 0,1 1-1 0 0,-1-1 0 0 0,0 1 1 0 0,0 0-1 0 0,0 0 1 0 0,2 10-1 0 0,-4-10-56 0 0,0-1 0 0 0,0 0 0 0 0,-1 1 1 0 0,0-1-1 0 0,0 1 0 0 0,-1-1 0 0 0,1 0 0 0 0,-1 1 0 0 0,0-1 0 0 0,-1 0 1 0 0,1 1-1 0 0,-1-1 0 0 0,0 0 0 0 0,0 0 0 0 0,-1 0 0 0 0,-4 7 1 0 0,0-3-31 0 0,0 0 1 0 0,0 0 0 0 0,-1-1 0 0 0,0 0 0 0 0,0 0-1 0 0,-1-1 1 0 0,0 0 0 0 0,-1 0 0 0 0,1-1 0 0 0,-1-1 0 0 0,0 1-1 0 0,-1-2 1 0 0,-16 6 0 0 0,-8 1-1445 0 0,0-3 0 0 0,-67 9-1 0 0,95-16-424 0 0,-4 0 1192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3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33 492 0 0,'64'-33'10435'0'0,"-58"36"-9560"0"0,-4-2-720 0 0,-1 0 1 0 0,1-1 0 0 0,-1 1 0 0 0,1 0 0 0 0,-1 0 0 0 0,0-1-1 0 0,1 1 1 0 0,-1 0 0 0 0,0 1 0 0 0,0-1 0 0 0,1 0 0 0 0,-1 0 0 0 0,0 0-1 0 0,0 1 1 0 0,0-1 0 0 0,-1 1 0 0 0,1-1 0 0 0,0 0 0 0 0,0 1-1 0 0,-1-1 1 0 0,1 3 0 0 0,4 13 565 0 0,0 0 0 0 0,-1 1 1 0 0,-1-1-1 0 0,-1 1 0 0 0,0 21 0 0 0,-7 92 498 0 0,2-79-906 0 0,-4 19-148 0 0,-4-1 0 0 0,-3 0 0 0 0,-26 79 0 0 0,6-24-529 0 0,18-73-1916 0 0,4-21-4961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3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1 237 2544 0 0,'0'-19'1321'0'0,"2"0"1"0"0,0 1-1 0 0,2-1 0 0 0,0 1 1 0 0,12-36-1 0 0,-13 48-1185 0 0,-1 1 1 0 0,1-1-1 0 0,0 1 1 0 0,1 0-1 0 0,-1 0 1 0 0,1 0-1 0 0,0 1 1 0 0,0-1-1 0 0,1 1 1 0 0,-1 0-1 0 0,1 0 1 0 0,0 0-1 0 0,0 1 1 0 0,0 0-1 0 0,0 0 1 0 0,1 0-1 0 0,-1 0 1 0 0,1 1-1 0 0,0 0 1 0 0,-1 0-1 0 0,1 1 1 0 0,9-2-1 0 0,-1 2 67 0 0,0 0 0 0 0,1 1 0 0 0,-1 0 0 0 0,0 1 1 0 0,1 1-1 0 0,-1 1 0 0 0,0-1 0 0 0,0 2 0 0 0,0 0 0 0 0,-1 1 0 0 0,23 11 0 0 0,-23-10-14 0 0,-1 1 0 0 0,0 0 1 0 0,-1 1-1 0 0,1 0 0 0 0,-1 1 0 0 0,-1 0 0 0 0,0 1 1 0 0,0 0-1 0 0,-1 1 0 0 0,0 0 0 0 0,-1 0 0 0 0,8 14 1 0 0,-13-19-56 0 0,0 0 0 0 0,-1 0-1 0 0,1 1 1 0 0,-2-1 0 0 0,1 0 0 0 0,0 1 0 0 0,-1-1 0 0 0,0 1 0 0 0,-1 0 0 0 0,0-1 0 0 0,0 1 0 0 0,0 0-1 0 0,-2 10 1 0 0,-1-8-30 0 0,1 1-1 0 0,-1-1 1 0 0,-1 1 0 0 0,0-1-1 0 0,0-1 1 0 0,-1 1-1 0 0,0 0 1 0 0,-8 10-1 0 0,-3 0-11 0 0,-1 0-1 0 0,-1-2 1 0 0,-1 0-1 0 0,0-1 1 0 0,-1 0-1 0 0,-29 16 1 0 0,24-17 0 0 0,0-1 0 0 0,-53 20 1 0 0,66-30-421 0 0,0-1 1 0 0,0 0 0 0 0,-23 2-1 0 0,28-4-220 0 0,1-1 0 0 0,-1 0 0 0 0,0-1 0 0 0,1 1-1 0 0,-1-1 1 0 0,1-1 0 0 0,-1 1 0 0 0,-7-4 0 0 0,2-2-1768 0 0,3-1-1680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5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320 157 836 0 0,'6'-13'2057'0'0,"1"-1"1"0"0,-2 1-1 0 0,7-27 0 0 0,-11 38-1946 0 0,0-1-1 0 0,0 0 1 0 0,-1 1-1 0 0,1-1 0 0 0,-1 0 1 0 0,0 1-1 0 0,0-1 1 0 0,0 0-1 0 0,0 0 0 0 0,0 1 1 0 0,-1-1-1 0 0,1 0 1 0 0,-1 1-1 0 0,0-1 0 0 0,0 0 1 0 0,0 1-1 0 0,0-1 1 0 0,0 1-1 0 0,0 0 0 0 0,-1-1 1 0 0,1 1-1 0 0,-1 0 0 0 0,0 0 1 0 0,1 0-1 0 0,-1 0 1 0 0,0 0-1 0 0,-4-3 0 0 0,4 4-94 0 0,-1 0 0 0 0,1 1-1 0 0,0-1 1 0 0,-1 0-1 0 0,1 1 1 0 0,-1 0-1 0 0,1-1 1 0 0,-1 1-1 0 0,1 0 1 0 0,-1 0 0 0 0,1 0-1 0 0,-1 1 1 0 0,1-1-1 0 0,-1 1 1 0 0,1-1-1 0 0,-1 1 1 0 0,1 0-1 0 0,0 0 1 0 0,-4 2 0 0 0,-5 2 14 0 0,1 1 1 0 0,-15 11-1 0 0,2 0-9 0 0,1 1 1 0 0,1 2-1 0 0,1 0 0 0 0,0 0 0 0 0,2 2 1 0 0,0 1-1 0 0,2 0 0 0 0,0 1 1 0 0,-22 47-1 0 0,35-64-6 0 0,1 1 0 0 0,-1-1 0 0 0,1 0 0 0 0,0 1 0 0 0,1-1 1 0 0,0 1-1 0 0,0-1 0 0 0,1 1 0 0 0,0 9 0 0 0,0-15-8 0 0,1 1 0 0 0,-1 0 1 0 0,1-1-1 0 0,0 1 0 0 0,0-1 0 0 0,0 1 0 0 0,0-1 0 0 0,0 1 1 0 0,0-1-1 0 0,1 0 0 0 0,-1 1 0 0 0,1-1 0 0 0,-1 0 0 0 0,1 0 0 0 0,0 0 1 0 0,0 0-1 0 0,0-1 0 0 0,0 1 0 0 0,0 0 0 0 0,0-1 0 0 0,1 0 1 0 0,-1 1-1 0 0,1-1 0 0 0,-1 0 0 0 0,0 0 0 0 0,1 0 0 0 0,0 0 1 0 0,-1-1-1 0 0,4 1 0 0 0,4 0-11 0 0,-1 0-1 0 0,0 0 1 0 0,0-1 0 0 0,0-1 0 0 0,1 1 0 0 0,-1-2-1 0 0,0 1 1 0 0,0-1 0 0 0,0 0 0 0 0,0-1 0 0 0,-1 0-1 0 0,1-1 1 0 0,-1 0 0 0 0,11-6 0 0 0,-5 2 10 0 0,-1-1 1 0 0,0-1-1 0 0,-1 0 1 0 0,0 0-1 0 0,0-1 1 0 0,-1-1-1 0 0,14-18 1 0 0,-3-4 7 0 0,0-2 1 0 0,26-64 0 0 0,-33 68-7 0 0,-1 9-69 0 0,-14 23 61 0 0,0 0-1 0 0,0 0 1 0 0,1 0-1 0 0,-1 0 0 0 0,0 0 1 0 0,0 0-1 0 0,0 0 1 0 0,0 0-1 0 0,0 0 1 0 0,0 0-1 0 0,0 0 1 0 0,0-1-1 0 0,0 1 1 0 0,1 0-1 0 0,-1 0 0 0 0,0 0 1 0 0,0 0-1 0 0,0 0 1 0 0,0 0-1 0 0,0 0 1 0 0,0 0-1 0 0,0 0 1 0 0,0 0-1 0 0,1 0 1 0 0,-1 0-1 0 0,0 0 0 0 0,0 0 1 0 0,0 0-1 0 0,0 0 1 0 0,0 0-1 0 0,0 0 1 0 0,0 0-1 0 0,1 0 1 0 0,-1 0-1 0 0,0 0 0 0 0,0 0 1 0 0,0 1-1 0 0,0-1 1 0 0,0 0-1 0 0,0 0 1 0 0,0 0-1 0 0,0 0 1 0 0,0 0-1 0 0,1 0 1 0 0,-1 0-1 0 0,0 0 0 0 0,0 0 1 0 0,0 0-1 0 0,0 1 1 0 0,0-1-1 0 0,0 0 1 0 0,0 0-1 0 0,0 16 40 0 0,-157 922 828 0 0,123-796-725 0 0,28-123 117 0 0,-1-1-1 0 0,0 1 0 0 0,-2-2 1 0 0,0 1-1 0 0,-15 21 0 0 0,22-36-207 0 0,0 0 0 0 0,0-1 0 0 0,0 1 0 0 0,0 0 0 0 0,-1-1 0 0 0,1 0 0 0 0,-1 1 0 0 0,0-1 0 0 0,0 0 0 0 0,1-1 0 0 0,-1 1 0 0 0,-1 0 0 0 0,1-1 0 0 0,0 0 0 0 0,0 1 0 0 0,0-1 0 0 0,-1 0 0 0 0,1-1 0 0 0,0 1 0 0 0,-1-1 0 0 0,-4 1 0 0 0,2-2-33 0 0,-1-1 0 0 0,2 1 0 0 0,-1-1 1 0 0,0 0-1 0 0,0 0 0 0 0,0-1 0 0 0,1 0 1 0 0,0 0-1 0 0,-1 0 0 0 0,1-1 0 0 0,0 0 0 0 0,1 0 1 0 0,-1 0-1 0 0,1 0 0 0 0,0-1 0 0 0,0 1 0 0 0,0-1 1 0 0,0 0-1 0 0,1 0 0 0 0,0-1 0 0 0,0 1 0 0 0,0-1 1 0 0,1 1-1 0 0,0-1 0 0 0,-3-10 0 0 0,4 6-16 0 0,1 0 0 0 0,-1 0 0 0 0,2 0 0 0 0,-1 0 0 0 0,1 0-1 0 0,1 0 1 0 0,0 0 0 0 0,0 0 0 0 0,1 0 0 0 0,0 0 0 0 0,1 1-1 0 0,0 0 1 0 0,0 0 0 0 0,1 0 0 0 0,7-9 0 0 0,10-14 2 0 0,1 1 1 0 0,43-43-1 0 0,151-131-96 0 0,16 13-189 0 0,-108 92 66 0 0,-42 34 102 0 0,-29 25 45 0 0,-2-2 0 0 0,-1-3 1 0 0,47-56-1 0 0,-97 100 67 0 0,23-31-15 0 0,-24 32 14 0 0,1-1 1 0 0,0 0-1 0 0,0 1 1 0 0,0-1 0 0 0,-1 0-1 0 0,1 1 1 0 0,-1-1-1 0 0,1 0 1 0 0,-1 0-1 0 0,0 1 1 0 0,0-1-1 0 0,0 0 1 0 0,0 0 0 0 0,0 1-1 0 0,0-1 1 0 0,0 0-1 0 0,0 0 1 0 0,-1 0-1 0 0,1 1 1 0 0,-2-4-1 0 0,2 4 1 0 0,-1-1-1 0 0,0 1 1 0 0,0 0-1 0 0,0 0 1 0 0,1-1-1 0 0,-1 1 0 0 0,0 0 1 0 0,0 0-1 0 0,-1 0 1 0 0,1 0-1 0 0,0 0 0 0 0,0 0 1 0 0,0 0-1 0 0,-1 0 1 0 0,1 1-1 0 0,0-1 1 0 0,-1 0-1 0 0,1 1 0 0 0,-1-1 1 0 0,1 1-1 0 0,-1 0 1 0 0,1-1-1 0 0,-1 1 0 0 0,-1 0 1 0 0,2 0-4 0 0,-2-1-2 0 0,-1 1 0 0 0,1-1 0 0 0,0 1 0 0 0,0 0 0 0 0,0 0 1 0 0,-1 0-1 0 0,1 0 0 0 0,0 0 0 0 0,0 1 0 0 0,0 0 0 0 0,-1-1 0 0 0,-4 4 0 0 0,7-4 7 0 0,1 0 0 0 0,-1 0-1 0 0,1 0 1 0 0,-1 0-1 0 0,1 1 1 0 0,-1-1-1 0 0,1 0 1 0 0,0 0-1 0 0,-1 1 1 0 0,1-1-1 0 0,0 0 1 0 0,-1 1 0 0 0,1-1-1 0 0,0 0 1 0 0,-1 1-1 0 0,1-1 1 0 0,0 0-1 0 0,0 1 1 0 0,-1-1-1 0 0,1 1 1 0 0,0-1-1 0 0,0 1 1 0 0,0-1-1 0 0,-1 0 1 0 0,1 1 0 0 0,0-1-1 0 0,0 1 1 0 0,0-1-1 0 0,0 1 1 0 0,0-1-1 0 0,0 1 1 0 0,0-1-1 0 0,0 1 1 0 0,0-1-1 0 0,0 1 1 0 0,0-1 0 0 0,1 0-1 0 0,-1 1 1 0 0,0-1-1 0 0,0 1 1 0 0,0-1-1 0 0,1 1 1 0 0,-1-1-1 0 0,0 1 1 0 0,12 14-3 0 0,2-4 8 0 0,-1-1-1 0 0,2-1 0 0 0,0 0 1 0 0,0-1-1 0 0,0 0 1 0 0,1-2-1 0 0,0 1 1 0 0,17 3-1 0 0,-31-10 1 0 0,10 9-8 0 0,-12-7 4 0 0,-1 0 0 0 0,1-1 0 0 0,-1 1 0 0 0,0 0 0 0 0,0 0 0 0 0,0 0 0 0 0,0-1 0 0 0,0 1 0 0 0,-1-1 0 0 0,1 1 0 0 0,0-1 0 0 0,-3 3 0 0 0,-24 22 23 0 0,18-18-10 0 0,-3 5-4 0 0,0 1-1 0 0,1 0 0 0 0,0 0 0 0 0,-13 23 1 0 0,20-29-3 0 0,0 1 0 0 0,1 0 0 0 0,0 0 1 0 0,0 0-1 0 0,1 0 0 0 0,0 0 0 0 0,1 1 1 0 0,0-1-1 0 0,0 1 0 0 0,0 10 1 0 0,2-17-2 0 0,0 0 1 0 0,0 0 0 0 0,1 0 0 0 0,-1 0 0 0 0,1 0-1 0 0,-1 0 1 0 0,1 0 0 0 0,0 0 0 0 0,0 0 0 0 0,1-1 0 0 0,-1 1-1 0 0,1 0 1 0 0,-1-1 0 0 0,1 1 0 0 0,0-1 0 0 0,-1 0 0 0 0,4 3-1 0 0,-1-1-43 0 0,0-1 0 0 0,0 0-1 0 0,0-1 1 0 0,1 1 0 0 0,-1-1 0 0 0,1 0-1 0 0,0 0 1 0 0,-1 0 0 0 0,8 1-1 0 0,5 1-344 0 0,1-2 0 0 0,-1 0 0 0 0,0-1-1 0 0,34-3 1 0 0,-4-2-1059 0 0,0-2 0 0 0,-1-3 0 0 0,0-2 0 0 0,-1-1 0 0 0,71-30 0 0 0,-65 19-1715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266 179 1668 0 0,'3'-4'498'0'0,"-1"0"-1"0"0,1 0 1 0 0,-1 0 0 0 0,0 0-1 0 0,-1-1 1 0 0,1 1 0 0 0,-1-1-1 0 0,0 1 1 0 0,0-1 0 0 0,0 1-1 0 0,-1-1 1 0 0,1 1 0 0 0,-1-8-1 0 0,0 11-461 0 0,-1 1-1 0 0,1-1 1 0 0,0 1-1 0 0,0 0 1 0 0,0-1-1 0 0,-1 1 0 0 0,1-1 1 0 0,0 1-1 0 0,0 0 1 0 0,-1-1-1 0 0,1 1 0 0 0,0 0 1 0 0,-1-1-1 0 0,1 1 1 0 0,0 0-1 0 0,-1 0 0 0 0,1-1 1 0 0,-1 1-1 0 0,1 0 1 0 0,0 0-1 0 0,-1 0 0 0 0,1-1 1 0 0,-1 1-1 0 0,1 0 1 0 0,-1 0-1 0 0,1 0 1 0 0,0 0-1 0 0,-1 0 0 0 0,1 0 1 0 0,-1 0-1 0 0,1 0 1 0 0,-1 0-1 0 0,1 0 0 0 0,-1 0 1 0 0,1 0-1 0 0,-1 1 1 0 0,-17 4 505 0 0,5 3-249 0 0,0 0-1 0 0,1 0 1 0 0,0 2-1 0 0,0-1 1 0 0,1 1-1 0 0,-18 22 1 0 0,-51 74 706 0 0,80-106-998 0 0,-14 22 188 0 0,-20 37 0 0 0,30-50-148 0 0,0-1 0 0 0,1 1-1 0 0,0 0 1 0 0,0 0 0 0 0,1 0-1 0 0,0 0 1 0 0,-1 19 0 0 0,3-27-31 0 0,0 1-1 0 0,0-1 1 0 0,0 1-1 0 0,1-1 1 0 0,-1 1 0 0 0,0-1-1 0 0,1 1 1 0 0,-1-1 0 0 0,1 1-1 0 0,-1-1 1 0 0,1 0 0 0 0,0 1-1 0 0,-1-1 1 0 0,1 0-1 0 0,0 1 1 0 0,0-1 0 0 0,0 0-1 0 0,0 0 1 0 0,0 0 0 0 0,0 0-1 0 0,0 0 1 0 0,0 0-1 0 0,1 0 1 0 0,-1 0 0 0 0,0-1-1 0 0,1 1 1 0 0,-1 0 0 0 0,0-1-1 0 0,1 1 1 0 0,-1-1 0 0 0,3 1-1 0 0,0 0-3 0 0,-1-1-1 0 0,1 0 1 0 0,0 1 0 0 0,0-1-1 0 0,0-1 1 0 0,0 1-1 0 0,0 0 1 0 0,-1-1 0 0 0,1 0-1 0 0,0 0 1 0 0,6-3-1 0 0,0-1-18 0 0,1 0-1 0 0,-2-1 0 0 0,1 0 0 0 0,-1-1 1 0 0,0 0-1 0 0,0 0 0 0 0,-1-1 1 0 0,15-17-1 0 0,1-7-87 0 0,25-43 1 0 0,-11 15 53 0 0,-1 2-29 0 0,-36 56 83 0 0,0 2-2 0 0,0 1 0 0 0,0-1 0 0 0,0 1 0 0 0,-1 0 0 0 0,1-1 0 0 0,0 1 0 0 0,0 0 0 0 0,-1-1 0 0 0,1 1 0 0 0,0 0 0 0 0,-1 0 0 0 0,1 0 0 0 0,0 1 0 0 0,-1 70 531 0 0,-1-46-370 0 0,2 31 0 0 0,0-49-140 0 0,0-1 0 0 0,0 0 1 0 0,1 0-1 0 0,0 0 1 0 0,0 0-1 0 0,0 0 0 0 0,1 0 1 0 0,7 12-1 0 0,-7-15-45 0 0,1 0 1 0 0,-1 0-1 0 0,1-1 0 0 0,0 1 0 0 0,0-1 1 0 0,0 0-1 0 0,0 0 0 0 0,1-1 1 0 0,-1 1-1 0 0,1-1 0 0 0,0 0 0 0 0,-1 0 1 0 0,1 0-1 0 0,0-1 0 0 0,0 0 1 0 0,0 0-1 0 0,0 0 0 0 0,0 0 0 0 0,1-1 1 0 0,9 0-1 0 0,1-1-370 0 0,0 0 0 0 0,0-1-1 0 0,-1-1 1 0 0,1 0 0 0 0,22-8-1 0 0,-22 5-130 0 0,0-1-1 0 0,-1 0 0 0 0,1-2 0 0 0,-2 0 0 0 0,1 0 0 0 0,-1-1 0 0 0,-1-1 0 0 0,0 0 0 0 0,0-1 0 0 0,-1-1 0 0 0,-1 0 0 0 0,11-16 0 0 0,-7 9 381 0 0,-2-2 0 0 0,20-42 0 0 0,-21 36 1950 0 0,15-58-1 0 0,-20 61-892 0 0,9-46 2126 0 0,-16 68-2161 0 0,1 20-10 0 0,-5 195 3305 0 0,-1-85-3179 0 0,-30 675 1315 0 0,14-568-2092 0 0,12-172-129 0 0,-29 107 0 0 0,37-167-138 0 0,-10 27-10 0 0,10-28-32 0 0,1 0 0 0 0,-1 0 0 0 0,0 0 0 0 0,1 0 0 0 0,-1 0 0 0 0,0 0 0 0 0,0 0 0 0 0,1 0 0 0 0,-1 0 0 0 0,0 0 0 0 0,0 0 0 0 0,0-1 0 0 0,0 1 0 0 0,0 0 0 0 0,0-1 0 0 0,0 1 0 0 0,0-1 0 0 0,0 1 0 0 0,-1-1 0 0 0,1 1 0 0 0,0-1 0 0 0,0 0 0 0 0,0 0 0 0 0,-2 1 0 0 0,-1-2-237 0 0,0 0 0 0 0,0 0 1 0 0,1 0-1 0 0,-1 0 0 0 0,0-1 1 0 0,1 0-1 0 0,-1 1 1 0 0,1-1-1 0 0,-1 0 0 0 0,1-1 1 0 0,0 1-1 0 0,0 0 1 0 0,0-1-1 0 0,-4-5 0 0 0,-6-6-2677 0 0,-18-30-1 0 0,27 39 2358 0 0,-26-41-5579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6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1 196 700 0 0,'7'-14'837'0'0,"1"-1"1"0"0,1 1-1 0 0,0 1 0 0 0,1-1 1 0 0,1 2-1 0 0,0-1 0 0 0,0 2 1 0 0,1-1-1 0 0,16-10 0 0 0,-18 14-612 0 0,1 2 0 0 0,0-1 0 0 0,1 2-1 0 0,-1-1 1 0 0,1 2 0 0 0,0-1 0 0 0,1 2-1 0 0,-1-1 1 0 0,0 2 0 0 0,1 0 0 0 0,0 0-1 0 0,18 1 1 0 0,-10 1 8 0 0,0 2-1 0 0,1 0 1 0 0,-1 1 0 0 0,36 10-1 0 0,-46-9-66 0 0,0-1 0 0 0,-1 2 1 0 0,1-1-1 0 0,-1 1 0 0 0,0 1 0 0 0,0 0 0 0 0,-1 0 0 0 0,0 1 0 0 0,0 0 0 0 0,13 14 0 0 0,-20-18-36 0 0,1 0 0 0 0,-1 0 0 0 0,1 1 0 0 0,-1-1-1 0 0,0 1 1 0 0,0-1 0 0 0,-1 1 0 0 0,1 0 0 0 0,-1-1-1 0 0,0 1 1 0 0,0 0 0 0 0,0 0 0 0 0,0 0 0 0 0,-1 0-1 0 0,1 0 1 0 0,-1 6 0 0 0,-1-4-10 0 0,0-1-1 0 0,0 1 1 0 0,-1-1-1 0 0,1 1 1 0 0,-1-1 0 0 0,0 0-1 0 0,-1 0 1 0 0,1 0 0 0 0,-1 0-1 0 0,-6 8 1 0 0,-1-2 2 0 0,0 1 0 0 0,-1-1 0 0 0,0-1 0 0 0,0 0 1 0 0,-2-1-1 0 0,1 0 0 0 0,-25 13 0 0 0,25-16-334 0 0,0-1 0 0 0,-1 0-1 0 0,0 0 1 0 0,0-2 0 0 0,-1 1 0 0 0,1-2-1 0 0,-1 0 1 0 0,-19 1 0 0 0,31-3-118 0 0,0 0 1 0 0,0-1-1 0 0,0 1 0 0 0,-1 0 1 0 0,1-1-1 0 0,0 0 0 0 0,0 1 0 0 0,0-1 1 0 0,0 0-1 0 0,0 0 0 0 0,0 0 1 0 0,-2-1-1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8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88 572 0 0,'19'-59'6009'0'0,"-19"58"-5459"0"0,8-23 2690 0 0,-7 21-2491 0 0,-3 14-894 0 0,-18 93 2107 0 0,-45 141 0 0 0,21-92-1137 0 0,-10 29-293 0 0,-7 28 1389 0 0,59-221-1802 0 0,2-2-105 0 0,1 0 0 0 0,1-1 0 0 0,0 1 0 0 0,1 1-1 0 0,1-1 1 0 0,7-19 0 0 0,-4 11-1 0 0,0-1-24 0 0,1 0 0 0 0,1 0 0 0 0,16-27 0 0 0,-22 42 0 0 0,1 1 0 0 0,0 0 0 0 0,0 1 0 0 0,1-1 0 0 0,0 1 1 0 0,0 0-1 0 0,0 0 0 0 0,0 0 0 0 0,1 1 0 0 0,0 0 0 0 0,-1 0 0 0 0,2 0 0 0 0,-1 1 0 0 0,0 0 1 0 0,9-3-1 0 0,-12 5 8 0 0,1 1 0 0 0,-1 0 0 0 0,0-1 0 0 0,0 1 0 0 0,0 0 0 0 0,0 0 0 0 0,0 1 0 0 0,1-1 0 0 0,-1 1 0 0 0,0-1 0 0 0,0 1 0 0 0,0 0 0 0 0,0 0 0 0 0,0 1 0 0 0,-1-1 0 0 0,1 0 0 0 0,0 1 0 0 0,-1 0 0 0 0,1 0 0 0 0,0 0 0 0 0,2 3 0 0 0,4 4 11 0 0,0 0 1 0 0,0 1-1 0 0,11 17 1 0 0,-20-27-9 0 0,11 18 18 0 0,-1 0 0 0 0,-1 1 0 0 0,-1-1 0 0 0,9 28 0 0 0,-10-24 0 0 0,1-1 0 0 0,1-1 0 0 0,14 25 0 0 0,-21-43-108 0 0,0 1-1 0 0,0-1 1 0 0,0 1 0 0 0,0-1 0 0 0,0 0 0 0 0,1 0 0 0 0,-1 0 0 0 0,1 0 0 0 0,0 0 0 0 0,0-1 0 0 0,-1 1 0 0 0,1-1-1 0 0,0 0 1 0 0,0 0 0 0 0,0 0 0 0 0,0 0 0 0 0,1 0 0 0 0,-1-1 0 0 0,0 1 0 0 0,0-1 0 0 0,0 0 0 0 0,0 0-1 0 0,1 0 1 0 0,-1 0 0 0 0,0 0 0 0 0,0-1 0 0 0,0 0 0 0 0,5-1 0 0 0,7-2-494 0 0,-1-2 1 0 0,1 1-1 0 0,-1-2 1 0 0,19-11-1 0 0,-11 4 179 0 0,0 0 0 0 0,-1-1-1 0 0,0-1 1 0 0,-1-1 0 0 0,22-26-1 0 0,-28 27 784 0 0,-1 0 1 0 0,-1-1-1 0 0,-1 0 0 0 0,10-20 0 0 0,-18 32-254 0 0,4-11 566 0 0,-16 28-33 0 0,-1 2-344 0 0,0 2-1 0 0,1 0 0 0 0,1 0 1 0 0,-8 22-1 0 0,13-29-263 0 0,0-1 0 0 0,1 1 0 0 0,0 0 0 0 0,1 0 0 0 0,0 0 0 0 0,0 0 0 0 0,0 1 0 0 0,2-1 0 0 0,-1 0-1 0 0,3 12 1 0 0,-3-18-55 0 0,1-1-1 0 0,0 0 0 0 0,0 0 1 0 0,0 0-1 0 0,0 0 0 0 0,1 0 0 0 0,-1 0 1 0 0,0 0-1 0 0,1 0 0 0 0,-1-1 0 0 0,1 1 1 0 0,0 0-1 0 0,0-1 0 0 0,-1 1 1 0 0,1-1-1 0 0,0 0 0 0 0,0 0 0 0 0,0 0 1 0 0,1 0-1 0 0,-1 0 0 0 0,0 0 0 0 0,0 0 1 0 0,0-1-1 0 0,1 1 0 0 0,-1-1 0 0 0,0 1 1 0 0,1-1-1 0 0,-1 0 0 0 0,5 0 1 0 0,2 0-367 0 0,0-1 1 0 0,0 1 0 0 0,0-2 0 0 0,0 1-1 0 0,0-1 1 0 0,12-5 0 0 0,-7 2-946 0 0,-1-1 0 0 0,0 0 0 0 0,-1-2 0 0 0,20-13 0 0 0,-1-3-2698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32 904 0 0,'-6'-4'706'0'0,"1"1"0"0"0,-1-1 0 0 0,0 1 1 0 0,0 0-1 0 0,0 0 0 0 0,0 1 0 0 0,0-1 0 0 0,0 2 0 0 0,-1-1 0 0 0,-9-1 1 0 0,12 3-630 0 0,1 0 0 0 0,-1 0 0 0 0,0 0 1 0 0,0 1-1 0 0,0 0 0 0 0,1 0 0 0 0,-1 0 1 0 0,0 0-1 0 0,1 0 0 0 0,-1 1 1 0 0,1-1-1 0 0,-1 1 0 0 0,1 0 0 0 0,0 0 1 0 0,0 0-1 0 0,0 1 0 0 0,0-1 0 0 0,0 1 1 0 0,-4 4-1 0 0,3-1-261 0 0,0-1 0 0 0,0 1 1 0 0,0 0-1 0 0,0 1 0 0 0,1-1 1 0 0,0 1-1 0 0,0-1 0 0 0,-2 10 0 0 0,-5 32-3861 0 0,7-31 1931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0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18 1352 0 0,'0'0'2130'0'0,"16"-2"3565"0"0,-5-3-2629 0 0,-11 4-3015 0 0,0 1 0 0 0,0 0 0 0 0,0 0-1 0 0,0 0 1 0 0,1 0 0 0 0,-1 0 0 0 0,0-1 0 0 0,0 1 0 0 0,0 0 0 0 0,0 0-1 0 0,0 0 1 0 0,1-1 0 0 0,-1 1 0 0 0,0 0 0 0 0,0 0 0 0 0,0-1 0 0 0,0 1-1 0 0,0 0 1 0 0,0 0 0 0 0,0 0 0 0 0,0-1 0 0 0,0 1 0 0 0,0 0 0 0 0,0 0-1 0 0,0-1 1 0 0,0 1 0 0 0,0 0 0 0 0,0 0 0 0 0,0-1 0 0 0,0 1 0 0 0,0 0-1 0 0,0 0 1 0 0,-1 0 0 0 0,1-1 0 0 0,0 1 0 0 0,0 0 0 0 0,0 0 0 0 0,0 0-1 0 0,0-1 1 0 0,0 1 0 0 0,-1 0 0 0 0,1 0 0 0 0,0 0 0 0 0,-1-1 179 0 0,-14 2 104 0 0,9 0-288 0 0,0 0 1 0 0,0 1-1 0 0,0 0 1 0 0,0 0-1 0 0,1 0 0 0 0,-1 1 1 0 0,0 0-1 0 0,1 0 1 0 0,-6 4-1 0 0,-40 35 63 0 0,48-40-100 0 0,-12 11 18 0 0,1 1 1 0 0,1 1-1 0 0,-16 21 0 0 0,25-30-15 0 0,-1 0 1 0 0,1 1 0 0 0,1 0 0 0 0,-1-1 0 0 0,1 1 0 0 0,0 1-1 0 0,1-1 1 0 0,0 0 0 0 0,0 1 0 0 0,0-1 0 0 0,0 13-1 0 0,2-17-23 0 0,0 1-1 0 0,0-1 1 0 0,1 0 0 0 0,-1 1-1 0 0,1-1 1 0 0,0 0-1 0 0,0 0 1 0 0,0 0-1 0 0,0 0 1 0 0,0 0-1 0 0,1 0 1 0 0,0 0-1 0 0,-1 0 1 0 0,1 0-1 0 0,0-1 1 0 0,4 5-1 0 0,-1-3-123 0 0,-1-1 0 0 0,0 0-1 0 0,1 0 1 0 0,-1 0 0 0 0,1 0 0 0 0,0-1-1 0 0,0 0 1 0 0,0 0 0 0 0,8 2 0 0 0,3 0-508 0 0,0-2 1 0 0,0 0 0 0 0,0-1 0 0 0,0 0 0 0 0,32-3-1 0 0,-22-2-1066 0 0,0 0 0 0 0,36-11 0 0 0,-24 2-1248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0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300 763 536 0 0,'1'-2'333'0'0,"1"-1"-1"0"0,-1 1 0 0 0,0-1 1 0 0,0 0-1 0 0,-1 1 1 0 0,1-1-1 0 0,-1 0 1 0 0,1 1-1 0 0,-1-1 1 0 0,0 0-1 0 0,0 0 1 0 0,0 1-1 0 0,0-1 1 0 0,0 0-1 0 0,-1 0 1 0 0,0 1-1 0 0,1-1 1 0 0,-1 0-1 0 0,0 1 1 0 0,0-1-1 0 0,0 1 0 0 0,0-1 1 0 0,-1 1-1 0 0,1-1 1 0 0,-1 1-1 0 0,-2-4 1 0 0,2 5-242 0 0,1 0 1 0 0,-1 0-1 0 0,0 0 0 0 0,1 0 1 0 0,-1 0-1 0 0,0 0 1 0 0,0 0-1 0 0,1 1 0 0 0,-1-1 1 0 0,0 1-1 0 0,0-1 1 0 0,0 1-1 0 0,0 0 0 0 0,0-1 1 0 0,-3 1-1 0 0,-27 3 618 0 0,22 0-590 0 0,-1 0-1 0 0,1 0 0 0 0,-1 2 0 0 0,1-1 1 0 0,0 1-1 0 0,1 1 0 0 0,-1-1 0 0 0,1 2 0 0 0,0-1 1 0 0,1 1-1 0 0,0 1 0 0 0,-9 8 0 0 0,5-1-45 0 0,0-1 0 0 0,0 2 0 0 0,2-1 0 0 0,0 2 0 0 0,0-1 0 0 0,-6 20 0 0 0,13-30-45 0 0,1 0 1 0 0,0 1-1 0 0,0-1 1 0 0,0 1-1 0 0,1-1 1 0 0,0 1-1 0 0,1 0 1 0 0,-1 0-1 0 0,1-1 1 0 0,1 8-1 0 0,0-11-16 0 0,-1 0 0 0 0,1 0 0 0 0,-1 0 0 0 0,1 0 1 0 0,0 0-1 0 0,1 0 0 0 0,-1 0 0 0 0,0-1 0 0 0,1 1 0 0 0,-1 0 0 0 0,1-1 0 0 0,0 1 1 0 0,0-1-1 0 0,0 0 0 0 0,0 0 0 0 0,0 0 0 0 0,1 0 0 0 0,-1 0 0 0 0,1 0 0 0 0,-1 0 1 0 0,1-1-1 0 0,0 1 0 0 0,5 1 0 0 0,-3-1-43 0 0,1 0 0 0 0,-1-1 0 0 0,1 0-1 0 0,0 0 1 0 0,0 0 0 0 0,0-1 0 0 0,-1 1 0 0 0,1-1 0 0 0,0-1-1 0 0,0 1 1 0 0,0-1 0 0 0,10-3 0 0 0,-7 1-97 0 0,0 0 0 0 0,0-1 1 0 0,0-1-1 0 0,0 1 0 0 0,0-2 1 0 0,14-11-1 0 0,-2-1-138 0 0,0-2 0 0 0,-2-1 0 0 0,0 0 1 0 0,20-32-1 0 0,-3-4 320 0 0,-23 36 494 0 0,23-31 0 0 0,-35 50-201 0 0,-3 20 479 0 0,-14 39 471 0 0,8-30-836 0 0,-6 30 0 0 0,13-49-392 0 0,0 1-1 0 0,0 0 0 0 0,1-1 0 0 0,0 1 0 0 0,0 0 0 0 0,1-1 0 0 0,3 17 0 0 0,-3-23-54 0 0,0 1 0 0 0,0-1 0 0 0,0 1 1 0 0,0-1-1 0 0,0 1 0 0 0,1-1 0 0 0,-1 1 0 0 0,1-1 1 0 0,0 0-1 0 0,-1 0 0 0 0,1 0 0 0 0,0 0 0 0 0,0 0 1 0 0,0 0-1 0 0,0 0 0 0 0,1-1 0 0 0,3 3 0 0 0,-2-2-11 0 0,1 0 0 0 0,0-1 0 0 0,0 1-1 0 0,0-1 1 0 0,0 0 0 0 0,0 0 0 0 0,0 0-1 0 0,10-1 1 0 0,0 0-130 0 0,0-2 0 0 0,0 0-1 0 0,0 0 1 0 0,0-2 0 0 0,21-7 0 0 0,-17 3-207 0 0,-1 0 0 0 0,0-2 0 0 0,-1 0 0 0 0,0-1 0 0 0,0 0 0 0 0,-2-2 0 0 0,1 0 1 0 0,-1 0-1 0 0,-1-2 0 0 0,-1 0 0 0 0,0 0 0 0 0,15-25 0 0 0,-3 0-199 0 0,-1-1 0 0 0,-3-1-1 0 0,-1 0 1 0 0,16-56 0 0 0,-17 39 871 0 0,-3-1 0 0 0,-2-1 1 0 0,-4 0-1 0 0,-2-1 0 0 0,-2 0 1 0 0,-4-93-1 0 0,-2 152-307 0 0,0 1 1 0 0,-1-1-1 0 0,1 1 0 0 0,0-1 1 0 0,-1 1-1 0 0,1-1 0 0 0,-1 1 1 0 0,0-1-1 0 0,0 1 0 0 0,-2-4 1 0 0,2 5 68 0 0,-3 2 64 0 0,1 0-116 0 0,-1 1-1 0 0,0-1 1 0 0,1 1 0 0 0,-1 0 0 0 0,1 0 0 0 0,0 0 0 0 0,0 1-1 0 0,0-1 1 0 0,0 1 0 0 0,0-1 0 0 0,0 1 0 0 0,0 0 0 0 0,1 0-1 0 0,0 0 1 0 0,-3 5 0 0 0,-6 9 354 0 0,-14 34-1 0 0,17-34-235 0 0,-23 55 266 0 0,2 1 1 0 0,4 1-1 0 0,3 1 0 0 0,-17 115 0 0 0,33-153-319 0 0,2 2-1 0 0,0 54 0 0 0,5-80-75 0 0,-1 0-1 0 0,2 0 1 0 0,0 0 0 0 0,0 0-1 0 0,2 0 1 0 0,-1-1-1 0 0,1 0 1 0 0,1 1-1 0 0,0-1 1 0 0,14 21-1 0 0,-15-27-25 0 0,0-1 0 0 0,0 0 0 0 0,1-1 0 0 0,0 1 0 0 0,0-1 0 0 0,0 1 0 0 0,0-2-1 0 0,1 1 1 0 0,-1 0 0 0 0,1-1 0 0 0,11 4 0 0 0,-7-3-66 0 0,1-1-1 0 0,0 0 0 0 0,-1-1 1 0 0,1-1-1 0 0,0 1 1 0 0,18-1-1 0 0,-8-2-211 0 0,0-1 1 0 0,-1-1-1 0 0,1 0 0 0 0,-1-2 1 0 0,1 0-1 0 0,37-16 0 0 0,-27 5-159 0 0,0-1 0 0 0,-1-1 0 0 0,-1-2 0 0 0,-1-1 0 0 0,-1-1 0 0 0,-1-1 0 0 0,0-1 0 0 0,-2-1 0 0 0,25-35 0 0 0,-12 9 305 0 0,-2-1-1 0 0,-2-2 0 0 0,-3-2 0 0 0,28-70 0 0 0,-45 93 491 0 0,-1-1-1 0 0,9-44 0 0 0,-17 59 42 0 0,-1-1-1 0 0,-1 1 1 0 0,-1-1 0 0 0,0 0 0 0 0,-4-30-1 0 0,3 48-381 0 0,0 1-1 0 0,0 0 0 0 0,0-1 1 0 0,-1 1-1 0 0,1 0 0 0 0,0-1 1 0 0,-1 1-1 0 0,1 0 0 0 0,-1-1 1 0 0,1 1-1 0 0,-1 0 0 0 0,1 0 1 0 0,-1 0-1 0 0,0 0 0 0 0,0 0 1 0 0,0 0-1 0 0,1 0 0 0 0,-1 0 1 0 0,0 0-1 0 0,-2-1 0 0 0,2 1-10 0 0,0 1-1 0 0,0 0 1 0 0,0 0 0 0 0,0 0-1 0 0,0-1 1 0 0,0 1-1 0 0,0 0 1 0 0,0 0-1 0 0,0 1 1 0 0,0-1-1 0 0,0 0 1 0 0,0 0 0 0 0,0 0-1 0 0,0 1 1 0 0,0-1-1 0 0,0 0 1 0 0,0 1-1 0 0,1-1 1 0 0,-1 1 0 0 0,-1 0-1 0 0,-4 3 55 0 0,1-1 0 0 0,0 2 0 0 0,1-1 0 0 0,-1 0 0 0 0,1 1 0 0 0,0 0 0 0 0,-4 5 0 0 0,-13 24 248 0 0,1 2-1 0 0,1 0 1 0 0,-17 49 0 0 0,-28 120 253 0 0,26-33-195 0 0,34-146-514 0 0,2-1-1 0 0,0 1 0 0 0,1 0 1 0 0,6 46-1 0 0,-4-67-161 0 0,0 1 0 0 0,0 0 0 0 0,1 0-1 0 0,0 0 1 0 0,0-1 0 0 0,0 1 0 0 0,1-1 0 0 0,6 10 0 0 0,-7-11-445 0 0,1-1 0 0 0,0 0 0 0 0,0 0 0 0 0,0 0 0 0 0,0 0 0 0 0,1 0 0 0 0,6 4 0 0 0,9 2-4719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41 216 0 0,'-1'-12'7117'0'0,"1"12"-7058"0"0,0 0 0 0 0,0 0 0 0 0,0 0 0 0 0,0-1 0 0 0,0 1 0 0 0,0 0 0 0 0,0 0-1 0 0,0 0 1 0 0,0 0 0 0 0,0-1 0 0 0,-1 1 0 0 0,1 0 236 0 0,0 0-237 0 0,0-1 1 0 0,-1 1 0 0 0,1 0 0 0 0,0 0 0 0 0,0 0 0 0 0,0 0 0 0 0,0 0 0 0 0,-1 0 0 0 0,1 0 0 0 0,0 0-1 0 0,0 0 1 0 0,0 0 0 0 0,0 0 0 0 0,-1 0 0 0 0,1 0 0 0 0,0 0 0 0 0,0 0 0 0 0,0 0 0 0 0,-1 0-1 0 0,1 0 1 0 0,0 0 0 0 0,0 0 0 0 0,0 0 0 0 0,0 0 0 0 0,-1 0 0 0 0,1 0 0 0 0,0 0 0 0 0,0 0 0 0 0,0 0-1 0 0,0 0 1 0 0,-1 1 236 0 0,1-1-236 0 0,0 0 0 0 0,0 0-1 0 0,-1 1 1 0 0,1-1 0 0 0,-12 17 1702 0 0,-9 27-186 0 0,20-41-1346 0 0,-6 13 142 0 0,1 0 0 0 0,1 0 0 0 0,0 1 1 0 0,2-1-1 0 0,-4 34 0 0 0,6-43-317 0 0,0 1 1 0 0,1-1-1 0 0,1 0 1 0 0,-1 1-1 0 0,1-1 1 0 0,0 0-1 0 0,0 0 1 0 0,1 1-1 0 0,0-1 1 0 0,1 0-1 0 0,-1-1 1 0 0,1 1-1 0 0,0 0 0 0 0,1-1 1 0 0,0 0-1 0 0,6 9 1 0 0,-6-12-37 0 0,-1 1-1 0 0,1-1 1 0 0,0 0 0 0 0,0 0 0 0 0,0 0-1 0 0,0 0 1 0 0,1-1 0 0 0,-1 0-1 0 0,1 0 1 0 0,-1 0 0 0 0,1 0 0 0 0,0-1-1 0 0,5 1 1 0 0,-2-1-3 0 0,0 0-1 0 0,0-1 1 0 0,0 0-1 0 0,0 0 1 0 0,0-1 0 0 0,0 0-1 0 0,12-3 1 0 0,-1-2-11 0 0,0-1-1 0 0,-1 0 1 0 0,0-2-1 0 0,0 0 1 0 0,29-20 0 0 0,-19 7-41 0 0,0 0 0 0 0,44-48 0 0 0,42-61-77 0 0,-87 98 91 0 0,4-2 5 0 0,-29 34 30 0 0,-4 25 369 0 0,-2 0-1 0 0,0-1 0 0 0,-2 0 0 0 0,0 0 1 0 0,-17 39-1 0 0,6-14-1 0 0,-273 794 2400 0 0,288-837-2772 0 0,-71 186 193 0 0,61-164-49 0 0,-2 0-1 0 0,0-1 1 0 0,-2 0-1 0 0,-33 40 1 0 0,41-57-98 0 0,-1 0 1 0 0,0-1 0 0 0,0-1 0 0 0,0 1-1 0 0,-1-2 1 0 0,0 1 0 0 0,-1-1-1 0 0,1-1 1 0 0,-1 0 0 0 0,0 0 0 0 0,-1-1-1 0 0,1 0 1 0 0,-1-1 0 0 0,1-1 0 0 0,-1 0-1 0 0,0 0 1 0 0,0-1 0 0 0,0-1 0 0 0,0 0-1 0 0,0 0 1 0 0,0-1 0 0 0,0-1 0 0 0,1 0-1 0 0,-1-1 1 0 0,0 0 0 0 0,1 0 0 0 0,0-2-1 0 0,0 1 1 0 0,0-1 0 0 0,0-1 0 0 0,1 0-1 0 0,0 0 1 0 0,0-1 0 0 0,1 0-1 0 0,-1-1 1 0 0,2 0 0 0 0,-12-14 0 0 0,10 11-39 0 0,2-1 0 0 0,0-1 0 0 0,0 0 0 0 0,1 0 1 0 0,1 0-1 0 0,0-1 0 0 0,1 0 0 0 0,1 0 0 0 0,0 0 0 0 0,0 0 1 0 0,2-1-1 0 0,0 0 0 0 0,0 1 0 0 0,2-1 0 0 0,1-26 0 0 0,1 21-33 0 0,1 0 0 0 0,1 0-1 0 0,1 1 1 0 0,0 0-1 0 0,2 0 1 0 0,0 0 0 0 0,1 1-1 0 0,1 0 1 0 0,1 0-1 0 0,0 1 1 0 0,16-19 0 0 0,-1 6-173 0 0,1 1 1 0 0,2 1-1 0 0,0 2 1 0 0,2 0 0 0 0,1 2-1 0 0,35-20 1 0 0,-22 17-1836 0 0,51-20 1 0 0,51-10-8746 0 0,-118 47 3266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2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67 392 0 0,'-71'-37'5480'0'0,"23"12"-3055"0"0,46 21-1832 0 0,11 3-405 0 0,-7 1-170 0 0,0 1 0 0 0,1-1 0 0 0,-1 1 0 0 0,0-1 0 0 0,0 1 0 0 0,1 0 0 0 0,-1-1 0 0 0,0 1 0 0 0,0 0 0 0 0,2 2 0 0 0,12 10 27 0 0,-2 0 0 0 0,1 1 1 0 0,-2 0-1 0 0,0 2 0 0 0,-1-1 1 0 0,0 1-1 0 0,-2 1 0 0 0,1 0 1 0 0,-2 1-1 0 0,-1 0 1 0 0,0 0-1 0 0,-1 1 0 0 0,-1-1 1 0 0,-1 2-1 0 0,0-1 0 0 0,-2 0 1 0 0,0 1-1 0 0,-1 0 0 0 0,-1 0 1 0 0,-1 0-1 0 0,0-1 0 0 0,-2 1 1 0 0,-1 0-1 0 0,0 0 1 0 0,-1-1-1 0 0,-13 36 0 0 0,14-45 130 0 0,-1-1-1 0 0,-1 0 1 0 0,0-1-1 0 0,0 1 0 0 0,0-1 1 0 0,-1 0-1 0 0,-8 8 1 0 0,13-15-91 0 0,-3-7 12 0 0,3 6-95 0 0,0-1 1 0 0,1 0-1 0 0,-1 1 0 0 0,1-1 0 0 0,-1 1 0 0 0,1-1 1 0 0,-1 0-1 0 0,1 1 0 0 0,-1-1 0 0 0,1 0 0 0 0,0 1 0 0 0,-1-1 1 0 0,1 0-1 0 0,0 0 0 0 0,-1-1 0 0 0,1-11 4 0 0,0 1 1 0 0,1-1-1 0 0,1 0 1 0 0,0 0-1 0 0,6-23 0 0 0,28-61-16 0 0,-27 75 8 0 0,2 1 0 0 0,0 0 0 0 0,1 0-1 0 0,1 1 1 0 0,19-22 0 0 0,-25 34 1 0 0,0 1 0 0 0,1 0 0 0 0,0 0 0 0 0,0 1 0 0 0,0 0 0 0 0,13-7 0 0 0,-16 10 0 0 0,1 1 0 0 0,0-1 0 0 0,0 1 1 0 0,-1 0-1 0 0,1 1 0 0 0,0 0 0 0 0,1 0 1 0 0,-1 0-1 0 0,0 0 0 0 0,0 1 1 0 0,10 1-1 0 0,-10 0 4 0 0,-1 0-1 0 0,1 0 1 0 0,-1 0 0 0 0,1 1-1 0 0,-1 0 1 0 0,1 0 0 0 0,-1 1 0 0 0,0 0-1 0 0,0-1 1 0 0,0 2 0 0 0,-1-1 0 0 0,1 0-1 0 0,-1 1 1 0 0,1 0 0 0 0,-1 0 0 0 0,-1 0-1 0 0,1 1 1 0 0,0-1 0 0 0,-1 1 0 0 0,0 0-1 0 0,0 0 1 0 0,-1 0 0 0 0,1 0 0 0 0,-1 1-1 0 0,3 10 1 0 0,-1-2 7 0 0,-1 0 0 0 0,-1 0 0 0 0,0 0 0 0 0,0 1 0 0 0,-2-1 0 0 0,0 0 0 0 0,0 1 0 0 0,-1-1 0 0 0,-5 19-1 0 0,-1-2-13 0 0,3-18 57 0 0,0 1 1 0 0,2 0-1 0 0,-2 15 0 0 0,5-32-49 0 0,0 0-1 0 0,1 0 1 0 0,-1 0 0 0 0,1 0 0 0 0,0 0-1 0 0,-1 0 1 0 0,4-3 0 0 0,3-6-3 0 0,22-41-2 0 0,53-71 0 0 0,-69 106 0 0 0,1 0 0 0 0,0 1 0 0 0,1 1 0 0 0,1 1 0 0 0,1 0-1 0 0,0 1 1 0 0,23-14 0 0 0,-37 26 12 0 0,-1 0-1 0 0,1 0 0 0 0,-1 1 1 0 0,1-1-1 0 0,0 1 1 0 0,-1 0-1 0 0,1 0 0 0 0,0 0 1 0 0,0 1-1 0 0,0-1 1 0 0,0 1-1 0 0,0 0 1 0 0,-1 0-1 0 0,1 0 0 0 0,0 1 1 0 0,5 1-1 0 0,-6-1 18 0 0,0 0-1 0 0,0 0 0 0 0,-1 1 1 0 0,1-1-1 0 0,-1 1 0 0 0,1-1 1 0 0,-1 1-1 0 0,0 0 0 0 0,0 0 1 0 0,0 0-1 0 0,0 1 0 0 0,0-1 1 0 0,0 0-1 0 0,0 1 0 0 0,-1-1 1 0 0,1 1-1 0 0,-1 0 0 0 0,0-1 1 0 0,0 1-1 0 0,0 0 1 0 0,0 0-1 0 0,1 3 0 0 0,0 6 43 0 0,0 0 0 0 0,0 0 0 0 0,-1 1 0 0 0,0-1-1 0 0,-1 0 1 0 0,-2 18 0 0 0,-18 73 155 0 0,13-76-250 0 0,2-1-1 0 0,1 1 1 0 0,-2 33 0 0 0,6-58-68 0 0,0 0 1 0 0,0 0-1 0 0,0 0 1 0 0,0-1 0 0 0,0 1-1 0 0,0 0 1 0 0,1 0-1 0 0,-1 0 1 0 0,1-1-1 0 0,-1 1 1 0 0,1 0-1 0 0,0 0 1 0 0,-1-1-1 0 0,1 1 1 0 0,0-1-1 0 0,0 1 1 0 0,0 0-1 0 0,0-1 1 0 0,1 0-1 0 0,-1 1 1 0 0,0-1-1 0 0,0 0 1 0 0,1 0-1 0 0,-1 1 1 0 0,1-1-1 0 0,-1 0 1 0 0,1 0-1 0 0,0-1 1 0 0,-1 1 0 0 0,3 1-1 0 0,1-2-362 0 0,-1 1 1 0 0,1-1-1 0 0,0 1 0 0 0,-1-1 1 0 0,1 0-1 0 0,-1-1 0 0 0,1 1 1 0 0,0-1-1 0 0,-1 0 0 0 0,1 0 1 0 0,5-3-1 0 0,15-5-2542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3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203 146 1308 0 0,'12'-14'2613'0'0,"16"-28"0"0"0,-26 37-2250 0 0,1 1-1 0 0,-1-1 1 0 0,0 1 0 0 0,0-1-1 0 0,0 0 1 0 0,-1 0 0 0 0,0 0 0 0 0,0 0-1 0 0,0 0 1 0 0,-1 0 0 0 0,1-8-1 0 0,-1 13-322 0 0,0-1 0 0 0,0 0 0 0 0,0 0 0 0 0,0 0 0 0 0,0 0 0 0 0,0 0 0 0 0,0 0 0 0 0,-1 0 0 0 0,1 0 0 0 0,0 1-1 0 0,0-1 1 0 0,-1 0 0 0 0,1 0 0 0 0,0 0 0 0 0,-1 0 0 0 0,1 1 0 0 0,-1-1 0 0 0,0 0 0 0 0,1 1 0 0 0,-1-1 0 0 0,1 0 0 0 0,-1 1 0 0 0,0-1-1 0 0,1 0 1 0 0,-1 1 0 0 0,0-1 0 0 0,0 1 0 0 0,0 0 0 0 0,1-1 0 0 0,-1 1 0 0 0,0 0 0 0 0,0-1 0 0 0,0 1 0 0 0,0 0 0 0 0,0 0 0 0 0,0 0-1 0 0,1 0 1 0 0,-1-1 0 0 0,0 1 0 0 0,0 1 0 0 0,0-1 0 0 0,0 0 0 0 0,0 0 0 0 0,0 0 0 0 0,0 0 0 0 0,1 1 0 0 0,-1-1 0 0 0,0 0 0 0 0,0 1-1 0 0,0-1 1 0 0,0 1 0 0 0,-5 2 13 0 0,0 0-1 0 0,0 1 0 0 0,0 0 0 0 0,1 0 1 0 0,-9 8-1 0 0,-8 10 16 0 0,1 1-1 0 0,1 1 1 0 0,2 0-1 0 0,0 2 1 0 0,2 0 0 0 0,0 1-1 0 0,2 0 1 0 0,-20 58 0 0 0,32-79-56 0 0,0 0 0 0 0,1 0 1 0 0,0 0-1 0 0,1 0 0 0 0,-1 0 0 0 0,1 0 1 0 0,0 1-1 0 0,1-1 0 0 0,1 10 1 0 0,-2-14-8 0 0,1 0 0 0 0,-1 1 0 0 0,1-1 0 0 0,0 0 1 0 0,0 0-1 0 0,0 0 0 0 0,0 0 0 0 0,0 1 0 0 0,0-1 0 0 0,0-1 1 0 0,1 1-1 0 0,-1 0 0 0 0,1 0 0 0 0,-1 0 0 0 0,1-1 0 0 0,0 1 1 0 0,0-1-1 0 0,-1 1 0 0 0,1-1 0 0 0,0 0 0 0 0,0 0 0 0 0,1 0 0 0 0,-1 0 1 0 0,0 0-1 0 0,0 0 0 0 0,0 0 0 0 0,1-1 0 0 0,-1 1 0 0 0,4-1 1 0 0,-1 1 0 0 0,1-1 0 0 0,0 0 1 0 0,0-1-1 0 0,-1 1 1 0 0,1-1-1 0 0,0 0 1 0 0,-1 0-1 0 0,1-1 0 0 0,-1 0 1 0 0,0 0-1 0 0,1 0 1 0 0,-1-1-1 0 0,0 1 1 0 0,0-1-1 0 0,5-5 0 0 0,-3 2-12 0 0,0 0-1 0 0,0-1 1 0 0,-1 0-1 0 0,0 0 0 0 0,-1 0 1 0 0,0-1-1 0 0,0 0 0 0 0,6-14 1 0 0,2-9 131 0 0,-2 0 1 0 0,-2-1 0 0 0,-1 0-1 0 0,5-39 1 0 0,-9 59-37 0 0,-1 15-10 0 0,1 17-26 0 0,-10 82 47 0 0,2 24 46 0 0,4-113-240 0 0,4 38-674 0 0,-3-49 501 0 0,-1 0 0 0 0,1 1-1 0 0,-1-1 1 0 0,1 0 0 0 0,0 1-1 0 0,-1-1 1 0 0,1 0 0 0 0,1 0-1 0 0,-1 0 1 0 0,0 0 0 0 0,0 0-1 0 0,1 0 1 0 0,-1 0 0 0 0,1 0 0 0 0,0 0-1 0 0,2 2 1 0 0,15 0-7224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3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2120 0 0,'5'-15'1780'0'0,"-4"8"-1098"0"0,1 1-1 0 0,1-1 1 0 0,-1 1 0 0 0,1 0-1 0 0,0-1 1 0 0,0 1-1 0 0,1 0 1 0 0,0 1-1 0 0,5-8 1 0 0,-8 13-657 0 0,0-1 0 0 0,0 0 0 0 0,0 1-1 0 0,0-1 1 0 0,0 1 0 0 0,0-1 0 0 0,0 1 0 0 0,0 0 0 0 0,0-1 0 0 0,0 1 0 0 0,0 0 0 0 0,0 0 0 0 0,0 0 0 0 0,0 0 0 0 0,0-1 0 0 0,1 2 0 0 0,-1-1 0 0 0,0 0 0 0 0,0 0 0 0 0,0 0 0 0 0,0 0 0 0 0,0 1 0 0 0,0-1 0 0 0,0 0 0 0 0,2 2-1 0 0,21 12 262 0 0,-19-10-221 0 0,-1 0 0 0 0,0 1-1 0 0,0-1 1 0 0,0 1 0 0 0,-1-1 0 0 0,0 1 0 0 0,1 0 0 0 0,-2 1 0 0 0,1-1 0 0 0,-1 0 0 0 0,0 1 0 0 0,3 8-1 0 0,-1 1 193 0 0,-1-1-1 0 0,-1 1 0 0 0,2 25 0 0 0,-5-15 28 0 0,-1 0 0 0 0,-1 0-1 0 0,-1-1 1 0 0,-2 1 0 0 0,0-1 0 0 0,-10 24 0 0 0,1-3 300 0 0,12-32-227 0 0,4-11-95 0 0,10-17-13 0 0,-3 3-268 0 0,83-128 43 0 0,39-53-32 0 0,-125 186 12 0 0,9-12-3 0 0,16-29 0 0 0,-29 46-19 0 0,-17 18 12 0 0,-2 10 30 0 0,1 1 1 0 0,1 0-1 0 0,1 1 1 0 0,2 1-1 0 0,1 0 1 0 0,-15 54 0 0 0,25-73-10 0 0,0-1 1 0 0,0 1 0 0 0,1 0-1 0 0,1 0 1 0 0,-1-1 0 0 0,2 1 0 0 0,-1 0-1 0 0,3 14 1 0 0,-2-20-9 0 0,0 0 1 0 0,1 0-1 0 0,-1 0 0 0 0,1 0 0 0 0,0 0 1 0 0,0 0-1 0 0,0-1 0 0 0,0 1 1 0 0,0-1-1 0 0,1 1 0 0 0,0-1 0 0 0,0 0 1 0 0,0 0-1 0 0,0 0 0 0 0,0 0 0 0 0,0-1 1 0 0,1 1-1 0 0,-1-1 0 0 0,1 0 0 0 0,0 0 1 0 0,0 0-1 0 0,4 1 0 0 0,5 1-267 0 0,1-1 0 0 0,0 0-1 0 0,0 0 1 0 0,0-1 0 0 0,1-1 0 0 0,21-1-1 0 0,-11-2-2168 0 0,1-1 0 0 0,44-10 0 0 0,-25 1-3474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4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24 1376 0 0,'-13'-6'2895'0'0,"0"1"0"0"0,-24-7-1 0 0,35 11-2384 0 0,-11 3 543 0 0,13-2-1029 0 0,-1 0 1 0 0,1 0-1 0 0,0 0 1 0 0,-1 0-1 0 0,1 0 1 0 0,0 0-1 0 0,-1 0 1 0 0,1 0-1 0 0,-1 0 1 0 0,1 0-1 0 0,0 0 1 0 0,-1 0-1 0 0,1 0 1 0 0,-1 0-1 0 0,1 0 1 0 0,0 0 0 0 0,-1 0-1 0 0,1 0 1 0 0,0 0-1 0 0,-1 1 1 0 0,1-1-1 0 0,0 0 1 0 0,-1 0-1 0 0,1 0 1 0 0,0 1-1 0 0,-1-1 1 0 0,1 0-1 0 0,0 1 1 0 0,0-1-1 0 0,-1 0 1 0 0,1 0 0 0 0,0 1-1 0 0,0-1 1 0 0,-1 0-1 0 0,1 1 1 0 0,0-1-1 0 0,0 1 1 0 0,0-1-1 0 0,0 0 1 0 0,0 1-1 0 0,0-1 1 0 0,0 0-1 0 0,0 1 1 0 0,0-1-1 0 0,0 1 1 0 0,0-1-1 0 0,0 0 1 0 0,0 1 0 0 0,0-1-1 0 0,0 1 1 0 0,0-1-1 0 0,0 0 1 0 0,0 1-1 0 0,2 1 27 0 0,-1 0-1 0 0,0-1 1 0 0,0 1 0 0 0,1-1-1 0 0,-1 1 1 0 0,1-1 0 0 0,0 0-1 0 0,-1 1 1 0 0,1-1-1 0 0,0 0 1 0 0,-1 0 0 0 0,1 0-1 0 0,0-1 1 0 0,3 2 0 0 0,2 1 69 0 0,15 7 146 0 0,37 13-1 0 0,-42-18-228 0 0,-1 1-1 0 0,0 0 0 0 0,-1 1 0 0 0,0 1 1 0 0,16 10-1 0 0,-28-15-28 0 0,0-1 1 0 0,-1 1-1 0 0,0-1 1 0 0,1 1-1 0 0,-1 0 1 0 0,0 0-1 0 0,0 0 1 0 0,0 0-1 0 0,-1 0 1 0 0,1 0-1 0 0,-1 0 0 0 0,1 1 1 0 0,-1-1-1 0 0,0 0 1 0 0,-1 1-1 0 0,1-1 1 0 0,-1 1-1 0 0,1-1 1 0 0,-1 1-1 0 0,0-1 1 0 0,0 1-1 0 0,0 0 0 0 0,-1-1 1 0 0,1 1-1 0 0,-3 5 1 0 0,-1 7 189 0 0,-2 1 1 0 0,0-1-1 0 0,-16 30 0 0 0,17-35-25 0 0,-29 48 925 0 0,-3-1 0 0 0,-56 69-1 0 0,16-23 329 0 0,33-43-902 0 0,44-60-518 0 0,-1-1 0 0 0,1 0 1 0 0,-1 1-1 0 0,1-1 1 0 0,-1 1-1 0 0,1-1 1 0 0,-1 1-1 0 0,1 0 0 0 0,0-1 1 0 0,-1 1-1 0 0,1-1 1 0 0,0 1-1 0 0,0 0 1 0 0,-1-1-1 0 0,1 1 1 0 0,0 0-1 0 0,0-1 0 0 0,0 1 1 0 0,0-1-1 0 0,0 1 1 0 0,0 0-1 0 0,0 0 1 0 0,0-1-1 0 0,0 1 0 0 0,0 0 1 0 0,0-1-1 0 0,0 1 1 0 0,0-1-1 0 0,1 1 1 0 0,-1 0-1 0 0,0-1 0 0 0,0 1 1 0 0,1 0-1 0 0,-1-1 1 0 0,1 1-1 0 0,-1-1 1 0 0,0 1-1 0 0,1-1 0 0 0,-1 1 1 0 0,1-1-1 0 0,-1 1 1 0 0,1-1-1 0 0,-1 0 1 0 0,1 1-1 0 0,-1-1 1 0 0,1 0-1 0 0,0 1 0 0 0,-1-1 1 0 0,1 0-1 0 0,0 0 1 0 0,-1 1-1 0 0,1-1 1 0 0,-1 0-1 0 0,1 0 0 0 0,0 0 1 0 0,-1 0-1 0 0,1 0 1 0 0,0 0-1 0 0,0 0 1 0 0,37 0 94 0 0,-6-7-395 0 0,0-1 1 0 0,-1-1 0 0 0,0-2-1 0 0,50-26 1 0 0,-52 23-302 0 0,154-71-4839 0 0,-93 43-219 0 0,-23 12-286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 2248 0 0,'-128'35'14486'0'0,"125"-34"-14171"0"0,3-1-193 0 0,-9 5 370 0 0,11-2-266 0 0,10-3 8 0 0,124-16 237 0 0,-18 0-3063 0 0,-42 12-5219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4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14 2472 0 0,'-34'27'3307'0'0,"12"-10"-922"0"0,1 1 0 0 0,0 0 0 0 0,-31 37 0 0 0,52-55-2356 0 0,-1 0 0 0 0,1 1 0 0 0,0-1 0 0 0,-1 0 0 0 0,1 1 0 0 0,0-1-1 0 0,-1 1 1 0 0,1-1 0 0 0,0 0 0 0 0,0 1 0 0 0,-1-1 0 0 0,1 1-1 0 0,0-1 1 0 0,0 1 0 0 0,0-1 0 0 0,-1 1 0 0 0,1-1 0 0 0,0 1 0 0 0,0-1-1 0 0,0 0 1 0 0,0 1 0 0 0,0-1 0 0 0,0 1 0 0 0,0-1 0 0 0,0 1 0 0 0,0-1-1 0 0,0 1 1 0 0,1-1 0 0 0,-1 1 0 0 0,0-1 0 0 0,0 1 0 0 0,0-1-1 0 0,1 1 1 0 0,-1-1 0 0 0,0 1 0 0 0,0-1 0 0 0,1 0 0 0 0,-1 1 0 0 0,1-1-1 0 0,0 1 14 0 0,1 0 0 0 0,0 0-1 0 0,0-1 1 0 0,0 1 0 0 0,0-1-1 0 0,-1 1 1 0 0,1-1 0 0 0,0 0-1 0 0,0 0 1 0 0,3 0 0 0 0,50-6 203 0 0,-55 6-236 0 0,74-16-340 0 0,91-32 0 0 0,-10-7-4089 0 0,-83 29 175 0 0,-16 6-1210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5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167 120 572 0 0,'-18'-6'2165'0'0,"-23"-12"2802"0"0,39 17-4772 0 0,0-1 1 0 0,0 1-1 0 0,1 0 0 0 0,-1-1 0 0 0,0 1 1 0 0,1-1-1 0 0,-1 0 0 0 0,1 1 0 0 0,-1-1 0 0 0,1 0 1 0 0,0 0-1 0 0,0 0 0 0 0,-1 0 0 0 0,2 0 1 0 0,-1 0-1 0 0,-1-3 0 0 0,2 4-149 0 0,0-1 1 0 0,0 1-1 0 0,0 0 1 0 0,0 0-1 0 0,0-1 1 0 0,0 1-1 0 0,1 0 1 0 0,-1-1-1 0 0,0 1 1 0 0,1 0-1 0 0,-1 0 1 0 0,1 0-1 0 0,0-1 0 0 0,-1 1 1 0 0,1 0-1 0 0,0 0 1 0 0,-1 0-1 0 0,1 0 1 0 0,0 0-1 0 0,0 0 1 0 0,0 0-1 0 0,0 0 1 0 0,2 0-1 0 0,24-17 368 0 0,-26 18-407 0 0,6-4 31 0 0,0 2 0 0 0,1-1 0 0 0,-1 1 1 0 0,1 0-1 0 0,0 0 0 0 0,-1 1 0 0 0,1 0 0 0 0,0 1 0 0 0,0-1 0 0 0,0 2 0 0 0,14 1 0 0 0,-9 0-14 0 0,-1 0-1 0 0,0 1 0 0 0,0 0 1 0 0,0 1-1 0 0,0 1 0 0 0,18 10 1 0 0,-26-13-15 0 0,0 0-1 0 0,0 1 1 0 0,0-1 0 0 0,-1 1 0 0 0,1 0-1 0 0,-1 0 1 0 0,0 0 0 0 0,0 1 0 0 0,0-1-1 0 0,0 1 1 0 0,-1 0 0 0 0,0 0 0 0 0,1 0-1 0 0,-1 0 1 0 0,-1 0 0 0 0,1 0 0 0 0,0 0-1 0 0,-1 1 1 0 0,0-1 0 0 0,0 0 0 0 0,0 1-1 0 0,-1-1 1 0 0,0 1 0 0 0,1-1 0 0 0,-2 1-1 0 0,1-1 1 0 0,0 1 0 0 0,-1-1 0 0 0,0 1-1 0 0,0-1 1 0 0,-3 8 0 0 0,-1 4 31 0 0,-2-1 1 0 0,0 0-1 0 0,0 0 1 0 0,-2 0-1 0 0,0-1 0 0 0,0 0 1 0 0,-15 15-1 0 0,-17 15 439 0 0,-2-3 0 0 0,-82 62 1 0 0,74-63 268 0 0,50-39-642 0 0,2 0-101 0 0,0-1-1 0 0,0 1 1 0 0,0 0-1 0 0,0-1 0 0 0,1 1 1 0 0,-1-1-1 0 0,0 1 0 0 0,0-1 1 0 0,1 0-1 0 0,-1 0 1 0 0,0 1-1 0 0,1-1 0 0 0,-1 0 1 0 0,0 0-1 0 0,1 0 0 0 0,-1 0 1 0 0,1-1-1 0 0,5 1 10 0 0,17 2-13 0 0,0 1-1 0 0,0 1 0 0 0,0 1 1 0 0,32 12-1 0 0,-43-13 7 0 0,-1 2-1 0 0,1 0 1 0 0,-1 0-1 0 0,0 1 1 0 0,0 1-1 0 0,-1 0 0 0 0,0 0 1 0 0,0 1-1 0 0,14 17 1 0 0,-21-23 84 0 0,-1 1-1 0 0,0 0 1 0 0,0 1 0 0 0,-1-1 0 0 0,1 0-1 0 0,-1 1 1 0 0,0 0 0 0 0,0-1 0 0 0,0 1-1 0 0,0 0 1 0 0,-1 0 0 0 0,0 0 0 0 0,0 0-1 0 0,-1 0 1 0 0,1 0 0 0 0,-1 0 0 0 0,-1 9 0 0 0,0-8 18 0 0,0 0 1 0 0,-1-1 0 0 0,1 1 0 0 0,-1 0 0 0 0,-1-1 0 0 0,1 0-1 0 0,-1 1 1 0 0,0-1 0 0 0,0 0 0 0 0,-1 0 0 0 0,1-1-1 0 0,-1 1 1 0 0,0-1 0 0 0,0 0 0 0 0,-6 5 0 0 0,-2 0 30 0 0,0 0 0 0 0,0-1-1 0 0,-1-1 1 0 0,0 0 0 0 0,-1-1 0 0 0,1 0 0 0 0,-1-1 0 0 0,-22 6 0 0 0,24-9-99 0 0,1 1 1 0 0,-1-2 0 0 0,0 1 0 0 0,1-2 0 0 0,-1 0 0 0 0,0 0-1 0 0,0-1 1 0 0,1 0 0 0 0,-1-1 0 0 0,0 0 0 0 0,-14-6 0 0 0,24 7-42 0 0,-1 1 1 0 0,0-1-1 0 0,1-1 1 0 0,-1 1-1 0 0,1 0 1 0 0,-1-1-1 0 0,1 1 1 0 0,0-1-1 0 0,-1 0 1 0 0,1 1-1 0 0,0-1 1 0 0,0 0-1 0 0,0-1 1 0 0,1 1-1 0 0,-1 0 1 0 0,0 0-1 0 0,1-1 1 0 0,0 1-1 0 0,-2-4 1 0 0,2 3-80 0 0,1 0 1 0 0,-1 0-1 0 0,1 0 0 0 0,0 0 1 0 0,0-1-1 0 0,0 1 1 0 0,0 0-1 0 0,1 0 0 0 0,-1 0 1 0 0,1 0-1 0 0,0 0 1 0 0,0 1-1 0 0,0-1 0 0 0,0 0 1 0 0,2-3-1 0 0,3-4-524 0 0,0-1 0 0 0,1 1-1 0 0,1 0 1 0 0,0 1 0 0 0,0 0-1 0 0,0 0 1 0 0,18-12 0 0 0,32-16-4359 0 0,-39 26 2278 0 0,11-8-2579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35 628 0 0,'13'-22'8071'0'0,"-13"21"-7970"0"0,0 0-1 0 0,0 0 0 0 0,1 1 0 0 0,-1-1 0 0 0,0 1 0 0 0,1-1 0 0 0,-1 0 0 0 0,1 1 1 0 0,-1-1-1 0 0,1 1 0 0 0,-1-1 0 0 0,1 1 0 0 0,-1-1 0 0 0,1 1 0 0 0,0-1 0 0 0,-1 1 0 0 0,1 0 1 0 0,0-1-1 0 0,-1 1 0 0 0,1 0 0 0 0,0 0 0 0 0,-1-1 0 0 0,1 1 0 0 0,0 0 0 0 0,-1 0 0 0 0,1 0 1 0 0,0 0-1 0 0,0 0 0 0 0,-1 0 0 0 0,1 0 0 0 0,0 0 0 0 0,-1 0 0 0 0,1 0 0 0 0,1 1 1 0 0,1 1 51 0 0,0 0 1 0 0,0 0-1 0 0,0 0 1 0 0,0 0 0 0 0,0 1-1 0 0,3 3 1 0 0,-3-2-80 0 0,5 3 65 0 0,-1 1 0 0 0,-1 1 0 0 0,1-1 0 0 0,-1 1-1 0 0,-1 0 1 0 0,0 1 0 0 0,0-1 0 0 0,-1 1 0 0 0,0 0 0 0 0,-1 0 0 0 0,0 1-1 0 0,0-1 1 0 0,-1 0 0 0 0,-1 1 0 0 0,0 0 0 0 0,0 17 0 0 0,-1-19-80 0 0,-1 0 0 0 0,0 1 1 0 0,-1-1-1 0 0,0-1 0 0 0,0 1 1 0 0,-1 0-1 0 0,0 0 0 0 0,0-1 1 0 0,-1 0-1 0 0,0 0 0 0 0,-1 0 1 0 0,0 0-1 0 0,0 0 0 0 0,0-1 1 0 0,-1 0-1 0 0,0 0 1 0 0,-1-1-1 0 0,0 0 0 0 0,-11 9 1 0 0,13-12 5 0 0,0 1 0 0 0,0-1 0 0 0,0 0 0 0 0,0 0 1 0 0,-1-1-1 0 0,1 0 0 0 0,-1 0 0 0 0,1 0 0 0 0,-10 1 1 0 0,15-3-63 0 0,0 0 1 0 0,0 0 0 0 0,-1 0 0 0 0,1 0 0 0 0,0 1-1 0 0,0-1 1 0 0,-1 0 0 0 0,1-1 0 0 0,0 1 0 0 0,-1 0-1 0 0,1 0 1 0 0,0 0 0 0 0,0 0 0 0 0,-1 0 0 0 0,1 0-1 0 0,0 0 1 0 0,0 0 0 0 0,-1 0 0 0 0,1 0 0 0 0,0-1-1 0 0,0 1 1 0 0,-1 0 0 0 0,1 0 0 0 0,0 0 0 0 0,0 0-1 0 0,0-1 1 0 0,0 1 0 0 0,-1 0 0 0 0,1 0 0 0 0,0-1-1 0 0,0 1 1 0 0,0 0 0 0 0,0 0 0 0 0,0-1 0 0 0,0 1-1 0 0,-1 0 1 0 0,1 0 0 0 0,0-1 0 0 0,0 1 0 0 0,0 0-1 0 0,0 0 1 0 0,0-1 0 0 0,0 1 0 0 0,0 0 0 0 0,0-1-1 0 0,0 1 1 0 0,0 0 0 0 0,3-11 17 0 0,2 4-14 0 0,-1 0-1 0 0,1 0 1 0 0,0 0-1 0 0,1 1 1 0 0,0 0-1 0 0,0 0 1 0 0,13-10-1 0 0,-4 3-1 0 0,181-151 1 0 0,-86 74-12 0 0,-109 89 9 0 0,16-15 7 0 0,-16 15-10 0 0,-1 1 1 0 0,1-1-1 0 0,-1 0 0 0 0,1 0 0 0 0,-1 1 1 0 0,1-1-1 0 0,-1 0 0 0 0,1 0 1 0 0,-1 0-1 0 0,0 0 0 0 0,0 0 1 0 0,1 1-1 0 0,-1-1 0 0 0,0 0 1 0 0,0 0-1 0 0,0 0 0 0 0,0 0 0 0 0,0 0 1 0 0,0 0-1 0 0,0 0 0 0 0,0 0 1 0 0,0 0-1 0 0,-1 0 0 0 0,1 1 1 0 0,0-1-1 0 0,-1-1 0 0 0,0 2 1 0 0,0-1 1 0 0,0 1-1 0 0,1-1 0 0 0,-1 1 0 0 0,0 0 1 0 0,0 0-1 0 0,0 0 0 0 0,0 0 0 0 0,0 0 0 0 0,0 0 1 0 0,0 0-1 0 0,0 0 0 0 0,0 0 0 0 0,0 0 0 0 0,-1 1 1 0 0,-4 0 2 0 0,1 0 1 0 0,0 1 0 0 0,0 0 0 0 0,-1 0 0 0 0,1 0 0 0 0,1 0-1 0 0,-1 1 1 0 0,0 0 0 0 0,1 0 0 0 0,-1 1 0 0 0,-5 4 0 0 0,10-7-3 0 0,-10 7 11 0 0,0 1 1 0 0,1 0-1 0 0,0 1 0 0 0,1 0 0 0 0,0 0 1 0 0,1 1-1 0 0,0 0 0 0 0,0 0 1 0 0,1 1-1 0 0,1-1 0 0 0,-7 23 1 0 0,9-24 2 0 0,1 0 0 0 0,0 1 1 0 0,0-1-1 0 0,2 0 0 0 0,-1 0 0 0 0,1 1 1 0 0,0-1-1 0 0,1 0 0 0 0,1 0 1 0 0,-1 0-1 0 0,2 1 0 0 0,-1-1 1 0 0,1-1-1 0 0,1 1 0 0 0,5 11 1 0 0,-3-10 103 0 0,0 1 0 0 0,1-1 1 0 0,0 0-1 0 0,1-1 0 0 0,17 19 0 0 0,-20-24-441 0 0,0-1-1 0 0,0 0 0 0 0,1 0 0 0 0,-1-1 1 0 0,12 6-1 0 0,-12-7-769 0 0,1 0 1 0 0,-1 0-1 0 0,1-1 1 0 0,-1 1-1 0 0,1-1 1 0 0,0-1-1 0 0,9 1 1 0 0,8-1-4686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34 580 0 0,'19'-34'18962'0'0,"-14"54"-16809"0"0,-3 37-1610 0 0,-2-55-260 0 0,-4 77-53 0 0,-3 0 0 0 0,-22 97 0 0 0,16-107-2334 0 0,13-67 1386 0 0,-3 21-1478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15 110 2692 0 0,'-3'0'5201'0'0,"-8"0"-3686"0"0,16-2 993 0 0,26-1 928 0 0,-22 3-4265 0 0,484-67 670 0 0,-430 53-1819 0 0,-22 0-3240 0 0,-25 4 454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6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9 684 0 0,'-2'-1'2710'0'0,"-21"-5"3484"0"0,7 4-3994 0 0,14 5-1852 0 0,0 0 0 0 0,0 0 0 0 0,1 0 0 0 0,-1 0 0 0 0,0 0 1 0 0,1 1-1 0 0,0-1 0 0 0,0 1 0 0 0,0-1 0 0 0,0 1 0 0 0,0 6 0 0 0,-5 47 1391 0 0,6-51-1591 0 0,-47 423 2348 0 0,37-346-2687 0 0,8-72-546 0 0,1 0 1 0 0,2 21 0 0 0,7 2-7646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72 113 372 0 0,'20'-32'4791'0'0,"-9"13"-628"0"0,25-32 0 0 0,-35 50-4056 0 0,1-1 0 0 0,-1 1 0 0 0,0 1 0 0 0,1-1 0 0 0,-1 0 0 0 0,0 0 0 0 0,1 0 0 0 0,-1 1 1 0 0,1-1-1 0 0,-1 1 0 0 0,1-1 0 0 0,-1 1 0 0 0,1 0 0 0 0,0 0 0 0 0,-1-1 0 0 0,1 1 0 0 0,2 0 0 0 0,24 5 703 0 0,-22-3-727 0 0,0 1 0 0 0,0-1 0 0 0,-1 2 0 0 0,1-1 1 0 0,-1 0-1 0 0,0 1 0 0 0,0 0 0 0 0,0 0 0 0 0,0 1 0 0 0,-1-1 0 0 0,1 1 0 0 0,-1 0 0 0 0,0 0 0 0 0,-1 1 0 0 0,1-1 0 0 0,2 8 0 0 0,1 0 20 0 0,-1 0 0 0 0,-1 1-1 0 0,0 0 1 0 0,-1 0 0 0 0,4 28-1 0 0,-7-27-6 0 0,0 0-1 0 0,-1 0 0 0 0,-1 0 1 0 0,0 0-1 0 0,-1 0 0 0 0,-1 0 0 0 0,0 0 1 0 0,-1-1-1 0 0,-1 1 0 0 0,0-1 1 0 0,-1 0-1 0 0,0 0 0 0 0,-1-1 1 0 0,-12 18-1 0 0,-11 10 687 0 0,-1-2-1 0 0,-70 68 1 0 0,70-76-386 0 0,-28 28 240 0 0,59-59-631 0 0,0 1-1 0 0,0-1 0 0 0,-1 0 0 0 0,1 0 0 0 0,0 1 0 0 0,0-1 0 0 0,0 0 0 0 0,-1 1 0 0 0,1-1 1 0 0,0 0-1 0 0,0 1 0 0 0,0-1 0 0 0,0 1 0 0 0,0-1 0 0 0,0 0 0 0 0,0 1 0 0 0,0-1 0 0 0,0 0 1 0 0,0 1-1 0 0,0-1 0 0 0,0 1 0 0 0,0-1 0 0 0,0 0 0 0 0,0 1 0 0 0,0-1 0 0 0,0 0 1 0 0,0 1-1 0 0,0-1 0 0 0,0 0 0 0 0,1 1 0 0 0,-1-1 0 0 0,0 0 0 0 0,0 1 0 0 0,0-1 0 0 0,1 0 1 0 0,-1 1-1 0 0,0-1 0 0 0,0 0 0 0 0,1 0 0 0 0,-1 0 0 0 0,0 1 0 0 0,1-1 0 0 0,-1 0 0 0 0,0 0 1 0 0,1 0-1 0 0,-1 1 0 0 0,0-1 0 0 0,1 0 0 0 0,-1 0 0 0 0,0 0 0 0 0,1 0 0 0 0,-1 0 0 0 0,1 0 1 0 0,-1 0-1 0 0,0 0 0 0 0,1 0 0 0 0,-1 0 0 0 0,0 0 0 0 0,1 0 0 0 0,-1 0 0 0 0,1 0 0 0 0,23 0 4 0 0,-23 0-3 0 0,134-16 74 0 0,-62 5-59 0 0,197-30-1082 0 0,-260 39 341 0 0,1 0 0 0 0,-1-1-1 0 0,0 0 1 0 0,14-7 0 0 0,-19 8-266 0 0,-1 0 0 0 0,0-1 0 0 0,0 0 0 0 0,0 0-1 0 0,0 0 1 0 0,0 0 0 0 0,-1 0 0 0 0,1-1 0 0 0,-1 1 0 0 0,0-1 0 0 0,4-7 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28 189 872 0 0,'-6'-16'2301'0'0,"0"-1"0"0"0,2-1 0 0 0,0 1 0 0 0,1-1 0 0 0,-2-31 0 0 0,5 47-2221 0 0,0-1 1 0 0,1 1-1 0 0,-1 0 1 0 0,0 0-1 0 0,1 0 0 0 0,-1 0 1 0 0,1 0-1 0 0,-1 0 0 0 0,1 0 1 0 0,0 0-1 0 0,0 0 1 0 0,0 0-1 0 0,0 0 0 0 0,0 0 1 0 0,0 1-1 0 0,1-1 1 0 0,-1 0-1 0 0,1 1 0 0 0,-1-1 1 0 0,1 1-1 0 0,-1 0 0 0 0,1-1 1 0 0,0 1-1 0 0,0 0 1 0 0,0 0-1 0 0,0 0 0 0 0,0 0 1 0 0,0 0-1 0 0,0 1 1 0 0,3-2-1 0 0,0 1-28 0 0,1 0-1 0 0,-1 1 1 0 0,0-1 0 0 0,1 1-1 0 0,-1 0 1 0 0,1 0 0 0 0,-1 1 0 0 0,0 0-1 0 0,0 0 1 0 0,1 0 0 0 0,6 3-1 0 0,-4-1 25 0 0,1 1 1 0 0,-1 0-1 0 0,1 0 0 0 0,-1 1 0 0 0,0 0 0 0 0,-1 1 0 0 0,1-1 0 0 0,-1 2 1 0 0,-1-1-1 0 0,1 1 0 0 0,-1 0 0 0 0,10 14 0 0 0,-12-14-16 0 0,0-1 0 0 0,-1 1 0 0 0,0 0 0 0 0,0 0 0 0 0,0 0 1 0 0,-1 0-1 0 0,0 1 0 0 0,-1-1 0 0 0,0 0 0 0 0,0 1 0 0 0,-1-1 0 0 0,1 1 0 0 0,-1 0 0 0 0,-1-1 0 0 0,0 1 0 0 0,-3 12 0 0 0,-3 2 39 0 0,-1 1 1 0 0,-1-2-1 0 0,-1 1 0 0 0,-1-1 0 0 0,-1 0 1 0 0,-29 36-1 0 0,30-38 25 0 0,14-16-56 0 0,6-7-57 0 0,24-16-24 0 0,-2-1 0 0 0,0-2-1 0 0,48-48 1 0 0,-40 36 6 0 0,-34 30 7 0 0,42-40 8 0 0,-42 40-8 0 0,-1 0 0 0 0,0 0 0 0 0,0-1 0 0 0,0 1 0 0 0,-1-1 0 0 0,0 0 0 0 0,3-7 0 0 0,-5 9-18 0 0,0 3 22 0 0,-1 0-1 0 0,0 0 1 0 0,0 0 0 0 0,0 0-1 0 0,0 1 1 0 0,0-1 0 0 0,0 0-1 0 0,0 0 1 0 0,0 0-1 0 0,0 0 1 0 0,0 0 0 0 0,0 0-1 0 0,0 0 1 0 0,-1 0 0 0 0,1 0-1 0 0,0 1 1 0 0,-1-1-1 0 0,1 0 1 0 0,-1 0 0 0 0,1 0-1 0 0,-1 1 1 0 0,1-1 0 0 0,-1 0-1 0 0,1 0 1 0 0,-1 1-1 0 0,0-1 1 0 0,1 1 0 0 0,-1-1-1 0 0,0 0 1 0 0,0 1-1 0 0,1-1 1 0 0,-1 1 0 0 0,0 0-1 0 0,0-1 1 0 0,0 1 0 0 0,0 0-1 0 0,0-1 1 0 0,1 1-1 0 0,-1 0 1 0 0,0 0 0 0 0,0 0-1 0 0,-2 0 1 0 0,-1 0 73 0 0,0 0 0 0 0,-1 1 0 0 0,1-1 1 0 0,0 1-1 0 0,-9 3 0 0 0,11-3-40 0 0,-11 3 141 0 0,1 0 1 0 0,-1 1-1 0 0,1 1 0 0 0,0 0 0 0 0,1 1 0 0 0,-1 0 0 0 0,1 1 1 0 0,1 0-1 0 0,-1 1 0 0 0,1 0 0 0 0,1 1 0 0 0,0 0 0 0 0,-14 18 1 0 0,21-24-160 0 0,0-1 0 0 0,1 1 0 0 0,-1-1 0 0 0,1 1 0 0 0,-1-1 0 0 0,1 1 1 0 0,0 0-1 0 0,0 0 0 0 0,0-1 0 0 0,1 1 0 0 0,0 0 0 0 0,-1 0 1 0 0,1 0-1 0 0,1 0 0 0 0,-1 0 0 0 0,2 5 0 0 0,-1-4 10 0 0,1 0 0 0 0,0 0 0 0 0,0 0 0 0 0,0-1-1 0 0,1 1 1 0 0,-1-1 0 0 0,1 1 0 0 0,0-1 0 0 0,1 0 0 0 0,-1 0-1 0 0,5 4 1 0 0,0-2-60 0 0,-1 0-1 0 0,1 0 1 0 0,0-1-1 0 0,0 0 1 0 0,1 0-1 0 0,0-1 1 0 0,-1 0 0 0 0,1 0-1 0 0,1-1 1 0 0,-1-1-1 0 0,0 1 1 0 0,19 1-1 0 0,-10-4-1020 0 0,1 0-1 0 0,0-2 0 0 0,0 0 1 0 0,20-5-1 0 0,72-25-9387 0 0,-80 23 4505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18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83 436 0 0,'-2'-40'10622'0'0,"0"3"-3280"0"0,4 36-7246 0 0,0 0 0 0 0,0 0 0 0 0,0 1 0 0 0,0-1 0 0 0,0 1 0 0 0,0-1 0 0 0,0 1 0 0 0,0 0 0 0 0,0-1 0 0 0,0 1 0 0 0,0 0 0 0 0,0 1 0 0 0,4 0 0 0 0,0 0-18 0 0,0 1-1 0 0,-1 0 1 0 0,0 0 0 0 0,1 1 0 0 0,-1 0 0 0 0,0 0 0 0 0,0 0-1 0 0,-1 0 1 0 0,1 1 0 0 0,-1 0 0 0 0,1 0 0 0 0,-1 0-1 0 0,0 1 1 0 0,-1-1 0 0 0,1 1 0 0 0,-1 0 0 0 0,0 0 0 0 0,0 0-1 0 0,-1 0 1 0 0,1 0 0 0 0,-1 1 0 0 0,0-1 0 0 0,-1 1 0 0 0,1 0-1 0 0,-1-1 1 0 0,0 1 0 0 0,0 0 0 0 0,-1 0 0 0 0,0 0-1 0 0,0-1 1 0 0,0 1 0 0 0,-1 0 0 0 0,0 0 0 0 0,0 0 0 0 0,-3 8-1 0 0,-2 1 221 0 0,0 0 0 0 0,-1 0 0 0 0,0-1 0 0 0,-2 0 0 0 0,1-1 0 0 0,-2 0 0 0 0,0 0-1 0 0,-17 17 1 0 0,-10 6 912 0 0,-55 40 1 0 0,-55 32 748 0 0,147-108-1948 0 0,-1 0-1 0 0,1 0 1 0 0,-1 1 0 0 0,1-1-1 0 0,-1 1 1 0 0,1-1 0 0 0,-1 0-1 0 0,1 1 1 0 0,0-1 0 0 0,-1 1-1 0 0,1-1 1 0 0,0 1 0 0 0,-1-1-1 0 0,1 1 1 0 0,0-1 0 0 0,0 1-1 0 0,-1-1 1 0 0,1 1 0 0 0,0 0-1 0 0,0-1 1 0 0,0 1-1 0 0,0 0 1 0 0,0 0-5 0 0,1-1 0 0 0,-1 1 0 0 0,1-1-1 0 0,0 1 1 0 0,-1-1 0 0 0,1 0 0 0 0,0 1 0 0 0,-1-1 0 0 0,1 0-1 0 0,0 1 1 0 0,0-1 0 0 0,-1 0 0 0 0,1 0 0 0 0,0 0 0 0 0,0 1 0 0 0,-1-1-1 0 0,1 0 1 0 0,0 0 0 0 0,0 0 0 0 0,-1 0 0 0 0,1 0 0 0 0,1-1-1 0 0,257-17 416 0 0,-68 2-368 0 0,392-14 147 0 0,-575 30-172 0 0,1-1 1 0 0,-1 0-1 0 0,0 0 1 0 0,0-1-1 0 0,0 0 1 0 0,0-1-1 0 0,0 0 1 0 0,12-6-1 0 0,-18 7-125 0 0,0 0 0 0 0,0 0-1 0 0,-1 0 1 0 0,1 0 0 0 0,-1 0-1 0 0,0 0 1 0 0,0-1 0 0 0,0 1-1 0 0,0 0 1 0 0,0-1-1 0 0,0 1 1 0 0,0-1 0 0 0,-1 1-1 0 0,1-1 1 0 0,-1 1 0 0 0,0-1-1 0 0,0 1 1 0 0,0-1-1 0 0,0 1 1 0 0,0-1 0 0 0,-1-3-1 0 0,0 0-695 0 0,-1 1 0 0 0,0 0 0 0 0,0 0 0 0 0,0 0 0 0 0,0 0 0 0 0,-1 1 0 0 0,1-1 0 0 0,-5-4-1 0 0,-15-20-8265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0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271 196 40 0 0,'38'-24'7041'0'0,"16"-21"-3801"0"0,-4 3-2067 0 0,53-30 1264 0 0,-102 71-2365 0 0,16-10 418 0 0,-25 15-467 0 0,0-1 0 0 0,-1 1 0 0 0,0-1 0 0 0,1-1 0 0 0,-1 0 0 0 0,-11 2-1 0 0,-3-1 12 0 0,-34 0-1 0 0,5-6 88 0 0,-66-11 1 0 0,92 11-41 0 0,24 2-74 0 0,-14-1 0 0 0,6 1-18 0 0,7 1 5 0 0,-6 7-4 0 0,8-3 8 0 0,-1 0 1 0 0,1 1-1 0 0,1-1 1 0 0,-1 1 0 0 0,1-1-1 0 0,-1 1 1 0 0,1-1-1 0 0,1 1 1 0 0,-1-1-1 0 0,1 1 1 0 0,-1-1-1 0 0,1 1 1 0 0,0-1 0 0 0,1 0-1 0 0,-1 1 1 0 0,1-1-1 0 0,0 0 1 0 0,0 0-1 0 0,0 0 1 0 0,1 0-1 0 0,-1-1 1 0 0,1 1 0 0 0,0-1-1 0 0,0 1 1 0 0,0-1-1 0 0,1 0 1 0 0,3 3-1 0 0,10 7 3 0 0,1 0-1 0 0,1-2 0 0 0,0 0 0 0 0,28 11 0 0 0,-25-11-1 0 0,30 11 21 0 0,35 19-18 0 0,-77-35 0 0 0,-1-1-1 0 0,0 1 1 0 0,0 1-1 0 0,0 0 1 0 0,-1 0-1 0 0,10 12 1 0 0,-16-17 31 0 0,0 1 1 0 0,0-1 0 0 0,0 1-1 0 0,0 0 1 0 0,-1 0-1 0 0,1 0 1 0 0,-1 0 0 0 0,0 0-1 0 0,0 0 1 0 0,0 1-1 0 0,0-1 1 0 0,0 0 0 0 0,-1 1-1 0 0,1-1 1 0 0,-1 0 0 0 0,0 1-1 0 0,-1 5 1 0 0,0-4 35 0 0,0 0 0 0 0,0 0 0 0 0,-1 0-1 0 0,0 0 1 0 0,0-1 0 0 0,0 1 0 0 0,-1 0 0 0 0,0-1 0 0 0,0 1 0 0 0,-4 4 0 0 0,-5 4 138 0 0,0-1-1 0 0,0-1 1 0 0,-1 0-1 0 0,-1-1 1 0 0,-28 17 0 0 0,25-17-60 0 0,-1-1 1 0 0,0-1-1 0 0,-1-1 1 0 0,0 0-1 0 0,0-2 1 0 0,-36 7 0 0 0,45-11-101 0 0,0 0 1 0 0,-1 0 0 0 0,1-1 0 0 0,-1-1-1 0 0,1 1 1 0 0,-1-2 0 0 0,1 1 0 0 0,-1-1 0 0 0,1-1-1 0 0,0 0 1 0 0,0-1 0 0 0,0 0 0 0 0,1 0-1 0 0,-15-9 1 0 0,16 8-31 0 0,0-1-1 0 0,0-1 1 0 0,0 1 0 0 0,1-1-1 0 0,0-1 1 0 0,0 1-1 0 0,-9-15 1 0 0,13 17-21 0 0,0-1-1 0 0,0 1 1 0 0,1-1-1 0 0,-1 1 1 0 0,1-1-1 0 0,1 0 1 0 0,-1 0-1 0 0,1 0 1 0 0,0 0 0 0 0,0 0-1 0 0,1 0 1 0 0,-1-1-1 0 0,2-7 1 0 0,-1 12-80 0 0,0 1 1 0 0,0-1 0 0 0,0 1-1 0 0,1-1 1 0 0,-1 1 0 0 0,0 0-1 0 0,0-1 1 0 0,1 1 0 0 0,-1-1-1 0 0,1 1 1 0 0,0 0 0 0 0,-1-1-1 0 0,1 1 1 0 0,0 0 0 0 0,0 0-1 0 0,0 0 1 0 0,0-1-1 0 0,0 1 1 0 0,0 0 0 0 0,0 0-1 0 0,0 0 1 0 0,0 1 0 0 0,0-1-1 0 0,0 0 1 0 0,1 0 0 0 0,-1 1-1 0 0,0-1 1 0 0,1 0 0 0 0,-1 1-1 0 0,0-1 1 0 0,1 1 0 0 0,-1 0-1 0 0,1 0 1 0 0,-1-1-1 0 0,1 1 1 0 0,-1 0 0 0 0,0 0-1 0 0,1 0 1 0 0,-1 0 0 0 0,1 1-1 0 0,-1-1 1 0 0,1 0 0 0 0,-1 1-1 0 0,2 0 1 0 0,5 1-926 0 0,0 1 0 0 0,-1 0 0 0 0,0 0 0 0 0,0 0 0 0 0,14 10 0 0 0,-8-4-2103 0 0,1-1-1013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0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1452 0 0,'17'-19'3573'0'0,"13"-19"2901"0"0,-30 37-6365 0 0,1 0-1 0 0,-1 0 1 0 0,1 0-1 0 0,0 0 1 0 0,-1 0 0 0 0,1 0-1 0 0,0 0 1 0 0,-1 0 0 0 0,1 1-1 0 0,0-1 1 0 0,0 0-1 0 0,0 0 1 0 0,0 1 0 0 0,0-1-1 0 0,1 0 1 0 0,-2 1-79 0 0,1 0 1 0 0,-1 0-1 0 0,0 0 0 0 0,1 0 1 0 0,-1 0-1 0 0,0 0 1 0 0,1 1-1 0 0,-1-1 1 0 0,0 0-1 0 0,0 0 0 0 0,1 0 1 0 0,-1 1-1 0 0,0-1 1 0 0,0 0-1 0 0,1 0 0 0 0,-1 1 1 0 0,0-1-1 0 0,0 0 1 0 0,0 0-1 0 0,1 1 1 0 0,-1-1-1 0 0,0 0 0 0 0,0 1 1 0 0,0-1-1 0 0,0 0 1 0 0,0 1-1 0 0,0-1 1 0 0,0 0-1 0 0,0 1 0 0 0,0-1 1 0 0,0 1-1 0 0,1 35 647 0 0,-12 43-99 0 0,4-43-471 0 0,2 1 0 0 0,2 0 0 0 0,2 41 0 0 0,1-76-97 0 0,0 0 0 0 0,0 0-1 0 0,0 0 1 0 0,0 0-1 0 0,1 0 1 0 0,-1 0 0 0 0,1 0-1 0 0,-1 0 1 0 0,1-1-1 0 0,0 1 1 0 0,0 0 0 0 0,0 0-1 0 0,0 0 1 0 0,0-1-1 0 0,0 1 1 0 0,0-1-1 0 0,1 1 1 0 0,2 2 0 0 0,-2-3-5 0 0,-1 0 1 0 0,1-1 0 0 0,0 1 0 0 0,-1 0 0 0 0,1-1 0 0 0,0 1-1 0 0,0-1 1 0 0,-1 0 0 0 0,1 1 0 0 0,0-1 0 0 0,0 0 0 0 0,0 0-1 0 0,-1 0 1 0 0,1-1 0 0 0,0 1 0 0 0,3-1 0 0 0,3-2 1 0 0,0 0-1 0 0,0 0 1 0 0,0 0 0 0 0,-1-1 0 0 0,1-1-1 0 0,-1 1 1 0 0,10-9 0 0 0,-5 2-6 0 0,0 0 0 0 0,0-1-1 0 0,-1 0 1 0 0,-1-1 0 0 0,0 0 0 0 0,-1 0 0 0 0,0-1 0 0 0,-1 0 0 0 0,-1-1 0 0 0,8-22-1 0 0,-2-2 21 0 0,-3 0 0 0 0,12-81 0 0 0,-16 63 170 0 0,-6 55-151 0 0,-2 6-26 0 0,0-1 1 0 0,0 1-1 0 0,1 0 1 0 0,-1 0-1 0 0,1 0 1 0 0,-1 0 0 0 0,1 0-1 0 0,0 0 1 0 0,1 0-1 0 0,-1 0 1 0 0,1 5 0 0 0,-2 7 28 0 0,-19 152 295 0 0,19-142-302 0 0,2-1 0 0 0,1 1-1 0 0,1-1 1 0 0,10 43 0 0 0,-12-66-70 0 0,9 25 57 0 0,-8-26-87 0 0,0 0 0 0 0,-1 0 0 0 0,1 0-1 0 0,0 1 1 0 0,0-1 0 0 0,0 0-1 0 0,0 0 1 0 0,0 0 0 0 0,0 0 0 0 0,0-1-1 0 0,0 1 1 0 0,0 0 0 0 0,0 0 0 0 0,1-1-1 0 0,-1 1 1 0 0,0 0 0 0 0,0-1-1 0 0,1 1 1 0 0,1 0 0 0 0,2-1-390 0 0,0-1 0 0 0,-1 1 0 0 0,1-1 0 0 0,-1 1 0 0 0,1-1 1 0 0,-1 0-1 0 0,1-1 0 0 0,-1 1 0 0 0,0-1 0 0 0,0 0 0 0 0,1 0 0 0 0,-1 0 0 0 0,-1-1 1 0 0,1 0-1 0 0,0 1 0 0 0,-1-1 0 0 0,1 0 0 0 0,-1-1 0 0 0,6-6 0 0 0,8-10-4035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1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111 163 744 0 0,'5'-33'2521'0'0,"6"-85"4708"0"0,-11 118-7203 0 0,0-1-1 0 0,-1 1 0 0 0,1 0 1 0 0,0-1-1 0 0,0 1 0 0 0,0 0 0 0 0,0-1 1 0 0,0 1-1 0 0,0 0 0 0 0,0-1 1 0 0,0 1-1 0 0,0 0 0 0 0,0-1 1 0 0,0 1-1 0 0,0 0 0 0 0,0-1 1 0 0,0 1-1 0 0,0 0 0 0 0,0-1 0 0 0,0 1 1 0 0,1 0-1 0 0,-1 0 0 0 0,0-1 1 0 0,0 1-1 0 0,0 0 0 0 0,0-1 1 0 0,1 1-1 0 0,-1 0 0 0 0,0 0 1 0 0,0-1-1 0 0,1 1 0 0 0,-1 0 0 0 0,0 0 1 0 0,0 0-1 0 0,1 0 0 0 0,-1-1 1 0 0,0 1-1 0 0,1 0 0 0 0,-1 0 1 0 0,0 0-1 0 0,0 0 0 0 0,1 0 1 0 0,-1 0-1 0 0,0 0 0 0 0,1 0 0 0 0,-1 0 1 0 0,0 0-1 0 0,1 0 0 0 0,-1 0 1 0 0,0 0-1 0 0,1 0 0 0 0,-1 0 1 0 0,0 0-1 0 0,1 0 0 0 0,-1 0 1 0 0,0 0-1 0 0,1 0 0 0 0,-1 0 1 0 0,0 1-1 0 0,0-1 0 0 0,1 0 0 0 0,1 1 54 0 0,-1 0-1 0 0,0 0 0 0 0,0 0 0 0 0,1 0 0 0 0,-1 1 0 0 0,0-1 0 0 0,0 0 1 0 0,0 0-1 0 0,0 1 0 0 0,-1-1 0 0 0,2 3 0 0 0,5 21 513 0 0,-1-1 0 0 0,-1 2 0 0 0,-2-1 0 0 0,0 0 0 0 0,-2 1 0 0 0,-3 46 0 0 0,-30 154 462 0 0,24-182-845 0 0,-15 78 278 0 0,21-112-271 0 0,3-13-35 0 0,8-18-117 0 0,-2 12-61 0 0,-1 0 0 0 0,1 1 1 0 0,1 0-1 0 0,0 0 0 0 0,0 0 0 0 0,0 1 0 0 0,1 0 0 0 0,0 1 0 0 0,14-7 0 0 0,-19 12-1 0 0,0 0-1 0 0,0 0 0 0 0,0 1 0 0 0,0 0 0 0 0,1 0 1 0 0,-1 0-1 0 0,0 0 0 0 0,0 1 0 0 0,0 0 0 0 0,0 0 1 0 0,0 0-1 0 0,0 0 0 0 0,0 0 0 0 0,0 1 0 0 0,0 0 1 0 0,4 2-1 0 0,1 2 60 0 0,-1 0 1 0 0,0 0-1 0 0,-1 1 1 0 0,0 0-1 0 0,0 0 1 0 0,0 1-1 0 0,-1 0 1 0 0,0 0-1 0 0,-1 0 1 0 0,1 1-1 0 0,-2 0 0 0 0,1 0 1 0 0,-1 0-1 0 0,-1 1 1 0 0,0-1-1 0 0,0 1 1 0 0,0 0-1 0 0,-2 0 1 0 0,2 18-1 0 0,-2-21 42 0 0,-1 0 0 0 0,0 0 0 0 0,0 0-1 0 0,-1 0 1 0 0,0 0 0 0 0,0 0 0 0 0,-1-1 0 0 0,0 1-1 0 0,0 0 1 0 0,0-1 0 0 0,-1 1 0 0 0,0-1-1 0 0,0 0 1 0 0,-1 0 0 0 0,1 0 0 0 0,-1 0 0 0 0,-1-1-1 0 0,1 0 1 0 0,-1 0 0 0 0,0 0 0 0 0,0 0 0 0 0,0-1-1 0 0,-1 1 1 0 0,0-2 0 0 0,0 1 0 0 0,0 0-1 0 0,0-1 1 0 0,0 0 0 0 0,-9 2 0 0 0,6-3-72 0 0,0 0 0 0 0,0 0 1 0 0,-1-1-1 0 0,1 0 0 0 0,-1-1 0 0 0,1 0 1 0 0,-1-1-1 0 0,1 1 0 0 0,0-2 1 0 0,-17-4-1 0 0,-1-1-9 0 0,1-2 0 0 0,-35-17 1 0 0,57 24-146 0 0,0 0 0 0 0,1 0 0 0 0,-1 0 0 0 0,1 0 0 0 0,-1-1 0 0 0,1 1 1 0 0,0-1-1 0 0,0 0 0 0 0,0 0 0 0 0,0 0 0 0 0,-3-5 0 0 0,5 7 4 0 0,1 0-1 0 0,-1 0 0 0 0,1 0 0 0 0,-1 0 0 0 0,1 0 0 0 0,0 0 0 0 0,-1-1 0 0 0,1 1 0 0 0,0 0 0 0 0,0 0 0 0 0,0 0 0 0 0,0-1 0 0 0,0 1 0 0 0,0 0 0 0 0,0 0 0 0 0,1 0 0 0 0,-1-2 0 0 0,1 1-72 0 0,0 0-1 0 0,0 0 1 0 0,0 1-1 0 0,0-1 1 0 0,0 0-1 0 0,1 0 1 0 0,-1 1-1 0 0,1-1 1 0 0,-1 1-1 0 0,1-1 1 0 0,-1 1-1 0 0,4-2 1 0 0,10-6-1978 0 0,0 0 1 0 0,1 2-1 0 0,0 0 0 0 0,27-8 0 0 0,-23 8-2420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 7 2224 0 0,'48'-5'7591'0'0,"-39"4"-6972"0"0,-6 0-162 0 0,2 5 335 0 0,-4-4-741 0 0,-1 0 0 0 0,1 0 0 0 0,-1 1 0 0 0,1-1 0 0 0,-1 0 0 0 0,1 0 1 0 0,-1 1-1 0 0,1-1 0 0 0,-1 0 0 0 0,1 0 0 0 0,-1 1 0 0 0,1-1 0 0 0,-1 0 0 0 0,0 1 0 0 0,1-1 0 0 0,-1 1 0 0 0,1-1 0 0 0,-1 1 0 0 0,0-1 0 0 0,1 1 0 0 0,2 9 497 0 0,0-1 1 0 0,0 0-1 0 0,-1 1 0 0 0,0-1 0 0 0,-1 1 1 0 0,0 0-1 0 0,-1 9 0 0 0,-5 76 1443 0 0,2-59-1462 0 0,-35 291 2215 0 0,25-262-2230 0 0,-2 0-1 0 0,-48 123 1 0 0,58-175-473 0 0,-1 0 1 0 0,-1 0-1 0 0,0 0 0 0 0,-1-1 0 0 0,0 0 0 0 0,-14 16 0 0 0,18-24-30 0 0,0-1 0 0 0,0 1 0 0 0,0 0 0 0 0,-1-1 0 0 0,1 0 0 0 0,-1 0 0 0 0,0-1 0 0 0,0 1 0 0 0,0-1 0 0 0,0 0 0 0 0,0 0-1 0 0,0 0 1 0 0,0-1 0 0 0,-1 0 0 0 0,1 0 0 0 0,-1-1 0 0 0,1 1 0 0 0,-1-1 0 0 0,-10-1 0 0 0,3-1-40 0 0,-1-1-1 0 0,1-1 1 0 0,0 0 0 0 0,0 0-1 0 0,0-1 1 0 0,0-1-1 0 0,1 0 1 0 0,-21-15 0 0 0,14 7-354 0 0,0-1 1 0 0,1 0 0 0 0,1-1-1 0 0,-21-26 1 0 0,29 30-60 0 0,0 0 0 0 0,1-1 1 0 0,0-1-1 0 0,1 1 0 0 0,0-1 1 0 0,1 0-1 0 0,1 0 1 0 0,0-1-1 0 0,1 0 0 0 0,-2-20 1 0 0,2 1-1801 0 0,1 0 0 0 0,2-1 1 0 0,5-52-1 0 0,1 21-3806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2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75 504 0 0,'31'-26'4437'0'0,"-15"12"-1582"0"0,30-19-1 0 0,-45 32-2448 0 0,4 21-390 0 0,-5 10-4665 0 0,0-18 630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2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58 1216 0 0,'2'6'1515'0'0,"-1"-1"1"0"0,1 1-1 0 0,-1-1 0 0 0,1 11 0 0 0,-1 20 1906 0 0,-1-30-3137 0 0,0 0 0 0 0,0 1-1 0 0,0-1 1 0 0,1 0-1 0 0,0 1 1 0 0,0-1 0 0 0,0 0-1 0 0,1 0 1 0 0,2 7-1 0 0,-3-12-243 0 0,0-1-1 0 0,-1 1 0 0 0,1 0 0 0 0,0 0 0 0 0,0-1 0 0 0,-1 1 0 0 0,1-1 1 0 0,0 1-1 0 0,0 0 0 0 0,0-1 0 0 0,0 0 0 0 0,0 1 0 0 0,0-1 0 0 0,0 1 1 0 0,0-1-1 0 0,0 0 0 0 0,0 0 0 0 0,0 0 0 0 0,0 1 0 0 0,0-1 0 0 0,0 0 1 0 0,2-1-1 0 0,20-1 246 0 0,-17 0-256 0 0,0 0 0 0 0,0 0-1 0 0,-1 0 1 0 0,1 0-1 0 0,-1-1 1 0 0,0 0 0 0 0,0 0-1 0 0,0 0 1 0 0,0-1-1 0 0,0 0 1 0 0,-1 0-1 0 0,1 0 1 0 0,-1 0 0 0 0,0-1-1 0 0,-1 0 1 0 0,1 1-1 0 0,-1-1 1 0 0,0-1 0 0 0,3-5-1 0 0,-4 7-26 0 0,-1 0 1 0 0,1 0-1 0 0,-1 0 0 0 0,0 0 1 0 0,0 0-1 0 0,0 0 0 0 0,-1 0 0 0 0,1 0 1 0 0,-1-1-1 0 0,0 1 0 0 0,0 0 1 0 0,-1 0-1 0 0,1 0 0 0 0,-1 0 0 0 0,0 0 1 0 0,0 0-1 0 0,0 0 0 0 0,-1 0 1 0 0,1 0-1 0 0,-1 0 0 0 0,0 1 1 0 0,0-1-1 0 0,-1 0 0 0 0,1 1 0 0 0,-1 0 1 0 0,1 0-1 0 0,-1-1 0 0 0,-3-2 1 0 0,3 5-4 0 0,0-1 0 0 0,1 0 1 0 0,-1 1-1 0 0,0-1 1 0 0,0 1-1 0 0,0 0 1 0 0,0 0-1 0 0,0 0 0 0 0,0 0 1 0 0,0 0-1 0 0,0 1 1 0 0,0 0-1 0 0,-1-1 1 0 0,1 1-1 0 0,0 0 0 0 0,0 1 1 0 0,0-1-1 0 0,0 0 1 0 0,0 1-1 0 0,-1 0 0 0 0,1 0 1 0 0,-5 2-1 0 0,0 0 17 0 0,-1 1-1 0 0,1 0 0 0 0,0 0 0 0 0,0 1 0 0 0,0 0 1 0 0,-12 11-1 0 0,5-2 155 0 0,0 1 0 0 0,1 0-1 0 0,1 2 1 0 0,0-1 0 0 0,-15 27 0 0 0,21-30-95 0 0,1 0 0 0 0,-1 1 0 0 0,2 0 1 0 0,0 0-1 0 0,1 0 0 0 0,0 0 0 0 0,1 1 0 0 0,-2 22 0 0 0,5-32-60 0 0,0 0 0 0 0,0 1 0 0 0,0-1 0 0 0,1 0 0 0 0,0 0 0 0 0,0 0 0 0 0,0 0-1 0 0,0 1 1 0 0,1-1 0 0 0,0-1 0 0 0,0 1 0 0 0,0 0 0 0 0,1 0 0 0 0,0-1 0 0 0,-1 0 0 0 0,2 1-1 0 0,-1-1 1 0 0,0 0 0 0 0,1 0 0 0 0,0-1 0 0 0,0 1 0 0 0,5 3 0 0 0,-2-3-182 0 0,0 0 1 0 0,0-1-1 0 0,0 1 0 0 0,1-1 1 0 0,-1-1-1 0 0,1 0 1 0 0,0 0-1 0 0,-1 0 1 0 0,1-1-1 0 0,0 0 0 0 0,0-1 1 0 0,0 1-1 0 0,0-1 1 0 0,9-2-1 0 0,0 0-1549 0 0,-1-1 0 0 0,1 0 1 0 0,-1-1-1 0 0,21-9 0 0 0,-10 0-3807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80 60 0 0,'2'-5'940'0'0,"-1"-1"1"0"0,0 1-1 0 0,0 0 1 0 0,0-1-1 0 0,-1 1 0 0 0,1-1 1 0 0,-1 1-1 0 0,-1-1 1 0 0,1 1-1 0 0,-2-6 0 0 0,2 10-840 0 0,0 1 0 0 0,-1-1 1 0 0,1 0-1 0 0,-1 0 0 0 0,1 0 0 0 0,-1 0 0 0 0,1 1 0 0 0,-1-1 0 0 0,1 0 0 0 0,-1 1 0 0 0,0-1 0 0 0,1 0 1 0 0,-1 1-1 0 0,0-1 0 0 0,1 1 0 0 0,-1-1 0 0 0,0 1 0 0 0,0-1 0 0 0,0 1 0 0 0,1 0 0 0 0,-1-1 0 0 0,0 1 1 0 0,0 0-1 0 0,0 0 0 0 0,0-1 0 0 0,0 1 0 0 0,0 0 0 0 0,0 0 0 0 0,1 0 0 0 0,-1 0 0 0 0,0 0 0 0 0,0 0 0 0 0,-1 1 1 0 0,-25 6 914 0 0,20-3-834 0 0,1 1 0 0 0,0-1 0 0 0,0 1 0 0 0,0 0 0 0 0,0 0 0 0 0,1 1 0 0 0,0-1 0 0 0,0 1 0 0 0,0 0 0 0 0,1 1-1 0 0,-5 8 1 0 0,0 2 6 0 0,1-1-1 0 0,1 2 1 0 0,-8 26-1 0 0,11-26-117 0 0,0 0 1 0 0,1 0-1 0 0,-1 22 0 0 0,4-31-44 0 0,0-1 0 0 0,0 1-1 0 0,1-1 1 0 0,0 1 0 0 0,0-1 0 0 0,1 1 0 0 0,0-1-1 0 0,1 0 1 0 0,3 9 0 0 0,-4-13-52 0 0,1 0-1 0 0,-1-1 1 0 0,1 0-1 0 0,-1 0 1 0 0,1 0-1 0 0,0 0 1 0 0,0 0-1 0 0,0 0 1 0 0,1-1-1 0 0,-1 1 1 0 0,1-1-1 0 0,-1 0 1 0 0,1 0-1 0 0,0 0 1 0 0,0-1-1 0 0,-1 1 1 0 0,1-1-1 0 0,0 0 1 0 0,1 0-1 0 0,-1 0 1 0 0,0-1-1 0 0,0 1 1 0 0,0-1-1 0 0,8-1 1 0 0,7 0-420 0 0,0-1 1 0 0,0-1-1 0 0,0-1 1 0 0,18-6-1 0 0,-6 0-953 0 0,-1-1-1 0 0,0-1 0 0 0,0-2 0 0 0,-1-1 0 0 0,41-29 1 0 0,-25 11-3137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3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21 187 1796 0 0,'8'-24'1848'0'0,"-1"-1"-1"0"0,-1 1 0 0 0,0-2 1 0 0,-2 1-1 0 0,1-35 1 0 0,-5 57-927 0 0,-14 19 506 0 0,7 10-779 0 0,0 1-1 0 0,2 0 1 0 0,1 1 0 0 0,1-1 0 0 0,1 29 0 0 0,-1-7-140 0 0,-1 8-48 0 0,-4 45 210 0 0,8 153 0 0 0,1-246-667 0 0,-1-4-6 0 0,0 1 0 0 0,1-1 0 0 0,-1 1 0 0 0,1-1 0 0 0,0 0 0 0 0,0 1-1 0 0,1-1 1 0 0,0 0 0 0 0,-1 0 0 0 0,2 0 0 0 0,3 8 0 0 0,-5-12-100 0 0,0-1 0 0 0,0 1 0 0 0,0 0 0 0 0,0 0 0 0 0,1-1 0 0 0,-1 1 0 0 0,0-1 1 0 0,0 1-1 0 0,0-1 0 0 0,1 1 0 0 0,-1-1 0 0 0,0 0 0 0 0,0 0 0 0 0,1 1 0 0 0,-1-1 0 0 0,0 0 0 0 0,0 0 0 0 0,1 0 0 0 0,-1-1 0 0 0,0 1 1 0 0,0 0-1 0 0,1 0 0 0 0,-1-1 0 0 0,0 1 0 0 0,0 0 0 0 0,1-1 0 0 0,-1 0 0 0 0,0 1 0 0 0,0-1 0 0 0,0 1 0 0 0,0-1 0 0 0,0 0 0 0 0,0 0 0 0 0,0 0 1 0 0,0 0-1 0 0,0 0 0 0 0,-1 0 0 0 0,2-1 0 0 0,4-4-1580 0 0,-1-1 0 0 0,0 1 0 0 0,0-1 0 0 0,4-8 0 0 0,2-4-4874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3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30 2684 0 0,'-115'22'10725'0'0,"114"-22"-10593"0"0,-1 0-1 0 0,0 1 1 0 0,0-1-1 0 0,1 0 1 0 0,-1 1-1 0 0,0 0 0 0 0,1-1 1 0 0,-1 1-1 0 0,1 0 1 0 0,-4 2-1 0 0,5-3-109 0 0,0 0 0 0 0,-1 1-1 0 0,1-1 1 0 0,0 0 0 0 0,0 0 0 0 0,-1 1-1 0 0,1-1 1 0 0,0 0 0 0 0,0 0 0 0 0,0 1-1 0 0,0-1 1 0 0,0 0 0 0 0,-1 1 0 0 0,1-1-1 0 0,0 0 1 0 0,0 1 0 0 0,0-1-1 0 0,0 0 1 0 0,0 1 0 0 0,0-1 0 0 0,0 0-1 0 0,0 1 1 0 0,0-1 0 0 0,0 0 0 0 0,0 1-1 0 0,0-1 1 0 0,0 0 0 0 0,1 1 0 0 0,-1-1-1 0 0,0 0 1 0 0,0 1 0 0 0,0-1-1 0 0,0 0 1 0 0,1 1 0 0 0,-1-1 0 0 0,0 1-1 0 0,1-1-4 0 0,0 0-1 0 0,0 1 1 0 0,0-1-1 0 0,0 1 1 0 0,0-1-1 0 0,0 0 1 0 0,0 0-1 0 0,1 0 0 0 0,-1 0 1 0 0,0 0-1 0 0,0 0 1 0 0,0 0-1 0 0,0 0 1 0 0,0 0-1 0 0,0 0 0 0 0,1-1 1 0 0,0 1 21 0 0,34-2 69 0 0,0-2 0 0 0,69-16 0 0 0,-24 3-1401 0 0,51-6-6404 0 0,-91 17 2796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91 779 2392 0 0,'-13'6'1486'0'0,"3"-1"-504"0"0,0 1-1 0 0,1 0 1 0 0,-1 0-1 0 0,1 1 1 0 0,0 0-1 0 0,-11 12 1 0 0,20-20-954 0 0,1 1 0 0 0,-1 0 0 0 0,1 0 0 0 0,-1 0 0 0 0,0-1 0 0 0,1 1 0 0 0,-1 0 0 0 0,1 0 0 0 0,-1 0 0 0 0,1 0 0 0 0,-1 0 0 0 0,1 0 0 0 0,-1 0 0 0 0,0 0 0 0 0,1 0 0 0 0,-1 0 1 0 0,1 0-1 0 0,-1 0 0 0 0,1 0 0 0 0,-1 0 0 0 0,1 1 0 0 0,-1-1 0 0 0,0 0 0 0 0,1 0 0 0 0,-1 0 0 0 0,1 1 0 0 0,-1-1 0 0 0,0 0 0 0 0,1 0 0 0 0,-1 1 0 0 0,0-1 0 0 0,1 0 0 0 0,-1 1 0 0 0,0-1 0 0 0,0 0 0 0 0,1 1 0 0 0,-1-1 0 0 0,0 1 0 0 0,0-1 0 0 0,1 0 0 0 0,-1 1 0 0 0,0-1 0 0 0,0 1 0 0 0,0-1 0 0 0,0 1 0 0 0,0-1 0 0 0,0 1 0 0 0,0-1 1 0 0,0 1-1 0 0,0-1 0 0 0,0 0 0 0 0,0 1 0 0 0,0-1 0 0 0,0 1 0 0 0,0-1 0 0 0,0 1 0 0 0,0-1 0 0 0,-1 0 0 0 0,1 1 0 0 0,0-1 0 0 0,0 1 0 0 0,-1-1 0 0 0,1 0 0 0 0,0 1 0 0 0,0-1 0 0 0,-1 1 0 0 0,1-1 0 0 0,-1 0 0 0 0,17-6 72 0 0,-1-1 0 0 0,0-1 0 0 0,0 0 0 0 0,-1-1 0 0 0,16-14 0 0 0,61-58 46 0 0,-67 55-131 0 0,0 0 0 0 0,-3-2 1 0 0,0 0-1 0 0,-1-2 0 0 0,-2 0 0 0 0,24-55 0 0 0,-14 16-60 0 0,-3 0 0 0 0,18-84 0 0 0,-31 93 4 0 0,-8 34 8 0 0,2 1 0 0 0,11-33 1 0 0,-16 56 35 0 0,-5 32 111 0 0,3-27-85 0 0,-93 452 1993 0 0,86-411-1909 0 0,-2 63-1 0 0,10-90-93 0 0,0 0 0 0 0,1 0 0 0 0,1 1 0 0 0,0-1-1 0 0,2 0 1 0 0,8 28 0 0 0,-11-41-100 0 0,1 0 0 0 0,0 0 0 0 0,0 0 0 0 0,0 0 0 0 0,0-1 0 0 0,1 1 0 0 0,-1 0 0 0 0,1-1 0 0 0,0 0 1 0 0,0 0-1 0 0,0 1 0 0 0,1-2 0 0 0,-1 1 0 0 0,1 0 0 0 0,-1-1 0 0 0,1 0 0 0 0,0 0 0 0 0,0 0 0 0 0,0 0 0 0 0,0 0 0 0 0,0-1 0 0 0,1 0 0 0 0,-1 0 0 0 0,0 0 0 0 0,9 0 0 0 0,-5-1-191 0 0,0 0 0 0 0,-1-1-1 0 0,1 0 1 0 0,0 0 0 0 0,-1 0-1 0 0,1-1 1 0 0,-1-1 0 0 0,1 1 0 0 0,-1-1-1 0 0,0-1 1 0 0,0 1 0 0 0,-1-1-1 0 0,1 0 1 0 0,6-6 0 0 0,5-5-188 0 0,0-1 1 0 0,-1-1-1 0 0,-1-1 1 0 0,-1 0-1 0 0,15-23 1 0 0,57-105 2606 0 0,-70 116-667 0 0,-9 16-213 0 0,-14 28 333 0 0,-8 20-607 0 0,7-10-549 0 0,2 1 1 0 0,-5 45-1 0 0,9-64-412 0 0,1 1 1 0 0,0-1-1 0 0,0 1 1 0 0,1-1-1 0 0,0 1 0 0 0,0-1 1 0 0,0 0-1 0 0,1 1 0 0 0,0-1 1 0 0,0 0-1 0 0,0 0 0 0 0,1 0 1 0 0,0 0-1 0 0,0 0 0 0 0,1-1 1 0 0,4 7-1 0 0,-5-9-1 0 0,0-1 0 0 0,-1 1-1 0 0,1-1 1 0 0,0 1 0 0 0,1-1-1 0 0,-1 0 1 0 0,0 0 0 0 0,1 0-1 0 0,-1-1 1 0 0,0 1 0 0 0,1-1 0 0 0,0 0-1 0 0,-1 0 1 0 0,1 0 0 0 0,6 0-1 0 0,-4 0-3 0 0,-1-1 0 0 0,1-1 0 0 0,0 1 0 0 0,0-1 0 0 0,0 0-1 0 0,-1-1 1 0 0,1 1 0 0 0,-1-1 0 0 0,8-3 0 0 0,-2-1-9 0 0,0 0 0 0 0,0 0 0 0 0,-1-1 0 0 0,0 0 0 0 0,-1-1 0 0 0,0 0 0 0 0,0-1 0 0 0,15-17 0 0 0,-19 19-6 0 0,0 0 0 0 0,-1 0 1 0 0,0-1-1 0 0,0 1 0 0 0,0-1 1 0 0,-1 0-1 0 0,0 0 0 0 0,-1 0 1 0 0,1 0-1 0 0,-2-1 1 0 0,1 1-1 0 0,0-14 0 0 0,-2 16-9 0 0,-1-1 0 0 0,1 1 0 0 0,-1 0 0 0 0,-1 0 0 0 0,1-1 0 0 0,-1 1 0 0 0,0 0 0 0 0,0 0 0 0 0,-1 0 0 0 0,1 1 0 0 0,-2-1 0 0 0,1 1 0 0 0,0-1 0 0 0,-1 1 0 0 0,0 0 0 0 0,0 0 0 0 0,-7-5 0 0 0,-1 0-101 0 0,0 0 0 0 0,-1 1-1 0 0,0 0 1 0 0,0 1 0 0 0,-1 0 0 0 0,-23-8 0 0 0,-28-5-2715 0 0,-1 6-3620 0 0,38 9 1424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4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12 169 520 0 0,'-12'0'8135'0'0,"13"-2"-8060"0"0,0 0 0 0 0,1 0 0 0 0,-1 0-1 0 0,1 1 1 0 0,-1-1 0 0 0,1 0 0 0 0,-1 1 0 0 0,1-1 0 0 0,0 1 0 0 0,0 0 0 0 0,0-1 0 0 0,0 1 0 0 0,4-2 0 0 0,35-13 204 0 0,-19 9-121 0 0,168-60-331 0 0,-80 31-3761 0 0,-57 17 304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5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46 751 852 0 0,'-3'2'395'0'0,"0"-1"-1"0"0,0 1 1 0 0,0 0-1 0 0,1 0 1 0 0,-1 0-1 0 0,0 0 1 0 0,1 0-1 0 0,-1 1 1 0 0,1-1 0 0 0,0 1-1 0 0,0 0 1 0 0,0-1-1 0 0,0 1 1 0 0,1 0-1 0 0,-1 0 1 0 0,1 0-1 0 0,-2 4 1 0 0,2-3-193 0 0,0-1 1 0 0,1 1-1 0 0,-1 0 0 0 0,1 0 1 0 0,0 0-1 0 0,0 0 0 0 0,0 0 1 0 0,0 0-1 0 0,1 0 0 0 0,0 0 0 0 0,0 0 1 0 0,2 7-1 0 0,-1-6-124 0 0,0 0 0 0 0,1 0-1 0 0,-1 0 1 0 0,1 0 0 0 0,0-1 0 0 0,0 1 0 0 0,1-1-1 0 0,-1 0 1 0 0,1 0 0 0 0,0 0 0 0 0,0 0-1 0 0,0-1 1 0 0,1 0 0 0 0,-1 0 0 0 0,1 0-1 0 0,0 0 1 0 0,-1-1 0 0 0,1 1 0 0 0,0-1 0 0 0,1-1-1 0 0,5 2 1 0 0,0-2-29 0 0,0 0 0 0 0,0-1 0 0 0,0-1 0 0 0,-1 0 0 0 0,1 0 0 0 0,0-1 0 0 0,0-1 0 0 0,-1 1 0 0 0,1-2 0 0 0,-1 0 0 0 0,12-5 0 0 0,-2-1-23 0 0,0-1 0 0 0,-1-1 0 0 0,0-1 0 0 0,24-20 0 0 0,-21 11-19 0 0,-1 0 0 0 0,-1-1 1 0 0,0-1-1 0 0,-2-1 0 0 0,-1 0 0 0 0,-1-2 0 0 0,-1 1 0 0 0,-2-2 0 0 0,0 0 1 0 0,16-59-1 0 0,-15 33-21 0 0,-3 1 1 0 0,-1-1-1 0 0,-4-1 1 0 0,-1 0 0 0 0,-5-70-1 0 0,-6 28-44 0 0,6 95 44 0 0,-1 3 16 0 0,0-1 0 0 0,0 0 0 0 0,0 1 0 0 0,0-1 0 0 0,0 0 0 0 0,0 1 0 0 0,0-1 0 0 0,0 1 0 0 0,0 0 0 0 0,0-1 0 0 0,1 1 0 0 0,-1 0 0 0 0,0-1 0 0 0,0 1 0 0 0,1 0 0 0 0,-1 0 0 0 0,0 0 0 0 0,1 0 0 0 0,-1-1 0 0 0,1 1 0 0 0,-1 0 0 0 0,1 0 0 0 0,0 0 1 0 0,-1 0-1 0 0,1 2 0 0 0,-8 30 22 0 0,6-25-15 0 0,-14 87 120 0 0,-4 98 1 0 0,15-126-32 0 0,-1-6-10 0 0,3 0 0 0 0,3 1 0 0 0,9 77 0 0 0,-8-132-77 0 0,0 0 0 0 0,1 0 0 0 0,-1 0-1 0 0,2 0 1 0 0,-1 0 0 0 0,1 0 0 0 0,0 0 0 0 0,7 10 0 0 0,-8-14-9 0 0,0-1 0 0 0,0 0 0 0 0,0 1 0 0 0,0-1 0 0 0,0 0 0 0 0,1-1 0 0 0,-1 1 0 0 0,1 0 0 0 0,-1-1 0 0 0,1 1 0 0 0,0-1 0 0 0,-1 0 0 0 0,1 0 0 0 0,0 0 0 0 0,0 0 0 0 0,0 0 0 0 0,0-1 0 0 0,0 1 0 0 0,0-1 0 0 0,0 0 0 0 0,0 0 1 0 0,0 0-1 0 0,0 0 0 0 0,3-1 0 0 0,7-1-59 0 0,-1 0 0 0 0,1-1 0 0 0,-1-1 1 0 0,0 0-1 0 0,0-1 0 0 0,0 0 1 0 0,-1-1-1 0 0,21-13 0 0 0,-16 7-102 0 0,1-1 0 0 0,-2 0 0 0 0,0-2 0 0 0,25-30 0 0 0,-12 6-75 0 0,-2-1 0 0 0,-1-1 0 0 0,-3-1 0 0 0,18-46-1 0 0,37-136-38 0 0,-42 115 890 0 0,-31 95-558 0 0,4-9 294 0 0,-10 41 13 0 0,-23 167 786 0 0,10-67-739 0 0,-20 158 155 0 0,34-268-483 0 0,1 0 0 0 0,-1 0-1 0 0,1 0 1 0 0,1 10 0 0 0,0-17-64 0 0,18-19 51 0 0,44-75-65 0 0,-43 60-5 0 0,1 2 0 0 0,50-57 0 0 0,-70 87-3 0 0,-1 1 0 0 0,1-1-1 0 0,-1 1 0 0 0,1-1 0 0 0,-1 1 0 0 0,1-1 0 0 0,-1 1 0 0 0,1-1 0 0 0,-1 1 0 0 0,1 0 0 0 0,-1-1 0 0 0,1 1 1 0 0,0 0-1 0 0,-1-1 0 0 0,1 1 0 0 0,0 0 0 0 0,-1 0 0 0 0,1 0 0 0 0,0 0 0 0 0,-1 0 0 0 0,1-1 0 0 0,0 1 0 0 0,-1 0 1 0 0,1 0-1 0 0,1 1 0 0 0,0-1 3 0 0,0 1 1 0 0,0-1 0 0 0,0 1 0 0 0,0 0-1 0 0,0 0 1 0 0,0 0 0 0 0,0 0 0 0 0,0 0-1 0 0,0 1 1 0 0,-1-1 0 0 0,1 0 0 0 0,0 1 0 0 0,-1 0-1 0 0,1-1 1 0 0,-1 1 0 0 0,0 0 0 0 0,1-1-1 0 0,-1 1 1 0 0,0 0 0 0 0,0 0 0 0 0,0 0-1 0 0,0 0 1 0 0,0 0 0 0 0,-1 1 0 0 0,1-1-1 0 0,0 3 1 0 0,2 6 6 0 0,5 11-1 0 0,-1 0 0 0 0,5 27-1 0 0,9 28 46 0 0,-20-75-44 0 0,0 0 0 0 0,-1 0-1 0 0,1 1 1 0 0,0-1 0 0 0,0 0 0 0 0,1 0-1 0 0,-1 0 1 0 0,0 0 0 0 0,1 0 0 0 0,-1 0-1 0 0,1-1 1 0 0,0 1 0 0 0,-1 0 0 0 0,1-1-1 0 0,0 1 1 0 0,0-1 0 0 0,0 0 0 0 0,0 1 0 0 0,0-1-1 0 0,1 0 1 0 0,-1 0 0 0 0,0-1 0 0 0,0 1-1 0 0,5 1 1 0 0,-3-2-3 0 0,1 0-1 0 0,0-1 1 0 0,-1 1-1 0 0,1-1 1 0 0,-1 1-1 0 0,1-2 1 0 0,-1 1-1 0 0,1 0 1 0 0,-1-1-1 0 0,0 0 1 0 0,7-3-1 0 0,7-6-6 0 0,0-1 1 0 0,-1-1-1 0 0,-1 0 0 0 0,0-1 0 0 0,-1 0 0 0 0,0-2 1 0 0,-1 0-1 0 0,-1 0 0 0 0,0-1 0 0 0,-2-1 1 0 0,0 0-1 0 0,-1 0 0 0 0,0-1 0 0 0,-2-1 0 0 0,0 1 1 0 0,-1-1-1 0 0,6-35 0 0 0,-12 54 1 0 0,-1 0 1 0 0,0-1-1 0 0,0 1 1 0 0,1-1-1 0 0,-1 1 0 0 0,0-1 1 0 0,-1 1-1 0 0,1-1 1 0 0,0 1-1 0 0,0-1 0 0 0,0 1 1 0 0,-1-1-1 0 0,0-1 0 0 0,1 3 1 0 0,-1-1 0 0 0,1 1-1 0 0,0 0 1 0 0,0 0-1 0 0,-1-1 1 0 0,1 1 0 0 0,0 0-1 0 0,-1-1 1 0 0,1 1 0 0 0,0 0-1 0 0,-1 0 1 0 0,1 0-1 0 0,-1-1 1 0 0,1 1 0 0 0,0 0-1 0 0,-1 0 1 0 0,1 0-1 0 0,-1 0 1 0 0,1 0 0 0 0,0 0-1 0 0,-1 0 1 0 0,1 0-1 0 0,-1 0 1 0 0,1 0 0 0 0,0 0-1 0 0,-1 0 1 0 0,1 0-1 0 0,-1 0 1 0 0,-2 1-1 0 0,0 0-1 0 0,1 1 1 0 0,-1-1-1 0 0,1 1 1 0 0,-1-1-1 0 0,1 1 1 0 0,0 0-1 0 0,0-1 1 0 0,0 1 0 0 0,-4 4-1 0 0,-2 5 9 0 0,1 0-1 0 0,-1 1 1 0 0,2 0-1 0 0,0 0 0 0 0,0 0 1 0 0,1 1-1 0 0,1 0 1 0 0,-5 19-1 0 0,7-21 5 0 0,-1 1-1 0 0,2-1 1 0 0,0 1-1 0 0,0-1 1 0 0,1 1-1 0 0,0 0 0 0 0,1-1 1 0 0,1 1-1 0 0,5 22 1 0 0,-6-31-3 0 0,0 1 1 0 0,1-1 0 0 0,-1 0-1 0 0,1 1 1 0 0,0-1 0 0 0,0 0-1 0 0,0 0 1 0 0,0 0 0 0 0,0-1-1 0 0,1 1 1 0 0,-1 0 0 0 0,1-1-1 0 0,0 0 1 0 0,-1 1 0 0 0,1-1-1 0 0,6 2 1 0 0,-4-1-5 0 0,0-2 1 0 0,0 1-1 0 0,0-1 1 0 0,0 1-1 0 0,0-1 1 0 0,0-1-1 0 0,1 1 1 0 0,-1-1-1 0 0,0 0 1 0 0,7-1-1 0 0,3 0-336 0 0,-2-2-1 0 0,1 0 1 0 0,0-1-1 0 0,-1 0 1 0 0,1-1-1 0 0,-1-1 1 0 0,19-10-1 0 0,-23 10-612 0 0,0 0 0 0 0,0 0-1 0 0,-1-1 1 0 0,0 0 0 0 0,0-1-1 0 0,8-9 1 0 0,2-7-3183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5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 1800 0 0,'-34'9'1708'0'0,"-203"57"5928"0"0,233-64-7498 0 0,-1-1-1 0 0,1 1 0 0 0,-1 0 0 0 0,1 0 0 0 0,0 0 1 0 0,0 1-1 0 0,0-1 0 0 0,0 1 0 0 0,0 0 1 0 0,-5 7-1 0 0,8-10-126 0 0,1 0 1 0 0,0 1-1 0 0,0-1 0 0 0,0 0 1 0 0,-1 1-1 0 0,1-1 1 0 0,0 0-1 0 0,0 1 1 0 0,0-1-1 0 0,0 0 0 0 0,0 1 1 0 0,0-1-1 0 0,0 0 1 0 0,0 1-1 0 0,0-1 0 0 0,0 0 1 0 0,0 1-1 0 0,0-1 1 0 0,0 0-1 0 0,0 1 0 0 0,0-1 1 0 0,0 0-1 0 0,0 1 1 0 0,0-1-1 0 0,0 0 1 0 0,0 0-1 0 0,0 1 0 0 0,1-1 1 0 0,-1 0-1 0 0,0 1 1 0 0,0-1-1 0 0,0 0 0 0 0,1 0 1 0 0,-1 1-1 0 0,0-1 1 0 0,0 0-1 0 0,1 0 1 0 0,-1 0-1 0 0,0 1 0 0 0,0-1 1 0 0,1 0-1 0 0,-1 0 1 0 0,0 0-1 0 0,1 0 0 0 0,-1 1 1 0 0,0-1-1 0 0,1 0 1 0 0,-1 0-1 0 0,0 0 0 0 0,1 0 1 0 0,15 3 115 0 0,-16-3-126 0 0,24 0 12 0 0,0 0 1 0 0,-1-2-1 0 0,1-1 0 0 0,31-7 0 0 0,-2 0-293 0 0,251-49-6131 0 0,-218 39 2076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379 993 2220 0 0,'-69'-1'3095'0'0,"24"0"-1032"0"0,-1-1 1 0 0,-47-9-1 0 0,91 11-2015 0 0,0 0 0 0 0,1-1-1 0 0,-1 1 1 0 0,1 0 0 0 0,-1-1 0 0 0,1 1-1 0 0,-1-1 1 0 0,1 1 0 0 0,-1-1 0 0 0,1 0 0 0 0,-1 0-1 0 0,1 0 1 0 0,0 0 0 0 0,-1 0 0 0 0,1 0-1 0 0,0 0 1 0 0,0 0 0 0 0,0 0 0 0 0,0 0-1 0 0,0-1 1 0 0,0 1 0 0 0,0-1 0 0 0,0 1 0 0 0,1 0-1 0 0,-1-1 1 0 0,0-1 0 0 0,0 0-14 0 0,1 0 0 0 0,0 0 0 0 0,1 0 0 0 0,-1 0 0 0 0,0 0 0 0 0,1 0 0 0 0,-1 1 0 0 0,1-1 0 0 0,0 0 0 0 0,0 0 0 0 0,0 1 0 0 0,1-1 0 0 0,-1 1 0 0 0,3-4 0 0 0,28-42 167 0 0,74-85 1 0 0,-39 53-120 0 0,-30 31-84 0 0,-2-1 0 0 0,45-84 0 0 0,-61 96-25 0 0,-2-1 0 0 0,-2 0 0 0 0,-1-1 0 0 0,13-66 0 0 0,-24 88 20 0 0,4-14-24 0 0,-2 1 1 0 0,1-37 0 0 0,-6 66 16 0 0,-2 5 4 0 0,-6 16 42 0 0,0 1 1 0 0,2 0 0 0 0,0 0-1 0 0,-3 28 1 0 0,1-14 6 0 0,-112 668 781 0 0,100-561-380 0 0,-98 919 1389 0 0,96-867-1354 0 0,22-192-465 0 0,0 1 0 0 0,-1-1 0 0 0,1 1 1 0 0,-1-1-1 0 0,1 1 0 0 0,-1-1 0 0 0,0 1 0 0 0,0-1 0 0 0,1 0 1 0 0,-1 1-1 0 0,0-1 0 0 0,0 0 0 0 0,0 0 0 0 0,-1 0 1 0 0,1 0-1 0 0,0 0 0 0 0,0 0 0 0 0,-1 0 0 0 0,1 0 0 0 0,0 0 1 0 0,-1 0-1 0 0,-2 0 0 0 0,2 0 32 0 0,1-1-7 0 0,-1-1-20 0 0,0 1 0 0 0,0 0-1 0 0,0-1 1 0 0,1 1-1 0 0,-1-1 1 0 0,0 1 0 0 0,0-1-1 0 0,0 0 1 0 0,1 0-1 0 0,-3-1 1 0 0,2-1-11 0 0,1 0 0 0 0,0 0 1 0 0,-1 0-1 0 0,1 0 0 0 0,0 0 0 0 0,1 0 0 0 0,-1 0 1 0 0,0 0-1 0 0,1 0 0 0 0,0 0 0 0 0,0 0 1 0 0,0-1-1 0 0,0 1 0 0 0,0 0 0 0 0,1 0 0 0 0,-1 0 1 0 0,1 0-1 0 0,0 0 0 0 0,0 0 0 0 0,0 0 1 0 0,0 0-1 0 0,3-5 0 0 0,3-6-5 0 0,1-1-1 0 0,0 1 1 0 0,11-13-1 0 0,2 0-2 0 0,1 2 0 0 0,1 0 0 0 0,1 2-1 0 0,28-22 1 0 0,114-73-12 0 0,-76 56 13 0 0,-80 56 5 0 0,-1-1-1 0 0,0-1 1 0 0,0 1 0 0 0,0-2 0 0 0,-1 1 0 0 0,-1-1 0 0 0,8-10 0 0 0,-13 15-1 0 0,1 0-1 0 0,-1-1 1 0 0,0 1 0 0 0,-1 0-1 0 0,1-1 1 0 0,-1 1 0 0 0,0-1-1 0 0,0 1 1 0 0,0-1 0 0 0,0 1-1 0 0,-1-1 1 0 0,0 0 0 0 0,0 1-1 0 0,0-1 1 0 0,-1 0 0 0 0,1 1-1 0 0,-1-1 1 0 0,0 0 0 0 0,0 1-1 0 0,-4-7 1 0 0,-3-8-15 0 0,-2 1 0 0 0,0 0 1 0 0,-1 0-1 0 0,-1 1 0 0 0,-1 0 0 0 0,0 2 0 0 0,-20-19 1 0 0,0 3-3 0 0,-2 1 0 0 0,-47-30 1 0 0,41 34-10 0 0,-85-39 0 0 0,-50-6-15 0 0,88 37 26 0 0,69 24-9 0 0,18 9 17 0 0,0 1 0 0 0,1 0 1 0 0,-1-1-1 0 0,0 1 0 0 0,1 0 1 0 0,-1-1-1 0 0,1 1 0 0 0,-1-1 1 0 0,1 1-1 0 0,-1-1 0 0 0,0 1 1 0 0,1-1-1 0 0,0 1 0 0 0,-1-1 1 0 0,1 0-1 0 0,-1 1 1 0 0,1-1-1 0 0,0 0 0 0 0,-1 1 1 0 0,1-1-1 0 0,0-1 0 0 0,2-2-106 0 0,0 1-1 0 0,1-1 0 0 0,-1 1 0 0 0,1 0 1 0 0,0 0-1 0 0,0 0 0 0 0,0 0 0 0 0,0 0 1 0 0,1 1-1 0 0,-1-1 0 0 0,8-3 0 0 0,52-23-1481 0 0,-38 18 956 0 0,197-82-4479 0 0,-110 48 1263 0 0,-58 23 1378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127 590 68 0 0,'4'-5'791'0'0,"1"0"-1"0"0,-1-1 1 0 0,0 1 0 0 0,-1-1 0 0 0,1 0-1 0 0,-1 0 1 0 0,0 0 0 0 0,-1-1 0 0 0,1 1-1 0 0,1-9 1 0 0,-4 14-756 0 0,0 1 0 0 0,0 0 0 0 0,1-1-1 0 0,-1 1 1 0 0,0-1 0 0 0,0 1 0 0 0,0-1 0 0 0,0 1 0 0 0,0-1-1 0 0,0 1 1 0 0,0-1 0 0 0,0 1 0 0 0,0 0 0 0 0,0-1 0 0 0,0 1-1 0 0,0-1 1 0 0,0 1 0 0 0,-1-1 0 0 0,1 1 0 0 0,0-1 0 0 0,0 1 0 0 0,0 0-1 0 0,-1-1 1 0 0,1 1 0 0 0,0-1 0 0 0,0 1 0 0 0,-1 0 0 0 0,1-1-1 0 0,0 1 1 0 0,-1 0 0 0 0,1-1 0 0 0,0 1 0 0 0,-1 0 0 0 0,1 0-1 0 0,-1-1 1 0 0,1 1 0 0 0,0 0 0 0 0,-1 0 0 0 0,1 0 0 0 0,-1 0-1 0 0,1-1 1 0 0,-1 1 0 0 0,1 0 0 0 0,0 0 0 0 0,-1 0 0 0 0,1 0-1 0 0,-1 0 1 0 0,1 0 0 0 0,-1 0 0 0 0,1 0 0 0 0,-1 0 0 0 0,1 1-1 0 0,-1-1 1 0 0,1 0 0 0 0,0 0 0 0 0,-1 0 0 0 0,1 0 0 0 0,-1 1-1 0 0,1-1 1 0 0,0 0 0 0 0,-1 1 0 0 0,-22 13 405 0 0,13-4-290 0 0,1-1 0 0 0,1 2 0 0 0,0 0 0 0 0,0 0 0 0 0,1 0-1 0 0,1 1 1 0 0,-7 14 0 0 0,1 2 43 0 0,-15 59 1 0 0,21-65-149 0 0,1 0-1 0 0,-1 26 1 0 0,5-41-24 0 0,1 1-1 0 0,0 0 1 0 0,0 0 0 0 0,1 0-1 0 0,0 0 1 0 0,0 0 0 0 0,1 0-1 0 0,0-1 1 0 0,5 13 0 0 0,-5-17-10 0 0,-1 0 1 0 0,1-1-1 0 0,-1 1 1 0 0,1-1-1 0 0,0 1 1 0 0,0-1-1 0 0,0 0 1 0 0,0 0-1 0 0,1 0 1 0 0,-1 0 0 0 0,0 0-1 0 0,1 0 1 0 0,0-1-1 0 0,-1 1 1 0 0,1-1-1 0 0,0 1 1 0 0,0-1-1 0 0,-1 0 1 0 0,1 0-1 0 0,5 0 1 0 0,-2 0 1 0 0,-1-1-1 0 0,1 1 1 0 0,-1-1 0 0 0,1-1-1 0 0,0 1 1 0 0,-1-1-1 0 0,1 0 1 0 0,-1 0 0 0 0,0 0-1 0 0,11-5 1 0 0,-8 2-5 0 0,0-1 0 0 0,-1 1 0 0 0,1-1 0 0 0,-1-1 0 0 0,0 0-1 0 0,-1 1 1 0 0,1-2 0 0 0,-1 1 0 0 0,-1-1 0 0 0,1 0 0 0 0,-1 0 0 0 0,0-1 0 0 0,0 0 0 0 0,-1 0 0 0 0,0 0 0 0 0,4-12 0 0 0,-1-1-6 0 0,-1-1 0 0 0,-1 0 1 0 0,0 1-1 0 0,-2-1 0 0 0,2-34 1 0 0,-5 45-5 0 0,0-1 0 0 0,0 0 1 0 0,-1 1-1 0 0,-1-1 0 0 0,0 1 1 0 0,-6-18-1 0 0,7 25 2 0 0,0 0-1 0 0,-1 0 1 0 0,0 1 0 0 0,0-1-1 0 0,0 0 1 0 0,0 1 0 0 0,-1-1 0 0 0,1 1-1 0 0,-1 0 1 0 0,0 0 0 0 0,0 0-1 0 0,0 0 1 0 0,0 0 0 0 0,-1 1-1 0 0,1-1 1 0 0,-1 1 0 0 0,1 0 0 0 0,-1 0-1 0 0,0 0 1 0 0,-6-1 0 0 0,6 2 0 0 0,1 0 0 0 0,-1 1 1 0 0,0 0-1 0 0,0 0 1 0 0,0 0-1 0 0,1 0 1 0 0,-1 0-1 0 0,0 1 0 0 0,0 0 1 0 0,1 0-1 0 0,-1 0 1 0 0,1 0-1 0 0,-1 0 0 0 0,1 1 1 0 0,-1 0-1 0 0,1 0 1 0 0,0 0-1 0 0,0 0 1 0 0,0 0-1 0 0,0 0 0 0 0,0 1 1 0 0,0-1-1 0 0,-2 4 1 0 0,-1 1-1 0 0,0 0 0 0 0,0 0 1 0 0,1 0-1 0 0,0 1 0 0 0,0 0 1 0 0,1 0-1 0 0,0 0 1 0 0,-3 11-1 0 0,5-13-1 0 0,0 0-1 0 0,1-1 1 0 0,0 1-1 0 0,0 1 1 0 0,0-1 0 0 0,1 0-1 0 0,0 0 1 0 0,0 0 0 0 0,1 0-1 0 0,0 0 1 0 0,0 0 0 0 0,0 0-1 0 0,0 0 1 0 0,1 0 0 0 0,0-1-1 0 0,1 1 1 0 0,-1-1-1 0 0,1 1 1 0 0,0-1 0 0 0,0 0-1 0 0,8 9 1 0 0,-6-8 4 0 0,1 0 0 0 0,-1-1 0 0 0,1 0 0 0 0,1-1 0 0 0,-1 1 0 0 0,1-1 0 0 0,-1 0 0 0 0,1 0 1 0 0,0-1-1 0 0,1 0 0 0 0,-1-1 0 0 0,0 1 0 0 0,1-1 0 0 0,-1-1 0 0 0,1 1 0 0 0,14 0 0 0 0,-4-2 1 0 0,-1-1 0 0 0,0 0-1 0 0,1-1 1 0 0,-1-1 0 0 0,0-1 0 0 0,-1 0 0 0 0,32-13 0 0 0,-26 7-9 0 0,1-1-1 0 0,-2-1 1 0 0,0-2 0 0 0,0 0 0 0 0,18-16 0 0 0,-9 2-52 0 0,-1 0 1 0 0,-1-2-1 0 0,-2-1 1 0 0,-1-1-1 0 0,-2-1 0 0 0,31-58 1 0 0,-31 44-8 0 0,-3-1 1 0 0,-2-1-1 0 0,-2-1 0 0 0,-2-1 1 0 0,8-58-1 0 0,-19 57 63 0 0,-3 50 0 0 0,-3 2-10 0 0,0 1 17 0 0,-1 0-1 0 0,1 1 1 0 0,0-1 0 0 0,0 1 0 0 0,0-1 0 0 0,0 1 0 0 0,0 0 0 0 0,0 1 0 0 0,0-1 0 0 0,1 0 0 0 0,-1 1 0 0 0,1-1 0 0 0,-1 1 0 0 0,1 0 0 0 0,0 0 0 0 0,0 0 0 0 0,-3 6 0 0 0,-6 11 78 0 0,-13 33 0 0 0,20-42-54 0 0,-19 46 77 0 0,4 0 0 0 0,2 1 0 0 0,2 2 0 0 0,3-1 0 0 0,3 1 0 0 0,-3 81 0 0 0,12-121-83 0 0,0-1 1 0 0,1 1 0 0 0,0 0 0 0 0,2-1 0 0 0,0 1 0 0 0,2-1-1 0 0,6 19 1 0 0,-9-32-17 0 0,1 0 1 0 0,-1 0-1 0 0,1-1 0 0 0,0 1 0 0 0,1-1 0 0 0,-1 0 0 0 0,1 0 1 0 0,0 0-1 0 0,1 0 0 0 0,-1-1 0 0 0,1 0 0 0 0,0 1 0 0 0,0-2 0 0 0,0 1 1 0 0,0-1-1 0 0,1 1 0 0 0,-1-1 0 0 0,1-1 0 0 0,0 1 0 0 0,0-1 1 0 0,0 0-1 0 0,0-1 0 0 0,0 1 0 0 0,0-1 0 0 0,10 0 0 0 0,-6 0-9 0 0,0-1 0 0 0,1-1 0 0 0,-1 1 0 0 0,0-2 0 0 0,0 0 0 0 0,0 0 0 0 0,0 0 0 0 0,0-1 0 0 0,9-5 0 0 0,-5 1-4 0 0,0 0 1 0 0,0-1 0 0 0,-1 0 0 0 0,0-2-1 0 0,15-13 1 0 0,-5 1-22 0 0,-1-1 1 0 0,-1-1-1 0 0,-1-1 0 0 0,-2-1 0 0 0,20-34 1 0 0,-20 26-40 0 0,-2 0 0 0 0,-1-1 0 0 0,-2-1 0 0 0,11-45 0 0 0,-10 20-9 0 0,10-111 1 0 0,-17 98 181 0 0,-21 80-78 0 0,10-3-17 0 0,0 0 0 0 0,0 0 1 0 0,0 1-1 0 0,1 0 0 0 0,-1 0 1 0 0,1 0-1 0 0,0 0 0 0 0,-4 8 1 0 0,-18 41 149 0 0,19-39-111 0 0,-23 55 172 0 0,-24 87 0 0 0,44-122-190 0 0,1-1 1 0 0,2 1 0 0 0,1 0 0 0 0,0 69-1 0 0,6-97-162 0 0,-1 0-1 0 0,1 0 0 0 0,0 0 0 0 0,0 0 0 0 0,1 0 1 0 0,-1 0-1 0 0,1 0 0 0 0,1-1 0 0 0,-1 1 0 0 0,1 0 0 0 0,0-1 1 0 0,0 0-1 0 0,1 0 0 0 0,-1 0 0 0 0,1 0 0 0 0,0 0 1 0 0,1-1-1 0 0,8 7 0 0 0,-7-6-539 0 0,0-1-1 0 0,0-1 1 0 0,1 1-1 0 0,-1-1 1 0 0,1 0-1 0 0,0-1 1 0 0,0 0-1 0 0,0 0 1 0 0,14 2-1 0 0,5-2-2740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2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 1396 0 0,'-11'-9'5143'0'0,"10"9"-5012"0"0,0 0 0 0 0,0 0 0 0 0,-1 1 0 0 0,1-1 0 0 0,0 0 0 0 0,-1 0 0 0 0,1 1 0 0 0,0-1 0 0 0,0 0 0 0 0,-1 1-1 0 0,1-1 1 0 0,0 1 0 0 0,0 0 0 0 0,0-1 0 0 0,0 1 0 0 0,0 0 0 0 0,-2 2 0 0 0,-17 23 1206 0 0,13-13-847 0 0,1 0 0 0 0,-7 22-1 0 0,-2 11 640 0 0,-12 68 0 0 0,24-97-1011 0 0,1 0 0 0 0,1 1 0 0 0,0-1 0 0 0,2 0 0 0 0,-1 0 0 0 0,2 0 0 0 0,6 27 0 0 0,-7-39-97 0 0,1-1-1 0 0,-1 0 1 0 0,1 1 0 0 0,0-1 0 0 0,0 0-1 0 0,0 0 1 0 0,1 0 0 0 0,-1-1 0 0 0,1 1-1 0 0,0-1 1 0 0,0 1 0 0 0,1-1-1 0 0,-1 0 1 0 0,6 4 0 0 0,-3-3-2 0 0,0 0 1 0 0,1-1-1 0 0,-1 0 0 0 0,1-1 1 0 0,-1 1-1 0 0,1-1 1 0 0,0-1-1 0 0,12 3 0 0 0,-4-3-8 0 0,-1 0-1 0 0,1-1 1 0 0,-1-1-1 0 0,1 0 1 0 0,-1-1-1 0 0,0-1 1 0 0,0 0-1 0 0,24-8 0 0 0,-29 6-12 0 0,0 1-1 0 0,0-2 1 0 0,0 1-1 0 0,-1-1 1 0 0,0 0-1 0 0,0-1 1 0 0,-1 1-1 0 0,1-2 1 0 0,-2 1-1 0 0,1-1 1 0 0,-1 0-1 0 0,0 0 0 0 0,0-1 1 0 0,-1 0-1 0 0,-1 0 1 0 0,1 0-1 0 0,-1 0 1 0 0,-1-1-1 0 0,0 0 1 0 0,0 0-1 0 0,2-16 1 0 0,-3 16 1 0 0,-1 1-1 0 0,0-1 1 0 0,-1 0 0 0 0,0 0 0 0 0,0 1 0 0 0,-1-1-1 0 0,0 0 1 0 0,-1 1 0 0 0,0-1 0 0 0,0 1 0 0 0,-1-1 0 0 0,-1 1-1 0 0,1 0 1 0 0,-1 0 0 0 0,-1 1 0 0 0,0-1 0 0 0,0 1 0 0 0,0 0-1 0 0,-1 0 1 0 0,-1 1 0 0 0,1-1 0 0 0,-14-10 0 0 0,13 13 12 0 0,1 0 1 0 0,-1 1-1 0 0,-1 0 0 0 0,1 1 1 0 0,-1-1-1 0 0,1 1 1 0 0,-1 1-1 0 0,0-1 0 0 0,0 1 1 0 0,0 1-1 0 0,-15-2 1 0 0,18 3-101 0 0,-1 0 1 0 0,0 0 0 0 0,0 1 0 0 0,1 0-1 0 0,-1-1 1 0 0,0 2 0 0 0,1-1-1 0 0,-1 1 1 0 0,1 0 0 0 0,-1 0 0 0 0,1 1-1 0 0,0-1 1 0 0,0 1 0 0 0,0 0-1 0 0,0 0 1 0 0,1 1 0 0 0,-6 4 0 0 0,10-7 9 0 0,-1 0 1 0 0,1-1-1 0 0,-1 1 1 0 0,1 0-1 0 0,0-1 1 0 0,-1 1 0 0 0,1 0-1 0 0,0 0 1 0 0,-1 0-1 0 0,1-1 1 0 0,0 1-1 0 0,0 0 1 0 0,0 0 0 0 0,0 0-1 0 0,0-1 1 0 0,0 1-1 0 0,0 0 1 0 0,0 0 0 0 0,0 0-1 0 0,0-1 1 0 0,0 1-1 0 0,1 0 1 0 0,-1 0-1 0 0,0-1 1 0 0,0 1 0 0 0,1 0-1 0 0,-1 0 1 0 0,1-1-1 0 0,-1 1 1 0 0,1 0-1 0 0,0 1-384 0 0,0 0 0 0 0,1-1 0 0 0,-1 1 0 0 0,0 0 0 0 0,1-1 0 0 0,-1 0 0 0 0,1 1 0 0 0,-1-1-1 0 0,1 0 1 0 0,2 1 0 0 0,6 3-3556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105 245 272 0 0,'-1'-10'8895'0'0,"-3"14"-8464"0"0,0 0 0 0 0,0 0 0 0 0,0 0 0 0 0,1 1 0 0 0,-1 0 0 0 0,1-1 0 0 0,-4 10 0 0 0,-17 40 959 0 0,20-45-1118 0 0,-6 17 182 0 0,2-1 0 0 0,-11 45 0 0 0,17-58-390 0 0,0 0 1 0 0,1 0-1 0 0,1-1 0 0 0,-1 1 1 0 0,2 0-1 0 0,0 0 0 0 0,0 0 1 0 0,5 18-1 0 0,-5-26-48 0 0,1 0 0 0 0,-1-1-1 0 0,1 1 1 0 0,0 0 0 0 0,0-1-1 0 0,0 0 1 0 0,0 1 0 0 0,0-1 0 0 0,1 0-1 0 0,0 0 1 0 0,0 0 0 0 0,0 0 0 0 0,0-1-1 0 0,0 1 1 0 0,0-1 0 0 0,0 0-1 0 0,1 0 1 0 0,-1 0 0 0 0,1 0 0 0 0,0-1-1 0 0,0 1 1 0 0,-1-1 0 0 0,1 0-1 0 0,0 0 1 0 0,0 0 0 0 0,8 0 0 0 0,-5-1-7 0 0,1 0 0 0 0,-1 0 0 0 0,1-1-1 0 0,-1 1 1 0 0,0-2 0 0 0,1 1 0 0 0,-1-1 0 0 0,0 0 0 0 0,0-1 0 0 0,0 0 0 0 0,0 0 0 0 0,-1 0 0 0 0,13-8 0 0 0,-8 1-6 0 0,1 0 0 0 0,-1 0-1 0 0,-1-1 1 0 0,0 0 0 0 0,-1-1-1 0 0,9-13 1 0 0,42-82 9 0 0,-29 47-8 0 0,-3 4-47 0 0,-28 55 42 0 0,0 1 1 0 0,0-1 0 0 0,1 0 0 0 0,-1 1-1 0 0,0-1 1 0 0,1 1 0 0 0,-1 0 0 0 0,0-1 0 0 0,1 1-1 0 0,-1-1 1 0 0,0 1 0 0 0,1 0 0 0 0,-1-1-1 0 0,1 1 1 0 0,-1 0 0 0 0,1-1 0 0 0,-1 1 0 0 0,1 0-1 0 0,-1 0 1 0 0,1-1 0 0 0,-1 1 0 0 0,1 0-1 0 0,0 0 1 0 0,1 1 0 0 0,-1 0-1 0 0,0 1 1 0 0,0-1-1 0 0,0 1 1 0 0,0-1-1 0 0,0 1 1 0 0,0-1-1 0 0,0 1 1 0 0,-1 0-1 0 0,1-1 1 0 0,0 1-1 0 0,-1 0 1 0 0,0 0-1 0 0,1-1 1 0 0,-1 1-1 0 0,0 0 1 0 0,0 0-1 0 0,0 0 1 0 0,0 0-1 0 0,0 2 1 0 0,-1 3-2 0 0,2 11 5 0 0,1 0 1 0 0,0-1-1 0 0,2 1 1 0 0,0-1-1 0 0,9 24 1 0 0,-12-36 3 0 0,1-1 1 0 0,1 0 0 0 0,-1 1 0 0 0,1-1-1 0 0,-1 0 1 0 0,1 0 0 0 0,0 0 0 0 0,1-1-1 0 0,-1 1 1 0 0,1-1 0 0 0,-1 0 0 0 0,1 0 0 0 0,0 0-1 0 0,0 0 1 0 0,0-1 0 0 0,1 1 0 0 0,-1-1-1 0 0,1 0 1 0 0,-1-1 0 0 0,1 1 0 0 0,-1-1 0 0 0,1 0-1 0 0,0 0 1 0 0,6 1 0 0 0,1-2 0 0 0,0 0 1 0 0,0-1-1 0 0,0 0 0 0 0,-1-1 0 0 0,1 0 1 0 0,0-1-1 0 0,-1 0 0 0 0,1-1 1 0 0,-1 0-1 0 0,0-1 0 0 0,-1 0 1 0 0,1 0-1 0 0,-1-1 0 0 0,0-1 1 0 0,0 0-1 0 0,-1 0 0 0 0,0-1 0 0 0,11-12 1 0 0,-13 13-7 0 0,-1 0 1 0 0,1-1 0 0 0,-1 0-1 0 0,-1 0 1 0 0,1-1-1 0 0,-1 0 1 0 0,-1 0 0 0 0,0 0-1 0 0,0 0 1 0 0,-1-1 0 0 0,0 0-1 0 0,0 1 1 0 0,-1-1-1 0 0,0 0 1 0 0,-1 0 0 0 0,0 0-1 0 0,-1 0 1 0 0,0 0-1 0 0,-1 0 1 0 0,0 0 0 0 0,0 0-1 0 0,-4-11 1 0 0,3 14-6 0 0,0 1 1 0 0,-1 0-1 0 0,0 0 1 0 0,-1 0-1 0 0,1 0 0 0 0,-1 0 1 0 0,0 1-1 0 0,0 0 1 0 0,-1 0-1 0 0,-6-6 1 0 0,8 8 2 0 0,-1-1 0 0 0,0 1 0 0 0,0 0 0 0 0,-1 1 0 0 0,1-1 1 0 0,-1 1-1 0 0,1-1 0 0 0,-1 2 0 0 0,0-1 0 0 0,1 0 0 0 0,-1 1 0 0 0,0 0 1 0 0,0 0-1 0 0,-8 0 0 0 0,12 1 0 0 0,0-1 0 0 0,0 1 1 0 0,0 1-1 0 0,0-1 0 0 0,1 0 0 0 0,-1 0 0 0 0,0 0 1 0 0,0 0-1 0 0,0 1 0 0 0,0-1 0 0 0,1 0 0 0 0,-1 1 1 0 0,0-1-1 0 0,0 0 0 0 0,0 2 0 0 0,0-2 0 0 0,1 0-1 0 0,0 0 1 0 0,0 1-1 0 0,-1-1 1 0 0,1 0 0 0 0,0 1-1 0 0,0-1 1 0 0,0 0-1 0 0,0 1 1 0 0,0-1-1 0 0,-1 1 1 0 0,1-1 0 0 0,0 0-1 0 0,0 1 1 0 0,0-1-1 0 0,0 0 1 0 0,0 1-1 0 0,0-1 1 0 0,0 1-1 0 0,0-1 1 0 0,0 0 0 0 0,1 1-1 0 0,-1 0 1 0 0,0 0-1 0 0,1 0 1 0 0,0 0-1 0 0,-1 1 1 0 0,1-1-1 0 0,0 0 1 0 0,0 0-1 0 0,0 0 1 0 0,-1 0-1 0 0,1 0 1 0 0,0 0-1 0 0,0 0 1 0 0,1 0-1 0 0,-1-1 1 0 0,0 1 0 0 0,0 0-1 0 0,2 0 1 0 0,13 4-70 0 0,0 0 1 0 0,0-1-1 0 0,1 0 1 0 0,0-2-1 0 0,33 2 1 0 0,85-11-1549 0 0,-107 5 1149 0 0,1-2 1 0 0,-1-1-1 0 0,33-10 1 0 0,-53 12 394 0 0,1 0 1 0 0,-1 0-1 0 0,1-1 1 0 0,-1 0-1 0 0,0-1 1 0 0,0 0-1 0 0,-1 0 1 0 0,0 0-1 0 0,1-1 0 0 0,-2 0 1 0 0,1-1-1 0 0,-1 1 1 0 0,0-1-1 0 0,6-9 1 0 0,23-53 768 0 0,-34 68-54 0 0,-19 9 178 0 0,2 21-224 0 0,1 1 0 0 0,2 0 0 0 0,0 1 0 0 0,-15 63 0 0 0,22-70-464 0 0,-5 29 0 0 0,10-47-102 0 0,0 1 0 0 0,0 0 1 0 0,1 0-1 0 0,0 0 0 0 0,0 0 0 0 0,1-1 1 0 0,0 1-1 0 0,0 0 0 0 0,3 7 0 0 0,-2-10 5 0 0,-1-3-36 0 0,0 1 0 0 0,0-1 0 0 0,0 0 0 0 0,0 1 0 0 0,1-1 0 0 0,-1 0 0 0 0,0 0 0 0 0,0 0 0 0 0,1 0 0 0 0,-1 0 0 0 0,1 0 0 0 0,-1 0 0 0 0,1 0 0 0 0,-1-1 0 0 0,1 1 0 0 0,0 0 0 0 0,-1-1 0 0 0,1 0 0 0 0,0 1 0 0 0,2-1 0 0 0,2 1-35 0 0,4 0-221 0 0,0 0 0 0 0,0-1 0 0 0,0 0 1 0 0,0 0-1 0 0,-1-1 0 0 0,1-1 0 0 0,0 0 0 0 0,-1 0 0 0 0,1 0 0 0 0,-1-1 1 0 0,1-1-1 0 0,13-7 0 0 0,0-1-579 0 0,-1-1 0 0 0,-1 0 0 0 0,33-29 1 0 0,80-91 781 0 0,-64 60 6032 0 0,-69 73-5898 0 0,-1 1 1 0 0,1-1 0 0 0,0 0 0 0 0,0 1 0 0 0,-1-1 0 0 0,1 1 0 0 0,0-1 0 0 0,-1 1 0 0 0,1-1 0 0 0,0 1 0 0 0,-1-1 0 0 0,1 1 0 0 0,-1-1 0 0 0,1 1 0 0 0,-1 0-1 0 0,1-1 1 0 0,-1 1 0 0 0,0 0 0 0 0,1 0 0 0 0,-1-1 0 0 0,0 1 0 0 0,1 0 0 0 0,-1 0 0 0 0,0 0 0 0 0,0-1 0 0 0,0 1 0 0 0,0 0 0 0 0,0 0 0 0 0,0 0 0 0 0,0-1-1 0 0,0 1 1 0 0,0 0 0 0 0,0 1 0 0 0,-2 36 723 0 0,2-30-568 0 0,-31 285 1431 0 0,5-158-1575 0 0,26-134-169 0 0,10-20-104 0 0,45-78-488 0 0,36-58 162 0 0,-76 133 436 0 0,1 0 0 0 0,1 1 0 0 0,1 1 0 0 0,31-27 0 0 0,-43 42 55 0 0,1 0 0 0 0,-1 0-1 0 0,1 0 1 0 0,0 1 0 0 0,1 0 0 0 0,11-5 0 0 0,-16 9 15 0 0,-1-1 1 0 0,0 0-1 0 0,1 1 0 0 0,-1-1 1 0 0,0 1-1 0 0,1 0 1 0 0,-1 0-1 0 0,0 0 0 0 0,1 0 1 0 0,-1 0-1 0 0,0 0 1 0 0,1 1-1 0 0,-1-1 1 0 0,0 1-1 0 0,1 0 0 0 0,-1 0 1 0 0,0-1-1 0 0,0 1 1 0 0,0 1-1 0 0,0-1 0 0 0,0 0 1 0 0,0 0-1 0 0,0 1 1 0 0,0-1-1 0 0,0 1 0 0 0,0 0 1 0 0,1 2-1 0 0,3 3 9 0 0,-1 0-1 0 0,0 1 1 0 0,-1 0-1 0 0,0 0 1 0 0,0 0-1 0 0,0 1 1 0 0,-1-1-1 0 0,-1 1 1 0 0,1 0-1 0 0,-1 0 1 0 0,1 11-1 0 0,-1 9 50 0 0,-1 1 1 0 0,-3 32-1 0 0,0-2 1 0 0,-1-27-39 0 0,2-29-137 0 0,0 0 1 0 0,1 0-1 0 0,-1 0 0 0 0,1 0 1 0 0,0 0-1 0 0,0 0 0 0 0,0 0 0 0 0,1 0 1 0 0,-1 0-1 0 0,1 0 0 0 0,0 0 1 0 0,0 0-1 0 0,0 0 0 0 0,1 0 0 0 0,2 5 1 0 0,-3-8 40 0 0,0-1 1 0 0,-1 1-1 0 0,1 0 1 0 0,0-1-1 0 0,0 1 1 0 0,0 0 0 0 0,0-1-1 0 0,0 1 1 0 0,0-1-1 0 0,0 0 1 0 0,0 1-1 0 0,0-1 1 0 0,0 0-1 0 0,0 0 1 0 0,0 1-1 0 0,0-1 1 0 0,2 0 0 0 0,0 0-171 0 0,5 1-149 0 0,-1 0-1 0 0,1 0 0 0 0,0-1 0 0 0,0 0 1 0 0,-1 0-1 0 0,1-1 0 0 0,0 0 1 0 0,-1-1-1 0 0,1 1 0 0 0,-1-1 0 0 0,13-6 1 0 0,3-1-382 0 0,-1-2 1 0 0,26-17 0 0 0,-14 5 283 0 0,-1-1 0 0 0,-1-2 1 0 0,32-32-1 0 0,77-95 888 0 0,-115 124-2 0 0,-6 8 336 0 0,-1-2 1 0 0,-1 1-1 0 0,16-28 0 0 0,-34 50-696 0 0,0-1 0 0 0,1 1 1 0 0,-1 0-1 0 0,0-1 0 0 0,0 1 0 0 0,0 0 0 0 0,1-1 0 0 0,-1 1 0 0 0,0 0 1 0 0,0-1-1 0 0,0 1 0 0 0,0-1 0 0 0,0 1 0 0 0,0 0 0 0 0,0-1 1 0 0,0 1-1 0 0,0 0 0 0 0,0-1 0 0 0,0 1 0 0 0,0-1 0 0 0,0 1 1 0 0,0 0-1 0 0,0-1 0 0 0,0 1 0 0 0,0-1 0 0 0,0 1 0 0 0,-1 0 0 0 0,1-1 1 0 0,0 1-1 0 0,0 0 0 0 0,0-1 0 0 0,-1 1 0 0 0,1 0 0 0 0,0-1 1 0 0,0 1-1 0 0,-1 0 0 0 0,1 0 0 0 0,0-1 0 0 0,-1 1 0 0 0,1 0 0 0 0,0 0 1 0 0,-1 0-1 0 0,1-1 0 0 0,0 1 0 0 0,-1 0 0 0 0,1 0 0 0 0,0 0 1 0 0,-1 0-1 0 0,1 0 0 0 0,-1 0 0 0 0,1 0 0 0 0,0 0 0 0 0,-1 0 0 0 0,1 0 1 0 0,-1 0-1 0 0,1 0 0 0 0,0 0 0 0 0,-1 0 0 0 0,0 0 0 0 0,-24 5 826 0 0,10 4-603 0 0,0 0 0 0 0,1 1 0 0 0,0 1 0 0 0,0 0 0 0 0,2 0 0 0 0,-1 2 0 0 0,1-1 0 0 0,1 2 0 0 0,0-1 0 0 0,1 2 0 0 0,1-1 0 0 0,0 1 1 0 0,1 0-1 0 0,-10 26 0 0 0,17-36-199 0 0,-1 0 1 0 0,1 1-1 0 0,0-1 1 0 0,1 0 0 0 0,-1 11-1 0 0,1-14-38 0 0,0-1-1 0 0,0 1 0 0 0,0-1 0 0 0,1 1 1 0 0,-1-1-1 0 0,0 0 0 0 0,1 1 0 0 0,-1-1 1 0 0,1 1-1 0 0,-1-1 0 0 0,1 0 0 0 0,0 1 1 0 0,-1-1-1 0 0,1 0 0 0 0,0 0 0 0 0,0 0 1 0 0,0 0-1 0 0,0 1 0 0 0,0-1 0 0 0,0-1 1 0 0,0 1-1 0 0,0 0 0 0 0,1 0 1 0 0,-1 0-1 0 0,0 0 0 0 0,1-1 0 0 0,-1 1 1 0 0,0-1-1 0 0,3 1 0 0 0,3 1 5 0 0,0-2 0 0 0,0 1 1 0 0,0-1-1 0 0,0 0 0 0 0,0 0 0 0 0,0-1 0 0 0,0 0 1 0 0,0 0-1 0 0,-1-1 0 0 0,1 0 0 0 0,0 0 0 0 0,-1-1 1 0 0,7-2-1 0 0,16-10 2 0 0,44-29 0 0 0,-15 9 2 0 0,-20 12 38 0 0,15-7 39 0 0,-51 29-76 0 0,-1 0-1 0 0,1 1 1 0 0,-1-1 0 0 0,1 1 0 0 0,-1-1 0 0 0,1 1 0 0 0,-1 0-1 0 0,1-1 1 0 0,-1 1 0 0 0,1 0 0 0 0,0 0 0 0 0,-1 0-1 0 0,1 0 1 0 0,-1 1 0 0 0,1-1 0 0 0,-1 0 0 0 0,1 1 0 0 0,0-1-1 0 0,-1 1 1 0 0,1-1 0 0 0,-1 1 0 0 0,0 0 0 0 0,1-1-1 0 0,-1 1 1 0 0,0 0 0 0 0,1 0 0 0 0,-1 0 0 0 0,0 0 0 0 0,0 0-1 0 0,0 0 1 0 0,0 1 0 0 0,0-1 0 0 0,0 0 0 0 0,0 1-1 0 0,0-1 1 0 0,0 0 0 0 0,-1 1 0 0 0,2 2 0 0 0,1 3 96 0 0,-1 0 0 0 0,0 1-1 0 0,0-1 1 0 0,-1 0 0 0 0,0 1 0 0 0,1 12 0 0 0,-3 24 260 0 0,-1 1 0 0 0,-12 66 0 0 0,-29 89 52 0 0,32-153-352 0 0,-152 500 2262 0 0,145-499-1789 0 0,-37 67 0 0 0,45-97-346 0 0,-1-1 0 0 0,-1 1 0 0 0,0-2 0 0 0,-1 0 1 0 0,-1 0-1 0 0,-24 20 0 0 0,33-32-172 0 0,1 0 0 0 0,-1-1 0 0 0,0 0 0 0 0,0 0 0 0 0,0-1 0 0 0,0 1 0 0 0,-1-1 0 0 0,1 0 0 0 0,-1 0 0 0 0,1-1 0 0 0,-1 0 0 0 0,1 0 0 0 0,-1 0 0 0 0,0-1 0 0 0,0 1 0 0 0,1-1 0 0 0,-1-1 0 0 0,-7 0 0 0 0,8 0-38 0 0,1-1 0 0 0,0 1 0 0 0,-1-1 0 0 0,1 0 0 0 0,0 0 0 0 0,0 0 0 0 0,0-1 0 0 0,0 1 0 0 0,0-1 0 0 0,0 0 0 0 0,1 0 0 0 0,-1 0 0 0 0,1-1 0 0 0,0 1 0 0 0,0-1 0 0 0,0 0 0 0 0,1 0 0 0 0,-1 0 0 0 0,1 0 0 0 0,0 0 0 0 0,0-1 0 0 0,-2-7 0 0 0,0-2-34 0 0,1 0-1 0 0,0 0 1 0 0,2-1 0 0 0,-1 1-1 0 0,2-1 1 0 0,0 1 0 0 0,0-1-1 0 0,2 1 1 0 0,0-1 0 0 0,0 1-1 0 0,6-18 1 0 0,4-7-372 0 0,2 1 0 0 0,33-65 0 0 0,-24 61-282 0 0,1 2 0 0 0,2 1 1 0 0,2 2-1 0 0,38-42 0 0 0,-4 16-2945 0 0,87-71-1 0 0,-87 82-3542 0 0,-34 26 184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0 3952 0 0,'-47'8'4073'0'0,"-67"15"3029"0"0,98-19-6404 0 0,0 1 0 0 0,0 1 0 0 0,0 0 0 0 0,-25 16 0 0 0,4-2-4437 0 0,24-14 689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1268 1436 0 0,'15'-46'3586'0'0,"0"-3"-300"0"0,10-53 0 0 0,-25 102-3277 0 0,0 0 0 0 0,0 0 1 0 0,0 0-1 0 0,-1 0 1 0 0,1 0-1 0 0,0 1 0 0 0,0-1 1 0 0,0 0-1 0 0,0 0 1 0 0,0 0-1 0 0,0 0 0 0 0,0 0 1 0 0,0 0-1 0 0,0 0 0 0 0,-1 0 1 0 0,1 0-1 0 0,0 0 1 0 0,0 1-1 0 0,0-1 0 0 0,0 0 1 0 0,0 0-1 0 0,0 0 1 0 0,0 0-1 0 0,-1 0 0 0 0,1 0 1 0 0,0 0-1 0 0,0 0 0 0 0,0 0 1 0 0,0 0-1 0 0,0 0 1 0 0,-1 0-1 0 0,1 0 0 0 0,0 0 1 0 0,0 0-1 0 0,0 0 1 0 0,0 0-1 0 0,0 0 0 0 0,0-1 1 0 0,0 1-1 0 0,-1 0 0 0 0,1 0 1 0 0,0 0-1 0 0,0 0 1 0 0,0 0-1 0 0,0 0 0 0 0,0 0 1 0 0,0 0-1 0 0,0 0 1 0 0,0 0-1 0 0,-1-1 0 0 0,1 1 1 0 0,0 0-1 0 0,0 0 0 0 0,0 0 1 0 0,0 0-1 0 0,0 0 1 0 0,0 0-1 0 0,0-1 0 0 0,0 1 1 0 0,0 0-1 0 0,0 0 0 0 0,-16 17 188 0 0,-18 24-36 0 0,15-13-93 0 0,1-4-33 0 0,1 0-1 0 0,2 1 1 0 0,0 1-1 0 0,1 0 0 0 0,-14 41 1 0 0,27-65-34 0 0,1 0 1 0 0,-1 0-1 0 0,1 0 0 0 0,-1 0 1 0 0,1 0-1 0 0,0 1 0 0 0,0-1 1 0 0,-1 0-1 0 0,2 0 0 0 0,-1 0 1 0 0,0 1-1 0 0,0-1 0 0 0,1 0 1 0 0,-1 0-1 0 0,1 0 0 0 0,0 0 1 0 0,-1 0-1 0 0,1 0 1 0 0,0 0-1 0 0,2 2 0 0 0,-1-2 1 0 0,0 0-1 0 0,0 0 0 0 0,0 0 0 0 0,0 0 1 0 0,0-1-1 0 0,1 1 0 0 0,-1-1 0 0 0,0 0 1 0 0,1 1-1 0 0,-1-1 0 0 0,1 0 0 0 0,0-1 1 0 0,5 2-1 0 0,4 0-3 0 0,0-1-1 0 0,1 0 1 0 0,-1-1 0 0 0,0-1 0 0 0,1 0 0 0 0,11-2 0 0 0,10-4-108 0 0,0-1 1 0 0,-1-2-1 0 0,0-1 1 0 0,0-2 0 0 0,50-27-1 0 0,-58 26 40 0 0,-1-1 0 0 0,0-2 0 0 0,-1 0-1 0 0,-1-1 1 0 0,-1-2 0 0 0,0 0 0 0 0,22-28-1 0 0,-35 35 132 0 0,1 1 0 0 0,-1-1 0 0 0,-1 0 0 0 0,0-1 0 0 0,5-17 0 0 0,-11 31-26 0 0,-1 0-1 0 0,0-1 0 0 0,0 1 0 0 0,0 0 0 0 0,1-1 0 0 0,-1 1 1 0 0,0-1-1 0 0,0 1 0 0 0,0 0 0 0 0,0-1 0 0 0,0 1 0 0 0,0-1 1 0 0,0 1-1 0 0,1-1 0 0 0,-1 1 0 0 0,-1 0 0 0 0,1-1 1 0 0,0 1-1 0 0,0-1 0 0 0,0 1 0 0 0,0-1 0 0 0,0 1 0 0 0,0 0 1 0 0,0-1-1 0 0,-1 1 0 0 0,1-1 0 0 0,0 1 0 0 0,0 0 0 0 0,0-1 1 0 0,-1 1-1 0 0,1-1 0 0 0,-13 5 371 0 0,-15 18 215 0 0,12-2-361 0 0,0 0 0 0 0,1 1-1 0 0,1 1 1 0 0,1 1 0 0 0,1 0-1 0 0,1 0 1 0 0,1 1 0 0 0,1 0 0 0 0,1 1-1 0 0,-6 33 1 0 0,14-54-241 0 0,-1 0 0 0 0,0 0 1 0 0,1 0-1 0 0,0 0 0 0 0,0 0 0 0 0,0 0 1 0 0,1 0-1 0 0,-1 0 0 0 0,1 0 1 0 0,0 0-1 0 0,0 0 0 0 0,0 0 0 0 0,1 0 1 0 0,-1-1-1 0 0,1 1 0 0 0,0 0 0 0 0,0-1 1 0 0,0 0-1 0 0,4 5 0 0 0,-3-6-2 0 0,0 1-1 0 0,0-1 1 0 0,0 0-1 0 0,1 0 1 0 0,-1 0-1 0 0,1 0 1 0 0,-1 0-1 0 0,1-1 1 0 0,0 0-1 0 0,0 1 1 0 0,0-2-1 0 0,0 1 1 0 0,0 0-1 0 0,-1-1 1 0 0,1 1-1 0 0,0-1 1 0 0,0 0-1 0 0,0-1 1 0 0,6 0-1 0 0,6-2-5 0 0,-1 0-1 0 0,0-1 0 0 0,0-1 1 0 0,-1 0-1 0 0,0-1 1 0 0,1-1-1 0 0,-2 0 0 0 0,1-1 1 0 0,-1 0-1 0 0,-1-1 1 0 0,1 0-1 0 0,-1-1 0 0 0,-1-1 1 0 0,17-18-1 0 0,-13 11-19 0 0,-1 0 0 0 0,-1-1 1 0 0,0-1-1 0 0,-1 0 0 0 0,-2-1 0 0 0,0 0 0 0 0,-1 0 1 0 0,-1-1-1 0 0,6-24 0 0 0,-10 28 1 0 0,-1 0 0 0 0,-1 0-1 0 0,0 0 1 0 0,-1-22 0 0 0,-1 32 4 0 0,-1 1 1 0 0,1-1-1 0 0,-2 1 0 0 0,1-1 0 0 0,-1 1 1 0 0,0-1-1 0 0,0 1 0 0 0,-1 0 0 0 0,0 0 1 0 0,-1 0-1 0 0,1 1 0 0 0,-8-11 1 0 0,9 15 3 0 0,-1-1 0 0 0,0 1 0 0 0,1 0 0 0 0,-1 0 0 0 0,0 0 0 0 0,0 0 0 0 0,0 0 0 0 0,-1 0 0 0 0,1 1 0 0 0,0 0 0 0 0,-1-1 0 0 0,1 1 0 0 0,0 1 0 0 0,-1-1 0 0 0,1 0 0 0 0,-1 1 0 0 0,1 0 0 0 0,-1 0 0 0 0,0 0 0 0 0,1 0-1 0 0,-1 0 1 0 0,1 1 0 0 0,-1-1 0 0 0,1 1 0 0 0,-5 2 0 0 0,-6 1 3 0 0,0 1 0 0 0,1 1 0 0 0,0 0 0 0 0,-23 14 0 0 0,12-4 18 0 0,1 0 0 0 0,0 2 0 0 0,-27 28-1 0 0,39-34-9 0 0,0 0 0 0 0,1 0 0 0 0,0 1 0 0 0,1 0 0 0 0,0 1 0 0 0,1 0 0 0 0,-9 23 0 0 0,16-34-7 0 0,0 1-1 0 0,0-1 1 0 0,0 1-1 0 0,0-1 1 0 0,1 1-1 0 0,0-1 1 0 0,-1 1-1 0 0,1-1 0 0 0,0 1 1 0 0,1-1-1 0 0,-1 1 1 0 0,1 0-1 0 0,-1-1 1 0 0,1 1-1 0 0,0-1 1 0 0,3 5-1 0 0,-3-5-1 0 0,0-1 0 0 0,1 0-1 0 0,-1 0 1 0 0,1 0 0 0 0,-1 0-1 0 0,1 0 1 0 0,0 0 0 0 0,0 0 0 0 0,0 0-1 0 0,0-1 1 0 0,1 1 0 0 0,-1-1 0 0 0,0 1-1 0 0,0-1 1 0 0,1 0 0 0 0,-1 0 0 0 0,1 0-1 0 0,-1 0 1 0 0,1-1 0 0 0,0 1 0 0 0,-1-1-1 0 0,4 1 1 0 0,10 0-5 0 0,1-1 0 0 0,-1-1 1 0 0,1 0-1 0 0,-1-2 0 0 0,0 0 0 0 0,0 0 1 0 0,0-1-1 0 0,0-1 0 0 0,-1-1 0 0 0,16-8 0 0 0,21-13-59 0 0,73-49 0 0 0,-50 27 6 0 0,-62 42 50 0 0,-1-1-21 0 0,0 1 0 0 0,0 0 1 0 0,1 1-1 0 0,13-4 0 0 0,-24 9 25 0 0,-1 1 0 0 0,1-1 0 0 0,0 1 0 0 0,0 0 0 0 0,0 0 0 0 0,-1 0 0 0 0,1 0 0 0 0,0 0 0 0 0,0 0 0 0 0,0 0 0 0 0,-1 1 0 0 0,1-1 0 0 0,0 1 0 0 0,-1-1 0 0 0,1 1 0 0 0,0 0 0 0 0,-1 0 0 0 0,1 0 0 0 0,-1-1 0 0 0,1 1 0 0 0,-1 1 0 0 0,1-1 0 0 0,-1 0 0 0 0,0 0 0 0 0,1 0 0 0 0,-1 1 0 0 0,0-1 0 0 0,0 1 0 0 0,0-1 0 0 0,1 3 0 0 0,0 1 10 0 0,1 0 0 0 0,-1 0 0 0 0,0 0 1 0 0,0 0-1 0 0,0 1 0 0 0,-1-1 0 0 0,2 11 0 0 0,-2 0 12 0 0,-1-1 0 0 0,0 1 0 0 0,-1 0 0 0 0,-1-1-1 0 0,-4 18 1 0 0,-24 73 56 0 0,16-61 3 0 0,7-31-7 0 0,7-14-70 0 0,-1 0 0 0 0,1 0 1 0 0,0 0-1 0 0,-1 0 1 0 0,1 0-1 0 0,0 0 0 0 0,0 0 1 0 0,-1 0-1 0 0,1 0 1 0 0,0 0-1 0 0,0 0 0 0 0,-1-1 1 0 0,1 1-1 0 0,0 0 0 0 0,0 0 1 0 0,-1 0-1 0 0,1 0 1 0 0,0 0-1 0 0,0-1 0 0 0,-1 1 1 0 0,1 0-1 0 0,0 0 1 0 0,0 0-1 0 0,0-1 0 0 0,0 1 1 0 0,-1 0-1 0 0,1 0 0 0 0,0-1 1 0 0,0 1-1 0 0,0 0 1 0 0,0-1-1 0 0,-1 0 0 0 0,1 0-1 0 0,0 0 1 0 0,0 0 0 0 0,0 0-1 0 0,-1 0 1 0 0,1 0 0 0 0,0 0-1 0 0,0 0 1 0 0,1 0 0 0 0,-1 0-1 0 0,0 0 1 0 0,0 0 0 0 0,0 1-1 0 0,1-1 1 0 0,-1 0 0 0 0,0 0-1 0 0,2-2 1 0 0,-2 1-1 0 0,11-30-26 0 0,0 1 0 0 0,2 0-1 0 0,2 1 1 0 0,0 0 0 0 0,2 2 0 0 0,37-48 0 0 0,-37 53 5 0 0,1 1 1 0 0,2 1-1 0 0,23-21 0 0 0,-36 36 18 0 0,0-1-1 0 0,1 1 0 0 0,0 1 1 0 0,1 0-1 0 0,-1 0 0 0 0,1 1 0 0 0,0-1 1 0 0,0 2-1 0 0,0 0 0 0 0,1 0 0 0 0,-1 0 1 0 0,18-1-1 0 0,-23 4 3 0 0,0-1 1 0 0,0 2 0 0 0,0-1-1 0 0,0 0 1 0 0,0 1-1 0 0,0 0 1 0 0,0 0-1 0 0,0 0 1 0 0,-1 0-1 0 0,1 1 1 0 0,0-1-1 0 0,0 1 1 0 0,-1 0 0 0 0,1 0-1 0 0,5 5 1 0 0,-4-3 5 0 0,-1 0 1 0 0,0 1-1 0 0,-1 0 1 0 0,1-1 0 0 0,-1 1-1 0 0,0 0 1 0 0,0 0-1 0 0,0 1 1 0 0,3 10-1 0 0,-1-1 19 0 0,-2-1 1 0 0,0 1-1 0 0,0 0 0 0 0,-2 1 0 0 0,0-1 0 0 0,0 0 0 0 0,-4 25 0 0 0,-20 82 46 0 0,1-15-30 0 0,22-106-40 0 0,0-1 1 0 0,0 1-1 0 0,0 0 0 0 0,0-1 0 0 0,0 1 0 0 0,0-1 1 0 0,0 1-1 0 0,0 0 0 0 0,0-1 0 0 0,0 1 0 0 0,1-1 1 0 0,-1 1-1 0 0,0-1 0 0 0,0 1 0 0 0,1-1 0 0 0,-1 1 0 0 0,0-1 1 0 0,1 1-1 0 0,-1-1 0 0 0,1 1 0 0 0,-1-1 0 0 0,1 0 1 0 0,-1 1-1 0 0,0-1 0 0 0,1 0 0 0 0,-1 1 0 0 0,1-1 0 0 0,0 0 1 0 0,-1 0-1 0 0,1 1 0 0 0,-1-1 0 0 0,1 0 0 0 0,-1 0 1 0 0,1 0-1 0 0,0 0 0 0 0,-1 0 0 0 0,1 0 0 0 0,0 0 0 0 0,22-1-7 0 0,-7-3-18 0 0,0 0 1 0 0,0-1 0 0 0,-1-1 0 0 0,0-1 0 0 0,22-12 0 0 0,-3-2-124 0 0,34-27 1 0 0,101-96-225 0 0,-138 113 312 0 0,-1-2-1 0 0,-2-1 1 0 0,25-39-1 0 0,-51 71 56 0 0,0 0 2 0 0,-1 0 0 0 0,0 0 0 0 0,0 0 0 0 0,0 0 0 0 0,0 0 1 0 0,0 0-1 0 0,0 0 0 0 0,-1 0 0 0 0,1 0 0 0 0,-1-1 0 0 0,1 1 1 0 0,-1 0-1 0 0,0-4 0 0 0,0 5 3 0 0,0 0 0 0 0,0 0 0 0 0,0 0 1 0 0,0 0-1 0 0,-1 0 0 0 0,1 0 0 0 0,0 0 0 0 0,-1 0 0 0 0,1 0 1 0 0,0 0-1 0 0,-1 0 0 0 0,1 1 0 0 0,-1-1 0 0 0,0 0 1 0 0,1 0-1 0 0,-1 1 0 0 0,0-1 0 0 0,1 0 0 0 0,-1 1 0 0 0,0-1 1 0 0,0 1-1 0 0,0-1 0 0 0,1 1 0 0 0,-1-1 0 0 0,0 1 0 0 0,0-1 1 0 0,0 1-1 0 0,0 0 0 0 0,0-1 0 0 0,0 1 0 0 0,0 0 1 0 0,0 0-1 0 0,0 0 0 0 0,0 0 0 0 0,0 0 0 0 0,0 0 0 0 0,0 0 1 0 0,0 0-1 0 0,1 0 0 0 0,-1 1 0 0 0,0-1 0 0 0,0 0 1 0 0,0 0-1 0 0,-1 1 0 0 0,-4 0 9 0 0,0 0 0 0 0,0 0 0 0 0,0 1 0 0 0,1-1 0 0 0,-1 1 0 0 0,1 1 0 0 0,-1-1 0 0 0,1 1 0 0 0,-9 5 0 0 0,-41 35 128 0 0,51-39-127 0 0,-8 6 20 0 0,0 2 0 0 0,1-1 1 0 0,0 2-1 0 0,0-1 1 0 0,2 1-1 0 0,-16 27 0 0 0,23-36-23 0 0,-1 1 0 0 0,1 0 0 0 0,0 0-1 0 0,0 0 1 0 0,1 0 0 0 0,-1 0 0 0 0,1 1-1 0 0,0-1 1 0 0,1 0 0 0 0,-1 1 0 0 0,1-1 0 0 0,0 1-1 0 0,1-1 1 0 0,-1 0 0 0 0,1 1 0 0 0,0-1-1 0 0,0 0 1 0 0,1 0 0 0 0,-1 1 0 0 0,1-1 0 0 0,0 0-1 0 0,1-1 1 0 0,-1 1 0 0 0,4 5 0 0 0,3 0 4 0 0,0 1 1 0 0,1-1-1 0 0,16 13 1 0 0,-15-14-13 0 0,-1 1 0 0 0,0 0 0 0 0,11 13 0 0 0,-20-21 2 0 0,1 0 1 0 0,-1-1-1 0 0,0 1 1 0 0,0 0-1 0 0,0 0 1 0 0,-1 0-1 0 0,1 0 1 0 0,0 0 0 0 0,-1 0-1 0 0,1 0 1 0 0,-1 0-1 0 0,0 0 1 0 0,1 0-1 0 0,-1 0 1 0 0,0 0-1 0 0,0 0 1 0 0,-1 1-1 0 0,1-1 1 0 0,-1 2 0 0 0,0 0 0 0 0,0-1 1 0 0,-1 1-1 0 0,0-1 1 0 0,1 0-1 0 0,-1 0 1 0 0,0 1-1 0 0,-1-1 1 0 0,1-1 0 0 0,0 1-1 0 0,-4 3 1 0 0,-6 4 4 0 0,0 0 1 0 0,-1-1 0 0 0,0-1-1 0 0,-14 8 1 0 0,-8 2-9 0 0,-1-1-1 0 0,-71 24 1 0 0,100-40 18 0 0,8-3-57 0 0,15-11-159 0 0,29-14-330 0 0,59-31-358 0 0,-3-5 0 0 0,-2-4 0 0 0,89-81 0 0 0,-143 108 729 0 0,-2-2 0 0 0,-1-2 0 0 0,-3-1 0 0 0,-2-3 1 0 0,-1 0-1 0 0,-3-3 0 0 0,50-102 0 0 0,1-59 67 0 0,-72 175 218 0 0,-2 1 0 0 0,-2-1 0 0 0,-1 0 0 0 0,2-40 0 0 0,-9 74-109 0 0,1 1 0 0 0,-1-1 0 0 0,0 0 0 0 0,0 1 0 0 0,0-1 0 0 0,0 0 0 0 0,-1 1 0 0 0,1-1 0 0 0,-1 1 0 0 0,1-1 0 0 0,-1 0 0 0 0,0 1 0 0 0,0-1 0 0 0,0 1 0 0 0,-3-4 0 0 0,3 5-12 0 0,0 1 0 0 0,0 0 1 0 0,0 0-1 0 0,0 0 0 0 0,0 0 1 0 0,0 0-1 0 0,0 0 1 0 0,0 0-1 0 0,1 0 0 0 0,-1 0 1 0 0,0 0-1 0 0,0 1 1 0 0,0-1-1 0 0,0 0 0 0 0,0 1 1 0 0,0-1-1 0 0,0 1 0 0 0,0-1 1 0 0,1 1-1 0 0,-1-1 1 0 0,0 1-1 0 0,0-1 0 0 0,1 1 1 0 0,-1 0-1 0 0,0 1 1 0 0,-9 9 52 0 0,1 1 0 0 0,1 0 1 0 0,0 0-1 0 0,1 1 1 0 0,-7 17-1 0 0,-24 74 451 0 0,25-67-271 0 0,-87 266 1014 0 0,74-209-900 0 0,-17 122 0 0 0,37-179-253 0 0,0 63 0 0 0,6-90-73 0 0,0 0 0 0 0,1 0-1 0 0,0 0 1 0 0,1-1 0 0 0,0 1-1 0 0,1 0 1 0 0,-1 0-1 0 0,2-1 1 0 0,0 0 0 0 0,0 0-1 0 0,8 14 1 0 0,-9-19-13 0 0,0 0 1 0 0,1 0-1 0 0,-1 0 1 0 0,1 0-1 0 0,-1-1 1 0 0,1 0-1 0 0,0 0 1 0 0,0 0-1 0 0,1 0 1 0 0,-1 0-1 0 0,1-1 1 0 0,-1 0-1 0 0,1 0 1 0 0,0 0-1 0 0,4 1 1 0 0,-2-2 0 0 0,-1 0 0 0 0,0-1 0 0 0,1 0 1 0 0,-1 0-1 0 0,1 0 0 0 0,-1-1 0 0 0,0 1 0 0 0,1-2 0 0 0,-1 1 1 0 0,10-4-1 0 0,-1-1-8 0 0,-1-1 1 0 0,1 0 0 0 0,-2-1-1 0 0,1-1 1 0 0,-1 0-1 0 0,0-1 1 0 0,-1 0 0 0 0,18-19-1 0 0,-11 8-26 0 0,-1-1 0 0 0,0-1 1 0 0,16-29-1 0 0,-26 38 10 0 0,-1-1-1 0 0,0 0 1 0 0,-1 0 0 0 0,0 0 0 0 0,-1-1 0 0 0,-1 1 0 0 0,2-18 0 0 0,-5 29 11 0 0,-1 0 0 0 0,0 0 1 0 0,0 0-1 0 0,0 0 0 0 0,0 0 1 0 0,-1 0-1 0 0,0 0 0 0 0,1 0 1 0 0,-1 0-1 0 0,-1 0 1 0 0,1 0-1 0 0,-1 1 0 0 0,-2-5 1 0 0,3 6-2 0 0,0 0 1 0 0,0 0-1 0 0,-1 1 0 0 0,1-1 1 0 0,-1 0-1 0 0,1 1 1 0 0,-1 0-1 0 0,0-1 1 0 0,1 1-1 0 0,-1 0 1 0 0,0 0-1 0 0,0 0 0 0 0,0 0 1 0 0,0 0-1 0 0,0 0 1 0 0,0 1-1 0 0,0-1 1 0 0,0 1-1 0 0,0-1 1 0 0,0 1-1 0 0,0 0 0 0 0,-1 0 1 0 0,1 0-1 0 0,0 0 1 0 0,-3 0-1 0 0,4 0 0 0 0,-1 0 0 0 0,1 1 0 0 0,0-1 0 0 0,-1 0 0 0 0,1 0 0 0 0,0 1 0 0 0,-1-1 0 0 0,1 1 0 0 0,0-1 0 0 0,-1 1 0 0 0,1 0 0 0 0,0-1-1 0 0,0 1 1 0 0,0 0 0 0 0,0 0 0 0 0,0 0 0 0 0,0 0 0 0 0,0 0 0 0 0,0 0 0 0 0,0 0 0 0 0,0 0 0 0 0,0 0 0 0 0,1 0 0 0 0,-1 0 0 0 0,0 1 0 0 0,1-1 0 0 0,-1 0 0 0 0,1 0 0 0 0,0 1 0 0 0,-1-1-1 0 0,1 2 1 0 0,0-1 4 0 0,-1 0 0 0 0,2 1 0 0 0,-1-1 0 0 0,0 0 0 0 0,0 1 0 0 0,1-1 0 0 0,-1 0 0 0 0,1 0 0 0 0,0 0 0 0 0,-1 1 0 0 0,1-1 0 0 0,0 0 0 0 0,0 0 0 0 0,1 0 0 0 0,-1 0 0 0 0,0-1 0 0 0,2 3 0 0 0,2 0 3 0 0,0 1 0 0 0,0-1 0 0 0,0-1 0 0 0,0 1 0 0 0,1-1 0 0 0,0 1 0 0 0,-1-2 0 0 0,1 1 0 0 0,0-1 0 0 0,13 4-1 0 0,5-1 2 0 0,38 4-1 0 0,-40-6-2 0 0,19 1-32 0 0,0-2 0 0 0,1-2 0 0 0,57-6 0 0 0,121-30-139 0 0,-198 32 152 0 0,-17 3 7 0 0,14-2 4 0 0,-29 12 35 0 0,1-2-25 0 0,-32 22 38 0 0,7-5 135 0 0,-47 43 0 0 0,70-57-135 0 0,-73 78 148 0 0,75-78-178 0 0,1 1 0 0 0,0 1 0 0 0,1 0 0 0 0,0 0-1 0 0,1 0 1 0 0,-9 24 0 0 0,15-34-13 0 0,-1 0 0 0 0,0 1 1 0 0,1-1-1 0 0,-1 1 0 0 0,1-1 0 0 0,-1 1 0 0 0,1-1 0 0 0,0 1 0 0 0,0-1 0 0 0,0 1 0 0 0,1-1 0 0 0,-1 1 0 0 0,1-1 0 0 0,-1 1 1 0 0,1-1-1 0 0,0 0 0 0 0,0 1 0 0 0,0-1 0 0 0,0 0 0 0 0,2 3 0 0 0,-1-2-3 0 0,1 0-1 0 0,-1-1 0 0 0,1 1 1 0 0,0-1-1 0 0,0 0 1 0 0,0 0-1 0 0,0 0 1 0 0,0 0-1 0 0,1-1 1 0 0,-1 1-1 0 0,0-1 1 0 0,6 2-1 0 0,6 0-82 0 0,0 0 0 0 0,1-1 0 0 0,-1 0 0 0 0,1-2 0 0 0,21-1 0 0 0,-4-2-301 0 0,-1-1 1 0 0,0-2-1 0 0,-1-1 1 0 0,1-1-1 0 0,-1-2 1 0 0,-1-1-1 0 0,0-2 1 0 0,55-32-1 0 0,-45 21 80 0 0,-2-3-1 0 0,-1-1 0 0 0,-2-2 0 0 0,0-1 0 0 0,50-61 0 0 0,-71 76 245 0 0,-4 5 72 0 0,0 0-1 0 0,-1-1 1 0 0,-1 0 0 0 0,0 0 0 0 0,0 0-1 0 0,9-23 1 0 0,-17 34 7 0 0,0 0 0 0 0,1 0 0 0 0,-1 0 0 0 0,0 0 0 0 0,1-1 0 0 0,-1 1 0 0 0,0 0 0 0 0,0 0 0 0 0,0-1 0 0 0,0 1 0 0 0,0 0 0 0 0,0 0 0 0 0,-1-1 0 0 0,1 1 0 0 0,0 0 0 0 0,-1-2 0 0 0,0 3 7 0 0,1-1 0 0 0,-1 0 0 0 0,1 1 1 0 0,-1-1-1 0 0,0 1 0 0 0,1 0 0 0 0,-1-1 0 0 0,0 1 1 0 0,1-1-1 0 0,-1 1 0 0 0,0 0 0 0 0,0 0 0 0 0,1-1 1 0 0,-1 1-1 0 0,0 0 0 0 0,0 0 0 0 0,0 0 0 0 0,1 0 1 0 0,-1 0-1 0 0,0 0 0 0 0,0 0 0 0 0,1 0 0 0 0,-1 0 1 0 0,0 0-1 0 0,0 0 0 0 0,0 1 0 0 0,1-1 0 0 0,-1 0 1 0 0,-1 1-1 0 0,-15 5 263 0 0,1 1-1 0 0,-1 0 1 0 0,1 1 0 0 0,1 1-1 0 0,-1 0 1 0 0,-17 16 0 0 0,6-4 21 0 0,1 2 1 0 0,-34 38-1 0 0,47-45-212 0 0,0 1-1 0 0,-18 29 0 0 0,26-37-70 0 0,0 1-1 0 0,1 0 1 0 0,-1 0 0 0 0,2 0-1 0 0,0 0 1 0 0,0 0-1 0 0,-1 12 1 0 0,3-20-19 0 0,1 1 1 0 0,0 0-1 0 0,-1 0 1 0 0,1 0-1 0 0,0-1 1 0 0,1 1-1 0 0,-1 0 1 0 0,0 0-1 0 0,1 0 1 0 0,-1-1-1 0 0,1 1 1 0 0,0 0-1 0 0,0-1 1 0 0,0 1-1 0 0,0 0 1 0 0,1-1-1 0 0,-1 0 1 0 0,1 1-1 0 0,-1-1 1 0 0,1 0-1 0 0,0 0 1 0 0,0 1-1 0 0,0-2 1 0 0,0 1-1 0 0,0 0 1 0 0,0 0-1 0 0,1-1 1 0 0,-1 1-1 0 0,1-1 1 0 0,-1 1-1 0 0,1-1 1 0 0,-1 0-1 0 0,1 0 1 0 0,0 0-1 0 0,-1-1 1 0 0,1 1-1 0 0,0-1 1 0 0,4 1-1 0 0,3 0-1 0 0,-1-1 1 0 0,1 0-1 0 0,-1-1 0 0 0,1 1 0 0 0,-1-2 0 0 0,0 1 1 0 0,1-2-1 0 0,-1 1 0 0 0,0-1 0 0 0,11-5 1 0 0,-7 1-9 0 0,-1-1 0 0 0,1 0 1 0 0,-1 0-1 0 0,-1-1 1 0 0,19-19-1 0 0,46-59-80 0 0,-53 59 59 0 0,16-19-7 0 0,-38 45 21 0 0,-1 2 2 0 0,0 1 6 0 0,1-1 1 0 0,-1 0 0 0 0,0 0-1 0 0,0 1 1 0 0,1-1 0 0 0,-1 0-1 0 0,0 0 1 0 0,0 1 0 0 0,0-1 0 0 0,1 0-1 0 0,-1 1 1 0 0,0-1 0 0 0,0 0-1 0 0,0 1 1 0 0,0-1 0 0 0,0 0 0 0 0,0 1-1 0 0,0-1 1 0 0,0 0 0 0 0,0 1-1 0 0,0-1 1 0 0,0 0 0 0 0,0 1-1 0 0,0-1 1 0 0,0 0 0 0 0,0 1 0 0 0,0-1-1 0 0,0 0 1 0 0,0 1 0 0 0,0-1-1 0 0,-1 0 1 0 0,1 1 0 0 0,0-1-1 0 0,0 0 1 0 0,-5 14 18 0 0,5-14-18 0 0,-7 17 62 0 0,2 0 0 0 0,-6 24 0 0 0,-1 2-2 0 0,9-33-38 0 0,0 0 1 0 0,1 0-1 0 0,0 0 1 0 0,1 1-1 0 0,0-1 1 0 0,1 1-1 0 0,0-1 1 0 0,2 16 0 0 0,-2-24-21 0 0,1 0 1 0 0,-1-1 0 0 0,1 1 0 0 0,0 0-1 0 0,0-1 1 0 0,0 1 0 0 0,0-1-1 0 0,0 1 1 0 0,0-1 0 0 0,0 1 0 0 0,1-1-1 0 0,-1 0 1 0 0,0 0 0 0 0,1 0 0 0 0,-1 0-1 0 0,1 0 1 0 0,-1 0 0 0 0,1 0 0 0 0,0 0-1 0 0,-1 0 1 0 0,1-1 0 0 0,0 1 0 0 0,-1-1-1 0 0,1 1 1 0 0,0-1 0 0 0,0 0 0 0 0,0 1-1 0 0,-1-1 1 0 0,4 0 0 0 0,1 0-19 0 0,1 0 1 0 0,0 0-1 0 0,-1-1 1 0 0,1 0-1 0 0,-1 0 1 0 0,10-3-1 0 0,-2-1-65 0 0,-1-1-1 0 0,1-1 1 0 0,-1 0-1 0 0,-1 0 1 0 0,1-1-1 0 0,-2-1 1 0 0,1 0-1 0 0,-1 0 1 0 0,0-1-1 0 0,10-13 1 0 0,9-14-155 0 0,44-73 1 0 0,-45 65 146 0 0,39-74 453 0 0,-67 118-186 0 0,-3 3-134 0 0,0 0 1 0 0,0 0-1 0 0,0 1 0 0 0,0-1 0 0 0,1 1 1 0 0,-1-1-1 0 0,1 1 0 0 0,0 0 1 0 0,-2 4-1 0 0,0 0 28 0 0,-49 111 413 0 0,46-102-445 0 0,1 0-1 0 0,1 0 1 0 0,1 1 0 0 0,0-1 0 0 0,-1 29 0 0 0,4-42-39 0 0,0 0-1 0 0,0 0 1 0 0,0 0-1 0 0,1 0 1 0 0,-1 0 0 0 0,1 0-1 0 0,0 0 1 0 0,0 0-1 0 0,0 0 1 0 0,0-1 0 0 0,1 1-1 0 0,-1 0 1 0 0,1-1-1 0 0,0 1 1 0 0,-1-1 0 0 0,1 1-1 0 0,3 2 1 0 0,-1-2-54 0 0,0 0 0 0 0,-1 0 0 0 0,1-1 0 0 0,1 0 0 0 0,-1 1 0 0 0,0-1 1 0 0,1-1-1 0 0,-1 1 0 0 0,0-1 0 0 0,7 2 0 0 0,3-1-356 0 0,0 0-1 0 0,0-1 1 0 0,0-1 0 0 0,0 0-1 0 0,0-1 1 0 0,23-4 0 0 0,-20 1 4 0 0,0-1 1 0 0,-1 0 0 0 0,1-1 0 0 0,-1 0 0 0 0,-1-2 0 0 0,1 0-1 0 0,-1 0 1 0 0,-1-2 0 0 0,22-17 0 0 0,-18 11 342 0 0,0 0 1 0 0,-2-2 0 0 0,0 0-1 0 0,-1-1 1 0 0,-1 0-1 0 0,16-30 1 0 0,-18 28 1145 0 0,-1-2 0 0 0,10-26 786 0 0,-22 51-1798 0 0,-1 0 0 0 0,1-1 1 0 0,-1 1-1 0 0,1 0 1 0 0,0 0-1 0 0,-1 1 0 0 0,1-1 1 0 0,0 0-1 0 0,-1 3 1 0 0,1-2 26 0 0,-16 32 213 0 0,2 1 1 0 0,1 0-1 0 0,2 1 0 0 0,-8 47 0 0 0,19-82-428 0 0,0 0 1 0 0,1 0-1 0 0,0 1 1 0 0,-1-1-1 0 0,1 0 1 0 0,0 0-1 0 0,0 0 1 0 0,1 1-1 0 0,-1-1 1 0 0,0 0-1 0 0,1 0 1 0 0,-1 0-1 0 0,1 0 1 0 0,-1 0-1 0 0,1 0 1 0 0,0 0-1 0 0,0 0 1 0 0,2 4-1 0 0,2-5-1384 0 0,2-2 982 0 0,0-1 1 0 0,0 0-1 0 0,0 0 0 0 0,0 0 1 0 0,-1-1-1 0 0,1 0 0 0 0,-1 0 1 0 0,1 0-1 0 0,-1-1 0 0 0,0 0 1 0 0,6-6-1 0 0,12-10-785 0 0,26-31-1 0 0,-23 23 2148 0 0,-4 5-37 0 0,-7 6 581 0 0,0 0-1 0 0,1 2 1 0 0,33-23-1 0 0,-49 37-1159 0 0,14 4 551 0 0,-12 1-530 0 0,-1 0 1 0 0,0 0-1 0 0,0 1 1 0 0,0-1-1 0 0,0 0 0 0 0,-1 1 1 0 0,0 0-1 0 0,0-1 1 0 0,0 1-1 0 0,0 0 0 0 0,-1-1 1 0 0,1 1-1 0 0,-1 0 0 0 0,-1 0 1 0 0,0 7-1 0 0,-2 10 412 0 0,-2 0 0 0 0,-7 22 0 0 0,7-26-498 0 0,-15 32 520 0 0,20-49-484 0 0,2-12-173 0 0,4-2-30 0 0,0 0 0 0 0,2 0 1 0 0,-1 1-1 0 0,2 0 0 0 0,17-20 1 0 0,-13 16-8 0 0,15-18-36 0 0,59-57 1 0 0,-77 82 29 0 0,0 0 1 0 0,1 1-1 0 0,0 0 0 0 0,1 1 1 0 0,0 0-1 0 0,0 1 1 0 0,0 0-1 0 0,0 1 1 0 0,1 0-1 0 0,20-4 1 0 0,-28 8 12 0 0,0 1 0 0 0,0-1 0 0 0,0 1 0 0 0,0 0 0 0 0,0 0 0 0 0,0 1 0 0 0,0-1 0 0 0,0 1-1 0 0,0 0 1 0 0,0 1 0 0 0,-1-1 0 0 0,1 1 0 0 0,0 0 0 0 0,-1 0 0 0 0,1 0 0 0 0,-1 1 0 0 0,0 0 0 0 0,1 0 0 0 0,-1 0 0 0 0,-1 0 0 0 0,1 0 0 0 0,0 1 0 0 0,-1 0 0 0 0,5 6 0 0 0,3 7 19 0 0,0 0 0 0 0,-1 1-1 0 0,-1 1 1 0 0,11 31 0 0 0,-12-28-9 0 0,-7-20-4 0 0,0 0-1 0 0,0 0 0 0 0,0 0 1 0 0,0 0-1 0 0,0 0 1 0 0,0-1-1 0 0,0 1 0 0 0,1 0 1 0 0,-1-1-1 0 0,1 1 0 0 0,-1 0 1 0 0,1-1-1 0 0,0 0 0 0 0,-1 1 1 0 0,1-1-1 0 0,0 0 1 0 0,0 0-1 0 0,0 0 0 0 0,4 1 1 0 0,-3-1-3 0 0,1-1 0 0 0,-1 1 1 0 0,1-1-1 0 0,-1 0 0 0 0,0 0 1 0 0,1 0-1 0 0,-1-1 0 0 0,1 1 1 0 0,-1-1-1 0 0,0 0 0 0 0,5-1 1 0 0,3-3-28 0 0,0 1 0 0 0,-1-2-1 0 0,0 1 1 0 0,0-2 0 0 0,-1 1 0 0 0,13-11 0 0 0,4-9-143 0 0,-1 0 0 0 0,-1-2 0 0 0,-1-1 0 0 0,27-44 0 0 0,65-134-503 0 0,-105 189 630 0 0,60-121-271 0 0,-7-3 1 0 0,73-236-1 0 0,-135 373 317 0 0,1 0 0 0 0,-1 0 0 0 0,-1 0 0 0 0,1 0 0 0 0,-1 0 0 0 0,0 0 0 0 0,-1-9 0 0 0,1 14 0 0 0,0-1-1 0 0,0 1 0 0 0,-1-1 0 0 0,1 1 0 0 0,0-1 0 0 0,-1 1 0 0 0,1-1 0 0 0,-1 1 0 0 0,1-1 0 0 0,0 1 0 0 0,-1 0 0 0 0,1-1 1 0 0,-1 1-1 0 0,1 0 0 0 0,-1-1 0 0 0,1 1 0 0 0,-1 0 0 0 0,1 0 0 0 0,-1 0 0 0 0,1-1 0 0 0,-1 1 0 0 0,0 0 0 0 0,1 0 1 0 0,-1 0-1 0 0,1 0 0 0 0,-1 0 0 0 0,1 0 0 0 0,-1 0 0 0 0,0 0 0 0 0,1 0 0 0 0,-1 0 0 0 0,1 0 0 0 0,-2 1 0 0 0,-15 3 51 0 0,16-4-52 0 0,-4 2 32 0 0,0 1 0 0 0,0 0 0 0 0,0 0-1 0 0,0 0 1 0 0,0 0 0 0 0,1 1 0 0 0,-1 0-1 0 0,-6 6 1 0 0,-28 39 337 0 0,32-39-303 0 0,-25 35 271 0 0,3 1 0 0 0,-36 78 0 0 0,-32 108 560 0 0,77-179-719 0 0,-59 171 350 0 0,68-184-443 0 0,1 1 0 0 0,2-1 0 0 0,-4 70 0 0 0,11-104-70 0 0,1 0 0 0 0,0 1 0 0 0,0-1 0 0 0,1 0 0 0 0,0 0-1 0 0,0 0 1 0 0,1 1 0 0 0,-1-1 0 0 0,1 0 0 0 0,0-1-1 0 0,1 1 1 0 0,0 0 0 0 0,0-1 0 0 0,6 9 0 0 0,-6-10-8 0 0,0-1 1 0 0,1 0-1 0 0,0 0 1 0 0,-1 0-1 0 0,1 0 1 0 0,0 0-1 0 0,1-1 1 0 0,-1 0-1 0 0,0 0 1 0 0,0 0-1 0 0,1-1 1 0 0,0 1-1 0 0,-1-1 1 0 0,1 0-1 0 0,-1 0 1 0 0,1-1-1 0 0,0 1 1 0 0,0-1-1 0 0,8-1 1 0 0,-1 0-5 0 0,0-2 0 0 0,0 1 1 0 0,0-1-1 0 0,0-1 0 0 0,-1 0 0 0 0,0-1 0 0 0,0 0 1 0 0,0 0-1 0 0,0-1 0 0 0,-1-1 0 0 0,0 0 1 0 0,0 0-1 0 0,10-11 0 0 0,7-7 1 0 0,-1-2 0 0 0,-1-1-1 0 0,22-33 1 0 0,22-43-4 0 0,-61 91-5 0 0,-2 0 0 0 0,1 0 0 0 0,-2-1 0 0 0,0 1 0 0 0,0-1 0 0 0,3-21 0 0 0,-9 32 1 0 0,1 0 1 0 0,-1 0 0 0 0,1 0-1 0 0,-1 0 1 0 0,0 0 0 0 0,0 0-1 0 0,0 0 1 0 0,-3-3 0 0 0,4 5 0 0 0,-1 0 1 0 0,0 0 0 0 0,1 0 0 0 0,-1 0 0 0 0,0 0 0 0 0,0 0 0 0 0,0 0 0 0 0,0 0 0 0 0,1 1 1 0 0,-1-1-1 0 0,0 0 0 0 0,0 1 0 0 0,-1-1 0 0 0,1 1 0 0 0,0-1 0 0 0,0 1 0 0 0,0 0 0 0 0,0-1 0 0 0,0 1 0 0 0,0 0 0 0 0,-1 0 1 0 0,1 0-1 0 0,-2 0 0 0 0,1 0 1 0 0,-1 0 0 0 0,1 1 0 0 0,0 0 0 0 0,0-1 0 0 0,-1 1 0 0 0,1 0 0 0 0,0 0 0 0 0,0 0 0 0 0,0 0 0 0 0,0 1 0 0 0,-1 1 0 0 0,-3 1 6 0 0,2 0 0 0 0,-1 1 0 0 0,0 0 1 0 0,1 0-1 0 0,0 1 0 0 0,-7 10 0 0 0,8-10-3 0 0,1 1-1 0 0,0 0 1 0 0,0-1 0 0 0,0 1-1 0 0,1 0 1 0 0,0 0 0 0 0,0 0 0 0 0,1 0-1 0 0,0 0 1 0 0,0 0 0 0 0,1 0-1 0 0,-1-1 1 0 0,2 1 0 0 0,-1 0 0 0 0,1 0-1 0 0,0 0 1 0 0,0-1 0 0 0,1 1-1 0 0,0-1 1 0 0,5 10 0 0 0,8 9 34 0 0,1 0 0 0 0,0-1 1 0 0,32 32-1 0 0,-33-37-4 0 0,44 48 622 0 0,-60-67-620 0 0,1 1 0 0 0,0 0 0 0 0,-1 0 0 0 0,1 0 0 0 0,-1 0 0 0 0,1 0 0 0 0,-1 0 0 0 0,1-1 1 0 0,-1 1-1 0 0,0 0 0 0 0,1 1 0 0 0,-1-1 0 0 0,0 0 0 0 0,0 0 0 0 0,0 0 0 0 0,0 0 0 0 0,0 0 0 0 0,0 0 0 0 0,0 0 0 0 0,0 0 0 0 0,0 0 0 0 0,0 0 0 0 0,-1 0 1 0 0,0 2-1 0 0,0-2-7 0 0,0 1 1 0 0,0 0-1 0 0,0-1 1 0 0,-1 1-1 0 0,1-1 1 0 0,0 0 0 0 0,-1 1-1 0 0,0-1 1 0 0,1 0-1 0 0,-1 0 1 0 0,0 0-1 0 0,-2 1 1 0 0,-3 2 8 0 0,-1-1 1 0 0,0-1-1 0 0,0 1 1 0 0,0-1-1 0 0,-10 1 1 0 0,-14 0-7 0 0,0-1 1 0 0,0-2-1 0 0,-63-7 1 0 0,78 4-482 0 0,-1 0 1 0 0,1-1-1 0 0,0-1 1 0 0,0 0-1 0 0,0-1 1 0 0,1-1-1 0 0,0-1 1 0 0,-26-16-1 0 0,34 17-727 0 0,0 1 0 0 0,0-1 0 0 0,0-1 0 0 0,1 0 0 0 0,0 0 0 0 0,1 0 0 0 0,-1-1-1 0 0,-8-17 1 0 0,2-1-4642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5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44 2552 0 0,'-5'-18'11188'0'0,"6"13"-10069"0"0,4 3-932 0 0,0-1-1 0 0,0 2 1 0 0,0-1 0 0 0,0 1 0 0 0,1-1 0 0 0,-1 1 0 0 0,10 0-1 0 0,46 1 128 0 0,-34 0-177 0 0,120 3 66 0 0,43-1-748 0 0,-64-8-4021 0 0,-99-1-751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5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1432 0 0,'14'5'8497'0'0,"-4"-3"-7366"0"0,6 0 2089 0 0,-5-8-4538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6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221 277 2156 0 0,'-205'-7'10603'0'0,"191"4"-9681"0"0,14 3-907 0 0,0 0 1 0 0,0 0 0 0 0,-1 0-1 0 0,1 0 1 0 0,0-1-1 0 0,0 1 1 0 0,0 0 0 0 0,0 0-1 0 0,0 0 1 0 0,0 0 0 0 0,0-1-1 0 0,0 1 1 0 0,0 0-1 0 0,0 0 1 0 0,0 0 0 0 0,0-1-1 0 0,0 1 1 0 0,0 0 0 0 0,0 0-1 0 0,0 0 1 0 0,0-1 0 0 0,0 1-1 0 0,0 0 1 0 0,0 0-1 0 0,0 0 1 0 0,0 0 0 0 0,0-1-1 0 0,0 1 1 0 0,0 0 0 0 0,0 0-1 0 0,0 0 1 0 0,1 0-1 0 0,-1-1 1 0 0,0 1 0 0 0,0 0-1 0 0,19-13 335 0 0,19-3-171 0 0,1 3 0 0 0,42-9 0 0 0,85-12-43 0 0,-96 21-91 0 0,264-47-1183 0 0,40-7-6094 0 0,-262 45 2695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9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0 720 0 0,'-17'18'11042'0'0,"17"-18"-10985"0"0,1 1 0 0 0,-1-1 0 0 0,1 1 0 0 0,-1-1 0 0 0,1 0 0 0 0,-1 1 0 0 0,1-1 0 0 0,0 0 1 0 0,-1 1-1 0 0,1-1 0 0 0,-1 0 0 0 0,1 0 0 0 0,0 1 0 0 0,-1-1 0 0 0,1 0 0 0 0,0 0 0 0 0,-1 0 1 0 0,1 0-1 0 0,0 0 0 0 0,-1 0 0 0 0,1 0 0 0 0,1 0 0 0 0,5 1 25 0 0,0 0 0 0 0,0 0 0 0 0,0 1 0 0 0,-1 0 0 0 0,1 1-1 0 0,0-1 1 0 0,-1 1 0 0 0,1 0 0 0 0,-1 1 0 0 0,0 0 0 0 0,0 0 0 0 0,-1 0 0 0 0,1 0-1 0 0,-1 1 1 0 0,0 0 0 0 0,0 0 0 0 0,0 1 0 0 0,-1-1 0 0 0,0 1 0 0 0,6 11-1 0 0,-5-8-50 0 0,-1 0-1 0 0,0 1 0 0 0,-1 0 0 0 0,0-1 0 0 0,0 1 0 0 0,-1 0 1 0 0,-1 0-1 0 0,1 1 0 0 0,-2-1 0 0 0,1 0 0 0 0,-1 0 0 0 0,-1 0 0 0 0,0 1 1 0 0,-3 11-1 0 0,-1-3-16 0 0,-1 1 1 0 0,0-1-1 0 0,-1 0 1 0 0,-2-1-1 0 0,0 0 1 0 0,-1 0 0 0 0,0-1-1 0 0,-1 0 1 0 0,-17 18-1 0 0,5-10 41 0 0,-1 0 0 0 0,-1-2 0 0 0,-1-1 0 0 0,-45 30 0 0 0,69-51-22 0 0,2-1-32 0 0,0 0 0 0 0,-1 0 0 0 0,1 0 1 0 0,0 0-1 0 0,-1 0 0 0 0,1 0 0 0 0,0 0 0 0 0,-1 0 0 0 0,1 0 0 0 0,0 0 0 0 0,-1 0 0 0 0,1 0 0 0 0,0 0 1 0 0,-1 0-1 0 0,1-1 0 0 0,0 1 0 0 0,0 0 0 0 0,-1 0 0 0 0,1 0 0 0 0,0 0 0 0 0,-1-1 0 0 0,1 1 0 0 0,0 0 1 0 0,0 0-1 0 0,-1-1 0 0 0,1 1 0 0 0,0 0 0 0 0,0 0 0 0 0,0-1 0 0 0,-1 1 0 0 0,1 0 0 0 0,0-1 1 0 0,0 1-1 0 0,0 0 0 0 0,0 0 0 0 0,0-1 0 0 0,0 1 0 0 0,0 0 0 0 0,0-1 0 0 0,0 1 0 0 0,0-1 0 0 0,7-16 16 0 0,23-20-11 0 0,-28 35-3 0 0,300-276 75 0 0,-175 170-85 0 0,-96 83-3 0 0,-21 18 6 0 0,-1-1-1 0 0,1 1 0 0 0,-2-2 0 0 0,1 1 0 0 0,-1-1 0 0 0,0 0 1 0 0,8-15-1 0 0,-15 21 7 0 0,0-4-4 0 0,-1 7 2 0 0,0 0 0 0 0,0-1-1 0 0,0 1 1 0 0,-1 0-1 0 0,1-1 1 0 0,0 1-1 0 0,0-1 1 0 0,-1 1-1 0 0,1 0 1 0 0,0 0-1 0 0,-1-1 1 0 0,1 1-1 0 0,0 0 1 0 0,-1 0 0 0 0,1-1-1 0 0,0 1 1 0 0,-1 0-1 0 0,1 0 1 0 0,-1 0-1 0 0,1-1 1 0 0,-1 1-1 0 0,1 0 1 0 0,0 0-1 0 0,-1 0 1 0 0,1 0-1 0 0,-1 0 1 0 0,1 0 0 0 0,-1 0-1 0 0,1 0 1 0 0,0 0-1 0 0,-1 0 1 0 0,1 0-1 0 0,-1 0 1 0 0,1 1-1 0 0,-1-1 1 0 0,1 0-1 0 0,-1 0 1 0 0,-17 4-1 0 0,18-4 3 0 0,-10 3 2 0 0,2 1 1 0 0,-1 0-1 0 0,0 1 1 0 0,1 0 0 0 0,0 0-1 0 0,0 1 1 0 0,0 0-1 0 0,-7 7 1 0 0,-51 58 54 0 0,54-57-26 0 0,1 0 0 0 0,1 1 0 0 0,0 0 0 0 0,1 1 0 0 0,1 0 0 0 0,0 0 0 0 0,1 1 0 0 0,1 0 0 0 0,-6 26 0 0 0,11-36-23 0 0,-1 0 1 0 0,1 0-1 0 0,1 0 1 0 0,-1 0 0 0 0,1 0-1 0 0,1 0 1 0 0,-1 0-1 0 0,1 0 1 0 0,0-1 0 0 0,1 1-1 0 0,-1 0 1 0 0,1 0-1 0 0,1-1 1 0 0,-1 1-1 0 0,1-1 1 0 0,0 0 0 0 0,1 0-1 0 0,0 0 1 0 0,0 0-1 0 0,0-1 1 0 0,0 1-1 0 0,1-1 1 0 0,0 0 0 0 0,0 0-1 0 0,0-1 1 0 0,1 0-1 0 0,6 5 1 0 0,0-2 24 0 0,1-1 0 0 0,0 0 0 0 0,0-1 0 0 0,1 0 0 0 0,-1-1 0 0 0,1 0 0 0 0,0-1 0 0 0,0-1 0 0 0,26 1 0 0 0,-22-2-446 0 0,1-2-1 0 0,-1 0 1 0 0,1-1-1 0 0,-1-1 1 0 0,1 0-1 0 0,34-13 1 0 0,-4-8-7224 0 0,-39 17 3699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9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27 1184 0 0,'38'-26'14391'0'0,"-34"28"-13366"0"0,-3-2-999 0 0,-1 0 1 0 0,0 0-1 0 0,0 0 1 0 0,1 0 0 0 0,-1 0-1 0 0,0 0 1 0 0,1 0-1 0 0,-1 0 1 0 0,0 0-1 0 0,0 0 1 0 0,1 0-1 0 0,-1 0 1 0 0,0 0 0 0 0,0 1-1 0 0,0-1 1 0 0,1 0-1 0 0,-1 0 1 0 0,0 0-1 0 0,0 0 1 0 0,1 0-1 0 0,-1 1 1 0 0,0-1 0 0 0,0 0-1 0 0,0 0 1 0 0,0 0-1 0 0,1 1 1 0 0,-1-1-1 0 0,0 0 1 0 0,0 0-1 0 0,0 0 1 0 0,0 1 0 0 0,0-1-1 0 0,0 0 1 0 0,0 0-1 0 0,1 1 1 0 0,-1-1-1 0 0,0 1 1 0 0,-8 40 869 0 0,-2 0 0 0 0,-1 0 0 0 0,-27 63 0 0 0,4-11-570 0 0,15-40-251 0 0,-3 12-293 0 0,10-24-2920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39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1156 0 0,'6'-16'4303'0'0,"1"0"1"0"0,12-21-1 0 0,-18 36-3983 0 0,-1 0-291 0 0,0 1 0 0 0,0-1 0 0 0,0 1 0 0 0,0-1 1 0 0,0 1-1 0 0,0-1 0 0 0,0 1 0 0 0,1-1 0 0 0,-1 1 0 0 0,0-1 0 0 0,0 1 0 0 0,0-1 1 0 0,1 1-1 0 0,-1 0 0 0 0,0-1 0 0 0,1 1 0 0 0,-1-1 0 0 0,0 1 0 0 0,1 0 0 0 0,-1-1 0 0 0,1 1 1 0 0,-1 0-1 0 0,0-1 0 0 0,1 1 0 0 0,-1 0 0 0 0,1 0 0 0 0,-1-1 0 0 0,1 1 0 0 0,-1 0 1 0 0,1 0-1 0 0,18-8 435 0 0,63-9 340 0 0,-36 7-2648 0 0,-4 1-6474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0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0 101 120 0 0,'1'-3'2546'0'0,"0"-8"-111"0"0,1 1 1 0 0,0-1-1 0 0,4-11 1 0 0,-4 20-2303 0 0,1 0 0 0 0,-1 1 1 0 0,1-1-1 0 0,-1 1 0 0 0,1 0 0 0 0,0-1 1 0 0,-1 1-1 0 0,1 0 0 0 0,0 1 0 0 0,0-1 1 0 0,0 1-1 0 0,0-1 0 0 0,0 1 1 0 0,0 0-1 0 0,-1 0 0 0 0,5 0 0 0 0,-1 1-84 0 0,0 0-1 0 0,-1 0 0 0 0,1 0 0 0 0,-1 0 1 0 0,1 1-1 0 0,-1 0 0 0 0,0 0 1 0 0,1 1-1 0 0,-1 0 0 0 0,-1-1 0 0 0,1 2 1 0 0,0-1-1 0 0,-1 0 0 0 0,1 1 1 0 0,-1 0-1 0 0,0 0 0 0 0,0 0 0 0 0,-1 1 1 0 0,1-1-1 0 0,-1 1 0 0 0,0 0 1 0 0,0 0-1 0 0,-1 0 0 0 0,1 0 0 0 0,-1 1 1 0 0,0-1-1 0 0,0 0 0 0 0,-1 1 1 0 0,0 0-1 0 0,0-1 0 0 0,0 1 0 0 0,-1 0 1 0 0,0-1-1 0 0,0 1 0 0 0,-1 7 1 0 0,-1 2 22 0 0,-1 0 0 0 0,-1-1 1 0 0,-1 1-1 0 0,0-1 0 0 0,-1 0 1 0 0,0 0-1 0 0,-1-1 0 0 0,-15 22 1 0 0,0-5 128 0 0,-1-1 0 0 0,-37 34 0 0 0,59-61-171 0 0,2-6-23 0 0,1 1-1 0 0,-1 0 1 0 0,1 0 0 0 0,0 0-1 0 0,0 0 1 0 0,0 0 0 0 0,0 0-1 0 0,1 1 1 0 0,-1-1 0 0 0,1 1-1 0 0,0-1 1 0 0,3-1 0 0 0,0-2-5 0 0,137-123 28 0 0,99-100 16 0 0,-239 226-48 0 0,0 0-1 0 0,0-1 0 0 0,-1 1 1 0 0,1 0-1 0 0,-1-1 1 0 0,0 1-1 0 0,0-1 0 0 0,2-6 1 0 0,-4 10 2 0 0,0 0 1 0 0,0-1 0 0 0,1 1-1 0 0,-1 0 1 0 0,0 0 0 0 0,0-1-1 0 0,0 1 1 0 0,0 0-1 0 0,0-1 1 0 0,0 1 0 0 0,0 0-1 0 0,0 0 1 0 0,0-1 0 0 0,0 1-1 0 0,0 0 1 0 0,0 0 0 0 0,0-1-1 0 0,0 1 1 0 0,0 0 0 0 0,-1 0-1 0 0,1-1 1 0 0,0 1-1 0 0,0 0 1 0 0,0 0 0 0 0,0-1-1 0 0,0 1 1 0 0,0 0 0 0 0,-1 0-1 0 0,1 0 1 0 0,0-1 0 0 0,0 1-1 0 0,0 0 1 0 0,-1 0 0 0 0,1 0-1 0 0,0 0 1 0 0,0-1 0 0 0,-1 1-1 0 0,1 0 1 0 0,0 0-1 0 0,0 0 1 0 0,-1 0 0 0 0,1 0-1 0 0,0 0 1 0 0,0 0 0 0 0,-1 0-1 0 0,1 0 1 0 0,0 0 0 0 0,0 0-1 0 0,-1 0 1 0 0,1 0 0 0 0,0 0-1 0 0,0 0 1 0 0,-1 0 0 0 0,1 0-1 0 0,0 0 1 0 0,-1 0 0 0 0,-13 4 7 0 0,14-4-8 0 0,-9 4 4 0 0,0 0 0 0 0,1 1 1 0 0,0 0-1 0 0,0 0 0 0 0,0 1 0 0 0,0 0 0 0 0,1 1 0 0 0,-7 7 0 0 0,-49 63 83 0 0,52-64-52 0 0,-17 24 66 0 0,-27 48 0 0 0,48-72-84 0 0,0-1 1 0 0,1 1 0 0 0,0 1 0 0 0,1-1-1 0 0,1 1 1 0 0,0 0 0 0 0,1 0 0 0 0,-2 18-1 0 0,5-29-8 0 0,0 0 0 0 0,-1 0 0 0 0,2 0 0 0 0,-1 1 0 0 0,0-1 0 0 0,1 0 0 0 0,-1 0-1 0 0,1 0 1 0 0,0 0 0 0 0,0 0 0 0 0,0 0 0 0 0,0 0 0 0 0,1-1 0 0 0,-1 1 0 0 0,1 0-1 0 0,-1-1 1 0 0,1 1 0 0 0,0-1 0 0 0,0 1 0 0 0,3 2 0 0 0,-1-3-3 0 0,0 1 0 0 0,0-1 1 0 0,1 1-1 0 0,-1-1 0 0 0,0-1 0 0 0,1 1 0 0 0,-1 0 1 0 0,1-1-1 0 0,0 0 0 0 0,0 0 0 0 0,-1-1 0 0 0,10 1 1 0 0,15-1-522 0 0,0-1 0 0 0,39-7 0 0 0,57-15-5618 0 0,-94 15 2585 0 0,4 0-1334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49 1508 0 0,'-29'-41'10786'0'0,"25"33"-7359"0"0,6 9-3370 0 0,1 1-1 0 0,0-1 0 0 0,0 1 0 0 0,-1-1 0 0 0,1 1 0 0 0,-1 0 0 0 0,0 0 0 0 0,1 0 0 0 0,-1 0 0 0 0,0 1 1 0 0,0-1-1 0 0,0 1 0 0 0,-1-1 0 0 0,1 1 0 0 0,-1-1 0 0 0,1 1 0 0 0,-1 0 0 0 0,0 0 0 0 0,0 0 0 0 0,0 0 1 0 0,0 0-1 0 0,0 4 0 0 0,1 2 51 0 0,0 0 0 0 0,-1 0 0 0 0,-1 0 0 0 0,1 1 0 0 0,-1-1 1 0 0,-2 16-1 0 0,-3-2 142 0 0,-1-1 1 0 0,-1 0 0 0 0,-1-1 0 0 0,0 0-1 0 0,-2 0 1 0 0,-14 22 0 0 0,0-5 92 0 0,-1-1 1 0 0,-36 39-1 0 0,22-27-178 0 0,38-48-159 0 0,1-1 1 0 0,-1 1 0 0 0,0 0 0 0 0,1 0 0 0 0,-1 0 0 0 0,1-1 0 0 0,-1 1 0 0 0,1 0 0 0 0,-1 0-1 0 0,1 0 1 0 0,0 0 0 0 0,-1 0 0 0 0,1 0 0 0 0,0 0 0 0 0,0 0 0 0 0,0 0 0 0 0,0 0-1 0 0,0 1 1 0 0,0-1-3 0 0,0-1 0 0 0,0 1-1 0 0,1-1 1 0 0,-1 1-1 0 0,0-1 1 0 0,1 0-1 0 0,-1 1 1 0 0,0-1 0 0 0,1 1-1 0 0,-1-1 1 0 0,1 0-1 0 0,-1 1 1 0 0,0-1 0 0 0,1 0-1 0 0,-1 0 1 0 0,1 1-1 0 0,-1-1 1 0 0,1 0 0 0 0,-1 0-1 0 0,1 0 1 0 0,-1 1-1 0 0,2-1 1 0 0,29 0 37 0 0,23-11-304 0 0,0-1-1 0 0,0-4 1 0 0,88-37 0 0 0,-19 7-4565 0 0,-67 24-1478 0 0,-28 11-8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1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79 2076 0 0,'9'-13'3372'0'0,"-1"0"-1"0"0,0-1 1 0 0,8-20 1805 0 0,-16 34-5136 0 0,0-1 0 0 0,-1 1 0 0 0,1 0 0 0 0,0-1 0 0 0,-1 1 0 0 0,1 0 0 0 0,0 0 0 0 0,-1-1 0 0 0,1 1 1 0 0,0 0-1 0 0,-1 0 0 0 0,1 0 0 0 0,0 0 0 0 0,-1-1 0 0 0,1 1 0 0 0,-1 0 0 0 0,1 0 0 0 0,0 0 0 0 0,-1 0 1 0 0,1 0-1 0 0,-1 0 0 0 0,1 0 0 0 0,0 0 0 0 0,-1 0 0 0 0,1 0 0 0 0,-1 0 0 0 0,1 0 0 0 0,0 0 0 0 0,-1 0 0 0 0,1 1 1 0 0,-1-1-1 0 0,-13 7 439 0 0,12-6-450 0 0,-93 45 1749 0 0,-97 51-255 0 0,149-72-1343 0 0,1 2 0 0 0,-49 40 0 0 0,83-61-167 0 0,0 1 0 0 0,0 0 0 0 0,1 0 0 0 0,0 1 0 0 0,1 0-1 0 0,-11 16 1 0 0,16-22-8 0 0,0 1 0 0 0,0-1 0 0 0,0 1 0 0 0,0-1 1 0 0,0 1-1 0 0,0 0 0 0 0,1-1 0 0 0,-1 1 0 0 0,1 0 0 0 0,0 0 0 0 0,0-1 0 0 0,0 1 0 0 0,0 0 0 0 0,0 0 0 0 0,1-1 0 0 0,-1 1 0 0 0,1 0 0 0 0,0 0 0 0 0,0-1 1 0 0,0 1-1 0 0,0-1 0 0 0,0 1 0 0 0,0-1 0 0 0,1 1 0 0 0,-1-1 0 0 0,1 0 0 0 0,0 0 0 0 0,-1 0 0 0 0,5 4 0 0 0,5 4 17 0 0,1-1 0 0 0,0 0 0 0 0,0 0-1 0 0,1-2 1 0 0,0 1 0 0 0,0-2 0 0 0,1 0 0 0 0,-1 0-1 0 0,17 3 1 0 0,22 5 38 0 0,61 7-1 0 0,-60-12-76 0 0,32 2-3017 0 0,-66-9 270 0 0,-7 2-492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1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1084 0 0,'-12'3'2539'0'0,"1"1"0"0"0,-1 0 0 0 0,-16 7-1 0 0,25-9-2196 0 0,0 0 0 0 0,-1 0-1 0 0,1 0 1 0 0,0 0 0 0 0,0 1-1 0 0,0-1 1 0 0,0 1 0 0 0,1-1-1 0 0,-1 1 1 0 0,1 0-1 0 0,-1 0 1 0 0,1 1 0 0 0,0-1-1 0 0,0 0 1 0 0,-1 4 0 0 0,3-5-296 0 0,0-1 0 0 0,-1 0 1 0 0,1 0-1 0 0,0 0 1 0 0,0 1-1 0 0,0-1 1 0 0,0 0-1 0 0,0 0 1 0 0,1 1-1 0 0,-1-1 1 0 0,0 0-1 0 0,0 0 1 0 0,1 0-1 0 0,-1 0 1 0 0,1 1-1 0 0,-1-1 1 0 0,1 0-1 0 0,0 0 1 0 0,-1 0-1 0 0,1 0 1 0 0,1 1-1 0 0,0 1 1 0 0,0-1-1 0 0,0 0 1 0 0,1 0-1 0 0,-1 0 1 0 0,1 0-1 0 0,-1 0 1 0 0,4 1-1 0 0,2 1 9 0 0,0-1-1 0 0,0-1 0 0 0,1 0 1 0 0,-1 0-1 0 0,1 0 0 0 0,15 0 1 0 0,55-2-117 0 0,-70-1 9 0 0,96-8-3185 0 0,-86 5-481 0 0,30-9-1 0 0,-22 5-1565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194 248 24 0 0,'53'-221'20413'0'0,"-49"202"-19124"0"0,-3 11-454 0 0,0 17-217 0 0,-3 17 255 0 0,0 0 1 0 0,-11 42-1 0 0,5-32-335 0 0,-99 371 1517 0 0,25-117-1866 0 0,71-237-1272 0 0,3 0 0 0 0,-3 57 0 0 0,5 37-7766 0 0,5-112 4931 0 0,-1 17-6243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53 1856 0 0,'4'-24'4499'0'0,"-3"22"-4392"0"0,1 0 1 0 0,-1 0 0 0 0,1 0 0 0 0,0 0 0 0 0,0 0 0 0 0,0 0 0 0 0,0 0-1 0 0,0 1 1 0 0,0-1 0 0 0,0 1 0 0 0,1-1 0 0 0,-1 1 0 0 0,1 0-1 0 0,-1 0 1 0 0,0 0 0 0 0,1 0 0 0 0,0 1 0 0 0,-1-1 0 0 0,1 1-1 0 0,-1-1 1 0 0,1 1 0 0 0,0 0 0 0 0,-1 0 0 0 0,1 0 0 0 0,0 1 0 0 0,-1-1-1 0 0,4 1 1 0 0,-1 0-49 0 0,0 0 1 0 0,0 0-1 0 0,0 1 0 0 0,0-1 0 0 0,0 1 0 0 0,0 0 0 0 0,-1 0 1 0 0,1 1-1 0 0,-1 0 0 0 0,1-1 0 0 0,-1 2 0 0 0,0-1 0 0 0,0 0 0 0 0,4 5 1 0 0,-3 0-30 0 0,-1-1 0 0 0,1 1 1 0 0,-2-1-1 0 0,1 1 1 0 0,-1 1-1 0 0,0-1 0 0 0,0 0 1 0 0,-1 1-1 0 0,-1-1 1 0 0,1 1-1 0 0,-1 0 0 0 0,-1-1 1 0 0,1 1-1 0 0,-2 0 1 0 0,1-1-1 0 0,-3 12 0 0 0,-1 5 19 0 0,-1 0-1 0 0,-1 0 1 0 0,-2 0-1 0 0,-13 30 0 0 0,1-13 114 0 0,-1-1 0 0 0,-3-2 0 0 0,-47 63 0 0 0,188-209 12 0 0,49-40-137 0 0,-42 40-8 0 0,-119 102-28 0 0,38-38-15 0 0,-40 40 11 0 0,0-1-1 0 0,-1 1 1 0 0,1-1 0 0 0,-1 0 0 0 0,0 0-1 0 0,0 0 1 0 0,0 0 0 0 0,0 0 0 0 0,-1-1-1 0 0,2-6 1 0 0,-3 10 2 0 0,0 1 0 0 0,0-1 0 0 0,0 1 0 0 0,0-1 0 0 0,0 0 0 0 0,0 1 0 0 0,0-1 0 0 0,0 0 0 0 0,0 1 0 0 0,0-1-1 0 0,0 1 1 0 0,0-1 0 0 0,-1 1 0 0 0,1-1 0 0 0,0 0 0 0 0,0 1 0 0 0,-1-1 0 0 0,1 1 0 0 0,0-1 0 0 0,-1 1 0 0 0,1-1 0 0 0,0 1 0 0 0,-1 0 0 0 0,1-1 0 0 0,-1 1 0 0 0,1-1 0 0 0,-1 1 0 0 0,1 0 0 0 0,-1-1-1 0 0,1 1 1 0 0,-1 0 0 0 0,1 0 0 0 0,-1-1 0 0 0,0 1 0 0 0,1 0 0 0 0,-1 0 0 0 0,1 0 0 0 0,-1 0 0 0 0,0 0 0 0 0,1 0 0 0 0,-1 0 0 0 0,1 0 0 0 0,-1 0 0 0 0,0 0 0 0 0,0 0 0 0 0,-25 6-2 0 0,11 3 58 0 0,1-1-1 0 0,0 2 0 0 0,1 0 0 0 0,0 1 0 0 0,0 0 0 0 0,1 1 0 0 0,0 0 1 0 0,2 1-1 0 0,-1 0 0 0 0,1 1 0 0 0,1 0 0 0 0,0 0 0 0 0,-11 27 0 0 0,18-37-37 0 0,1 0 0 0 0,-1 0-1 0 0,1 0 1 0 0,0 0-1 0 0,0 0 1 0 0,0 1-1 0 0,0-1 1 0 0,1 0-1 0 0,0 0 1 0 0,0 0-1 0 0,0 1 1 0 0,0-1-1 0 0,1 0 1 0 0,-1 0 0 0 0,1 0-1 0 0,0 0 1 0 0,1 1-1 0 0,-1-1 1 0 0,0-1-1 0 0,1 1 1 0 0,0 0-1 0 0,0 0 1 0 0,0-1-1 0 0,1 1 1 0 0,-1-1-1 0 0,1 1 1 0 0,0-1 0 0 0,0 0-1 0 0,0 0 1 0 0,0-1-1 0 0,0 1 1 0 0,1 0-1 0 0,-1-1 1 0 0,1 0-1 0 0,0 0 1 0 0,0 0-1 0 0,0 0 1 0 0,0-1-1 0 0,0 0 1 0 0,4 2 0 0 0,14 1 55 0 0,0 0 1 0 0,-1-1-1 0 0,1-1 1 0 0,28-1 0 0 0,-4-3-2436 0 0,45-9 1 0 0,-75 8-483 0 0,-2-2-789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3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26 1740 0 0,'3'-26'13447'0'0,"-8"38"-10834"0"0,-9 40-2800 0 0,9-34 936 0 0,-12 43-419 0 0,-32 133-60 0 0,48-188-432 0 0,0 1-1 0 0,0-1 0 0 0,1 1 1 0 0,0-1-1 0 0,2 11 0 0 0,-2-14-122 0 0,0-1 0 0 0,1 0 0 0 0,-1 1 0 0 0,1-1 0 0 0,0 0 1 0 0,0 0-1 0 0,0 0 0 0 0,0 0 0 0 0,0 0 0 0 0,0 0 0 0 0,1 0 0 0 0,-1 0 0 0 0,1 0 0 0 0,-1 0 0 0 0,1-1 0 0 0,-1 1 0 0 0,1-1 0 0 0,2 2 0 0 0,10 1-4033 0 0,-11-4 3167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4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98 1332 0 0,'-15'-34'13791'0'0,"50"38"-13260"0"0,-6-4-472 0 0,0-1 0 0 0,0 0 0 0 0,0-3 0 0 0,55-12 0 0 0,-38 6-461 0 0,12-5-2050 0 0,-22 1-3088 0 0,-23 8 389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17 1868 0 0,'-3'-1'1970'0'0,"-46"-15"5775"0"0,49 16-7667 0 0,-1 0 0 0 0,0 0 0 0 0,0 0 1 0 0,1 1-1 0 0,-1-1 0 0 0,0 0 0 0 0,0 0 0 0 0,1 1 0 0 0,-1-1 0 0 0,0 0 0 0 0,0 1 0 0 0,1-1 1 0 0,-1 0-1 0 0,1 1 0 0 0,-1-1 0 0 0,0 1 0 0 0,1-1 0 0 0,-1 1 0 0 0,1 0 0 0 0,-1-1 1 0 0,1 1-1 0 0,-1-1 0 0 0,1 1 0 0 0,-1 1 0 0 0,-8 18 872 0 0,-2 34-75 0 0,-6 91 0 0 0,3-14-690 0 0,4-52-839 0 0,7-28-3084 0 0,5-37-1426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4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0 152 1296 0 0,'10'-13'940'0'0,"0"1"0"0"0,1 1 0 0 0,0-1 0 0 0,1 2 0 0 0,0 0 0 0 0,0 0 0 0 0,1 1 0 0 0,15-8 0 0 0,-22 14-837 0 0,0 0 1 0 0,0 1-1 0 0,1 0 1 0 0,-1 0-1 0 0,0 0 1 0 0,1 1-1 0 0,-1-1 1 0 0,1 2-1 0 0,0-1 1 0 0,-1 1-1 0 0,1 0 1 0 0,0 0-1 0 0,-1 1 1 0 0,1 0-1 0 0,0 0 1 0 0,-1 0-1 0 0,0 1 1 0 0,1 0 0 0 0,-1 0-1 0 0,0 1 1 0 0,10 5-1 0 0,-9-4-67 0 0,-1 0 0 0 0,0 1 0 0 0,0-1 0 0 0,0 1 0 0 0,0 0 0 0 0,-1 1 0 0 0,0-1 1 0 0,0 1-1 0 0,0 0 0 0 0,5 10 0 0 0,-8-11-26 0 0,1 0 0 0 0,-1-1 0 0 0,-1 1 0 0 0,1 0 0 0 0,-1 0 0 0 0,0 0 0 0 0,0 0 0 0 0,0 0 0 0 0,-1 1 0 0 0,1-1 0 0 0,-1 0 0 0 0,-1 0 0 0 0,1 0 0 0 0,-1 0 0 0 0,0 0 0 0 0,-2 8 0 0 0,-1 0 88 0 0,-2 1 0 0 0,0-1 0 0 0,0 0 0 0 0,-1 0 0 0 0,-1 0 0 0 0,0-1 0 0 0,0 0 0 0 0,-1-1 0 0 0,-1 0-1 0 0,0-1 1 0 0,-1 0 0 0 0,0 0 0 0 0,0-1 0 0 0,-1 0 0 0 0,0-1 0 0 0,-22 11 0 0 0,31-18-27 0 0,3-1-68 0 0,0 0 0 0 0,-1 0 0 0 0,1 0 0 0 0,0 0 0 0 0,-1 0 0 0 0,1 0 0 0 0,0-1 0 0 0,-1 1 0 0 0,1 0 0 0 0,0 0 0 0 0,-1 0 0 0 0,1 0 0 0 0,0-1 0 0 0,0 1 0 0 0,-1 0 0 0 0,1 0 0 0 0,0-1 0 0 0,0 1 0 0 0,0 0 0 0 0,-1-1 0 0 0,1 1 0 0 0,0 0 0 0 0,0-1 0 0 0,0 1 0 0 0,0 0 0 0 0,-1-1 0 0 0,1 1 0 0 0,0 0 0 0 0,0-1 0 0 0,0 1-1 0 0,0 0 1 0 0,0-1 0 0 0,0 1 0 0 0,0 0 0 0 0,0-1 0 0 0,0 1 0 0 0,0 0 0 0 0,0-1 0 0 0,0 1 0 0 0,1 0 0 0 0,-1-1 0 0 0,0 1 0 0 0,0 0 0 0 0,0-1 0 0 0,0 1 0 0 0,1 0 0 0 0,-1-1 0 0 0,0 1 0 0 0,9-19 30 0 0,-9 19-32 0 0,12-18 14 0 0,1 0-1 0 0,0 2 1 0 0,32-31-1 0 0,-3 3-3 0 0,25-24 9 0 0,-49 52-13 0 0,0-1 0 0 0,-1-1 0 0 0,-1 0 0 0 0,-1-1 0 0 0,21-35 0 0 0,-36 54-3 0 0,1-1 1 0 0,-1 0-1 0 0,1 0 0 0 0,-1 0 1 0 0,1 0-1 0 0,-1 0 1 0 0,0 0-1 0 0,1 0 1 0 0,-1-1-1 0 0,0 1 0 0 0,0 0 1 0 0,0 0-1 0 0,0 0 1 0 0,0 0-1 0 0,0 0 1 0 0,0 0-1 0 0,0 0 0 0 0,0-2 1 0 0,-1 3 3 0 0,1-1-1 0 0,0 1 1 0 0,-1 0 0 0 0,1-1 0 0 0,-1 1-1 0 0,1 0 1 0 0,-1-1 0 0 0,1 1 0 0 0,-1 0-1 0 0,1-1 1 0 0,-1 1 0 0 0,1 0 0 0 0,-1 0-1 0 0,1 0 1 0 0,-1 0 0 0 0,1-1 0 0 0,-1 1-1 0 0,1 0 1 0 0,-1 0 0 0 0,1 0 0 0 0,-1 0-1 0 0,0 0 1 0 0,1 0 0 0 0,-2 1 0 0 0,-2 0 44 0 0,-1 0 0 0 0,1 0 1 0 0,-1 0-1 0 0,1 1 0 0 0,-1 0 0 0 0,-6 4 1 0 0,0 1 56 0 0,0 2 0 0 0,0-1 1 0 0,1 1-1 0 0,0 1 1 0 0,1 0-1 0 0,-13 18 0 0 0,-43 70 438 0 0,65-97-546 0 0,-9 14 82 0 0,0 2-1 0 0,1-1 1 0 0,-8 27-1 0 0,14-37-62 0 0,0 0-1 0 0,1 0 0 0 0,-1 0 0 0 0,1 1 0 0 0,1-1 1 0 0,-1 0-1 0 0,1 0 0 0 0,0 1 0 0 0,1-1 0 0 0,-1 0 0 0 0,1 0 1 0 0,0 1-1 0 0,4 9 0 0 0,-4-13-11 0 0,0-1 0 0 0,1 1-1 0 0,-1-1 1 0 0,1 0 0 0 0,0 0 0 0 0,0 1 0 0 0,-1-1 0 0 0,1 0-1 0 0,1-1 1 0 0,-1 1 0 0 0,0 0 0 0 0,0 0 0 0 0,1-1-1 0 0,2 2 1 0 0,1 0-7 0 0,0-1 0 0 0,0 0-1 0 0,0 0 1 0 0,0-1 0 0 0,13 2 0 0 0,1-1-546 0 0,0-2 1 0 0,38-4-1 0 0,92-19-8391 0 0,-117 18 4585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5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44 956 0 0,'-14'-27'11118'0'0,"13"26"-11036"0"0,1 1 1 0 0,-1 0 0 0 0,1-1-1 0 0,0 1 1 0 0,-1-1-1 0 0,1 1 1 0 0,0-1-1 0 0,0 1 1 0 0,-1-1 0 0 0,1 1-1 0 0,0-1 1 0 0,0 1-1 0 0,0-1 1 0 0,-1 1 0 0 0,1-1-1 0 0,0 0 1 0 0,0 1-1 0 0,0-1 1 0 0,0 1 0 0 0,0-1-1 0 0,0 1 1 0 0,0-1-1 0 0,1 0 1 0 0,-1 1 0 0 0,0-1-1 0 0,0 1 1 0 0,0-1-1 0 0,1 0-16 0 0,0 1 0 0 0,-1 0-1 0 0,1 0 1 0 0,0 0 0 0 0,-1-1-1 0 0,1 1 1 0 0,0 0 0 0 0,-1 0-1 0 0,1 0 1 0 0,0 0 0 0 0,-1 0-1 0 0,1 0 1 0 0,0 0 0 0 0,-1 1-1 0 0,1-1 1 0 0,0 0-1 0 0,-1 0 1 0 0,2 1 0 0 0,2 0 21 0 0,0 1 0 0 0,0 0 1 0 0,0 0-1 0 0,0 0 0 0 0,0 0 1 0 0,6 5-1 0 0,-7-4-32 0 0,0 1 0 0 0,0-1 1 0 0,0 1-1 0 0,-1-1 0 0 0,1 1 1 0 0,-1 0-1 0 0,0 0 0 0 0,0 0 1 0 0,0 0-1 0 0,-1 1 0 0 0,1-1 1 0 0,-1 0-1 0 0,0 1 0 0 0,0 7 0 0 0,0-5 55 0 0,-2-1 0 0 0,1 1-1 0 0,-1 0 1 0 0,0 0-1 0 0,0 0 1 0 0,-1-1-1 0 0,0 1 1 0 0,-5 11 0 0 0,-4 5 264 0 0,-2 0-1 0 0,-1-1 1 0 0,0-1 0 0 0,-20 21 0 0 0,26-32-233 0 0,-53 59 715 0 0,-7 9-238 0 0,68-78-614 0 0,0 0 0 0 0,-1 0 1 0 0,1 1-1 0 0,0-1 1 0 0,0 0-1 0 0,-1 1 0 0 0,1-1 1 0 0,0 1-1 0 0,0-1 0 0 0,0 0 1 0 0,0 1-1 0 0,0-1 1 0 0,0 0-1 0 0,0 1 0 0 0,0-1 1 0 0,0 1-1 0 0,0-1 1 0 0,0 0-1 0 0,0 1 0 0 0,0-1 1 0 0,0 1-1 0 0,0-1 0 0 0,0 0 1 0 0,0 1-1 0 0,0-1 1 0 0,0 1-1 0 0,0-1 0 0 0,1 0 1 0 0,-1 1-1 0 0,0-1 1 0 0,1 1-2 0 0,-1-1 1 0 0,1 1 0 0 0,0-1-1 0 0,-1 1 1 0 0,1-1 0 0 0,0 0 0 0 0,-1 1-1 0 0,1-1 1 0 0,0 0 0 0 0,-1 0-1 0 0,1 1 1 0 0,0-1 0 0 0,0 0-1 0 0,-1 0 1 0 0,1 0 0 0 0,0 0 0 0 0,0 0-1 0 0,-1 0 1 0 0,2 0 0 0 0,34-4 25 0 0,0-1 1 0 0,46-13 0 0 0,74-28-327 0 0,-91 25-52 0 0,191-65-4553 0 0,-165 54-1357 0 0,-20 7-1374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6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32 1964 0 0,'3'-8'2613'0'0,"5"-8"2374"0"0,-7 15-4899 0 0,0 0 0 0 0,0 1 0 0 0,0-1 0 0 0,-1 0 0 0 0,1 1 0 0 0,0-1 0 0 0,0 1 0 0 0,0-1 0 0 0,0 1 0 0 0,0 0 0 0 0,0-1 0 0 0,0 1 0 0 0,0 0 0 0 0,0 0 0 0 0,0 0 0 0 0,0 0 0 0 0,0 0 0 0 0,1 0 0 0 0,109 5 656 0 0,-1 5 0 0 0,155 35-1 0 0,-251-42-735 0 0,-10-3-7 0 0,0 1-1 0 0,0-1 0 0 0,0 1 1 0 0,-1 0-1 0 0,1 0 0 0 0,0 1 1 0 0,-1-1-1 0 0,1 1 0 0 0,3 2 1 0 0,-6-3 5 0 0,-1 0-4 0 0,0 0 1 0 0,0 1 0 0 0,0-1-1 0 0,0 0 1 0 0,-1 0 0 0 0,1 0 0 0 0,-1 0-1 0 0,1 0 1 0 0,-1 0 0 0 0,1 0-1 0 0,-1 0 1 0 0,-1 2 0 0 0,-24 14 319 0 0,-2 0 0 0 0,0-2 0 0 0,-55 21 0 0 0,21-10-90 0 0,-328 146 906 0 0,378-167-1129 0 0,5-2-38 0 0,-1 0 1 0 0,1 1-1 0 0,-1 0 1 0 0,1 0 0 0 0,-10 8-1 0 0,16-11-257 0 0,1-1 197 0 0,0 1-1 0 0,0-1 1 0 0,0 1 0 0 0,0-1 0 0 0,0 1-1 0 0,0-1 1 0 0,0 0 0 0 0,1 1-1 0 0,-1-1 1 0 0,0 1 0 0 0,0-1-1 0 0,1 0 1 0 0,-1 1 0 0 0,0-1-1 0 0,0 0 1 0 0,1 1 0 0 0,-1-1-1 0 0,0 0 1 0 0,1 1 0 0 0,-1-1 0 0 0,0 0-1 0 0,1 0 1 0 0,0 1 0 0 0,39 2-6359 0 0,-17-3 1713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20 1660 0 0,'21'-20'10865'0'0,"-21"20"-10780"0"0,-41 10 1022 0 0,0 3 0 0 0,-59 25-1 0 0,27-8-765 0 0,-9 1-375 0 0,-143 78-1 0 0,198-89-1066 0 0,15-3-2827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6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623 185 2456 0 0,'20'-33'3864'0'0,"-8"13"-2046"0"0,0 0 0 0 0,1 2 1 0 0,20-22-1 0 0,-28 35-1720 0 0,0 0 1 0 0,1 0-1 0 0,-1 0 0 0 0,1 1 1 0 0,0 0-1 0 0,0 0 1 0 0,1 1-1 0 0,-1 0 0 0 0,1 0 1 0 0,0 0-1 0 0,-1 1 1 0 0,1 0-1 0 0,0 0 0 0 0,12-1 1 0 0,-10 3-58 0 0,0-1 1 0 0,0 2 0 0 0,0-1-1 0 0,0 1 1 0 0,0 0 0 0 0,-1 1-1 0 0,1 0 1 0 0,0 1 0 0 0,-1-1-1 0 0,1 2 1 0 0,-1-1 0 0 0,15 9-1 0 0,-20-10 10 0 0,0 0 0 0 0,0 1-1 0 0,0-1 1 0 0,0 0 0 0 0,-1 1-1 0 0,1 0 1 0 0,-1 0 0 0 0,1-1-1 0 0,-1 1 1 0 0,0 1-1 0 0,0-1 1 0 0,0 0 0 0 0,-1 0-1 0 0,1 1 1 0 0,-1-1 0 0 0,0 1-1 0 0,0-1 1 0 0,0 1 0 0 0,0 0-1 0 0,-1-1 1 0 0,1 1 0 0 0,-1 0-1 0 0,0 0 1 0 0,0-1-1 0 0,0 1 1 0 0,-1 0 0 0 0,1-1-1 0 0,-1 1 1 0 0,0 0 0 0 0,0-1-1 0 0,0 1 1 0 0,-1-1 0 0 0,-1 5-1 0 0,-1 1 62 0 0,-1-1-1 0 0,0 1 1 0 0,-1-1 0 0 0,0 0-1 0 0,0 0 1 0 0,0-1-1 0 0,-12 11 1 0 0,-58 40 457 0 0,28-22 85 0 0,46-35-541 0 0,5 1-34 0 0,-3-1-77 0 0,0-1 0 0 0,1 0 1 0 0,-1 1-1 0 0,0-1 1 0 0,0 0-1 0 0,1 1 0 0 0,-1-1 1 0 0,0 0-1 0 0,0 1 0 0 0,1-1 1 0 0,-1 0-1 0 0,0 1 1 0 0,1-1-1 0 0,-1 0 0 0 0,0 0 1 0 0,1 0-1 0 0,-1 1 0 0 0,1-1 1 0 0,-1 0-1 0 0,0 0 1 0 0,1 0-1 0 0,-1 0 0 0 0,1 0 1 0 0,0 0-1 0 0,38 1 54 0 0,-1 1 0 0 0,58 10-1 0 0,-80-9-44 0 0,0 1-1 0 0,-1 0 1 0 0,1 1-1 0 0,-1 1 0 0 0,-1 0 1 0 0,1 1-1 0 0,-1 1 1 0 0,0 0-1 0 0,13 11 0 0 0,-24-17 48 0 0,0 1-1 0 0,0-1 1 0 0,0 1-1 0 0,0 0 1 0 0,-1 0-1 0 0,1 0 1 0 0,-1 0-1 0 0,1 1 1 0 0,-1-1-1 0 0,0 0 1 0 0,-1 1-1 0 0,1 0 1 0 0,0-1-1 0 0,-1 1 0 0 0,0 0 1 0 0,0 0-1 0 0,0 0 1 0 0,-1 0-1 0 0,1 4 1 0 0,-1-3 10 0 0,-1-1 0 0 0,0 1 1 0 0,0-1-1 0 0,0 1 0 0 0,0-1 1 0 0,-1 0-1 0 0,0 0 0 0 0,0 1 0 0 0,0-1 1 0 0,0 0-1 0 0,-1-1 0 0 0,0 1 1 0 0,1 0-1 0 0,-1-1 0 0 0,0 1 0 0 0,-6 3 1 0 0,-8 8 11 0 0,-1-1 0 0 0,0-2-1 0 0,0 0 1 0 0,-2 0 0 0 0,1-2 0 0 0,-1 0 0 0 0,-37 11 0 0 0,-153 32-13 0 0,-82-9-1489 0 0,96-24-2432 0 0,10-2-4930 0 0,114-10 2261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 1588 0 0,'0'0'2461'0'0,"-2"-1"-1459"0"0,-3 1-465 0 0,1 0 1 0 0,0 0-1 0 0,-1 0 0 0 0,1 0 1 0 0,-1 0-1 0 0,1 1 0 0 0,-7 2 1 0 0,9-3-20 0 0,-14 3 421 0 0,13-2-558 0 0,-14 4 685 0 0,17-5-1023 0 0,-1 0 0 0 0,1 0-1 0 0,0 0 1 0 0,0 1-1 0 0,-1-1 1 0 0,1 0-1 0 0,0 0 1 0 0,0 1-1 0 0,-1-1 1 0 0,1 0-1 0 0,0 1 1 0 0,0-1 0 0 0,0 0-1 0 0,-1 1 1 0 0,1-1-1 0 0,0 0 1 0 0,0 1-1 0 0,0-1 1 0 0,0 0-1 0 0,0 1 1 0 0,0-1 0 0 0,0 0-1 0 0,0 1 1 0 0,0-1-1 0 0,0 1 1 0 0,0 0 33 0 0,1 1 0 0 0,0 0 0 0 0,0-1 0 0 0,0 1 0 0 0,0-1 0 0 0,0 1 0 0 0,0-1 0 0 0,0 0 0 0 0,0 0 1 0 0,1 1-1 0 0,-1-1 0 0 0,0 0 0 0 0,1 0 0 0 0,-1 0 0 0 0,2 1 0 0 0,39 24 605 0 0,-9-5-364 0 0,0 1 1 0 0,55 51 0 0 0,-80-66-301 0 0,-1 0 0 0 0,-1 0 0 0 0,1 1 1 0 0,-1 0-1 0 0,0 1 0 0 0,-1-1 0 0 0,0 1 0 0 0,-1 0 0 0 0,1 0 0 0 0,-2 0 1 0 0,1 1-1 0 0,-1 0 0 0 0,-1-1 0 0 0,0 1 0 0 0,0 0 0 0 0,0 15 1 0 0,-2-15-9 0 0,-1 0 0 0 0,0 0 0 0 0,-1 0 0 0 0,0 0 0 0 0,0 0 0 0 0,-1 0 0 0 0,-1 0 0 0 0,0-1 0 0 0,0 0 0 0 0,0 1 0 0 0,-1-2 0 0 0,-1 1 0 0 0,1 0 0 0 0,-2-1 0 0 0,1 0 0 0 0,-1-1 0 0 0,-15 14 0 0 0,2-5 259 0 0,-1-1 0 0 0,0-1 0 0 0,-1-1 0 0 0,0 0 0 0 0,-45 16 0 0 0,64-28-160 0 0,1-1-9 0 0,-11-2 3 0 0,15-3-95 0 0,-1 0 0 0 0,1 1 0 0 0,0-1 0 0 0,0 1 1 0 0,0 0-1 0 0,1-1 0 0 0,-1 1 0 0 0,1 0 0 0 0,0 0 0 0 0,5-4 0 0 0,40-39 1 0 0,-35 35 1 0 0,237-190-11 0 0,-114 98 52 0 0,-123 91-90 0 0,-22 14 34 0 0,-24 16 22 0 0,2 5-12 0 0,0 1 1 0 0,-38 39 0 0 0,56-49 0 0 0,1 1 1 0 0,0 1 0 0 0,0 0 0 0 0,2 0-1 0 0,0 1 1 0 0,-16 34 0 0 0,24-43-1 0 0,-1-1 1 0 0,1 1 0 0 0,0-1 0 0 0,1 1-1 0 0,0 0 1 0 0,0 0 0 0 0,0-1 0 0 0,1 1-1 0 0,0 0 1 0 0,0 0 0 0 0,1 0 0 0 0,1 8-1 0 0,-1-11 0 0 0,1 1 1 0 0,0 0-1 0 0,0 0 0 0 0,0-1 0 0 0,0 1 0 0 0,1-1 0 0 0,0 0 0 0 0,0 0 0 0 0,0 0 0 0 0,0 0 0 0 0,1 0 0 0 0,-1-1 0 0 0,1 1 0 0 0,0-1 0 0 0,0 0 1 0 0,0 0-1 0 0,5 2 0 0 0,6 3-165 0 0,0-1 0 0 0,1-1 0 0 0,0 0 1 0 0,0-1-1 0 0,0-1 0 0 0,1-1 0 0 0,27 3 1 0 0,-9-4-2043 0 0,0-1 1 0 0,59-6 0 0 0,-68 1-1008 0 0,35-10 0 0 0,-41 8 997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9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3884 0 0,'6'-5'1244'0'0,"-1"-1"-1"0"0,1 1 0 0 0,-1-1 0 0 0,-1 0 0 0 0,1 0 0 0 0,-1-1 0 0 0,0 1 1 0 0,5-14 699 0 0,-3 7 547 0 0,-1 13-931 0 0,-4 10-844 0 0,-4 46-184 0 0,-2 0 0 0 0,-17 71 1 0 0,-4 30-3067 0 0,25-119-781 0 0,5-15-5228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9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26 820 0 0,'36'-26'11474'0'0,"-40"48"-9825"0"0,-43 54-197 0 0,-60 108-2910 0 0,104-174 713 0 0,1-3-1004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49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0 179 184 0 0,'76'-78'10927'0'0,"-74"76"-10743"0"0,1 1 0 0 0,-1 0 0 0 0,1 0 0 0 0,0 0 0 0 0,-1 0 0 0 0,1 0 0 0 0,0 0 0 0 0,0 1 0 0 0,0 0 0 0 0,-1-1 0 0 0,1 1 0 0 0,0 0 0 0 0,0 0 0 0 0,0 1 0 0 0,0-1 0 0 0,-1 0 0 0 0,1 1 0 0 0,3 1 0 0 0,-1 0 1 0 0,1 0 0 0 0,-1 0 0 0 0,0 1 1 0 0,0 0-1 0 0,0 0 0 0 0,-1 0 0 0 0,1 0 1 0 0,-1 1-1 0 0,0 0 0 0 0,1 0 1 0 0,-2 0-1 0 0,1 0 0 0 0,0 1 0 0 0,-1-1 1 0 0,0 1-1 0 0,0 0 0 0 0,0 0 0 0 0,-1 0 1 0 0,0 1-1 0 0,0-1 0 0 0,3 11 0 0 0,-3-6-53 0 0,-1 0 0 0 0,0-1-1 0 0,0 1 1 0 0,-1 0 0 0 0,0 0-1 0 0,-1 0 1 0 0,0 0 0 0 0,0-1-1 0 0,-1 1 1 0 0,-1 0 0 0 0,1-1-1 0 0,-7 13 1 0 0,-1 1-54 0 0,-1-1 1 0 0,-2 0-1 0 0,0-1 1 0 0,-1 0-1 0 0,-1-1 0 0 0,-1 0 1 0 0,-1-2-1 0 0,-1 0 1 0 0,-25 21-1 0 0,43-39-77 0 0,-1 1 1 0 0,1-1-1 0 0,-1 1 1 0 0,0-1-1 0 0,0 1 1 0 0,1-1-1 0 0,-1 1 1 0 0,0-1-1 0 0,0 1 1 0 0,1-1-1 0 0,-1 0 1 0 0,0 0-1 0 0,0 1 1 0 0,0-1-1 0 0,0 0 1 0 0,1 0-1 0 0,-1 0 1 0 0,0 0-1 0 0,0 0 0 0 0,0 0 1 0 0,0 0-1 0 0,0 0 1 0 0,1 0-1 0 0,-1 0 1 0 0,0-1-1 0 0,0 1 1 0 0,0 0-1 0 0,0-1 1 0 0,0 0-2 0 0,1 1 1 0 0,-1-1 0 0 0,1 0-1 0 0,-1 1 1 0 0,1-1 0 0 0,-1 0-1 0 0,1 0 1 0 0,0 1 0 0 0,0-1-1 0 0,-1 0 1 0 0,1 0 0 0 0,0 0-1 0 0,0 1 1 0 0,0-1 0 0 0,0 0-1 0 0,0 0 1 0 0,0 0 0 0 0,0 0-1 0 0,0 1 1 0 0,0-1 0 0 0,0 0-1 0 0,0 0 1 0 0,1 0 0 0 0,-1 1-1 0 0,0-1 1 0 0,1 0 0 0 0,-1 0-1 0 0,0 1 1 0 0,2-2 0 0 0,9-19-30 0 0,1 2 1 0 0,1 0-1 0 0,29-33 1 0 0,55-47-82 0 0,-79 81 95 0 0,75-72-93 0 0,118-88-1 0 0,-197 165 100 0 0,-10 9 9 0 0,0 0 0 0 0,1 0 0 0 0,-1 1 0 0 0,0 0 0 0 0,6-3 1 0 0,-8 5-5 0 0,-11 15-8 0 0,-47 66 3 0 0,21-33 54 0 0,14-18-5 0 0,-51 80 59 0 0,65-96-90 0 0,0 0 0 0 0,1 0 0 0 0,1 0-1 0 0,0 1 1 0 0,1 0 0 0 0,-5 27 0 0 0,9-39-5 0 0,-1 0 0 0 0,1 0 0 0 0,0 1 0 0 0,0-1 0 0 0,0 0 0 0 0,0 0 0 0 0,1 0 0 0 0,-1 1 1 0 0,1-1-1 0 0,-1 0 0 0 0,1 0 0 0 0,0 0 0 0 0,-1 0 0 0 0,1 0 0 0 0,0 0 0 0 0,0 0 0 0 0,1 0 0 0 0,-1 0 0 0 0,0 0 0 0 0,3 2 0 0 0,-1-2 3 0 0,0 0 0 0 0,0 0-1 0 0,0 0 1 0 0,0 0 0 0 0,0-1-1 0 0,1 0 1 0 0,-1 1-1 0 0,0-1 1 0 0,1 0 0 0 0,-1-1-1 0 0,7 2 1 0 0,7-2-24 0 0,-1 1-1 0 0,1-2 1 0 0,-1 0-1 0 0,23-5 1 0 0,167-41-3421 0 0,-72 5-5214 0 0,-91 28 2070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50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2 1188 0 0,'-108'-2'14083'0'0,"104"2"-14000"0"0,-14 3 1791 0 0,18-3-1837 0 0,-1 0-1 0 0,1 0 1 0 0,0 1-1 0 0,-1-1 1 0 0,1 0 0 0 0,0 1-1 0 0,0-1 1 0 0,-1 0 0 0 0,1 1-1 0 0,0-1 1 0 0,0 1 0 0 0,0-1-1 0 0,-1 0 1 0 0,1 1 0 0 0,0-1-1 0 0,0 1 1 0 0,0-1 0 0 0,0 1-1 0 0,0-1 1 0 0,0 0-1 0 0,0 1 1 0 0,0-1 0 0 0,0 1-1 0 0,0-1 1 0 0,0 1 0 0 0,0-1-1 0 0,0 1 1 0 0,0-1 0 0 0,0 0-1 0 0,1 1 1 0 0,-1-1 0 0 0,0 1-1 0 0,0-1 1 0 0,0 0-1 0 0,1 1 1 0 0,-1-1 0 0 0,0 0-1 0 0,1 1 1 0 0,5 12 388 0 0,0 0-1 0 0,0 0 1 0 0,-2 1 0 0 0,6 20-1 0 0,-9-25-254 0 0,0 0 0 0 0,0 0 0 0 0,-1-1 0 0 0,0 1-1 0 0,-1 0 1 0 0,0 0 0 0 0,0 0 0 0 0,-4 15 0 0 0,-4 3 283 0 0,-1 0 1 0 0,-1-1-1 0 0,-15 28 1 0 0,-50 71 1163 0 0,29-51-876 0 0,43-67-692 0 0,-7 13 187 0 0,13-12-69 0 0,13-5 24 0 0,9-4-107 0 0,0-2-1 0 0,0 0 1 0 0,39-11-1 0 0,75-28-47 0 0,-121 36-29 0 0,208-81-1944 0 0,-153 51-1720 0 0,-3-4-3372 0 0,-51 28 2078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51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65 1420 0 0,'-50'-47'10777'0'0,"33"33"-6606"0"0,7 10-1785 0 0,21 18-1655 0 0,26 20-478 0 0,17 0-21 0 0,93 69 28 0 0,-145-101-218 0 0,0-1 0 0 0,0 1 1 0 0,0 0-1 0 0,-1 0 0 0 0,1-1 0 0 0,0 1 1 0 0,-1 0-1 0 0,1 0 0 0 0,-1 1 0 0 0,0-1 1 0 0,1 0-1 0 0,-1 0 0 0 0,0 1 0 0 0,-1-1 1 0 0,1 1-1 0 0,0-1 0 0 0,-1 1 1 0 0,1-1-1 0 0,-1 1 0 0 0,0-1 0 0 0,1 4 1 0 0,-2-2 8 0 0,0 0 1 0 0,0-1-1 0 0,0 1 1 0 0,-1 0 0 0 0,1-1-1 0 0,-1 1 1 0 0,0-1-1 0 0,0 1 1 0 0,0-1 0 0 0,0 0-1 0 0,0 0 1 0 0,-5 5-1 0 0,-7 4 147 0 0,0 1-1 0 0,0-2 1 0 0,-1 0-1 0 0,-27 14 0 0 0,1-2 56 0 0,-2-2 0 0 0,-61 20-1 0 0,-104 22-174 0 0,195-61-284 0 0,-3 2-3965 0 0,31-1-960 0 0,24-1-1191 0 0,-19-2 903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51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0 2120 0 0,'3'0'3933'0'0,"1"0"-3605"0"0,21 2 4695 0 0,-24-2-4814 0 0,0 0 1 0 0,0 0 0 0 0,0 0-1 0 0,-1 0 1 0 0,1 0 0 0 0,0 1-1 0 0,0-1 1 0 0,-1 0-1 0 0,1 1 1 0 0,0-1 0 0 0,-1 0-1 0 0,1 1 1 0 0,0-1 0 0 0,-1 1-1 0 0,1-1 1 0 0,0 1 0 0 0,-1 0-1 0 0,1-1 1 0 0,-1 1-1 0 0,1-1 1 0 0,-1 1 0 0 0,1 0-1 0 0,-1 0 1 0 0,0-1 0 0 0,1 1-1 0 0,-1 0 1 0 0,0 0 0 0 0,0 2-23 0 0,-1-1 0 0 0,0 0 0 0 0,-1 0 0 0 0,1 0 0 0 0,0 0 1 0 0,0 0-1 0 0,-1 0 0 0 0,0-1 0 0 0,1 1 0 0 0,-1 0 0 0 0,0-1 1 0 0,1 1-1 0 0,-3 1 0 0 0,-2 1 164 0 0,-7 8 40 0 0,0-1 0 0 0,-1 0 0 0 0,-1-1 0 0 0,0 0 0 0 0,-19 8 0 0 0,-86 33-115 0 0,78-34-134 0 0,-42 12-329 0 0,11-5-3473 0 0,25-3-6278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51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528 427 2152 0 0,'58'-59'16912'0'0,"-63"67"-16502"0"0,-19 30 1093 0 0,-38 77 0 0 0,53-95-1390 0 0,2 0 0 0 0,0 1 0 0 0,1 0 1 0 0,1 1-1 0 0,1-1 0 0 0,-2 44 0 0 0,6-55-90 0 0,1 0 0 0 0,0 0 1 0 0,0-1-1 0 0,1 1 0 0 0,0 0 0 0 0,1 0 0 0 0,6 14 0 0 0,-7-18 14 0 0,2 0 1 0 0,-1 0-1 0 0,1 0 0 0 0,-1-1 0 0 0,2 1 0 0 0,-1-1 0 0 0,0 0 0 0 0,1-1 0 0 0,0 1 0 0 0,0-1 0 0 0,1 0 0 0 0,7 5 1 0 0,-5-5 25 0 0,0 0 0 0 0,0-1 1 0 0,0 0-1 0 0,1-1 0 0 0,-1 1 1 0 0,1-2-1 0 0,0 1 0 0 0,-1-1 1 0 0,18 0-1 0 0,-8-2 183 0 0,0 0 0 0 0,0-1-1 0 0,31-8 1 0 0,-35 6-119 0 0,1-1 0 0 0,-1 0 0 0 0,0-1-1 0 0,-1-1 1 0 0,0 0 0 0 0,0 0-1 0 0,0-2 1 0 0,17-15 0 0 0,-14 10-51 0 0,-2-1 0 0 0,0 0 0 0 0,0-1 0 0 0,-1-1 1 0 0,17-30-1 0 0,-16 21-58 0 0,-1-1 0 0 0,-1-1 0 0 0,-1 0-1 0 0,-2 0 1 0 0,-1-1 0 0 0,-1 0 0 0 0,-2-1 0 0 0,4-50 0 0 0,-8 62-16 0 0,-1-1-1 0 0,-1 0 1 0 0,-1 1-1 0 0,0-1 1 0 0,-1 1-1 0 0,-1 0 1 0 0,-10-27-1 0 0,10 34-1 0 0,-1 0 0 0 0,-1 0 0 0 0,0 1 0 0 0,0 0 0 0 0,-1 0 0 0 0,-1 0 0 0 0,1 1 0 0 0,-1 0 0 0 0,-1 1 0 0 0,0-1 0 0 0,0 2 0 0 0,-17-12 0 0 0,5 7-50 0 0,-1 1 0 0 0,0 0-1 0 0,-1 2 1 0 0,-1 0 0 0 0,1 2 0 0 0,-1 1-1 0 0,0 0 1 0 0,-1 2 0 0 0,1 1 0 0 0,-37 0-1 0 0,24 3-413 0 0,-1 2-1 0 0,1 1 0 0 0,0 2 0 0 0,0 1 0 0 0,1 2 1 0 0,-45 16-1 0 0,49-11-663 0 0,0 1 1 0 0,0 1-1 0 0,-54 38 0 0 0,-22 31-7455 0 0,64-43 560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8:52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4428 0 0,'27'-3'3237'0'0,"-5"1"-717"0"0,-3 0-592 0 0,0 1-368 0 0,-3-1-336 0 0,-1 0 577 0 0,9-1-713 0 0,-3-2-988 0 0,-13 1-540 0 0,3-1-564 0 0,-4-2-553 0 0,-1-3-1059 0 0,0-4-1224 0 0,-1-1-2185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60 0 0,'0'0'1322'0'0,"5"-23"3883"0"0,-2 18-4936 0 0,0 0 0 0 0,1 0 1 0 0,0 1-1 0 0,0 0 0 0 0,1 0 1 0 0,-1 0-1 0 0,1 0 0 0 0,0 0 1 0 0,0 1-1 0 0,0 0 0 0 0,0 0 1 0 0,0 1-1 0 0,1-1 0 0 0,-1 1 1 0 0,12-2-1 0 0,-13 2-224 0 0,0 2 1 0 0,1-1-1 0 0,0 0 0 0 0,-1 1 0 0 0,1 0 1 0 0,-1 0-1 0 0,1 0 0 0 0,-1 1 0 0 0,1-1 1 0 0,-1 1-1 0 0,1 0 0 0 0,-1 0 0 0 0,0 1 1 0 0,1 0-1 0 0,-1-1 0 0 0,0 1 0 0 0,0 0 1 0 0,0 1-1 0 0,0-1 0 0 0,-1 1 0 0 0,6 5 1 0 0,-3-2 18 0 0,-1 1 0 0 0,0 0 0 0 0,-1 0 0 0 0,1 0 0 0 0,-2 0-1 0 0,1 1 1 0 0,-1 0 0 0 0,0 0 0 0 0,0 0 0 0 0,-1 0 0 0 0,0 0 0 0 0,-1 0 0 0 0,1 1 0 0 0,-2-1 0 0 0,1 1 0 0 0,-1-1 0 0 0,-2 12 0 0 0,0 7 69 0 0,-2-1 1 0 0,-1 1 0 0 0,-1-1-1 0 0,-12 30 1 0 0,10-31-66 0 0,-2-1 0 0 0,0-1 0 0 0,-2 0 0 0 0,0 0 0 0 0,-2-1 0 0 0,0-1 0 0 0,-1 0 0 0 0,-21 20 0 0 0,20-28-19 0 0,15-13-50 0 0,1 0 0 0 0,0 0 0 0 0,-1 0 0 0 0,1 0 0 0 0,0 0 0 0 0,-1 0 0 0 0,1 0 0 0 0,0-1 0 0 0,0 1 0 0 0,-1 0 0 0 0,1 0 0 0 0,0 0 0 0 0,0-1 0 0 0,-1 1 0 0 0,1 0 0 0 0,0 0 0 0 0,0-1 0 0 0,0 1 0 0 0,-1 0-1 0 0,1 0 1 0 0,0-1 0 0 0,0 1 0 0 0,0 0 0 0 0,0 0 0 0 0,0-1 0 0 0,0 1 0 0 0,0 0 0 0 0,-1-1 0 0 0,1 1 0 0 0,0 0 0 0 0,0-1 0 0 0,0 1 0 0 0,0 0 0 0 0,0-1 0 0 0,0 1 0 0 0,0 0 0 0 0,1-1 0 0 0,-1 1 0 0 0,0 0 0 0 0,0-1 0 0 0,21-37-35 0 0,1 1 1 0 0,53-66-1 0 0,70-60-563 0 0,-56 65-77 0 0,-84 93 623 0 0,0-1 0 0 0,-1 1 1 0 0,1-1-1 0 0,-1 0 0 0 0,-1 0 0 0 0,1 0 1 0 0,4-14-1 0 0,-8 18-15 0 0,-9 2 51 0 0,8-1 22 0 0,0 1 0 0 0,0 0 1 0 0,1 0-1 0 0,-1 0 0 0 0,0 0 0 0 0,0 0 0 0 0,0 0 0 0 0,0 0 1 0 0,0 0-1 0 0,0 1 0 0 0,0-1 0 0 0,0 0 0 0 0,0 1 1 0 0,0-1-1 0 0,1 0 0 0 0,-1 1 0 0 0,0-1 0 0 0,0 1 0 0 0,0-1 1 0 0,1 1-1 0 0,-1 0 0 0 0,0-1 0 0 0,0 1 0 0 0,0 0 0 0 0,-14 14 53 0 0,0 1 0 0 0,1 1-1 0 0,0-1 1 0 0,-14 27 0 0 0,-38 79 304 0 0,63-117-347 0 0,-8 19 59 0 0,-15 42 0 0 0,23-58-61 0 0,1-1 0 0 0,1 0-1 0 0,-1 0 1 0 0,1 0 0 0 0,1 1 0 0 0,-1-1 0 0 0,1 1 0 0 0,1-1-1 0 0,-1 0 1 0 0,1 1 0 0 0,2 7 0 0 0,-2-13-3 0 0,-1 1-1 0 0,1-1 1 0 0,0 0-1 0 0,1 1 1 0 0,-1-1 0 0 0,0 0-1 0 0,1 1 1 0 0,-1-1 0 0 0,1 0-1 0 0,0 0 1 0 0,0 0 0 0 0,0 0-1 0 0,0-1 1 0 0,0 1 0 0 0,0-1-1 0 0,4 3 1 0 0,-1-2 1 0 0,-1 0-1 0 0,1 0 1 0 0,0 0 0 0 0,0-1 0 0 0,0 0 0 0 0,0 0 0 0 0,0 0-1 0 0,6 0 1 0 0,6-2 6 0 0,-1 1 1 0 0,0-2-1 0 0,0 0 0 0 0,25-7 0 0 0,-35 7-87 0 0,79-22-1780 0 0,-29 5-4312 0 0,-44 14 2763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3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 2436 0 0,'10'-3'12174'0'0,"-9"4"-12007"0"0,0 1 1 0 0,-1 0-1 0 0,1 0 1 0 0,0 0-1 0 0,-1 0 1 0 0,1-1-1 0 0,-1 1 1 0 0,0 0-1 0 0,0 0 1 0 0,0 0-1 0 0,0 0 1 0 0,0 0-1 0 0,0 0 1 0 0,-1 2-1 0 0,-6 36 1035 0 0,3-19-764 0 0,-19 120 697 0 0,-17 140-1550 0 0,38-249-2818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4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49 788 0 0,'-29'-34'12388'0'0,"16"24"-9519"0"0,35 15-2804 0 0,0-2 0 0 0,1 0 0 0 0,-1-2 0 0 0,1 0 0 0 0,25-3 0 0 0,2 1 20 0 0,-46 1-73 0 0,16-2 63 0 0,4 2 48 0 0,-22 0-69 0 0,5-3-430 0 0,8-3-4770 0 0,-13 4 4621 0 0,1 1-178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4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16 107 1348 0 0,'-15'-48'11605'0'0,"15"46"-11178"0"0,-1 2-367 0 0,1-1-1 0 0,0 0 1 0 0,0 0 0 0 0,1 0 0 0 0,-1 0-1 0 0,0 0 1 0 0,0 0 0 0 0,0 1 0 0 0,0-1 0 0 0,1 0-1 0 0,-1 0 1 0 0,1 0 0 0 0,-1 1 0 0 0,0-1-1 0 0,1 0 1 0 0,-1 0 0 0 0,1 1 0 0 0,-1-1-1 0 0,1 0 1 0 0,0 1 0 0 0,-1-1 0 0 0,1 1 0 0 0,0-1-1 0 0,0 0 1 0 0,3 0-3 0 0,0 1 0 0 0,0 0 0 0 0,0-1-1 0 0,0 1 1 0 0,0 1 0 0 0,0-1 0 0 0,0 1 0 0 0,0-1 0 0 0,0 1-1 0 0,0 0 1 0 0,-1 0 0 0 0,1 1 0 0 0,0-1 0 0 0,-1 1 0 0 0,1 0 0 0 0,-1 0-1 0 0,1 0 1 0 0,-1 0 0 0 0,0 1 0 0 0,0-1 0 0 0,0 1 0 0 0,0 0-1 0 0,-1 0 1 0 0,1 0 0 0 0,-1 0 0 0 0,1 0 0 0 0,2 6 0 0 0,-1-1 33 0 0,0 1 0 0 0,0-1 0 0 0,0 1 1 0 0,-1-1-1 0 0,-1 1 0 0 0,1 0 0 0 0,-2 0 0 0 0,1 1 1 0 0,-1-1-1 0 0,0 0 0 0 0,-1 12 0 0 0,-4 4 44 0 0,0 1-1 0 0,-1-1 0 0 0,-2 0 1 0 0,-12 31-1 0 0,10-30 85 0 0,9-24-126 0 0,0-6-92 0 0,1-1 0 0 0,0 1-1 0 0,-1-1 1 0 0,2 1 0 0 0,-1 0 0 0 0,0 0 0 0 0,1 0 0 0 0,0 0-1 0 0,3-5 1 0 0,26-38-27 0 0,-14 22 21 0 0,145-204-45 0 0,-148 205 72 0 0,-14 23-23 0 0,0 0 0 0 0,1 0-1 0 0,-1 1 1 0 0,0-1-1 0 0,0 0 1 0 0,0 0-1 0 0,0 0 1 0 0,0 1-1 0 0,0-1 1 0 0,0 0-1 0 0,-1 0 1 0 0,1 0-1 0 0,0 1 1 0 0,0-1-1 0 0,0 0 1 0 0,-1-1-1 0 0,0 1-12 0 0,0 1 1 0 0,0-1 12 0 0,0 1 1 0 0,0 0 0 0 0,0 0-1 0 0,0 0 1 0 0,0 0-1 0 0,0 0 1 0 0,0 0-1 0 0,0 1 1 0 0,1-1 0 0 0,-1 0-1 0 0,0 0 1 0 0,0 1-1 0 0,0-1 1 0 0,0 0-1 0 0,0 1 1 0 0,0-1-1 0 0,1 1 1 0 0,-1-1 0 0 0,0 1-1 0 0,0 0 1 0 0,-1 0-1 0 0,-15 17-3 0 0,1 5 31 0 0,0 0-1 0 0,2 1 1 0 0,1 0-1 0 0,1 2 0 0 0,0-1 1 0 0,3 1-1 0 0,0 1 1 0 0,1 0-1 0 0,-5 37 0 0 0,12-58-12 0 0,0 0-1 0 0,0 0 0 0 0,1 0 1 0 0,0 0-1 0 0,1 0 0 0 0,-1 0 0 0 0,1 0 1 0 0,0 1-1 0 0,1-2 0 0 0,-1 1 1 0 0,1 0-1 0 0,4 8 0 0 0,-5-11-6 0 0,1 0 0 0 0,0 1-1 0 0,1-1 1 0 0,-1-1 0 0 0,0 1 0 0 0,1 0-1 0 0,0 0 1 0 0,0-1 0 0 0,-1 0 0 0 0,1 1-1 0 0,1-1 1 0 0,-1 0 0 0 0,0-1-1 0 0,0 1 1 0 0,1 0 0 0 0,-1-1 0 0 0,1 0-1 0 0,-1 0 1 0 0,1 0 0 0 0,0 0 0 0 0,4 0-1 0 0,2 0-39 0 0,0-1-1 0 0,0 0 0 0 0,0-1 0 0 0,0 0 0 0 0,-1 0 0 0 0,1-1 1 0 0,0 0-1 0 0,-1-1 0 0 0,19-7 0 0 0,25-17-3210 0 0,-4-5-5391 0 0,-38 26 4377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5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6 260 0 0,'-2'0'2558'0'0,"-11"-2"2640"0"0,-4 0 639 0 0,9 1-4861 0 0,18 1 601 0 0,-6 0-1448 0 0,1 1-1 0 0,-1-1 1 0 0,1 1-1 0 0,-1 0 0 0 0,7 3 1 0 0,-7-2-80 0 0,0 0 0 0 0,-1 0 0 0 0,1 1 0 0 0,-1-1 0 0 0,1 1 0 0 0,-1 0 0 0 0,0 0 0 0 0,0 1 0 0 0,0-1 0 0 0,0 1 0 0 0,-1-1 0 0 0,0 1 0 0 0,1 0 1 0 0,-1 0-1 0 0,-1 0 0 0 0,1 0 0 0 0,0 0 0 0 0,-1 0 0 0 0,0 0 0 0 0,0 1 0 0 0,0-1 0 0 0,-1 0 0 0 0,1 1 0 0 0,-1 7 0 0 0,-2 9 106 0 0,0-1 0 0 0,-1 1 0 0 0,-1-1 0 0 0,-1 0 0 0 0,0 0 0 0 0,-2 0 0 0 0,0-1 0 0 0,-1 0 0 0 0,-18 30 0 0 0,-7 4 626 0 0,-75 92 0 0 0,95-131-668 0 0,9-10-70 0 0,1-1 1 0 0,0 1-1 0 0,-1 0 0 0 0,1 0 1 0 0,-3 7-1 0 0,6-11-42 0 0,0 0 0 0 0,0 1 0 0 0,0-1 0 0 0,0 0 0 0 0,0 0-1 0 0,0 0 1 0 0,0 1 0 0 0,0-1 0 0 0,0 0 0 0 0,0 0 0 0 0,1 0 0 0 0,-1 1 0 0 0,0-1 0 0 0,0 0 0 0 0,0 0-1 0 0,0 0 1 0 0,0 1 0 0 0,0-1 0 0 0,1 0 0 0 0,-1 0 0 0 0,0 0 0 0 0,0 0 0 0 0,0 0 0 0 0,0 1 0 0 0,1-1-1 0 0,-1 0 1 0 0,0 0 0 0 0,0 0 0 0 0,0 0 0 0 0,1 0 0 0 0,-1 0 0 0 0,0 0 0 0 0,0 0 0 0 0,1 0 0 0 0,-1 0-1 0 0,0 0 1 0 0,0 0 0 0 0,0 0 0 0 0,1 0 0 0 0,-1 0 0 0 0,0 0 0 0 0,0 0 0 0 0,1 0 0 0 0,-1 0 0 0 0,0 0 0 0 0,0 0-1 0 0,0 0 1 0 0,1 0 0 0 0,-1 0 0 0 0,0 0 0 0 0,0-1 0 0 0,15-1 10 0 0,-15 2-10 0 0,41-15-5 0 0,51-18 8 0 0,160-36 0 0 0,-107 35-1569 0 0,-143 33 860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5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99 720 0 0,'-171'-26'14663'0'0,"168"26"-14450"0"0,-2-1 24 0 0,-1 0 127 0 0,18-3 27 0 0,-11 3-396 0 0,245-46 643 0 0,-78 29-4524 0 0,-166 18 3577 0 0,24 0-2006 0 0,-11 6-2107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16 1456 0 0,'-39'29'5654'0'0,"27"-20"-3669"0"0,0 0-1 0 0,-11 11 0 0 0,22-20-1938 0 0,1 1 1 0 0,0-1-1 0 0,0 0 0 0 0,-1 0 1 0 0,1 0-1 0 0,0 0 0 0 0,0 1 0 0 0,-1-1 1 0 0,1 0-1 0 0,0 0 0 0 0,0 0 1 0 0,0 1-1 0 0,0-1 0 0 0,-1 0 0 0 0,1 0 1 0 0,0 1-1 0 0,0-1 0 0 0,0 0 0 0 0,0 0 1 0 0,0 1-1 0 0,0-1 0 0 0,0 0 1 0 0,-1 0-1 0 0,1 1 0 0 0,0-1 0 0 0,0 0 1 0 0,0 1-1 0 0,0-1 0 0 0,0 0 1 0 0,0 0-1 0 0,0 1 0 0 0,1-1 0 0 0,-1 0 1 0 0,0 1-1 0 0,0-1 0 0 0,0 0 0 0 0,0 0 1 0 0,0 1-1 0 0,0-1 0 0 0,0 0 1 0 0,1 0-1 0 0,-1 1 0 0 0,15 2 601 0 0,20-7-415 0 0,191-41-351 0 0,-127 24-2207 0 0,2 1-3399 0 0,-65 14 367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07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36 1980 0 0,'-12'-36'19845'0'0,"0"36"-17880"0"0,14 27-2014 0 0,0-1 0 0 0,9 31 0 0 0,-1 4 107 0 0,17 195-1276 0 0,-23-126-2323 0 0,-12 1-4155 0 0,-2-41-1146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25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1772 0 0,'10'-12'812'0'0,"0"1"0"0"0,0-1 0 0 0,1 1 0 0 0,0 1 0 0 0,1 0 0 0 0,0 1-1 0 0,1 0 1 0 0,0 1 0 0 0,25-12 0 0 0,-29 16-710 0 0,0 0-1 0 0,0 0 1 0 0,0 1 0 0 0,0 1 0 0 0,1 0-1 0 0,-1 0 1 0 0,1 1 0 0 0,0 0-1 0 0,-1 0 1 0 0,1 1 0 0 0,0 1-1 0 0,-1-1 1 0 0,1 2 0 0 0,-1-1-1 0 0,1 1 1 0 0,13 5 0 0 0,-15-4-63 0 0,-1 1 1 0 0,0 0-1 0 0,1 0 1 0 0,-1 0 0 0 0,-1 1-1 0 0,1 0 1 0 0,-1 0-1 0 0,0 1 1 0 0,0 0 0 0 0,0 0-1 0 0,-1 0 1 0 0,0 1-1 0 0,0 0 1 0 0,-1 0 0 0 0,0 0-1 0 0,0 0 1 0 0,-1 1-1 0 0,0-1 1 0 0,0 1-1 0 0,0 0 1 0 0,-1 0 0 0 0,0 0-1 0 0,1 15 1 0 0,-2-6 32 0 0,-1 0 1 0 0,0 0-1 0 0,-2 0 0 0 0,0 0 1 0 0,0 0-1 0 0,-2 0 0 0 0,0 0 1 0 0,-1-1-1 0 0,0 1 1 0 0,-12 22-1 0 0,2-10 210 0 0,-1-1 0 0 0,-1 0 0 0 0,-1-2 0 0 0,-1 0 0 0 0,-32 33 0 0 0,49-58-171 0 0,13-23-22 0 0,62-79-78 0 0,-33 48-21 0 0,108-140-23 0 0,-56 75 79 0 0,-83 107-40 0 0,-5 6-9 0 0,0 1 1 0 0,-1-1-1 0 0,0 1 1 0 0,0-1-1 0 0,-1 0 1 0 0,1 0-1 0 0,-1 0 1 0 0,3-8-1 0 0,-5 11-10 0 0,-2 3 1 0 0,-2 1 10 0 0,0 0-1 0 0,0 0 0 0 0,0 1 1 0 0,0-1-1 0 0,1 1 1 0 0,-1 0-1 0 0,1 0 1 0 0,0 0-1 0 0,0 0 1 0 0,0 1-1 0 0,-3 4 1 0 0,-30 49-7 0 0,27-39 19 0 0,-7 8 10 0 0,2 1 1 0 0,1 0-1 0 0,1 1 1 0 0,2 0 0 0 0,-11 43-1 0 0,19-61-4 0 0,1 0 1 0 0,0 0-1 0 0,1 0 0 0 0,1 17 1 0 0,-1-21-3 0 0,1-1 1 0 0,0 0-1 0 0,0 1 1 0 0,1-1 0 0 0,-1 0-1 0 0,1 0 1 0 0,0 0-1 0 0,0 0 1 0 0,1 0 0 0 0,3 4-1 0 0,-4-7-20 0 0,0 0-1 0 0,0-1 1 0 0,0 1 0 0 0,0-1-1 0 0,1 1 1 0 0,-1-1-1 0 0,1 0 1 0 0,-1 0 0 0 0,1 0-1 0 0,-1 0 1 0 0,1 0 0 0 0,-1 0-1 0 0,1-1 1 0 0,0 1 0 0 0,0-1-1 0 0,4 0 1 0 0,47-2-1508 0 0,-44 1 1147 0 0,10-1-3057 0 0,35-9-1 0 0,-53 10 2946 0 0,13-2-3366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26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32 1204 0 0,'20'-31'18097'0'0,"-53"161"-16066"0"0,0 1-2582 0 0,20-44-4361 0 0,13-63-2972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2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2228 0 0,'19'-36'8890'0'0,"-14"29"-7540"0"0,-4 5-738 0 0,16-10 1379 0 0,105-20-1151 0 0,-60 16-3013 0 0,-3-1-4957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26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 1792 0 0,'-39'37'5438'0'0,"21"-21"-3059"0"0,0 1 0 0 0,-23 29 0 0 0,41-45-2363 0 0,0-1 1 0 0,-1 1-1 0 0,1-1 0 0 0,0 1 1 0 0,0-1-1 0 0,0 1 1 0 0,-1-1-1 0 0,1 1 1 0 0,0-1-1 0 0,0 1 0 0 0,0-1 1 0 0,0 1-1 0 0,0-1 1 0 0,0 1-1 0 0,0 0 1 0 0,0-1-1 0 0,0 1 1 0 0,0-1-1 0 0,0 1 0 0 0,1-1 1 0 0,-1 1-1 0 0,0-1 1 0 0,0 1-1 0 0,0-1 1 0 0,1 1-1 0 0,-1-1 0 0 0,0 0 1 0 0,1 1-1 0 0,-1-1 1 0 0,0 1-1 0 0,1-1 1 0 0,-1 0-1 0 0,0 1 1 0 0,1-1-1 0 0,-1 0 0 0 0,1 1 1 0 0,-1-1-1 0 0,1 0 1 0 0,-1 1-1 0 0,1-1 1 0 0,-1 0-1 0 0,1 0 0 0 0,-1 0 1 0 0,1 0-1 0 0,-1 0 1 0 0,1 1-1 0 0,-1-1 1 0 0,2 0-1 0 0,13-1-45 0 0,-1-1 1 0 0,1 0-1 0 0,0-1 1 0 0,-1 0-1 0 0,24-10 0 0 0,73-34-2481 0 0,-81 33 1360 0 0,41-21-3864 0 0,-37 17 1092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26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220 135 640 0 0,'-10'-7'6184'0'0,"7"7"-5685"0"0,0-1 0 0 0,0 1 0 0 0,0 1 0 0 0,0-1 0 0 0,0 0 0 0 0,0 1 0 0 0,0-1 0 0 0,0 1 0 0 0,0 0 0 0 0,1 0 0 0 0,-1 0 0 0 0,-5 3 0 0 0,2 0-35 0 0,0-1 1 0 0,1 2 0 0 0,0-1 0 0 0,-1 0-1 0 0,-4 7 1 0 0,-4 6 133 0 0,0 1 0 0 0,-16 28-1 0 0,22-31-471 0 0,0 0 0 0 0,0 0 0 0 0,2 1 0 0 0,0 1 1 0 0,1-1-1 0 0,0 1 0 0 0,-2 22 0 0 0,5-31-108 0 0,1 0-1 0 0,1 0 1 0 0,0 1 0 0 0,0-1 0 0 0,0 0 0 0 0,1 0 0 0 0,0 0 0 0 0,1 0 0 0 0,0 0-1 0 0,0 0 1 0 0,0 0 0 0 0,1 0 0 0 0,1-1 0 0 0,-1 1 0 0 0,1-1 0 0 0,0 0 0 0 0,7 9-1 0 0,-7-13-6 0 0,-1 1-1 0 0,1-1 0 0 0,0 0 0 0 0,0 0 0 0 0,0 0 0 0 0,1 0 0 0 0,-1-1 0 0 0,1 0 1 0 0,-1 0-1 0 0,1 0 0 0 0,0 0 0 0 0,0-1 0 0 0,0 0 0 0 0,0 0 0 0 0,0 0 0 0 0,0 0 1 0 0,0-1-1 0 0,0 0 0 0 0,0 0 0 0 0,0 0 0 0 0,0-1 0 0 0,0 0 0 0 0,0 0 1 0 0,7-2-1 0 0,-1-1-2 0 0,0 1 0 0 0,0-2 0 0 0,0 1 0 0 0,-1-1 0 0 0,1-1 1 0 0,-1 0-1 0 0,-1-1 0 0 0,1 0 0 0 0,13-13 0 0 0,-9 5-5 0 0,0-1 0 0 0,-1-1 0 0 0,-1 1 0 0 0,0-2 0 0 0,-2 0 0 0 0,0 0 0 0 0,14-38 1 0 0,-18 40-1 0 0,-1-1 1 0 0,-1 0 0 0 0,0 0-1 0 0,-1 0 1 0 0,-1 0 0 0 0,0-1-1 0 0,-2 1 1 0 0,0-1 0 0 0,-5-32-1 0 0,4 44-2 0 0,0-1 0 0 0,-1 1 0 0 0,0-1 0 0 0,0 1 0 0 0,-1 0 0 0 0,0 0 0 0 0,0 0 0 0 0,0 0 0 0 0,-1 1 0 0 0,0-1 0 0 0,0 1 0 0 0,0 0 0 0 0,-1 0 0 0 0,1 0 0 0 0,-1 1 0 0 0,0 0 0 0 0,-1 0 0 0 0,1 0 0 0 0,-1 0 0 0 0,-11-5 0 0 0,7 6-4 0 0,0-1 0 0 0,0 1 0 0 0,0 0 0 0 0,0 1 1 0 0,-1 0-1 0 0,1 1 0 0 0,-1 0 0 0 0,1 1 1 0 0,-1 0-1 0 0,0 1 0 0 0,1 0 0 0 0,-17 3 0 0 0,15-1-275 0 0,-1 1-1 0 0,1 0 1 0 0,0 0-1 0 0,0 1 0 0 0,0 1 1 0 0,1 0-1 0 0,0 0 0 0 0,-13 10 1 0 0,16-10-845 0 0,1 1 0 0 0,0-1 0 0 0,1 1 0 0 0,0 0 1 0 0,0 0-1 0 0,0 1 0 0 0,-5 10 0 0 0,3 0-4585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28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73 104 0 0,'9'-9'2404'0'0,"0"-1"0"0"0,13-19 0 0 0,-21 27-1918 0 0,16-20 2542 0 0,-16 25-2988 0 0,1 0 1 0 0,-1 0 0 0 0,0 0 0 0 0,0 0 0 0 0,0 0-1 0 0,0 0 1 0 0,0 0 0 0 0,-1 1 0 0 0,0-1 0 0 0,0 0-1 0 0,0 0 1 0 0,0 1 0 0 0,0-1 0 0 0,0 0 0 0 0,-1 0-1 0 0,1 1 1 0 0,-1-1 0 0 0,-1 3 0 0 0,-3 9 81 0 0,0-1 0 0 0,-11 24-1 0 0,-13 16-6 0 0,-54 75 0 0 0,-49 43-1427 0 0,102-133 625 0 0,-60 74-3678 0 0,53-68 933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2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17 191 1332 0 0,'0'0'1117'0'0,"-11"-31"3679"0"0,11 31-4796 0 0,-2-7 498 0 0,1 0 0 0 0,0 0 0 0 0,0 0 0 0 0,1 0 0 0 0,0-12 0 0 0,1 16-463 0 0,-1 0 0 0 0,1 0 0 0 0,0 0-1 0 0,0 0 1 0 0,0 0 0 0 0,1 0 0 0 0,-1 0 0 0 0,1 1 0 0 0,-1-1 0 0 0,1 0 0 0 0,0 1 0 0 0,0-1 0 0 0,0 1-1 0 0,0 0 1 0 0,1 0 0 0 0,-1 0 0 0 0,4-2 0 0 0,-1 0-6 0 0,0 0-1 0 0,1 0 1 0 0,-1 1-1 0 0,1 0 1 0 0,0 0-1 0 0,0 1 1 0 0,0-1 0 0 0,0 1-1 0 0,1 1 1 0 0,-1-1-1 0 0,1 1 1 0 0,-1 0-1 0 0,1 1 1 0 0,7-1 0 0 0,-9 2 1 0 0,1 0 1 0 0,0 0 0 0 0,-1 0 0 0 0,1 1 0 0 0,-1-1-1 0 0,1 2 1 0 0,-1-1 0 0 0,0 0 0 0 0,0 1 0 0 0,0 0-1 0 0,0 0 1 0 0,0 1 0 0 0,-1-1 0 0 0,1 1-1 0 0,-1 0 1 0 0,6 7 0 0 0,-4-4 34 0 0,-1 0 0 0 0,1 1 0 0 0,-2-1 0 0 0,1 1 0 0 0,-1 0 0 0 0,0 1 0 0 0,0-1 0 0 0,-1 1 0 0 0,0-1 0 0 0,-1 1 0 0 0,2 9 0 0 0,-3-4 28 0 0,0 0 0 0 0,0-1-1 0 0,-1 1 1 0 0,-1 0 0 0 0,0-1 0 0 0,-6 23 0 0 0,-4 1 140 0 0,-1 1 1 0 0,-2-2 0 0 0,-2 0-1 0 0,-22 38 1 0 0,27-51-79 0 0,3-8 296 0 0,0-1 1 0 0,-12 17-1 0 0,19-30-188 0 0,7-16-239 0 0,-1 0-1 0 0,2 1 0 0 0,0 0 0 0 0,1 0 0 0 0,0 0 0 0 0,14-16 0 0 0,0-2-32 0 0,33-43-14 0 0,91-98-1 0 0,-25 34 22 0 0,-117 134 0 0 0,0 0 1 0 0,0 0-1 0 0,0 0 0 0 0,-1-1 1 0 0,0 1-1 0 0,0-1 0 0 0,-1 0 1 0 0,4-8-1 0 0,-6 14 1 0 0,0 0 0 0 0,0-1 1 0 0,0 1-1 0 0,0 0 0 0 0,0 0 0 0 0,0-1 0 0 0,0 1 0 0 0,0 0 1 0 0,0 0-1 0 0,0-1 0 0 0,0 1 0 0 0,0 0 0 0 0,0 0 0 0 0,0-1 0 0 0,0 1 1 0 0,0 0-1 0 0,0 0 0 0 0,0-1 0 0 0,0 1 0 0 0,0 0 0 0 0,0 0 0 0 0,-1-1 1 0 0,1 1-1 0 0,0 0 0 0 0,0 0 0 0 0,0 0 0 0 0,0-1 0 0 0,-1 1 1 0 0,1 0-1 0 0,0 0 0 0 0,0 0 0 0 0,0 0 0 0 0,-1-1 0 0 0,1 1 0 0 0,0 0 1 0 0,0 0-1 0 0,0 0 0 0 0,-1 0 0 0 0,1 0 0 0 0,0 0 0 0 0,0 0 1 0 0,-1 0-1 0 0,1 0 0 0 0,0 0 0 0 0,0 0 0 0 0,-1 0 0 0 0,1 0 0 0 0,-10 1-7 0 0,10-1 8 0 0,-8 4-3 0 0,1 0 1 0 0,0 0-1 0 0,0 1 1 0 0,1 0 0 0 0,0 0-1 0 0,-1 1 1 0 0,2-1-1 0 0,-1 1 1 0 0,-8 12-1 0 0,7-9 2 0 0,-19 21 1 0 0,3 1-1 0 0,-23 37 0 0 0,37-52 1 0 0,-1 1 0 0 0,2 1 1 0 0,1 0-1 0 0,0 0 0 0 0,1 0 0 0 0,-5 25 1 0 0,10-37 0 0 0,0-1 1 0 0,1 1-1 0 0,0-1 1 0 0,0 1-1 0 0,0 0 1 0 0,0-1-1 0 0,1 1 1 0 0,0-1-1 0 0,0 1 1 0 0,0-1-1 0 0,1 0 1 0 0,0 1-1 0 0,0-1 1 0 0,5 9-1 0 0,-5-11 4 0 0,0 0 0 0 0,1 0-1 0 0,0 0 1 0 0,0 0-1 0 0,0 0 1 0 0,0 0 0 0 0,0-1-1 0 0,1 1 1 0 0,-1-1 0 0 0,1 0-1 0 0,-1 0 1 0 0,1-1-1 0 0,0 1 1 0 0,0-1 0 0 0,0 1-1 0 0,0-1 1 0 0,0 0-1 0 0,0-1 1 0 0,0 1 0 0 0,6-1-1 0 0,13 1-347 0 0,-1-2-1 0 0,1-1 1 0 0,-1-1-1 0 0,37-9 1 0 0,86-34-8994 0 0,-132 41 6479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0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23 2300 0 0,'-17'-6'14587'0'0,"13"4"-13752"0"0,11-1-806 0 0,0 0 1 0 0,0 1 0 0 0,0 0-1 0 0,0 1 1 0 0,0-1 0 0 0,0 1-1 0 0,0 1 1 0 0,0-1 0 0 0,0 1-1 0 0,1 0 1 0 0,-1 1 0 0 0,0 0 0 0 0,0 0-1 0 0,0 0 1 0 0,0 1 0 0 0,0 0-1 0 0,0 1 1 0 0,-1 0 0 0 0,1 0-1 0 0,11 6 1 0 0,-15-7-22 0 0,0 1 1 0 0,0-1-1 0 0,0 1 0 0 0,-1-1 0 0 0,1 1 1 0 0,0 0-1 0 0,-1 0 0 0 0,0 0 0 0 0,0 0 0 0 0,0 0 1 0 0,0 1-1 0 0,0-1 0 0 0,0 1 0 0 0,-1-1 1 0 0,0 1-1 0 0,2 7 0 0 0,-3-6 25 0 0,1 1 0 0 0,-1-1-1 0 0,0 1 1 0 0,-1-1 0 0 0,1 1-1 0 0,-1 0 1 0 0,0-1 0 0 0,-1 0-1 0 0,1 1 1 0 0,-4 6 0 0 0,-5 8 113 0 0,0-2 1 0 0,-1 1-1 0 0,-1-1 1 0 0,-24 28-1 0 0,8-15 234 0 0,-46 40-1 0 0,15-16-116 0 0,47-40-223 0 0,12-14-38 0 0,0-1-1 0 0,0 0 1 0 0,0 1-1 0 0,0-1 1 0 0,0 0-1 0 0,0 0 1 0 0,-1 1-1 0 0,1-1 1 0 0,0 0-1 0 0,0 0 0 0 0,0 1 1 0 0,0-1-1 0 0,1 0 1 0 0,-1 1-1 0 0,0-1 1 0 0,0 0-1 0 0,0 0 1 0 0,0 1-1 0 0,0-1 1 0 0,0 0-1 0 0,0 0 1 0 0,0 1-1 0 0,0-1 1 0 0,1 0-1 0 0,-1 0 0 0 0,0 1 1 0 0,0-1-1 0 0,0 0 1 0 0,1 0-1 0 0,-1 0 1 0 0,0 1-1 0 0,3 0 4 0 0,-1-1 1 0 0,0 1-1 0 0,0-1 0 0 0,1 0 0 0 0,-1 1 1 0 0,0-1-1 0 0,1 0 0 0 0,-1 0 0 0 0,0 0 1 0 0,5-1-1 0 0,48-8 19 0 0,75-23 1 0 0,-83 19-10 0 0,75-24 246 0 0,-120 37-242 0 0,-1-1-79 0 0,-1 1 0 0 0,1 0-1 0 0,0 0 1 0 0,-1 0 0 0 0,1 0 0 0 0,-1-1 0 0 0,1 1-1 0 0,0 0 1 0 0,-1-1 0 0 0,1 1 0 0 0,-1 0 0 0 0,1-1-1 0 0,-1 1 1 0 0,1 0 0 0 0,-1-1 0 0 0,0 1 0 0 0,1-1-1 0 0,-1 1 1 0 0,1-1 0 0 0,-1 1 0 0 0,0-1 0 0 0,1 0-1 0 0,-1 1 1 0 0,0-1 0 0 0,0 1 0 0 0,0-1-1 0 0,1 1 1 0 0,-1-1 0 0 0,0 0 0 0 0,0 1 0 0 0,0-2-1 0 0,1-23-5317 0 0,-1 20 3219 0 0,0-8-1653 0 0,2-2-1596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0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97 2276 0 0,'-11'-22'8048'0'0,"5"14"-5386"0"0,-1-4 745 0 0,7 11-3383 0 0,0 1 0 0 0,0 0 0 0 0,1-1-1 0 0,-1 1 1 0 0,0-1 0 0 0,0 1 0 0 0,0 0-1 0 0,1-1 1 0 0,-1 1 0 0 0,0 0-1 0 0,1 0 1 0 0,-1-1 0 0 0,0 1 0 0 0,1 0-1 0 0,-1-1 1 0 0,0 1 0 0 0,1 0-1 0 0,-1 0 1 0 0,0 0 0 0 0,1-1 0 0 0,-1 1-1 0 0,1 0 1 0 0,-1 0 0 0 0,0 0-1 0 0,1 0 1 0 0,-1 0 0 0 0,1 0 0 0 0,-1 0-1 0 0,0 0 1 0 0,1 0 0 0 0,-1 0-1 0 0,1 0 1 0 0,-1 0 0 0 0,1 0 0 0 0,197-27 492 0 0,-61 7-6167 0 0,-119 19 290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0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41 244 0 0,'-55'58'13961'0'0,"53"-57"-13553"0"0,2-1-371 0 0,0 1 0 0 0,0-1-1 0 0,1 0 1 0 0,-1 1 0 0 0,0-1-1 0 0,0 1 1 0 0,0-1-1 0 0,0 0 1 0 0,0 1 0 0 0,0-1-1 0 0,1 1 1 0 0,-1-1 0 0 0,0 0-1 0 0,0 1 1 0 0,0-1 0 0 0,1 0-1 0 0,-1 1 1 0 0,0-1 0 0 0,1 0-1 0 0,-1 0 1 0 0,0 1 0 0 0,1-1-1 0 0,-1 0 1 0 0,0 0-1 0 0,1 1 1 0 0,-1-1 0 0 0,0 0-1 0 0,1 0 1 0 0,16 2 393 0 0,26-11-347 0 0,-32 7 19 0 0,168-45-1404 0 0,-63 6-6288 0 0,-90 29 2595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0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6 108 1872 0 0,'-5'-9'15181'0'0,"123"-20"-12702"0"0,1 5-2238 0 0,-20 4-3261 0 0,-35 1-5130 0 0,-47 12 1951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1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67 348 0 0,'-5'-14'6170'0'0,"-12"-26"5926"0"0,13 37-10876 0 0,-5-7 514 0 0,8 10-1726 0 0,1 0 1 0 0,0 0-1 0 0,0 0 1 0 0,-1 0 0 0 0,1 0-1 0 0,0 0 1 0 0,0 0-1 0 0,0 0 1 0 0,-1 0 0 0 0,1 0-1 0 0,0 0 1 0 0,0 0-1 0 0,-1 0 1 0 0,1 1 0 0 0,0-1-1 0 0,0 0 1 0 0,0 0-1 0 0,-1 0 1 0 0,1 0 0 0 0,0 0-1 0 0,0 0 1 0 0,0 0-1 0 0,-1 1 1 0 0,1-1-1 0 0,0 0 1 0 0,0 0 0 0 0,0 0-1 0 0,0 0 1 0 0,0 1-1 0 0,0-1 1 0 0,-1 0 0 0 0,1 0-1 0 0,0 0 1 0 0,0 1-1 0 0,0-1 1 0 0,0 0 0 0 0,0 0-1 0 0,0 1 1 0 0,0-1-1 0 0,0 0 1 0 0,0 0 0 0 0,0 0-1 0 0,0 1 1 0 0,0-1-1 0 0,0 0 1 0 0,0 0-1 0 0,0 1 1 0 0,0-1 0 0 0,0 0-1 0 0,0 0 1 0 0,0 0-1 0 0,0 1 1 0 0,1-1 0 0 0,-1 0-1 0 0,0 0 1 0 0,0 1-1 0 0,-3 121 1598 0 0,-20 135-1 0 0,5-141-1687 0 0,-42 142 1 0 0,42-192-2356 0 0,3-11-2162 0 0,4-18-2830 0 0,4-18-807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2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58 200 936 0 0,'-4'-2'484'0'0,"0"0"0"0"0,0-1 0 0 0,0 1 0 0 0,1-1 1 0 0,-1 0-1 0 0,1 0 0 0 0,0 0 0 0 0,0-1 0 0 0,0 1 0 0 0,0-1 0 0 0,0 0 0 0 0,1 0 0 0 0,0 0 0 0 0,0 0 0 0 0,0 0 0 0 0,0 0 1 0 0,0-1-1 0 0,1 1 0 0 0,-2-9 0 0 0,3 11-414 0 0,0-1 1 0 0,0 1-1 0 0,0-1 0 0 0,0 1 1 0 0,0-1-1 0 0,0 0 1 0 0,1 1-1 0 0,0-1 1 0 0,-1 1-1 0 0,1-1 0 0 0,0 1 1 0 0,0-1-1 0 0,0 1 1 0 0,0 0-1 0 0,1 0 0 0 0,-1-1 1 0 0,0 1-1 0 0,1 0 1 0 0,0 0-1 0 0,0 0 0 0 0,-1 1 1 0 0,1-1-1 0 0,0 0 1 0 0,0 1-1 0 0,1-1 0 0 0,-1 1 1 0 0,0-1-1 0 0,0 1 1 0 0,1 0-1 0 0,-1 0 0 0 0,0 0 1 0 0,1 1-1 0 0,-1-1 1 0 0,1 0-1 0 0,2 1 1 0 0,1-1-24 0 0,-1 0 1 0 0,0 0 0 0 0,0 1 0 0 0,1 0 0 0 0,-1 0 0 0 0,0 0 0 0 0,0 0 0 0 0,1 1 0 0 0,-1 0 0 0 0,0 0-1 0 0,0 1 1 0 0,0 0 0 0 0,0-1 0 0 0,0 2 0 0 0,-1-1 0 0 0,1 0 0 0 0,0 1 0 0 0,-1 0 0 0 0,0 0 0 0 0,0 0-1 0 0,0 1 1 0 0,0-1 0 0 0,0 1 0 0 0,-1 0 0 0 0,1 0 0 0 0,2 5 0 0 0,0-1 46 0 0,-2 1 1 0 0,1-1-1 0 0,-1 1 0 0 0,0 0 1 0 0,-1 0-1 0 0,0 0 0 0 0,0 0 1 0 0,-1 1-1 0 0,0-1 0 0 0,-1 1 1 0 0,0-1-1 0 0,0 1 0 0 0,-2 14 1 0 0,-3 1 104 0 0,-2 1 1 0 0,0-1 0 0 0,-2 0-1 0 0,-14 33 1 0 0,9-24 111 0 0,12-32-92 0 0,11-23-126 0 0,19-29-75 0 0,2 1 0 0 0,2 2-1 0 0,41-45 1 0 0,-33 42-23 0 0,54-74 145 0 0,-90 114-137 0 0,-13 10-17 0 0,-14 14-14 0 0,4 7 40 0 0,0 2 0 0 0,2-1 0 0 0,0 2 1 0 0,2 0-1 0 0,0 1 0 0 0,2 0 0 0 0,1 1 0 0 0,-13 45 0 0 0,21-62-4 0 0,0 1-1 0 0,1 0 1 0 0,0 0 0 0 0,1-1-1 0 0,0 1 1 0 0,0 0-1 0 0,1 0 1 0 0,3 20-1 0 0,-2-26 2 0 0,0-1-1 0 0,-1 1 0 0 0,2-1 0 0 0,-1 0 0 0 0,0 1 0 0 0,1-1 0 0 0,-1 0 0 0 0,1 0 0 0 0,0 0 1 0 0,0 0-1 0 0,0 0 0 0 0,1-1 0 0 0,-1 1 0 0 0,1 0 0 0 0,-1-1 0 0 0,1 0 0 0 0,0 0 0 0 0,0 0 1 0 0,0 0-1 0 0,0 0 0 0 0,0 0 0 0 0,0-1 0 0 0,0 1 0 0 0,1-1 0 0 0,-1 0 0 0 0,1 0 0 0 0,-1-1 1 0 0,5 2-1 0 0,8-1-83 0 0,0 0 0 0 0,-1-1 0 0 0,1-1 1 0 0,-1 0-1 0 0,1-1 0 0 0,-1-1 0 0 0,19-5 0 0 0,104-40-6440 0 0,-127 44 5535 0 0,7-4-2196 0 0,-2 0-1118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2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40 136 0 0,'-3'-26'12696'0'0,"5"18"-10791"0"0,3 7-1742 0 0,1-1-1 0 0,-1 1 1 0 0,0 0 0 0 0,1 1-1 0 0,-1-1 1 0 0,0 1-1 0 0,1 0 1 0 0,-1 0-1 0 0,1 1 1 0 0,-1 0-1 0 0,0 0 1 0 0,9 2-1 0 0,-11-2-115 0 0,0 0 0 0 0,0 0 0 0 0,-1 0-1 0 0,1 1 1 0 0,0-1 0 0 0,-1 0-1 0 0,1 1 1 0 0,-1 0 0 0 0,0 0 0 0 0,0-1-1 0 0,0 1 1 0 0,1 1 0 0 0,-2-1-1 0 0,1 0 1 0 0,0 0 0 0 0,0 1 0 0 0,-1-1-1 0 0,1 1 1 0 0,-1-1 0 0 0,0 1-1 0 0,0 0 1 0 0,0 0 0 0 0,0-1 0 0 0,0 1-1 0 0,-1 0 1 0 0,1 4 0 0 0,-1 4 72 0 0,0 0 1 0 0,-1 1-1 0 0,-1-1 1 0 0,0 0-1 0 0,0-1 1 0 0,-1 1-1 0 0,0 0 1 0 0,-1-1-1 0 0,0 1 1 0 0,-1-1-1 0 0,-8 12 1 0 0,-9 14 225 0 0,-46 54 1 0 0,38-52-172 0 0,-14 17-24 0 0,43-53-144 0 0,24 0-12 0 0,3-12-692 0 0,-1 0 1 0 0,0-2-1 0 0,-1-1 0 0 0,30-20 0 0 0,-21 13-324 0 0,95-64-6637 0 0,-86 53 1672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2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84 120 2672 0 0,'-84'-4'15267'0'0,"107"-7"-14856"0"0,-9 3-311 0 0,172-62 106 0 0,-107 47-3745 0 0,-61 19 760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3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36 2196 0 0,'-84'86'14374'0'0,"84"-85"-14360"0"0,1-1 0 0 0,-1 0 0 0 0,0 1 0 0 0,1-1 0 0 0,-1 1 0 0 0,0-1 0 0 0,1 0 0 0 0,-1 1 0 0 0,0-1 0 0 0,1 0 0 0 0,-1 0 0 0 0,0 1 0 0 0,1-1 0 0 0,-1 0 0 0 0,1 0 0 0 0,-1 0 0 0 0,1 1 0 0 0,-1-1 0 0 0,1 0 0 0 0,-1 0 0 0 0,1 0 0 0 0,-1 0 0 0 0,0 0 0 0 0,1 0 0 0 0,-1 0 0 0 0,1 0 0 0 0,-1 0 0 0 0,2 0 0 0 0,139-61-2405 0 0,-46 14-4614 0 0,-60 27 1829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3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65 1908 0 0,'-8'-9'7911'0'0,"7"8"-7659"0"0,0 1 1 0 0,0-1-1 0 0,0 1 0 0 0,1-1 1 0 0,-1 1-1 0 0,0-1 1 0 0,0 1-1 0 0,0 0 0 0 0,0-1 1 0 0,0 1-1 0 0,0 0 1 0 0,0 0-1 0 0,0 0 0 0 0,0 0 1 0 0,1 0-1 0 0,-1 0 1 0 0,0 0-1 0 0,0 0 0 0 0,0 0 1 0 0,0 0-1 0 0,0 0 1 0 0,0 1-1 0 0,-1-1 0 0 0,-1 2-13 0 0,1-1 0 0 0,-1 0 0 0 0,1 1 0 0 0,-1 0 0 0 0,1-1 0 0 0,0 1 0 0 0,0 0 0 0 0,-2 3 0 0 0,-4 4 155 0 0,1 1 1 0 0,-11 18-1 0 0,18-27-318 0 0,-17 28 337 0 0,1 1-1 0 0,2 0 0 0 0,-15 49 1 0 0,25-66-388 0 0,0 0 1 0 0,2 0 0 0 0,0 0 0 0 0,0 0-1 0 0,1 0 1 0 0,1 0 0 0 0,0 0 0 0 0,0 1-1 0 0,2-1 1 0 0,0 0 0 0 0,6 24 0 0 0,-6-32-14 0 0,0 0 1 0 0,0 0 0 0 0,0 0 0 0 0,1-1 0 0 0,-1 1-1 0 0,1-1 1 0 0,0 1 0 0 0,1-1 0 0 0,-1 0 0 0 0,1 0-1 0 0,0-1 1 0 0,0 1 0 0 0,0-1 0 0 0,0 0-1 0 0,0 0 1 0 0,1 0 0 0 0,-1 0 0 0 0,8 2 0 0 0,-6-3 4 0 0,1 0 0 0 0,0 0 0 0 0,0-1 0 0 0,0 0 1 0 0,0 0-1 0 0,0 0 0 0 0,0-1 0 0 0,0 0 1 0 0,0 0-1 0 0,0-1 0 0 0,0 0 0 0 0,0 0 0 0 0,9-4 1 0 0,1-1 16 0 0,0 0 0 0 0,-1-2 0 0 0,1 0 0 0 0,-1 0 1 0 0,-1-2-1 0 0,0 0 0 0 0,0-1 0 0 0,-1 0 0 0 0,-1-1 0 0 0,13-14 1 0 0,-7 5 163 0 0,-2 0 0 0 0,-1-2 1 0 0,0 1-1 0 0,-2-2 0 0 0,22-49 1 0 0,-32 65-163 0 0,-1 0 1 0 0,-1 0 0 0 0,0-1-1 0 0,0 1 1 0 0,0-1-1 0 0,-1 1 1 0 0,0-1 0 0 0,-1 0-1 0 0,0 1 1 0 0,-1-1-1 0 0,1 0 1 0 0,-2 1 0 0 0,1-1-1 0 0,-1 1 1 0 0,0-1-1 0 0,-1 1 1 0 0,-5-11 0 0 0,6 14-29 0 0,-1-1 0 0 0,-1 1 0 0 0,1 0 1 0 0,-1 0-1 0 0,0 0 0 0 0,0 0 1 0 0,0 0-1 0 0,-1 1 0 0 0,1 0 1 0 0,-1 0-1 0 0,0 0 0 0 0,0 1 0 0 0,-1 0 1 0 0,1 0-1 0 0,-1 0 0 0 0,1 1 1 0 0,-1-1-1 0 0,0 1 0 0 0,0 1 0 0 0,0-1 1 0 0,0 1-1 0 0,0 0 0 0 0,-1 0 1 0 0,-9 1-1 0 0,-3 1-20 0 0,1 0-1 0 0,-1 2 1 0 0,1 0 0 0 0,0 1-1 0 0,0 1 1 0 0,0 0 0 0 0,-20 10-1 0 0,14-3-288 0 0,0 0 0 0 0,1 1 0 0 0,0 1 0 0 0,-29 25 0 0 0,39-28-308 0 0,1 0 0 0 0,1 1 0 0 0,-1 0 0 0 0,2 1 1 0 0,0 1-1 0 0,-9 15 0 0 0,13-19-799 0 0,2 0 1 0 0,-1 0-1 0 0,1 0 0 0 0,0 0 0 0 0,1 1 1 0 0,-2 12-1 0 0,4-2-4629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45 1104 0 0,'3'-3'1407'0'0,"0"-1"-1"0"0,-1 1 0 0 0,1-1 1 0 0,-1 0-1 0 0,4-7 1 0 0,2-4 3779 0 0,-17 37-479 0 0,-40 64-4778 0 0,10-26 84 0 0,-91 107-1 0 0,-65 41-1112 0 0,158-171 640 0 0,-44 48-944 0 0,-33 33-2077 0 0,38-42-1623 0 0,33-33-333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5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6 180 908 0 0,'-4'-17'5075'0'0,"4"15"-4908"0"0,-1 0 0 0 0,1-1 1 0 0,0 1-1 0 0,0 0 1 0 0,0-1-1 0 0,0 1 0 0 0,0 0 1 0 0,0-1-1 0 0,1 1 0 0 0,-1 0 1 0 0,1-1-1 0 0,-1 1 1 0 0,1 0-1 0 0,0 0 0 0 0,0 0 1 0 0,0 0-1 0 0,0-1 1 0 0,1 1-1 0 0,1-2 0 0 0,0 1-33 0 0,0 0-1 0 0,0 0 0 0 0,1 0 1 0 0,-1 0-1 0 0,1 0 0 0 0,0 1 0 0 0,0-1 1 0 0,0 1-1 0 0,7-2 0 0 0,-2 0-22 0 0,1 1-1 0 0,0 0 0 0 0,0 1 1 0 0,1 0-1 0 0,-1 1 0 0 0,0 0 1 0 0,1 1-1 0 0,15 1 0 0 0,-15 0-26 0 0,0 2 0 0 0,0-1 0 0 0,0 2 0 0 0,0-1 0 0 0,0 2 0 0 0,-1-1 0 0 0,1 1 0 0 0,-1 1 0 0 0,-1 0 0 0 0,1 0 0 0 0,-1 1 0 0 0,0 0 0 0 0,0 1 0 0 0,-1 0 0 0 0,12 15 0 0 0,-15-17-16 0 0,-1-1 0 0 0,0 1 1 0 0,-1 0-1 0 0,1 1 1 0 0,-1-1-1 0 0,0 1 1 0 0,-1-1-1 0 0,0 1 1 0 0,0 0-1 0 0,0 0 1 0 0,-1 0-1 0 0,0 0 1 0 0,0 0-1 0 0,-1 1 1 0 0,1-1-1 0 0,-2 0 1 0 0,1 0-1 0 0,-1 0 1 0 0,0 0-1 0 0,-1 0 1 0 0,1 0-1 0 0,-2 0 1 0 0,1 0-1 0 0,-1-1 1 0 0,0 1-1 0 0,-4 6 1 0 0,-8 13 1001 0 0,-20 26 1 0 0,34-51-788 0 0,1-4-276 0 0,1-1 0 0 0,0 1 0 0 0,0-1 0 0 0,0 1 0 0 0,0 0-1 0 0,0 0 1 0 0,1-1 0 0 0,-1 1 0 0 0,1 0 0 0 0,0 0 0 0 0,0 0 0 0 0,3-2 0 0 0,32-36-10 0 0,-27 30 9 0 0,54-57 53 0 0,74-101 1 0 0,-137 167-58 0 0,5-5 1 0 0,-1-1 0 0 0,0 1 1 0 0,-1-1-1 0 0,0 0 0 0 0,0 0 0 0 0,0-1 0 0 0,-1 1 0 0 0,2-12 1 0 0,-5 19-5 0 0,1 1-1 0 0,-1-1 1 0 0,0 1 0 0 0,0-1 0 0 0,0 1 0 0 0,0-1 0 0 0,1 1 0 0 0,-1-1 0 0 0,0 1 0 0 0,0-1 0 0 0,0 1 0 0 0,0-1 0 0 0,0 1 0 0 0,0-1-1 0 0,0 1 1 0 0,-1-1 0 0 0,1 1 0 0 0,0-1 0 0 0,0 1 0 0 0,0-1 0 0 0,0 1 0 0 0,-1-1 0 0 0,1 1 0 0 0,0-1 0 0 0,-1 1 0 0 0,1-1-1 0 0,0 1 1 0 0,-1-1 0 0 0,1 1 0 0 0,0 0 0 0 0,-1-1 0 0 0,1 1 0 0 0,-1 0 0 0 0,1-1 0 0 0,-1 1 0 0 0,1 0 0 0 0,0 0 0 0 0,-1-1 0 0 0,1 1-1 0 0,-1 0 1 0 0,1 0 0 0 0,-1 0 0 0 0,0 0 0 0 0,1 0 0 0 0,-1 0 0 0 0,1 0 0 0 0,-1-1 0 0 0,1 2 0 0 0,-1-1 0 0 0,1 0 0 0 0,-1 0 0 0 0,1 0-1 0 0,-1 0 1 0 0,1 0 0 0 0,-1 0 0 0 0,1 0 0 0 0,-2 1 0 0 0,-23 10-8 0 0,17-4 6 0 0,0 0-1 0 0,0 1 1 0 0,1 0-1 0 0,0 0 1 0 0,0 0-1 0 0,1 1 0 0 0,-7 12 1 0 0,0 5-8 0 0,-15 37 0 0 0,24-52 17 0 0,1 0 0 0 0,-1 0 1 0 0,2 0-1 0 0,0 0 0 0 0,0 0 1 0 0,1 1-1 0 0,0-1 1 0 0,2 21-1 0 0,-1-27-3 0 0,1 0-1 0 0,0-1 1 0 0,0 1-1 0 0,0-1 1 0 0,0 1 0 0 0,1-1-1 0 0,-1 0 1 0 0,1 0-1 0 0,0 1 1 0 0,1-1 0 0 0,-1-1-1 0 0,1 1 1 0 0,0 0 0 0 0,-1 0-1 0 0,2-1 1 0 0,-1 0-1 0 0,0 0 1 0 0,1 0 0 0 0,-1 0-1 0 0,1 0 1 0 0,0 0-1 0 0,0-1 1 0 0,0 0 0 0 0,6 3-1 0 0,-1-3-30 0 0,0 1 0 0 0,0-2 0 0 0,-1 1 0 0 0,1-1 0 0 0,0 0 0 0 0,0-1 0 0 0,1 0 0 0 0,-1-1 0 0 0,0 1 0 0 0,-1-2 0 0 0,17-3 0 0 0,-9 0-1434 0 0,29-11 1 0 0,10-12-6235 0 0,-40 18 3539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5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28 556 0 0,'-1'-24'16582'0'0,"2"24"-16541"0"0,-1 0 0 0 0,0 0 0 0 0,0 0 0 0 0,0 0 1 0 0,0 0-1 0 0,0-1 0 0 0,0 1 0 0 0,0 0 0 0 0,0 0 1 0 0,0 0-1 0 0,0 0 0 0 0,0 0 0 0 0,0-1 0 0 0,0 1 1 0 0,0 0-1 0 0,0 0 0 0 0,0 0 0 0 0,0 0 0 0 0,-1 0 1 0 0,1 0-1 0 0,0-1 0 0 0,0 1 0 0 0,0 0 0 0 0,0 0 1 0 0,0 0-1 0 0,0 0 0 0 0,0 0 0 0 0,0 0 0 0 0,0 0 1 0 0,0 0-1 0 0,-1 0 0 0 0,1-1 0 0 0,0 1 0 0 0,0 0 1 0 0,0 0-1 0 0,0 0 0 0 0,0 0 0 0 0,0 0 0 0 0,-1 0 1 0 0,1 0-1 0 0,0 0 0 0 0,0 0 0 0 0,0 0 0 0 0,0 0 1 0 0,0 0-1 0 0,0 0 0 0 0,-1 0 0 0 0,1 0 0 0 0,0 0 1 0 0,0 0-1 0 0,0 0 0 0 0,0 0 0 0 0,0 0 0 0 0,0 0 1 0 0,-1 0-1 0 0,1 0 0 0 0,0 0 0 0 0,0 1 0 0 0,0-1 1 0 0,0 0-1 0 0,-3 11 570 0 0,1 16-575 0 0,-2 52 329 0 0,-21 123 0 0 0,19-168-322 0 0,-2 7-76 0 0,5-24-1518 0 0,0-1 0 0 0,-2 26-1 0 0,7-33-1008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5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21 133 1144 0 0,'0'-4'1062'0'0,"0"1"0"0"0,-1 0 1 0 0,1 0-1 0 0,0 0 0 0 0,-1 0 0 0 0,0 0 0 0 0,0 0 0 0 0,0 0 0 0 0,0 0 1 0 0,0 0-1 0 0,-4-6 989 0 0,-2-3 1134 0 0,6 11-3149 0 0,1 1 0 0 0,0-1 0 0 0,0 1 0 0 0,0 0 1 0 0,0-1-1 0 0,0 1 0 0 0,0-1 0 0 0,-1 1 0 0 0,1-1 1 0 0,0 1-1 0 0,0-1 0 0 0,0 1 0 0 0,0-1 0 0 0,1 1 0 0 0,-1-1 1 0 0,0 1-1 0 0,0-1 0 0 0,0 1 0 0 0,0-1 0 0 0,0 1 0 0 0,1 0 1 0 0,-1-1-1 0 0,0 1 0 0 0,0-1 0 0 0,1 1 0 0 0,-1 0 1 0 0,0-1-1 0 0,0 1 0 0 0,1 0 0 0 0,-1-1 0 0 0,1 1 0 0 0,-1 0 1 0 0,1-1-1 0 0,55-16 140 0 0,62-10 0 0 0,-2 10-4965 0 0,-112 17 3588 0 0,1-1-1 0 0,-1 1 0 0 0,0 0 0 0 0,0 0 1 0 0,1 0-1 0 0,6 2 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6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38 2672 0 0,'-30'28'5391'0'0,"17"-16"-2663"0"0,0 0-1 0 0,-12 16 0 0 0,24-27-2460 0 0,2 3 105 0 0,-1-4-360 0 0,0 0 0 0 0,0 1 0 0 0,0-1 0 0 0,0 0 1 0 0,0 0-1 0 0,0 1 0 0 0,0-1 0 0 0,0 0 0 0 0,0 1 0 0 0,0-1 0 0 0,1 0 1 0 0,-1 0-1 0 0,0 1 0 0 0,0-1 0 0 0,0 0 0 0 0,0 0 0 0 0,0 1 0 0 0,0-1 1 0 0,1 0-1 0 0,-1 0 0 0 0,0 1 0 0 0,0-1 0 0 0,0 0 0 0 0,1 0 1 0 0,-1 0-1 0 0,0 0 0 0 0,0 1 0 0 0,1-1 0 0 0,-1 0 0 0 0,5 1 55 0 0,-1-1 0 0 0,1 1-1 0 0,-1-1 1 0 0,1 0 0 0 0,-1 0-1 0 0,1-1 1 0 0,-1 1 0 0 0,7-3-1 0 0,42-11 83 0 0,-24 5-135 0 0,130-40-3386 0 0,-56 9-3665 0 0,-65 25 1839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36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81 1376 0 0,'-1'-10'3287'0'0,"-1"1"0"0"0,-1-1 0 0 0,0 0 0 0 0,0 1 1 0 0,-7-13 1055 0 0,10 21-4288 0 0,0 1 0 0 0,0 0 0 0 0,0-1 0 0 0,0 1 0 0 0,0 0-1 0 0,0-1 1 0 0,0 1 0 0 0,0 0 0 0 0,0-1 0 0 0,0 1 0 0 0,0 0 0 0 0,0-1-1 0 0,0 1 1 0 0,-1 0 0 0 0,1-1 0 0 0,0 1 0 0 0,0 0 0 0 0,0-1-1 0 0,0 1 1 0 0,-1 0 0 0 0,1-1 0 0 0,0 1 0 0 0,0 0 0 0 0,-1 0 0 0 0,1-1-1 0 0,0 1 1 0 0,-1 0 0 0 0,1 0 0 0 0,0 0 0 0 0,0 0 0 0 0,-1-1-1 0 0,1 1 1 0 0,0 0 0 0 0,-1 0 0 0 0,1 0 0 0 0,-1 0 0 0 0,1 0 0 0 0,0 0-1 0 0,-1 0 1 0 0,1 0 0 0 0,0 0 0 0 0,-1 0 0 0 0,1 0 0 0 0,0 0-1 0 0,-1 0 1 0 0,1 0 0 0 0,0 0 0 0 0,-1 0 0 0 0,1 0 0 0 0,0 1 0 0 0,-1-1-1 0 0,1 0 1 0 0,0 0 0 0 0,-1 0 0 0 0,1 0 0 0 0,0 1 0 0 0,0-1-1 0 0,-1 0 1 0 0,1 0 0 0 0,-1 1 0 0 0,1 1 92 0 0,-6 40 626 0 0,-11 176-222 0 0,9-136-636 0 0,-20 129-3222 0 0,20-169-2012 0 0,-18 54 0 0 0,5-37-5219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4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25 118 1308 0 0,'-19'-36'6275'0'0,"18"35"-6178"0"0,0-1 0 0 0,0 1-1 0 0,1-1 1 0 0,-1 1 0 0 0,1-1-1 0 0,-1 0 1 0 0,1 1 0 0 0,0-1-1 0 0,0 1 1 0 0,0-1 0 0 0,-1 0 0 0 0,1 1-1 0 0,1-1 1 0 0,-1 0 0 0 0,0 1-1 0 0,0-1 1 0 0,1 1 0 0 0,-1-1-1 0 0,1 1 1 0 0,-1-1 0 0 0,1 0-1 0 0,0 1 1 0 0,-1 0 0 0 0,1-1-1 0 0,0 1 1 0 0,0-1 0 0 0,0 1-1 0 0,0 0 1 0 0,0 0 0 0 0,0 0-1 0 0,1 0 1 0 0,-1 0 0 0 0,0 0-1 0 0,2-2 1 0 0,3 0 9 0 0,-1-1 0 0 0,1 1-1 0 0,-1 0 1 0 0,1 0 0 0 0,0 0 0 0 0,0 1-1 0 0,8-2 1 0 0,-8 3-58 0 0,0 0 0 0 0,0 0 0 0 0,0 0 0 0 0,0 1 0 0 0,0 0 0 0 0,0 0 0 0 0,0 1 0 0 0,0-1 0 0 0,0 1 0 0 0,0 1 0 0 0,0-1 0 0 0,0 1 0 0 0,0 0 0 0 0,-1 0 0 0 0,1 1 0 0 0,-1-1 0 0 0,0 1 0 0 0,0 1 0 0 0,0-1 0 0 0,0 1 0 0 0,7 6 0 0 0,-7-4 8 0 0,0-1 0 0 0,0 1 0 0 0,-1 0 1 0 0,0 0-1 0 0,0 0 0 0 0,-1 1 0 0 0,0-1 1 0 0,0 1-1 0 0,0 0 0 0 0,-1-1 0 0 0,0 1 1 0 0,0 1-1 0 0,-1-1 0 0 0,0 0 0 0 0,0 0 1 0 0,0 0-1 0 0,-2 13 0 0 0,-1-3 13 0 0,0-1 0 0 0,-2 0 0 0 0,0 0 0 0 0,-1 0 0 0 0,0-1 0 0 0,-1 1 0 0 0,-1-1 0 0 0,-11 17 0 0 0,1-3 76 0 0,-2-2-1 0 0,-1-1 1 0 0,-26 28-1 0 0,32-38-28 0 0,10-11-32 0 0,0 0 0 0 0,-1 0 0 0 0,1 0 0 0 0,-1-1 1 0 0,-6 5-1 0 0,10-8-43 0 0,-1-9 10 0 0,2 7-50 0 0,0 0-1 0 0,0 0 0 0 0,-1 0 1 0 0,1 1-1 0 0,0-1 1 0 0,0 0-1 0 0,0 0 0 0 0,0 0 1 0 0,0 0-1 0 0,0 0 0 0 0,1 0 1 0 0,-1 1-1 0 0,0-1 0 0 0,0 0 1 0 0,0 0-1 0 0,1 0 0 0 0,-1 1 1 0 0,1-2-1 0 0,26-48-22 0 0,2 2-1 0 0,2 1 0 0 0,43-49 1 0 0,-4 3-5 0 0,-56 76 34 0 0,-10 13-5 0 0,0-1 0 0 0,0 0-1 0 0,-1 0 1 0 0,1 0-1 0 0,-1 0 1 0 0,0-1 0 0 0,-1 1-1 0 0,1-1 1 0 0,-1 1 0 0 0,0-1-1 0 0,-1 0 1 0 0,2-7-1 0 0,-3 13-1 0 0,0 0-1 0 0,0-1 0 0 0,0 1 0 0 0,0 0 0 0 0,0 0 1 0 0,0-1-1 0 0,0 1 0 0 0,0 0 0 0 0,0-1 0 0 0,0 1 0 0 0,0 0 1 0 0,0-1-1 0 0,0 1 0 0 0,0 0 0 0 0,0-1 0 0 0,0 1 1 0 0,0 0-1 0 0,0-1 0 0 0,0 1 0 0 0,0 0 0 0 0,-1 0 0 0 0,1-1 1 0 0,0 1-1 0 0,0 0 0 0 0,0 0 0 0 0,0-1 0 0 0,-1 1 1 0 0,1 0-1 0 0,0 0 0 0 0,0-1 0 0 0,-1 1 0 0 0,1 0 0 0 0,0 0 1 0 0,-1 0-1 0 0,-10 2-28 0 0,-8 11 2 0 0,10-3 22 0 0,1 0 0 0 0,0 1 0 0 0,1 0 0 0 0,0 0 0 0 0,1 1 0 0 0,0-1 0 0 0,-7 21 0 0 0,6-12 8 0 0,1 1 0 0 0,0 0 1 0 0,-4 38-1 0 0,10-53 4 0 0,-1-1 0 0 0,1 0-1 0 0,0 0 1 0 0,0 0 0 0 0,1 1 0 0 0,-1-1-1 0 0,1 0 1 0 0,1 0 0 0 0,-1 0 0 0 0,0 0-1 0 0,1 0 1 0 0,0 0 0 0 0,0-1-1 0 0,1 1 1 0 0,0 0 0 0 0,-1-1 0 0 0,1 0-1 0 0,6 6 1 0 0,-4-5-42 0 0,-1-1 1 0 0,2 0-1 0 0,-1-1 0 0 0,0 1 0 0 0,1-1 1 0 0,0 0-1 0 0,-1 0 0 0 0,1-1 0 0 0,0 0 1 0 0,0 0-1 0 0,1 0 0 0 0,-1-1 0 0 0,0 0 0 0 0,11 1 1 0 0,7-1-877 0 0,0-1-1 0 0,0-1 1 0 0,32-5 0 0 0,-31 1-1886 0 0,32-10 1 0 0,-32 6-769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4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36 1172 0 0,'-8'-21'8860'0'0,"2"13"-6806"0"0,6 8-1977 0 0,0-1-1 0 0,0 1 0 0 0,0 0 1 0 0,0-1-1 0 0,0 1 1 0 0,0 0-1 0 0,-1-1 0 0 0,1 1 1 0 0,0 0-1 0 0,0-1 0 0 0,-1 1 1 0 0,1 0-1 0 0,0 0 0 0 0,0-1 1 0 0,-1 1-1 0 0,1 0 0 0 0,0 0 1 0 0,-1-1-1 0 0,1 1 0 0 0,0 0 1 0 0,-1 0-1 0 0,1 0 0 0 0,0 0 1 0 0,-1-1-1 0 0,1 1 0 0 0,0 0 1 0 0,-1 0-1 0 0,1 0 0 0 0,0 0 1 0 0,-1 0-1 0 0,1 0 0 0 0,-1 0 1 0 0,1 0-1 0 0,0 0 0 0 0,-1 0 1 0 0,1 0-1 0 0,0 0 0 0 0,-1 0 1 0 0,1 1-1 0 0,-1-1 1 0 0,1 0-1 0 0,-1 0 0 0 0,0 1 33 0 0,0-1 1 0 0,0 0-1 0 0,0 1 0 0 0,0-1 0 0 0,-1 1 1 0 0,1-1-1 0 0,0 1 0 0 0,0 0 0 0 0,0-1 1 0 0,0 1-1 0 0,1 0 0 0 0,-1 0 0 0 0,0-1 0 0 0,0 1 1 0 0,-1 2-1 0 0,-7 18 211 0 0,1 0 0 0 0,1 0 0 0 0,0 1 1 0 0,2 0-1 0 0,1 0 0 0 0,0 1 0 0 0,0 30 0 0 0,6 57-1335 0 0,12-5-4413 0 0,-9-84-234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4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2412 0 0,'21'-40'8910'0'0,"-18"38"-8511"0"0,-1 0-1 0 0,1 0 0 0 0,0 0 1 0 0,0 0-1 0 0,0 1 0 0 0,0-1 1 0 0,0 1-1 0 0,0 0 0 0 0,0 0 1 0 0,0 0-1 0 0,7-1 0 0 0,73-7 718 0 0,118-29-1 0 0,-16-19-6387 0 0,-179 54 3963 0 0,0 1 0 0 0,0-1 1 0 0,0 0-1 0 0,6-4 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4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45 1264 0 0,'-8'-8'2362'0'0,"-1"1"-1"0"0,1 0 0 0 0,-1 0 1 0 0,-14-8-1 0 0,21 15-1817 0 0,-4-1-159 0 0,-6 3 1414 0 0,8 13-1004 0 0,6 114 1352 0 0,1-3-1618 0 0,-16 111-394 0 0,12-160-2769 0 0,6-29-5971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5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9 100 2672 0 0,'15'-20'2587'0'0,"-11"13"-1588"0"0,1 0 0 0 0,1 1 0 0 0,-1-1 0 0 0,1 1 0 0 0,0 0 0 0 0,13-10 0 0 0,-17 15-914 0 0,0 0 0 0 0,0 0-1 0 0,0 0 1 0 0,0 1-1 0 0,0-1 1 0 0,0 1-1 0 0,0-1 1 0 0,0 1-1 0 0,1 0 1 0 0,-1-1 0 0 0,0 1-1 0 0,0 0 1 0 0,0 0-1 0 0,0 1 1 0 0,1-1-1 0 0,-1 0 1 0 0,0 1-1 0 0,0-1 1 0 0,0 1 0 0 0,0 0-1 0 0,0 0 1 0 0,0 0-1 0 0,0 0 1 0 0,0 0-1 0 0,0 0 1 0 0,-1 0 0 0 0,1 1-1 0 0,0-1 1 0 0,-1 1-1 0 0,1-1 1 0 0,-1 1-1 0 0,1 0 1 0 0,-1-1-1 0 0,2 4 1 0 0,2 3 86 0 0,0-1 0 0 0,-1 1 0 0 0,0 0 0 0 0,0 0 0 0 0,0 0 0 0 0,4 17 0 0 0,-7-14-83 0 0,1 0 0 0 0,-1 0 1 0 0,-1 1-1 0 0,0-1 0 0 0,0 0 1 0 0,-2 1-1 0 0,1-1 0 0 0,-1 0 1 0 0,-1 0-1 0 0,0 0 0 0 0,0 0 1 0 0,-1 0-1 0 0,-9 16 0 0 0,-7 9 61 0 0,-1 0 0 0 0,-34 42 0 0 0,54-77-145 0 0,-6 10 117 0 0,-1 0 1 0 0,-1-1 0 0 0,-19 18-1 0 0,27-27-88 0 0,3-14 3 0 0,4 3-34 0 0,-1 0 1 0 0,1 0-1 0 0,1 0 1 0 0,0 1-1 0 0,0 0 0 0 0,12-11 1 0 0,-1-1-17 0 0,174-174-76 0 0,-41 44 107 0 0,-150 150-17 0 0,1 0 0 0 0,-1-1 0 0 0,1 0 0 0 0,0 1 0 0 0,-1-1 0 0 0,1 0 0 0 0,-1 0 0 0 0,1 0 0 0 0,-1 0 0 0 0,0 0 0 0 0,0-1 0 0 0,0 1 0 0 0,0 0 0 0 0,-1 0 1 0 0,1-1-1 0 0,0 1 0 0 0,-1 0 0 0 0,1-3 0 0 0,-2 3-6 0 0,-3 3-2 0 0,-4 2 9 0 0,1 0 0 0 0,-1 0 0 0 0,0 1 0 0 0,1 0 0 0 0,0 1-1 0 0,0-1 1 0 0,0 1 0 0 0,0 1 0 0 0,1-1 0 0 0,-7 8 0 0 0,-59 71 85 0 0,55-62-27 0 0,1 1 0 0 0,-17 33 1 0 0,28-47-45 0 0,1 0 0 0 0,0 1 0 0 0,0-1 0 0 0,1 1 0 0 0,0 0 0 0 0,1 0 1 0 0,0 0-1 0 0,1 0 0 0 0,-1 18 0 0 0,2-24-5 0 0,1 1 1 0 0,0 0-1 0 0,-1-1 1 0 0,2 1-1 0 0,-1-1 1 0 0,0 0-1 0 0,1 1 0 0 0,0-1 1 0 0,0 0-1 0 0,0 0 1 0 0,1 0-1 0 0,-1 0 1 0 0,6 6-1 0 0,-2-4-29 0 0,0-1 0 0 0,0 1 0 0 0,1-1 0 0 0,0 0 0 0 0,0-1-1 0 0,0 1 1 0 0,8 2 0 0 0,8 3-542 0 0,0-2 1 0 0,1 0-1 0 0,0-2 0 0 0,27 4 0 0 0,-18-5-2288 0 0,0-2 0 0 0,47-1 0 0 0,-42-3-2382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5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35 68 0 0,'-3'-1'2732'0'0,"-55"-33"10313"0"0,78 39-12310 0 0,-17-2-673 0 0,0-1 1 0 0,0 1 0 0 0,1 0 0 0 0,-2 0-1 0 0,1 0 1 0 0,0 0 0 0 0,-1 1 0 0 0,1-1 0 0 0,-1 1-1 0 0,0-1 1 0 0,0 1 0 0 0,0 0 0 0 0,-1 0 0 0 0,1 0-1 0 0,0 6 1 0 0,-1-3 43 0 0,0 0 0 0 0,0 0-1 0 0,-1 0 1 0 0,0 0 0 0 0,-1 0 0 0 0,0 0 0 0 0,0 0-1 0 0,-3 11 1 0 0,-4 7 202 0 0,-2 0 0 0 0,-1-1 1 0 0,-24 43-1 0 0,34-67-305 0 0,-18 34 182 0 0,-53 98 221 0 0,71-129-399 0 0,-1 0 1 0 0,1 0 0 0 0,0 1 0 0 0,0-1 0 0 0,0 0-1 0 0,0 0 1 0 0,0 1 0 0 0,1-1 0 0 0,0 1 0 0 0,-1-1 0 0 0,1 0-1 0 0,1 1 1 0 0,-1-1 0 0 0,0 0 0 0 0,1 1 0 0 0,-1-1 0 0 0,1 0-1 0 0,1 4 1 0 0,-1-7-6 0 0,0 1-1 0 0,-1 0 1 0 0,1-1 0 0 0,0 1-1 0 0,0-1 1 0 0,-1 1-1 0 0,1-1 1 0 0,0 1-1 0 0,0-1 1 0 0,0 0 0 0 0,-1 1-1 0 0,1-1 1 0 0,0 0-1 0 0,0 0 1 0 0,0 0-1 0 0,0 0 1 0 0,0 1 0 0 0,0-1-1 0 0,-1 0 1 0 0,2-1-1 0 0,0 1 2 0 0,8 0-25 0 0,-1 0 1 0 0,1-1-1 0 0,0 0 0 0 0,-1-1 0 0 0,1 0 0 0 0,-1 0 0 0 0,0-1 0 0 0,0 0 0 0 0,14-7 1 0 0,-8 3-163 0 0,226-101-4645 0 0,-86 24-3074 0 0,-101 52 2894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5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112 108 744 0 0,'-51'-1'10453'0'0,"8"-1"-5742"0"0,41 2-4059 0 0,-2 0-112 0 0,-8-4 45 0 0,20-2 352 0 0,27-7-75 0 0,-31 12-1019 0 0,208-55 607 0 0,-103 38-2450 0 0,-2 11-4994 0 0,-84 11-1385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6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154 114 1260 0 0,'-151'68'15982'0'0,"149"-67"-15154"0"0,6-2-693 0 0,36-6-22 0 0,71-24 0 0 0,-33 8-752 0 0,64-14-1223 0 0,4-1-1465 0 0,-49 11-1717 0 0,-40 9-111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6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457 102 1116 0 0,'-10'-15'4191'0'0,"2"3"-1344"0"0,0 0 1 0 0,1 0 0 0 0,-7-16 0 0 0,14 27-2801 0 0,1-1 0 0 0,-1 1 1 0 0,1 0-1 0 0,-1 0 0 0 0,1 0 1 0 0,-1 0-1 0 0,1 0 0 0 0,0 0 1 0 0,0 0-1 0 0,0 0 1 0 0,-1 0-1 0 0,1 0 0 0 0,0 0 1 0 0,0 0-1 0 0,0 1 0 0 0,0-1 1 0 0,1 0-1 0 0,-1 1 0 0 0,0-1 1 0 0,0 1-1 0 0,0-1 1 0 0,0 1-1 0 0,1-1 0 0 0,1 1 1 0 0,5-1-21 0 0,-1 1 1 0 0,1 0 0 0 0,0 0-1 0 0,-1 1 1 0 0,1-1-1 0 0,0 2 1 0 0,-1-1 0 0 0,1 1-1 0 0,-1 1 1 0 0,1-1 0 0 0,-1 1-1 0 0,0 0 1 0 0,0 1-1 0 0,-1 0 1 0 0,1 0 0 0 0,-1 0-1 0 0,9 8 1 0 0,-10-8-19 0 0,-1 0 0 0 0,0 0 0 0 0,0 1 0 0 0,-1-1 0 0 0,1 1 1 0 0,-1 0-1 0 0,0 0 0 0 0,0 0 0 0 0,-1 0 0 0 0,1 0 0 0 0,-1 1 0 0 0,0-1 0 0 0,-1 1 0 0 0,1-1 0 0 0,-1 1 0 0 0,-1 0 1 0 0,1 0-1 0 0,-1-1 0 0 0,1 1 0 0 0,-2 0 0 0 0,1 0 0 0 0,-1-1 0 0 0,0 1 0 0 0,-2 10 0 0 0,-2-1 86 0 0,-1-1-1 0 0,-1 1 0 0 0,0-1 1 0 0,-1 0-1 0 0,-18 24 0 0 0,-57 60 577 0 0,62-75-582 0 0,-7 12 152 0 0,27-34-221 0 0,1 0-17 0 0,1 0 0 0 0,-1-1-1 0 0,0 1 1 0 0,1-1 0 0 0,-1 1 0 0 0,1-1-1 0 0,-1 1 1 0 0,1-1 0 0 0,-1 1-1 0 0,1-1 1 0 0,-1 1 0 0 0,1-1 0 0 0,0 1-1 0 0,-1-1 1 0 0,1 0 0 0 0,-1 0-1 0 0,1 1 1 0 0,0-1 0 0 0,-1 0 0 0 0,1 0-1 0 0,0 0 1 0 0,0 1 0 0 0,-1-1 0 0 0,2 0-1 0 0,23 3 7 0 0,-22-3-10 0 0,29 4 10 0 0,7 0-21 0 0,56 12 1 0 0,-83-13 17 0 0,-1 1 0 0 0,0 0 0 0 0,0 0 0 0 0,0 1 0 0 0,0 0 0 0 0,-1 1 0 0 0,0 0 0 0 0,0 1 0 0 0,12 10 0 0 0,-21-15 12 0 0,1-1 1 0 0,0 1-1 0 0,0 0 1 0 0,-1 0-1 0 0,1 0 0 0 0,-1 0 1 0 0,0 1-1 0 0,0-1 1 0 0,1 0-1 0 0,-1 0 1 0 0,-1 1-1 0 0,1-1 1 0 0,0 1-1 0 0,-1-1 1 0 0,1 1-1 0 0,-1-1 1 0 0,1 1-1 0 0,-1-1 1 0 0,0 1-1 0 0,0-1 1 0 0,-1 1-1 0 0,1-1 1 0 0,0 1-1 0 0,-1-1 1 0 0,0 1-1 0 0,1-1 1 0 0,-1 1-1 0 0,0-1 1 0 0,0 0-1 0 0,0 0 1 0 0,-1 1-1 0 0,1-1 1 0 0,0 0-1 0 0,-3 3 1 0 0,-4 4 55 0 0,0 1 1 0 0,0-1 0 0 0,-1-1-1 0 0,0 1 1 0 0,-18 12-1 0 0,-7 1-38 0 0,0-2 0 0 0,-2-1 0 0 0,0-2 1 0 0,-1-1-1 0 0,-1-2 0 0 0,-45 12 0 0 0,-79 7-2809 0 0,-1-14-5634 0 0,99-15 329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29 153 912 0 0,'-5'-8'2060'0'0,"-1"0"-1"0"0,2-1 1 0 0,-7-15 0 0 0,9 19-1587 0 0,1 3-413 0 0,1 1 0 0 0,0 0 0 0 0,0-1-1 0 0,0 1 1 0 0,0 0 0 0 0,0-1 0 0 0,0 1-1 0 0,1 0 1 0 0,-1-1 0 0 0,0 1 0 0 0,1 0-1 0 0,-1-1 1 0 0,1 1 0 0 0,-1 0 0 0 0,1 0-1 0 0,0 0 1 0 0,-1 0 0 0 0,1-1 0 0 0,1 0 0 0 0,17-19 476 0 0,-14 17-495 0 0,-1 1 1 0 0,1-1 0 0 0,0 1-1 0 0,0 1 1 0 0,0-1 0 0 0,1 1-1 0 0,-1 0 1 0 0,1 0 0 0 0,-1 0-1 0 0,1 1 1 0 0,0 0 0 0 0,-1 0-1 0 0,1 0 1 0 0,0 1-1 0 0,0 0 1 0 0,-1 0 0 0 0,1 0-1 0 0,0 1 1 0 0,0 0 0 0 0,5 2-1 0 0,-2-1-22 0 0,1 0 0 0 0,-1 2 0 0 0,0-1 0 0 0,0 1-1 0 0,-1 0 1 0 0,1 1 0 0 0,-1 0 0 0 0,0 0-1 0 0,0 1 1 0 0,0 0 0 0 0,7 8 0 0 0,-7-5 27 0 0,0 1 1 0 0,-1 0-1 0 0,0 0 0 0 0,0 0 1 0 0,-1 1-1 0 0,-1 0 1 0 0,0 0-1 0 0,0 1 0 0 0,-1-1 1 0 0,0 1-1 0 0,2 18 1 0 0,-1 7 420 0 0,-2 0 1 0 0,-2 54 0 0 0,-1-57-83 0 0,0-32-241 0 0,0-1-136 0 0,0-1 0 0 0,0 0 1 0 0,0 1-1 0 0,0-1 1 0 0,0 0-1 0 0,1 1 0 0 0,-1-1 1 0 0,0 0-1 0 0,0 0 0 0 0,0 1 1 0 0,0-1-1 0 0,0 0 0 0 0,1 0 1 0 0,-1 1-1 0 0,0-1 1 0 0,0 0-1 0 0,0 0 0 0 0,1 0 1 0 0,-1 1-1 0 0,0-1 0 0 0,0 0 1 0 0,1 0-1 0 0,-1 0 0 0 0,0 0 1 0 0,0 1-1 0 0,1-1 1 0 0,-1 0-1 0 0,0 0 0 0 0,0 0 1 0 0,1 0-1 0 0,-1 0 0 0 0,1 0 1 0 0,58-86 179 0 0,45-60-168 0 0,-66 96-27 0 0,48-58 87 0 0,-79 100 108 0 0,-1 0-1 0 0,0 0 1 0 0,8-16 0 0 0,-13 23-40 0 0,-3 2-143 0 0,-1 0 1 0 0,1 0 0 0 0,0 0-1 0 0,-1 1 1 0 0,1-1-1 0 0,0 1 1 0 0,0-1-1 0 0,0 1 1 0 0,0 0 0 0 0,0 0-1 0 0,0 0 1 0 0,1 0-1 0 0,-3 4 1 0 0,-20 34 1 0 0,17-27 1 0 0,-4 8 2 0 0,1 1 0 0 0,0 0 0 0 0,-7 26 0 0 0,14-40-2 0 0,1 1 1 0 0,0-1 0 0 0,1 1-1 0 0,0-1 1 0 0,0 1-1 0 0,0 0 1 0 0,1-1-1 0 0,1 1 1 0 0,0 0 0 0 0,0-1-1 0 0,4 18 1 0 0,-4-23-7 0 0,1 0-1 0 0,-1 0 1 0 0,1 0 0 0 0,-1-1 0 0 0,1 1 0 0 0,0 0-1 0 0,0 0 1 0 0,0-1 0 0 0,1 0 0 0 0,-1 1 0 0 0,1-1-1 0 0,-1 0 1 0 0,1 0 0 0 0,3 2 0 0 0,0-1 5 0 0,0 0 1 0 0,0-1-1 0 0,0 0 1 0 0,0 0 0 0 0,0 0-1 0 0,12 1 1 0 0,4-1 11 0 0,0-1 0 0 0,0-2 0 0 0,27-3 1 0 0,-48 4-20 0 0,22-2-646 0 0,8-1-4205 0 0,56-12-1 0 0,-71 11 811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8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18 1696 0 0,'21'-17'14780'0'0,"-20"26"-14512"0"0,-1 0 1 0 0,0 1-1 0 0,0-1 0 0 0,-1 0 0 0 0,0 0 0 0 0,-1 0 1 0 0,0 0-1 0 0,-5 14 0 0 0,-1 9-22 0 0,8-30-250 0 0,-15 69-519 0 0,-10 121-1 0 0,25-185-302 0 0,0 0 1 0 0,1 0-1 0 0,0 0 0 0 0,0 0 1 0 0,1 0-1 0 0,0-1 0 0 0,4 10 1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8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1 253 2404 0 0,'12'-37'6590'0'0,"-8"23"-3968"0"0,1 1 1 0 0,12-26 0 0 0,-14 36-2525 0 0,-1-1 1 0 0,1 0 0 0 0,0 1 0 0 0,0 0 0 0 0,0 0-1 0 0,0 0 1 0 0,1 0 0 0 0,-1 0 0 0 0,8-3 0 0 0,37-17 76 0 0,-29 15-65 0 0,-15 7-173 0 0,136-57-581 0 0,-92 43-2532 0 0,0 6-3742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8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80 3268 0 0,'-55'64'12200'0'0,"53"-63"-11913"0"0,2-1-269 0 0,0 1 1 0 0,0-1-1 0 0,0 0 0 0 0,0 0 1 0 0,0 1-1 0 0,0-1 0 0 0,0 0 1 0 0,0 1-1 0 0,1-1 1 0 0,-1 0-1 0 0,0 1 0 0 0,0-1 1 0 0,0 0-1 0 0,0 0 1 0 0,0 1-1 0 0,0-1 0 0 0,1 0 1 0 0,-1 0-1 0 0,0 1 0 0 0,0-1 1 0 0,0 0-1 0 0,1 0 1 0 0,-1 1-1 0 0,0-1 0 0 0,0 0 1 0 0,1 0-1 0 0,-1 0 0 0 0,0 0 1 0 0,0 1-1 0 0,1-1 1 0 0,-1 0-1 0 0,0 0 0 0 0,0 0 1 0 0,1 0-1 0 0,-1 0 1 0 0,0 0-1 0 0,1 0 0 0 0,-1 0 1 0 0,0 0-1 0 0,1 0 0 0 0,-1 0 1 0 0,19-2-14 0 0,-1-1 1 0 0,0-1-1 0 0,0 0 1 0 0,17-7-1 0 0,76-33-2069 0 0,-74 28 973 0 0,67-34-5577 0 0,-70 32 2341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8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75 143 148 0 0,'-13'-31'10983'0'0,"12"30"-10787"0"0,1 1 0 0 0,-1-1 0 0 0,1 1 0 0 0,-1-1 0 0 0,0 1 0 0 0,1-1 0 0 0,-1 1 0 0 0,1-1 0 0 0,-1 1 0 0 0,0 0 0 0 0,1-1 0 0 0,-1 1 0 0 0,0 0 0 0 0,1 0 0 0 0,-2-1 0 0 0,0 3-69 0 0,-1-1 1 0 0,1 1-1 0 0,0-1 1 0 0,-1 1-1 0 0,1 0 1 0 0,0-1-1 0 0,0 1 1 0 0,0 0-1 0 0,1 1 1 0 0,-1-1-1 0 0,0 0 1 0 0,1 0-1 0 0,0 1 1 0 0,-1-1-1 0 0,1 1 1 0 0,0-1 0 0 0,0 1-1 0 0,0-1 1 0 0,0 5-1 0 0,-4 10 182 0 0,-3 30-1 0 0,7-45-280 0 0,0 11 14 0 0,0 0 1 0 0,1 1-1 0 0,0-1 1 0 0,1 0 0 0 0,0 1-1 0 0,1-1 1 0 0,1 0-1 0 0,0 0 1 0 0,1 0 0 0 0,0 0-1 0 0,1-1 1 0 0,0 0-1 0 0,1 0 1 0 0,13 20 0 0 0,-13-23-22 0 0,0 0 0 0 0,1-1 0 0 0,1 1 0 0 0,-1-2 0 0 0,1 1 0 0 0,1-1 0 0 0,-1 0 0 0 0,1-1 0 0 0,1 0 0 0 0,-1 0 0 0 0,1-1 0 0 0,0 0 0 0 0,0-1 0 0 0,0 0 0 0 0,1-1 0 0 0,-1 0 0 0 0,1 0 0 0 0,13 1 0 0 0,-12-3 7 0 0,0 0 0 0 0,0-1-1 0 0,0 0 1 0 0,0-1 0 0 0,0-1 0 0 0,-1 1-1 0 0,1-2 1 0 0,0 0 0 0 0,-1 0-1 0 0,1-1 1 0 0,-1 0 0 0 0,0-1-1 0 0,-1 0 1 0 0,1-1 0 0 0,-1 0 0 0 0,0-1-1 0 0,0 0 1 0 0,-1-1 0 0 0,0 0-1 0 0,0 0 1 0 0,-1-1 0 0 0,0 0 0 0 0,-1 0-1 0 0,0-1 1 0 0,0 0 0 0 0,-1 0-1 0 0,0 0 1 0 0,-1-1 0 0 0,0 0-1 0 0,4-15 1 0 0,-5 12 18 0 0,-1-1 0 0 0,0 1 1 0 0,-2 0-1 0 0,1-1 0 0 0,-2 1 0 0 0,0-1 0 0 0,0 1 1 0 0,-2 0-1 0 0,0-1 0 0 0,0 1 0 0 0,-6-16 0 0 0,5 21-24 0 0,0 0-1 0 0,0 0 0 0 0,-1 1 0 0 0,-1-1 0 0 0,1 1 1 0 0,-1 0-1 0 0,-1 0 0 0 0,1 1 0 0 0,-1 0 1 0 0,-1 0-1 0 0,1 0 0 0 0,-1 0 0 0 0,-1 1 0 0 0,1 1 1 0 0,-1-1-1 0 0,0 1 0 0 0,0 0 0 0 0,-10-4 1 0 0,6 5-11 0 0,-1 0 1 0 0,0 0-1 0 0,-1 1 1 0 0,1 1-1 0 0,0 0 1 0 0,-1 0-1 0 0,0 2 1 0 0,1 0-1 0 0,-1 0 1 0 0,1 1-1 0 0,-1 1 1 0 0,1 0 0 0 0,0 1-1 0 0,0 1 1 0 0,0 0-1 0 0,-22 10 1 0 0,25-9-149 0 0,0 0 0 0 0,0 1 0 0 0,1 0 0 0 0,0 0 1 0 0,0 1-1 0 0,1 0 0 0 0,0 1 0 0 0,0 0 0 0 0,-8 11 1 0 0,11-12-242 0 0,0 0-1 0 0,0 1 1 0 0,1 0 0 0 0,0 0 0 0 0,0 1 0 0 0,1-1 0 0 0,0 1 0 0 0,1 0 0 0 0,0-1 0 0 0,0 1 0 0 0,1 0-1 0 0,0 11 1 0 0,1-13-834 0 0,0 1 0 0 0,1-1 0 0 0,0 1 0 0 0,3 11 0 0 0,1 4-4553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9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1 700 0 0,'3'0'3174'0'0,"-1"0"-2407"0"0,1 0 0 0 0,0 0-1 0 0,-1 0 1 0 0,1 0 0 0 0,0 0 0 0 0,-1 1-1 0 0,1-1 1 0 0,0 1 0 0 0,-1 0-1 0 0,1-1 1 0 0,2 3 0 0 0,-4-2-625 0 0,1 0 0 0 0,-1 1 1 0 0,0-1-1 0 0,0 1 0 0 0,-1-1 1 0 0,1 1-1 0 0,0-1 0 0 0,0 1 1 0 0,-1-1-1 0 0,1 1 0 0 0,-1 0 1 0 0,1-1-1 0 0,-1 1 0 0 0,0 0 1 0 0,0-1-1 0 0,1 1 0 0 0,-1 0 1 0 0,0 0-1 0 0,-1 2 0 0 0,0 9 102 0 0,0-1-1 0 0,0 0 1 0 0,-2 0 0 0 0,1 0-1 0 0,-9 22 1 0 0,-29 57 152 0 0,22-52-253 0 0,-61 123-1081 0 0,66-135-882 0 0,10-23 19 0 0,0 3 1543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49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1 245 320 0 0,'3'-4'683'0'0,"2"1"-1"0"0,-1 0 1 0 0,0 0 0 0 0,1 1-1 0 0,-1-1 1 0 0,1 1-1 0 0,0 0 1 0 0,0 0 0 0 0,0 0-1 0 0,0 1 1 0 0,0 0-1 0 0,0 0 1 0 0,9-1 0 0 0,-7 2-365 0 0,-1 1 0 0 0,1-1 1 0 0,-1 1-1 0 0,1 0 0 0 0,-1 0 1 0 0,0 1-1 0 0,1 0 0 0 0,-1 0 1 0 0,0 1-1 0 0,7 3 0 0 0,-7-2-198 0 0,0-1-1 0 0,0 1 0 0 0,0 0 0 0 0,0 1 1 0 0,-1 0-1 0 0,1-1 0 0 0,-1 2 0 0 0,-1-1 1 0 0,1 1-1 0 0,-1-1 0 0 0,0 1 0 0 0,0 0 1 0 0,-1 1-1 0 0,1-1 0 0 0,-1 1 0 0 0,-1-1 1 0 0,1 1-1 0 0,-1 0 0 0 0,-1 0 1 0 0,3 13-1 0 0,-4-14-32 0 0,-1 1 0 0 0,0-1-1 0 0,0 1 1 0 0,0-1 0 0 0,-1 1 0 0 0,0-1 0 0 0,0 0 0 0 0,-1 1 0 0 0,1-1 0 0 0,-2 0-1 0 0,1-1 1 0 0,0 1 0 0 0,-1-1 0 0 0,0 1 0 0 0,-5 4 0 0 0,-21 36 740 0 0,49-82-1441 0 0,3 1 0 0 0,0 2 0 0 0,2 0 1 0 0,53-55-1 0 0,127-100-272 0 0,-149 146 789 0 0,-36 28 158 0 0,29-26 1 0 0,-47 39 115 0 0,-4 2-76 0 0,-1 1-1 0 0,1-1 1 0 0,-1 1 0 0 0,1 0-1 0 0,-1 0 1 0 0,1 1 0 0 0,0-1-1 0 0,0 1 1 0 0,0-1 0 0 0,-3 5-1 0 0,-1 0 114 0 0,-22 18 167 0 0,2 1 1 0 0,1 1 0 0 0,1 1-1 0 0,1 1 1 0 0,-32 52-1 0 0,52-73-353 0 0,0 0 0 0 0,0 0-1 0 0,1 0 1 0 0,0 0-1 0 0,1 0 1 0 0,0 0 0 0 0,-2 13-1 0 0,4-18-28 0 0,0-1-1 0 0,-1 1 0 0 0,2 0 1 0 0,-1 0-1 0 0,0 0 0 0 0,0-1 1 0 0,1 1-1 0 0,0 0 0 0 0,-1 0 1 0 0,1-1-1 0 0,0 1 1 0 0,0-1-1 0 0,0 1 0 0 0,1-1 1 0 0,-1 1-1 0 0,1-1 0 0 0,-1 1 1 0 0,1-1-1 0 0,0 0 0 0 0,0 0 1 0 0,0 0-1 0 0,0 0 1 0 0,0-1-1 0 0,0 1 0 0 0,1 0 1 0 0,3 1-1 0 0,5 2-335 0 0,0 0 1 0 0,0-1-1 0 0,1-1 0 0 0,-1 0 0 0 0,24 3 1 0 0,64 1-4871 0 0,-77-6 2837 0 0,21-1-3764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0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16 1928 0 0,'-4'-1'2610'0'0,"-56"-13"7949"0"0,60 14-10548 0 0,0 0-1 0 0,-1-1 1 0 0,1 1 0 0 0,0 0 0 0 0,0 0 0 0 0,0 0-1 0 0,-1 0 1 0 0,1 0 0 0 0,0 0 0 0 0,0 1 0 0 0,0-1-1 0 0,-1 0 1 0 0,1 0 0 0 0,0 0 0 0 0,0 0 0 0 0,0 0-1 0 0,-1 0 1 0 0,1 0 0 0 0,0 0 0 0 0,0 0 0 0 0,0 0-1 0 0,0 1 1 0 0,-1-1 0 0 0,1 0 0 0 0,0 0 0 0 0,0 0 0 0 0,0 0-1 0 0,0 1 1 0 0,0-1 0 0 0,0 0 0 0 0,-1 0 0 0 0,1 0-1 0 0,0 0 1 0 0,0 1 0 0 0,0-1 0 0 0,0 0 0 0 0,0 0-1 0 0,0 0 1 0 0,0 1 0 0 0,0-1 0 0 0,0 0 0 0 0,0 0-1 0 0,0 0 1 0 0,0 1 0 0 0,0-1 0 0 0,0 0 0 0 0,0 0 0 0 0,0 0-1 0 0,0 1 1 0 0,0-1 0 0 0,0 0 0 0 0,0 0 0 0 0,1 0-1 0 0,-1 1 1 0 0,0-1 0 0 0,0 0 0 0 0,0 0 0 0 0,0 0-1 0 0,0 0 1 0 0,0 0 0 0 0,1 1 0 0 0,-1-1 0 0 0,0 0-1 0 0,11 13 357 0 0,-9-11-313 0 0,2 3 66 0 0,0 1 0 0 0,0-1 0 0 0,-1 1 0 0 0,0-1-1 0 0,0 1 1 0 0,0 0 0 0 0,-1 0 0 0 0,0 1 0 0 0,0-1-1 0 0,-1 0 1 0 0,1 1 0 0 0,-1 6 0 0 0,0-3 39 0 0,-1-1 0 0 0,-1 1 0 0 0,0 0 0 0 0,0 0 0 0 0,-1-1 0 0 0,0 1 0 0 0,-4 11 0 0 0,-4 3 153 0 0,0 0-1 0 0,-2-2 1 0 0,0 1-1 0 0,-2-2 0 0 0,-19 26 1 0 0,-103 118 1001 0 0,134-163-1234 0 0,6-3-62 0 0,16-3 14 0 0,-1 0 0 0 0,1-2-1 0 0,-1-1 1 0 0,-1 0 0 0 0,30-16-1 0 0,-8 4-150 0 0,4 0-556 0 0,237-106-3392 0 0,-97 38-4396 0 0,-130 59 1695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0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79 2768 0 0,'-113'-18'14034'0'0,"111"17"-13660"0"0,0 1 0 0 0,2 0-359 0 0,0 0-1 0 0,-1 0 1 0 0,1 0-1 0 0,0 0 0 0 0,0 0 1 0 0,-1 0-1 0 0,1 0 0 0 0,0 0 1 0 0,0 0-1 0 0,0 0 0 0 0,-1-1 1 0 0,1 1-1 0 0,0 0 0 0 0,0 0 1 0 0,-1 0-1 0 0,1 0 1 0 0,0 0-1 0 0,0 0 0 0 0,0 0 1 0 0,0-1-1 0 0,-1 1 0 0 0,1 0 1 0 0,0 0-1 0 0,0 0 0 0 0,0 0 1 0 0,0-1-1 0 0,0 1 0 0 0,-1 0 1 0 0,1 0-1 0 0,0 0 1 0 0,0-1-1 0 0,0 1 0 0 0,0 0 1 0 0,0 0-1 0 0,16-8-167 0 0,0 2-1 0 0,1 0 1 0 0,0 1-1 0 0,0 1 1 0 0,0 0 0 0 0,23-1-1 0 0,-14 1-591 0 0,56-5-2600 0 0,-45 6-1913 0 0,-20 1 31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76 1836 0 0,'-131'66'13622'0'0,"129"-66"-13504"0"0,1 1-1 0 0,0-1 1 0 0,-1 1-1 0 0,1 0 1 0 0,-1-1-1 0 0,1 1 1 0 0,0 0-1 0 0,-1 0 1 0 0,1 0-1 0 0,0 0 1 0 0,0 0 0 0 0,-2 1-1 0 0,3-2-99 0 0,1 1 0 0 0,-1-1 0 0 0,0 0 0 0 0,0 1-1 0 0,0-1 1 0 0,0 0 0 0 0,1 0 0 0 0,-1 1 0 0 0,0-1 0 0 0,0 0 0 0 0,1 0-1 0 0,-1 0 1 0 0,0 1 0 0 0,1-1 0 0 0,-1 0 0 0 0,0 0 0 0 0,0 0 0 0 0,1 0 0 0 0,-1 1-1 0 0,0-1 1 0 0,1 0 0 0 0,-1 0 0 0 0,0 0 0 0 0,1 0 0 0 0,-1 0 0 0 0,0 0-1 0 0,1 0 1 0 0,-1 0 0 0 0,0 0 0 0 0,1 0 0 0 0,-1 0 0 0 0,37-1 165 0 0,19-7-834 0 0,1-2 1 0 0,93-31-1 0 0,-111 27-2042 0 0,-1-1 0 0 0,48-28 0 0 0,-42 18-2613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0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630 79 3192 0 0,'-1'0'56'0'0,"-10"-6"2417"0"0,1-1 0 0 0,-1-1 1 0 0,2 1-1 0 0,-14-13 1 0 0,23 19-2438 0 0,0 1 0 0 0,0-1 0 0 0,0 1 0 0 0,0-1 0 0 0,0 0 0 0 0,0 1 1 0 0,0-1-1 0 0,0 1 0 0 0,0-1 0 0 0,0 0 0 0 0,0 1 0 0 0,0-1 0 0 0,0 1 0 0 0,0-1 1 0 0,1 1-1 0 0,-1-1 0 0 0,0 1 0 0 0,0-1 0 0 0,1 0 0 0 0,-1 1 0 0 0,0 0 0 0 0,1-1 0 0 0,-1 1 1 0 0,0-1-1 0 0,1 1 0 0 0,-1-1 0 0 0,1 1 0 0 0,-1 0 0 0 0,1-1 0 0 0,-1 1 0 0 0,1 0 1 0 0,-1-1-1 0 0,1 1 0 0 0,-1 0 0 0 0,1 0 0 0 0,-1 0 0 0 0,2-1 0 0 0,-2 1-28 0 0,7-3 42 0 0,-1 1 0 0 0,1 0 0 0 0,-1 1 0 0 0,1-1 0 0 0,0 1 0 0 0,0 0 0 0 0,-1 1 0 0 0,1 0 0 0 0,0 0 0 0 0,0 0 0 0 0,0 1 0 0 0,-1 0 0 0 0,1 0 0 0 0,0 1 0 0 0,-1 0 0 0 0,10 3 0 0 0,-6-1-37 0 0,0 0 1 0 0,-1 1-1 0 0,1 0 1 0 0,-1 1 0 0 0,0-1-1 0 0,0 2 1 0 0,-1-1-1 0 0,0 1 1 0 0,12 14-1 0 0,-17-18-7 0 0,0 1 1 0 0,0 0-1 0 0,-1 0 0 0 0,1 0 0 0 0,-1 0 0 0 0,0 0 0 0 0,-1 1 0 0 0,1-1 0 0 0,-1 1 0 0 0,1-1 1 0 0,-2 1-1 0 0,1-1 0 0 0,0 1 0 0 0,-1-1 0 0 0,0 7 0 0 0,0-4 31 0 0,-1 0 0 0 0,-1 0-1 0 0,1 0 1 0 0,-1 1 0 0 0,0-2 0 0 0,-1 1 0 0 0,0 0-1 0 0,-7 12 1 0 0,-5 4 155 0 0,-2-1-1 0 0,0 0 0 0 0,-1-1 1 0 0,-22 19-1 0 0,30-30-100 0 0,-36 38 456 0 0,44-47-334 0 0,17-11-187 0 0,-1 2-21 0 0,0 1 1 0 0,0 0 0 0 0,0 1 0 0 0,1 0 0 0 0,0 1 0 0 0,0 1 0 0 0,1 0 0 0 0,-1 1 0 0 0,1 1 0 0 0,31 0 0 0 0,-38 2-9 0 0,1 1 0 0 0,-1 0 1 0 0,0 1-1 0 0,0 0 0 0 0,0 1 1 0 0,0 0-1 0 0,-1 0 0 0 0,1 1 0 0 0,-1 0 1 0 0,0 0-1 0 0,0 1 0 0 0,11 8 1 0 0,-13-8 5 0 0,0-1 0 0 0,-1 1 1 0 0,1 0-1 0 0,-1 0 1 0 0,-1 1-1 0 0,1 0 0 0 0,-1-1 1 0 0,0 2-1 0 0,0-1 1 0 0,0 0-1 0 0,-1 1 0 0 0,0-1 1 0 0,-1 1-1 0 0,1 0 1 0 0,-1 0-1 0 0,1 11 1 0 0,-3-12 5 0 0,0 0 0 0 0,-1 0 1 0 0,1-1-1 0 0,-1 1 0 0 0,-1 0 1 0 0,1-1-1 0 0,-1 1 1 0 0,0 0-1 0 0,0-1 0 0 0,-1 0 1 0 0,0 0-1 0 0,0 0 0 0 0,0 0 1 0 0,0 0-1 0 0,-1 0 1 0 0,0-1-1 0 0,0 0 0 0 0,-5 5 1 0 0,-8 7 12 0 0,-2 0 0 0 0,-39 24 0 0 0,19-16-93 0 0,-2-3 1 0 0,0-1 0 0 0,-1-2 0 0 0,-1-2 0 0 0,-48 11 0 0 0,-227 35-4637 0 0,129-39-2271 0 0,94-15 913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1 165 636 0 0,'7'-13'1933'0'0,"0"1"-1"0"0,1 0 1 0 0,0 0-1 0 0,12-11 1 0 0,-12 14-1400 0 0,1 0-1 0 0,0 1 1 0 0,1 0 0 0 0,0 0-1 0 0,14-7 1 0 0,-19 11-485 0 0,0 1 0 0 0,1 0 0 0 0,0 1 0 0 0,-1-1 0 0 0,1 1 0 0 0,0 0 0 0 0,0 1-1 0 0,0-1 1 0 0,0 1 0 0 0,0 1 0 0 0,1-1 0 0 0,-1 1 0 0 0,0 0 0 0 0,0 0 0 0 0,0 1 0 0 0,1 0 0 0 0,-1 0 0 0 0,0 0-1 0 0,0 1 1 0 0,0 0 0 0 0,0 0 0 0 0,-1 0 0 0 0,1 1 0 0 0,-1 0 0 0 0,1 0 0 0 0,6 6 0 0 0,-7-6-9 0 0,-1 1 0 0 0,0 0-1 0 0,0 0 1 0 0,0 0 0 0 0,-1 0 0 0 0,1 1 0 0 0,-1 0 0 0 0,0-1 0 0 0,-1 1 0 0 0,1 0 0 0 0,-1 0 0 0 0,2 7 0 0 0,-1-3 56 0 0,-1 0 0 0 0,-1 0 0 0 0,1 1 1 0 0,-2-1-1 0 0,1 0 0 0 0,-2 17 1 0 0,-2-4 117 0 0,0-1 0 0 0,-2 0 1 0 0,0-1-1 0 0,-2 1 0 0 0,-15 32 1 0 0,-38 66 1284 0 0,59-117-1154 0 0,2-5-266 0 0,9-21-73 0 0,2 0 1 0 0,1 1-1 0 0,0 1 1 0 0,26-33-1 0 0,-10 15-110 0 0,-5 4 34 0 0,136-191-452 0 0,-156 217 469 0 0,-10 8-34 0 0,4 3 82 0 0,1-1-1 0 0,-1 0 1 0 0,1 1 0 0 0,-1-1 0 0 0,1 1 0 0 0,-1 0 0 0 0,1-1 0 0 0,0 1 0 0 0,-1 0 0 0 0,1 0 0 0 0,-2 1 0 0 0,-22 30-13 0 0,0 1 0 0 0,2 1 0 0 0,-33 67-1 0 0,52-92 28 0 0,0 0-1 0 0,0-1 0 0 0,1 1 0 0 0,0 1 1 0 0,0-1-1 0 0,1 0 0 0 0,1 1 0 0 0,-1-1 1 0 0,2 1-1 0 0,-1 10 0 0 0,1-16-18 0 0,1 0-1 0 0,-1-1 1 0 0,1 1-1 0 0,0 0 1 0 0,0 0-1 0 0,0-1 1 0 0,0 1-1 0 0,1-1 1 0 0,-1 1-1 0 0,1-1 1 0 0,0 0-1 0 0,0 1 1 0 0,0-1-1 0 0,1 0 1 0 0,-1 0-1 0 0,1-1 1 0 0,0 1-1 0 0,-1 0 1 0 0,1-1-1 0 0,0 0 1 0 0,1 1-1 0 0,-1-1 1 0 0,0 0-1 0 0,1-1 1 0 0,-1 1-1 0 0,1-1 1 0 0,6 3-1 0 0,9 0-542 0 0,0 1-1 0 0,0-2 0 0 0,0-1 0 0 0,1 0 1 0 0,27-2-1 0 0,-6-2-3609 0 0,62-12 1 0 0,-71 7 266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2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38 2076 0 0,'-6'-12'7908'0'0,"6"12"-7815"0"0,-1-1-1 0 0,1 1 0 0 0,0-1 0 0 0,-1 1 1 0 0,1-1-1 0 0,0 1 0 0 0,-1-1 0 0 0,1 0 1 0 0,0 1-1 0 0,0-1 0 0 0,0 0 0 0 0,-1 1 1 0 0,1-1-1 0 0,0 0 0 0 0,0 1 0 0 0,0-1 1 0 0,0 0-1 0 0,0 1 0 0 0,0-1 0 0 0,0 0 1 0 0,1 1-1 0 0,-1-1 0 0 0,0 1 0 0 0,0-1 1 0 0,0 0-1 0 0,1 1 0 0 0,-1-1 0 0 0,0 0 1 0 0,1 1-1 0 0,-1-1 0 0 0,0 1 0 0 0,1-1 1 0 0,-1 1-1 0 0,1-1 0 0 0,-1 1 0 0 0,1-1 1 0 0,-1 1-1 0 0,1 0 0 0 0,-1-1 1 0 0,1 1-1 0 0,-1 0 0 0 0,1-1 0 0 0,0 1 1 0 0,-1 0-1 0 0,1 0 0 0 0,0-1 0 0 0,-1 1 1 0 0,1 0-1 0 0,0 0 0 0 0,0 0 0 0 0,1 0 106 0 0,3 0-140 0 0,-1 0 0 0 0,1 0-1 0 0,0 1 1 0 0,-1-1 0 0 0,1 1-1 0 0,-1 0 1 0 0,1 1 0 0 0,-1-1-1 0 0,1 1 1 0 0,-1 0 0 0 0,0 0 0 0 0,0 0-1 0 0,6 4 1 0 0,-8-3-12 0 0,1-1-1 0 0,-1 1 1 0 0,1 0 0 0 0,-1-1-1 0 0,0 1 1 0 0,0 0 0 0 0,0 0-1 0 0,0 1 1 0 0,0-1 0 0 0,-1 0-1 0 0,1 1 1 0 0,-1-1 0 0 0,0 1-1 0 0,0-1 1 0 0,-1 1 0 0 0,1-1-1 0 0,0 8 1 0 0,-1 5 96 0 0,-1 0 0 0 0,0 0 0 0 0,-1-1 0 0 0,-1 1 0 0 0,-1 0 0 0 0,0-1 0 0 0,-1 0 1 0 0,0 0-1 0 0,-11 20 0 0 0,-9 13 198 0 0,-43 59 1 0 0,68-106-340 0 0,-44 62 131 0 0,44-63-131 0 0,0 0 0 0 0,0 0-1 0 0,-1 0 1 0 0,1 0 0 0 0,0 1-1 0 0,0-1 1 0 0,0 0-1 0 0,0 0 1 0 0,-1 0 0 0 0,1 1-1 0 0,0-1 1 0 0,0 0 0 0 0,0 0-1 0 0,0 1 1 0 0,0-1-1 0 0,0 0 1 0 0,0 0 0 0 0,0 1-1 0 0,0-1 1 0 0,-1 0 0 0 0,1 0-1 0 0,0 1 1 0 0,0-1-1 0 0,0 0 1 0 0,1 1 0 0 0,-1-1-1 0 0,0 0 1 0 0,0 0 0 0 0,0 1-1 0 0,0-1 1 0 0,0 0-1 0 0,0 0 1 0 0,0 1 0 0 0,0-1-1 0 0,0 0 1 0 0,1 0 0 0 0,-1 0-1 0 0,0 1 1 0 0,0-1-1 0 0,0 0 1 0 0,1 0 0 0 0,-1 0-1 0 0,0 1 1 0 0,0-1 0 0 0,0 0-1 0 0,1 0 1 0 0,-1 0-1 0 0,0 0 1 0 0,0 0 0 0 0,1 0-1 0 0,-1 1 1 0 0,0-1 0 0 0,0 0-1 0 0,1 0 1 0 0,-1 0-1 0 0,0 0 1 0 0,1 0 0 0 0,15-2-38 0 0,-14 2 23 0 0,16-4-376 0 0,-1-1 1 0 0,1-1 0 0 0,-1-1 0 0 0,28-14-1 0 0,-9 4-342 0 0,82-41-2337 0 0,-42 13-1968 0 0,-26 14-512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2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40 150 216 0 0,'-18'-18'9311'0'0,"3"3"-5343"0"0,15 15-3934 0 0,-1 0 1 0 0,1 0-1 0 0,0 0 1 0 0,0 0-1 0 0,-1 0 1 0 0,1-1-1 0 0,0 1 1 0 0,-1 0-1 0 0,1 0 1 0 0,0 0-1 0 0,0 0 0 0 0,-1-1 1 0 0,1 1-1 0 0,0 0 1 0 0,0 0-1 0 0,-1 0 1 0 0,1-1-1 0 0,0 1 1 0 0,0 0-1 0 0,0 0 1 0 0,-1-1-1 0 0,1 1 1 0 0,0 0-1 0 0,0-1 1 0 0,0 1-1 0 0,0 0 1 0 0,0-1-1 0 0,0 1 1 0 0,0 0-1 0 0,-1-1 1 0 0,1 1-1 0 0,0 0 1 0 0,0 0-1 0 0,0-1 1 0 0,0 1-1 0 0,0 0 1 0 0,1-1-1 0 0,-1 1 1 0 0,0 0-1 0 0,0-1 1 0 0,0 1-1 0 0,0 0 1 0 0,0-1-1 0 0,0 1 1 0 0,0 0-1 0 0,1 0 1 0 0,-1-1-1 0 0,0 1 1 0 0,0 0-1 0 0,0 0 1 0 0,1-1-1 0 0,-1 1 1 0 0,0 0-1 0 0,11-15 442 0 0,5 5-400 0 0,0 2 1 0 0,1 0 0 0 0,1 1 0 0 0,-1 1-1 0 0,24-5 1 0 0,-21 5-144 0 0,-13 4-119 0 0,90-23-1131 0 0,-47 19-1077 0 0,-1 8-3280 0 0,-36 0 1423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2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67 124 1832 0 0,'-37'39'7215'0'0,"11"-10"-3172"0"0,25-28-3715 0 0,1-1-309 0 0,-1 0 0 0 0,1 1 0 0 0,0-1 0 0 0,0 0 0 0 0,0 1 0 0 0,-1-1-1 0 0,1 1 1 0 0,0-1 0 0 0,0 0 0 0 0,0 1 0 0 0,0-1 0 0 0,0 0 0 0 0,0 1 0 0 0,0-1 0 0 0,-1 1 0 0 0,1-1 0 0 0,0 0 0 0 0,1 1 0 0 0,-1-1 0 0 0,0 1 0 0 0,0-1-1 0 0,0 0 1 0 0,0 1 0 0 0,0-1 0 0 0,0 1 0 0 0,0-1 0 0 0,0 0 0 0 0,1 1 0 0 0,-1-1 0 0 0,0 0 0 0 0,0 1 0 0 0,1-1 0 0 0,-1 0 0 0 0,0 1 0 0 0,0-1 0 0 0,1 0-1 0 0,-1 0 1 0 0,0 1 0 0 0,1-1 0 0 0,-1 0 0 0 0,0 0 0 0 0,1 1 0 0 0,-1-1 0 0 0,1 0 0 0 0,-1 0 0 0 0,0 0 0 0 0,1 0 0 0 0,-1 0 0 0 0,0 0 0 0 0,1 0 0 0 0,-1 0 0 0 0,1 0-1 0 0,-1 0 1 0 0,1 0 0 0 0,24-2 14 0 0,0-2 0 0 0,0-1-1 0 0,-1-1 1 0 0,1 0 0 0 0,27-13-1 0 0,-14 6-454 0 0,131-54-2584 0 0,-60 11-2175 0 0,-63 26 1539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43 216 0 0,'-15'-25'8336'0'0,"13"24"-7987"0"0,1-1 0 0 0,-1 1 1 0 0,0-1-1 0 0,0 1 1 0 0,0-1-1 0 0,0 1 0 0 0,0 0 1 0 0,0 0-1 0 0,-1 0 1 0 0,1 0-1 0 0,0 0 0 0 0,0 1 1 0 0,-1-1-1 0 0,1 1 1 0 0,-4-1-1 0 0,3 1-205 0 0,0 0 0 0 0,0 1 0 0 0,0-1 0 0 0,0 1 0 0 0,0 0 0 0 0,0 0-1 0 0,0 0 1 0 0,0 0 0 0 0,0 0 0 0 0,1 1 0 0 0,-4 1 0 0 0,0 1 145 0 0,-6 3-70 0 0,0 1 0 0 0,1 0 1 0 0,0 0-1 0 0,0 2 0 0 0,1-1 0 0 0,0 1 0 0 0,1 1 0 0 0,-10 14 1 0 0,-2 4 45 0 0,-31 64 1 0 0,45-78-233 0 0,1 0 1 0 0,0 0 0 0 0,1 0 0 0 0,0 1-1 0 0,2-1 1 0 0,0 1 0 0 0,0 0 0 0 0,2 0 0 0 0,0 0-1 0 0,0 0 1 0 0,4 25 0 0 0,-2-32-20 0 0,1 0 0 0 0,0 0-1 0 0,0 0 1 0 0,1-1 0 0 0,0 1 0 0 0,0-1 0 0 0,1 1 0 0 0,0-1 0 0 0,1 0-1 0 0,0-1 1 0 0,0 1 0 0 0,1-1 0 0 0,-1 0 0 0 0,2 0 0 0 0,-1-1 0 0 0,1 0-1 0 0,0 0 1 0 0,0 0 0 0 0,0-1 0 0 0,1 0 0 0 0,13 6 0 0 0,-8-6-3 0 0,-1-1-1 0 0,1 0 1 0 0,0 0 0 0 0,1-1 0 0 0,-1-1 0 0 0,1 0 0 0 0,-1-1-1 0 0,1-1 1 0 0,-1 0 0 0 0,1-1 0 0 0,-1 0 0 0 0,1-1-1 0 0,-1 0 1 0 0,0-1 0 0 0,1-1 0 0 0,-2 0 0 0 0,18-8 0 0 0,-15 5 2 0 0,1-1 1 0 0,-1 0 0 0 0,0-2-1 0 0,-1 1 1 0 0,0-2 0 0 0,0 0 0 0 0,-1 0-1 0 0,0-1 1 0 0,-2-1 0 0 0,1 0-1 0 0,-1-1 1 0 0,-1 0 0 0 0,9-17-1 0 0,-11 18-3 0 0,-2-2 0 0 0,1 1 0 0 0,-2-1-1 0 0,0 0 1 0 0,-1 0 0 0 0,0 0-1 0 0,-1 0 1 0 0,-1-1 0 0 0,-1 0-1 0 0,0-26 1 0 0,-2 33-8 0 0,0 1-1 0 0,0 0 1 0 0,0 0-1 0 0,-1 1 1 0 0,-1-1-1 0 0,1 0 0 0 0,-1 0 1 0 0,-1 1-1 0 0,1 0 1 0 0,-1 0-1 0 0,-1 0 1 0 0,1 0-1 0 0,-1 0 1 0 0,0 1-1 0 0,-1 0 1 0 0,1 0-1 0 0,-1 1 1 0 0,0-1-1 0 0,-1 1 1 0 0,1 0-1 0 0,-1 1 1 0 0,-11-6-1 0 0,0 2-117 0 0,0 1 0 0 0,0 1 0 0 0,-1 0-1 0 0,1 1 1 0 0,-1 1 0 0 0,-1 1 0 0 0,1 1 0 0 0,0 0 0 0 0,-31 2-1 0 0,29 2-716 0 0,1 0 0 0 0,0 1 0 0 0,0 0 0 0 0,0 2 0 0 0,-25 9 0 0 0,7 6-5017 0 0,22-10 365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4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77 572 0 0,'-3'-23'5100'0'0,"3"21"-4358"0"0,-4-31 3624 0 0,1 16 98 0 0,-13 15-3261 0 0,15 3-1200 0 0,-1 0 1 0 0,0 0 0 0 0,1 0-1 0 0,-1 0 1 0 0,1 0-1 0 0,0 0 1 0 0,-1 1 0 0 0,1-1-1 0 0,0 0 1 0 0,0 1 0 0 0,-1-1-1 0 0,1 1 1 0 0,0-1-1 0 0,-1 4 1 0 0,-17 32 28 0 0,12-23-18 0 0,-23 33 57 0 0,-1-1 1 0 0,-2-2-1 0 0,-52 55 1 0 0,-44 56-3226 0 0,114-130 1587 0 0,-3 4-4255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4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2168 0 0,'2'-2'229'0'0,"14"-21"1635"0"0,2 0 1 0 0,0 2 0 0 0,2 0-1 0 0,24-20 1 0 0,-39 36-1738 0 0,1 1 0 0 0,0 0 0 0 0,1 0 0 0 0,-1 0 0 0 0,1 1 0 0 0,0 0 0 0 0,-1 0 1 0 0,2 0-1 0 0,-1 1 0 0 0,0 0 0 0 0,0 1 0 0 0,0 0 0 0 0,1 0 0 0 0,-1 0 0 0 0,1 1 0 0 0,-1 0 0 0 0,1 0 1 0 0,-1 1-1 0 0,0 0 0 0 0,1 1 0 0 0,6 1 0 0 0,-6 0-68 0 0,0 0 0 0 0,0 0 0 0 0,0 0 0 0 0,-1 1-1 0 0,0 0 1 0 0,1 1 0 0 0,-2 0 0 0 0,1 0 0 0 0,0 0 0 0 0,-1 1 0 0 0,0 0 0 0 0,-1 0 0 0 0,1 1 0 0 0,-1-1-1 0 0,0 1 1 0 0,-1 0 0 0 0,1 1 0 0 0,-1-1 0 0 0,-1 1 0 0 0,0-1 0 0 0,0 1 0 0 0,0 0 0 0 0,-1 1 0 0 0,1 8-1 0 0,-1-3 37 0 0,0 1-1 0 0,-1-1 1 0 0,-1 1-1 0 0,0 0 0 0 0,-2-1 1 0 0,1 1-1 0 0,-2-1 0 0 0,0 0 1 0 0,0 0-1 0 0,-1 0 0 0 0,-1 0 1 0 0,-1 0-1 0 0,-7 14 1 0 0,-1-3 249 0 0,0-1 0 0 0,-2 0 0 0 0,-1-1 0 0 0,-26 28 0 0 0,43-51-339 0 0,0 0-1 0 0,0 0 1 0 0,0 1 0 0 0,0-1 0 0 0,0 0-1 0 0,0 0 1 0 0,-1 1 0 0 0,1-1 0 0 0,0 0-1 0 0,0 0 1 0 0,0 1 0 0 0,0-1 0 0 0,-1 0-1 0 0,1 0 1 0 0,0 0 0 0 0,0 0 0 0 0,-1 1-1 0 0,1-1 1 0 0,0 0 0 0 0,0 0 0 0 0,-1 0 0 0 0,1 0-1 0 0,0 0 1 0 0,0 0 0 0 0,-1 0 0 0 0,1 1-1 0 0,0-1 1 0 0,0 0 0 0 0,-1 0 0 0 0,1 0-1 0 0,0 0 1 0 0,-1 0 0 0 0,1 0 0 0 0,0 0-1 0 0,0-1 1 0 0,-1 1 0 0 0,1 0 0 0 0,0 0 0 0 0,0 0-1 0 0,-1 0 1 0 0,1 0 0 0 0,0 0 0 0 0,0 0-1 0 0,-1-1 1 0 0,1 1 0 0 0,0 0 0 0 0,0 0-1 0 0,-1 0 1 0 0,1 0 0 0 0,0-1 0 0 0,0 1-1 0 0,0 0 1 0 0,0 0 0 0 0,-1-1 0 0 0,1 1 0 0 0,0 0-1 0 0,0 0 1 0 0,0-1 0 0 0,0 1 0 0 0,0 0-1 0 0,0 0 1 0 0,0-1 0 0 0,0 1 0 0 0,0-18 58 0 0,4 6-52 0 0,0 0-1 0 0,1 0 1 0 0,1 1-1 0 0,0 0 1 0 0,0 0-1 0 0,11-13 1 0 0,-3 4-3 0 0,213-277-13 0 0,-178 239-6 0 0,10-11 75 0 0,-124 134-120 0 0,34-27 51 0 0,1 2 0 0 0,2 1 0 0 0,2 2 0 0 0,2 0-1 0 0,-20 51 1 0 0,41-86 7 0 0,0 1 0 0 0,0 0 0 0 0,1-1 0 0 0,0 1-1 0 0,1 0 1 0 0,0 0 0 0 0,0 0 0 0 0,1 0 0 0 0,1 16 0 0 0,0-22-2 0 0,-1 1 0 0 0,1-1 0 0 0,0 0 0 0 0,0 1 1 0 0,0-1-1 0 0,0 0 0 0 0,0 0 0 0 0,1 0 1 0 0,0 0-1 0 0,-1 0 0 0 0,1 0 0 0 0,0 0 0 0 0,0-1 1 0 0,1 1-1 0 0,-1-1 0 0 0,1 1 0 0 0,-1-1 1 0 0,1 0-1 0 0,0 0 0 0 0,-1 0 0 0 0,1 0 0 0 0,0-1 1 0 0,0 1-1 0 0,1-1 0 0 0,-1 0 0 0 0,0 0 1 0 0,6 2-1 0 0,5-1-317 0 0,0-1 0 0 0,0 0 0 0 0,0-1 0 0 0,1 0 0 0 0,-1-1 0 0 0,0-1 0 0 0,0 0 0 0 0,14-5 0 0 0,16-5-2899 0 0,46-21 1 0 0,-63 22-82 0 0,0-2-1184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5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63 436 0 0,'1'-3'2025'0'0,"16"-53"6761"0"0,-16 55-8360 0 0,-1 1-358 0 0,0 0-1 0 0,0 0 1 0 0,1 0-1 0 0,-1 1 1 0 0,0-1 0 0 0,0 0-1 0 0,0 0 1 0 0,0 0-1 0 0,1 1 1 0 0,-1-1-1 0 0,0 0 1 0 0,0 0 0 0 0,0 0-1 0 0,1 0 1 0 0,-1 0-1 0 0,0 0 1 0 0,0 0-1 0 0,1 1 1 0 0,-1-1 0 0 0,0 0-1 0 0,0 0 1 0 0,1 0-1 0 0,-1 0 1 0 0,0 0-1 0 0,0 0 1 0 0,1 0 0 0 0,-1 0-1 0 0,0 0 1 0 0,0 0-1 0 0,1 0 1 0 0,-1 0-1 0 0,0-1 1 0 0,0 1 0 0 0,1 0-1 0 0,-1 0 1 0 0,0 0-1 0 0,0 0 1 0 0,0 0-1 0 0,1 0 1 0 0,-1-1 0 0 0,0 1-1 0 0,0 0 1 0 0,0 0-1 0 0,1 0 1 0 0,-1 0-1 0 0,0-1 1 0 0,0 1 0 0 0,0 0-1 0 0,0 0 1 0 0,0-1-1 0 0,0 1 1 0 0,1 0-1 0 0,-1 0 1 0 0,0-1 0 0 0,0 1-1 0 0,0 0 1 0 0,4 31 700 0 0,-1 0 0 0 0,-1 0-1 0 0,-4 56 1 0 0,-22 98-59 0 0,3-30-962 0 0,20-105-1605 0 0,7-26-761 0 0,6-3-3551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5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1 326 1144 0 0,'22'-179'16933'0'0,"-22"176"-16878"0"0,1 1 1 0 0,0-1-1 0 0,0 1 0 0 0,0-1 0 0 0,0 1 1 0 0,0-1-1 0 0,0 1 0 0 0,1 0 0 0 0,-1 0 1 0 0,1-1-1 0 0,-1 1 0 0 0,1 0 0 0 0,0 0 1 0 0,0 1-1 0 0,0-1 0 0 0,0 0 0 0 0,0 1 1 0 0,0-1-1 0 0,1 1 0 0 0,-1-1 0 0 0,4 0 1 0 0,6-4-52 0 0,1 1 1 0 0,26-6 0 0 0,-18 6 86 0 0,154-42-917 0 0,-117 33-2466 0 0,-1 2-3891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5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55 2236 0 0,'-124'102'11674'0'0,"123"-101"-11613"0"0,0-1 0 0 0,0 1 0 0 0,0 0 0 0 0,1-1 0 0 0,-1 1 0 0 0,0-1-1 0 0,0 1 1 0 0,1 0 0 0 0,-1 0 0 0 0,1-1 0 0 0,-1 1 0 0 0,0 0 0 0 0,1 0 0 0 0,0 0 0 0 0,-1 0 0 0 0,1 0 0 0 0,-1 0 0 0 0,1-1 0 0 0,0 1 0 0 0,0 0 0 0 0,-1 2 0 0 0,2-3-15 0 0,-1 1 0 0 0,0 0 0 0 0,0 0 1 0 0,1-1-1 0 0,-1 1 0 0 0,1 0 0 0 0,-1 0 1 0 0,0-1-1 0 0,1 1 0 0 0,-1-1 0 0 0,1 1 1 0 0,0 0-1 0 0,-1-1 0 0 0,1 1 0 0 0,-1-1 1 0 0,1 0-1 0 0,0 1 0 0 0,-1-1 0 0 0,3 1 1 0 0,1 1 48 0 0,0 0 0 0 0,0-1 0 0 0,0 0 0 0 0,1 0 0 0 0,-1 0 1 0 0,1 0-1 0 0,5 0 0 0 0,12-2 31 0 0,0-1 1 0 0,1-1 0 0 0,-1-1-1 0 0,34-11 1 0 0,85-36-930 0 0,-115 41 410 0 0,89-38-2173 0 0,-39 10-2812 0 0,-30 12-648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5:59:58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1 107 228 0 0,'0'0'1714'0'0,"23"-33"7647"0"0,-19 29-9185 0 0,1-1-1 0 0,0 1 1 0 0,-1 0-1 0 0,1 0 1 0 0,1 1 0 0 0,-1 0-1 0 0,0 0 1 0 0,1 0-1 0 0,7-2 1 0 0,57-18 281 0 0,-55 19-362 0 0,-6 1-59 0 0,0 1-1 0 0,0 1 1 0 0,0 0-1 0 0,1 0 1 0 0,-1 1 0 0 0,0 0-1 0 0,0 1 1 0 0,1 0-1 0 0,-1 0 1 0 0,0 1-1 0 0,0 0 1 0 0,0 0 0 0 0,-1 1-1 0 0,18 8 1 0 0,-21-8-12 0 0,0-1 0 0 0,0 2 0 0 0,0-1 0 0 0,-1 0 1 0 0,1 1-1 0 0,-1 0 0 0 0,0 0 0 0 0,0 0 1 0 0,0 0-1 0 0,-1 1 0 0 0,1 0 0 0 0,-1-1 0 0 0,0 1 1 0 0,0 1-1 0 0,-1-1 0 0 0,0 0 0 0 0,0 0 1 0 0,0 1-1 0 0,0 0 0 0 0,-1-1 0 0 0,0 1 0 0 0,0 0 1 0 0,0-1-1 0 0,-1 12 0 0 0,-2-2-6 0 0,0 0-1 0 0,0 1 1 0 0,-2-2-1 0 0,0 1 1 0 0,0 0-1 0 0,-2-1 1 0 0,0 0-1 0 0,-13 24 1 0 0,-9 7 493 0 0,-39 48 1 0 0,48-67 123 0 0,13-16 208 0 0,11-5-479 0 0,19-8-364 0 0,-2 0 83 0 0,-11 3-78 0 0,0 0 0 0 0,-1 1 1 0 0,1 0-1 0 0,0 1 1 0 0,-1 0-1 0 0,14 4 1 0 0,-12-1 52 0 0,0 1 1 0 0,-1 0 0 0 0,0 0 0 0 0,0 1-1 0 0,-1 0 1 0 0,0 1 0 0 0,0 0 0 0 0,10 12 0 0 0,-16-16-35 0 0,-1 0 0 0 0,0 0 1 0 0,0 0-1 0 0,0 1 0 0 0,-1-1 0 0 0,1 1 1 0 0,-1-1-1 0 0,0 1 0 0 0,0 0 1 0 0,-1 0-1 0 0,1 0 0 0 0,-1 0 1 0 0,-1 0-1 0 0,1 0 0 0 0,0 0 1 0 0,-1 0-1 0 0,0 0 0 0 0,-1 0 1 0 0,1 1-1 0 0,-1-1 0 0 0,0 0 1 0 0,0 0-1 0 0,-2 5 0 0 0,-2 2 12 0 0,0 0 0 0 0,-1-1-1 0 0,-1 0 1 0 0,0 0-1 0 0,0 0 1 0 0,-1-1-1 0 0,0 0 1 0 0,-1 0-1 0 0,0-1 1 0 0,-16 12-1 0 0,1-2-43 0 0,-1-1 0 0 0,-1-2 0 0 0,-37 18 0 0 0,39-22-839 0 0,0-2 0 0 0,-39 11-1 0 0,49-18-1132 0 0,-1 0-1 0 0,0-1 1 0 0,-18 1-1 0 0,6-2-4516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1 757 700 0 0,'2'13'3636'0'0,"-1"-7"-3055"0"0,2 11 162 0 0,1-1 0 0 0,0 0 0 0 0,1 0 0 0 0,1-1 0 0 0,0 1 0 0 0,13 20 0 0 0,-18-35-699 0 0,0-1-1 0 0,0 1 1 0 0,0 0-1 0 0,0-1 1 0 0,0 1-1 0 0,0-1 1 0 0,0 1-1 0 0,1-1 1 0 0,-1 0 0 0 0,0 1-1 0 0,0-1 1 0 0,1 0-1 0 0,-1 0 1 0 0,0 0-1 0 0,0 0 1 0 0,1 0-1 0 0,-1 0 1 0 0,0 0-1 0 0,0 0 1 0 0,0-1-1 0 0,1 1 1 0 0,-1 0-1 0 0,0-1 1 0 0,0 1-1 0 0,0-1 1 0 0,0 1-1 0 0,0-1 1 0 0,1 0-1 0 0,-1 1 1 0 0,0-1 0 0 0,1-1-1 0 0,9-6 43 0 0,0-1 0 0 0,-1-1 0 0 0,0 1 0 0 0,0-1 0 0 0,13-19 0 0 0,36-63 3 0 0,-53 82-81 0 0,40-75-25 0 0,-4-1 0 0 0,39-117 0 0 0,-17 41 30 0 0,-43 108 5 0 0,-11 28-43 0 0,1 0 0 0 0,27-50 0 0 0,-37 76 31 0 0,-1-1-1 0 0,0 0 1 0 0,1 1 0 0 0,-1-1-1 0 0,0 0 1 0 0,1 1 0 0 0,-1-1-1 0 0,1 1 1 0 0,-1-1-1 0 0,1 1 1 0 0,-1-1 0 0 0,1 1-1 0 0,-1-1 1 0 0,1 1 0 0 0,0-1-1 0 0,-1 1 1 0 0,1 0 0 0 0,0-1-1 0 0,-1 1 1 0 0,1 0 0 0 0,0 0-1 0 0,-1 0 1 0 0,1-1-1 0 0,0 1 1 0 0,0 0 0 0 0,-1 0-1 0 0,1 0 1 0 0,0 0 0 0 0,-1 0-1 0 0,1 0 1 0 0,0 0 0 0 0,0 0-1 0 0,-1 1 1 0 0,1-1-1 0 0,0 0 1 0 0,-1 0 0 0 0,1 1-1 0 0,0-1 1 0 0,-1 0 0 0 0,1 1-1 0 0,0-1 1 0 0,-1 0 0 0 0,1 1-1 0 0,-1-1 1 0 0,1 1-1 0 0,-1-1 1 0 0,1 1 0 0 0,-1-1-1 0 0,2 2 1 0 0,1 2 34 0 0,0 0 0 0 0,-1 1 0 0 0,1-1 0 0 0,-1 0 0 0 0,3 6-1 0 0,10 30 126 0 0,-2 1-1 0 0,11 51 0 0 0,8 89 178 0 0,-19-104-183 0 0,5 39 52 0 0,18 96-1274 0 0,-27-163-1058 0 0,-7-19-2813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1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107 238 2220 0 0,'-36'-16'3889'0'0,"23"11"-2432"0"0,1 0-1 0 0,0-1 1 0 0,-20-14-1 0 0,30 19-1298 0 0,4-1-128 0 0,-1 0 0 0 0,1 1 1 0 0,0-1-1 0 0,0 1 0 0 0,-1-1 0 0 0,1 1 0 0 0,0 0 0 0 0,1-1 0 0 0,-1 1 1 0 0,0 1-1 0 0,0-1 0 0 0,3-1 0 0 0,-3 1-24 0 0,212-84-896 0 0,-49 22-4926 0 0,-127 46 2435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1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1292 0 0,'4'-8'5943'0'0,"-4"8"-5890"0"0,0 0 1 0 0,0-1 0 0 0,0 1 0 0 0,0 0 0 0 0,0 0-1 0 0,0 0 1 0 0,0 0 0 0 0,0-1 0 0 0,0 1-1 0 0,0 0 1 0 0,0 0 0 0 0,0 0 0 0 0,0 0-1 0 0,0-1 1 0 0,0 1 0 0 0,0 0 0 0 0,0 0 0 0 0,0 0-1 0 0,0 0 1 0 0,0 0 0 0 0,1-1 269 0 0,-1 1-270 0 0,0 0 1 0 0,0-1 0 0 0,0 1 0 0 0,1 0-1 0 0,-1 0 1 0 0,0 0 0 0 0,0 0 0 0 0,0 0-1 0 0,0 0 1 0 0,0 0 0 0 0,1 0 0 0 0,-1 0 0 0 0,0 0-1 0 0,0 0 1 0 0,0 0 0 0 0,0 0 0 0 0,1 0-1 0 0,-1 0 1 0 0,0 0 0 0 0,0 0 0 0 0,0 0 0 0 0,0 0-1 0 0,1 0 1 0 0,-1 0 0 0 0,0 0 0 0 0,0 0-1 0 0,0 0 1 0 0,0 0 0 0 0,0 0 0 0 0,1 1-1 0 0,-1-1 1 0 0,0 0 54 0 0,0 0-54 0 0,7 15 1785 0 0,3 26-207 0 0,-10-38-1419 0 0,54 281 3885 0 0,-40-190-6814 0 0,-1 0-5931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1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173 220 272 0 0,'0'-10'768'0'0,"0"0"0"0"0,1 0 0 0 0,1 0 0 0 0,0 1 0 0 0,0-1 0 0 0,0 1 0 0 0,1-1 0 0 0,1 1 0 0 0,0 0 0 0 0,0 0-1 0 0,7-10 1 0 0,-6 12-489 0 0,1-1 0 0 0,-1 1-1 0 0,2 0 1 0 0,-1 1 0 0 0,1 0-1 0 0,0 0 1 0 0,0 0-1 0 0,1 1 1 0 0,-1 0 0 0 0,1 0-1 0 0,0 1 1 0 0,1 0 0 0 0,-1 0-1 0 0,1 1 1 0 0,-1 0-1 0 0,1 0 1 0 0,0 1 0 0 0,18-1-1 0 0,-20 2-144 0 0,-1 0 1 0 0,0 1-1 0 0,1 0 0 0 0,-1 1 0 0 0,0-1 0 0 0,1 1 0 0 0,-1 1 0 0 0,0-1 0 0 0,0 1 0 0 0,0 0 1 0 0,8 4-1 0 0,-12-5-78 0 0,1 1 0 0 0,-1-1 0 0 0,1 1 0 0 0,-1 0 0 0 0,0 0 0 0 0,1 0 0 0 0,-1 1 0 0 0,0-1 0 0 0,-1 0 0 0 0,1 1 0 0 0,0 0 0 0 0,-1-1 1 0 0,1 1-1 0 0,-1 0 0 0 0,0 0 0 0 0,0-1 0 0 0,0 1 0 0 0,0 0 0 0 0,0 0 0 0 0,-1 0 0 0 0,1 0 0 0 0,-1 0 0 0 0,0 0 0 0 0,0 1 0 0 0,0 3 0 0 0,-1 4 44 0 0,-1 1 0 0 0,0 0 0 0 0,-1 0 0 0 0,0-1 0 0 0,-1 0 0 0 0,-9 21 0 0 0,-41 63 184 0 0,34-60-183 0 0,15-27-89 0 0,0-2 6 0 0,1 1 0 0 0,1 0 1 0 0,-1 0-1 0 0,-3 11 1 0 0,7-17-17 0 0,0 0 0 0 0,-1 0 1 0 0,1 0-1 0 0,0 1 0 0 0,-1-1 1 0 0,1 0-1 0 0,0 0 0 0 0,0 0 0 0 0,0 0 1 0 0,0 1-1 0 0,0-1 0 0 0,1 0 1 0 0,-1 0-1 0 0,0 0 0 0 0,0 0 1 0 0,1 0-1 0 0,-1 1 0 0 0,1-1 0 0 0,-1 0 1 0 0,1 0-1 0 0,-1 0 0 0 0,1 0 1 0 0,0 0-1 0 0,-1 0 0 0 0,1-1 0 0 0,0 1 1 0 0,0 0-1 0 0,0 0 0 0 0,0 0 1 0 0,0-1-1 0 0,0 1 0 0 0,0 0 1 0 0,0-1-1 0 0,0 1 0 0 0,0-1 0 0 0,1 1 1 0 0,19 5 7 0 0,1-1 1 0 0,-1 0 0 0 0,1-2-1 0 0,43 2 1 0 0,7 0 29 0 0,42 15 295 0 0,-103-17-217 0 0,0 0 0 0 0,-1 0 0 0 0,1 1 0 0 0,-1 1 0 0 0,0-1 0 0 0,0 2 0 0 0,0-1 0 0 0,10 9 1 0 0,-18-12-47 0 0,1 0 0 0 0,-1 0 1 0 0,0 1-1 0 0,0-1 0 0 0,0 0 1 0 0,-1 1-1 0 0,1-1 0 0 0,-1 1 1 0 0,1-1-1 0 0,-1 1 0 0 0,0 0 1 0 0,0 0-1 0 0,0-1 0 0 0,0 1 1 0 0,0 0-1 0 0,-1 0 0 0 0,1 6 1 0 0,-1-4-20 0 0,0-1 1 0 0,-1 1-1 0 0,0 0 1 0 0,0 0-1 0 0,0 0 1 0 0,-1-1-1 0 0,1 1 1 0 0,-1 0 0 0 0,0-1-1 0 0,-3 5 1 0 0,-6 7 13 0 0,0 1 1 0 0,-1-1 0 0 0,-1-1-1 0 0,-18 16 1 0 0,-6 3-128 0 0,-1-3 0 0 0,-1 0 0 0 0,-2-3 0 0 0,0-1 0 0 0,-2-3 0 0 0,-53 23 0 0 0,-93 29-3761 0 0,0-12-6205 0 0,157-55 3855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78 32 0 0,'5'-5'1510'0'0,"0"0"0"0"0,0-1 1 0 0,-1 0-1 0 0,8-12 0 0 0,2-2 1530 0 0,-6 6 398 0 0,-8 14-3405 0 0,0 0 0 0 0,0-1 0 0 0,0 1 0 0 0,0 0-1 0 0,0 0 1 0 0,0 0 0 0 0,0 0 0 0 0,0 0 0 0 0,0 0 0 0 0,0-1-1 0 0,0 1 1 0 0,0 0 0 0 0,-1 0 0 0 0,1 0 0 0 0,0 0 0 0 0,0 0-1 0 0,0 0 1 0 0,0 0 0 0 0,0-1 0 0 0,0 1 0 0 0,0 0 0 0 0,0 0-1 0 0,0 0 1 0 0,-1 0 0 0 0,1 0 0 0 0,0 0 0 0 0,0 0-1 0 0,0 0 1 0 0,0 0 0 0 0,0 0 0 0 0,0 0 0 0 0,-1 0 0 0 0,1 0-1 0 0,0 0 1 0 0,0 0 0 0 0,0 0 0 0 0,0 0 0 0 0,0 0 0 0 0,-1 0-1 0 0,1 0 1 0 0,0 0 0 0 0,0 0 0 0 0,0 0 0 0 0,0 0 0 0 0,0 0-1 0 0,0 0 1 0 0,-1 0 0 0 0,1 0 0 0 0,-2 1 22 0 0,0 0 0 0 0,-1 0 1 0 0,1 0-1 0 0,0 0 0 0 0,0 0 0 0 0,0 1 0 0 0,0-1 1 0 0,0 1-1 0 0,-2 1 0 0 0,-23 26 358 0 0,1 2 0 0 0,1 0-1 0 0,-29 50 1 0 0,-47 111 392 0 0,81-149-639 0 0,1 0-1 0 0,-12 48 1 0 0,27-78-141 0 0,1-1 1 0 0,0 1-1 0 0,1 0 0 0 0,0 0 1 0 0,1-1-1 0 0,1 1 1 0 0,0 0-1 0 0,1 0 1 0 0,0 0-1 0 0,1 0 1 0 0,0 0-1 0 0,7 20 1 0 0,-7-28-45 0 0,0 0 0 0 0,1 0 1 0 0,0-1-1 0 0,0 1 0 0 0,0-1 0 0 0,0 0 0 0 0,1 1 1 0 0,0-1-1 0 0,-1-1 0 0 0,1 1 0 0 0,1-1 1 0 0,-1 1-1 0 0,1-1 0 0 0,-1 0 0 0 0,1-1 1 0 0,0 1-1 0 0,0-1 0 0 0,0 0 0 0 0,0 0 1 0 0,0-1-1 0 0,0 1 0 0 0,1-1 0 0 0,-1 0 1 0 0,1-1-1 0 0,-1 1 0 0 0,9-2 0 0 0,7 1-400 0 0,0-2-1 0 0,0-1 1 0 0,0 0 0 0 0,0-2-1 0 0,29-10 1 0 0,-9 0-938 0 0,0-1 1 0 0,-2-3-1 0 0,0-1 0 0 0,-1-2 1 0 0,-2-1-1 0 0,0-2 0 0 0,63-58 1 0 0,-61 46-1870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2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0 184 1148 0 0,'6'-17'1641'0'0,"-1"0"0"0"0,0 0 0 0 0,-2-1 0 0 0,0 1 0 0 0,1-33 0 0 0,-1 2 6005 0 0,-6 61-6458 0 0,-2 21-386 0 0,7 291 1277 0 0,3-117-2071 0 0,-3-142-2032 0 0,-1-53-2165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3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68 2308 0 0,'2'-4'619'0'0,"0"-2"317"0"0,0 0 1 0 0,1 0-1 0 0,-1 0 0 0 0,2 0 1 0 0,4-6-1 0 0,-7 10-710 0 0,1 0 0 0 0,0 0-1 0 0,-1 1 1 0 0,1-1 0 0 0,0 1-1 0 0,0-1 1 0 0,0 1 0 0 0,0 0-1 0 0,0 0 1 0 0,0-1 0 0 0,1 2-1 0 0,-1-1 1 0 0,0 0 0 0 0,0 0-1 0 0,1 1 1 0 0,-1-1 0 0 0,1 1-1 0 0,-1 0 1 0 0,4 0 0 0 0,2 0 73 0 0,-1 0-1 0 0,1 1 1 0 0,0 0 0 0 0,-1 0 0 0 0,0 1 0 0 0,1 0 0 0 0,-1 1 0 0 0,0-1 0 0 0,0 1 0 0 0,0 1 0 0 0,-1-1 0 0 0,1 1 0 0 0,10 8 0 0 0,-8-4-45 0 0,0 0 0 0 0,-1 1 1 0 0,0 0-1 0 0,-1 0 0 0 0,0 0 0 0 0,-1 1 0 0 0,0 0 0 0 0,7 15 0 0 0,-4-3-19 0 0,-1 0-1 0 0,0 0 0 0 0,-2 1 1 0 0,-1 0-1 0 0,-1 1 1 0 0,-1-1-1 0 0,0 1 0 0 0,-2 37 1 0 0,-4-34-114 0 0,0-1 1 0 0,-2 0-1 0 0,0-1 0 0 0,-2 1 1 0 0,-1-1-1 0 0,-1 0 1 0 0,-1-1-1 0 0,-1 0 1 0 0,-1-1-1 0 0,-18 27 1 0 0,17-31-93 0 0,-1 0 0 0 0,-1-1 0 0 0,-1 0 1 0 0,0-1-1 0 0,-1-1 0 0 0,-1 0 1 0 0,0-1-1 0 0,-1-2 0 0 0,-1 1 1 0 0,0-2-1 0 0,-34 15 0 0 0,42-23-317 0 0,-1 1 0 0 0,0-1 0 0 0,0-1 0 0 0,0-1 0 0 0,0 1 0 0 0,0-2 0 0 0,-15 0 0 0 0,21-1-212 0 0,1 0 1 0 0,0-1 0 0 0,0 0-1 0 0,0 0 1 0 0,0-1 0 0 0,0 0-1 0 0,-9-4 1 0 0,11 5-151 0 0,1-2-1 0 0,-1 1 1 0 0,1 0-1 0 0,-1-1 1 0 0,1 1 0 0 0,0-1-1 0 0,0 0 1 0 0,0 0 0 0 0,0 0-1 0 0,0-1 1 0 0,1 1-1 0 0,-3-5 1 0 0,-5-11-5520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06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0 137 272 0 0,'46'-125'12922'0'0,"-45"123"-12460"0"0,3-7 2642 0 0,-2 25-2634 0 0,-1 0-1 0 0,0 22 0 0 0,1 15 144 0 0,26 386 988 0 0,-25-373-1462 0 0,-13 645 993 0 0,9-680-1095 0 0,-12 240 315 0 0,-13 564 525 0 0,65 57-633 0 0,-4-450-50 0 0,25 442 150 0 0,-70 438 1600 0 0,21-611-1795 0 0,14-384 2 0 0,-22-285-146 0 0,33 925 957 0 0,-29-818-863 0 0,33 188 0 0 0,-27-245-118 0 0,94 534 226 0 0,-87-489-60 0 0,-8-43-55 0 0,-5-38-48 0 0,-5-33 194 0 0,10 45 0 0 0,-7-30 120 0 0,-5-36-343 0 0,0 0-10 0 0,0 6 7 0 0,7 52-21 0 0,12 215 166 0 0,-15-172 90 0 0,-4-91-180 0 0,0-10-13 0 0,2 25 455 0 0,-1-18-246 0 0,-2-3-82 0 0,1-5-159 0 0,-1-1 0 0 0,1 0-1 0 0,0 0 1 0 0,0 0 0 0 0,0 1 0 0 0,0-1-1 0 0,0 0 1 0 0,0 0 0 0 0,0 1 0 0 0,0-1-1 0 0,-1 0 1 0 0,1 0 0 0 0,0 1-1 0 0,0-1 1 0 0,0 0 0 0 0,0 0 0 0 0,0 1-1 0 0,0-1 1 0 0,0 0 0 0 0,1 0-1 0 0,-1 0 1 0 0,0 1 0 0 0,0-1 0 0 0,0 0-1 0 0,0 0 1 0 0,0 1 0 0 0,0-1 0 0 0,0 0-1 0 0,0 0 1 0 0,1 0 0 0 0,-1 1-1 0 0,0-1 1 0 0,0 0 0 0 0,0 0 0 0 0,1 1-1 0 0,1-2 28 0 0,1 1 0 0 0,-1 0 0 0 0,0 0 0 0 0,1-1 0 0 0,-1 1 0 0 0,0-1 0 0 0,1 0 0 0 0,-1 0 0 0 0,2-1 0 0 0,44-13-45 0 0,0 2 0 0 0,1 1 0 0 0,84-8 0 0 0,153 9 14 0 0,131 21-34 0 0,-143-1 6 0 0,646-15 80 0 0,-65-22-51 0 0,-1 22-25 0 0,87-6 16 0 0,0-34-29 0 0,1104 44 272 0 0,-895 52-149 0 0,0-28-1 0 0,-999-22-86 0 0,992 9-47 0 0,-546 28 31 0 0,-544-33 4 0 0,47 6 20 0 0,-69-8-33 0 0,-28-2 50 0 0,-1 0-37 0 0,5 1-241 0 0,-4 0 304 0 0,1-1 1 0 0,-1 0-1 0 0,1 1 1 0 0,-1-1-1 0 0,0-1 1 0 0,1 1-1 0 0,-1 0 1 0 0,4-2-1 0 0,-5 2-318 0 0,0-1-1 0 0,0 0 0 0 0,-1 0 0 0 0,1-1 0 0 0,0 1 1 0 0,-1 0-1 0 0,1 0 0 0 0,-1-1 0 0 0,1 1 0 0 0,-1-1 1 0 0,0 0-1 0 0,0 1 0 0 0,1-1 0 0 0,-1 0 1 0 0,0 0-1 0 0,-1 1 0 0 0,2-5 0 0 0,8-24-5331 0 0,-10 26 3713 0 0,1-1 1 0 0,-1 0 0 0 0,1 1-1 0 0,-1-1 1 0 0,-2-8-1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17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28 684 0 0,'21'-27'15631'0'0,"-35"42"-15177"0"0,16 12-283 0 0,2-2 1 0 0,0 1-1 0 0,12 39 1 0 0,0-3-20 0 0,43 274 1080 0 0,6 123 214 0 0,15-29-379 0 0,-55-304-787 0 0,12 126 363 0 0,-6 55 173 0 0,-20-215-572 0 0,24 187 495 0 0,-25-198-467 0 0,4 22 117 0 0,-3 11 68 0 0,3-32-320 0 0,-2-24-160 0 0,23 236 1361 0 0,10-33-716 0 0,-23-108 317 0 0,-7-45-830 0 0,1 21 16 0 0,6 36 117 0 0,-16-121-106 0 0,1 62 0 0 0,-4-48-51 0 0,-3-6-43 0 0,0-31-66 0 0,1-1 1 0 0,4 33-1 0 0,-4-51-135 0 0,-1-30-10914 0 0,1-14 3498 0 0,-1 15-223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1200 0 0,'16'-20'3496'0'0,"-8"8"-2167"0"0,1 2 0 0 0,0-1 0 0 0,0 1-1 0 0,1 0 1 0 0,17-12 0 0 0,-26 21-1250 0 0,0 0-1 0 0,0 1 0 0 0,0-1 1 0 0,0 0-1 0 0,0 1 1 0 0,1-1-1 0 0,-1 1 1 0 0,0-1-1 0 0,0 1 1 0 0,1 0-1 0 0,-1-1 0 0 0,0 1 1 0 0,0 0-1 0 0,1 0 1 0 0,-1 0-1 0 0,0 0 1 0 0,1 0-1 0 0,-1 0 1 0 0,0 0-1 0 0,1 1 0 0 0,-1-1 1 0 0,2 1-1 0 0,-1 0 13 0 0,-1 0 0 0 0,1 0 0 0 0,0 1 0 0 0,-1-1 0 0 0,1 0 0 0 0,-1 1 0 0 0,1-1 0 0 0,-1 1 0 0 0,0-1-1 0 0,0 1 1 0 0,0 0 0 0 0,0 0 0 0 0,1 1 0 0 0,2 8 148 0 0,0 0 0 0 0,0 0 0 0 0,-1 0 0 0 0,1 12 0 0 0,-4-22-229 0 0,9 64 518 0 0,-4 0 1 0 0,-3 95-1 0 0,-2-28-2472 0 0,11-2-6309 0 0,-6-103 2318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1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2 420 0 0,'-19'-2'15809'0'0,"22"29"-14928"0"0,10 95-335 0 0,17 140-479 0 0,-1-89-8893 0 0,-22-138 2333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0 288 0 0,'-10'6'13646'0'0,"8"-6"-13452"0"0,1 1-1 0 0,0-1 1 0 0,0 1-1 0 0,0 0 1 0 0,0 0-1 0 0,0-1 1 0 0,0 1 0 0 0,0 0-1 0 0,1 0 1 0 0,-1 0-1 0 0,0 0 1 0 0,0 0 0 0 0,1 0-1 0 0,-1 0 1 0 0,0 0-1 0 0,1 0 1 0 0,-1 0 0 0 0,1 0-1 0 0,0 1 1 0 0,-1-1-1 0 0,1 0 1 0 0,0 0-1 0 0,0 0 1 0 0,-1 1 0 0 0,1 1-1 0 0,3 38-901 0 0,-2-25 1093 0 0,99 714-408 0 0,-46-490-3006 0 0,8-3-4007 0 0,-38-154 884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4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22 272 0 0,'10'-16'11232'0'0,"-5"11"-9671"0"0,-1 13-1369 0 0,0 1-1 0 0,0 0 0 0 0,-1-1 1 0 0,0 1-1 0 0,2 18 1 0 0,5 52 28 0 0,-8-59-149 0 0,23 368-158 0 0,-19-130-7062 0 0,-6-191 2284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6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237 160 312 0 0,'-44'-9'6083'0'0,"33"5"-3625"0"0,6 3-2884 0 0,-18-3 9086 0 0,13 5-6571 0 0,4-3-1622 0 0,-1 0-1 0 0,1 0 1 0 0,-1 1 0 0 0,-11-1-1 0 0,14 2-420 0 0,-48-8 806 0 0,49 7-692 0 0,-28 0 410 0 0,21 2 84 0 0,62-7-728 0 0,65-18 1 0 0,-17 2-656 0 0,265-26-3711 0 0,-207 33-1593 0 0,-117 11 3522 0 0,32-2-5016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9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134 275 196 0 0,'-26'-22'3356'0'0,"-59"-47"4363"0"0,84 68-7399 0 0,-13-5 1068 0 0,6-1 577 0 0,13 2-867 0 0,20-3-384 0 0,-17 7-579 0 0,392-101-201 0 0,-218 59-8196 0 0,-139 33 2103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30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50 177 636 0 0,'0'0'3536'0'0,"-15"-3"1251"0"0,-11 4 212 0 0,17 2-3470 0 0,54-22-1495 0 0,0 3-1 0 0,1 1 1 0 0,85-14-1 0 0,-64 14-135 0 0,267-40-4370 0 0,-212 38 264 0 0,-36 5-227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45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24 136 0 0,'0'0'2252'0'0,"-12"-4"2091"0"0,-12 1 938 0 0,0 12-3745 0 0,3-1-715 0 0,19-8-591 0 0,-24 8 598 0 0,11-1-566 0 0,28-5-185 0 0,26-4-84 0 0,81-15-114 0 0,105-10 428 0 0,-163 22-3074 0 0,100 6 1 0 0,-141 2-569 0 0,-5 0-1338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5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10 144 744 0 0,'0'0'1611'0'0,"-4"-13"3477"0"0,0 0-2700 0 0,3-1-1311 0 0,1 13-1066 0 0,1-1 0 0 0,0 1 0 0 0,0-1 0 0 0,0 1-1 0 0,0 0 1 0 0,0-1 0 0 0,0 1 0 0 0,0 0 0 0 0,1 0 0 0 0,-1-1 0 0 0,2 0 0 0 0,42-36 86 0 0,-41 33-12 0 0,41-38 1076 0 0,-51 43-1145 0 0,0 1 1 0 0,0-1 0 0 0,0 1 0 0 0,0 1-1 0 0,0-1 1 0 0,0 1 0 0 0,0 0-1 0 0,1 1 1 0 0,-1-1 0 0 0,1 1-1 0 0,-8 5 1 0 0,-3 1-97 0 0,15-9-155 0 0,-9 19-6023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5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51 1484 0 0,'-12'-7'1140'0'0,"0"1"0"0"0,-1 0 0 0 0,0 1-1 0 0,-16-5 1 0 0,9 5-357 0 0,0 1-1 0 0,-26-2 1 0 0,-9 4-175 0 0,-65 5 0 0 0,99-2-291 0 0,-27 2-1 0 0,-86 16-1 0 0,115-15-272 0 0,0 1-1 0 0,1 1 1 0 0,-1 1-1 0 0,1 0 1 0 0,0 1-1 0 0,1 1 1 0 0,-22 15-1 0 0,28-15-31 0 0,1 0 1 0 0,0 1-1 0 0,0 0 0 0 0,1 0 0 0 0,1 1 0 0 0,0 1 1 0 0,0-1-1 0 0,1 1 0 0 0,1 1 0 0 0,0-1 0 0 0,0 1 1 0 0,-6 24-1 0 0,3-1 102 0 0,1 0 0 0 0,2 0 0 0 0,-2 61-1 0 0,7-69-61 0 0,1-1 0 0 0,2 1 0 0 0,1-1 0 0 0,1 1 0 0 0,1-1 0 0 0,1 0 0 0 0,1 0 0 0 0,14 31 0 0 0,-15-44-37 0 0,1 1 0 0 0,1-1-1 0 0,0 0 1 0 0,1 0 0 0 0,0-1-1 0 0,1-1 1 0 0,0 1-1 0 0,1-2 1 0 0,1 1 0 0 0,0-2-1 0 0,0 1 1 0 0,1-2-1 0 0,0 1 1 0 0,1-2 0 0 0,21 10-1 0 0,-11-8 14 0 0,0-2-1 0 0,1 0 1 0 0,0-2-1 0 0,0 0 1 0 0,0-2 0 0 0,1-1-1 0 0,0-1 1 0 0,-1-1-1 0 0,1-1 1 0 0,50-8-1 0 0,-54 4 67 0 0,0 0 0 0 0,0-2-1 0 0,-1 0 1 0 0,0-2 0 0 0,0 0-1 0 0,-1-1 1 0 0,0-1 0 0 0,0-1-1 0 0,-1-1 1 0 0,-1-1 0 0 0,0 0-1 0 0,31-31 1 0 0,-26 18 3 0 0,-2 0-1 0 0,0-2 1 0 0,-2 0 0 0 0,0-2-1 0 0,-3 0 1 0 0,0 0 0 0 0,-2-2-1 0 0,-1 0 1 0 0,-2 0 0 0 0,-1-1-1 0 0,-1 0 1 0 0,-2-1 0 0 0,3-40-1 0 0,-10 61-58 0 0,0-1 0 0 0,0 0 0 0 0,-1 0 0 0 0,-1 1 0 0 0,-1-1 0 0 0,0 0 0 0 0,0 1 0 0 0,-1 0 0 0 0,-1 0 0 0 0,0 0 0 0 0,-1 1-1 0 0,-11-19 1 0 0,10 21-33 0 0,0 1 0 0 0,0 0 0 0 0,-1 1 0 0 0,0-1 0 0 0,0 1 0 0 0,-1 1 0 0 0,0 0-1 0 0,0 0 1 0 0,-1 1 0 0 0,0 0 0 0 0,0 0 0 0 0,0 1 0 0 0,-1 1 0 0 0,1 0 0 0 0,-16-4 0 0 0,1 3-12 0 0,1 1 0 0 0,-1 1 0 0 0,0 2 0 0 0,1 0 0 0 0,-1 2 0 0 0,-41 5 0 0 0,30 0-595 0 0,0 2-1 0 0,0 1 1 0 0,-64 26 0 0 0,84-28-204 0 0,0 1 0 0 0,-16 11 0 0 0,-8 11-4119 0 0,20-11 458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5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11 992 0 0,'0'0'2752'0'0,"12"-3"2073"0"0,-2-4-2617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13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18 309 1116 0 0,'-4'-16'4962'0'0,"-3"-1"-1777"0"0,1 2 895 0 0,11 35-2399 0 0,25 71 453 0 0,-15-47-1235 0 0,18 81-1 0 0,-5 81 119 0 0,-23-161-915 0 0,0 10 69 0 0,-5-40 10 0 0,-6-37-121 0 0,-15-109-51 0 0,5 0 0 0 0,2-230 0 0 0,13 330 5 0 0,0 9-9 0 0,1 1 1 0 0,1 0 0 0 0,1 0-1 0 0,0 0 1 0 0,10-37 0 0 0,-11 56-4 0 0,-1 1-3 0 0,0 0 0 0 0,1 0 0 0 0,-1 0 0 0 0,0 0 0 0 0,1 1 0 0 0,-1-1 1 0 0,0 0-1 0 0,1 0 0 0 0,-1 1 0 0 0,1-1 0 0 0,-1 0 0 0 0,1 1 1 0 0,-1-1-1 0 0,1 0 0 0 0,-1 1 0 0 0,1-1 0 0 0,0 1 0 0 0,-1-1 0 0 0,1 1 1 0 0,0-1-1 0 0,1 0 0 0 0,18-2 3 0 0,-13 7-1 0 0,-5-2 0 0 0,3 1 12 0 0,-1 0-1 0 0,1 1 1 0 0,-1 0 0 0 0,0 0 0 0 0,0 0-1 0 0,0 0 1 0 0,-1 0 0 0 0,1 1-1 0 0,3 7 1 0 0,24 49 169 0 0,-22-41-129 0 0,108 299 453 0 0,-114-308-494 0 0,35 94 19 0 0,-33-85-3 0 0,25 73-243 0 0,-29-91-378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13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98 265 536 0 0,'-4'0'2556'0'0,"-87"2"8957"0"0,88-2-10773 0 0,14-16 70 0 0,134-94-450 0 0,-69 54-2762 0 0,0-3-3918 0 0,-45 34 931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1:0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656 263 128 0 0,'0'0'8139'0'0,"-6"-20"-6054"0"0,-66-74 169 0 0,45 60-1695 0 0,26 32-507 0 0,-1 2-25 0 0,1-1-1 0 0,-1 0 1 0 0,1 0 0 0 0,-1 0-1 0 0,1 0 1 0 0,0 0 0 0 0,-1 0-1 0 0,1 0 1 0 0,0 0 0 0 0,-2-2-1 0 0,-18-15 240 0 0,9 13-235 0 0,1 0 0 0 0,-2 0 0 0 0,1 1 0 0 0,0 1 0 0 0,-1 0-1 0 0,-17-2 1 0 0,23 4-28 0 0,1 0 1 0 0,1 0-2 0 0,-1 0 1 0 0,1 0-1 0 0,-1 0 0 0 0,1 1 1 0 0,-8 0-1 0 0,-36 1 10 0 0,40-1-23 0 0,0 0 0 0 0,1 1 1 0 0,-1 0-1 0 0,-13 3 0 0 0,17-1 5 0 0,0-1-1 0 0,1 0 0 0 0,-1 1 1 0 0,1 0-1 0 0,-1 0 0 0 0,1 0 1 0 0,-6 7-1 0 0,-6 6 2 0 0,0 0 0 0 0,2 1 0 0 0,0 1 0 0 0,-23 36 0 0 0,21-22 19 0 0,-21 52 0 0 0,23-42-5 0 0,1 0-1 0 0,-10 71 1 0 0,19-85-5 0 0,2 1 1 0 0,0 0 0 0 0,3 0 0 0 0,0 0 0 0 0,5 30 0 0 0,-4-49-2 0 0,1 0 0 0 0,-1-1 0 0 0,1 1 0 0 0,1-1 0 0 0,0 1 0 0 0,0-1 0 0 0,1 0 0 0 0,0-1 0 0 0,1 1 0 0 0,12 14 0 0 0,-8-12 8 0 0,1-1 0 0 0,0-1-1 0 0,0 1 1 0 0,1-2 0 0 0,0 1-1 0 0,26 12 1 0 0,-15-11 2 0 0,-1-1 1 0 0,2-1-1 0 0,-1-1 0 0 0,1-2 1 0 0,0 0-1 0 0,0-1 0 0 0,0-1 1 0 0,45-1-1 0 0,-37-3 57 0 0,-1-2 1 0 0,0-2-1 0 0,0 0 1 0 0,0-2 0 0 0,48-17-1 0 0,-62 17 1 0 0,1-1 1 0 0,-1 0-1 0 0,0-2 0 0 0,-1 1 0 0 0,0-2 1 0 0,-1 0-1 0 0,0-1 0 0 0,-1-1 0 0 0,0 0 0 0 0,18-24 1 0 0,-18 18-10 0 0,0-2 0 0 0,-2 1 1 0 0,0-2-1 0 0,-1 0 0 0 0,-2 0 1 0 0,0-1-1 0 0,-1 0 0 0 0,-2 0 0 0 0,0-1 1 0 0,-2 0-1 0 0,0 0 0 0 0,-2 0 1 0 0,0-32-1 0 0,-2 36-46 0 0,-2-1 0 0 0,0 1 0 0 0,-1 0 1 0 0,-1 0-1 0 0,-1 0 0 0 0,-1 0 0 0 0,0 1 0 0 0,-2 0 0 0 0,0 0 0 0 0,-1 1 1 0 0,-1 0-1 0 0,-1 0 0 0 0,0 1 0 0 0,-1 1 0 0 0,-1 0 0 0 0,-18-17 1 0 0,17 20-73 0 0,0 1 0 0 0,-2 0 1 0 0,1 1-1 0 0,-34-17 0 0 0,40 24-161 0 0,1 0 1 0 0,-1 0-1 0 0,0 1 0 0 0,0 1 0 0 0,0-1 0 0 0,0 1 0 0 0,-1 1 0 0 0,1 0 0 0 0,0 0 0 0 0,-1 1 0 0 0,-18 1 1 0 0,21 1 0 0 0,0 0 0 0 0,0 0 0 0 0,1 1 0 0 0,-1-1 0 0 0,1 2 0 0 0,-1-1 0 0 0,1 1 0 0 0,0 0 0 0 0,1 0 0 0 0,-1 0 0 0 0,1 1 0 0 0,-1 0 0 0 0,1 0 0 0 0,1 0 0 0 0,-1 1 0 0 0,1 0 0 0 0,-5 8 0 0 0,-5 10-1121 0 0,2 1 1 0 0,0 0 0 0 0,-8 29 0 0 0,18-47 878 0 0,-7 18-1124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1:06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60 1072 0 0,'-13'-16'8465'0'0,"12"15"-8279"0"0,-1 0-1 0 0,1 1 1 0 0,-1-1 0 0 0,1 1 0 0 0,0 0-1 0 0,-1-1 1 0 0,1 1 0 0 0,-1 0 0 0 0,1 0-1 0 0,-1 0 1 0 0,-1 0 0 0 0,3 0-127 0 0,3-5 151 0 0,0 1 0 0 0,0-1 0 0 0,0 1-1 0 0,-1-1 1 0 0,4-6 0 0 0,-6 7-195 0 0,-1 4-11 0 0,1 0 0 0 0,-1-1-1 0 0,1 1 1 0 0,0 0-1 0 0,-1 0 1 0 0,1 0 0 0 0,-1 0-1 0 0,1 0 1 0 0,0-1 0 0 0,-1 1-1 0 0,1 0 1 0 0,-1 0-1 0 0,1 0 1 0 0,-1 0 0 0 0,1 0-1 0 0,0 0 1 0 0,-1 1 0 0 0,1-1-1 0 0,-1 0 1 0 0,1 0-1 0 0,-1 0 1 0 0,1 0 0 0 0,0 0-1 0 0,-1 1 1 0 0,1-1-1 0 0,0 0 1 0 0,-1 0 0 0 0,1 1-1 0 0,0-1 1 0 0,-1 0 0 0 0,0 1-1 0 0,-12 6 24 0 0,4 1-18 0 0,-4 6-3 0 0,11-13-5 0 0,0 0 0 0 0,1 1 0 0 0,0-1 0 0 0,-1 1 0 0 0,1-1 1 0 0,0 1-1 0 0,0 0 0 0 0,0-1 0 0 0,0 1 0 0 0,0 0 0 0 0,0 0 1 0 0,0 0-1 0 0,0 0 0 0 0,1 0 0 0 0,-1 2 0 0 0,1-2 46 0 0,3-2-43 0 0,-1 0 0 0 0,0 0 0 0 0,1-1 1 0 0,-1 1-1 0 0,0-1 0 0 0,1 1 0 0 0,-1-1 0 0 0,0 0 0 0 0,0 1 1 0 0,1-1-1 0 0,-1-1 0 0 0,0 1 0 0 0,0 0 0 0 0,0 0 0 0 0,0-1 1 0 0,-1 1-1 0 0,1-1 0 0 0,0 1 0 0 0,0-1 0 0 0,-1 0 1 0 0,1 0-1 0 0,-1 0 0 0 0,0 0 0 0 0,1 0 0 0 0,-1 0 0 0 0,1-3 1 0 0,-2 5-5 0 0,0 0 0 0 0,0-1 0 0 0,0 1 0 0 0,0 0 0 0 0,0-1 0 0 0,0 1 1 0 0,0 0-1 0 0,0-1 0 0 0,0 1 0 0 0,0 0 0 0 0,0-1 0 0 0,0 1 1 0 0,0 0-1 0 0,0-1 0 0 0,0 1 0 0 0,0 0 0 0 0,-1 0 0 0 0,1-1 1 0 0,0 1-1 0 0,0 0 0 0 0,0-1 0 0 0,-1 1 0 0 0,1 0 0 0 0,0 0 0 0 0,0 0 1 0 0,0-1-1 0 0,-1 1 0 0 0,1 0 0 0 0,0 0 0 0 0,0 0 0 0 0,-1-1 1 0 0,1 1-1 0 0,0 0 0 0 0,-1 0 0 0 0,1 0 0 0 0,0 0 0 0 0,-1 0 0 0 0,1 0 1 0 0,-16-2-35 0 0,-12 9-250 0 0,0 0 0 0 0,0 2 1 0 0,1 2-1 0 0,-36 18 1 0 0,7-3-4498 0 0,30-16-23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14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59 936 0 0,'0'-25'13753'0'0,"0"5"-9016"0"0,-1 19-4401 0 0,1 0 0 0 0,-1 0 0 0 0,1 0-1 0 0,-1 0 1 0 0,1 0 0 0 0,-1 0 0 0 0,0 0 0 0 0,1 0 0 0 0,-1 0 0 0 0,0 0 0 0 0,0 0 0 0 0,-1-1 0 0 0,1 4-337 0 0,0 0 1 0 0,1 0 0 0 0,-1 0-1 0 0,1 0 1 0 0,-1 0-1 0 0,1 0 1 0 0,-1 0-1 0 0,1 0 1 0 0,0 0 0 0 0,0 0-1 0 0,0 0 1 0 0,1 3-1 0 0,4 35 6 0 0,-1-16-1 0 0,4 301 47 0 0,-2-50 3 0 0,0-194-4912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1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29 294 528 0 0,'-11'-24'5594'0'0,"-4"-11"544"0"0,15 31-5874 0 0,-1 1 1 0 0,0-1 0 0 0,1 1-1 0 0,-1-1 1 0 0,1 1-1 0 0,0-1 1 0 0,0 1 0 0 0,1-1-1 0 0,0-5 1 0 0,2 1-78 0 0,0-1 0 0 0,0 0 1 0 0,1 1-1 0 0,0-1 0 0 0,1 1 0 0 0,0 0 0 0 0,0 1 1 0 0,0-1-1 0 0,1 1 0 0 0,12-11 0 0 0,-6 6-99 0 0,1 1-1 0 0,1 0 0 0 0,0 1 0 0 0,26-15 1 0 0,-32 21-79 0 0,0 0 1 0 0,1 1-1 0 0,-1 0 1 0 0,1 0-1 0 0,0 0 1 0 0,0 1 0 0 0,0 1-1 0 0,0 0 1 0 0,0 0-1 0 0,17 1 1 0 0,-22 0-7 0 0,0 1 0 0 0,0-1 1 0 0,0 1-1 0 0,-1 0 0 0 0,1 0 0 0 0,0 0 0 0 0,-1 1 0 0 0,1 0 1 0 0,-1-1-1 0 0,0 1 0 0 0,1 0 0 0 0,-1 0 0 0 0,0 1 1 0 0,0-1-1 0 0,0 1 0 0 0,-1 0 0 0 0,1-1 0 0 0,-1 1 1 0 0,1 0-1 0 0,-1 1 0 0 0,0-1 0 0 0,0 0 0 0 0,0 1 1 0 0,-1-1-1 0 0,1 1 0 0 0,-1-1 0 0 0,2 8 0 0 0,-1 0-2 0 0,0 0 0 0 0,-1 0-1 0 0,0 0 1 0 0,-1 1 0 0 0,0-1 0 0 0,-1 0-1 0 0,-1 0 1 0 0,1 0 0 0 0,-2 0-1 0 0,-3 12 1 0 0,-7 16 10 0 0,-24 50-1 0 0,31-75-6 0 0,-5 11 391 0 0,-20 33-1 0 0,30-56 207 0 0,1-15-462 0 0,4 7-120 0 0,0-1-1 0 0,1 1 0 0 0,0 1 1 0 0,0-1-1 0 0,0 1 0 0 0,1 0 0 0 0,-1 0 1 0 0,1 0-1 0 0,1 1 0 0 0,-1 0 1 0 0,1 0-1 0 0,-1 1 0 0 0,1 0 0 0 0,0 0 1 0 0,0 0-1 0 0,0 1 0 0 0,1 0 1 0 0,-1 1-1 0 0,0-1 0 0 0,1 1 0 0 0,-1 1 1 0 0,1-1-1 0 0,0 1 0 0 0,-1 1 1 0 0,1 0-1 0 0,-1 0 0 0 0,0 0 0 0 0,1 1 1 0 0,-1 0-1 0 0,0 0 0 0 0,0 0 1 0 0,0 1-1 0 0,0 1 0 0 0,8 4 0 0 0,-2-1 101 0 0,-1 2-1 0 0,0-1 0 0 0,0 2 0 0 0,-1-1 0 0 0,0 2 0 0 0,0-1 0 0 0,10 15 0 0 0,-17-18-6 0 0,1-1 0 0 0,-1 1 0 0 0,0 0 0 0 0,-1 1 0 0 0,0-1 1 0 0,0 1-1 0 0,0-1 0 0 0,-1 1 0 0 0,0 0 0 0 0,-1 0 0 0 0,0 0 0 0 0,0 0 0 0 0,0 0 1 0 0,-2 16-1 0 0,0-10 115 0 0,-1 0 0 0 0,-1 0 0 0 0,0 0 0 0 0,-1-1-1 0 0,0 1 1 0 0,-1-1 0 0 0,-1 0 0 0 0,0-1 0 0 0,0 1 0 0 0,-1-1 0 0 0,-1 0 0 0 0,0-1 0 0 0,-1 0 0 0 0,-16 16 0 0 0,20-23-164 0 0,0 0 0 0 0,0 0 0 0 0,-1-1 0 0 0,0 0 0 0 0,0 0 0 0 0,0-1 0 0 0,0 1 0 0 0,0-1 0 0 0,0-1 0 0 0,-1 1 0 0 0,1-1 1 0 0,-1 0-1 0 0,1 0 0 0 0,-1-1 0 0 0,1 0 0 0 0,-1 0 0 0 0,-9-2 0 0 0,-9-2-261 0 0,1-1 0 0 0,0 0 0 0 0,-26-11 0 0 0,46 14-679 0 0,-1 0 0 0 0,0 0 0 0 0,0 0 0 0 0,1 0 0 0 0,-1-1-1 0 0,1 0 1 0 0,-8-6 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2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84 2084 0 0,'1'-3'1948'0'0,"-3"-51"6710"0"0,2 51-8297 0 0,0 1-1 0 0,0 0 0 0 0,0-1 0 0 0,-1 1 0 0 0,1 0 0 0 0,0 0 1 0 0,-1-1-1 0 0,0 1 0 0 0,-1-3 0 0 0,0 8-22 0 0,3 15-224 0 0,15 160 120 0 0,-2-17-944 0 0,3-55-2988 0 0,-3-63-1700 0 0,-8-25 630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2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1 182 228 0 0,'0'-12'4822'0'0,"10"-41"1296"0"0,-7 44-5612 0 0,0 0 0 0 0,0 0 0 0 0,7-13 0 0 0,-7 17-480 0 0,0 0 0 0 0,0 1 0 0 0,0-1 0 0 0,1 1 0 0 0,-1 0 0 0 0,1 0-1 0 0,0 0 1 0 0,0 1 0 0 0,1-1 0 0 0,-1 1 0 0 0,1 0 0 0 0,0 0 0 0 0,-1 1 0 0 0,1-1 0 0 0,0 1 0 0 0,1 0 0 0 0,8-2 0 0 0,-8 3-24 0 0,-1 0 0 0 0,1 0 0 0 0,0 1 1 0 0,0 0-1 0 0,-1 0 0 0 0,1 1 0 0 0,0-1 1 0 0,0 1-1 0 0,-1 0 0 0 0,1 1 0 0 0,-1-1 1 0 0,1 1-1 0 0,-1 1 0 0 0,0-1 0 0 0,0 1 1 0 0,0-1-1 0 0,0 1 0 0 0,0 1 0 0 0,0-1 1 0 0,-1 1-1 0 0,0 0 0 0 0,0 0 0 0 0,0 0 1 0 0,0 0-1 0 0,4 7 0 0 0,-1-2 0 0 0,-1 0-1 0 0,-1 0 0 0 0,0 0 1 0 0,0 0-1 0 0,-1 1 1 0 0,0 0-1 0 0,0 0 0 0 0,-1 0 1 0 0,-1 0-1 0 0,0 0 0 0 0,0 1 1 0 0,-1-1-1 0 0,0 12 1 0 0,-2-4 30 0 0,-1 0 0 0 0,-1 0 1 0 0,-1-1-1 0 0,0 1 0 0 0,-2-1 1 0 0,0 0-1 0 0,-9 19 0 0 0,-67 107 811 0 0,70-125-660 0 0,-31 47 552 0 0,42-63-626 0 0,5-3-82 0 0,14-4-17 0 0,0-2 1 0 0,0 0-1 0 0,28-15 1 0 0,10-5 6 0 0,210-67-296 0 0,-84 41-3787 0 0,-89 27-1058 0 0,-54 15 1046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27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2 136 296 0 0,'-1'-14'8539'0'0,"1"10"-8144"0"0,1 1-1 0 0,0-1 1 0 0,0 1-1 0 0,1-1 1 0 0,-1 1-1 0 0,1-1 1 0 0,-1 1-1 0 0,1 0 1 0 0,0 0-1 0 0,0 0 1 0 0,1 0-1 0 0,2-3 1 0 0,0 1-87 0 0,1 0 1 0 0,0 0-1 0 0,0 0 1 0 0,0 1-1 0 0,11-6 1 0 0,-1 2-188 0 0,0 1 0 0 0,1 1 0 0 0,0 1 0 0 0,25-6 0 0 0,-33 10-108 0 0,1-1 0 0 0,-1 1 0 0 0,1 1 1 0 0,-1-1-1 0 0,1 2 0 0 0,-1-1 0 0 0,1 2 1 0 0,-1-1-1 0 0,1 1 0 0 0,16 6 0 0 0,-22-7-6 0 0,-1 1 0 0 0,1-1 0 0 0,-1 1-1 0 0,0 0 1 0 0,0 0 0 0 0,0 0 0 0 0,0 1-1 0 0,0-1 1 0 0,0 1 0 0 0,0-1 0 0 0,-1 1-1 0 0,1 0 1 0 0,-1 0 0 0 0,0 0-1 0 0,0 1 1 0 0,0-1 0 0 0,-1 0 0 0 0,1 1-1 0 0,-1-1 1 0 0,1 1 0 0 0,-1-1 0 0 0,0 1-1 0 0,-1 0 1 0 0,1-1 0 0 0,-1 1 0 0 0,1 0-1 0 0,-1 0 1 0 0,0-1 0 0 0,-1 1-1 0 0,0 4 1 0 0,-1 6 8 0 0,-1-1 0 0 0,0 0-1 0 0,-1 0 1 0 0,-1 0 0 0 0,0 0-1 0 0,-1-1 1 0 0,-9 16 0 0 0,4-9 191 0 0,-2-1 0 0 0,0 0 1 0 0,-27 27-1 0 0,9-7 467 0 0,30-37-401 0 0,78-15-215 0 0,-63 13-58 0 0,1 0 0 0 0,0 2 0 0 0,-1 0 0 0 0,1 0 0 0 0,-1 1-1 0 0,19 6 1 0 0,-28-7 15 0 0,0 1 0 0 0,0-1 0 0 0,0 2 0 0 0,-1-1 0 0 0,1 0-1 0 0,-1 1 1 0 0,1 0 0 0 0,-1 0 0 0 0,0 0 0 0 0,0 0 0 0 0,-1 1-1 0 0,1 0 1 0 0,-1-1 0 0 0,1 1 0 0 0,-1 1 0 0 0,0-1 0 0 0,-1 0 0 0 0,1 1-1 0 0,-1-1 1 0 0,0 1 0 0 0,0 0 0 0 0,2 7 0 0 0,-3-4 87 0 0,1-1 0 0 0,-1 1-1 0 0,-1 0 1 0 0,1-1 0 0 0,-1 1 0 0 0,-1 0 0 0 0,1-1 0 0 0,-2 1 0 0 0,1 0 0 0 0,-1-1 0 0 0,0 1 0 0 0,0-1 0 0 0,-1 0-1 0 0,0 0 1 0 0,0 0 0 0 0,0 0 0 0 0,-1 0 0 0 0,-1-1 0 0 0,1 0 0 0 0,-1 0 0 0 0,-6 7 0 0 0,3-5-26 0 0,0-1 0 0 0,0 0-1 0 0,-1 0 1 0 0,1-1 0 0 0,-2 0 0 0 0,1 0 0 0 0,0-1 0 0 0,-1 0 0 0 0,0-1 0 0 0,-1 0 0 0 0,1-1 0 0 0,0 0 0 0 0,-1-1-1 0 0,-21 3 1 0 0,0-2-46 0 0,26-3-18 0 0,-1 0-10 0 0,-20-4-1967 0 0,21 3 889 0 0,0 0 0 0 0,1 0 0 0 0,-1-1 0 0 0,1 1 0 0 0,-1-1-1 0 0,1-1 1 0 0,0 1 0 0 0,0-1 0 0 0,-7-5 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2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4 548 0 0,'-13'-4'12172'0'0,"12"6"-11947"0"0,-1 0 1 0 0,1 1 0 0 0,-1-1-1 0 0,1 0 1 0 0,0 0-1 0 0,0 1 1 0 0,0-1 0 0 0,0 0-1 0 0,0 1 1 0 0,1-1-1 0 0,-1 1 1 0 0,1 0-1 0 0,0-1 1 0 0,-1 1 0 0 0,1-1-1 0 0,1 5 1 0 0,3 56 1069 0 0,-3-43-1012 0 0,4 60 106 0 0,10 108 423 0 0,-9-149-2071 0 0,13 45 0 0 0,-4-43-2134 0 0,1-17-2555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7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1 660 0 0,'0'0'11706'0'0,"-16"14"-9599"0"0,11-8-3684 0 0,1 20-6037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00:28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97 1264 0 0,'-21'18'15517'0'0,"20"-16"-14936"0"0,-2 2 0 0 0,3 4-870 0 0,1-6 322 0 0,0-2-27 0 0,1 0 0 0 0,-1-1-1 0 0,1 1 1 0 0,-1 0 0 0 0,1 0 0 0 0,-1 0 0 0 0,1 0-1 0 0,-1 0 1 0 0,1 0 0 0 0,1 1 0 0 0,32-3 46 0 0,0-1 0 0 0,65-15 0 0 0,-68 12-37 0 0,113-22-477 0 0,39-7-2702 0 0,-64 7-3461 0 0,-78 18 1358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0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14 187 252 0 0,'-6'-31'5678'0'0,"4"22"-4541"0"0,0 0 0 0 0,1 1 0 0 0,-1-1 0 0 0,2 0 0 0 0,0-11 0 0 0,0 17-991 0 0,1-1 1 0 0,-1 0 0 0 0,1 1 0 0 0,0-1-1 0 0,1 1 1 0 0,-1 0 0 0 0,0-1-1 0 0,1 1 1 0 0,0 0 0 0 0,0 0 0 0 0,0 0-1 0 0,0 0 1 0 0,0 0 0 0 0,1 1 0 0 0,-1-1-1 0 0,6-4 1 0 0,-3 3-56 0 0,0 1 0 0 0,1-1 1 0 0,-1 1-1 0 0,1 0 0 0 0,-1 0 0 0 0,1 0 0 0 0,0 1 0 0 0,0 0 1 0 0,0 0-1 0 0,0 1 0 0 0,0-1 0 0 0,1 1 0 0 0,-1 1 0 0 0,10-1 1 0 0,-11 1-69 0 0,-1 1 1 0 0,0-1 0 0 0,0 1 0 0 0,0 0 0 0 0,0 0-1 0 0,0 0 1 0 0,0 1 0 0 0,0-1 0 0 0,-1 1-1 0 0,1 0 1 0 0,0 0 0 0 0,-1 0 0 0 0,0 1 0 0 0,1-1-1 0 0,-1 1 1 0 0,0 0 0 0 0,0 0 0 0 0,0 0-1 0 0,-1 0 1 0 0,1 0 0 0 0,-1 1 0 0 0,0-1-1 0 0,3 5 1 0 0,-1 1 63 0 0,0 1 0 0 0,-1-1 0 0 0,0 1 0 0 0,0-1 0 0 0,-1 1-1 0 0,0 0 1 0 0,-1 0 0 0 0,0 0 0 0 0,-1 12 0 0 0,-1-6 62 0 0,0 0 0 0 0,-2 0 1 0 0,0-1-1 0 0,0 1 0 0 0,-7 16 0 0 0,-9 12 271 0 0,-1-1-1 0 0,-46 73 0 0 0,63-110-400 0 0,-16 21 96 0 0,14-20-85 0 0,0 0 0 0 0,0 1 0 0 0,1-1 0 0 0,0 1 0 0 0,-6 15 0 0 0,10-22-29 0 0,0-1 1 0 0,-1 1 0 0 0,1-1-1 0 0,0 1 1 0 0,0-1-1 0 0,0 0 1 0 0,0 1-1 0 0,0-1 1 0 0,0 1 0 0 0,0-1-1 0 0,0 1 1 0 0,0-1-1 0 0,0 1 1 0 0,0-1-1 0 0,0 0 1 0 0,0 1 0 0 0,0-1-1 0 0,0 1 1 0 0,1-1-1 0 0,-1 1 1 0 0,0-1-1 0 0,0 0 1 0 0,0 1-1 0 0,1-1 1 0 0,-1 1 0 0 0,0-1-1 0 0,1 0 1 0 0,-1 1-1 0 0,0-1 1 0 0,1 0-1 0 0,-1 0 1 0 0,0 1 0 0 0,1-1-1 0 0,-1 0 1 0 0,1 0-1 0 0,-1 1 1 0 0,0-1-1 0 0,1 0 1 0 0,-1 0 0 0 0,1 0-1 0 0,-1 0 1 0 0,1 0-1 0 0,-1 1 1 0 0,0-1-1 0 0,1 0 1 0 0,-1 0-1 0 0,1 0 1 0 0,-1 0 0 0 0,1-1-1 0 0,-1 1 1 0 0,1 0-1 0 0,-1 0 1 0 0,0 0-1 0 0,1 0 1 0 0,0-1 0 0 0,30-9 4 0 0,-27 8 3 0 0,41-19-187 0 0,0-3 1 0 0,62-44 0 0 0,-68 43-366 0 0,128-92-3698 0 0,-62 33-3165 0 0,-68 50 1909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1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32 114 1176 0 0,'-30'-23'10516'0'0,"30"21"-10383"0"0,0 1-1 0 0,-1 0 1 0 0,1-1-1 0 0,0 1 1 0 0,0 0-1 0 0,0-1 1 0 0,0 1-1 0 0,0-1 1 0 0,0 1-1 0 0,0 0 0 0 0,0-1 1 0 0,0 1-1 0 0,1 0 1 0 0,-1-1-1 0 0,1 1 1 0 0,-1 0-1 0 0,1-2 1 0 0,3-2-35 0 0,0 0 0 0 0,1 0 0 0 0,-1 0 0 0 0,1 0 0 0 0,0 1 0 0 0,0 0 0 0 0,1 0 0 0 0,-1 0 0 0 0,1 1 0 0 0,0-1 0 0 0,0 2 0 0 0,0-1-1 0 0,11-3 1 0 0,-13 5-85 0 0,-1 0 0 0 0,1 0 0 0 0,-1 0 0 0 0,1 1 0 0 0,-1-1 0 0 0,1 1 0 0 0,0 0 0 0 0,-1 0 0 0 0,1 0 0 0 0,-1 0 0 0 0,1 1 0 0 0,0 0 0 0 0,-1 0 0 0 0,1 0 0 0 0,-1 0 0 0 0,0 0 0 0 0,1 0 0 0 0,-1 1 0 0 0,0 0 0 0 0,0 0 0 0 0,0 0 0 0 0,0 0 0 0 0,0 0 0 0 0,0 0 0 0 0,-1 1 0 0 0,1-1-1 0 0,3 6 1 0 0,-4-5 3 0 0,0 0-1 0 0,0 0 0 0 0,-1 1 1 0 0,1-1-1 0 0,-1 0 0 0 0,0 1 0 0 0,0-1 1 0 0,0 0-1 0 0,0 1 0 0 0,0 0 0 0 0,-1-1 1 0 0,0 1-1 0 0,0 3 0 0 0,-1 6 22 0 0,-1-1 1 0 0,-5 21-1 0 0,-3 19 81 0 0,9-51-115 0 0,1 1-1 0 0,0-1 1 0 0,0 0 0 0 0,0 1-1 0 0,0-1 1 0 0,0 1 0 0 0,0-1-1 0 0,0 0 1 0 0,0 1 0 0 0,0-1-1 0 0,0 0 1 0 0,1 1 0 0 0,-1-1-1 0 0,1 2 1 0 0,0-2-1 0 0,0 0 0 0 0,0 0 0 0 0,1-1 1 0 0,-1 1-1 0 0,0 0 0 0 0,0 0 0 0 0,0-1 0 0 0,1 1 0 0 0,-1 0 0 0 0,0-1 0 0 0,1 0 0 0 0,-1 1 1 0 0,1-1-1 0 0,1 1 0 0 0,27 5 80 0 0,-4-1-122 0 0,1 1 1 0 0,37 15-1 0 0,-58-19 112 0 0,0 0 0 0 0,0 1 0 0 0,0 0 0 0 0,-1 1 0 0 0,1-1 0 0 0,-1 1 0 0 0,1 0 0 0 0,-1 0-1 0 0,-1 1 1 0 0,1 0 0 0 0,0-1 0 0 0,-1 2 0 0 0,0-1 0 0 0,-1 0 0 0 0,6 10 0 0 0,-7-9 24 0 0,0 0 0 0 0,-1 1 0 0 0,1-1 0 0 0,-2 0 0 0 0,1 0 0 0 0,-1 0 0 0 0,1 1 0 0 0,-2-1 0 0 0,1 0 0 0 0,-1 0 1 0 0,0 1-1 0 0,0-1 0 0 0,-1 0 0 0 0,0 0 0 0 0,0 0 0 0 0,-3 7 0 0 0,-2 1 12 0 0,1-1 1 0 0,-2 0-1 0 0,0 0 1 0 0,0 0-1 0 0,-17 17 0 0 0,18-22-50 0 0,-2 1 1 0 0,1-2-1 0 0,-1 1 0 0 0,-1-1 0 0 0,1 0 0 0 0,-20 9 0 0 0,23-13-140 0 0,-1 0 1 0 0,0 0-1 0 0,0-1 1 0 0,0 0-1 0 0,0 0 1 0 0,0-1-1 0 0,-1 0 1 0 0,1 0-1 0 0,0-1 1 0 0,-1 0 0 0 0,-11-1-1 0 0,18 1-43 0 0,-1 0 1 0 0,1 0-1 0 0,-1-1 1 0 0,1 1-1 0 0,-1-1 0 0 0,1 1 1 0 0,-1-1-1 0 0,1 1 0 0 0,-1-1 1 0 0,1 0-1 0 0,0 1 0 0 0,0-1 1 0 0,-1 0-1 0 0,1 0 0 0 0,0 0 1 0 0,0 0-1 0 0,0 0 1 0 0,0 0-1 0 0,0-1 0 0 0,0 1 1 0 0,0 0-1 0 0,0 0 0 0 0,1-1 1 0 0,-1 1-1 0 0,0-1 0 0 0,1 1 1 0 0,-1 0-1 0 0,1-1 1 0 0,0 1-1 0 0,-1-4 0 0 0,1 0-968 0 0,0-1-1 0 0,0 0 1 0 0,0 1 0 0 0,1-1-1 0 0,0 1 1 0 0,3-11-1 0 0,2-4-4137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1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0 832 0 0,'-5'22'7586'0'0,"3"9"478"0"0,18-52-5018 0 0,-25 27-2787 0 0,1 0-744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693 15 2028 0 0,'-4'-1'1788'0'0,"-11"-3"-621"0"0,-1 1 0 0 0,0 0 0 0 0,0 1 0 0 0,0 1 0 0 0,0 1 0 0 0,-28 2 0 0 0,1 2 7 0 0,-57 15 0 0 0,69-12-874 0 0,1 1 0 0 0,0 2 0 0 0,0 1 0 0 0,-54 28 0 0 0,70-30-266 0 0,0 0 0 0 0,0 0 0 0 0,1 2 0 0 0,1-1 0 0 0,0 2-1 0 0,0-1 1 0 0,1 2 0 0 0,1 0 0 0 0,0 0 0 0 0,1 0 0 0 0,-10 20 0 0 0,9-12-6 0 0,2 1-1 0 0,0-1 1 0 0,2 2-1 0 0,0-1 1 0 0,1 1-1 0 0,2 0 1 0 0,0 0-1 0 0,1 0 1 0 0,2 0 0 0 0,2 28-1 0 0,2-4 2 0 0,3 0-1 0 0,2 0 1 0 0,1-1 0 0 0,18 46-1 0 0,-14-53-1 0 0,1 0-1 0 0,2-1 0 0 0,2-1 1 0 0,43 64-1 0 0,-52-86-9 0 0,1-1 1 0 0,1 0 0 0 0,0-1-1 0 0,1 0 1 0 0,0-1-1 0 0,1 0 1 0 0,0-1-1 0 0,1-1 1 0 0,0 0-1 0 0,1-1 1 0 0,0 0-1 0 0,0-2 1 0 0,30 10 0 0 0,-32-14 19 0 0,0-1 0 0 0,0 0 0 0 0,1-1 0 0 0,-1-1 0 0 0,0 0 0 0 0,1-1 0 0 0,-1-1 0 0 0,0 0 0 0 0,0-1 0 0 0,0 0 0 0 0,0-1 0 0 0,-1-1 0 0 0,1 0 0 0 0,-1-1 0 0 0,0 0 0 0 0,15-10 0 0 0,-3 0 80 0 0,-1-2-1 0 0,0 0 1 0 0,-2-1 0 0 0,0-1 0 0 0,-1-1 0 0 0,35-46-1 0 0,-26 26-55 0 0,-3-2 0 0 0,-2 0 0 0 0,-1-2 0 0 0,-2 0 0 0 0,-3-2 0 0 0,-1 0 0 0 0,-2-1-1 0 0,-3-1 1 0 0,-2 0 0 0 0,-2 0 0 0 0,-2-1 0 0 0,1-59 0 0 0,-8 91-28 0 0,-1 1 0 0 0,-1 0-1 0 0,0-1 1 0 0,-2 1 0 0 0,0 0 0 0 0,0 1 0 0 0,-2-1 0 0 0,0 1 0 0 0,-1 0 0 0 0,-16-28 0 0 0,17 34-27 0 0,-1 1 1 0 0,0 0 0 0 0,0 0 0 0 0,-1 1-1 0 0,0 0 1 0 0,-1 0 0 0 0,1 1 0 0 0,-1 0-1 0 0,-1 0 1 0 0,1 1 0 0 0,-1 0 0 0 0,0 1-1 0 0,-1 0 1 0 0,1 1 0 0 0,-1 0 0 0 0,0 1-1 0 0,-16-3 1 0 0,1 3-18 0 0,0 1-1 0 0,0 1 1 0 0,0 1 0 0 0,0 2-1 0 0,0 1 1 0 0,0 0 0 0 0,0 2-1 0 0,1 1 1 0 0,0 1 0 0 0,-44 19-1 0 0,30-8-361 0 0,0 1-1 0 0,1 2 1 0 0,2 2 0 0 0,0 1-1 0 0,-57 51 1 0 0,65-48-664 0 0,1 1 0 0 0,-25 34 1 0 0,-8 25-4895 0 0,34-37-44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2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1 552 0 0,'11'7'1360'0'0,"-3"-1"-1072"0"0,-1 0-980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4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41 196 0 0,'0'0'1205'0'0,"-4"-10"2527"0"0,3 9-3408 0 0,1-1 0 0 0,-1 1 0 0 0,0-1 1 0 0,0 1-1 0 0,0-1 0 0 0,0 1 0 0 0,0 0 0 0 0,0-1 0 0 0,0 1 0 0 0,0 0 0 0 0,0 0 0 0 0,-1 0 0 0 0,1 0 0 0 0,-1 0 1 0 0,1 0-1 0 0,0 0 0 0 0,-1 0 0 0 0,1 1 0 0 0,-3-2 0 0 0,2 2 183 0 0,2 0-507 0 0,0-1 0 0 0,0 1 0 0 0,0 0 0 0 0,0 0 0 0 0,0-1 0 0 0,0 1 0 0 0,0 0 0 0 0,0 0 0 0 0,0-1 0 0 0,0 1 0 0 0,0 0 0 0 0,0 0 1 0 0,0-1-1 0 0,0 1 0 0 0,-1 0 0 0 0,1 0 0 0 0,0 0 0 0 0,0-1 0 0 0,0 1 0 0 0,0 0 0 0 0,-1 0 0 0 0,1 0 0 0 0,0-1 0 0 0,0 1 0 0 0,0 0 0 0 0,-1 0 0 0 0,1 0 0 0 0,0 0 0 0 0,0 0 1 0 0,0 0-1 0 0,-1-1 0 0 0,1 1 0 0 0,0 0 0 0 0,0 0 0 0 0,-1 0 0 0 0,1 0 0 0 0,0 0 0 0 0,0 0 0 0 0,-1 0 0 0 0,1 0 0 0 0,0 0 0 0 0,0 0 0 0 0,-1 0 0 0 0,1 0 0 0 0,0 0 0 0 0,0 0 0 0 0,-1 1 1 0 0,1-1-1 0 0,0 0 0 0 0,0 0 0 0 0,-1 0 0 0 0,1 0 0 0 0,0 0 0 0 0,0 0 0 0 0,0 1 0 0 0,-1-1 0 0 0,1 0 0 0 0,0 0 0 0 0,0 1 0 0 0,0-1 0 0 0,-2 1 7 0 0,-20 13-17 0 0,-5 12-15 0 0,26-25 16 0 0,1-1 12 0 0,0 0-1 0 0,-1 1 0 0 0,1-1 0 0 0,-1 1 0 0 0,1-1 0 0 0,0 1 0 0 0,0-1 0 0 0,-1 0 0 0 0,1 1 0 0 0,0-1 0 0 0,0 1 0 0 0,0-1 0 0 0,-1 1 0 0 0,1-1 1 0 0,0 1-1 0 0,0-1 0 0 0,0 1 0 0 0,0-1 0 0 0,0 1 0 0 0,0 0 0 0 0,0-1 0 0 0,0 1 0 0 0,0-1 0 0 0,0 1 0 0 0,0-1 0 0 0,0 1 0 0 0,1-1 1 0 0,-1 1-1 0 0,0-1 0 0 0,0 1 0 0 0,1-1 0 0 0,-1 0 0 0 0,0 1 0 0 0,0-1 0 0 0,1 1 0 0 0,2 0 7 0 0,1-1 0 0 0,-1 0 0 0 0,0 0 0 0 0,0-1 0 0 0,0 1 0 0 0,0 0 0 0 0,1-1 1 0 0,-1 0-1 0 0,0 0 0 0 0,0 0 0 0 0,0 0 0 0 0,0 0 0 0 0,0-1 0 0 0,-1 1 0 0 0,1-1 0 0 0,0 0 0 0 0,-1 0 0 0 0,3-2 0 0 0,-3 3-23 0 0,-2 0 30 0 0,1 1 0 0 0,-1-1-1 0 0,1 1 1 0 0,-1-1 0 0 0,1 1 0 0 0,-1-1-1 0 0,1 1 1 0 0,-1-1 0 0 0,1 1-1 0 0,-1-1 1 0 0,0 1 0 0 0,1-1 0 0 0,-1 0-1 0 0,0 1 1 0 0,0-1 0 0 0,0 0-1 0 0,1 1 1 0 0,-1-1 0 0 0,0 0 0 0 0,0 1-1 0 0,0-1 1 0 0,0 0 0 0 0,0 1-1 0 0,0-1 1 0 0,0 0 0 0 0,0 1 0 0 0,0-1-1 0 0,0 0 1 0 0,-1 1 0 0 0,1-1-1 0 0,0 0 1 0 0,-1-1 0 0 0,0 1 23 0 0,-15-2-22 0 0,7 5-56 0 0,-6 3-431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5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571 247 1572 0 0,'-10'-6'1209'0'0,"0"1"0"0"0,-1 0 0 0 0,1 1 0 0 0,-17-4 1 0 0,12 4-343 0 0,0 1 1 0 0,-30-1 0 0 0,27 3-669 0 0,0 2-1 0 0,0 0 0 0 0,1 1 1 0 0,-1 1-1 0 0,1 0 0 0 0,-27 9 1 0 0,33-7-179 0 0,0 0 0 0 0,0 1 0 0 0,1 0 0 0 0,0 1 1 0 0,0 0-1 0 0,1 0 0 0 0,-1 1 0 0 0,2 0 0 0 0,-1 1 0 0 0,1 0 1 0 0,0 0-1 0 0,1 0 0 0 0,0 1 0 0 0,1 1 0 0 0,-7 11 0 0 0,-6 20 33 0 0,1 0-1 0 0,-19 72 0 0 0,31-95-29 0 0,-7 27 75 0 0,2 0 0 0 0,1 1 0 0 0,3 1 0 0 0,-1 50 0 0 0,8-70-44 0 0,0 0 0 0 0,2 0 0 0 0,1 0 0 0 0,1 0 1 0 0,1-1-1 0 0,2 0 0 0 0,0 0 0 0 0,16 35 0 0 0,-18-51-11 0 0,1 0 1 0 0,0-1-1 0 0,0 1 0 0 0,1-1 1 0 0,1 0-1 0 0,0-1 0 0 0,0 0 0 0 0,1 0 1 0 0,0-1-1 0 0,0 0 0 0 0,1 0 0 0 0,0-1 1 0 0,0 0-1 0 0,1-1 0 0 0,-1 0 0 0 0,2-1 1 0 0,-1 0-1 0 0,0-1 0 0 0,1 0 0 0 0,0-1 1 0 0,0 0-1 0 0,0-1 0 0 0,0 0 1 0 0,0-1-1 0 0,1-1 0 0 0,21-1 0 0 0,0-3 47 0 0,-1-1-1 0 0,1-1 1 0 0,-2-2-1 0 0,1-2 1 0 0,-1 0-1 0 0,0-3 1 0 0,49-26-1 0 0,-40 16 79 0 0,-2-2 0 0 0,-1-1 0 0 0,0-2-1 0 0,-3-2 1 0 0,34-35 0 0 0,-41 34-81 0 0,-1-1-1 0 0,-2-2 1 0 0,-1 0-1 0 0,-2-1 1 0 0,-2-2 0 0 0,17-39-1 0 0,-16 26 91 0 0,-2-1-1 0 0,-3-1 0 0 0,-2-1 1 0 0,8-62-1 0 0,-19 97-113 0 0,-2-1 0 0 0,0 1 1 0 0,-1-1-1 0 0,-1 1 0 0 0,0-1 0 0 0,-1 1 0 0 0,-2-1 0 0 0,0 1 0 0 0,-8-24 0 0 0,7 29-50 0 0,0 1 0 0 0,-1 0 0 0 0,0 1 0 0 0,-1 0 0 0 0,0 0 0 0 0,-1 0 0 0 0,0 1 0 0 0,-1 0 0 0 0,0 0 0 0 0,0 1 0 0 0,-1 0 0 0 0,0 1 0 0 0,-22-14 0 0 0,13 12-6 0 0,-1 1-1 0 0,0 1 1 0 0,0 1-1 0 0,-1 0 1 0 0,0 2-1 0 0,0 0 1 0 0,0 1-1 0 0,0 1 1 0 0,-1 2-1 0 0,1 0 1 0 0,-1 1 0 0 0,0 1-1 0 0,-22 4 1 0 0,-3 3-122 0 0,1 1 0 0 0,0 3 0 0 0,0 2 1 0 0,-81 37-1 0 0,84-30-486 0 0,2 1 0 0 0,0 2-1 0 0,-47 36 1 0 0,61-38-1750 0 0,0 1-1 0 0,-40 47 0 0 0,29-26-3583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2:35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4372 0 0,'95'23'12881'0'0,"-49"-11"-12620"0"0,-35-6-2492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00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61 892 0 0,'16'-25'7917'0'0,"-16"24"-7690"0"0,0 0-1 0 0,1 0 1 0 0,-1 0-1 0 0,0 0 1 0 0,1 0-1 0 0,-1-1 1 0 0,0 1-1 0 0,0 0 1 0 0,0 0-1 0 0,0 0 1 0 0,0-1-1 0 0,0 1 1 0 0,0 0-1 0 0,-1 0 1 0 0,1 0-1 0 0,0 0 1 0 0,-1-1-1 0 0,1 1 1 0 0,-1 0-1 0 0,1 0 0 0 0,-2-2 1 0 0,1 2 161 0 0,1 1-350 0 0,-1-1 1 0 0,1 0-1 0 0,-1 1 0 0 0,1-1 1 0 0,-1 1-1 0 0,0-1 1 0 0,1 1-1 0 0,-1-1 0 0 0,0 1 1 0 0,1-1-1 0 0,-1 1 1 0 0,0 0-1 0 0,0 0 0 0 0,1-1 1 0 0,-1 1-1 0 0,0 0 0 0 0,0 0 1 0 0,0 0-1 0 0,1 0 1 0 0,-1 0-1 0 0,0 0 0 0 0,0 0 1 0 0,0 0-1 0 0,0 0 0 0 0,1 0 1 0 0,-1 0-1 0 0,0 0 1 0 0,0 0-1 0 0,1 1 0 0 0,-2 0 1 0 0,-25 4 436 0 0,16 0-343 0 0,0 1 1 0 0,0 0-1 0 0,0 0 0 0 0,1 1 1 0 0,0 1-1 0 0,1 0 0 0 0,-1 0 1 0 0,1 0-1 0 0,1 2 1 0 0,-13 16-1 0 0,5-5 29 0 0,1 0 1 0 0,1 1 0 0 0,-20 42-1 0 0,29-53-125 0 0,0 1-1 0 0,1 0 1 0 0,0 1-1 0 0,1-1 1 0 0,1 1 0 0 0,-1-1-1 0 0,2 1 1 0 0,0 0-1 0 0,1 21 1 0 0,1-29-19 0 0,-1-1 0 0 0,1 0 0 0 0,0 0 0 0 0,0 0 0 0 0,0 0 0 0 0,0 0 1 0 0,1 0-1 0 0,0 0 0 0 0,-1 0 0 0 0,1 0 0 0 0,1-1 0 0 0,-1 1 0 0 0,1-1 0 0 0,-1 1 0 0 0,1-1 0 0 0,0 0 0 0 0,5 4 0 0 0,-3-3 0 0 0,0-1 0 0 0,1-1 0 0 0,-1 1 0 0 0,0-1 0 0 0,1 0-1 0 0,0 0 1 0 0,-1 0 0 0 0,1-1 0 0 0,0 0 0 0 0,0 0 0 0 0,8 0 0 0 0,7-1 9 0 0,0-1 0 0 0,0-2 1 0 0,0 0-1 0 0,0 0 0 0 0,41-15 0 0 0,-29 7-369 0 0,34-16-1 0 0,-19 0-2434 0 0,-38 20 328 0 0,-1 0 0 0 0,14-13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0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 52 0 0,'-23'-8'16942'0'0,"22"8"-16908"0"0,1 0 1 0 0,-1 0 0 0 0,0 0 0 0 0,1 0 0 0 0,-1 1-1 0 0,1-1 1 0 0,-1 0 0 0 0,0 0 0 0 0,1 1 0 0 0,-1-1 0 0 0,1 0-1 0 0,-1 1 1 0 0,1-1 0 0 0,-1 1 0 0 0,1-1 0 0 0,0 1-1 0 0,-1-1 1 0 0,1 0 0 0 0,-1 1 0 0 0,1 0 0 0 0,0-1 0 0 0,-1 1-1 0 0,1-1 1 0 0,-1 2 0 0 0,0 20 352 0 0,11 28-142 0 0,-8-42-151 0 0,30 166 436 0 0,-15-69-2807 0 0,-11-77-279 0 0,-1-11-3424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01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22 145 2284 0 0,'-6'-19'2667'0'0,"3"12"-1622"0"0,0-1-1 0 0,0 1 1 0 0,1-1-1 0 0,0 0 1 0 0,1 0-1 0 0,-1-11 1 0 0,2 17-956 0 0,0 0-1 0 0,1 0 1 0 0,-1 0 0 0 0,1-1-1 0 0,-1 1 1 0 0,1 0 0 0 0,0 0-1 0 0,0 0 1 0 0,0 0 0 0 0,0 0 0 0 0,0 0-1 0 0,0 1 1 0 0,0-1 0 0 0,1 0-1 0 0,-1 1 1 0 0,1-1 0 0 0,-1 0 0 0 0,1 1-1 0 0,-1 0 1 0 0,1-1 0 0 0,0 1-1 0 0,0 0 1 0 0,0 0 0 0 0,0 0 0 0 0,0 0-1 0 0,0 0 1 0 0,0 0 0 0 0,3 0-1 0 0,8-3 90 0 0,1 1 0 0 0,-1 1 0 0 0,1 0-1 0 0,0 0 1 0 0,0 2 0 0 0,0-1 0 0 0,0 2-1 0 0,-1 0 1 0 0,1 1 0 0 0,0 0 0 0 0,0 1-1 0 0,-1 0 1 0 0,20 8 0 0 0,-12-2-38 0 0,1 0 0 0 0,-2 1 0 0 0,0 1-1 0 0,0 1 1 0 0,-1 1 0 0 0,0 0 0 0 0,23 23 0 0 0,-32-27-81 0 0,0 2 0 0 0,-1-1 0 0 0,0 1 0 0 0,-1 0 0 0 0,0 1 0 0 0,-1 0 0 0 0,0 0 0 0 0,-1 1 0 0 0,-1-1 0 0 0,7 22 0 0 0,-9-22-25 0 0,-1 0 1 0 0,0 0-1 0 0,-1 1 1 0 0,0-1-1 0 0,-1 0 1 0 0,0 1-1 0 0,-1-1 1 0 0,0 0-1 0 0,-1 1 1 0 0,-1-1-1 0 0,0 0 1 0 0,-5 12-1 0 0,-1-1 4 0 0,-1 1 0 0 0,-1-2 0 0 0,0 0 0 0 0,-2 0 0 0 0,-1-1 0 0 0,-1-1 0 0 0,0 0 0 0 0,-2-1 0 0 0,0-1 0 0 0,-21 17 0 0 0,16-17-656 0 0,-1 0-1 0 0,-1-2 1 0 0,-31 16 0 0 0,26-18-2293 0 0,0-1 0 0 0,-54 16-1 0 0,40-18-3435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2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1272 0 0,'0'0'9146'0'0,"7"10"-8286"0"0,0-9-780 0 0,-1 1 1 0 0,1 1 0 0 0,-1-1 0 0 0,0 1-1 0 0,0 0 1 0 0,0 1 0 0 0,0-1 0 0 0,-1 1-1 0 0,1 0 1 0 0,-1 1 0 0 0,0-1-1 0 0,9 11 1 0 0,-8-7-15 0 0,-1 0 0 0 0,0 0 0 0 0,0 0 0 0 0,-1 0 0 0 0,0 1 0 0 0,-1 0 0 0 0,1 0 0 0 0,2 15 0 0 0,-3-9-24 0 0,-1 1 1 0 0,0-1 0 0 0,-2 0-1 0 0,1 1 1 0 0,-2-1-1 0 0,0 1 1 0 0,-1-1 0 0 0,-1 1-1 0 0,0-1 1 0 0,-1 0-1 0 0,-7 20 1 0 0,-7 3 214 0 0,-42 64-1 0 0,48-83-126 0 0,11-17-101 0 0,0-1-27 0 0,1-1 0 0 0,-1 0 0 0 0,1 0 0 0 0,-1 1 0 0 0,1-1 0 0 0,0 0 0 0 0,-1 0 0 0 0,1 0 1 0 0,-1 0-1 0 0,1 0 0 0 0,-1 0 0 0 0,1 1 0 0 0,-1-1 0 0 0,1 0 0 0 0,-1 0 0 0 0,1 0 0 0 0,-1-1 0 0 0,1 1 0 0 0,-2 0 0 0 0,3-4-9 0 0,-1-1-1 0 0,1 1 1 0 0,0-1 0 0 0,1 1-1 0 0,-1 0 1 0 0,1-1-1 0 0,0 1 1 0 0,4-8-1 0 0,25-34-46 0 0,-21 31 52 0 0,188-240-102 0 0,-133 176 161 0 0,-61 74-47 0 0,1 0-1 0 0,-1 0 1 0 0,0-1-1 0 0,-1 1 1 0 0,1-1-1 0 0,-1 0 1 0 0,0 0-1 0 0,0-1 0 0 0,1-7 1 0 0,-3 12 55 0 0,-5 3-29 0 0,-3 1-3 0 0,1 0-1 0 0,0 1 1 0 0,0-1-1 0 0,1 1 1 0 0,-1 0-1 0 0,0 1 1 0 0,1 0-1 0 0,0-1 1 0 0,0 2-1 0 0,0-1 1 0 0,0 1-1 0 0,1-1 1 0 0,-6 9-1 0 0,-11 14 267 0 0,-21 35-1 0 0,26-37-101 0 0,-24 53-1 0 0,37-71-171 0 0,0 1-1 0 0,0-1 1 0 0,1 0-1 0 0,0 1 1 0 0,0 0 0 0 0,1-1-1 0 0,0 1 1 0 0,1 0 0 0 0,-1 0-1 0 0,2 0 1 0 0,-1-1-1 0 0,3 16 1 0 0,0-17-23 0 0,-1 0 0 0 0,1 0-1 0 0,0-1 1 0 0,0 1 0 0 0,0-1 0 0 0,1 1-1 0 0,0-1 1 0 0,0 0 0 0 0,1-1-1 0 0,-1 1 1 0 0,1-1 0 0 0,0 0 0 0 0,0 0-1 0 0,0 0 1 0 0,1-1 0 0 0,-1 0 0 0 0,1 0-1 0 0,0 0 1 0 0,0-1 0 0 0,7 3-1 0 0,13 3-1049 0 0,0-2-1 0 0,1 0 0 0 0,36 2 0 0 0,-17-6-3900 0 0,-25-3 525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2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19 1812 0 0,'13'-19'16102'0'0,"-12"27"-12901"0"0,-10 32-3502 0 0,4-19 990 0 0,-7 45-532 0 0,-9 59-47 0 0,19-105-1460 0 0,1 0 1 0 0,1 1 0 0 0,1-1 0 0 0,3 24-1 0 0,-3-41 499 0 0,1 7-387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72 1036 0 0,'-1'-12'3381'0'0,"0"6"-1700"0"0,0 0-1 0 0,0 0 0 0 0,0 0 0 0 0,-1 0 0 0 0,0 0 0 0 0,-6-11 1019 0 0,3 10-1394 0 0,11 18-919 0 0,7 2-324 0 0,0 0 0 0 0,2-1 0 0 0,0-1-1 0 0,0 0 1 0 0,26 14 0 0 0,91 39 32 0 0,-123-60-89 0 0,41 18 7 0 0,-18-10 10 0 0,47 28 0 0 0,-78-39-17 0 0,0 0 1 0 0,1-1-1 0 0,-1 1 1 0 0,0 0-1 0 0,0 0 1 0 0,0 0 0 0 0,0 1-1 0 0,0-1 1 0 0,0 0-1 0 0,0 0 1 0 0,0 1-1 0 0,0-1 1 0 0,-1 0-1 0 0,1 1 1 0 0,0-1-1 0 0,-1 0 1 0 0,1 1-1 0 0,-1-1 1 0 0,0 1-1 0 0,1 2 1 0 0,-1-1 1 0 0,0 0 0 0 0,0 0 0 0 0,-1 0 0 0 0,1 0 0 0 0,-1 0 0 0 0,0 0-1 0 0,0 0 1 0 0,0 0 0 0 0,-3 5 0 0 0,-2 3 6 0 0,-1 0-1 0 0,0-1 0 0 0,-15 17 0 0 0,22-27-12 0 0,-30 31 34 0 0,-2-3 0 0 0,0 0 0 0 0,-2-2-1 0 0,-40 23 1 0 0,-22 17-2226 0 0,80-48-796 0 0,15-16 2458 0 0,1-2 265 0 0,0 1 0 0 0,-1 0 0 0 0,1-1 0 0 0,-1 1 0 0 0,1 0 0 0 0,0 0 1 0 0,0-1-1 0 0,-1 1 0 0 0,1 0 0 0 0,0 0 0 0 0,0-1 0 0 0,0 1 0 0 0,0 0 0 0 0,0 0 0 0 0,0-1 0 0 0,0 1 0 0 0,0 0 1 0 0,0 0-1 0 0,0 0 0 0 0,1-1 0 0 0,-1 1 0 0 0,0 0 0 0 0,0 0 0 0 0,1-1 0 0 0,0 2 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3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7 2452 0 0,'3'0'2099'0'0,"25"-6"6473"0"0,-27 6-8450 0 0,-1 0 0 0 0,1 0 0 0 0,-1 0 0 0 0,1 1 0 0 0,-1-1 0 0 0,1 0 0 0 0,-1 1 0 0 0,1-1 0 0 0,-1 0 0 0 0,1 1 0 0 0,-1-1 0 0 0,1 1 1 0 0,-1-1-1 0 0,0 1 0 0 0,1-1 0 0 0,-1 1 0 0 0,0-1 0 0 0,1 1 0 0 0,-1 0 0 0 0,-14 18 1045 0 0,-2-1-1 0 0,-29 26 0 0 0,17-17-821 0 0,-6 7-238 0 0,-48 50 512 0 0,70-71-1114 0 0,1 1 0 0 0,1 0 0 0 0,0 0-1 0 0,-11 24 1 0 0,17-23-1398 0 0,4-14 1475 0 0,0 0 0 0 0,0 0 1 0 0,0 0-1 0 0,0 0 0 0 0,0 0 1 0 0,0 0-1 0 0,0 0 0 0 0,0 0 1 0 0,1 0-1 0 0,3 8-2924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4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139 225 1624 0 0,'-15'-43'5021'0'0,"12"31"-3414"0"0,-1 0 1 0 0,-1 1-1 0 0,-7-16 693 0 0,10 27-2242 0 0,1 0 1 0 0,-1 1 0 0 0,1-1-1 0 0,-1 1 1 0 0,1-1 0 0 0,0 1-1 0 0,-1 0 1 0 0,1-1 0 0 0,0 1 0 0 0,-1 0-1 0 0,1 0 1 0 0,0 0 0 0 0,0 0-1 0 0,0 0 1 0 0,0 0 0 0 0,0 0-1 0 0,0 0 1 0 0,0 0 0 0 0,0 1 0 0 0,1-1-1 0 0,-1 0 1 0 0,0 2 0 0 0,-15 36 583 0 0,11-26-459 0 0,-6 16-26 0 0,1 1-1 0 0,2 0 1 0 0,1 1-1 0 0,1 0 1 0 0,2 0-1 0 0,0 1 1 0 0,3-1-1 0 0,2 39 1 0 0,0-60-131 0 0,0-1 0 0 0,1 1-1 0 0,0-1 1 0 0,1 1 0 0 0,-1-1 0 0 0,2 0 0 0 0,0 0-1 0 0,0 0 1 0 0,0 0 0 0 0,1-1 0 0 0,10 13 0 0 0,-10-16-11 0 0,0 1-1 0 0,1-1 1 0 0,-1 0 0 0 0,1 0 0 0 0,0-1 0 0 0,1 0 0 0 0,-1 0 0 0 0,1 0-1 0 0,0-1 1 0 0,0 0 0 0 0,0 0 0 0 0,0-1 0 0 0,0 0 0 0 0,1 0-1 0 0,10 1 1 0 0,-5-2 24 0 0,-1 0 0 0 0,1-1 0 0 0,-1 0 0 0 0,1-1 0 0 0,0 0 0 0 0,-1-1 0 0 0,0 0 0 0 0,1-1 0 0 0,-1-1 0 0 0,0 0 0 0 0,0-1 0 0 0,-1 0 0 0 0,0 0 0 0 0,1-1 0 0 0,-2-1 0 0 0,1 0 0 0 0,-1 0 0 0 0,0-1 0 0 0,-1 0 0 0 0,1-1 0 0 0,-2 0 0 0 0,1-1 0 0 0,-1 1 0 0 0,-1-2 0 0 0,0 1 0 0 0,0-1 0 0 0,-1 0 0 0 0,-1 0 0 0 0,6-14 0 0 0,-4 4-24 0 0,-1-1-1 0 0,-1 0 0 0 0,-1 0 1 0 0,-1 0-1 0 0,-1-1 0 0 0,-1 1 1 0 0,-1-1-1 0 0,0 1 0 0 0,-6-31 1 0 0,4 40-18 0 0,-1-1 0 0 0,0 1 0 0 0,0-1 0 0 0,-2 1 1 0 0,1 1-1 0 0,-2-1 0 0 0,0 1 0 0 0,0-1 0 0 0,-1 2 0 0 0,0-1 1 0 0,-1 1-1 0 0,-1 0 0 0 0,0 1 0 0 0,0 0 0 0 0,-1 0 1 0 0,-17-13-1 0 0,20 19-35 0 0,0-1 0 0 0,-1 1 0 0 0,1 0-1 0 0,-1 1 1 0 0,0 0 0 0 0,0 0 0 0 0,-1 1 0 0 0,1 0 0 0 0,0 1 0 0 0,-1-1 0 0 0,1 2 0 0 0,-1-1 0 0 0,0 1 0 0 0,1 0 0 0 0,-1 1 0 0 0,-12 2 0 0 0,14-1-207 0 0,0 0 0 0 0,0 0 0 0 0,0 1 0 0 0,0 0 0 0 0,0 0 0 0 0,1 0 0 0 0,-1 1 0 0 0,1 0 0 0 0,0 0 0 0 0,0 1 0 0 0,0 0 0 0 0,1 0 0 0 0,0 0 1 0 0,0 1-1 0 0,0-1 0 0 0,0 1 0 0 0,1 1 0 0 0,0-1 0 0 0,-3 8 0 0 0,2-3-1091 0 0,0 1 0 0 0,1 0 0 0 0,0 0-1 0 0,-3 20 1 0 0,4-7-3197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46 2388 0 0,'-48'-39'11081'0'0,"46"38"-10539"0"0,2 1-504 0 0,0-1-1 0 0,-1 1 0 0 0,1 0 0 0 0,-1-1 1 0 0,1 1-1 0 0,-1-1 0 0 0,1 1 0 0 0,-1 0 0 0 0,1-1 1 0 0,-1 1-1 0 0,1 0 0 0 0,-1 0 0 0 0,1 0 1 0 0,-1-1-1 0 0,1 1 0 0 0,-1 0 0 0 0,1 0 1 0 0,-1 0-1 0 0,0 0 0 0 0,1 0 0 0 0,-1 0 1 0 0,1 0-1 0 0,-1 0 0 0 0,1 0 0 0 0,-1 0 1 0 0,0 0-1 0 0,1 0 0 0 0,-1 0 0 0 0,1 1 1 0 0,-1-1-1 0 0,1 0 0 0 0,-1 0 0 0 0,1 1 1 0 0,-1-1-1 0 0,1 0 0 0 0,-1 1 0 0 0,1-1 1 0 0,-1 0-1 0 0,1 1 0 0 0,0-1 0 0 0,-1 1 1 0 0,0 0-1 0 0,-7 13 13 0 0,1 1 0 0 0,0 1 0 0 0,1-1 0 0 0,0 1 0 0 0,1 0 0 0 0,1 0 0 0 0,-3 25 0 0 0,5-23-1623 0 0,1 1 1 0 0,0 0-1 0 0,4 32 1 0 0,0-37-1557 0 0,0-5-1061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93 892 0 0,'9'-11'1173'0'0,"1"-1"1"0"0,0 1-1 0 0,1 0 1 0 0,0 1-1 0 0,14-10 0 0 0,-21 17-996 0 0,0 1 0 0 0,0 0 0 0 0,0 0 0 0 0,1 0 0 0 0,-1 1 0 0 0,0 0 0 0 0,1-1-1 0 0,-1 1 1 0 0,1 1 0 0 0,-1-1 0 0 0,1 1 0 0 0,-1 0 0 0 0,1 0 0 0 0,-1 0 0 0 0,1 0-1 0 0,-1 1 1 0 0,1 0 0 0 0,-1 0 0 0 0,0 0 0 0 0,1 0 0 0 0,6 4 0 0 0,0 0-79 0 0,-2 1 1 0 0,1-1 0 0 0,0 2 0 0 0,-1-1-1 0 0,0 1 1 0 0,-1 1 0 0 0,0-1-1 0 0,0 2 1 0 0,0-1 0 0 0,-1 1-1 0 0,0 0 1 0 0,-1 0 0 0 0,0 1-1 0 0,-1 0 1 0 0,1 0 0 0 0,-2 0 0 0 0,0 1-1 0 0,0-1 1 0 0,-1 1 0 0 0,0 0-1 0 0,-1 0 1 0 0,0 0 0 0 0,-1 1-1 0 0,0-1 1 0 0,0 0 0 0 0,-2 1-1 0 0,1-1 1 0 0,-1 0 0 0 0,-1 0 0 0 0,0 0-1 0 0,-1 0 1 0 0,0 0 0 0 0,-1 0-1 0 0,0 0 1 0 0,0-1 0 0 0,-1 0-1 0 0,0 0 1 0 0,-8 10 0 0 0,8-12-59 0 0,0 0 0 0 0,-1-1 0 0 0,0 1 0 0 0,0-1 0 0 0,-1-1 0 0 0,1 1-1 0 0,-1-1 1 0 0,-1 0 0 0 0,1-1 0 0 0,-1 0 0 0 0,0 0 0 0 0,0 0 0 0 0,-15 5 0 0 0,17-10-13 0 0,5 0-25 0 0,0 0-1 0 0,-1 0 0 0 0,1 0 0 0 0,0 0 0 0 0,0 0 0 0 0,0-1 0 0 0,0 1 0 0 0,0 0 0 0 0,-1-1 0 0 0,1 1 1 0 0,0-1-1 0 0,0 1 0 0 0,0-1 0 0 0,0 0 0 0 0,0 1 0 0 0,0-1 0 0 0,1 0 0 0 0,-1 0 0 0 0,0 1 0 0 0,0-1 0 0 0,0 0 1 0 0,1 0-1 0 0,-1 0 0 0 0,1 0 0 0 0,-1 0 0 0 0,0 0 0 0 0,1 0 0 0 0,0 0 0 0 0,-1-1 0 0 0,1 1 0 0 0,0 0 0 0 0,-1 0 1 0 0,1 0-1 0 0,0 0 0 0 0,0-2 0 0 0,0-1-4 0 0,1 0 1 0 0,-1 0 0 0 0,1 1-1 0 0,0-1 1 0 0,0 0-1 0 0,2-6 1 0 0,-2 10 2 0 0,6-15-6 0 0,0 0 0 0 0,1 1 0 0 0,1-1 0 0 0,1 2 0 0 0,0 0 0 0 0,0 0 0 0 0,17-15 0 0 0,96-76-51 0 0,-71 63 45 0 0,103-80 96 0 0,-155 121-84 0 0,1 0 0 0 0,-1 0 0 0 0,0 0 0 0 0,1-1-1 0 0,-1 1 1 0 0,0 0 0 0 0,1 0 0 0 0,-1 0-1 0 0,0-1 1 0 0,1 1 0 0 0,-1 0 0 0 0,0 0 0 0 0,0-1-1 0 0,1 1 1 0 0,-1 0 0 0 0,0-1 0 0 0,0 1-1 0 0,1 0 1 0 0,-1-1 0 0 0,0 1 0 0 0,0 0 0 0 0,0-1-1 0 0,0 1 1 0 0,0-1 0 0 0,0 1 0 0 0,0 0-1 0 0,1-1 1 0 0,-1 1 0 0 0,0 0 0 0 0,0-1 0 0 0,0 1-1 0 0,-1-1 1 0 0,1 1 0 0 0,0 0 0 0 0,0-1-1 0 0,0 1 1 0 0,0-1 0 0 0,0 1 0 0 0,0 0 0 0 0,0-1-1 0 0,-1 1 1 0 0,1 0 0 0 0,0-1 0 0 0,0 1-1 0 0,-1 0 1 0 0,1-1 0 0 0,0 1 0 0 0,0 0 0 0 0,-1 0-1 0 0,0-1 1 0 0,-16-4-11 0 0,9 6 22 0 0,1 1 0 0 0,-1-1 1 0 0,1 1-1 0 0,-1 1 0 0 0,1 0 1 0 0,0 0-1 0 0,0 0 0 0 0,0 0 1 0 0,-11 9-1 0 0,-5 4 56 0 0,-25 24 0 0 0,31-25-34 0 0,1 1 0 0 0,1 1 1 0 0,-17 23-1 0 0,26-33-25 0 0,2 0 0 0 0,-1 0 0 0 0,1 1 0 0 0,0 0 0 0 0,0-1 0 0 0,1 2 0 0 0,0-1 0 0 0,1 0 0 0 0,0 0 0 0 0,0 1 0 0 0,-1 15 0 0 0,3-20 2 0 0,0 1-1 0 0,1-1 1 0 0,0 1 0 0 0,-1-1 0 0 0,2 0-1 0 0,-1 1 1 0 0,0-1 0 0 0,1 0 0 0 0,0 0 0 0 0,0 1-1 0 0,0-1 1 0 0,0-1 0 0 0,6 8 0 0 0,-3-5-49 0 0,0 0 1 0 0,1-1-1 0 0,0 0 1 0 0,0 0-1 0 0,0-1 1 0 0,1 1-1 0 0,10 4 1 0 0,4 0-571 0 0,0-1 0 0 0,0 0 0 0 0,1-2 0 0 0,36 6 0 0 0,-27-6-2608 0 0,41 1 0 0 0,-41-6-1432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5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58 288 0 0,'-2'-2'2386'0'0,"-22"-26"5276"0"0,24 17-5843 0 0,3 9-1675 0 0,0 0-1 0 0,1 0 1 0 0,-1 0-1 0 0,1 1 1 0 0,-1-1-1 0 0,1 1 1 0 0,0 0-1 0 0,-1 0 1 0 0,1 0-1 0 0,0 1 1 0 0,0-1-1 0 0,0 1 1 0 0,0 0-1 0 0,0 0 1 0 0,-1 0-1 0 0,1 1 1 0 0,0-1-1 0 0,0 1 1 0 0,0 0-1 0 0,-1 0 1 0 0,1 0-1 0 0,0 1 1 0 0,-1-1-1 0 0,1 1 1 0 0,-1 0-1 0 0,4 3 1 0 0,-3-3-92 0 0,-1 0-1 0 0,1 0 1 0 0,-1 1 0 0 0,0-1 0 0 0,0 1 0 0 0,0 0 0 0 0,0 0 0 0 0,0 0 0 0 0,-1 0 0 0 0,1 1 0 0 0,-1-1 0 0 0,0 1 0 0 0,0-1 0 0 0,0 1 0 0 0,-1 0 0 0 0,1 0 0 0 0,-1-1 0 0 0,0 1 0 0 0,0 0 0 0 0,0 0-1 0 0,-1 1 1 0 0,1-1 0 0 0,-1 0 0 0 0,-1 7 0 0 0,-1-1 40 0 0,0-1-1 0 0,-1 0 1 0 0,0 1-1 0 0,-1-1 1 0 0,0-1-1 0 0,0 1 1 0 0,-11 16-1 0 0,-5 0 197 0 0,-24 26-1 0 0,24-28-168 0 0,-22 30 0 0 0,42-52-116 0 0,-1 0 0 0 0,0 0 1 0 0,0 0-1 0 0,1 0 0 0 0,-1 0 0 0 0,0 1 0 0 0,1-1 1 0 0,-1 0-1 0 0,1 0 0 0 0,-1 1 0 0 0,1-1 1 0 0,0 0-1 0 0,0 0 0 0 0,-1 1 0 0 0,1-1 0 0 0,0 0 1 0 0,0 1-1 0 0,0-1 0 0 0,1 0 0 0 0,-1 1 0 0 0,0-1 1 0 0,0 0-1 0 0,1 1 0 0 0,0 0 0 0 0,0 0-1 0 0,0-1-1 0 0,0 1 0 0 0,0-1 1 0 0,1 0-1 0 0,-1 0 0 0 0,1 0 1 0 0,-1 0-1 0 0,1 0 0 0 0,-1 0 1 0 0,1 0-1 0 0,0 0 1 0 0,-1 0-1 0 0,1-1 0 0 0,0 1 1 0 0,2 0-1 0 0,6 1-114 0 0,1 0 1 0 0,0-1-1 0 0,0 0 0 0 0,14-2 1 0 0,8-1-884 0 0,0-2 1 0 0,0-2 0 0 0,0 0 0 0 0,39-15 0 0 0,56-28-5530 0 0,-75 23 2018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429 129 2048 0 0,'-20'-27'4190'0'0,"-2"0"-1"0"0,-51-47 1364 0 0,74 76-5506 0 0,1-1-1 0 0,-1 1 1 0 0,0 0-1 0 0,1 0 1 0 0,-1-1-1 0 0,1 1 1 0 0,0-1-1 0 0,-1 1 1 0 0,1-1-1 0 0,0 0 1 0 0,2 2-1 0 0,-1-1 38 0 0,22 16 156 0 0,162 129 359 0 0,-184-144-527 0 0,1 0-1 0 0,-1 1 1 0 0,0-1-1 0 0,1 1 1 0 0,-1-1 0 0 0,-1 1-1 0 0,1 0 1 0 0,-1 0 0 0 0,1 0-1 0 0,-1 1 1 0 0,0-1 0 0 0,-1 0-1 0 0,1 1 1 0 0,-1-1 0 0 0,0 1-1 0 0,0 0 1 0 0,0-1-1 0 0,-1 1 1 0 0,1 0 0 0 0,-1 0-1 0 0,0-1 1 0 0,-1 1 0 0 0,1 0-1 0 0,-1-1 1 0 0,0 1 0 0 0,0 0-1 0 0,0-1 1 0 0,-1 1 0 0 0,0-1-1 0 0,-4 9 1 0 0,-6 10 141 0 0,0-1-1 0 0,-1 0 1 0 0,-2-1 0 0 0,0-1-1 0 0,-21 22 1 0 0,-98 86 233 0 0,104-100-359 0 0,-271 219-1742 0 0,292-236-940 0 0,9-11 2508 0 0,1 0-1 0 0,-1 0 1 0 0,0 1-1 0 0,0-1 1 0 0,0 0-1 0 0,0 0 1 0 0,0 1-1 0 0,1-1 1 0 0,-1 0-1 0 0,0 1-261 0 0,1-1 261 0 0,-1 0 1 0 0,0 0-1 0 0,0 0 1 0 0,1 0-1 0 0,-1 1 1 0 0,0-1-1 0 0,0 0 1 0 0,1 0-1 0 0,-1 0 1 0 0,0 0-1 0 0,0 0 1 0 0,1 0-1 0 0,-1 0 1 0 0,0 0-1 0 0,1 0 1 0 0,3 0-789 0 0,-1 0-1 0 0,1 0 1 0 0,0-1 0 0 0,-1 1 0 0 0,1-1 0 0 0,4-1-1 0 0,13-6-5202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911 176 1992 0 0,'3'-3'521'0'0,"4"-5"879"0"0,-1 0 0 0 0,0 0 0 0 0,-1-1 0 0 0,0 0 0 0 0,6-13 0 0 0,-11 20-665 0 0,-6 3-408 0 0,-1 0 0 0 0,0 0 0 0 0,1 1 0 0 0,-1-1 0 0 0,1 1 1 0 0,0 1-1 0 0,-1-1 0 0 0,1 1 0 0 0,0 0 0 0 0,-5 4 0 0 0,-59 43 886 0 0,56-38-882 0 0,-30 23 290 0 0,1 2 1 0 0,-52 58 0 0 0,79-76-511 0 0,0 0 0 0 0,1 2 0 0 0,1 0 0 0 0,1 0 0 0 0,1 1 0 0 0,1 1 0 0 0,-14 42 0 0 0,22-58-88 0 0,1 0 1 0 0,1 0-1 0 0,0 1 0 0 0,0-1 0 0 0,0 1 0 0 0,1-1 1 0 0,0 0-1 0 0,0 1 0 0 0,1-1 0 0 0,0 1 0 0 0,0-1 1 0 0,3 8-1 0 0,-3-11-10 0 0,1-1 0 0 0,-1 1 1 0 0,1 0-1 0 0,0-1 0 0 0,1 0 1 0 0,-1 1-1 0 0,0-1 0 0 0,1 0 1 0 0,0 0-1 0 0,0 0 0 0 0,0 0 1 0 0,0-1-1 0 0,0 1 0 0 0,1-1 1 0 0,-1 0-1 0 0,1 0 0 0 0,-1 0 1 0 0,1 0-1 0 0,0-1 0 0 0,0 1 1 0 0,-1-1-1 0 0,1 0 0 0 0,5 1 1 0 0,6-1 65 0 0,0 1 0 0 0,0-2 1 0 0,-1 0-1 0 0,1-1 1 0 0,0 0-1 0 0,-1-1 1 0 0,1-1-1 0 0,-1-1 1 0 0,1 0-1 0 0,-1 0 0 0 0,-1-1 1 0 0,26-14-1 0 0,-5 1 61 0 0,-2-2-1 0 0,0-1 0 0 0,50-45 1 0 0,-51 38-59 0 0,-1 0 1 0 0,-2-3-1 0 0,28-37 1 0 0,-45 53-2 0 0,-1-1 0 0 0,0 0 0 0 0,-1 0 0 0 0,-1-1 0 0 0,0 0 0 0 0,-1-1 0 0 0,-1 0 0 0 0,-1 0 0 0 0,4-23 0 0 0,-8 34-69 0 0,-1 0-1 0 0,0 0 0 0 0,0 1 0 0 0,0-1 0 0 0,-1 0 0 0 0,0 0 1 0 0,0 1-1 0 0,-1-1 0 0 0,0 1 0 0 0,0-1 0 0 0,-1 1 0 0 0,1 0 1 0 0,-1 0-1 0 0,-1 0 0 0 0,1 0 0 0 0,-1 0 0 0 0,0 1 0 0 0,0 0 0 0 0,-1 0 1 0 0,0 0-1 0 0,1 0 0 0 0,-2 1 0 0 0,1-1 0 0 0,-11-6 0 0 0,-1 2-7 0 0,0-1 0 0 0,0 2-1 0 0,-1 1 1 0 0,0 0 0 0 0,-1 1-1 0 0,1 0 1 0 0,-33-3 0 0 0,7 4-215 0 0,0 2-1 0 0,0 2 1 0 0,0 2 0 0 0,0 2 0 0 0,0 2-1 0 0,1 2 1 0 0,-61 17 0 0 0,-97 41-3355 0 0,11 14-3475 0 0,59-18-1404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1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0 288 0 0,'0'0'5349'0'0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20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1 432 0 0,'0'0'3652'0'0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20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0 252 0 0,'0'0'990'0'0,"-22"20"3675"0"0,15-1-2477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25.361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20 1 480 223965 60732,'0'0'784'1035'447,"0"2"-352"-1035"-447,-1 0 28 0 0,1 0-224 0 0,-1 2 92 0 0,0 0-212 0 0,0 0 100 0 0,0-1-160 0 0,0 1 108 0 0,0-1-160 0 0,0-1 132 0 0,0 0-136 0 0,1 1 120 0 0,0-1-112 0 0,0-1 148 0 0,0 0-140 0 0,0 0 128 0 0,0 1-108 0 0,-1 0 128 0 0,0 0-152 0 0,1 0 124 0 0,-1-1-116 0 0,1 0 116 0 0,0-1-148 0 0,0 0 144 0 0,0 0-96 0 0,0 0 156 0 0,0 2-56 0 0,-1 0 132 0 0,1 0-144 0 0,0 0 101 0 0,-1-1-137 0 0,1 0 164 0 0,0-1-68 0 0,0 1 132 0 0,0-1-140 0 0,0-1 152 0 0,0 3-140 0 0,0 0 104 1035-447,0-1-168-1035 447,0 1 136 0 0,0-1-120 0 0,0 0 108 0 0,0-1-124 0 0,0 0 56 0 0,0 0-68 0 0,0 0 92 0 0,0 0-136 0 0,0 0 108-1035-436,0 0-132 1035 436,0 0 108 0 0,0 0-124 0 0,0 0 112 0 0,0 0-120 0 0,0 0 96 0 0,0 1-80 0 0,-1 1 52 0 0,0 0-68 0 0,0-1 100 0 0,1 1-104 0 0,0-2-36 0 0,0 1 44 0 0,0-1 68 0 0,0 0-76 0 0,0 0 56 0 0,0 0-92 0 0,0-1 76 0 0,0 1-80 0 0,0 0 76 0 0,0 0-68 0 0,0 0 36 0 0,0 0-52 0 0,0 0 80 0 0,0 0-88 0 0,0 0 92 0 0,0 0-92 0 0,0 0 100 0 0,0 0-92 0 0,0 0 80 0 0,0 0-84 0 0,0 0 88 0 0,0 0-72 0 0,0 0 72 0 0,0 0-68 0 0,0 0 16 0 0,-1 2-152 0 0,0 0-92 0 0,1 0-344 0 0,1 0-208 0 0,1 0-1812 0 0,2 0-649 0 0,0 1 853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29.449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33 6623 216 220698 61984,'0'0'988'0'0,"0"0"-328"0"0,0 0 20 0 0,0 0-248 0 0,0 0 28 0 0,0 0-164 0 0,0 0 100 0 0,0 0-168 0 0,0 0 140 0 0,-2 0-164 0 0,0-1 100 0 0,0 0-116 0 0,0 1 121 0 0,1-1-157 0 0,0 1 140 0 0,0 0-120 1117-408,1 0 144-1117 408,0 0-128 0 0,0 0 128 0 0,0 0-112 0 0,0 0 120 0 0,1 0-124 0 0,-1 0 120 0 0,0 0-108 0 0,0 0 80 0 0,0 0-40 0 0,0 0 72 0 0,0 0-72 0 0,0 0 4 0 0,0 0-8 1089-418,0 0-12-1089 418,0 0 8 0 0,0 0-16 0 0,0 0-4 0 0,0 0-8 0 0,0 0 4-1004-467,0 0-12 1004 467,0 0-20 0 0,0 0 8 0 0,-2 0-4 0 0,-1 1-24 0 0,0-1 0 0 0,1 0-24 0 0,1 1 0 0 0,0-1-28 1058-415,0 0-28-1058 415,1 0 0 0 0,0 0 0 0 0,0 0 0 0 0,0 0-24 0 0,0 0-12 0 0,1 0 4 0 0,-1 0-8 0 0,0 0 4 0 0,0 0-8 0 0,0 0 4 0 0,0 0 0 0 0,-1 1 12 0 0,0 0-20 0 0,-1 1-12 0 0,2-1-8 0 0,-1 0 32 0 0,1-1-28 0 0,-1 1 48 0 0,1-1-44 0 0,0 0 16 0 0,0 0-24 0 0,0 0-4 0 0,0 0-4 1007 456,0 0 16-1007-456,0 0-24 0 0,0 0 16 0 0,0 0-24 0 0,0 0 12 0 0,0 0-20 0 0,0 1 12 0 0,-2 0-12 0 0,1 1 20 0 0,0-1-16 0 0,1 0 0 0 0,-1-1-12 0 0,1 1 4 0 0,0-1 12 0 0,0 0 4 0 0,0 0-12 0 0,0 0 16 0 0,0 0-4 0 0,3 0 8 0 0,1 0-12 0 0,3 0 0 0 0,0-1 0 0 0,2 0 8 0 0,0 0-4 0 0,3-1-12 0 0,2 0 12 0 0,2-1 8 0 0,2 0-4 0 0,2 0-32 0 0,1-1 28 0 0,2 0 28 0 0,2 0-28 0 0,2 0 0 0 0,2 0-32 0 0,2-1 48 0 0,2 0-12 0 0,2-1 8 0 0,3 1 0 0 0,3-2-12 1035 447,2 1 4-1035-447,3 0-16 0 0,2 0 20 0 0,3 0-12 0 0,3 0 16 0 0,2 0-16 0 0,3 1 0 0 0,-1 0 0 0 0,-1 0 20 1035-447,0 1-4-1035 447,-2 0-4 0 0,-1 0-8 1061 426,-1 1 16-1061-426,-1 0-20 0 0,-1 0 12 0 0,-1 0-12 0 0,-1 1 12 0 0,-1-1 8 0 0,-2 0-16 0 0,-3 1 4 0 0,-1-1 4 0 0,-2 0-20 0 0,-2 0 4 0 0,-1 1 16 1089 418,-1-1-4-1089-418,-2 1 0 0 0,0 0-4 0 0,-3 0 4 0 0,-1 0-12 0 0,-1 0 8 0 0,-1 1-8 0 0,-2-1 8 0 0,0 0-8 0 0,0 1 12 0 0,-1-1-4 0 0,-1 1 12 0 0,-2 0-12 0 0,-1 0 0 0 0,0 0-12 0 0,-2 0 24 0 0,-1 0-24-1089-418,-2 0 24 1089 418,0 1-24 0 0,-3-1 12 0 0,0 0-16 0 0,-2 1 32 0 0,1-1-16 0 0,-2 0 12 0 0,1 1-24 0 0,-2-1 12 0 0,1 1 0 0 0,-1-1 8 0 0,1 0-16 0 0,-2 1 28 0 0,2-1-32 0 0,-2 0 24 0 0,1 0-16 0 0,-1 0 16 0 0,1 1-12 0 0,-1-1 8 0 0,1 1-20 0 0,0-1 8 0 0,1 0 0 0 0,-2 0 12 0 0,2 0-16 0 0,-1 0-12 0 0,1 0 16 0 0,-1 0 0 0 0,1 0 12 0 0,-1 0 4 0 0,2 0-12 0 0,-2 0 4 0 0,1 0 4 0 0,-1 1 0 0 0,0-1-24 0 0,-1 0 20 0 0,-2 0-8-1033 459,1 0 16 1033-459,-1 0-12 0 0,-1 0 12 0 0,2 1-20 0 0,-2-1 20 0 0,0 1-24 0 0,-2 0 16 0 0,1 0-8 0 0,1-1 4 0 0,-2 1 0 0 0,0 0 16 0 0,-1 0-32 0 0,-1-1 20 0 0,1 1 8 0 0,2 0-8 0 0,-2-1 0 1033-459,1 1 16-1033 459,-2 0-24 0 0,0 0 0 0 0,-1 0 8 0 0,1 0 4 0 0,-2 0-4 0 0,4-1 20 0 0,0 1-24 0 0,0 0 16 0 0,-1-1-12 0 0,-1 1-16 0 0,0 0 8 0 0,0 0 8 0 0,-1 0 0 0 0,0 0 8 0 0,0 0-4 0 0,0 0 8 0 0,0 0-20 0 0,0 0 20 0 0,0 0-60 0 0,0 0 64 0 0,0 0 12 0 0,0 0-24 0 0,0 0 8 0 0,1-1 12 0 0,2 0-36 0 0,-1 0 12 0 0,0-1-12 0 0,0-1 24 0 0,1-1-24 0 0,-1 1 28 0 0,1-2-28 0 0,-1 1 8 0 0,1-1 0 0 0,0 0 16 0 0,1-1-20 0 0,1-2 16 0 0,1 0-12-1061-426,0 0-4 1061 426,1-2 4 0 0,1 1-8 0 0,0-2 8 0 0,2 0 16 0 0,1-2 24 0 0,0 0 44 0 0,1-1 56 0 0,2-1 8 0 0,1-2-32 0 0,1 1 4 0 0,1-2-24 0 0,2 0 4 0 0,0-1-32 1061 426,1 1 0-57-893,0 0-12-1004 467,1-1-8 0 0,0 1 0 0 0,0 0-16-1058-415,1-1 0 2038-48,1 0-12-980 463,0 1-4 0 0,0-1 8 0 0,0 1-16 0 0,1-1 8 0 0,0 0-12 954-471,1 0 28-954 471,-1 0-12 0 0,0 0 16 0 0,0 0 20 0 0,-1 1 4 0 0,0 0 12 0 0,-1 0 16 0 0,0 1 8 0 0,0-1-68 0 0,-1 0 56 929-478,0 1-16-929 478,-1-1-3 0 0,1 0-17 0 0,-1 0 0 0 0,0 0-8-1022-390,0-1-4 1022 390,0 1-24 0 0,0 0 20 0 0,-1-1-8 0 0,1 0 0 0 0,0 0 0 0 0,-1 1-12 0 0,0-1 4 0 0,1 1 0 0 0,-1-1-24 0 0,0 1 12 0 0,0 0 4 0 0,-1 0 16 0 0,0 1-12 0 0,-1 1 12 0 0,-1 1-32 0 0,0 0 20 0 0,-1 2-12 0 0,-1 0 8 0 0,0 0-24 0 0,-1 0 32 0 0,0 1-16 0 0,0 0 20 0 0,-1 0-20 0 0,1 0 8 0 0,-1 0-8 0 0,1 0 20 0 0,0 0-4 0 0,-1 0 8 0 0,2-1-12 0 0,-1 1 0 0 0,1-1-4 0 0,1 0-4 0 0,-1 0-8 0 0,2 0 12 0 0,-1-1 0 1022 390,0 1-4-1022-390,1-1-4 0 0,0 0 8 0 0,-1 1-20 0 0,1 0 0 0 0,-1 0 12 0 0,2 0-24 0 0,-1 0 28 905-486,-1 0-8-905 486,1-1 16 0 0,1 1-24 0 0,0 0 20 0 0,0-1-16 881-492,0-1 16-881 492,1 0-20 0 0,1 0 8 0 0,0-1 4 0 0,-1 1 16 0 0,1 0-16 0 0,0-1 12 0 0,0 0-16 859-499,0 0 12-1863 142,0 0 12 1004 357,0-1-16 0 0,-1 1 8 0 0,2-1 8 0 0,-1-1 0 0 0,1 1 8 0 0,0-1-16 0 0,0 0 8 0 0,0-1-4 0 0,1 1 4 0 0,0-1-12 0 0,-1-1 20 0 0,1 1-16 0 0,1-1-20 0 0,-1 0 24 0 0,0 0 12 0 0,1-1-12 0 0,1 0 8 0 0,1-2-16 0 0,0 0 4 0 0,1 0-4 0 0,-1 0 20 0 0,1-2-32 0 0,0 2 36 0 0,-1 0-28 0 0,1 0 20 0 0,-1 0-12 0 0,0-1 4 0 0,0 2-20 1004 357,0 0 28-1004-357,-1 0-24 0 0,-1 1 20 0 0,1 0-28 0 0,-1 1 36 0 0,0 0-12 0 0,-1 0 12 0 0,1 0 8 1021 347,0-1-16-1021-347,2 0 8 0 0,0-1-20 0 0,1-1 20 0 0,1 0-60 0 0,0 0 56 0 0,1-1-20 827-516,1-1 8-827 516,0 0-16 0 0,0 0-4 0 0,2-1-4 0 0,0-1 20 0 0,1-2-16 0 0,2 0-16 806-522,0-1 16-806 522,1-1 4 0 0,0-1-12 0 0,0 1 8 0 0,0 0 8 0 0,1-1-12 0 0,-1 0 16 0 0,1 0 4 0 0,-1 0-20 0 0,1-1 20 0 0,0 0-4 0 0,0-1 0 0 0,1 0-8 0 0,1-1 16 0 0,0 0-20 0 0,2-1 4 1018 318,0 0 4-1018-318,1-1 0 0 0,1 0-4 0 0,1 1 16 0 0,0 0-24 1033 309,0 0 16-1033-309,0 2-8 0 0,1-1 8 0 0,-1 2-20 0 0,-1 0 4 761-548,0 1 4-761 548,0 0-4 0 0,-1 1-4 0 0,0 0-8 0 0,-1 1-24 739-553,-1 1 52-739 553,-2 0-12 0 0,0 2 4 0 0,-3 1 4 0 0,0-1-4 0 0,0 1-4 0 0,0-1 4 0 0,1 0 4 0 0,0-2-16 1022 280,1 0 0-1022-280,0-1 32 0 0,2 0-16 0 0,-1-1 0 1034 271,2-1-8-1034-271,-1 0-8 0 0,1 1 16 1047 262,0 0-4-1047-262,0-1 12 0 0,-1 1-20 1061 253,1 0 28-1061-253,-1 1-36 0 0,-2 1 20 0 0,0 1-4 0 0,-2 1 16 1072 243,-1 0-12-1072-243,-1 2 12 0 0,0-1-16 0 0,-1 1 8 0 0,0 0-8 1085 234,0 0 8-1085-234,0 0-8 0 0,-1 1-48 0 0,1-2 52 0 0,-1 1-8 0 0,1 0 4 0 0,-1-1-4 1695-397,-1 0 4-1695 397,1 0-4 0 0,-1 1 8 0 0,0-1-8 0 0,0 0-8 0 0,0-1-8 578-623,1-1 8-578 623,2-2 12 1066 198,1-1 0-1066-198,0-2-4 0 0,2 0 0 0 0,-2 1-12 1075 189,0 2 4-1075-189,-1 0-12 0 0,-2 1 36 0 0,-1 2-40 1084 180,-1 1 20-590-828,0 0 16-494 648,0 0-12 0 0,-1 1 8 1069 163,0 0 0-1069-163,0 1 12 0 0,0 0-16-469 654,0 0-8 469-654,0 0 4 0 0,1 1 8 1101 160,0-2-8-1101-160,0 1-8 0 0,1-2 16 0 0,2 0 8 0 0,2-2-12 0 0,1-2 8 0 0,2 0 0 0 0,0-1-12 0 0,2-1-12 0 0,-1 1 12 0 0,1-1 4 0 0,-1 1-8 1529-516,0 0-24-1529 516,-1 0 24 0 0,-1 3 0 0 0,-2 0-8 405-668,-1 1-4-405 668,-1 2-16 0 0,0 0 16 0 0,-2 1-4 0 0,1 0 8 1431-546,-1 0-32-1431 546,1 0 4 0 0,-1 1-44 0 0,1 0 28 0 0,-1-1-36 1046 115,1 2 15-1046-115,-1-1-31 0 0,-1 1 12 0 0,0 1-56 0 0,-2 1-12 0 0,-2 1-44 0 0,-1 1-20 0 0,-1 1-72 1051 106,-3 1 16-1051-106,-1 2-136 0 0,-2 2 8 0 0,-2 0-180 0 0,-2 2-4 0 0,-1 1-180 0 0,-1 1-140 0 0,-3 1-128 0 0,-1 1-164 0 0,-1 1-1540 0 0,-2 1-785 0 0,0 2 1137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5:39.228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371 3174 376 225961 58114,'-4'0'1588'0'0,"-2"1"-220"0"0,-4-1-240 0 0,-3 1-115 0 0,-2 0-81 0 0,0 0-72 940-444,2 0-76-940 444,-1 0-12 0 0,2 0-96 0 0,-1 0-128 0 0,3 1-108-940 444,-2-1-40 940-444,3 1-72 0 0,0 0-28 0 0,2-1-32 0 0,-1 1-48 983 418,1 0-60-983-418,0 0-40 0 0,1-1-12 0 0,2 0-24-960 448,2 0-20 960-448,2-2-16 0 0,5-2 12 0 0,6-3-40 960-448,9-4 24-960 448,10-5-44 0 0,13-7 8 0 0,12-5-20 0 0,14-6 12 0 0,16-6-36 1005 409,15-4 60-1005-409,13-5-56 934-467,12-3 36-934 467,10-1-20 0 0,7-1 24 0 0,6 0-28 1022 390,6 1 24-1022-390,6 1-36 0 0,4 0 48 0 0,3 2-16 0 0,4 0 20 0 0,3 2-16 1044 380,3 0 4-1044-380,2 2-8 0 0,2 2 24 1956-136,0 1-36-1956 136,-1 2 16 0 0,0 1-8 0 0,-3 3-24 1078 351,-4 3-56-1078-351,-5 3-64 854-525,-12 5-48-854 525,-12 4-32 0 0,-15 5 0 1087 330,-16 3-68-1087-330,-16 5 36 818-541,-15 3-44-818 541,-16 2 76 0 0,-13 4 28 0 0,-13 2 120 0 0,-13 3-60 0 0,-10 4 120 0 0,-11 3-60 0 0,-11 7 76 0 0,-14 9-64 0 0,-14 8 84 0 0,-14 10-76 0 0,-17 10 72 0 0,-17 10 20 0 0,-15 8-16 0 0,-16 8-60 0 0,-13 3 64 0 0,-13 5-44-818 541,-9 3 24 818-541,-10 3 64 0 0,-7 2-72-1087-330,-14 7 52 1087 330,-7 2-88 0 0,-10 5 84 0 0,-2 0-60-1932 174,2-3 72 1932-174,3-3-56 0 0,3-3-424-1058-361,3-3 664 1058 361,4-4 36-898 497,6-2 4-146-877,6-5 0 1044 380,9-4 8 0 0,9-5-40-929 478,15-8 8-98-879,17-9-72 1027 401,17-8-44 0 0,17-10-24 0 0,19-9-28-958 460,16-9-16 958-460,18-9 8 0 0,14-9-40 0 0,13-6 12 0 0,16-9-12 0 0,18-11-4 0 0,20-11-4 0 0,25-13-28 0 0,28-13 4 0 0,25-13-36 0 0,33-16 48 0 0,32-15-56 0 0,29-12 36 0 0,25-12 8 0 0,22-6 20 1985-59,18-5-44-1985 59,14-3 24 0 0,12-2-32 0 0,10-1-20 929-478,7-1 44 115 858,6 0-80-1044-380,4 2-20 1066 372,1 2 64-1066-372,0 5-24 1968-157,-5 6 8-1968 157,-8 7-44 1099 341,-12 8 44 20-9,-22 13 12-289-879,-27 13-84 296 858,-27 12-84-1126-311,-28 13 32 788-562,-30 11-48 341 853,-29 10-100-1129-291,-29 9 140 0 0,-29 8-40 1146 280,-27 8 140-418-867,-24 5 8-728 587,-21 6 20 0 0,-18 6 12 1144 261,-20 5 20-1144-261,-22 9 8 0 0,-28 8-72 0 0,-29 12 124 0 0,-29 11-84 0 0,-35 15 72 0 0,-34 16 28-1144-261,-30 14-20 1144 261,-26 13-48 0 0,-20 11 88 0 0,-16 10 20 0 0,-11 10 32-1128-271,-10 9 44 382 849,-5 7 20-383-869,-2 5-20 1129 291,2 4 24-1111-301,2 1 16 1111 301,7 0 28-1910 231,8-2 0 1910-231,12-2-24-1087-330,13-5-48 233 855,24-10 48-224-876,25-13-12 1078 351,26-12-28-1058-361,25-14-28 160 858,27-15-36-146-877,26-14-44 1044 380,26-14 16 0 0,24-12-12-1956 77,22-13 8 1956-77,18-11-12 0 0,17-9-32 0 0,14-10-12-1005-409,16-10 16 1005 409,18-11-32 0 0,22-14 8 0 0,24-16-8 0 0,21-15-4-960 448,22-13 44 960-448,18-14-20 960-448,23-15-40-960 448,25-15 16 0 0,19-14-72 0 0,17-11 72 0 0,12-9-8 0 0,11-5 36 0 0,8-3-60 1939-58,3-2 8-1939 58,4-1-64 0 0,1 1 8 0 0,-1 2-16 0 0,-2 3 76 1927-96,-6 5-48-1927 96,-8 9 24 0 0,-15 12 12 1037 369,-19 15 24-1037-369,-21 14-32 1923-153,-20 13-32-1923 153,-19 12-12 1067 340,-22 11 12-1067-340,-22 11 0 830-531,-21 11-8-830 531,-21 9 28 1075 320,-20 8-12-1075-320,-18 8 28 0 0,-15 8 16 0 0,-15 6-4 1871-247,-17 9 52-1871 247,-21 11 0 0 0,-24 15-28 0 0,-27 16 8 0 0,-28 17-16 0 0,-33 20 4 0 0,-31 18 36 1095 290,-29 17-4-2969-23,-24 14 56 1874-267,-18 12-24 0 0,-13 8 12 0 0,-9 9-36 0 0,-6 4 24-1092-310,-3 4-492 274 851,0 2 620-269-871,0 3-84 1087 330,1 3 0-1067-340,3 1-32 202 854,4-1 12-193-875,6 0-20 1058 361,7-3-52-1942 117,8-3 108 1942-117,11-5-36-929 478,18-11 28-98-879,21-13 4 69 861,24-14-28 958-460,22-15-8 0 0,25-16-24-983 452,23-16 0-25-885,24-16-16 1008 433,22-14 24-1008 433,19-15-8 1008-433,17-11-16 0 0,13-11-20-1034 423,16-11-16 1034-423,15-12-12 0 0,18-13-4 0 0,20-18 0 0 0,22-18 32 0 0,19-18-40 0 0,21-17-12-980-463,24-22 4 980 463,24-21-16 0 0,22-20 28 980 463,19-15 40 54-886,15-12-96-1034 423,13-9 48 0 0,11-7-12 0 0,9-5 40 1008-433,7-2 8-1008 433,4 2-12 1008 433,2 2-44-25-885,0 5 44-983 452,-2 7-56 958-460,-7 10 4 69 861,-9 14 40-1027-401,-20 17-4 929-478,-25 21 28-929 478,-25 20-28 1044 380,-28 20 4-1044-380,-27 17-28 1066 372,-25 16 40-176-880,-24 14-124 188 859,-21 13 140-1078-351,-21 9-48 0 0,-16 11 12 1099 341,-15 11 20-1099-341,-20 13-12 0 0,-22 19 16 842-536,-25 17 48-842 536,-25 19 12 0 0,-24 16 36 0 0,-28 21-56 0 0,-27 19 24-1087-330,-24 15-52 1087 330,-17 11 44 0 0,-14 6-4 0 0,-9 5 28-854 525,-6 2-28-224-876,-2 1 4 1078 351,0 0-40 0 0,1-1 8-1956 136,4-1 28 1956-136,4-4-20-1044-380,6-4-40 115 858,14-8 76 929-478,16-11-16 0 0,15-10-72-1985 59,15-10 48 1985-59,13-10 12 0 0,15-10-4-983 452,17-12-32 983-452,18-13 16 0 0,20-15 0-1008 443,18-12-4 0-886,18-13 12 1008 443,17-13 4 0 0,13-11-20-1034 423,13-10-4 1034-423,12-13 4 0 0,15-15-20 0 0,13-13 40 0 0,15-17-16 0 0,15-16-32 0 0,14-16-32 0 0,13-14 20 0 0,11-14 16-980-463,9-13-488 980 463,11-15 612 1031-412,12-18-56-48 864,11-16-24-983-452,10-13-20 0 0,7-10-8 1008-433,7-8 12-1008 433,3-5-32 0 0,3-4 12 984-440,3-1-44 23 861,1 0 24-1007-421,1 3 24 958-460,-2 5-32-958 460,-3 6-28 0 0,-10 13-4 1956-77,-12 15 8-1956 77,-13 15-4 0 0,-11 16 40 1942-117,-12 14 0-1942 117,-13 14 32 1058 361,-14 16-44-1058-361,-14 16 32 0 0,-15 15-12 1932-174,-14 15 4-1932 174,-13 12-128 1087 330,-12 11 148-1087-330,-10 12-40 0 0,-8 9-12 1107 321,-10 8 28-1107-321,-12 11 0 803-552,-14 14-8-803 552,-21 18 4 1111 301,-21 21 4-1111-301,-24 22 92 0 0,-30 30-64 0 0,-28 29 36-1111-301,-28 29-48 1111 301,-22 23 88 0 0,-19 20-20-1092-310,-12 14-28 1092 310,-8 8-12 0 0,-5 5-456-1075-320,-1 0 576 245 851,3-2-8-237-871,6-4-48 1067 340,5-5 8-1923 153,9-8-12 886-522,7-7 32 132 855,10-8-36 905-486,9-8-20-929 478,16-14-8-98-879,16-15-16 69 861,17-16 16 958-460,14-16-32-983 452,15-15 16-25-885,16-18 16 0 866,16-17-4 1008-433,17-17-16 0 0,17-17-4-1034 423,16-16 8 1034-423,15-15-16 0 0,13-14-20 0 0,13-17-4-2035-60,17-19 4 2035 60,18-23-32 0 0,21-22-44 0 0,19-23 76 0 0,19-21-32 0 0,20-25 8 0 0,21-24 4 0 0,18-20 20 0 0,15-18-28 1055-403,11-14-28-1055 403,9-11-468 0 0,6-9 628 1031-412,4-5-80-1031 412,2-3-32 0 0,2-2-8 1007-421,-2 3 36-23 861,-2 4-84 0-880,-4 7-12-984 440,-5 9-60 0 0,-6 8-12 960-448,-14 17 20 45 857,-15 19 32-71-876,-17 17-16-934 467,-15 18 52 0 0,-15 16-24 1927-96,-17 18 8-1927 96,-16 16 12 0 0,-17 17 32 881-492,-14 15-36-881 492,-15 14 0 1030 358,-11 12 36-180-868,-10 11-28-850 510,-9 9 28 1039 339,-9 8 28-1039-339,-11 8-8 817-526,-14 12 16-817 526,-15 12-16 1046 319,-19 17-24-1046-319,-19 18-8 0 0,-19 19 40 0 0,-24 22 4 0 0,-23 25 60 0 0,-21 22-36 0 0,-14 21-4 0 0,-12 16-60-1046-319,-7 13 132 229 845,-5 9-36 817-526,1 7-88 0 0,1 3 68-1039-339,5 0 0 1039 339,7-3 8-1880 152,6-6 16 1880-152,10-6-16 0 0,13-12-12-881 492,15-14 8-136-870,14-12-12 1017 378,13-13-4-910 474,11-10 8 910-474,10-9-12-1002-398,10-11-4 1002 398,12-11-80-937 456,12-13 120 937-456,12-13-36-1944 19,12-14-4 1944-19,11-11 8 0 0,11-13-24-984 429,8-10 0 984-429,8-12-92-1007 421,7-7 112 1007-421,6-9-32-958-460,8-9-28 958 460,9-15-60 0 0,12-15-56 0 0,14-20-12 0 0,14-21-4 0 0,12-19 68 0 0,12-19-36 0 0,9-16-44 0 0,7-15 48 0 0,10-18-24 0 0,5-11-36 0 0,6-11 16 1005-409,2-4 0-45 857,-2 1-96-960-448,-3 2 36 0 0,-3 3-100 984-429,-4 5 96-984 429,-5 5-76 0 0,-5 5 76 0 0,-6 6-28 961-437,-4 7-20 22 855,-6 6 32-983-418,-6 6 48 0 0,-4 8 28 937-456,-8 9 32 65 854,-6 11 40-1002-398,-7 11 12 0 0,-6 11 20 1022 390,-6 11 20-1022-390,-6 12-88 0 0,-7 10 144 905-486,-5 12 4 132 855,-6 9-8-1037-369,-4 10-16 0 0,-5 9 24 1058 361,-5 7 0-1058-361,-3 8 4 0 0,-4 9-12 0 0,-6 11 8 1078 351,-9 13 8-1078-351,-9 16-16-1078-351,-12 19 4 1943-163,-14 20-60-865 514,-14 20 120 0 0,-14 20-16 0 0,-18 24 4 0 0,-16 22-100-1049-350,-15 18 128 175 853,-9 16 104 874-503,-8 11-128-1037-369,-3 4 132 1037 369,-1 1-104 0 0,1-3 64 0 0,6-9 96-1927 96,10-13-108 1927-96,8-12 44 0 0,9-12-88-934 467,7-9 60-71-876,6-9-108 1005 409,7-7 28 0 0,5-9-28-960 448,6-7 12-24-877,8-11-12 0 858,9-14-24 984-429,8-12-4 0 0,9-15 0-1007 421,9-13-4 1007-421,8-14 4 0 0,8-12 16-1985-59,8-13-16 1985 59,8-11-12 0 0,5-10 0-1050 392,6-11-96 1050-392,7-12 144 0 0,8-16-48 0 0,9-16 60 0 0,8-21-88 0 0,11-20 44 0 0,8-18-80 0 0,8-15 32 0 0,7-13 36 0 0,5-10-144 1050-392,5-10 92-1050 392,2-8-120 0 0,3-7 84 0 0,2-4 68 1027-401,-1-3-112-1027 401,0-4 116 0 0,-2 0-112 1005-409,-2-1 116-1005 409,-3 4-72 0 0,-2 4 104 0 0,-3 6-112 1944 19,-5 8 100-1944-19,-4 10-16 0 0,-6 13-8 961-437,-8 14 0-961 437,-6 14 8 983 418,-7 13 0-46-874,-7 11-8-937 456,-6 13-4 0 0,-6 10 4 0 0,-6 11-8 0 0,-5 9 12 1912-76,-4 9-4-1912 76,-4 8 16 0 0,-4 8-12 0 0,-2 6 0 0 0,-4 9 4 0 0,-7 11 16 0 0,-7 12-116 0 0,-9 17 124 888-482,-11 20-44-888 482,-12 24 100 0 0,-10 25-136 0 0,-12 22 120 0 0,-12 28-44 0 0,-11 25-20-888 482,-9 21 112 888-482,-2 8-108-997-387,2 1 164 997 387,5-4-36 0 0,4-5-16-915 463,7-6 84-65-869,6-5-72 980 406,5-6 60-940 444,7-7-92 940-444,5-6-8 0 0,6-6-100-961 437,4-7 112 961-437,7-7-24-984 429,5-10 8 24-877,8-12-28-45 857,7-12 0 1005-409,7-12-24-73 872,5-13-4 73-872,6-13 8 0 0,5-12-16-1055 403,5-13 8 1055-403,4-11-4-1079 394,3-11-12 1079-394,3-10 8 0 0,2-8-8-1105 385,3-9 0 1105-385,5-10-16-935-505,5-12-16-185 869,4-11-80 1120-364,6-15 108 0 0,5-16-32 0 0,3-14 24 1120-364,3-17-84-1120 364,3-18 40 0 0,1-15-96 0 0,-1-13 20 0 0,-1-10-52 1097-373,-3-10 76-1097 373,-3-7-132 0 0,-3-7 116 1073-383,-3-4-84-1073 383,-3-3-8 1050-392,-4-2 124-1050 392,-3-1-120 0 0,-2-1 112 0 0,-3-1-120 1027-401,-4 2 152-1027 401,-1 8-100 0 0,-3 8 128 1005-409,-1 9-112-1005 409,-2 8 120 0 0,0 7 16 983-418,-1 6 24-983 418,0 7 60 0 0,2 6-40 961-425,0 12 100-961 425,2 11-112 0 0,0 11 104 0 0,2 13-152 0 0,0 11 104 940-433,0 11-128-940 433,1 11 120 0 0,0 8-124 0 0,0 7 120 961 414,0 8-84-961-414,-2 7 112 917-452,2 6-96-917 452,-2 6 84 0 0,0 8-16 0 0,-1 8-88 0 0,-2 11 100 0 0,-1 11-108 897-459,-3 16 164-897 459,-3 17-120 0 0,-4 18 80 0 0,-3 21-68 0 0,-4 20 72 0 0,-3 18-72 0 0,-4 15 32 0 0,-1 11 56-955-393,-2 8-84 55 842,-1 6 52 900-449,1 2-68 0 0,0-1 48 0 0,1-1-12 0 0,1-3 68-920 441,2-5-84 920-441,1-5 60-940-423,3-10-64 0 846,1-13-20 940-423,3-12 16 0 0,1-12 4-961 414,2-9-88 961-414,1-10 112 0 0,2-12-12-980 406,1-11-16 980-406,1-12-8-1002 398,1-11 4 1936 69,1-10 8-934-467,1-9 76-1027 401,0-8-4 1027-401,1-8-20-1050 392,0-6-16 1050-392,1-8-16 0 0,1-7-116-1073 383,0-6 120 1073-383,2-8-16 0 0,1-9-12 0 0,1-11 12 0 0,1-13-56-916-501,1-16 24 916 501,1-15-16 1066-372,0-15-16-1066 372,1-12 28 0 0,0-11-16 0 0,-1-9 12 0 0,1-9-32 1044-380,-2-6 28-1044 380,0-10-44 0 0,-1-6 56 0 0,0-1-40 1022-390,-2-1-4-1022 390,-1 1-20 0 0,-1 0 48 1002-398,-1-3-68-1002 398,-1 0 36 0 0,-1 3-76 0 0,-2 3 28 0 0,0 4 64 980-406,-1 6-88-980 406,-2 5 56 0 0,1 7-36 961-414,-1 9 64-961 414,0 10 4 0 0,1 14 16 940-423,0 12-20-940 423,1 13 8 0 0,1 13-4 921-430,0 10-12-921 430,1 9 20 0 0,2 9-20 0 0,0 9 20 901-437,0 6 4-901 437,1 6-72 0 0,-1 9 96 0 0,-1 10 4 0 0,0 15 48 0 0,-2 19-60 0 0,-1 23 52 0 0,-3 25-68 0 0,-2 27-408 0 0,-2 24 552 0 0,-4 22 32 0 0,-1 16-96 0 0,-2 11-444 0 0,-1 9 580 0 0,0 4-24-901 437,1 3 20 901-437,1-1-44 0 0,0-3-16-921 430,2-3-20 921-430,1-5-108 0 0,1-5 124-940 423,2-5-32 940-423,2-6-20-961 414,1-11-20 961-414,2-12 8-43 862,1-12-144 43-862,2-13 144-1005 409,1-9-92 1005-409,1-12-28-1027 401,1-11 124 1027-401,1-11-128-1050 392,1-14 132-23-9,0-12-108 911 495,1-11 116 162-878,0-12-144-1129 375,2-11 120-27-9,-1-11-120 1156-366,1-11 32-1181 354,4-10 120 1181-354,2-14-28 0 0,5-18-48 0 0,5-19-40 0 0,3-21-84 0 0,5-23 24 0 0,4-21-52 0 0,3-20-28 0 0,1-18 52 267-883,1-14-32-267 883,1-12 56 0 0,0-8-48 1144-353,-1-7 16-24-11,-1-5-144-1120 364,-2-4 92 1097-373,-1-1-120-1097 373,-3-1-28 1073-383,-2 3 120-1073 383,-2 2 124 121-870,-4 4-108-121 870,-3 4 132 0 0,-4 5-112 1022-390,-4 11 60-1022 390,-5 13 112 1002-398,-4 10-136-1002 398,-5 11 120 0 0,-4 9-16 980-406,-4 10 8-980 406,-3 9 12 961-414,-3 10 52-961 414,-2 13 0 0 0,0 13-4 940-423,-1 14-8-940 423,1 15 0 0 0,1 14 12 921-430,0 14 44-921 430,0 14-28 0 0,-2 15 108 0 0,-2 20 4 901-437,-2 22 64-901 437,-4 28-56 0 0,-1 29 36 0 0,-1 29 52 0 0,1 26-24 0 0,2 23-40 0 0,4 17-16-901 437,4 15 40 901-437,4 10-64 0 0,7 8-44 0 0,4 3-8-921 430,7 1-12 921-430,4 0-68-940 423,6-3 80 940-423,4-3-8-961 414,5-5-16 961-414,2-8-100-980 406,4-8 36-22-8,2-8-24 1936 69,1-10 100-1961-66,1-9-128-23-9,1-9 100 1050-392,-1-11-136-1073 383,-1-12 76 911 495,-2-16-132-967-503,-1-13-60-27-9,-3-13-40-25-12,-2-12-72 1181-354,-1-13-72-1208 344,-4-12 0 877 545,-1-12 60 331-889,-3-13 60-1278 333,-3-11 72 1278-333,0-12 8-1307 321,-3-10 112 1307-321,0-12-160 0 0,1-12 100-1336 309,3-16-68 2214 274,1-18-52-878-583,3-21-128 0 0,2-19 28 0 0,1-22-12 0 0,3-24 164 0 0,1-21-120 458-892,0-19 32-458 892,0-14 76 0 0,-1-13 148 1307-321,0-9-144-1307 321,-2-7 140 1278-333,-1-4-72-28-11,-2-4 76-1250 344,0 0-68 1222-356,-2 0 136-28-10,-1 1-104-984-521,0 2 184-210 887,-2 4-152 1129-375,-1 5 116-24-10,-2 5-108-26-9,0 6 124-24-9,0 7-88-1055 403,-1 13 132 0 0,-1 16-32 1031-412,0 16 212-1031 412,0 18-20 0 0,-2 20-88 1007-421,0 19 48-1007 421,-2 18-148 0 0,-1 18 104 984-429,0 17-48-984 429,-2 14 92 0 0,-3 15-76 0 0,-4 19 32 961-437,-4 21-24-961 437,-4 23 48 0 0,-5 29-12 0 0,-5 28-20 0 0,-2 26-36 0 0,-3 19 4 0 0,1 16-100 0 0,0 12 112 0 0,2 5-16 0 0,1 3-28 0 0,4-1 4 0 0,2-3-136-961 437,3-5 32 961-437,3-4 100 0 0,3-10-28-984 429,4-11-24 984-429,3-10-4-1007 421,3-9 0 1007-421,2-9-24-1031 412,2-9-112 1031-412,4-9 124 980 463,1-9-116-2038-48,2-12 4-27-9,1-13-8 1085-406,2-13 40-1111 397,-1-12 0 1111-397,1-13 20 0 0,1-11 72-1139 386,-1-11-128 1139-386,2-10 100 0 0,0-12-20 0 0,3-11-24 0 0,4-15-28 0 0,4-15-60-1165 377,4-18-40 1165-377,3-16 20 1165-377,4-19-28-1165 377,3-20-12 0 0,1-17 24 0 0,3-17-16 1139-386,0-14 16-2104-113,1-12-76 2070 114,0-10 124-1105 385,2-9 32 1079-394,-1-6-36-1079 394,1-4 4 1055-403,1-3-68-1055 403,0 0 112 0 0,0 3 16 1031-412,1 5 16-1031 412,-1 8-64 1007-421,-2 13 16-1007 421,-2 17 32 0 0,-5 22-72 984-429,-6 22 76 0 858,-5 23-52-984-429,-5 21 56 0 0,-7 21-44 960-448,-5 18 56-960 448,-5 17-32 0 0,-5 17 28 0 0,-6 17-28 937-456,-7 20-432-937 456,-7 23 584 0 0,-7 25-24 0 0,-7 25 8 0 0,-6 23-40 0 0,-6 17 12 0 0,-3 14 72 0 0,-3 11-36-980-406,-1 7-16 980 406,-1 4-4 0 0,-1 1-8-940 444,0 0 36 940-444,0-2-8 0 0,1-3-36-961 437,0-3-20 961-437,2-5-12-984 429,1-6 0 984-429,3-7-8-1007 421,3-13-120 1007-421,5-13 152-51 875,4-14-116 51-875,4-12-16 0 0,5-11 124-1058 415,4-13-136-27-9,4-13 128-26-9,4-11-116 1111-397,5-13 136-1139 386,3-10-124-26-9,4-9 108 1165-377,2-12-132-228 892,5-8 32 228-892,6-10 92 0 0,8-13-36 0 0,9-15-28 0 0,9-17-96 0 0,10-20 12-966-526,9-21-40 966 526,8-18-76 0 0,7-16 132 1194-366,6-14-8-1194 366,5-14 4 1165-377,5-13 16-1165 377,5-9 56 1139-386,9-14-52-28-11,10-13 20-1111 397,8-10-40 1085-406,2-1 40-27-9,3 0-24-1058 415,1 6 28 0 0,-2 11 16 1034-423,-2 9-12-1034 423,0 11-16 1008-433,0 11-36 0 866,-1 9 64-25-885,-1 11-48-983 452,-2 13 48 0 0,-3 12-28 958-460,-8 17 28-958 460,-10 17-56 0 0,-11 17 52 1956-77,-14 18-16-1956 77,-14 16 24 0 0,-12 16-36 0 0,-12 14 24 905-486,-12 12-4-905 486,-11 14 24 0 0,-12 17-12 0 0,-13 17 32 0 0,-16 21 24 0 0,-17 20 8 881-492,-17 18 12-881 492,-16 13-20 0 0,-15 12 28 0 0,-13 7 48-881 492,-14 11-32 881-492,-14 10-8 0 0,-12 7-20 0 0,-3-1 0 0 0,0-8 12-905 486,3-6 32-117-876,3-8-12 1022 390,2-5-28-934 467,3-6-36 934-467,3-4 16-958 460,2-4 0 958-460,4-7-12-983 452,5-6 4 983-452,6-9-8 0 0,9-8-108-1008 443,11-12 136 1008-443,14-13-148 0 0,14-14 148-1035 436,14-13-108 1035-436,13-11 124 0 0,13-12-152-1061 426,11-11 140 1061-426,11-9-4 0 0,10-11-28-1089 418,12-10-36 1089-418,16-15-76 0 0,18-18 72-1000-479,18-18-32 1000 479,17-19-48 0 0,17-15-116 0 0,15-14 96 0 0,19-19 24 0 0,20-19-76 1085-406,16-15 16-1085 406,14-13-8 0 0,13-10 40 1058-415,9-8 52-1058 415,10-3-60 1034-423,7-3 72-1034 423,6 0-24 1008 443,6 3 24 0-886,4 8 48-1008 443,3 9-56 983-452,-1 11 40-983 452,-2 14-40 0 0,-11 17 56 1985-59,-12 18-4-1985 59,-14 15-4 929-478,-12 15-16-929 478,-13 12 32 0 0,-12 11-8 1942-117,-16 10-60-1942 117,-17 10 40 0 0,-17 8 12 1058 361,-18 9 12-193-875,-18 7 8-865 514,-17 9-4 1067 340,-18 6 4-1067-340,-16 8-68 0 0,-14 7 92 0 0,-15 10-16 0 0,-18 13-8 830-531,-22 15 20-830 531,-22 16 16 0 0,-21 16 28 0 0,-19 14-60 0 0,-17 10 28 0 0,-14 10-56-830 531,-19 12 44-237-871,-16 10-36 1067 340,-13 8 32 0 0,-9 6 28 0 0,-8 4-52-1049-350,-2 3 4 175 853,-2 0-16 874-503,0-1 52 0 0,8-6-40-1037-369,4-3 24 132 855,0-1-88 905-486,8-5 168 0 0,8-6-28-1956 77,8-6-16 1956-77,9-5 0-958 460,8-6-4 958-460,7-6 4 0 0,8-7 24-983 452,10-8 4 983-452,12-10 12 0 0,15-13-16-1008 443,15-10-12 0-886,15-12-12 1008 443,16-12-16-1034 423,16-10 4 1034-423,14-12 24 0 0,11-8-60 0 0,13-10-16 0 0,12-12 8 0 0,15-13-12-1058 415,19-17-8 1058-415,18-18-8 0 0,20-16 36 0 0,17-16-20 0 0,16-14-40 1058-415,21-19 36-1058 415,20-19-16 0 0,21-17-28 0 0,17-13 84 0 0,14-10-44 1034-423,14-8 0-26 866,11-4-32-1008-443,10-4 4 1008-443,8 1-496-1008 443,6 2 620 1034 423,4 5-36-54-886,4 5-32-980 463,-1 8-8 954-471,-2 9-8 96 863,-6 10 0-1050-392,-7 12-16 1989-118,-16 16 20-1989 118,-20 17-8 0 0,-20 16 0 1968-157,-19 14 24-1968 157,-17 13-20 1099 341,-19 11-8-1099-341,-20 10-4 1949-215,-16 10-4-1949 215,-19 7 16 1126 311,-16 7-20-1126-311,-17 7 28 1145 301,-16 6-28-373-873,-15 5 40-772 572,-12 8-32 1146 280,-14 8 12-1146-280,-18 12-4 0 0,-23 16-24 0 0,-26 16 32 0 0,-27 16 20 0 0,-24 16-12-1146-280,-30 20 40 1146 280,-29 18-8 0 0,-26 18 28 0 0,-19 12-60-1129-291,-16 11 32 1129 291,-11 5-4 0 0,-6 4 64-1111-301,-4 3-28 308 853,-1 0-28-304-873,0 2-12 1107 321,2-2 32-1941 195,4-1-12 1941-195,4-3 4-1078-351,4-1 4 188 859,5-2-12 890-508,7-2-8-1989 118,7-3-12 1989-118,9-3-32-949 482,15-10 32-106-885,19-12 4 75 866,16-12 20 980-463,17-12-112-1007 456,16-11 68 1007-456,19-15 88-1035 447,19-12-96 1035-447,19-14 80 0 0,18-11-100-1063 438,18-12 92-29-8,14-9-104 1092-430,14-11 120-2147-63,14-9-128 2147 63,12-9 100 0 0,15-14-24-1146 399,15-14-20 1146-399,19-19-16 0 0,20-19-8 0 0,19-21-16 0 0,20-17 40 1146-399,23-21-64-1146 399,23-22 12 0 0,23-19-4 1117-408,19-16 8-1117 408,16-11 32 0 0,15-8-16 1089-418,11-6-24-28-8,11-2 16-1061 426,8-1-24 1035 447,6 3 68 0-894,6 3-32-1035 447,4 6-36 1007-456,2 6-20 51 871,-2 7 20-81-890,-1 7-8-977 475,-4 10 12 2022-99,-7 10 28-2022 99,-10 12-16 0 0,-19 16 72 2004-139,-20 18-96-2004 139,-23 15 40 1110 352,-19 15-16-1110-352,-19 13 0 1988-198,-21 12 12-1988 198,-20 10-12 1141 322,-20 9 0-326-880,-20 9-4-815 558,-18 8 20 1145 301,-17 6 20-1145-301,-15 6-24 1918-292,-13 6 20-1918 292,-14 8 0 0 0,-16 11 4 1164 270,-20 13-12-1164-270,-22 17-8 0 0,-26 18 8 0 0,-27 19 8 0 0,-30 20 28 0 0,-32 21 20-1164-270,-27 20-28 1164 270,-24 16 16 0 0,-18 14-20 0 0,-13 9 20-1146-280,-10 7 28 374 852,-6 6-36 772-572,-2 4-12-1145-301,-2 4-32 1145 301,1 2 32-1956 236,4 1 60 1956-236,3 2-24-1119-332,4 0-40 250 862,5 1 20-241-882,5-1-4 203 864,8-2-32-190-885,7-4 60 154 866,9-6-12-28-6,12-7-8-114-893,17-14-4 81 873,20-17 28 1004-467,19-17-76-1033 459,18-16 56 1033-459,19-16 44-2126 0,18-16-84 1034 430,19-15 100 1092-430,17-15-120-1121 420,18-13 92 1121-420,15-11-92-1152 411,13-12 104 1152-411,12-9-32-1184 400,11-9-12 1184-400,9-8-8 0 0,11-12-4-1215 390,13-13-16 1215-390,17-18-8 0 0,17-19-92 0 0,18-19 60 0 0,16-18 48 0 0,24-22-28-1001-519,21-23-20 2206 141,20-20-488-1205 378,18-15 608 0 0,16-13-88 1175-388,15-11-40-29-11,13-9-72-1146 399,12-5 12 1117-408,11-5 8-28-10,11-2-64-1089 418,9-2-60 2096 21,9 1-4-2096-21,6 1-16 1035-447,6 3 12-1035 447,3 5-72 1007-456,1 8 64 51 871,-1 6-28-81-890,-3 7 40-977 475,-6 7 20 2022-99,-8 9-4-2022 99,-8 10-80 2004-139,-11 9 116-2004 139,-19 15 4 1979-178,-22 13 0-1979 178,-19 13 16 1119 332,-19 11-32-289-879,-16 10 60 296 858,-16 9-44 19-10,-18 10 100-373-873,-18 10-16 374 852,-19 12 88-1146-280,-18 10-68 1872-326,-19 12 68-1872 326,-18 10-52 1160 250,-16 9 48-1160-250,-15 10-36 1176 239,-18 13 80-536-857,-22 13-16-640 618,-28 19 44 0 0,-28 20-52 0 0,-34 26 28 0 0,-37 26-12 0 0,-32 22-24-1153-231,-26 20-104 1153 231,-22 15 68 0 0,-16 13 116-1823 360,-10 8-40 1823-360,-7 5-100-1144-261,-1 1 112 1144 261,1 1-56-1874 307,4-2 72 1874-307,4-2-128-1129-291,7-2 112 341 853,5-3-120-338-873,8-3 108 1126 311,4-3-68-1949 215,7-3 92 1949-215,5 0-112-1979 178,6-3 104 891-540,5 0-116 1088 362,5-4 96-1989 118,6-4-100 1040 364,12-8-56 949-482,13-11 136-2035 60,14-9-20 2035-60,12-9 20-1007 456,12-9 12 1007-456,11-9 36-1035 447,11-9 20 1035-447,16-12-24-1063 438,15-13-8 1063-438,17-14-40-2122-41,17-14 40 1005 449,15-12-32 1117-408,16-14-4 0 0,13-11-20-1146 399,11-11-8 1146-399,13-13-8-1175 388,15-16-116 1175-388,18-20 152 0 0,22-21-8 0 0,20-21 24 0 0,21-20-112 0 0,23-26 68 0 0,23-22-76 1175-388,22-21 28-1175 388,19-16 72 1146-399,16-14-116-1146 399,13-10 104 1117-408,12-8-52-1117 408,11-6 52 1089-418,10-3-104-28-8,7-3 96-26 873,8-1-104 0-894,6 2 112-1035 447,5 3-112 1007-456,4 3 96-1007 456,1 5-12 2035-60,2 6-12-2035 60,-3 8-40 1079 394,-4 10 84-136-887,-7 10-36 154 866,-7 12-92-190-885,-11 12 84 203 864,-19 14-60-241-882,-22 16 88 250 862,-20 15-96 837-568,-19 12 84-1956 236,-17 11-56 1145 301,-18 10 80-1145-301,-18 12-4 1918-292,-19 12 0-754 562,-20 12-12-1164-270,-19 11 4 1181 260,-18 11-76-494-866,-18 10 96 489 845,-15 11-84-1176-239,-16 10 104 0 0,-20 13-96 0 0,-25 17 64 0 0,-29 19 36 0 0,-29 19-4 1808-398,-37 23-40-2976 178,-36 26 84 1168 220,-34 22-40 0 0,-30 20 4 0 0,-23 14-84 0 0,-19 14 64-1816 379,-13 8 32 1816-379,-9 8-60-1160-250,-7 4-24 1160 250,-2 3-8-1144-261,0 2-60 416 848,-1 2 120-418-867,3 1 44 17-11,3 1-84 341 853,3 1 40-338-873,5 0-108 19-10,5 0 140 265 857,7-1 44-257-877,8-2-92 219 860,11-5 12 880-519,10-6-80-2004 139,14-7 164 1061 354,13-8-44 943-493,22-14 12-2056 81,22-16-12 2056-81,23-14-12-1004 467,20-15-4 1004-467,18-14-128-2096 21,20-14 136 2096-21,18-14-128-1063 438,16-12 144 1063-438,16-14-148-1092 430,14-12 132-1055-493,13-11-160 2147 63,11-12 120-1146 399,9-10-160 1146-399,9-10 116 0 0,9-11-52-1175 388,12-15-52 1175-388,13-17-24 0 0,17-21-24 0 0,19-22-52 0 0,17-21 108 0 0,22-27 112 0 0,23-27-124 0 0,21-22 92 0 0,20-19-76 0 0,16-15 100 1175-388,14-11-132-1175 388,12-9 140 1146-399,10-4-40-29-9,8-3 52-1117 408,7-2-136 1089-418,5 0 136-28-8,4 2-136-1061 426,3 3 152 1035-436,0 5-128 0 872,0 6 128-28-892,-2 6-24-1007 456,-3 8-8 0 0,-5 8-12 980-463,-6 9-68-980 463,-10 11 104 2004-79,-16 15-16-2004 79,-18 15-24 923-490,-17 15-56 143 862,-15 11 68-1066-372,-16 11-136 1968-157,-14 9 168-1968 157,-18 11-68 0 0,-18 11 92 1941-195,-18 12-32-1941 195,-18 12-12 0 0,-18 12 8 818-541,-15 11-56 274 851,-16 10 92-1092-310,-14 10-40 0 0,-16 10 44 1111 301,-22 12-88-348-869,-27 15 96-763 568,-31 19-8 0 0,-35 23-52 0 0,-36 28 116 0 0,-34 28-24 0 0,-28 26-12 0 0,-24 24-92 0 0,-19 23 84 0 0,-14 19 96-1874 267,-7 15-84 1874-267,-5 11-436 0 0,-1 6 544-1092-310,4 4 32 274 851,4-1-120-269-871,8-3 44 1087 330,8-7-48-1932 174,8-6-16 1932-174,11-7-24-1956 136,10-9 4 1956-136,11-9 20-1973 98,12-10-56 1973-98,12-13 68-954 471,17-18-108-26-8,19-18 64 980-463,20-18 32-1007 456,18-18 68 1007-456,20-17 104-1035 447,20-18-76 1035-447,21-16-40-1063 438,19-17-16-1059-479,22-16-36 2122 41,15-14 4-1117 408,16-14 84 1117-408,16-18-60 0 0,18-19-36-1146 399,21-24-28 1146-399,22-23-12 0 0,20-24-96 0 0,26-25 104 0 0,25-26-40 1146-399,23-23-12-1146 399,19-17-8 0 0,15-13-68 1117-408,15-11 100-1117 408,10-9-32 1089-418,8-5 8-1089 418,8-3 32 1061-426,5 0-28-1061 426,5 0-28 1035-436,1 1-16-1035 436,1 5 4 0 0,-1 5 32 1008-443,-4 8 4-1008 443,-5 8-24 2014-40,-9 10-12-2014 40,-10 10 28 954-471,-18 14-28-954 471,-21 17 16 1973-98,-19 16 12-1973 98,-20 14 20 0 0,-17 12-28 1956-136,-18 14-4-1956 136,-18 14 24 1078 351,-15 10-12-224-876,-17 11 0 233 855,-13 12-24-269-871,-13 10 20 274 851,-11 10-12-1092-310,-11 9 24 779-557,-9 9 12 316 847,-12 8-16-1095-290,-13 10-20 0 0,-19 12 68 0 0,-23 17-36 0 0,-25 20-12 0 0,-24 22 36 0 0,-29 25-24 740-572,-27 26-4-1480 1144,-22 24 52 740-572,-17 20 16 0 0,-12 18-44 0 0,-6 10 8-1095-290,-3 8-12 1095 290,1 2-84-1078-301,4 0 144 285 849,6-2-28-282-868,8-6-8 1075 320,8-8-24-1897 191,14-13 4 1897-191,14-15 4 0 0,15-14 32-1923 153,12-14-24 1923-153,11-11-8-898 497,10-9-24-146-877,10-11 16 1044 380,12-11-4-929 478,14-12 8-98-879,13-11 4 1027 401,14-10-56-958 460,13-12 48 958-460,13-10-8 0 0,12-9 0-1991 19,11-9-4 1991-19,10-10 0 0 0,10-9 12 0 0,10-12-8 0 0,14-14-16 0 0,17-18-16 0 0,18-20-32 0 0,20-20 16 0 0,17-18 20 0 0,17-15 44 0 0,20-20-36 0 0,20-18-40 0 0,19-15 4 984-440,14-12 0-984 440,13-8 44 1007 421,8-3-16-1007-421,8-2-8 958-460,7 0-12-958 460,5 1-12 1027 401,5 4 8-98-879,3 3 48-929 478,4 7-28 0 0,2 6-32 1942-117,-1 6-8-1942 117,-2 8 12 1058 361,-3 5 20 874-535,-7 9 12-1932 174,-14 11-20 1087 330,-18 14 8-269-871,-18 13-16 274 851,-21 13 32-1092-310,-22 13-20 1874-267,-23 15 20-1874 267,-23 12 0 0 0,-22 13-20 1112 281,-21 11-20-390-863,-18 10 28-722 582,-18 8 32 1790-334,-16 8-32-1790 334,-18 9 36 0 0,-21 10-8 1105 242,-24 13 12-1105-242,-27 14-48 0 0,-24 16 36 639-608,-22 15 0-639 608,-26 18-12 1097 224,-24 18 0-1097-224,-21 17 72-618 616,-16 15-44-500-848,-11 13 36 1118 232,-7 11-36 0 0,-7 6 12 0 0,-2 6 24-661 605,-3 3-12-463-857,-1 2 20 1124 252,1 2-52-1832 321,2-3 16 1832-321,1-3 0-1112-281,5-7 4 1112 281,6-8 4-1874 267,14-13 0 1874-267,16-15 4-1092-310,17-13-12-813 521,14-13 32 1905-211,14-13-24-1932 174,14-10 4 1932-174,16-11 12 0 0,19-11 20-1956 136,18-10-40 1956-136,17-9-16-1044-380,17-9 28 1044 380,18-9-20-929 478,15-7-16 929-478,14-8-48-1027-401,13-8 4 1027 401,14-10 0 0 0,15-12-8-958 460,17-12-12 958-460,17-17-8 0 0,19-17 4 958-460,19-15-4-958 460,16-15 20 0 0,17-12-20 0 0,19-14 44 0 0,20-14-16 0 0,17-10-12 0 0,14-7 12 934-467,11-4-8-934 467,9-2-40 0 0,6 2 52 1022 390,4 4 4-1022-390,3 7 24 905-486,2 9 0-905 486,-7 13-24 0 0,-10 14-4 1911-134,-11 14 4-1911 134,-11 13 16 1049 350,-8 11 0-209-871,-10 10-4-840 521,-9 10-40 1057 330,-16 9-36-251-867,-16 8-52-806 537,-18 8-56 1062 309,-19 7-36-1062-309,-18 6 152 0 0,-19 6-104 769-552,-18 4 132 295 842,-17 5-56-1064-290,-13 3 100 0 0,-13 5 0 1796-296,-15 3 16-1796 296,-17 7 0 0 0,-18 5-96 0 0,-18 6 100 0 0,-20 8 20 0 0,-22 7-88 1077 262,-17 8 112-1077-262,-16 8-48 0 0,-13 9 108 0 0,-11 10-36-699 586,-16 13 4-395-857,-14 14-12 1094 271,-13 13-52 0 0,-6 10 64 0 0,-6 10-28-740 572,0 9 40 740-572,2 6-64-1095-290,3 4 44 1095 290,8 1-48-1871 247,12-5 48 1871-247,16-9-40 0 0,14-10 76-1075-320,15-11-24 245 851,12-11-8-237-871,13-10-12 1067 340,15-13 56-1923 153,16-13-52 1923-153,16-13-32 0 0,16-12 32-1037-369,15-11-48 132 855,15-10-8 905-486,14-10 4 0 0,11-7-28 0 0,13-9 48 0 0,16-9-32 0 0,17-12 16-1956 77,18-12-32 1956-77,21-14 0 0 0,23-16-16 934-467,22-14 20-934 467,20-13-28 1022 390,26-16-436-1022-390,24-12 564 0 0,23-12-24 0 0,17-7-20 0 0,13-7-28 1044 380,11-5-24-146-877,8-2 16-898 497,5-1-48 1058 361,3 0 60-1058-361,3 3-36 1078 351,-1 1 12-224-876,-1 3-4 233 855,-3 3-16-1087-330,-6 4 16 1107 321,-9 3-12-304-873,-15 9-40 308 853,-20 10 24-1111-301,-19 10 28 1129 291,-20 11-32 745-598,-20 11 44-1874 307,-21 11 8 0 0,-23 13 4 1144 261,-21 10-12-460-862,-23 11-8 455 842,-19 10-4-1139-241,-19 9 8 640-614,-17 7-20 491 837,-17 9 20-1131-223,-21 8 36 0 0,-22 10-8 0 0,-27 14 0 1144 212,-27 12-4-571-845,-28 12-12-573 633,-24 13 20 0 0,-29 13-24 0 0,-28 12 40 0 0,-24 11 32 0 0,-17 9-12-573 633,-12 8 20 573-633,-7 5-4-1144-212,-3 3-16 526 834,0 1 8 618-622,4 0-4 0 0,6-2-20-1816 379,7-3 16 1816-379,15-9-8 0 0,18-9 8-1160-250,18-10-8 452 846,16-9-24-456-866,15-9 4 1164 270,14-9-12-1146-280,19-8-28 374 852,17-9 44 772-572,18-9-32-1145-301,18-8 0 1145 301,17-7-16-815 558,16-6 20-326-880,16-6-12 1141 322,14-6 32 0 0,12-3-4 0 0,10-5-24 0 0,11-5-24-856 541,14-6-4 856-541,16-7 8 0 0,17-6-28 0 0,22-10-8 1155 332,20-8-32-1155-332,19-9 12 0 0,17-8-12 1177 322,17-6-32-1177-322,13-8 44 827-562,12-5-16 355 863,9-5 28-1182-301,14-7 8 1203 289,8-3 8-1203-289,2-1 4 1224 279,-1 1 16-1224-279,-4 1-20 1961-340,-5 3 16-1961 340,-9 2 0 0 0,-9 4-24 1240 246,-12 4 28-1240-246,-13 4 0 665-620,-17 6 0 567 846,-20 6 0-1232-226,-18 6 0 0 0,-20 7 4 0 0,-19 6-8 1835-426,-17 7 4-1835 426,-17 6-24 0 0,-14 5 44 0 0,-13 5-44 0 0,-13 5 48 1235 195,-13 5 4-1235-195,-14 6-12 0 0,-19 6 12 0 0,-19 8-12 537-650,-21 9 16-537 650,-22 9-4 0 0,-19 11 8 0 0,-17 9-4 0 0,-13 10 12 0 0,-11 9 20-537 650,-9 7-4 537-650,-12 11 0 0 0,-13 8-12 0 0,-2 5-12-1235-195,4 0 8 1235 195,6-1 4 0 0,9-3 12-588 640,10-4 0 588-640,9-5 24 0 0,12-5-12-1247-214,12-6 8 607 843,15-8-4 640-629,19-8-24 0 0,17-8-24 0 0,19-8-4-1949 382,17-7 12 1949-382,17-7 4 0 0,14-6-8 0 0,13-5 0-721 613,11-5 16 721-613,11-3-24 0 0,8-3 0 0 0,10-3-8 0 0,12-4 12 0 0,16-6-28 0 0,15-6 4 0 0,18-7-28 0 0,18-8 0 0 0,19-8-20 0 0,16-8 24 0 0,15-8 32 0 0,12-7-28 1311 252,12-6 12-1311-252,10-6-8 0 0,7-4 24 0 0,16-8-8 0 0,14-5 12 1997-390,5-1-24-1997 390,1 0 4 0 0,-3 2-28 0 0,-3 3 28 0 0,-3 3-20 1322 219,-3 3 40-714-862,-5 3-28-608 643,-6 4 20 0 0,-7 2 4 0 0,-11 4-4 1861-454,-10 4-20-1861 454,-14 3 12 0 0,-16 6-8 0 0,-20 6 8 0 0,-19 8 36 0 0,-19 5-28 0 0,-18 7 20 529-656,-17 5-4-529 656,-17 6 16 1261 172,-13 5-24-1261-172,-9 3 16 0 0,-14 6 12 0 0,-15 5-28 0 0,-19 7 12 0 0,-20 8-32 0 0,-25 10 40 0 0,-23 11 0 0 0,-24 11-8 0 0,-20 9 0 0 0,-20 9 0 0 0,-23 11 32 0 0,-23 13 24 0 0,-19 10-76 0 0,-15 9 20-1790 484,-8 6 24 1790-484,-5 3 12 0 0,0 1-32 0 0,4-1 20-1278-191,13-6-16 1278 191,17-8 40-583 645,19-8-24 583-645,18-7 28-1292-210,18-8-20 1292 210,16-6 20-1941 403,20-10-36 1941-403,21-8-4 0 0,20-9-28-1284-244,19-8-4 1284 244,20-7 8 0 0,17-8 32-721 613,17-6-16 721-613,14-6 16 0 0,14-6-16-1289-266,15-4 12 1289 266,20-7-44 0 0,21-6 32 0 0,24-8-32 0 0,26-7 56 0 0,25-8-44 0 0,22-7 16 1289 266,21-7-32-1289-266,17-5-4 0 0,26-9-36 0 0,26-9 36 0 0,23-7-28 0 0,19-6 64 1311 252,15-6-44-1311-252,12-3-4 0 0,10-3 44 1332 241,7 0-48-1332-241,6 1 44 665-631,4 2-48-665 631,3 2-8 1322 219,-1 5-72-1322-219,-2 4 68 0 0,-6 6-12 1917-444,-6 6 4-1917 444,-20 9-20 0 0,-24 8 24 0 0,-23 9 24 1844-475,-24 7-100-1844 475,-20 8 116 0 0,-26 5-100 0 0,-26 6 112 498-662,-25 4-100 775 821,-25 4 120-1273-159,-23 2-112 0 0,-24 4 136 0 0,-22 1-112 446-670,-20 2 116-446 670,-18 4 24 0 0,-19 4-12 1252 141,-23 6-4-1252-141,-29 8-8 0 0,-29 10 8 0 0,-30 9 8 0 0,-29 8-16-1252-141,-35 12-12 1252 141,-34 10 4 0 0,-29 9-20 0 0,-25 7 24 0 0,-20 5-12-446 670,-12 3 12-827-829,-11 2-16 1273 159,-6-1 0 0 0,-2 2 28-1261-172,1-1-20 732 828,5 1-68 529-656,6 0 88-1278-191,10 0-8 1278 191,13-2 8-1875 435,21-4-24 1875-435,27-7 4-1276-223,25-6 4 1276 223,25-8 4-1257-235,24-7-28 565 852,26-8 0 692-617,25-8-8-1265-256,24-8 8 1265 256,24-9 0 0 0,22-6 8-1244-267,20-8-4 1244 267,17-7 20 0 0,16-6-44 0 0,19-6 16-1224-279,21-8-24 435 862,27-11 8 789-583,29-10-8 0 0,27-11 4 0 0,26-12 12 0 0,31-12-16 0 0,30-12 32 1245 289,27-9-32-1245-289,23-8 12 0 0,18-5-32 2012-326,12-6 4-2012 326,11-3 0 0 0,8-2 12 0 0,4-2-16 0 0,3-1 24 1265 256,0 1-16-1265-256,-2 2 24 0 0,-6 2-8 1949-382,-6 4 16-1949 382,-10 4-28 0 0,-21 9-28 0 0,-24 8-88 1887-415,-25 10 128-1887 415,-26 8-100 0 0,-28 10 132 1264 203,-29 10-112-705-851,-28 8 112-559 648,-27 8-100 0 0,-25 8 108 1248 183,-24 7-116-1248-183,-20 5 136 508-657,-19 7-28-508 657,-22 7 40 0 0,-24 9-8 0 0,-29 10 16 1230 165,-30 11 0-1230-165,-30 10-8 0 0,-27 11-8 0 0,-33 14-28-1230-165,-34 11 8 1230 165,-27 11-12 0 0,-23 9 32-508 657,-18 6-20 508-657,-13 5 20-1248-183,-7 5 64 1248 183,-4 4-28 0 0,0 4 4-1823 445,0 3-12 1823-445,5 3 16-1247-214,7 2-20 1247 214,7-1 12-1897 394,10-2-456 1897-394,13-1 624-1240-246,14-4-40 1240 246,22-7-40-1961 340,24-8-12 1961-340,22-7-68-1224-279,22-9 0-788 562,19-7-16 2012-283,20-9-4-1200-311,21-9-40 1200 311,18-10 20-1177-322,19-8-24 306 868,17-9 12 871-546,18-9-28-1169-344,15-9 24 1169 344,14-7-28 0 0,13-8 32-1144-353,14-8-20 1144 353,19-11 8 0 0,20-11-20 0 0,22-13-8-926 516,26-14 0 926-516,23-12 24 0 0,21-13-32 0 0,26-13-4 0 0,26-15-36 0 0,22-13 32 926-516,17-10-20 218 869,14-9 12-1144-353,11-6 20 0 0,8-2-20 0 0,5-1-36 1169 344,5-1-24-1169-344,2 1 16 871-546,0 1-8 306 868,-2 1 32-1177-322,-2 3-4 1200 311,-6 4-8 23-11,-6 5 40-434-883,-15 9-40 435 862,-20 11 0-1224-279,-17 9-8 1244 267,-17 9-112-527-874,-16 8 136 523 853,-16 10-92-1240-246,-20 9 108 1257 235,-20 9-92-617-864,-23 10 108-640 629,-21 9-92 1247 214,-22 9 120-1247-214,-20 9-100 588-640,-18 6 136-588 640,-14 8-24 1235 195,-17 7 12-1235-195,-20 10 48 0 0,-25 12-32 0 0,-26 13-36 0 0,-28 15 20 1248 183,-25 13-12-1248-183,-32 17-4 0 0,-31 14-4 0 0,-27 14 0-1248-183,-21 9 56 1248 183,-16 7-12-559 648,-10 6 16 559-648,-6 3-20-1264-203,-1 2-4 1264 203,0 1-48-611 638,5 0 48-665-861,6-2-12 1276 223,9-4 24 0 0,17-6 4-1949 382,19-9-12 1949-382,19-7-24-1265-256,18-7-12 1265 256,15-7-8-745 603,16-5 8-522-880,14-7-12 1267 277,17-9 4-1245-289,17-9-40 425 867,16-9 44-421-888,18-9-24 1241 310,16-9 28 0 0,15-8-20-1218-322,14-9 16 1218 322,12-8-12-886 550,10-7 4 886-550,14-8-36 0 0,14-8 24-1208-344,17-11-4 1208 344,22-13 36 0 0,21-12-44 0 0,23-14 20 0 0,19-11-40 0 0,19-12 16 1208 344,22-15-44-1208-344,22-15-28 0 0,21-13 12 0 0,14-10 28 1234 333,12-8 20-364-894,8-4-8-870 561,6-4-52 1241 310,2-1 0-1241-310,2-2-16 1266 300,-1 1 24-467-889,-2 0 20-799 589,-4 2-12 1267 277,-5 3 72-1267-277,-15 10-48 1289 266,-16 10-40-568-879,-15 13-76-721 613,-17 11 116 1284 244,-16 12-88-619-870,-21 14 96 611 849,-20 13-88-1276-223,-23 14 128 611-638,-21 14-96-611 638,-22 12 140 1264 203,-21 12-108-1264-203,-18 11 176 559-648,-20 11 12 689 831,-21 15 44-1248-183,-25 16-84 0 0,-28 19-4 0 0,-26 17-8 0 0,-33 19 24 0 0,-29 17 80 0 0,-28 15 80 0 0,-22 12 56-529 656,-17 9 36 529-656,-13 7 28-1278-191,-7 6 16 1278 191,-5 4-16 0 0,0 2-512-1264-203,2 2 600 653 841,5 2-112 611-638,6 1-52-1276-223,8 1-88 611 849,9-2 0-619-870,10-2-24 1284 244,18-10 1 0 0,18-11-49-2010 347,18-10-60 2010-347,15-9 12-1267-277,15-8-56-798 566,11-7 12 2065-289,11-8-20-1241-310,13-9 20 1241 310,13-11-56-2104 228,13-10 32 2104-228,12-12-12 0 0,11-9 0-1208-344,12-11-16 1208 344,11-9-4-933 533,9-11-40-261-899,7-9-28 1194 366,10-9-44 0 0,11-10 0 0 0,13-13-44 0 0,14-14 24 0 0,17-15-41-1165-377,20-17-3 1165 377,17-14-56 0 0,16-15-8 0 0,15-12-8 0 0,12-12 4 1165 377,16-14-36-1165-377,18-14 24 0 0,14-10 32 0 0,11-8 24 946-521,9-5-28 235 875,4-2 76-1181-354,3-1-40 1208 344,2 0 24-1208-344,0 2 60 886-550,-2 3 4 332 872,-9 10 12-1218-322,-11 9-4 1241 310,-9 9 20-421-888,-8 9-40 425 867,-8 6 24-1245-289,-6 7 0 1267 277,-9 8 40-522-880,-8 8 24-745 603,-10 9-24 1265 256,-16 11 12-1265-256,-15 12-4 0 0,-18 13 12 1284 244,-16 11 4-619-870,-18 13 20-665 626,-16 10 4 1276 223,-13 10 4-1276-223,-14 11-28 0 0,-14 11-12 0 0,-17 13 60 0 0,-23 16 0 611-638,-23 15 72-611 638,-23 15 24 0 0,-21 15 0-611 638,-25 16-44 611-638,-25 16-20 0 0,-21 11 24 0 0,-15 9 28-1276-223,-11 5-56 1276 223,-7 3 60 0 0,-4 1-48 0 0,-1 1 32-1949 382,1 0-28 1949-382,0-1-8 0 0,3-3-16-1265-256,2-3 12 520 859,9-7-24 745-603,10-10 36-1267-277,9-8-36 1267 277,7-6-24-2065 289,5-6-20 2065-289,2-4 24 0 0,2-4-24-2111 251,4-4 16 2111-251,3-4-20-1234-333,7-4 24 315 878,6-6-32 919-545,8-6 28-1222-356,14-8-4 1222 356,13-8 20-966 526,16-10-8-239-904,15-8-8 1205 378,16-9-24 0 0,16-8-48-1175-388,17-9-184 155 883,13-8-20 1020-495,11-9-56 0 0,13-9-104 0 0,15-13 24 0 0,18-14-88 0 0,21-18 100 0 0,24-16-108 1184 400,23-17 104-1184-400,28-17-176 0 0,26-19 168 1215 390,26-15-16-1215-390,20-11 68 1001-519,17-7 44 234 887,13-5-28 30-12,9-1 160-1265-356,7 1 28 1296 344,5 2 0-376-905,1 2 48 387 882,1 3-4-1307-321,-1 5 32 1336 309,-4 6 8-494-898,-6 6 40-842 589,-13 12 20 1339 285,-17 11-44-1339-285,-14 11 56 2120-341,-15 11 8-2120 341,-12 11 72 0 0,-12 9 4 2056-378,-17 10 40-2056 378,-17 12-8 0 0,-18 10 92 0 0,-19 12 52 665-631,-18 11 164 657 850,-18 11-72-1322-219,-15 9 156 0 0,-15 10-12 0 0,-16 13-8 0 0,-17 15-44 608-643,-22 20-48-608 643,-25 20-52 0 0,-25 17-92 0 0,-30 21 4 0 0,-32 18 32 0 0,-27 16-40 0 0,-23 10-28-1930 424,-19 8-40 1930-424,-14 2 28 0 0,-9 0-32 0 0,-6-5 0-1303-231,-2-5 20 609 852,1-8-32 694-621,4-7-4-1311-252,12-12-24 1311 252,15-12 20-750 608,17-11-24-565-883,15-11-32 1315 275,15-9-8 0 0,13-8-8-2120 296,18-10-36 833-606,17-10 16 1287 310,19-9-8-1260-322,17-9-20 1260 322,18-9-64-2153 212,17-6-168 2153-212,15-8-248 0 0,13-7-372-1222-356,12-7-196 1222 356,12-6-516 0 0,14-10-1556-1194-366,15-10-1153 1194 366,2-4 1837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27.966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143 1382 836 221978 59813,'0'0'664'0'0,"0"0"4"0"0,0 0-200 0 0,-2-1 12 0 0,0 1-96 0 0,0-1-28 0 0,0 0-12 0 0,-1 0 8 0 0,0 0 24 0 0,0 0-36 0 0,0 0-11 0 0,0-1 27 0 0,0 0-60 0 0,-1 0-20 0 0,0 0-16 0 0,1 1 40 0 0,-1-1-24 0 0,0 1-32 0 0,1-1 12 0 0,-1 1-32 0 0,0-1-16 0 0,1 0-8 0 0,-2 1 4 0 0,0-1 20 0 0,1 1-20 0 0,-1 0-12 0 0,0 0-12 0 0,1 0 8 0 0,2 0-12 0 0,-2 0 8 0 0,1 0 0 0 0,0 0 32 1031-412,1 1-72-1031 412,0-1 160 0 0,0 1-8 0 0,-1-1-40 0 0,0 0-8 0 0,1 0-20 0 0,1 1-48 0 0,0 0-56 0 0,1 0 24 0 0,0 0-12 0 0,-3 0 16 0 0,0 0-4 0 0,0 1-32 0 0,1-1-8 0 0,1 0 4 0 0,0 0-24 0 0,0 1-24 0 0,1-1 12 0 0,0 0-32 0 0,0 0 0 0 0,0 0 0 983 452,0 0-4-983-452,0 0-28 0 0,0 0 28 0 0,0-1 24 0 0,-2 2-20 0 0,-1-1 12 0 0,0 1 4 0 0,1-1-4 0 0,0 0-8 0 0,1 0-20 0 0,0 0 4 0 0,1 0-8 0 0,0 0-4 0 0,0 0 0 0 0,0 0-12 0 0,0 0 0 0 0,0 0-8 0 0,1 0 0 0 0,-1 0-4 0 0,0 0 8 0 0,0 0 8 1008-433,2-2-4-1008 433,3-1-12 0 0,4-4-8 0 0,6-3 28 0 0,7-4-24 0 0,9-7-12 984-440,10-6 0-1968 11,11-6-16 984 429,10-7 8 0 0,9-5 4 961-437,11-6 0-961 437,10-6 12 0 0,10-4-4 0 0,9-3 4 0 0,7-2-8 0 0,7 0-8 0 0,4 0 12 0 0,3 1 12 0 0,1 3 4 0 0,0 1 12 0 0,0 4-20 0 0,-1 3 8 1920-38,-5 5-8-1920 38,-5 4-16 0 0,-7 5 0 0 0,-6 4-12 915-463,-6 3-20-915 463,-6 3-72 0 0,-5 2-48 0 0,-8 3 12 0 0,-9 3-48 893-470,-7 2-20-893 470,-10 4-16 0 0,-8 2 16 0 0,-8 2 40 0 0,-7 2 40 0 0,-6 2-40 0 0,-4 1-52 0 0,-4 1-140 1857-113,-3 1-228-1857 113,-5 2-164 0 0,-2 1-184 0 0,-3 2-208 0 0,-1 1-1213 0 0,-5 3-435 0 0,-1 1 412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28.387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466 1281 680 222051 58941,'-8'5'1352'0'0,"-10"7"-204"0"0,-10 6-120 1005-409,-7 4-204-1005 409,-3 3 41 0 0,-1-1-117 0 0,2-1 48 0 0,4-2-48 0 0,2-2-12 0 0,5-3-92 0 0,3-3-92 0 0,4-2-8 0 0,2-2-64 0 0,3-1 96 0 0,1-1 28 0 0,2-1-24 0 0,0 0-16 0 0,3-2-36 0 0,0 1-48 0 0,2-2-60 0 0,-1 1-56 0 0,1 0-48 0 0,0-1-56 0 0,0 0-32 0 0,1 0-48 983-418,1-1-11-983 418,1 0-73 0 0,2-1-4 0 0,-2-1-16 0 0,1-1-24 0 0,2-3-12 0 0,2-3-4 0 0,3-3-24 0 0,4-3 8 0 0,4-4-8 0 0,6-4 0 0 0,6-5 4 0 0,5-4 12 0 0,8-4-20 0 0,8-4-12 0 0,7-4-20 961 437,10-3 16 0-874,7-4-20-961 437,12-3-12 0 0,12-5 16 0 0,10-3-4 940-444,10-3 12-940 444,8-2 0 0 0,7 0 0 0 0,6-1-4 980 406,6 0 12-980-406,4 1 0 0 0,3 2-12 0 0,2 1 12 915-463,1 2 20-915 463,0 2-8 997 387,-1 3 12-997-387,-1 3-20 0 0,-4 4-4 0 0,-7 4-216 0 0,-10 4-169 0 0,-10 6-103 0 0,-11 3-100 1898-114,-9 5-76-1898 114,-11 3-92 0 0,-12 4-80 0 0,-11 3-32 0 0,-11 4 52 0 0,-11 3-16 0 0,-10 3-28 0 0,-11 2-124 0 0,-6 3-160 1030 358,-5 1-1073-1030-358,-6 4-271 0 0,-4 0 92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28.752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575 1206 1504 226008 59853,'-10'7'1260'0'0,"-15"9"-84"-24"-873,-13 11-264 24 873,-11 7-3 0 0,-4 4-229 0 0,-1 1 44 0 0,0-1-108-984-429,5-1 16 984 429,4-4-76 0 0,6-4-20 0 0,6-5-76 0 0,6-3-76 0 0,4-4-56 0 0,4-2-32 0 0,3-3 0 0 0,3-2 68 0 0,3-3 168 0 0,2-1 92 0 0,2-1-40-961-437,2-2-36 961 437,4-3-60 0 0,4-4-60 0 0,5-5-36 0 0,7-5-48 0 0,10-7-40 0 0,10-7-60 961-425,12-7-16 0 850,11-7-35-961-425,11-5-25 0 0,13-7-36 0 0,11-4-12 0 0,9-4-24 0 0,8-2 4 0 0,7 1-28 0 0,6 0-32 0 0,4 1 0 0 0,4 2-20 0 0,3 1-4 940-444,1 2-16 40 850,3 2-8-980-406,0 0 16 0 0,3 2-12 0 0,1 0 8 915-463,2 1-4-915 463,0 0-8 0 0,1 2-4 0 0,-2 1-16 997 387,-2 0 52-997-387,-2 3-12 0 0,-7 3 8 0 0,-8 3-16 0 0,-9 4 0 888-482,-7 4-8 122 850,-8 3 0-1010-368,-7 3 8 0 0,-9 3-12 0 0,-10 4-40 0 0,-10 2-72 0 0,-11 4 24 0 0,-9 2-20 0 0,-9 3-144 0 0,-7 2-161 0 0,-10 2-155 0 0,-4 3-152 0 0,-6 2-80 0 0,-5 3-132 1030 358,-7 4-144-1030-358,-8 5-96 0 0,-9 5-132-874 503,-10 4-1752 1932-142,-10 4-1129-1058-361,1-2 1789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29.124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478 1195 1052 226991 59401,'-9'5'2084'0'0,"-13"7"-596"0"0,-11 7-295 0 0,-8 5-189 0 0,-6 4-60 0 0,-1 1-80 0 0,1-1-80 0 0,5-3-168 0 0,5-3-116 0 0,6-3-80 0 0,4-3-80 0 0,5-3-68 0 0,5-2-32 0 0,2-1-28 0 0,2-2 248 0 0,3-2 136 0 0,3-1-12 0 0,2-1 16 0 0,2-1-36 0 0,1-2-68 958-460,6-1-56-958 460,6-3-80-1005-409,8-3-31 1005 409,9-5-61 0 0,8-5-48 0 0,12-5-32 0 0,12-7-16 0 0,11-6-32 0 0,14-6-48 0 0,15-7-16 0 0,13-5-8 1005 409,12-5-40-1005-409,9-3 28 0 0,8-1-8 0 0,8-2-32 0 0,6 1 20 0 0,6 0-16 0 0,3 2 0 1956-77,4 2-16-1956 77,3 1 8 0 0,2 3-24 0 0,1 0 16 0 0,1 3-20 905-486,-1 1 0 132 855,-1 2-4-1037-369,-2 2 24 0 0,-3 2-16 0 0,-2 2 4 1058 361,-5 2 0-193-875,-4 3-16-865 514,-10 3-12 0 0,-10 4 40 0 0,-12 2-4 0 0,-11 4 8 1067 340,-9 2-4-1067-340,-11 4-16 0 0,-11 2-60 0 0,-12 4-92 0 0,-10 1-16 1087 330,-10 2 8-1087-330,-9 3-60 0 0,-8 1-120 0 0,-11 2-213 1107 321,-5 2-131-1107-321,-5 2-88 0 0,-6 2-92 0 0,-6 4-164 0 0,-7 5-200 0 0,-9 4-200 0 0,-12 4-1712 0 0,-12 6-1245 0 0,0-1 1993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29.489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552 1242 436 226063 61617,'-11'7'2252'0'0,"-14"7"-580"0"0,-14 9-459 0 0,-10 6-169 0 0,-4 2-108 0 0,-2 2-96 0 0,3-3-48 0 0,5-2-148-1063-438,6-4-116 1063 438,6-3-128 0 0,6-3-52 0 0,5-4-100 0 0,3-2 4 0 0,4-1-16 0 0,3-3 40 1063 438,2 0 76-1063-438,3-2 108 0 0,1-1 80 1033-459,2-1-36-1033 459,2-2 8 0 0,3-1-52 0 0,4-3-68 0 0,5-2-44-1061-426,6-4-64 1061 426,8-5-36 0 0,9-4-51 1061 426,11-6-9-1061-426,10-4-24 0 0,9-6-24 0 0,9-3 0 0 0,10-3-24 0 0,11-4-36 0 0,13-3-12 1004-467,10-4 0-1004 467,10-1-36 1085 406,10-3 12-1085-406,6-1-20 0 0,8 0-12 1111 397,7-2-4-146-896,6 0 16-965 499,5 0-28 0 0,4-1 28 0 0,6 0-44 1129 375,3-1 20-1129-375,5 2-4 0 0,2-1 12 0 0,1 2-12 926-516,0 2 28 218 869,-1 2-32-1144-353,-2 4 16 0 0,-4 2-16 0 0,-5 3 16 0 0,-5 5-28 0 0,-8 2 32 1169 344,-13 4-36-298-890,-12 4-72-871 546,-12 4-124 0 0,-12 3-124 0 0,-10 2-96 1177 322,-12 4-117-1177-322,-11 2-131 0 0,-11 3-48 0 0,-12 2 52 1200 311,-11 2-84-1200-311,-11 2 28 809-572,-8 3-348-809 572,-10 1-260 414 872,-7 3-1764-414-872,-8 2-1177 0 0,-3 0 1885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29.850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519 1078 2076 230612 63278,'-12'6'1988'0'0,"-16"9"-439"0"0,-15 7-365 0 0,-9 5-120 0 0,-4 2-172 0 0,-1 0-96 0 0,5-2-84-1184-400,6-3-112 1184 400,6-3-116 0 0,7-4-100 0 0,6-3-64 0 0,6-3-8 0 0,3-1 72 0 0,5-2 116 0 0,4-3 52 0 0,2-1 0 1020-495,3-1-40 155 883,5-3-28-1175-388,5-3-64 0 0,8-4-16 0 0,10-3-59 0 0,9-6-29 0 0,13-4-36 0 0,12-7-8 0 0,13-4-84 0 0,10-4 12 0 0,15-6-36 0 0,15-4-12 2171-148,14-5-56-2171 148,13-4 8 0 0,11-1-44 0 0,10-1-4 0 0,9-2 16 1222 356,8 1 0-1222-356,7 0-32 0 0,5 1-48 0 0,5 1 32 1250 344,3 2-24-1250-344,3 1 20 0 0,2 1-28 2163-234,1 3 16-2163 234,-2 2-16 0 0,-1 2 36 0 0,-4 2-48 0 0,-3 2 12 1287 310,-5 3-16-1287-310,-6 3 12 830-583,-6 2-16-830 583,-13 4-124 0 0,-13 4-132 0 0,-14 3-120 1290 287,-12 3-124-1290-287,-13 3-220 0 0,-12 3-137 0 0,-14 3-83 0 0,-14 3 36 0 0,-12 2-52 1315 275,-14 4-200-1315-275,-11 1-196 0 0,-10 2-1820 0 0,-11 2-1297 0 0,-7 1 2093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0.267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874 771 1552 233632 65860,'-15'7'2040'-1344'-380,"-20"10"-468"1344"380,-20 11-351 0 0,-16 8-261-240-909,-9 5-44 240 909,-5 3-52 0 0,1 1-180 0 0,5-3-80 0 0,7-3-156 0 0,9-4-60 0 0,10-5-112 0 0,8-3-20 0 0,8-4-52 0 0,7-3 44 0 0,7-3 36 0 0,5-1 160 0 0,5-3 196 0 0,4-1-8 0 0,3-4-52 0 0,6-1 44 0 0,4-3-52 0 0,7-3 5 2306-155,7-3-93-2306 155,11-5-20 0 0,12-7-56 0 0,16-6-24 0 0,14-6-12 1313 356,19-7-24-1313-356,17-6-44 0 0,16-5-16 0 0,15-4-60 1346 344,14-3-32-1346-344,12-2-40 0 0,10 0-28 1380 331,8 0-24-1380-331,9-1-36 916-578,6 0-8-916 578,5 1 0 0 0,4 1-16 1389 307,3 1-4-1389-307,0 1-8 0 0,1 1-4 0 0,-2 1-4 853-594,-5 2-8 540 877,-5 1-44-1393-283,-7 2-136 0 0,-8 3-204 0 0,-11 1-104 0 0,-13 4-176 0 0,-14 3-120 1420 269,-15 3-168-1420-269,-13 3-189 0 0,-12 3-111 0 0,-12 3-272 0 0,-13 3-340 0 0,-13 3-1828 0 0,-13 2-1965 1447 255,-17 4 3237-1447-255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0.897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515 832 2424 232252 69706,'-9'4'2044'0'0,"-11"7"-491"0"0,-10 5-349 1243-540,-9 5-228-2790 146,-4 3-192 1547 394,-1 1-188 0 0,2 0-112 0 0,2-2-108 0 0,5-2-20 1202-535,3-3-64-1202 535,5-1 72 0 0,3-3 52 0 0,4-1-4 0 0,2-3-4 0 0,3 0-44 0 0,1-2-8 1146-543,3-1-28-1146 543,0-1 0 0 0,3-1 36 0 0,1 0-4 0 0,1-1 12 0 0,2-1-36 0 0,0-1-56 0 0,0 0-40 0 0,0 0-48 1095-551,2-1-19-1095 551,1-1-37 0 0,1 1-20 0 0,1-2-20 0 0,2 0-8 0 0,0 0-12 0 0,2-1 16 0 0,0 0 12 1484 354,1 0 28-1484-354,0-1 4 0 0,0 0-4 0 0,0 1 0 0 0,1-2 0 0 0,-1 1-12 0 0,1 1 8 0 0,-1-1 12 0 0,0 1 4 0 0,-1-1 0 0 0,1 0-28 0 0,-1 1 0 0 0,1-1 12 0 0,-2 1 4 0 0,0 0 0 0 0,1 0 16 0 0,-1 0 4-1484-354,-1 1 8 2529-205,-1 0 20-1045 559,1 0 24 0 0,1-1-12 0 0,-2 1 36 0 0,0 0-44 0 0,-1 1 20 0 0,1-1-56 0 0,0 0 12 0 0,0 0-60 0 0,-1 0 40 0 0,0 1-92 0 0,0 0 52 0 0,-1 0-44 1462 342,0 0 56-1462-342,0 0-76 0 0,2-1 60 0 0,0 0-92 0 0,0 1 80 0 0,0-1-88 0 0,-1 1 104 0 0,2-2-88 0 0,1 1 68 0 0,1-1-88 0 0,2-1 80 0 0,1-1-68 0 0,2 1 76 0 0,2-2-72 0 0,3-1 112 0 0,2-1-48 976-577,6-1 112-976 577,6-2-100 0 0,6-2 104 0 0,8-2-160-976 577,6-1 152 976-577,10-4-96 0 0,8-1 116 0 0,8-3-128 0 0,7-2 96 0 0,7 0-112 0 0,7-2-8 0 0,5 1-4 0 0,7-1-8 1501 328,8-2 32-1501-328,10 0-28 950-589,9-1 4-950 589,6-1 36 0 0,6 0 40 0 0,6-1 0 0 0,4 0 4 0 0,3-1-8 0 0,4 1-12 0 0,1-1 28 0 0,2 0 16 905-595,1 1 28-905 595,-1 0 44 0 0,0 0-16 0 0,-3 2-24 0 0,-3 0 24 0 0,-4 1 32 0 0,-8 2 8 0 0,-10 2 16 0 0,-8 2 20 0 0,-8 3 16-1447-305,-7 1 17 2338-284,-7 2-9-891 589,-5 2-12 0 0,-9 2-16 0 0,-9 2-8 0 0,-8 1 4-1389-307,-10 2-4 1389 307,-8 2 12 0 0,-9 1 8 878-583,-7 1 20-878 583,-7 0-4-1336-309,-5 0-28 1336 309,-5 1-44 0 0,-4 0-32-1307-321,-3 1-72 1307 321,-2-1 8 0 0,-2 1-36-1278-333,-4 0-16 1278 333,1 0-68 0 0,-1 0-340 903-556,-2 1-540-2137 223,-1-2-536 1234 333,-2 2-429-919 545,-1-1-751 919-545,-2 0-868 0 0,-1 0-3193 0 0,-2-3-5308 0 0,-1 0 9545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1.578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185 514 912 226901 57670,'0'0'1924'0'0,"-4"1"-372"0"0,0 1-259 0 0,-3 0-97 0 0,-1 0-128 917-452,-2 0-108-917 452,0 0-76 0 0,-1 1-8 0 0,2-1-52 0 0,-2 0 4 0 0,1 0-48 0 0,1 0-56 0 0,1-1-56 0 0,0 1-84 0 0,1 0-12 0 0,0-1-80 0 0,1 1 5 0 0,2-1-53 0 0,-1 1-52 0 0,0 0-48 897-459,1-1-20-897 459,0 1-60 974 384,0-1-24-974-384,1 0-52 0 0,0 0-36 0 0,0 0-24 0 0,0 0-20 0 0,1 0-24 0 0,0-1-20 0 0,1 0-8 871-478,-1 1-4-871 478,-1 0-24 0 0,0 0 4 0 0,1-1-20 0 0,1 1 12 0 0,0-1 0 0 0,0 0 4 0 0,4 0-16 0 0,3 1 4 0 0,5-2 8 0 0,6-2 12 0 0,7-1-20 0 0,10-3 16 0 0,13-3-4 0 0,14-5-4 986 365,13-2-4-986-365,14-4 0 0 0,12-1-16 0 0,15-4-4 0 0,12-1-4 0 0,12-3 20 0 0,10 1-12 1004 357,6 0 12-1004-357,6 0-16 0 0,1 2 0 0 0,2 1-4 0 0,-2 1 16 0 0,-2 2-12 1021 347,-6 1 8-1021-347,-7 3-16 0 0,-8 0 16 0 0,-6 2-16 0 0,-5 1 12 0 0,-6 2-16 1039 339,-7 0 12-1039-339,-6 1-12 0 0,-10 1-16 0 0,-11 2-148 0 0,-11 1-68 0 0,-12 1 0 0 0,-11 2 40 0 0,-9 1-136 0 0,-10 1-220 0 0,-8 2-120 227 861,-8 1-176-227-861,-5 2-149 0 0,-6 1-131 0 0,-4 3-28 0 0,-7 2-152 0 0,-8 4-240 0 0,-8 4-1720 0 0,-11 3-1409 0 0,-1-1 2281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1.976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602 428 1020 229077 60216,'-10'4'2220'-1055'-403,"-13"6"-572"1055"403,-13 6-335 0 0,-10 3-77 0 0,-5 3-24 0 0,-3 0-76-1031-412,1 0-88 1031 412,3-1-36 958-460,6-3 0-958 460,5-2-56 0 0,7-3-60 0 0,4-1-84 0 0,4-3-72 0 0,5-1-119 0 0,2 0-53 0 0,3-2-88 0 0,1 0-32 0 0,3-2-40 0 0,1 0-28 934-467,1 0 72-934 467,0-1 32 0 0,2-1 64 0 0,2-1-12-1002-398,1 0-40 2004 796,4-2-36-1002-398,6-3-76 0 0,5-3-84 0 0,6-3-28 0 0,10-3-60 0 0,8-3-44 0 0,12-4-24 0 0,11-3-36 0 0,11-3-16 1022 390,10-2-12-1022-390,8-1-12 0 0,8 0-16 0 0,5-1 60 0 0,6 1-84 1044 380,5 1-12-1044-380,8 0 8 1066 372,4 2-16-1066-372,3 1 64 0 0,1 1-72 0 0,0 2 48 1088 362,4 0-56-1088-362,1 1-8 0 0,-1 1-16 1110 352,-1 1 12-1110-352,-1 1 4 0 0,-1 1 8 869-530,-3 1-4 250 862,-2 1 4-1119-332,-3 0-4 0 0,-5 2 8 0 0,-3 0-8 1141 322,-6 1-24-1141-322,-8 1 32 0 0,-8 2-240 815-558,-8 1-88-815 558,-8 0-68 0 0,-8 2-112 0 0,-10 1-20 0 0,-9 1 72 0 0,-7 1 20 1145 301,-8 1-28-1145-301,-5 0-180 0 0,-9 1-156 0 0,-4 1-152 0 0,-4 0-132 0 0,-5 3-101 0 0,-6 2-183 0 0,-4 1-52 0 0,-8 2-344 0 0,-6 3-1844 0 0,-10 2-1877 0 0,0-2 3085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2.384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515 221 2236 229185 61097,'-9'3'2052'0'0,"-13"5"-491"-1085"-406,-10 5-285 1085 406,-9 3-56 0 0,-4 3-64 0 0,0 0-140 0 0,2-1-76 0 0,4-2-76 0 0,5-1-84 0 0,4-2-28 0 0,4-2-4 0 0,4-2-12 0 0,4 0-28 0 0,2-2-43 0 0,1-1-29 0 0,3 0-68 0 0,1-1-36 0 0,2-1-72 0 0,0-1-48 0 0,2 1-100 0 0,0-1-36 0 0,1-1-72 0 0,0 1 28 0 0,1 0 92 0 0,1-1 136 0 0,2 0-68 0 0,4-1 80 0 0,3 1-80 0 0,5-2 64 0 0,4 0-124 0 0,6-2 28 0 0,7-2-124 0 0,7-1 20 0 0,6-2-104 0 0,8-2 32 0 0,5 0-88 977-475,5-3-20-977 475,5 0-20 0 0,4-1-12 1079 394,4-1-16-1079-394,5-1 0 0 0,3-1 8 0 0,4-1-28 943-493,1 0-4-943 493,1 0 4 0 0,0 1-16 0 0,0-1 16 0 0,0 0-4 0 0,0 2-4 0 0,0-1 0 1097 373,1 1 128-190-885,-1 0-152-907 512,2 1 128 0 0,-1 1-156 0 0,-1 0 152 0 0,-3 1-156 0 0,-3 1 140 0 0,-2 0-156 0 0,-1 1 140 1110 352,-4 1-128-1110-352,-1 1 128 0 0,-2 0-140 0 0,-3 0 112 0 0,-4 1-284 0 0,-4 1-44 869-530,-5 0-144-869 530,-5 1-68 0 0,-4 1-128 0 0,-6 0-132 0 0,-5 1-52 0 0,-4 0-80 1119 332,-3 0-84-1119-332,-3 1-164 0 0,-6 1-164 0 0,-1 0-185-856 541,-4 0-455 856-541,-1 3-2296 0 0,-3 0-2709 0 0,-3 0 4545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2.786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701 483 1576 223937 61617,'-9'3'2228'0'0,"-15"4"-551"0"0,-13 5-293 1063-438,-11 3 0-1063 438,-7 2-60 0 0,-4 1-112 0 0,-1 0-96 0 0,3-1-112 0 0,3-2-28 0 0,6-1-20 0 0,5-3-4-1035-447,5-1-79 1035 447,5-2-165 0 0,5 0-136 0 0,4-2-108 1035-436,3 0-88-1035 436,4-2-68 0 0,3-1-60 0 0,2 0 12 0 0,3-1-20 0 0,2 0-12 0 0,3-2-20 0 0,4-1-44 0 0,5-3-4 0 0,5-3-48 0 0,8-3 8 0 0,9-3-28 0 0,10-4-16 0 0,12-2-24 1008-443,11-4-8-1008 443,12-2-16 0 0,9-1-40 0 0,9-2 24 0 0,6 0 20 0 0,6 0-12 0 0,5 1 4 1034 423,3 1-8-1034-423,5 0-4 0 0,2 1-60 0 0,3 2 84 0 0,1 0-24 0 0,2 1-20 0 0,0 0 12 1058 415,0 1-28-1058-415,-1 0 52 0 0,0 1-12 0 0,-1 0 16 1085 406,0 0-20-114-893,-3 2 0-971 487,-2 0-8 0 0,-4 2-4 0 0,-4 0-4 0 0,-6 1-4 0 0,-8 2-24 1105 385,-9 1-12-1105-385,-10 2-144 0 0,-8 1-84 0 0,-11 2-64 0 0,-9 0 56 0 0,-8 2-84 935-505,-7 0-184 185 869,-6 2-140-1120-364,-8 1-160 0 0,-4 1-136-926 516,-4 1-57 926-516,-4 1-75 0 0,-6 2-300 0 0,-5 2-108 0 0,-6 3-440 1156 366,-8 1-1096-1156-366,-9 3-1121 0 0,1-2 1777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3.157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522 332 1264 227218 62942,'-10'4'2020'0'0,"-14"4"-460"0"0,-12 4-263-1125-433,-9 3-61 1125 433,-6 2-76 1125 433,-1 1-116-1125-433,2-1-152 0 0,5-2-96 0 0,4-1-56 0 0,6-2-68-1092 466,5-2-104 1092-466,6-1-100 0 0,3-2-72 0 0,3-1 48 0 0,6-1 36 0 0,1-1 92 0 0,3-1-40 0 0,2-1 1 0 0,3-1-25 0 0,5-1-64 0 0,5-4-64-1126-445,6-1-48 2219-9,8-4-32-1093 454,9-2-24 0 0,10-2-52 0 0,11-4-4 0 0,11-3-20 0 0,10-1-20 1062-462,9-3-28-1062 462,9-1-16 0 0,7 0-24 0 0,8 0-20 0 0,5 1-36 0 0,5 0 20 0 0,3 1-16 1030-471,3 1-32 87 879,2 3 12-1117-408,1 0-12 0 0,-1 2 0 0 0,-1 1-8 0 0,-1 2 0 0 0,-2 1-16 0 0,-4 0 16 0 0,-3 2-8 994-490,-5 1 0 145 876,-5 0-12-1139-386,-8 1 16 0 0,-8 0-24 0 0,-7 1 16 0 0,-8 1-16 0 0,-7 0-36 0 0,-7 1-148 1165 377,-7 1-24-1165-377,-7 1-68 0 0,-7 0 20 0 0,-4 0-20 0 0,-6 1-72 0 0,-3 0-224 0 0,-4 1-168 0 0,-4 0-144 0 0,-3 1-41 1194 366,-2 0 25-1194-366,-4 0-148 0 0,-3 1 16-966 526,-1 0-204 966-526,-4 1-252 0 0,-3 1-1704 0 0,-4 1-1301 0 0,0 0 2097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3.534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419 335 1172 225000 66608,'-9'3'2204'-1244'-467,"-13"5"-552"2488"13,-11 4-335-1244 454,-7 2-33 0 0,-3 1-144 0 0,1 0-204-1201-463,3-1-204 1201 463,5-1-140 0 0,5-2-100 0 0,4-2-28 0 0,3-1 60 0 0,4-1 48 0 0,3-1 68 0 0,2-1 64 0 0,3-1 44 0 0,1-1-16 0 0,2 0-63 0 0,2-1-33 0 0,3-1-168 0 0,0-1 36 0 0,4-2-36 0 0,5-2-84 1201-451,3-3 0-1201 451,6-1-96 0 0,7-3-8 0 0,7-1-64 0 0,8-3 8 0 0,7-1-72 0 0,7-1-20 1162-460,9-2-16 38 898,7 0-20-1200-438,7-1-20 0 0,6 0-32 1121-483,6 0-4-1121 483,4 1-24 0 0,4 0 12 0 0,4 0-4 1082-491,4 2-4 142 894,3 0-20-1224-403,1 1 8 0 0,3 1-32 1038-512,0 0 40-1038 512,1 1 4 0 0,0 1-20 0 0,1-1 0 0 0,-1 1 12 0 0,-1 0-20 0 0,-2 0 8 1001-519,-1 1-32-1001 519,-3 1-136 0 0,-6 0-116 0 0,-7 2-144 0 0,-8 2-80 0 0,-6 0-80 0 0,-7 2-52 1235 368,-9 1-40-1235-368,-7 0-96 0 0,-7 0-93 0 0,-8 2 45 0 0,-5 0 68 0 0,-6 1-4 0 0,-4 0-44 0 0,-7 1-236 0 0,-2 0-120 0 0,-4 1-196 0 0,-2 0-1668 0 0,-4 1-1069 0 0,-1 0 1689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4.010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471 180 996 225000 65687,'-9'2'1384'0'0,"-11"2"-260"0"0,-9 3-212 0 0,-6 2 48-1201-463,-4 0-311 1201 463,0 1 35 0 0,1-2-136 0 0,2 1 124 0 0,4-2-36 0 0,2 0 32 0 0,4 0-32 0 0,2-2 24 0 0,4 0-40 0 0,2-1-64 0 0,2 0 0 0 0,2-1-48 0 0,3 0-68 0 0,0-1 16 0 0,3 0 44 0 0,2-1 8 0 0,2-1 32 0 0,1-1-40 0 0,1 0-24 0 0,2-1-87 0 0,2-1-5 0 0,3-1-68 0 0,3-1 0 0 0,3 0-72 0 0,1 0 20 0 0,3 0-28 1201-451,0-1-28 0 902,2 1-32-1201-451,1 1 0 0 0,0-1-40 0 0,1 1-24 0 0,-1 0-16 0 0,1 0-12 0 0,0 1-16 0 0,1 0-8 0 0,0 0-8 0 0,1 0-4 0 0,1 0-32 0 0,1 0 16 0 0,2 0 8 1242 440,2 0-12-1242-440,2 0-12 0 0,3 0-8 0 0,4 0 0 0 0,4-1 4 0 0,3 1-12 0 0,6-1 8 0 0,5 0-36 0 0,4-1 40 0 0,6-1-16 0 0,4 1 12 0 0,3-2 0 0 0,5 1-4 1283 430,6-2-8-1283-430,4 1 24 0 0,3-2-16 0 0,3 1-4 0 0,1 0-32 0 0,2 0 36 0 0,0 1-16 0 0,1 0 20 1150-499,-1 0-32-1150 499,-3 0 36 0 0,-3 0-36 0 0,-5 1 32 0 0,-2 0 0 0 0,-4 0-12 0 0,-1 0-24 0 0,-4 1 24 0 0,-2 0-60 0 0,-4 0-148 0 0,-3 1-132 0 0,-6 0-100 1316 405,-5 0-92-1316-405,-6 1-104 0 0,-6 0-24 0 0,-6 1-57-1140 512,-6 0-139 1140-512,-4 1-208 0 0,-7 0-560 0 0,-3 0-512 1370 407,-4 1-1124-1370-407,-4 0-1401 0 0,-3-1 2261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4.590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369 167 172 229017 67943,'-6'0'1876'0'0,"-5"2"-404"0"0,-6-1-304 0 0,-4 1-23 0 0,-2 0-177 0 0,-1 0-80 0 0,1 0-160 0 0,1 0-112 0 0,2-1-40 0 0,2 0-84 0 0,3 0-24 0 0,1 0-52 0 0,1-1 4 0 0,1 1-32 0 0,2-1 36 0 0,-1 0-8 0 0,1 1-8 0 0,1-1 32 0 0,0 0 0 0 0,1 1-28 0 0,0-1 4 0 0,2 0-48 0 0,0 1 48 0 0,-1-1-36 0 0,2 1 40 1439 421,2-1-87-1439-421,-2 0 19 0 0,0 0-32 0 0,1 0 52 0 0,1 0-52 0 0,-2 1 4 1217-521,1-1-40-1217 521,1 0 40 0 0,0 1-40 0 0,2-1-16 0 0,0 0 16 1477 394,1 0-20-1477-394,-2-1-8 0 0,1 0 0 0 0,0-2-28 0 0,1 0-20 0 0,2 0-28 0 0,0-1-24 0 0,2 0-8 0 0,0 1 8 0 0,2-2 0 0 0,2 0-20 0 0,1-1 0 0 0,2 0-24 1527 381,1-1-4-1527-381,3 1-4 0 0,2-2-4 0 0,2 1 4 0 0,5-1 100 0 0,3 0-116 1578 366,6-1 144-1578-366,6 0-144 0 0,7 0 28 0 0,8-1-4 0 0,7 1 20 0 0,8 0-4 1629 351,9 1-40-1629-351,8-1-8 0 0,7 2-12 0 0,4 1-20 0 0,4 1-4 0 0,3 0-8 0 0,3 2-40 0 0,2 1 28 0 0,2 1-20 1681 335,1 0-4-1681-335,0 1-8 0 0,1 0 12 0 0,-1 1-20 0 0,-1 1 12 0 0,-1 0 0 0 0,-1 1 4 0 0,-2 0-32 0 0,-1 1 36-1681-335,-2 1 68 1681 335,-3-1-100 0 0,-4 1 104 0 0,-6 0-120 0 0,-5 0 112 0 0,-7 0-124 0 0,-4 0 120 0 0,-7-1-128 0 0,-5 0 128 0 0,-7 0-120 0 0,-6-1 120 0 0,-6 0-124 0 0,-6-1 100 0 0,-5 1-112 0 0,-5-2 0 0 0,-4 1-208 0 0,-3 0-268 0 0,-6-1-240 0 0,0-1-308 0 0,-3 1-268 0 0,-1-1-248 0 0,-2 0-437 0 0,-2 0-847 0 0,-1-1-1280-1131 575,-2-1-2645 1131-575,-1 1 4417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5.214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73 16 1932 223659 67993,'-3'1'1516'0'0,"-3"0"-480"0"0,-2 1-100 1341-459,0 1-303-1341 459,-1 0 35 0 0,0 0-116 0 0,0 0 116 1341 459,1 0-68-1341-459,3-1 0 0 0,0 2-92 0 0,2-2-36 0 0,5 2-48 0 0,3 0-60 0 0,6-2 16 0 0,4 1-56 0 0,8-2-12 0 0,7-2-76 0 0,11-1-8 0 0,10-1-76 0 0,10-1 16 0 0,11-1-80 0 0,12-1 28 1394 447,9 1-68-1394-447,9-1 28 0 0,7 2-56 0 0,6 0-24 0 0,6 1 28 0 0,3 1-20 1449 435,5 1 24-1449-435,2 0-160 0 0,3 1-248 1505 422,3 0-524-1505-422,2-1-776 0 0,6-1-1488 0 0,8-1-1273 0 0,-23-1 2037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6.584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81 1360 612 231691 57886,'0'0'1392'0'0,"-1"-1"-204"0"0,0 0-140 1030 358,-1-1-232-1030-358,-1 0-87 0 0,0 0-89 0 0,0 0-68 0 0,-1 0-84 0 0,0 0-68 0 0,1 0-76 0 0,-2 1-44 0 0,1-1 8 0 0,0 1-12 0 0,2 0-8 0 0,-3 1-4 0 0,-1 0-4 0 0,2 0-4 0 0,0 0-40 0 0,-1 0-24 0 0,0 0-32 0 0,0 1-12 0 0,2-1-40 0 0,1 1-4 0 0,0-2-16 0 0,2-2 16 850-510,3-3-4-850 510,4-3-4 0 0,7-4-24 0 0,7-7-28 0 0,11-8-8 1039 339,12-8-4-1039-339,11-7-72 0 0,11-6 68 0 0,12-8-28 0 0,12-4 0 1057 330,9-5-12-1057-330,7-3 0 0 0,4 0 40 0 0,3 1-44 1075 320,-2 4-36-1075-320,1 3 44 0 0,-3 4-12 1092 310,-2 4-4-1092-310,-4 4-4 779-557,-3 3-116-779 557,-3 3 140 1095 290,-3 2-136-1095-290,-3 2 176 0 0,-4 1-164 740-572,-4 3 144-740 572,-7 2-116 1094 271,-7 2 100-1094-271,-7 3-104 699-586,-8 3 84-699 586,-8 3-136 0 0,-6 4 32 1091 252,-7 2-256-1091-252,-5 3-32 0 0,-6 2-168 659-600,-4 2-88 426 834,-5 4-176-1085-234,-6 1-228 0 0,-2 3-1365 0 0,-4 0-463 0 0,-1 1 476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6.910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217 1375 1444 230026 59734,'-7'2'1568'0'0,"-9"4"-40"0"0,-7 1-151 0 0,-5 2-157 0 0,-1 0-200 0 0,1 0-172 0 0,2-2-168 0 0,6-1-160-1050-392,3-4-72 1050 392,5-1-84 0 0,4-6-36 0 0,6-4-72 929-478,7-7-8 115 858,9-7-52-1044-380,11-9-20 0 0,13-9-28 0 0,12-7-24 898-497,15-9-32 160 858,15-8-28-1058-361,14-7-12 0 0,12-4 0 1932-174,10-4-8-1932 174,9 0-20 0 0,7-1 44 1087 330,8 2-52-1087-330,6 3-24 1107 321,4 3 0-304-873,3 3-8 308 853,2 5 16-1111-301,1 5 8 763-568,0 5-96 349 849,-1 4 104-1112-281,-2 6-120 1128 271,-7 6 120-424-863,-9 5-124-704 592,-9 6 8 1124 252,-9 6-228-1124-252,-7 3 4 661-605,-11 5-256 457 837,-10 4-140-1118-232,-9 5-280 0 0,-9 3-352 1131 223,-10 3-1236-1131-223,-10 3-629 0 0,-13 1 813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7.115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98 800 1908 234460 61207,'-5'2'1652'0'0,"-5"2"-360"0"0,-5 3-303 0 0,-2 1-177 0 0,0 0-112 0 0,4-1-108 0 0,2-2 32 0 0,5-1-48 0 0,2-2-76 0 0,7-4-68 0 0,8-5-40 0 0,10-6-24 885-534,12-4-80-885 534,11-6-20 0 0,14-4-92 1155 332,11-5-40-1155-332,10-4-8 0 0,10-2-20 0 0,11-4-36 2004-240,13-2-12-2004 240,11-4 0 0 0,11 0-4 0 0,6-2-40 1182 301,7-1 0-402-879,4 1-8-780 578,2 0-8 1184 280,2 3-12-1184-280,1 3-44 0 0,-2 4-204 1203 268,-6 5-232-1203-268,-9 5-332 0 0,-10 5-396 1221 258,-8 5-1756-531-869,-9 4-1009-690 611,-23 4 1581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37.308"/>
    </inkml:context>
    <inkml:brush xml:id="br0">
      <inkml:brushProperty name="width" value="0.35" units="cm"/>
      <inkml:brushProperty name="height" value="2.1" units="cm"/>
      <inkml:brushProperty name="color" value="#92A1EA"/>
      <inkml:brushProperty name="inkEffects" value="pencil"/>
    </inkml:brush>
  </inkml:definitions>
  <inkml:trace contextRef="#ctx0" brushRef="#br0">92 286 2544 231827 63668,'-6'3'2072'1001'-519,"-6"5"-519"-1001"519,-6 2-313 0 0,-1 1-276-1205-378,2-1-172 1205 378,5-2-208 0 0,4-2-92 0 0,10-3-128 977-514,13-6-44 217 880,18-8-88-1194-366,19-7-36 0 0,25-10-52 0 0,26-7-240 1222 356,23-8-288-1222-356,24-5-704 0 0,21-5-2056 0 0,19-3-1237 1250 344,-22 7 1977-1250-344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5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17 492 0 0,'-2'-17'16698'0'0,"0"35"-15890"0"0,2 0 0 0 0,2 26 1 0 0,0 6-59 0 0,17 455 979 0 0,-17-459-1688 0 0,-1-29-24 0 0,4 31 0 0 0,-3 7 7 0 0,-2-54-3 0 0,-1 14-284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55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8 282 1192 0 0,'-2'-15'3568'0'0,"1"4"-2111"0"0,-1 0-493 0 0,1 0 1 0 0,0 0 0 0 0,0 0 0 0 0,1 0 0 0 0,0 0 0 0 0,4-21 0 0 0,1 14-363 0 0,8-23 281 0 0,-10 34-851 0 0,0 1 1 0 0,1 0-1 0 0,0-1 1 0 0,1 2 0 0 0,-1-1-1 0 0,1 0 1 0 0,0 1-1 0 0,1 0 1 0 0,-1 0-1 0 0,1 0 1 0 0,0 1-1 0 0,0 0 1 0 0,1 0-1 0 0,-1 0 1 0 0,1 1-1 0 0,-1 0 1 0 0,1 1-1 0 0,0-1 1 0 0,13-2-1 0 0,-13 4-34 0 0,1 0 0 0 0,-1 0 1 0 0,1 0-1 0 0,-1 1 0 0 0,0 0 0 0 0,1 1 0 0 0,-1 0 1 0 0,1 0-1 0 0,-1 0 0 0 0,0 1 0 0 0,0 0 0 0 0,0 0 1 0 0,0 1-1 0 0,10 5 0 0 0,-6-2 148 0 0,-1 0 1 0 0,1 1-1 0 0,-1 1 1 0 0,0 0-1 0 0,-1 0 1 0 0,0 1-1 0 0,11 13 1 0 0,-17-19-35 0 0,0 1 0 0 0,0-1 0 0 0,-1 1 0 0 0,0 0 0 0 0,0-1 1 0 0,0 1-1 0 0,0 0 0 0 0,-1 1 0 0 0,1-1 0 0 0,-1 0 0 0 0,0 0 0 0 0,0 1 0 0 0,-1-1 0 0 0,1 0 1 0 0,-1 1-1 0 0,0-1 0 0 0,0 1 0 0 0,-1-1 0 0 0,1 0 0 0 0,-1 1 0 0 0,0-1 0 0 0,0 0 0 0 0,0 0 1 0 0,-1 0-1 0 0,1 0 0 0 0,-1 0 0 0 0,0 0 0 0 0,0 0 0 0 0,-1 0 0 0 0,1 0 0 0 0,-5 4 0 0 0,1-1-32 0 0,-1 0 0 0 0,1 0-1 0 0,-1-1 1 0 0,0 0 0 0 0,-1-1-1 0 0,1 1 1 0 0,-1-1 0 0 0,0-1-1 0 0,-1 1 1 0 0,1-1 0 0 0,-1-1-1 0 0,0 0 1 0 0,0 0 0 0 0,-9 1-1 0 0,-15 0-229 0 0,-1-1 0 0 0,1-2-1 0 0,-56-5 1 0 0,57 0-3810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7:59.49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15 764 0 0,'5'-8'7165'0'0,"9"5"-6408"0"0,0 0-583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8:10.15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69 32 660 0 0,'0'0'3214'0'0,"-29"-24"948"0"0,-7 17 2841 0 0,33 10-6827 0 0,9 2-586 0 0,-1-2 634 0 0,-4-2-222 0 0,3 1-1 0 0,1-1 0 0 0,-1 1 0 0 0,1 0 0 0 0,-1 0 0 0 0,5 4 0 0 0,5 1 21 0 0,-13-7-16 0 0,34 20 8 0 0,6 2 0 0 0,148 93 82 0 0,69 82-102 0 0,-159-115 71 0 0,44 37-52 0 0,330 272 254 0 0,-101-105 1318 0 0,-127-70-1233 0 0,-230-203-315 0 0,251 229 523 0 0,-38-52-335 0 0,-114-106-189 0 0,87 72 38 0 0,-13-9 8 0 0,33 29-53 0 0,-73-39-21 0 0,-79-72 6 0 0,134 98-1 0 0,-112-98 12 0 0,153 108 93 0 0,-168-120 719 0 0,49 31-200 0 0,-32-24-523 0 0,-57-35-43 0 0,43 21-1 0 0,-54-31-28 0 0,-1 0 1 0 0,28 23-1 0 0,-11-7 7 0 0,149 113 418 0 0,3 11-96 0 0,-34-24-181 0 0,54 34 32 0 0,-163-124-153 0 0,46 35 8 0 0,-23-17-54 0 0,-20-13 20 0 0,30 25 1 0 0,-65-57-20 0 0,-9-8 4 0 0,-1 0-1 0 0,1 1 1 0 0,6 9-1 0 0,19 10 55 0 0,1 6-94 0 0,-33-30-5 0 0,-1-2 20 0 0,0 1-1 0 0,1 0 1 0 0,-1 0-1 0 0,0 0 1 0 0,0 0-1 0 0,0 1 1 0 0,0-1 0 0 0,0 0-1 0 0,0 0 1 0 0,0 1-1 0 0,0-1 1 0 0,-1 0 0 0 0,2 2-1 0 0,2 5-25 0 0,17 27 60 0 0,-20-34-27 0 0,3 10-17 0 0,5 1 40 0 0,-8-10-32 0 0,0-1-1 0 0,1 1 1 0 0,-1-1 0 0 0,0 1-1 0 0,0 0 1 0 0,0 0 0 0 0,0-1-1 0 0,0 1 1 0 0,-1 0 0 0 0,1 0-1 0 0,0 0 1 0 0,0 3 0 0 0,22 14 38 0 0,-20-17-40 0 0,0-1-1 0 0,0 0 1 0 0,0 0 0 0 0,0 0-1 0 0,0 0 1 0 0,0-1-1 0 0,0 0 1 0 0,1 1 0 0 0,-1-1-1 0 0,0 0 1 0 0,0 0-1 0 0,6-1 1 0 0,-6 0 10 0 0,9-3 3 0 0,10-3-31 0 0,-1-2-1 0 0,0 0 1 0 0,20-13 0 0 0,-23 12-32 0 0,17-10-42 0 0,8-10 48 0 0,59-49 0 0 0,-52 37-3 0 0,-41 35 40 0 0,-1-2 1 0 0,0 1-1 0 0,8-12 0 0 0,18-18-9 0 0,34-33 23 0 0,-20 18-5 0 0,139-165-9 0 0,-148 170 11 0 0,14-22 11 0 0,-19 24 25 0 0,50-52 1 0 0,74-71-201 0 0,88-89 41 0 0,-132 142 99 0 0,184-173-4 0 0,-171 168 26 0 0,261-175-53 0 0,-250 196 90 0 0,151-120 1080 0 0,-30-19-434 0 0,-18 16-704 0 0,136-58-71 0 0,-178 139 76 0 0,37-45 1 0 0,-38 27 247 0 0,-138 115-244 0 0,244-180-75 0 0,-93 80-124 0 0,-22 6 127 0 0,-138 96 68 0 0,-50 42 31 0 0,11-10-84 0 0,-9 3-1621 0 0,-3 8 1627 0 0,0 0-1 0 0,0-1 1 0 0,0 1-1 0 0,0 0 1 0 0,-1-1-1 0 0,1 1 1 0 0,-60-8-10492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8:15.57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50 273 1204 0 0,'-10'-12'3421'0'0,"-18"-16"1145"0"0,28 28-4466 0 0,-1-1 0 0 0,0 1 0 0 0,0-1 0 0 0,0 1 1 0 0,1-1-1 0 0,-1 1 0 0 0,0-1 0 0 0,0 1 0 0 0,1-1 0 0 0,-1 0 1 0 0,1 1-1 0 0,-1-1 0 0 0,1 0 0 0 0,-1 0 0 0 0,1 0 0 0 0,-1 1 1 0 0,0-2-1 0 0,404-54 805 0 0,-169 19-724 0 0,642-51-121 0 0,5 49-45 0 0,63 38 9 0 0,-1 26-23 0 0,1217 97-19 0 0,-1573-87 22 0 0,-536-35 2 0 0,-48 0-6 0 0,-7-1-3 0 0,-1827-21-907 0 0,862 77-190 0 0,8 34 462 0 0,493-44 578 0 0,-894 53 318 0 0,1248-91-179 0 0,-303 17 1135 0 0,413-24-1124 0 0,14-7-18 0 0,2 1-54 0 0,0 2 1 0 0,1-1-1 0 0,0 2 0 0 0,26-5 0 0 0,-10 2 3 0 0,1270-187 271 0 0,781 114-170 0 0,-428 96-153 0 0,-2 57-45 0 0,-1515-64 89 0 0,306 13 21 0 0,-427-24-8 0 0,-22-1-18 0 0,-26-1-29 0 0,-3175-91-561 0 0,768 275 801 0 0,1594-52-58 0 0,600-90-196 0 0,221-35 71 0 0,1 0-1 0 0,-46 17 0 0 0,70-21-26 0 0,17 4-1 0 0,-14-3-7 0 0,1 0 0 0 0,-1-1 1 0 0,1 1-1 0 0,0-1 0 0 0,-1 1 0 0 0,1-1 0 0 0,5 0 0 0 0,562-52-57 0 0,-205 14 24 0 0,1621-70 217 0 0,3 116 30 0 0,359 160-205 0 0,-2079-139 87 0 0,-267-28-65 0 0,-24 8 84 0 0,0-5-88 0 0,1-1 0 0 0,-1 0 0 0 0,-42-2 0 0 0,27-1-15 0 0,-1083-13 76 0 0,372-2-42 0 0,-847 44 19 0 0,6 109 142 0 0,402 32-236 0 0,1156-164 27 0 0,29-6 0 0 0,5 0 1 0 0,13-2 3 0 0,28-4 12 0 0,1236-130 349 0 0,13 76-335 0 0,-1006 49-27 0 0,2180 38 37 0 0,-1481 61-163 0 0,-948-84 134 0 0,-12 0 29 0 0,30 0 0 0 0,-131 3 44 0 0,-441-14-39 0 0,441 4-25 0 0,-493-20 79 0 0,-431-9-11 0 0,-827 67 11 0 0,4 93-120 0 0,608 2 29 0 0,1193-127-6 0 0,1 1 0 0 0,-27 8 0 0 0,45-12 13 0 0,5 1-10 0 0,0-1 0 0 0,-1 1 0 0 0,1-1 0 0 0,-1 0 0 0 0,1 1 0 0 0,0-1 0 0 0,-1-1 0 0 0,1 1 0 0 0,-1 0 0 0 0,1-1 0 0 0,4-1 0 0 0,8 0 3 0 0,805-83 40 0 0,5 34-3 0 0,2622-4 49 0 0,-2015 118-250 0 0,-1328-56 102 0 0,91 11 2 0 0,-182-15 83 0 0,-22 0 25 0 0,-26 0-9 0 0,-850-1 105 0 0,-143 5-81 0 0,-443 54-72 0 0,-1082 240 184 0 0,2001-196-72 0 0,516-98-106 0 0,18-4-3 0 0,0 0 0 0 0,0 2 0 0 0,0 0 0 0 0,-25 11 0 0 0,50-16 4 0 0,64-4-33 0 0,80-14 0 0 0,-71 6 9 0 0,1450-138-77 0 0,5 67 35 0 0,1342 104-287 0 0,-2774-15 340 0 0,142 5 32 0 0,-241-11 3 0 0,-666-7 160 0 0,-363 4-65 0 0,-17 49 16 0 0,-1152 200 1 0 0,1661-148-52 0 0,524-96-87 0 0,-17 2 0 0 0,6 0-2 0 0,1 0 1 0 0,-1 0 0 0 0,1 2 0 0 0,-20 9 0 0 0,37-15 1 0 0,6 1 5 0 0,17 0-8 0 0,1 0 0 0 0,-1-2 0 0 0,0-1 1 0 0,32-5-1 0 0,6-2-7 0 0,183-18-21 0 0,1705-179-184 0 0,9 91 6 0 0,-1297 112 122 0 0,-482 3 169 0 0,-145 1-64 0 0,-32-1-18 0 0,0 0 0 0 0,1 0 0 0 0,-1 0 0 0 0,0 0 0 0 0,0 0 0 0 0,0 0-1 0 0,0 0 1 0 0,0 0 0 0 0,0 0 0 0 0,0 0 0 0 0,0 0 0 0 0,1-1 0 0 0,-1 1 0 0 0,0 0 0 0 0,0 0 0 0 0,0 0-1 0 0,0 1 1 0 0,0-1 0 0 0,0 0 0 0 0,0 0 0 0 0,0 0 0 0 0,1 0 0 0 0,-1 0 0 0 0,0 0 0 0 0,0 0 0 0 0,0 0-1 0 0,0 0 1 0 0,0 0 0 0 0,0 0 0 0 0,0 0 0 0 0,0 0 0 0 0,0 0 0 0 0,1 0 0 0 0,-1 0 0 0 0,0 0 0 0 0,0 1 0 0 0,0-1-1 0 0,0 0 1 0 0,0 0 0 0 0,0 0 0 0 0,0 0 0 0 0,0 0 0 0 0,0 0 0 0 0,0 0 0 0 0,0 0 0 0 0,0 0 0 0 0,0 1-1 0 0,0-1 1 0 0,0 0 0 0 0,0 0 0 0 0,0 0 0 0 0,0 0 0 0 0,0 0 0 0 0,0 0 0 0 0,0 0 0 0 0,0 1 0 0 0,0-1-1 0 0,0 0 1 0 0,-16 5-15 0 0,-14 1 33 0 0,0-1 1 0 0,-48 1-1 0 0,26-3 5 0 0,-852 47 146 0 0,338-23-147 0 0,-860 72 390 0 0,11 85 431 0 0,818-51-613 0 0,585-130-216 0 0,-1 1-1 0 0,1 1 1 0 0,0 0-1 0 0,-13 7 1 0 0,25-11-13 0 0,0-1 0 0 0,-1 0 0 0 0,1 0 1 0 0,0 0-1 0 0,0 0 0 0 0,-1 0 0 0 0,1 0 1 0 0,0 0-1 0 0,0 0 0 0 0,0 0 0 0 0,-1 1 1 0 0,1-1-1 0 0,0 0 0 0 0,0 0 0 0 0,0 0 1 0 0,-1 0-1 0 0,1 1 0 0 0,0-1 0 0 0,0 0 0 0 0,0 0 1 0 0,0 0-1 0 0,0 1 0 0 0,0-1 0 0 0,-1 0 1 0 0,1 0-1 0 0,0 1 0 0 0,0-1 0 0 0,0 0 1 0 0,0 0-1 0 0,0 1 0 0 0,0-1 0 0 0,0 0 1 0 0,0 0-1 0 0,0 1 0 0 0,0-1 0 0 0,0 0 1 0 0,0 0-1 0 0,0 0 0 0 0,0 1 0 0 0,0-1 0 0 0,1 0 1 0 0,-1 0-1 0 0,0 1 0 0 0,0-1 0 0 0,0 0 1 0 0,0 0-1 0 0,0 0 0 0 0,0 1 0 0 0,1-1 1 0 0,-1 0-1 0 0,0 0 0 0 0,0 0 0 0 0,0 0 1 0 0,1 1-1 0 0,-1-1 0 0 0,0 0 0 0 0,14 5 25 0 0,43-4 11 0 0,0-1 1 0 0,82-13 0 0 0,-43 4-15 0 0,614-57 42 0 0,-44 4-92 0 0,925-50-60 0 0,-1332 95 77 0 0,568-21-45 0 0,-432 22 403 0 0,-296 13 1276 0 0,-150 13-1199 0 0,-387 26-83 0 0,250-24-283 0 0,-1519 140 124 0 0,11 84-40 0 0,1634-226-143 0 0,-87 19-4 0 0,139-26 5 0 0,-1 0 1 0 0,0 1-1 0 0,-16 8 0 0 0,25-11 7 0 0,4 1-9 0 0,-1-1 1 0 0,0 0 1 0 0,1 0-1 0 0,-1 0 0 0 0,1 0 1 0 0,-1-1-1 0 0,1 1 1 0 0,-1 0-1 0 0,1-1 0 0 0,0 1 1 0 0,-1-1-1 0 0,1 0 0 0 0,0 1 1 0 0,-1-1-1 0 0,1 0 0 0 0,1 0 1 0 0,32-2 1 0 0,-18 0 0 0 0,517-46 4 0 0,385-28 3 0 0,538-2-67 0 0,0 74-59 0 0,-1079 14 17 0 0,-365-8 92 0 0,-11-2-1 0 0,-7 2-5 0 0,-15 4 15 0 0,0 0 0 0 0,-1-2 0 0 0,0 0 0 0 0,1-2 0 0 0,-32 1 0 0 0,-4 1 0 0 0,-573 48 11 0 0,112-9 7 0 0,-1524 187-13 0 0,1216-83 14 0 0,801-142-23 0 0,3-1 0 0 0,0 0-1 0 0,0 2 1 0 0,1 1-1 0 0,-34 14 1 0 0,54-21 3 0 0,0 0-1 0 0,0 1 1 0 0,-1-1 0 0 0,1 0 0 0 0,0 0 0 0 0,0 0 0 0 0,0 0 0 0 0,-1 0 0 0 0,1 0 0 0 0,0 1 0 0 0,0-1-1 0 0,0 0 1 0 0,0 0 0 0 0,-1 0 0 0 0,1 0 0 0 0,0 1 0 0 0,0-1 0 0 0,0 0 0 0 0,0 0 0 0 0,0 0 0 0 0,0 1-1 0 0,0-1 1 0 0,0 0 0 0 0,0 0 0 0 0,0 1 0 0 0,0-1 0 0 0,0 0 0 0 0,0 0 0 0 0,0 1 0 0 0,0-1-1 0 0,0 0 1 0 0,0 0 0 0 0,0 0 0 0 0,0 1 0 0 0,0-1 0 0 0,0 0 0 0 0,0 0 0 0 0,0 1 0 0 0,0-1 0 0 0,0 0-1 0 0,0 0 1 0 0,0 0 0 0 0,1 0 0 0 0,-1 1 0 0 0,0-1 0 0 0,0 0 0 0 0,0 0 0 0 0,0 0 0 0 0,1 0 0 0 0,-1 1-1 0 0,0-1 1 0 0,0 0 0 0 0,0 0 0 0 0,1 0 0 0 0,-1 0 0 0 0,0 0 0 0 0,0 0 0 0 0,0 0 0 0 0,1 0-1 0 0,-1 0 1 0 0,0 1 0 0 0,0-1 0 0 0,1 0 0 0 0,46 1 0 0 0,-1-1 0 0 0,1-3 0 0 0,56-10 0 0 0,-21 3-11 0 0,699-86-23 0 0,216-23-6 0 0,1 32 15 0 0,1 32-33 0 0,-990 55 49 0 0,17-1 26 0 0,-26 1-17 0 0,1 0 0 0 0,-1 0 0 0 0,0 0 1 0 0,0 0-1 0 0,0 0 0 0 0,0 0 1 0 0,0 0-1 0 0,0 0 0 0 0,0 0 1 0 0,0 0-1 0 0,0 0 0 0 0,0 0 1 0 0,1 0-1 0 0,-1 0 0 0 0,0 0 0 0 0,0 0 1 0 0,0 0-1 0 0,0 0 0 0 0,0 0 1 0 0,0 0-1 0 0,0 0 0 0 0,0 0 1 0 0,0 0-1 0 0,0 0 0 0 0,1 0 0 0 0,-1 1 1 0 0,0-1-1 0 0,0 0 0 0 0,0 0 1 0 0,0 0-1 0 0,0 0 0 0 0,0 0 1 0 0,0 0-1 0 0,0 0 0 0 0,0 0 1 0 0,0 0-1 0 0,0 0 0 0 0,0 0 0 0 0,0 0 1 0 0,0 0-1 0 0,0 0 0 0 0,0 1 1 0 0,0-1-1 0 0,0 0 0 0 0,0 0 1 0 0,0 0-1 0 0,0 0 0 0 0,0 0 0 0 0,0 0 1 0 0,0 0-1 0 0,0 0 0 0 0,0 0 1 0 0,0 0-1 0 0,0 1 0 0 0,0-1 1 0 0,0 0-1 0 0,0 0 0 0 0,0 0 1 0 0,0 0-1 0 0,0 0 0 0 0,-13 6 14 0 0,-29 6-3 0 0,0-2 1 0 0,-54 7-1 0 0,31-7-3 0 0,-1364 215 71 0 0,400-66-33 0 0,246 7 63 0 0,769-162-106 0 0,-58 20 0 0 0,65-21 0 0 0,-1 0 0 0 0,1 0 1 0 0,0 1-1 0 0,0 0 0 0 0,1 1 0 0 0,-13 10 1 0 0,19-14-4 0 0,0-1 1 0 0,0 1-1 0 0,0 0 1 0 0,1-1-1 0 0,-1 1 1 0 0,0 0 0 0 0,0-1-1 0 0,0 1 1 0 0,1-1-1 0 0,-1 1 1 0 0,0 0-1 0 0,1-1 1 0 0,-1 1-1 0 0,0-1 1 0 0,1 1-1 0 0,-1-1 1 0 0,1 1 0 0 0,-1-1-1 0 0,1 1 1 0 0,-1-1-1 0 0,2 1 1 0 0,4 2-3 0 0,0-1 0 0 0,-1 0 1 0 0,2 0-1 0 0,-1-1 1 0 0,0 0-1 0 0,0 0 0 0 0,0 0 1 0 0,1-1-1 0 0,-1 0 1 0 0,0 0-1 0 0,8-1 0 0 0,4 1 0 0 0,648-45-23 0 0,-519 31 3 0 0,342-34 1 0 0,363-31-41 0 0,-1 28-7 0 0,-796 49 65 0 0,195 2-1 0 0,-217 5 1 0 0,-32-5 4 0 0,-1 1 1 0 0,0 0 0 0 0,0-1 0 0 0,1 1-1 0 0,-1-1 1 0 0,0 1 0 0 0,0 0 0 0 0,0-1-1 0 0,0 1 1 0 0,0-1 0 0 0,0 1 0 0 0,0 0-1 0 0,0-1 1 0 0,0 1 0 0 0,0 0 0 0 0,0-1-1 0 0,0 1 1 0 0,0-1 0 0 0,0 1 0 0 0,0 0-1 0 0,-1-1 1 0 0,1 1 0 0 0,-1 0 0 0 0,0 1 0 0 0,0 0 0 0 0,0-1 1 0 0,-1 1-1 0 0,1 0 0 0 0,-1-1 0 0 0,1 1 1 0 0,-1-1-1 0 0,0 1 0 0 0,1-1 0 0 0,-1 0 1 0 0,0 0-1 0 0,0 0 0 0 0,-3 1 0 0 0,-31 11 9 0 0,19-7-1 0 0,-77 25 37 0 0,-112 21 1 0 0,-105 5-24 0 0,223-42-13 0 0,-519 79 37 0 0,68-12 38 0 0,5 22-53 0 0,458-87-29 0 0,14-5-7 0 0,-110 39-1 0 0,211-60 4 0 0,-9 4-2 0 0,510-130-54 0 0,247-55-288 0 0,174 30-601 0 0,-744 134 749 0 0,-206 28 177 0 0,-10 3 19 0 0,-13 7 5 0 0,-11 1 6 0 0,-1-2 0 0 0,0 0-1 0 0,-1-1 1 0 0,-28 6 0 0 0,8-1-5 0 0,-638 186 117 0 0,576-172-108 0 0,-528 133 42 0 0,3 0-7 0 0,10 27 15 0 0,609-184-65 0 0,-17 5 2 0 0,1 1-1 0 0,-36 19 0 0 0,59-24 1 0 0,11-2 1 0 0,13-1 2 0 0,-18-3-4 0 0,32 0-2 0 0,0-1 0 0 0,62-12 0 0 0,-42 6 2 0 0,1460-167-82 0 0,-1040 144 62 0 0,-439 33-13 0 0,-33-2 32 0 0,0-1 1 0 0,-1 0-1 0 0,1 1 1 0 0,0-1-1 0 0,0 1 1 0 0,0-1-1 0 0,-1 1 1 0 0,1-1-1 0 0,0 1 1 0 0,0-1-1 0 0,-1 0 1 0 0,1 1-1 0 0,0-1 1 0 0,-1 0-1 0 0,1 1 1 0 0,0-1-1 0 0,-1 0 1 0 0,1 1-1 0 0,-1-1 1 0 0,1 0-1 0 0,0 0 0 0 0,-2 1 1 0 0,-5 2 1 0 0,-1 0 1 0 0,0 0-1 0 0,0 0 1 0 0,0-1-1 0 0,-14 1 1 0 0,-7 3 2 0 0,-406 74 55 0 0,218-44-56 0 0,75-11 21 0 0,-256 48 72 0 0,8 27-2 0 0,381-97-90 0 0,-47 17 9 0 0,51-18-11 0 0,1 0 0 0 0,-1 1 0 0 0,1-1 0 0 0,0 1 0 0 0,0 0 0 0 0,0 0 0 0 0,0 0 0 0 0,0 1 1 0 0,-3 3-1 0 0,7-6-2 0 0,0-1 1 0 0,0 0-1 0 0,-1 1 1 0 0,1-1 0 0 0,0 0-1 0 0,0 1 1 0 0,0-1-1 0 0,0 0 1 0 0,0 1-1 0 0,0-1 1 0 0,0 1 0 0 0,0-1-1 0 0,1 0 1 0 0,-1 1-1 0 0,0-1 1 0 0,0 0-1 0 0,0 0 1 0 0,0 1 0 0 0,0-1-1 0 0,0 0 1 0 0,1 1-1 0 0,-1-1 1 0 0,0 0 0 0 0,0 0-1 0 0,0 1 1 0 0,1-1-1 0 0,-1 0 1 0 0,0 0-1 0 0,0 1 1 0 0,1-1 0 0 0,-1 0-1 0 0,0 0 1 0 0,1 0-1 0 0,-1 0 1 0 0,0 1-1 0 0,1-1 1 0 0,12 6 12 0 0,19-2-15 0 0,0-1-1 0 0,0-1 1 0 0,49-4-1 0 0,-37 0-3 0 0,423-16-7 0 0,320-1-97 0 0,-767 19 105 0 0,0 1 0 0 0,35 7 0 0 0,-55-8 5 0 0,0 0 1 0 0,1 0 0 0 0,-1 0-1 0 0,0 0 1 0 0,1 0 0 0 0,-1 0-1 0 0,1 1 1 0 0,-1-1 0 0 0,0 0 0 0 0,1 0-1 0 0,-1 0 1 0 0,0 0 0 0 0,1 1-1 0 0,-1-1 1 0 0,0 0 0 0 0,1 0-1 0 0,-1 0 1 0 0,0 1 0 0 0,0-1-1 0 0,1 0 1 0 0,-1 1 0 0 0,0-1-1 0 0,0 0 1 0 0,1 1 0 0 0,-1-1 0 0 0,0 0-1 0 0,0 1 1 0 0,0-1 0 0 0,0 0-1 0 0,0 1 1 0 0,0-1 0 0 0,1 0-1 0 0,-1 1 1 0 0,0-1 0 0 0,0 0-1 0 0,0 1 1 0 0,0-1 0 0 0,0 1 0 0 0,0-1-1 0 0,0 0 1 0 0,-1 1 0 0 0,1-1-1 0 0,0 0 1 0 0,0 1 0 0 0,0-1-1 0 0,0 1 1 0 0,0-1 0 0 0,0 0-1 0 0,-1 1 1 0 0,1-1 0 0 0,0 0-1 0 0,-1 1 1 0 0,-11 12 20 0 0,-2-4-12 0 0,-1-1-1 0 0,0-1 1 0 0,0 0 0 0 0,-1 0 0 0 0,-28 6-1 0 0,25-7 4 0 0,-688 180 214 0 0,299-86 287 0 0,203-41-198 0 0,204-59-236 0 0,11 7-19 0 0,-1-5-52 0 0,0-1 0 0 0,0 0 0 0 0,1-1 0 0 0,-1 0 0 0 0,0 0 0 0 0,16-3 0 0 0,3 0-8 0 0,1 1-9 0 0,549-21 34 0 0,-571 22-27 0 0,0 2 1 0 0,0-1-1 0 0,-1 1 1 0 0,1 0-1 0 0,9 2 0 0 0,-16-2 4 0 0,1-1-1 0 0,0 0 1 0 0,0 0-1 0 0,-1 1 1 0 0,1-1-1 0 0,0 0 0 0 0,-1 1 1 0 0,1-1-1 0 0,0 1 1 0 0,-1-1-1 0 0,1 1 0 0 0,-1-1 1 0 0,1 1-1 0 0,-1 0 1 0 0,1-1-1 0 0,-1 1 1 0 0,1 0-1 0 0,-1-1 0 0 0,1 1 1 0 0,-1 0-1 0 0,1 1 1 0 0,-1-1-2 0 0,0 0 0 0 0,-1 1 0 0 0,1-1 0 0 0,0 0 0 0 0,0 0 0 0 0,-1 1 0 0 0,1-1 0 0 0,0 0 0 0 0,-1 0 0 0 0,1 1 0 0 0,-1-1 0 0 0,0 0 0 0 0,1 0 0 0 0,-1 0 0 0 0,0 0 0 0 0,0 0 0 0 0,0 0 0 0 0,-1 1 0 0 0,-4 4 30 0 0,0 0-1 0 0,0-1 0 0 0,-1 0 0 0 0,0 0 0 0 0,0 0 1 0 0,-13 6-1 0 0,-50 19 288 0 0,57-25-263 0 0,-141 49 846 0 0,-175 36-1 0 0,284-79-745 0 0,-62 16 223 0 0,105-26-342 0 0,11-2-29 0 0,-1 0 0 0 0,1 0 0 0 0,12-5 0 0 0,8 0 0 0 0,151-22-305 0 0,154-27-693 0 0,-328 54 564 0 0,1 0-1 0 0,0-1 1 0 0,0 0 0 0 0,-1 0 0 0 0,1-1-1 0 0,-1 1 1 0 0,0-1 0 0 0,9-6 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8:20.08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70 550 832 0 0,'-19'-64'2875'0'0,"6"25"-1538"0"0,2 0 1 0 0,2-1-1 0 0,-5-44 1 0 0,10-10 1192 0 0,4 92-2452 0 0,1-2 14 0 0,-1 4-88 0 0,-1 0-1 0 0,1 0 1 0 0,0-1-1 0 0,0 1 1 0 0,0 0 0 0 0,0-1-1 0 0,0 1 1 0 0,0 0-1 0 0,0 0 1 0 0,0-1-1 0 0,0 1 1 0 0,0 0-1 0 0,0 0 1 0 0,0-1-1 0 0,0 1 1 0 0,0 0-1 0 0,1 0 1 0 0,-1-1-1 0 0,0 1 1 0 0,0 0-1 0 0,0 0 1 0 0,0-1 0 0 0,0 1-1 0 0,0 0 1 0 0,1 0-1 0 0,-1 0 1 0 0,0-1-1 0 0,0 1 1 0 0,0 0-1 0 0,1 0 1 0 0,-1 0-1 0 0,0 0 1 0 0,0-1-1 0 0,1 1 1 0 0,-1 0-1 0 0,0 0 1 0 0,0 0 0 0 0,1 0-1 0 0,3 0 7 0 0,0 1 0 0 0,1 0 0 0 0,-1 0 0 0 0,0 0 0 0 0,0 1 0 0 0,0-1-1 0 0,0 1 1 0 0,0 0 0 0 0,-1 0 0 0 0,1 0 0 0 0,3 3 0 0 0,43 36 134 0 0,-40-32-92 0 0,251 245 1051 0 0,-15 21-307 0 0,-96-104-558 0 0,-41-51-95 0 0,221 242 214 0 0,20-26-102 0 0,-5-74-127 0 0,16-29 22 0 0,-202-133-50 0 0,-83-56 267 0 0,-76-44-360 0 0,1 1 0 0 0,-1-1-1 0 0,1 0 1 0 0,0 1 0 0 0,-1-1-1 0 0,1 0 1 0 0,-1 1-1 0 0,1-1 1 0 0,-1 0 0 0 0,1 0-1 0 0,0 0 1 0 0,-1 0 0 0 0,1 1-1 0 0,0-1 1 0 0,-1 0-1 0 0,1 0 1 0 0,0 0 0 0 0,-1 0-1 0 0,2-1 1 0 0,0-8 63 0 0,-14-16-32 0 0,-55-55-105 0 0,-146-134-1 0 0,134 139-62 0 0,-338-291-333 0 0,-20 22 179 0 0,275 219 212 0 0,-547-388-175 0 0,660 481 226 0 0,19 14-24 0 0,2-2 0 0 0,-43-37 0 0 0,65 48 1 0 0,15 9 41 0 0,16 11 29 0 0,282 204 45 0 0,-236-162-63 0 0,589 451 173 0 0,-22 27 22 0 0,-541-445-179 0 0,611 516 276 0 0,-665-567-239 0 0,22 16 206 0 0,-64-49-183 0 0,-17-16-52 0 0,-384-379-175 0 0,319 308 116 0 0,-365-397-84 0 0,-213-216-168 0 0,410 452 174 0 0,248 244 64 0 0,4 4 20 0 0,12 9 18 0 0,22 20 17 0 0,187 194 42 0 0,-96-92-28 0 0,312 349 169 0 0,-22 23-51 0 0,-245-293-53 0 0,211 221 97 0 0,-286-327-153 0 0,-30-34 204 0 0,-62-69-141 0 0,-8-12-72 0 0,-10-18-22 0 0,-361-548-709 0 0,-289-316-241 0 0,618 835 905 0 0,-437-537-279 0 0,472 583 300 0 0,7 8 0 0 0,16 15-4 0 0,80 96 19 0 0,-33-35 23 0 0,236 258 128 0 0,86 100 158 0 0,907 902 464 0 0,-1261-1306-739 0 0,-8-8 102 0 0,44 34-1 0 0,-63-53-102 0 0,-2-4-19 0 0,-2-4-20 0 0,0 1 0 0 0,-1-1-1 0 0,1 1 1 0 0,-1 0 0 0 0,0 0 0 0 0,-1 0 0 0 0,1 0 0 0 0,-1 1 0 0 0,-7-8 0 0 0,1-1-21 0 0,-122-159-244 0 0,37 50 129 0 0,-234-343-206 0 0,-138-175-17 0 0,-79 39 355 0 0,439 498 261 0 0,105 102-226 0 0,4 5-9 0 0,207 226 80 0 0,-102-116-41 0 0,-86-90-38 0 0,714 738 381 0 0,152 128-22 0 0,-827-830-339 0 0,47 52 128 0 0,-91-89-77 0 0,-16-21-58 0 0,-1-1-24 0 0,-1 0-1 0 0,0 0 0 0 0,1 0 0 0 0,-1-1 0 0 0,1 1 1 0 0,-1-1-1 0 0,0 1 0 0 0,1-1 0 0 0,0 0 1 0 0,-1 1-1 0 0,1-1 0 0 0,-2-1 0 0 0,0 1 1 0 0,-12-8-4 0 0,0-1 0 0 0,0 0 0 0 0,1-1 0 0 0,-17-17 0 0 0,-2-2-2 0 0,-845-769-270 0 0,474 417 170 0 0,47 47-1 0 0,-199-182-109 0 0,511 476 196 0 0,-97-83-122 0 0,140 123 132 0 0,6 4 13 0 0,366 310 58 0 0,-181-162 5 0 0,493 437 178 0 0,-501-429-185 0 0,458 425 215 0 0,-69-61-66 0 0,-465-430 43 0 0,-178-174-137 0 0,-156-156-141 0 0,-480-511-224 0 0,549 569 219 0 0,-264-289-119 0 0,-22 20-12 0 0,432 435 142 0 0,0 0-8 0 0,1 1-1 0 0,-1 0 0 0 0,-19-12 0 0 0,32 24 27 0 0,1 0-1 0 0,0 0 1 0 0,0 0-1 0 0,0 0 0 0 0,0 0 1 0 0,-1 0-1 0 0,1 0 1 0 0,0-1-1 0 0,0 1 1 0 0,0 0-1 0 0,-1 0 1 0 0,1 0-1 0 0,0 0 1 0 0,0 0-1 0 0,0 0 1 0 0,-1 0-1 0 0,1 0 1 0 0,0 0-1 0 0,0 0 1 0 0,-1 0-1 0 0,1 0 1 0 0,0 0-1 0 0,0 0 0 0 0,0 1 1 0 0,-1-1-1 0 0,1 0 1 0 0,0 0-1 0 0,0 0 1 0 0,0 0-1 0 0,-1 0 1 0 0,1 0-1 0 0,0 0 1 0 0,0 1-1 0 0,0-1 1 0 0,0 0-1 0 0,0 0 1 0 0,-1 0-1 0 0,1 0 1 0 0,0 1-1 0 0,0-1 0 0 0,0 0 1 0 0,0 0-1 0 0,0 0 1 0 0,0 1-1 0 0,0-1 1 0 0,0 0-1 0 0,0 0 1 0 0,0 0-1 0 0,-1 1 1 0 0,1-1-1 0 0,0 0 1 0 0,1 13-8 0 0,16 23 10 0 0,2-1-1 0 0,0-1 1 0 0,3-1-1 0 0,31 38 1 0 0,-26-35 9 0 0,146 184 84 0 0,10-7-1 0 0,301 271 1 0 0,-423-428-54 0 0,384 335 154 0 0,-341-308-166 0 0,4-5 0 0 0,166 91 0 0 0,-272-168-28 0 0,22 12 7 0 0,1-1 0 0 0,0-1 0 0 0,33 10 0 0 0,-51-19-7 0 0,-1 0-1 0 0,1-1 0 0 0,-1 0 0 0 0,1 0 0 0 0,-1 0 1 0 0,1-1-1 0 0,0 0 0 0 0,-1 0 0 0 0,1-1 0 0 0,0 0 1 0 0,-1 0-1 0 0,1-1 0 0 0,-1 1 0 0 0,0-1 0 0 0,1-1 1 0 0,-1 1-1 0 0,0-1 0 0 0,11-7 0 0 0,-8 2-1 0 0,0 0-1 0 0,-1-1 1 0 0,0 0-1 0 0,0 0 1 0 0,-1 0-1 0 0,0-1 1 0 0,0-1-1 0 0,-2 1 1 0 0,1-1-1 0 0,-1 0 1 0 0,0 0-1 0 0,-1-1 1 0 0,3-15-1 0 0,3-19-28 0 0,-1 0 0 0 0,1-49-1 0 0,-9 91 28 0 0,13-304-153 0 0,6-60 27 0 0,-14 324 117 0 0,3 1 0 0 0,1 1 1 0 0,2 0-1 0 0,1 0 0 0 0,3 1 0 0 0,1 1 0 0 0,2 0 0 0 0,2 2 1 0 0,1 0-1 0 0,2 2 0 0 0,2 0 0 0 0,33-36 0 0 0,-11 22-9 0 0,2 1 0 0 0,2 3 1 0 0,68-47-1 0 0,188-94-43 0 0,-174 121 45 0 0,2 5 0 0 0,2 7-1 0 0,188-47 1 0 0,449-49-90 0 0,-498 115-326 0 0,320 0 0 0 0,-577 35 323 0 0,-9-1 36 0 0,0 1 0 0 0,0 0 0 0 0,0 0 0 0 0,0 1 0 0 0,0 1 0 0 0,0 0 0 0 0,19 6 0 0 0,-29-7 70 0 0,-1-1 0 0 0,1 1 0 0 0,0-1 0 0 0,0 1 0 0 0,0-1 0 0 0,-1 1 0 0 0,1 0-1 0 0,0-1 1 0 0,0 1 0 0 0,-1 0 0 0 0,1 0 0 0 0,-1 0 0 0 0,1-1 0 0 0,-1 1 0 0 0,1 0 0 0 0,-1 0 0 0 0,1 0-1 0 0,-1 0 1 0 0,0 0 0 0 0,0 0 0 0 0,1 0 0 0 0,-1 0 0 0 0,0 0 0 0 0,0 0 0 0 0,0 0 0 0 0,0 0-1 0 0,0 0 1 0 0,0 0 0 0 0,0-1 0 0 0,0 1 0 0 0,-1 0 0 0 0,1 0 0 0 0,0 0 0 0 0,-1 0 0 0 0,1 0 0 0 0,0 0-1 0 0,-1 0 1 0 0,1 0 0 0 0,-1 0 0 0 0,-1 1 0 0 0,-2 4-10 0 0,0 0 1 0 0,0 0-1 0 0,-1-1 0 0 0,-7 7 1 0 0,-20 17-11 0 0,-1-2 0 0 0,-1-1 0 0 0,-52 29 0 0 0,-120 54 5 0 0,197-105 20 0 0,-748 309 97 0 0,-25-68 802 0 0,172-76 458 0 0,63-18-160 0 0,459-126-970 0 0,88-25-225 0 0,-1 0 1 0 0,1 0-1 0 0,0 0 0 0 0,0 0 0 0 0,0 0 1 0 0,-1 0-1 0 0,1 0 0 0 0,0 0 1 0 0,0 0-1 0 0,0 0 0 0 0,-1-1 1 0 0,1 1-1 0 0,0 0 0 0 0,0 0 1 0 0,0 0-1 0 0,0 0 0 0 0,-1 0 1 0 0,1-1-1 0 0,0 1 0 0 0,0 0 1 0 0,0 0-1 0 0,0 0 0 0 0,0-1 1 0 0,0 1-1 0 0,0 0 0 0 0,-1 0 0 0 0,1 0 1 0 0,0-1-1 0 0,0 1 0 0 0,0 0 1 0 0,0 0-1 0 0,0-1 0 0 0,0 1 1 0 0,0 0-1 0 0,0 0 0 0 0,0 0 1 0 0,0-1-1 0 0,0 1 0 0 0,3-4 3 0 0,0 1 0 0 0,1 0 0 0 0,-1 0 0 0 0,0 0 0 0 0,1 0 0 0 0,0 1 0 0 0,-1-1 0 0 0,7-2 0 0 0,2-3 6 0 0,351-194-53 0 0,-208 121-6 0 0,568-300-225 0 0,-94 77-25 0 0,-182 110-65 0 0,917-263 1 0 0,-1064 378 256 0 0,-300 79 106 0 0,0 0 0 0 0,0 0 0 0 0,0 0 0 0 0,0 0 0 0 0,0 0 0 0 0,0 0 0 0 0,0 1 0 0 0,0-1-1 0 0,0 0 1 0 0,0 0 0 0 0,0 0 0 0 0,0 0 0 0 0,-1 0 0 0 0,1 0 0 0 0,0 0 0 0 0,0 0 0 0 0,0 0-1 0 0,0 0 1 0 0,0 0 0 0 0,0 0 0 0 0,0 0 0 0 0,0 0 0 0 0,0 1 0 0 0,0-1 0 0 0,0 0 0 0 0,0 0-1 0 0,0 0 1 0 0,0 0 0 0 0,0 0 0 0 0,0 0 0 0 0,0 0 0 0 0,0 0 0 0 0,0 0 0 0 0,0 0 0 0 0,0 0-1 0 0,1 0 1 0 0,-1 0 0 0 0,0 1 0 0 0,0-1 0 0 0,0 0 0 0 0,0 0 0 0 0,0 0 0 0 0,0 0 0 0 0,0 0-1 0 0,0 0 1 0 0,0 0 0 0 0,0 0 0 0 0,0 0 0 0 0,0 0 0 0 0,0 0 0 0 0,0 0 0 0 0,0 0-1 0 0,0 0 1 0 0,0 0 0 0 0,1 0 0 0 0,-1 0 0 0 0,0 0 0 0 0,0 0 0 0 0,0 0 0 0 0,0 0 0 0 0,0 0-1 0 0,0 0 1 0 0,0 0 0 0 0,0 0 0 0 0,-5 6-18 0 0,-16 7 20 0 0,-1 0 0 0 0,-45 17 0 0 0,24-11 15 0 0,-1263 547 288 0 0,504-258-202 0 0,-11-32-4 0 0,788-268-100 0 0,-6 2-6 0 0,-44 20-1 0 0,73-29 0 0 0,5-2-20 0 0,867-372-84 0 0,27 72 3 0 0,-357 181 25 0 0,-409 99 53 0 0,1 6 0 0 0,152 3-1 0 0,-284 12 33 0 0,34 0-6 0 0,0 1-1 0 0,-1 1 0 0 0,61 14 1 0 0,-91-16 8 0 0,0 1 1 0 0,0 1-1 0 0,0-1 1 0 0,0 0-1 0 0,0 1 0 0 0,0-1 1 0 0,0 1-1 0 0,-1 0 1 0 0,1 0-1 0 0,-1 0 1 0 0,4 3-1 0 0,-5-3-1 0 0,0-1 0 0 0,0 0 1 0 0,0 1-1 0 0,0-1 0 0 0,-1 1 0 0 0,1-1 0 0 0,0 1 0 0 0,-1-1 0 0 0,0 1 1 0 0,1 0-1 0 0,-1-1 0 0 0,0 1 0 0 0,1 0 0 0 0,-1-1 0 0 0,0 1 0 0 0,0 0 1 0 0,-1-1-1 0 0,1 1 0 0 0,0 0 0 0 0,0-1 0 0 0,-1 1 0 0 0,1-1 0 0 0,-1 1 1 0 0,0 2-1 0 0,-5 7 3 0 0,0 1-1 0 0,-1-1 1 0 0,0-1 0 0 0,0 1 0 0 0,-1-1 0 0 0,-1 0 0 0 0,-9 9 0 0 0,-76 61 21 0 0,77-66-23 0 0,-81 61 19 0 0,-163 92 0 0 0,-124 36 71 0 0,-416 133 419 0 0,-24-62 1203 0 0,722-241-1450 0 0,101-33-225 0 0,15-11 6 0 0,22-10-33 0 0,1 1 0 0 0,63-26 1 0 0,-50 25-8 0 0,6-4-11 0 0,851-383-196 0 0,-221 110 59 0 0,21 51 61 0 0,-671 237 79 0 0,377-102-123 0 0,-409 111 124 0 0,0 1 1 0 0,-1-1 0 0 0,1 1 0 0 0,0-1 0 0 0,0 1-1 0 0,0 0 1 0 0,0 0 0 0 0,0 0 0 0 0,5 1 0 0 0,-8-1 0 0 0,1 0 1 0 0,-1 1 0 0 0,0-1 0 0 0,1 0 0 0 0,-1 0 0 0 0,0 0 0 0 0,1 1 0 0 0,-1-1 0 0 0,0 0 0 0 0,0 0-1 0 0,1 1 1 0 0,-1-1 0 0 0,0 0 0 0 0,0 1 0 0 0,1-1 0 0 0,-1 0 0 0 0,0 1 0 0 0,0-1 0 0 0,0 0 0 0 0,0 1-1 0 0,1-1 1 0 0,-1 0 0 0 0,0 1 0 0 0,0-1 0 0 0,0 1 0 0 0,0-1 0 0 0,0 0 0 0 0,0 1 0 0 0,0-1-1 0 0,0 0 1 0 0,0 1 0 0 0,0-1 0 0 0,0 1 0 0 0,0-1 0 0 0,-1 0 0 0 0,1 1 0 0 0,0-1 0 0 0,0 0 0 0 0,0 1-1 0 0,-4 5-1 0 0,1 0 1 0 0,-1-1-1 0 0,-1 1 0 0 0,1-1 0 0 0,0 0 0 0 0,-11 8 0 0 0,-242 188 5 0 0,215-171 1 0 0,-627 432 117 0 0,203-147-29 0 0,297-198-57 0 0,-318 237 46 0 0,477-346-79 0 0,3-3 0 0 0,0 1 1 0 0,1-1-1 0 0,0 1 1 0 0,0 0-1 0 0,-7 11 1 0 0,27-20-4 0 0,13-12-19 0 0,0-2 0 0 0,45-38-1 0 0,-35 27 25 0 0,777-616-626 0 0,-129 92-277 0 0,34 46 157 0 0,-570 410 458 0 0,-146 94 227 0 0,-7 6-7 0 0,-29 23 67 0 0,-57 35 1 0 0,32-23 17 0 0,-1436 1095 383 0 0,1437-1088-354 0 0,2 2 0 0 0,-70 80-1 0 0,125-128-48 0 0,0 0-1 0 0,0 0 0 0 0,1 0 1 0 0,-1 0-1 0 0,0 0 1 0 0,0 0-1 0 0,1 0 1 0 0,-1 0-1 0 0,0 0 0 0 0,0 0 1 0 0,1 0-1 0 0,-1 0 1 0 0,0 0-1 0 0,0 0 1 0 0,0 0-1 0 0,1 0 0 0 0,-1 0 1 0 0,0 0-1 0 0,0 0 1 0 0,1 0-1 0 0,-1 1 1 0 0,0-1-1 0 0,0 0 0 0 0,0 0 1 0 0,0 0-1 0 0,1 0 1 0 0,-1 1-1 0 0,0-1 1 0 0,0 0-1 0 0,0 0 0 0 0,0 0 1 0 0,0 1-1 0 0,1-1 1 0 0,-1 0-1 0 0,0 0 1 0 0,0 0-1 0 0,0 1 0 0 0,0-1 1 0 0,0 0-1 0 0,0 0 1 0 0,0 1-1 0 0,0-1 1 0 0,0 0-1 0 0,0 0 0 0 0,0 1 1 0 0,0-1-1 0 0,0 0 1 0 0,0 0-1 0 0,0 0 0 0 0,0 1 1 0 0,0-1-1 0 0,0 0 1 0 0,0 0-1 0 0,-1 1 1 0 0,1-1-1 0 0,0 0 0 0 0,0 0 1 0 0,0 0-1 0 0,0 1 1 0 0,0-1-1 0 0,0 0 1 0 0,-1 0-1 0 0,1 0 0 0 0,0 0 1 0 0,0 1-1 0 0,0-1 1 0 0,-1 0-1 0 0,19-3 19 0 0,14-9-20 0 0,0-2 0 0 0,-1-1 0 0 0,42-28 1 0 0,-47 28-3 0 0,339-228-129 0 0,-15-22-42 0 0,-99 72 106 0 0,571-381-199 0 0,-765 536 241 0 0,-25 17-41 0 0,0 1 1 0 0,67-31-1 0 0,-96 50 43 0 0,-4 4 23 0 0,0-1-1 0 0,0 1 0 0 0,0 0 0 0 0,0-1 0 0 0,-1 1 0 0 0,1 0 0 0 0,0-1 0 0 0,-1 0 0 0 0,0 1 0 0 0,0-1 1 0 0,0 0-1 0 0,0 0 0 0 0,0 0 0 0 0,0 0 0 0 0,-4 2 0 0 0,-1 3 2 0 0,-469 393 193 0 0,468-394-192 0 0,-464 342 85 0 0,-13-20 565 0 0,402-273-381 0 0,43-28-171 0 0,1-2 27 0 0,1 1 0 0 0,-57 52 1 0 0,94-76-107 0 0,1-2-19 0 0,0 0 0 0 0,0 1 0 0 0,0-1 0 0 0,1 0 0 0 0,-1 0 0 0 0,0 1 0 0 0,1-1 0 0 0,-1 0 0 0 0,0 0 0 0 0,1 1 0 0 0,-1-1 0 0 0,0 0 0 0 0,1 0 1 0 0,-1 0-1 0 0,0 0 0 0 0,1 1 0 0 0,-1-1 0 0 0,0 0 0 0 0,1 0 0 0 0,-1 0 0 0 0,1 0 0 0 0,-1 0 0 0 0,0 0 0 0 0,1 0 0 0 0,-1 0 0 0 0,1 0 0 0 0,-1 0 0 0 0,0 0 1 0 0,1-1-1 0 0,-1 1 0 0 0,0 0 0 0 0,1 0 0 0 0,-1 0 0 0 0,0 0 0 0 0,1 0 0 0 0,-1-1 0 0 0,16-4 3 0 0,33-22-32 0 0,-2-2 1 0 0,75-59-1 0 0,-101 72 16 0 0,616-532-253 0 0,-286 232 142 0 0,339-231-296 0 0,-655 526 326 0 0,-33 20 54 0 0,-2 3 37 0 0,-1 1 1 0 0,0 0-1 0 0,0 0 1 0 0,0 0-1 0 0,0-1 1 0 0,0 1-1 0 0,-1 0 0 0 0,1-1 1 0 0,-1 1-1 0 0,0-1 1 0 0,1 0-1 0 0,-1 0 1 0 0,0 1-1 0 0,-1-1 1 0 0,1 0-1 0 0,0-1 1 0 0,-3 3-1 0 0,-2 2 1 0 0,-225 184 118 0 0,-18-12 7 0 0,185-133-109 0 0,-538 354 150 0 0,354-239-82 0 0,166-106-65 0 0,-220 156 81 0 0,295-203-105 0 0,1-3 5 0 0,0 1 0 0 0,1 1 0 0 0,-1-1 0 0 0,1 1 0 0 0,0 0 1 0 0,1 1-1 0 0,0 0 0 0 0,0-1 0 0 0,-7 13 0 0 0,12-18-8 0 0,0-1 0 0 0,0 1 0 0 0,0-1 0 0 0,-1 1 0 0 0,1 0 0 0 0,0-1 0 0 0,0 1 0 0 0,0-1 0 0 0,0 1 1 0 0,0-1-1 0 0,0 1 0 0 0,0-1 0 0 0,0 1 0 0 0,0 0 0 0 0,0-1 0 0 0,1 1 0 0 0,-1-1 0 0 0,0 1 0 0 0,0-1 0 0 0,0 1 0 0 0,1-1 0 0 0,-1 1 0 0 0,0-1 0 0 0,1 1 0 0 0,-1-1 0 0 0,0 0 0 0 0,1 1 0 0 0,-1-1 0 0 0,0 1 0 0 0,1-1 0 0 0,-1 0 0 0 0,1 1 0 0 0,-1-1 0 0 0,1 0 0 0 0,-1 0 0 0 0,1 1 0 0 0,-1-1 0 0 0,1 0 0 0 0,-1 0 0 0 0,1 0 0 0 0,-1 0 1 0 0,1 1-1 0 0,-1-1 0 0 0,1 0 0 0 0,-1 0 0 0 0,1 0 0 0 0,1 0 0 0 0,2 0-75 0 0,1 0 0 0 0,-1 0 0 0 0,1-1 0 0 0,-1 1 1 0 0,6-2-1 0 0,17-6-285 0 0,-1 0-1 0 0,46-23 1 0 0,48-33-315 0 0,-113 60 646 0 0,316-207-856 0 0,-17-27 597 0 0,-158 120 146 0 0,-46 38 18 0 0,227-173-162 0 0,-219 176 151 0 0,127-67-1 0 0,-228 139 132 0 0,1 0-1 0 0,18-6 1 0 0,-28 11 12 0 0,0 0 1 0 0,1 0-1 0 0,-1 0 0 0 0,0 0 1 0 0,0 0-1 0 0,0 0 1 0 0,1 0-1 0 0,-1 0 0 0 0,0 0 1 0 0,0 0-1 0 0,0 0 1 0 0,1 0-1 0 0,-1 0 1 0 0,0 0-1 0 0,0 0 0 0 0,0 0 1 0 0,1 1-1 0 0,-1-1 1 0 0,0 0-1 0 0,0 0 0 0 0,0 0 1 0 0,0 0-1 0 0,1 0 1 0 0,-1 0-1 0 0,0 1 1 0 0,0-1-1 0 0,0 0 0 0 0,0 0 1 0 0,0 0-1 0 0,0 0 1 0 0,1 1-1 0 0,-1-1 0 0 0,0 0 1 0 0,0 0-1 0 0,0 0 1 0 0,0 1-1 0 0,0-1 1 0 0,0 0-1 0 0,0 0 0 0 0,0 0 1 0 0,0 1-1 0 0,0-1 1 0 0,0 0-1 0 0,0 0 0 0 0,0 0 1 0 0,0 1-1 0 0,0-1 1 0 0,0 0-1 0 0,0 0 0 0 0,0 0 1 0 0,0 1-1 0 0,-1-1 1 0 0,1 0-1 0 0,0 0 1 0 0,0 0-1 0 0,0 1 0 0 0,-3 3 2 0 0,0 0 0 0 0,0 0 0 0 0,0 0 0 0 0,-1-1 0 0 0,1 1 0 0 0,-1-1 0 0 0,0 0 0 0 0,0 0 1 0 0,-5 3-1 0 0,-4 3-3 0 0,-452 311 331 0 0,-22-22-333 0 0,287-178 20 0 0,-320 196-5151 0 0,352-209 602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8:40.86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1382 2438 600 0 0,'-197'-100'8118'0'0,"184"94"-7514"0"0,10 4-502 0 0,0 0 0 0 0,0 1 0 0 0,0-1 0 0 0,0 1 0 0 0,0 0 0 0 0,-1 0 0 0 0,1 0 0 0 0,-1 0 0 0 0,1 0 0 0 0,0 1 0 0 0,-1 0 0 0 0,1-1 0 0 0,-7 2 0 0 0,9-1-89 0 0,1 1 0 0 0,0-1 1 0 0,-1 1-1 0 0,1 0 0 0 0,0-1 0 0 0,0 1 0 0 0,-1 0 0 0 0,1-1 0 0 0,0 1 0 0 0,0 0 0 0 0,0-1 0 0 0,0 1 0 0 0,0 0 1 0 0,0-1-1 0 0,0 1 0 0 0,0 0 0 0 0,0 0 0 0 0,0-1 0 0 0,0 1 0 0 0,0 0 0 0 0,1 0 0 0 0,-1-1 7 0 0,3 11 114 0 0,0 0 0 0 0,1 0 0 0 0,0 0 0 0 0,1-1 0 0 0,0 0 0 0 0,1 0 0 0 0,7 10 0 0 0,-5-6-22 0 0,90 141 1060 0 0,175 215 0 0 0,-193-278-995 0 0,4-3 0 0 0,3-4 1 0 0,126 94-1 0 0,-132-121 33 0 0,-81-58-215 0 0,1 0 1 0 0,0 1-1 0 0,-1-1 1 0 0,1 0 0 0 0,-1 1-1 0 0,1-1 1 0 0,0 0-1 0 0,-1 0 1 0 0,1 1 0 0 0,0-1-1 0 0,-1 0 1 0 0,1 0-1 0 0,0 0 1 0 0,-1 0-1 0 0,1 0 1 0 0,0 0 0 0 0,1 0-1 0 0,2-8-386 0 0,-4 6 317 0 0,0 0 1 0 0,0-1-1 0 0,-1 1 0 0 0,1 0 1 0 0,-1 0-1 0 0,1 0 1 0 0,-1-1-1 0 0,0 1 1 0 0,-1-2-1 0 0,-18-25-328 0 0,0 1 0 0 0,-2 1-1 0 0,0 2 1 0 0,-30-26 0 0 0,34 32 247 0 0,-284-260-922 0 0,200 196 960 0 0,-129-80 0 0 0,178 130 181 0 0,-139-81 627 0 0,192 114-690 0 0,0-1 0 0 0,0 1-1 0 0,0 0 1 0 0,-1 0 0 0 0,1 0-1 0 0,0-1 1 0 0,0 1-1 0 0,0 0 1 0 0,-1 0 0 0 0,1 0-1 0 0,0 0 1 0 0,0 0-1 0 0,0 0 1 0 0,-1-1 0 0 0,1 1-1 0 0,0 0 1 0 0,0 0 0 0 0,-1 0-1 0 0,1 0 1 0 0,0 0-1 0 0,-1 0 1 0 0,1 0 0 0 0,0 0-1 0 0,0 0 1 0 0,-1 0 0 0 0,1 0-1 0 0,0 0 1 0 0,0 0-1 0 0,-1 0 1 0 0,1 0 0 0 0,0 1-1 0 0,0-1 1 0 0,-1 0 0 0 0,1 0-1 0 0,0 0 1 0 0,0 0-1 0 0,0 0 1 0 0,-1 0 0 0 0,1 1-1 0 0,5 10 29 0 0,14 15 45 0 0,45 40 174 0 0,1-3 0 0 0,90 65 0 0 0,-150-123-234 0 0,92 68 135 0 0,2-4-1 0 0,3-4 1 0 0,3-5 0 0 0,2-4 0 0 0,117 42 0 0 0,-193-86-82 0 0,0-1 0 0 0,0-2 0 0 0,49 8 0 0 0,-79-16-67 0 0,1-1 1 0 0,0 0-1 0 0,-1 0 1 0 0,1 1-1 0 0,0-1 1 0 0,-1 0-1 0 0,1-1 1 0 0,-1 1-1 0 0,1 0 1 0 0,0 0-1 0 0,-1-1 1 0 0,1 1-1 0 0,-1-1 1 0 0,1 0-1 0 0,0 1 1 0 0,-1-1-1 0 0,0 0 1 0 0,1 0-1 0 0,2-2 1 0 0,-3 2-7 0 0,-1 0 0 0 0,1 0 0 0 0,0 0 1 0 0,-1-1-1 0 0,1 1 0 0 0,-1 0 0 0 0,1-1 1 0 0,-1 1-1 0 0,0-1 0 0 0,1 1 0 0 0,-1 0 0 0 0,0-1 1 0 0,0 1-1 0 0,0-1 0 0 0,0 1 0 0 0,0-1 1 0 0,-1-2-1 0 0,-1-5-32 0 0,-1 0 1 0 0,0-1-1 0 0,-1 1 1 0 0,1 0-1 0 0,-6-8 1 0 0,-28-46-139 0 0,-67-92 1 0 0,-58-49 41 0 0,78 108 63 0 0,-163-145 1 0 0,-125-50-148 0 0,321 254 210 0 0,-148-100-10 0 0,430 281 61 0 0,324 215 108 0 0,-143-92-32 0 0,-406-264-96 0 0,-1 0 0 0 0,1-1 0 0 0,0 0 0 0 0,10 2 0 0 0,-16-4-22 0 0,1 0-1 0 0,-1 0 1 0 0,0 0 0 0 0,0 0-1 0 0,0 0 1 0 0,1 0 0 0 0,-1 0 0 0 0,0 0-1 0 0,0 0 1 0 0,0 0 0 0 0,1 0-1 0 0,-1 0 1 0 0,0 0 0 0 0,0 0 0 0 0,0 0-1 0 0,1 0 1 0 0,-1-1 0 0 0,0 1-1 0 0,0 0 1 0 0,0 0 0 0 0,0 0 0 0 0,0 0-1 0 0,1 0 1 0 0,-1-1 0 0 0,0 1-1 0 0,0 0 1 0 0,0 0 0 0 0,0 0-1 0 0,0-1 1 0 0,0 1 0 0 0,0 0 0 0 0,0 0-1 0 0,0 0 1 0 0,1-1 0 0 0,-1 1-1 0 0,0 0 1 0 0,0 0 0 0 0,0 0 0 0 0,0-1-1 0 0,0 1 1 0 0,0 0 0 0 0,0 0-1 0 0,-1 0 1 0 0,1-1 0 0 0,0 1 0 0 0,0 0-1 0 0,0 0 1 0 0,0 0 0 0 0,0-1-1 0 0,-3-9 11 0 0,-4-3-5 0 0,-1 0-1 0 0,-1 1 1 0 0,0-1 0 0 0,0 2-1 0 0,-1-1 1 0 0,-1 2 0 0 0,-14-13-1 0 0,-1-2 7 0 0,-670-587-200 0 0,366 372 195 0 0,322 236-26 0 0,17 13 23 0 0,20 17 12 0 0,362 214 206 0 0,18-33-38 0 0,-352-180-174 0 0,780 396 104 0 0,-781-386-88 0 0,-52-34-15 0 0,-4-2-10 0 0,0-1-1 0 0,1 0 1 0 0,-1 0 0 0 0,0 0-1 0 0,0 0 1 0 0,0 0 0 0 0,0 0 0 0 0,1 1-1 0 0,-1-1 1 0 0,0 0 0 0 0,0 0-1 0 0,0 0 1 0 0,0 0 0 0 0,0 1 0 0 0,1-1-1 0 0,-1 0 1 0 0,0 0 0 0 0,0 0-1 0 0,0 1 1 0 0,0-1 0 0 0,0 0 0 0 0,0 0-1 0 0,0 1 1 0 0,0-1 0 0 0,0 0 0 0 0,0 0-1 0 0,0 0 1 0 0,0 1 0 0 0,0-1-1 0 0,0 0 1 0 0,0 0 0 0 0,0 1 0 0 0,0-1-1 0 0,0 0 1 0 0,0 0 0 0 0,0 0-1 0 0,0 1 1 0 0,-1-1 0 0 0,1 0 0 0 0,0 0-1 0 0,0 0 1 0 0,0 1 0 0 0,0-1-1 0 0,0 0 1 0 0,-1 0 0 0 0,1 0 0 0 0,0 0-1 0 0,0 0 1 0 0,0 1 0 0 0,0-1-1 0 0,-1 0 1 0 0,1 0 0 0 0,0 0 0 0 0,0 0-1 0 0,0 0 1 0 0,-1 0 0 0 0,1 0-1 0 0,0 0 1 0 0,0 0 0 0 0,-1 0 0 0 0,1 0-1 0 0,0 0 1 0 0,0 0 0 0 0,0 0-1 0 0,-1 0 1 0 0,1 0 0 0 0,0 0 0 0 0,-14 2 14 0 0,0-4-9 0 0,-1 0 0 0 0,2-2 0 0 0,-1 0 0 0 0,0 0 0 0 0,1-1 0 0 0,0-1 0 0 0,-22-12 0 0 0,8 4-7 0 0,-167-85 28 0 0,-76-36-65 0 0,-10 21 3 0 0,19 35-87 0 0,248 78 114 0 0,10 6 17 0 0,4-4-8 0 0,-1 0 0 0 0,1 0 0 0 0,-1 0 0 0 0,1-1 0 0 0,0 1 0 0 0,-1 0 0 0 0,1 0 0 0 0,0 0 0 0 0,0-1 0 0 0,-1 1 1 0 0,1 0-1 0 0,0-1 0 0 0,0 1 0 0 0,0-1 0 0 0,0 1 0 0 0,1 0 0 0 0,239 82-44 0 0,-84-32 45 0 0,-147-48-3 0 0,228 92 7 0 0,-208-81-11 0 0,-1 2 0 0 0,-1 1 1 0 0,0 1-1 0 0,-1 1 0 0 0,41 39 0 0 0,-61-50 6 0 0,1 0 1 0 0,-1 0-1 0 0,-1 1 0 0 0,0 0 0 0 0,0 0 0 0 0,0 0 1 0 0,-1 1-1 0 0,-1 0 0 0 0,0 0 0 0 0,0 0 0 0 0,-1 1 1 0 0,0-1-1 0 0,-1 1 0 0 0,0 0 0 0 0,1 15 0 0 0,-3-13 4 0 0,-1 0 0 0 0,0 0 0 0 0,-1 0 0 0 0,0 0 0 0 0,-1-1 0 0 0,0 1 0 0 0,-1-1 0 0 0,-1 1 0 0 0,0-1 0 0 0,0-1 0 0 0,-1 1 0 0 0,-12 16 0 0 0,2-6 12 0 0,0 0 1 0 0,-1-1 0 0 0,-30 27 0 0 0,37-39-9 0 0,0-1 0 0 0,0 0 0 0 0,-1 0 0 0 0,-1-1 0 0 0,1 0 0 0 0,-1-1 0 0 0,0-1 0 0 0,0 0 0 0 0,-15 4 1 0 0,24-6-9 0 0,-2-2-2 0 0,-21-5 28 0 0,25 4-32 0 0,-1 0 1 0 0,1 0-1 0 0,-1-1 1 0 0,1 1-1 0 0,0-1 1 0 0,-1 1-1 0 0,1-1 0 0 0,-1 1 1 0 0,1-1-1 0 0,0 0 1 0 0,-1 1-1 0 0,1-1 1 0 0,0 0-1 0 0,0 0 0 0 0,-2-2 1 0 0,3 3 1 0 0,-1-1 0 0 0,1 0 1 0 0,0 1-1 0 0,0-1 0 0 0,0 1 1 0 0,0-1-1 0 0,0 1 0 0 0,0-1 1 0 0,-1 0-1 0 0,1 1 0 0 0,1-1 0 0 0,-1 1 1 0 0,0-1-1 0 0,0 1 0 0 0,0-1 1 0 0,0 0-1 0 0,0 1 0 0 0,0-1 1 0 0,1 1-1 0 0,-1-1 0 0 0,0 1 0 0 0,0-1 1 0 0,1 1-1 0 0,-1-1 0 0 0,0 1 1 0 0,1-1-1 0 0,2-3-6 0 0,1 1 0 0 0,-1 0 0 0 0,1 0-1 0 0,-1 1 1 0 0,1-1 0 0 0,0 1 0 0 0,0-1 0 0 0,5-1 0 0 0,19-6 5 0 0,0 2 0 0 0,1 0 0 0 0,56-6 0 0 0,-28 5 137 0 0,-57 9-132 0 0,0 0 0 0 0,1 0 0 0 0,-1 0 0 0 0,0 0 0 0 0,0 0 0 0 0,1 0 0 0 0,-1 0 0 0 0,0 0 0 0 0,0 0 0 0 0,1 0 0 0 0,-1 0 0 0 0,0 0 0 0 0,0-1 0 0 0,1 1 0 0 0,-1 0 0 0 0,0 0 0 0 0,0 0 0 0 0,0 0 0 0 0,1-1 0 0 0,-1 1 0 0 0,0 0 0 0 0,0 0 0 0 0,0 0 0 0 0,0-1-1 0 0,1 1 1 0 0,-1 0 0 0 0,0 0 0 0 0,0-1 0 0 0,0 1 0 0 0,0 0 0 0 0,0 0 0 0 0,0-1 0 0 0,0 1 0 0 0,0 0 0 0 0,0 0 0 0 0,0-1 0 0 0,0 1 0 0 0,0 0 0 0 0,0 0 0 0 0,0-1 0 0 0,0 1 0 0 0,0 0 0 0 0,0 0 0 0 0,0-1 0 0 0,0 1 0 0 0,0 0 0 0 0,0 0 0 0 0,0-1 0 0 0,0 1 0 0 0,-1 0 0 0 0,1 0 0 0 0,0 0 0 0 0,0-1 0 0 0,0 1 0 0 0,0 0 0 0 0,-1 0 0 0 0,1 0 0 0 0,0-1-1 0 0,0 1 1 0 0,0 0 0 0 0,-1 0 0 0 0,-10-10 3 0 0,-6 1-34 0 0,-1 1 1 0 0,-36-12-1 0 0,8 3 17 0 0,-131-61-16 0 0,3-8 0 0 0,-231-153 0 0 0,-116-117-117 0 0,393 259-1 0 0,-219-220 0 0 0,315 283 122 0 0,1-1 1 0 0,2-1-1 0 0,-38-65 0 0 0,58 87 27 0 0,1-1-1 0 0,1 0 0 0 0,1-1 0 0 0,0 0 0 0 0,1 0 1 0 0,0 0-1 0 0,1 0 0 0 0,1-1 0 0 0,1 1 1 0 0,0-1-1 0 0,2 0 0 0 0,-1 0 0 0 0,4-20 1 0 0,-2 27-12 0 0,1 1 0 0 0,1 0 0 0 0,-1-1 0 0 0,2 1 0 0 0,-1 0 0 0 0,1 0 1 0 0,0 1-1 0 0,1-1 0 0 0,0 1 0 0 0,0 0 0 0 0,10-10 0 0 0,-6 8-2 0 0,1 1 0 0 0,0 0 0 0 0,1 1 0 0 0,-1 0 0 0 0,2 0 0 0 0,-1 1 0 0 0,17-7 0 0 0,14-2-9 0 0,1 1-1 0 0,0 3 0 0 0,83-13 1 0 0,-98 20 23 0 0,109-20-12 0 0,372-75-458 0 0,-490 96 404 0 0,107-30-375 0 0,-114 29 373 0 0,1 0-1 0 0,-1 0 0 0 0,0-2 0 0 0,0 1 1 0 0,-1-1-1 0 0,1-1 0 0 0,13-12 1 0 0,-24 19 48 0 0,1-1 1 0 0,0 1-1 0 0,0-1 1 0 0,-1 0 0 0 0,1 1-1 0 0,-1-1 1 0 0,0 0-1 0 0,0 0 1 0 0,1 0-1 0 0,-1 0 1 0 0,0 0 0 0 0,-1 0-1 0 0,1 0 1 0 0,0-1-1 0 0,-1 1 1 0 0,1 0-1 0 0,-1 0 1 0 0,1-1 0 0 0,-1 1-1 0 0,0 0 1 0 0,0-1-1 0 0,0 1 1 0 0,-1-4-1 0 0,0 2 6 0 0,-1 1 1 0 0,1 0-1 0 0,-1 0 0 0 0,0 0 0 0 0,0 0 0 0 0,0 0 0 0 0,0 0 0 0 0,0 1 0 0 0,-1-1 0 0 0,1 1 0 0 0,-1 0 0 0 0,0-1 0 0 0,1 1 0 0 0,-6-2 0 0 0,-10-7-8 0 0,-1 1 0 0 0,0 1 1 0 0,-1 1-1 0 0,0 1 0 0 0,0 1 0 0 0,-24-5 0 0 0,-130-14-61 0 0,157 23 83 0 0,-715-38-123 0 0,188 16 578 0 0,503 23-327 0 0,28 1-99 0 0,-1 0 0 0 0,0-1 1 0 0,1 0-1 0 0,-1-1 1 0 0,1-1-1 0 0,0 0 1 0 0,-24-8-1 0 0,37 10-27 0 0,-1 1 1 0 0,1 0-1 0 0,-1 0 0 0 0,1-1 1 0 0,-1 1-1 0 0,1 0 0 0 0,0 0 1 0 0,-1-1-1 0 0,1 1 1 0 0,-1-1-1 0 0,1 1 0 0 0,0 0 1 0 0,0-1-1 0 0,-1 1 0 0 0,1-1 1 0 0,0 1-1 0 0,-1-1 0 0 0,1 1 1 0 0,0-1-1 0 0,0 1 1 0 0,0-1-1 0 0,0 1 0 0 0,-1-1 1 0 0,1 1-1 0 0,0-1 0 0 0,0 1 1 0 0,0-1-1 0 0,0 1 0 0 0,0-1 1 0 0,0 1-1 0 0,1-1 0 0 0,-1-1 0 0 0,1 0 0 0 0,0 1 0 0 0,-1-1 0 0 0,1 1 0 0 0,0 0 0 0 0,0-1 0 0 0,0 1 0 0 0,0 0 0 0 0,0-1-1 0 0,2 0 1 0 0,34-26 5 0 0,-36 28-7 0 0,52-31 3 0 0,1 2 1 0 0,2 3-1 0 0,64-21 0 0 0,183-45 7 0 0,-262 81-3 0 0,424-105-44 0 0,5 20 1 0 0,638-47 0 0 0,-1025 136-83 0 0,73-7-825 0 0,191 8-1 0 0,-327 7 724 0 0,-14-1 122 0 0,1 0 0 0 0,-1 0 0 0 0,0 0 0 0 0,0 1 0 0 0,0 0 0 0 0,0 0 0 0 0,0 1-1 0 0,0 0 1 0 0,6 3 0 0 0,-11-5 85 0 0,-1 0-1 0 0,0 0 0 0 0,1 0 0 0 0,-1 0 1 0 0,0 1-1 0 0,1-1 0 0 0,-1 0 1 0 0,0 0-1 0 0,0 1 0 0 0,1-1 0 0 0,-1 0 1 0 0,0 0-1 0 0,0 1 0 0 0,1-1 0 0 0,-1 0 1 0 0,0 1-1 0 0,0-1 0 0 0,0 0 1 0 0,0 1-1 0 0,1-1 0 0 0,-1 0 0 0 0,0 1 1 0 0,0-1-1 0 0,0 0 0 0 0,0 1 0 0 0,0-1 1 0 0,0 0-1 0 0,0 1 0 0 0,0-1 1 0 0,0 1-1 0 0,0-1 0 0 0,0 0 0 0 0,0 1 1 0 0,0-1-1 0 0,-1 0 0 0 0,1 1 0 0 0,0-1 1 0 0,0 0-1 0 0,0 1 0 0 0,0-1 0 0 0,-1 0 1 0 0,1 1-1 0 0,0-1 0 0 0,0 0 1 0 0,-1 0-1 0 0,1 1 0 0 0,-17 12-252 0 0,15-12 259 0 0,-39 21-147 0 0,-1-2 1 0 0,-90 28-1 0 0,110-40 130 0 0,-215 64 119 0 0,-477 80 1 0 0,655-142 768 0 0,-94 2 1 0 0,151-12-724 0 0,7-2-388 0 0,71-11-2968 0 0,-10 4 569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38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324 199 256 0 0,'12'9'13591'0'0,"-52"-36"-13331"0"0,-96-72-465 0 0,107 79 1 0 0,28 19 175 0 0,4 1-51 0 0,170-2 86 0 0,300-55 68 0 0,-471 56-74 0 0,0 1 0 0 0,1-1 0 0 0,-1 1 0 0 0,0 0 0 0 0,0 0 0 0 0,1 0 0 0 0,-1 0-1 0 0,0 1 1 0 0,0-1 0 0 0,1 0 0 0 0,-1 1 0 0 0,4 1 0 0 0,-8 0-6 0 0,1 1 1 0 0,-1-1-1 0 0,1 0 1 0 0,-1 0-1 0 0,0 1 1 0 0,1-1-1 0 0,-4 2 1 0 0,-265 255 49 0 0,54-53-144 0 0,-92 95-95 0 0,307-300 280 0 0,6-5-78 0 0,0-1 0 0 0,1 1 0 0 0,0 0 0 0 0,0 0 0 0 0,6-3 0 0 0,-7 5-18 0 0,-5 2 10 0 0,5-4-3 0 0,0 1 0 0 0,0 0-1 0 0,0 1 1 0 0,0-1-1 0 0,0 1 1 0 0,1 0-1 0 0,-1 0 1 0 0,1 1 0 0 0,-1 0-1 0 0,1 0 1 0 0,0 0-1 0 0,-1 1 1 0 0,8-1 0 0 0,14 7 6 0 0,0 1 1 0 0,-1 2 0 0 0,0 0 0 0 0,0 1-1 0 0,32 19 1 0 0,-21-10 64 0 0,68 22 1 0 0,-60-28-11 0 0,76 12 0 0 0,-117-25-284 0 0,1 0 0 0 0,-1 0 0 0 0,0-1 0 0 0,1 1 0 0 0,-1-1 0 0 0,1 0 0 0 0,-1 0 1 0 0,0 0-1 0 0,0-1 0 0 0,0 0 0 0 0,0 0 0 0 0,0 0 0 0 0,0 0 0 0 0,0 0 0 0 0,0-1 0 0 0,5-4 0 0 0,8-15-3834 0 0,-8 8 692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39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405 107 976 0 0,'15'-22'6455'0'0,"-14"21"-6276"0"0,0-1 1 0 0,1 0 0 0 0,-2 1 0 0 0,1-1-1 0 0,0 1 1 0 0,0-1 0 0 0,0 0 0 0 0,-1 0-1 0 0,1 0 1 0 0,-1 1 0 0 0,1-1 0 0 0,-1 0-1 0 0,0 0 1 0 0,0 0 0 0 0,0 0 0 0 0,0 0-1 0 0,0 1 1 0 0,0-1 0 0 0,-1 0 0 0 0,1 0-1 0 0,0 0 1 0 0,-1 0 0 0 0,1 1 0 0 0,-3-4-1 0 0,2 2-127 0 0,-2 0 1 0 0,1 1-1 0 0,0-1 0 0 0,0 1 0 0 0,-1 0 0 0 0,0-1 0 0 0,1 1 0 0 0,-1 0 0 0 0,0 1 0 0 0,0-1 1 0 0,0 0-1 0 0,0 1 0 0 0,-5-2 0 0 0,3 1-52 0 0,-1 1-1 0 0,1 0 1 0 0,0 0 0 0 0,-1 0 0 0 0,1 1 0 0 0,-1 0-1 0 0,1 0 1 0 0,-1 0 0 0 0,1 1 0 0 0,-1 0 0 0 0,1 0-1 0 0,0 0 1 0 0,-1 1 0 0 0,-9 3 0 0 0,4 0-11 0 0,-1 1 1 0 0,1 0 0 0 0,0 0-1 0 0,1 1 1 0 0,-13 11-1 0 0,0 2 10 0 0,0 2-1 0 0,2 0 1 0 0,0 2-1 0 0,-20 31 0 0 0,28-36 2 0 0,1 2-1 0 0,0-1 0 0 0,2 1 1 0 0,0 1-1 0 0,2 0 0 0 0,-7 27 1 0 0,13-43 7 0 0,1 0-1 0 0,0 0 1 0 0,0 1 0 0 0,0-1-1 0 0,1 0 1 0 0,0 0 0 0 0,1 1-1 0 0,-1-1 1 0 0,1 0 0 0 0,0 0 0 0 0,1 0-1 0 0,3 12 1 0 0,-2-14-8 0 0,-1 1-1 0 0,0-1 1 0 0,1 0-1 0 0,0-1 0 0 0,0 1 1 0 0,0 0-1 0 0,0-1 1 0 0,0 0-1 0 0,1 0 1 0 0,0 0-1 0 0,-1 0 1 0 0,1 0-1 0 0,0-1 1 0 0,1 1-1 0 0,-1-1 1 0 0,0 0-1 0 0,9 2 1 0 0,7 1-228 0 0,0 0 1 0 0,0-1 0 0 0,1-1-1 0 0,-1-2 1 0 0,31 0-1 0 0,104-13-1832 0 0,-153 11 2029 0 0,43-5-352 0 0,-1-1 0 0 0,-1-3 1 0 0,0-2-1 0 0,0-1 1 0 0,-1-3-1 0 0,-1-1 0 0 0,0-2 1 0 0,-2-1-1 0 0,0-3 1 0 0,-1-1-1 0 0,38-32 0 0 0,-66 47 789 0 0,0 0 0 0 0,0 0 0 0 0,-1-1-1 0 0,-1 0 1 0 0,0-1 0 0 0,0 0 0 0 0,-1 0 0 0 0,0-1-1 0 0,-1 1 1 0 0,6-17 0 0 0,-12 26-367 0 0,0 1 0 0 0,1 0 0 0 0,-1 0 0 0 0,0 0 0 0 0,0 0 0 0 0,0 0 0 0 0,-1 0 0 0 0,1 0 0 0 0,0 0 0 0 0,0 0 0 0 0,-1 0 0 0 0,1-1 0 0 0,0 1 1 0 0,-1 0-1 0 0,1 0 0 0 0,-1 1 0 0 0,1-1 0 0 0,-1 0 0 0 0,0 0 0 0 0,1 0 0 0 0,-1 0 0 0 0,0 0 0 0 0,0 1 0 0 0,0-1 0 0 0,1 0 0 0 0,-1 1 0 0 0,0-1 0 0 0,0 0 0 0 0,0 1 0 0 0,0-1 0 0 0,0 1 0 0 0,0 0 0 0 0,0-1 1 0 0,0 1-1 0 0,0 0 0 0 0,0-1 0 0 0,-1 1 0 0 0,1 0 0 0 0,0 0 0 0 0,0 0 0 0 0,0 0 0 0 0,-2 0 0 0 0,-8 4 57 0 0,0 0 1 0 0,1 1-1 0 0,0 0 0 0 0,-1 1 0 0 0,2 0 1 0 0,-1 0-1 0 0,1 1 0 0 0,0 0 0 0 0,0 1 1 0 0,1 0-1 0 0,-11 13 0 0 0,-2 4 12 0 0,0 2 1 0 0,-30 52-1 0 0,45-68-85 0 0,0 1 0 0 0,1 0 1 0 0,0 0-1 0 0,-6 25 0 0 0,10-34-11 0 0,1 0 0 0 0,-1 0 0 0 0,0 1 0 0 0,1-1-1 0 0,-1 1 1 0 0,1-1 0 0 0,0 0 0 0 0,0 1 0 0 0,1-1-1 0 0,-1 1 1 0 0,1-1 0 0 0,-1 0 0 0 0,1 1 0 0 0,0-1-1 0 0,0 0 1 0 0,1 0 0 0 0,-1 0 0 0 0,1 0-1 0 0,-1 0 1 0 0,1 0 0 0 0,0 0 0 0 0,0 0 0 0 0,4 3-1 0 0,-2-4-5 0 0,0 0 0 0 0,0-1 0 0 0,0 1 0 0 0,0-1 0 0 0,0 0-1 0 0,0 0 1 0 0,0-1 0 0 0,1 1 0 0 0,-1-1 0 0 0,0 0 0 0 0,0 0-1 0 0,0 0 1 0 0,1-1 0 0 0,-1 0 0 0 0,6-1 0 0 0,0-1-17 0 0,1-1 0 0 0,0 0 0 0 0,-1 0 0 0 0,0-1 0 0 0,0-1 0 0 0,-1 0 0 0 0,1 0 0 0 0,-1 0 0 0 0,0-1 0 0 0,-1-1 0 0 0,0 0-1 0 0,11-13 1 0 0,-2 0-1 0 0,-1 0 0 0 0,-1-2 0 0 0,-1 1 0 0 0,13-28 0 0 0,31-86 907 0 0,-57 133-815 0 0,2 28 67 0 0,-8 31-149 0 0,1-25 286 0 0,1 50 0 0 0,4-73-532 0 0,-1 0 1 0 0,1 1 0 0 0,0-1-1 0 0,1 0 1 0 0,0 0 0 0 0,0 0-1 0 0,1 0 1 0 0,0-1-1 0 0,1 1 1 0 0,7 13 0 0 0,-8-18-310 0 0,-1 0 0 0 0,1 0 0 0 0,0-1-1 0 0,0 1 1 0 0,0-1 0 0 0,1 1 0 0 0,-1-1 0 0 0,0 0 0 0 0,1 0 0 0 0,5 2 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0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6 116 156 0 0,'6'-43'5000'0'0,"1"-20"833"0"0,-5 53-5261 0 0,0 15 322 0 0,3 15 55 0 0,-4 32-339 0 0,-2 0 1 0 0,-2-1 0 0 0,-19 97-1 0 0,19-138-128 0 0,4-21-361 0 0,5-21-113 0 0,2 7 9 0 0,2 1 0 0 0,0 0-1 0 0,25-41 1 0 0,-29 55-29 0 0,0 1-1 0 0,0 0 1 0 0,1 0-1 0 0,1 1 1 0 0,-1 0 0 0 0,1 0-1 0 0,1 1 1 0 0,0 0-1 0 0,0 0 1 0 0,0 1-1 0 0,16-8 1 0 0,-22 13 7 0 0,-1 0 0 0 0,1 0 1 0 0,0 0-1 0 0,-1 0 0 0 0,1 1 0 0 0,0-1 0 0 0,0 1 1 0 0,-1 0-1 0 0,1 0 0 0 0,0 0 0 0 0,0 0 1 0 0,0 0-1 0 0,-1 1 0 0 0,1-1 0 0 0,0 1 1 0 0,0 0-1 0 0,-1-1 0 0 0,1 1 0 0 0,0 0 1 0 0,-1 1-1 0 0,1-1 0 0 0,-1 0 0 0 0,0 1 1 0 0,1 0-1 0 0,-1-1 0 0 0,0 1 0 0 0,0 0 1 0 0,2 3-1 0 0,0-1 31 0 0,-1 0 0 0 0,0 0 0 0 0,0 1 0 0 0,-1 0 0 0 0,1-1 0 0 0,-1 1-1 0 0,0 0 1 0 0,0 0 0 0 0,-1 0 0 0 0,0 0 0 0 0,1 0 0 0 0,-2 1 0 0 0,1-1 0 0 0,0 7 0 0 0,-3 22 272 0 0,-8 51 0 0 0,4-52-117 0 0,0 48 1 0 0,6-80-205 0 0,0 0 1 0 0,0 0-1 0 0,0 0 1 0 0,0 0-1 0 0,0 0 0 0 0,0 0 1 0 0,0 0-1 0 0,1 0 1 0 0,-1 0-1 0 0,0 0 0 0 0,1 0 1 0 0,-1 0-1 0 0,0 0 1 0 0,1 0-1 0 0,-1-1 0 0 0,1 1 1 0 0,0 0-1 0 0,-1 0 1 0 0,1-1-1 0 0,0 1 1 0 0,-1 0-1 0 0,1-1 0 0 0,0 1 1 0 0,0-1-1 0 0,0 1 1 0 0,-1-1-1 0 0,1 1 0 0 0,0-1 1 0 0,0 1-1 0 0,0-1 1 0 0,0 0-1 0 0,0 1 0 0 0,0-1 1 0 0,0 0-1 0 0,0 0 1 0 0,0 0-1 0 0,0 0 0 0 0,0 0 1 0 0,0 0-1 0 0,0 0 1 0 0,1 0-1 0 0,6-1-650 0 0,-1-1 1 0 0,0 1-1 0 0,0-1 0 0 0,9-4 1 0 0,-12 5 290 0 0,23-10-3787 0 0,7-3-2149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67 1624 0 0,'17'-60'7578'0'0,"-16"58"-7150"0"0,-1 2-409 0 0,0 0-1 0 0,0-1 1 0 0,0 1-1 0 0,0 0 1 0 0,0 0-1 0 0,0-1 1 0 0,0 1 0 0 0,0 0-1 0 0,0 0 1 0 0,1 0-1 0 0,-1-1 1 0 0,0 1-1 0 0,0 0 1 0 0,0 0-1 0 0,0 0 1 0 0,1 0-1 0 0,-1-1 1 0 0,0 1-1 0 0,0 0 1 0 0,0 0 0 0 0,1 0-1 0 0,-1 0 1 0 0,0 0-1 0 0,0 0 1 0 0,0 0-1 0 0,1-1 1 0 0,-1 1-1 0 0,0 0 1 0 0,0 0-1 0 0,1 0 1 0 0,-1 0-1 0 0,0 0 1 0 0,0 0 0 0 0,1 0-1 0 0,-1 0 1 0 0,0 0-1 0 0,0 0 1 0 0,0 0-1 0 0,1 1 1 0 0,-1-1-1 0 0,0 0 1 0 0,0 0-1 0 0,1 0 1 0 0,-1 0-1 0 0,0 0 1 0 0,0 0 0 0 0,0 0-1 0 0,1 1 1 0 0,-1-1-1 0 0,0 0 1 0 0,0 0-1 0 0,0 0 1 0 0,0 0-1 0 0,1 1 1 0 0,-1-1-1 0 0,0 0 1 0 0,0 0-1 0 0,0 0 1 0 0,0 1 0 0 0,0-1-1 0 0,0 0 1 0 0,0 0-1 0 0,0 1 1 0 0,0-1-1 0 0,0 0 1 0 0,10 16 709 0 0,-7-2-345 0 0,-1 0-1 0 0,0 0 0 0 0,-1 0 0 0 0,-1 0 0 0 0,-2 21 0 0 0,-12 71 603 0 0,14-106-981 0 0,-138 551 1654 0 0,133-532-1597 0 0,-13 34 370 0 0,17-51-347 0 0,0-18-48 0 0,3-9-27 0 0,0 1 0 0 0,2 0 0 0 0,1 0 0 0 0,1 0 0 0 0,1 1 0 0 0,1 0 0 0 0,14-31 0 0 0,-17 44-21 0 0,0 0 1 0 0,1 1 0 0 0,0-1-1 0 0,0 1 1 0 0,1 0 0 0 0,0 1 0 0 0,0 0-1 0 0,1 0 1 0 0,0 0 0 0 0,15-10-1 0 0,-18 15 3 0 0,1 0-1 0 0,-1 0 0 0 0,1 0 0 0 0,0 0 0 0 0,0 1 0 0 0,0 0 1 0 0,1 1-1 0 0,-1-1 0 0 0,0 1 0 0 0,1 0 0 0 0,-1 1 0 0 0,0-1 1 0 0,1 1-1 0 0,-1 0 0 0 0,1 1 0 0 0,-1 0 0 0 0,1 0 1 0 0,-1 0-1 0 0,9 4 0 0 0,-4-1 4 0 0,1 1 1 0 0,-1 0 0 0 0,-1 1-1 0 0,1 0 1 0 0,-1 0-1 0 0,0 1 1 0 0,0 1-1 0 0,-1 0 1 0 0,0 0-1 0 0,0 1 1 0 0,-1 0-1 0 0,9 12 1 0 0,-14-17 15 0 0,0 0 0 0 0,-1 0 0 0 0,1 0 0 0 0,-1 1 0 0 0,0-1 0 0 0,0 1 0 0 0,-1-1 0 0 0,1 1 0 0 0,-1 0 1 0 0,0-1-1 0 0,0 1 0 0 0,-1 0 0 0 0,1 0 0 0 0,-1 0 0 0 0,0 0 0 0 0,0 0 0 0 0,-1 0 0 0 0,1-1 0 0 0,-1 1 0 0 0,0 0 0 0 0,-1 0 0 0 0,1-1 0 0 0,-1 1 0 0 0,0-1 0 0 0,0 1 0 0 0,0-1 0 0 0,-1 0 0 0 0,1 1 0 0 0,-1-1 0 0 0,0-1 0 0 0,-1 1 1 0 0,-5 5-1 0 0,2-2 27 0 0,-1 0 0 0 0,-1-1 0 0 0,1 0 0 0 0,-1-1 1 0 0,0 0-1 0 0,-1 0 0 0 0,1-1 0 0 0,-1 0 0 0 0,0 0 1 0 0,0-1-1 0 0,-18 3 0 0 0,15-4-276 0 0,-1-1-1 0 0,0 0 1 0 0,0 0-1 0 0,0-1 1 0 0,0-1-1 0 0,1-1 1 0 0,-1 0-1 0 0,-16-4 1 0 0,29 6 47 0 0,0 0 0 0 0,0-1 0 0 0,0 1 0 0 0,0 0 0 0 0,0-1 0 0 0,1 1 1 0 0,-1-1-1 0 0,0 1 0 0 0,0-1 0 0 0,0 1 0 0 0,1-1 0 0 0,-1 1 0 0 0,0-1 0 0 0,0 0 1 0 0,1 1-1 0 0,-1-1 0 0 0,1 0 0 0 0,-1 0 0 0 0,0 1 0 0 0,1-1 0 0 0,0 0 0 0 0,-1 0 0 0 0,1 0 1 0 0,-1 0-1 0 0,1 0 0 0 0,0 0 0 0 0,0 0 0 0 0,-1 1 0 0 0,1-1 0 0 0,0 0 0 0 0,0 0 1 0 0,0 0-1 0 0,0 0 0 0 0,0 0 0 0 0,0 0 0 0 0,1 0 0 0 0,-1 0 0 0 0,0 0 0 0 0,0 0 0 0 0,1 0 1 0 0,-1 0-1 0 0,0 0 0 0 0,1 1 0 0 0,-1-1 0 0 0,1 0 0 0 0,-1 0 0 0 0,1 0 0 0 0,1-1 1 0 0,6-10-3440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1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 8 0 0,'9'-2'1702'0'0,"-4"0"-942"0"0,0 1 0 0 0,0-1 0 0 0,0 1 1 0 0,0 1-1 0 0,0-1 0 0 0,0 1 0 0 0,1-1 1 0 0,-1 2-1 0 0,0-1 0 0 0,9 2 0 0 0,-12 0-547 0 0,1 0 0 0 0,0 0 0 0 0,-1 0 1 0 0,0 0-1 0 0,1 1 0 0 0,-1-1 0 0 0,0 1 0 0 0,0-1 0 0 0,-1 1 0 0 0,1 0 0 0 0,-1 0 0 0 0,1 0 0 0 0,0 3 0 0 0,1 0-31 0 0,1 0-106 0 0,1 1 1 0 0,-1-1-1 0 0,1 0 1 0 0,0-1-1 0 0,1 1 0 0 0,-1-1 1 0 0,1 0-1 0 0,0 0 1 0 0,0-1-1 0 0,1 0 1 0 0,-1 0-1 0 0,1 0 1 0 0,0-1-1 0 0,0 0 1 0 0,0 0-1 0 0,0-1 1 0 0,1 0-1 0 0,-1 0 1 0 0,1-1-1 0 0,-1 0 1 0 0,10 0-1 0 0,-16-1-68 0 0,1 0 0 0 0,-1 0 0 0 0,1 0 0 0 0,-1 0 0 0 0,1 0 0 0 0,-1 0-1 0 0,1 0 1 0 0,-1-1 0 0 0,1 1 0 0 0,-1-1 0 0 0,0 1 0 0 0,1-1 0 0 0,-1 1-1 0 0,0-1 1 0 0,1 0 0 0 0,-1 0 0 0 0,0 0 0 0 0,0 1 0 0 0,0-1 0 0 0,1-1-1 0 0,-1 1 1 0 0,0 0 0 0 0,0 0 0 0 0,-1 0 0 0 0,1 0 0 0 0,0-1 0 0 0,0 1-1 0 0,-1 0 1 0 0,1-1 0 0 0,0 1 0 0 0,-1 0 0 0 0,1-1 0 0 0,-1 1 0 0 0,0-1-1 0 0,0 1 1 0 0,1-1 0 0 0,-1 1 0 0 0,0-1 0 0 0,0-1 0 0 0,-1-1 7 0 0,1 0 0 0 0,-1 0 0 0 0,1 0-1 0 0,-1 0 1 0 0,0 0 0 0 0,0 0 0 0 0,-1 0 0 0 0,1 1 0 0 0,-1-1 0 0 0,0 1 0 0 0,0-1 0 0 0,-5-6 0 0 0,4 8-11 0 0,0 0 1 0 0,0 0-1 0 0,-1 0 0 0 0,1 0 1 0 0,0 0-1 0 0,-1 1 0 0 0,0 0 0 0 0,1-1 1 0 0,-1 1-1 0 0,0 0 0 0 0,1 1 1 0 0,-1-1-1 0 0,0 1 0 0 0,0 0 1 0 0,0 0-1 0 0,0 0 0 0 0,1 0 0 0 0,-1 1 1 0 0,-4 0-1 0 0,-4 1 37 0 0,0 1 0 0 0,1 0 0 0 0,0 1 0 0 0,0 0 0 0 0,0 1 0 0 0,0 0 0 0 0,1 0 0 0 0,-1 1 0 0 0,-16 14-1 0 0,20-14 10 0 0,-1 0-1 0 0,1 1 0 0 0,0 0 1 0 0,0 0-1 0 0,1 1 0 0 0,0-1 0 0 0,0 2 1 0 0,1-1-1 0 0,0 0 0 0 0,0 1 1 0 0,-6 17-1 0 0,10-23-33 0 0,0 0 0 0 0,1 0 1 0 0,-1 0-1 0 0,1 0 0 0 0,0 0 1 0 0,-1 0-1 0 0,1 0 0 0 0,0 0 0 0 0,1 0 1 0 0,-1 0-1 0 0,1 0 0 0 0,-1 0 1 0 0,1 0-1 0 0,0 0 0 0 0,0 0 0 0 0,0 0 1 0 0,3 5-1 0 0,-1-4 2 0 0,0 0 1 0 0,0-1-1 0 0,0 1 1 0 0,1-1-1 0 0,-1 1 1 0 0,1-1-1 0 0,0 0 1 0 0,0-1-1 0 0,0 1 0 0 0,6 2 1 0 0,6 2 15 0 0,0-1 0 0 0,0 0 0 0 0,1-2 0 0 0,-1 0 0 0 0,26 3 1 0 0,3-3-701 0 0,1-2 0 0 0,0-1 0 0 0,75-10 0 0 0,50-21-6609 0 0,-113 15 2402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1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85 2312 0 0,'6'-29'3859'0'0,"-5"19"-2082"0"0,1-1-1 0 0,1 1 1 0 0,4-14 988 0 0,-3 36-1526 0 0,1 15 51 0 0,-8 24-550 0 0,-3 0 1 0 0,-1-1 0 0 0,-19 65-1 0 0,-4 26-5123 0 0,30-129 1857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1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97 140 0 0,'0'-25'3489'0'0,"-1"5"132"0"0,4-30 1 0 0,-3 48-3192 0 0,2 4-707 0 0,1 0-200 0 0,-1-1 1 0 0,0 1-1 0 0,0 0 1 0 0,0 0-1 0 0,0 1 0 0 0,0-1 1 0 0,-1 0-1 0 0,1 1 1 0 0,0-1-1 0 0,-1 1 0 0 0,2 4 1 0 0,2 3-2426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2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1464 0 0,'0'0'1846'0'0,"15"19"3736"0"0,-8-9-5090 0 0,-1 1-1 0 0,-1 0 1 0 0,1 1 0 0 0,-2-1-1 0 0,0 1 1 0 0,0 0 0 0 0,-1 0-1 0 0,0 0 1 0 0,-1 0 0 0 0,-1 1-1 0 0,0-1 1 0 0,0 1 0 0 0,-2 18-1 0 0,-1-14-357 0 0,0 0 0 0 0,-1 0-1 0 0,-1 0 1 0 0,0 0 0 0 0,-1-1-1 0 0,-1 0 1 0 0,0 0 0 0 0,-2 0 0 0 0,-11 19-1 0 0,12-24 13 0 0,-10 13 272 0 0,16-23-406 0 0,1 0 0 0 0,-1-1 0 0 0,0 1 0 0 0,1-1 0 0 0,-1 0-1 0 0,0 1 1 0 0,0-1 0 0 0,1 1 0 0 0,-1-1 0 0 0,0 0 0 0 0,0 0 0 0 0,0 1-1 0 0,0-1 1 0 0,1 0 0 0 0,-1 0 0 0 0,0 0 0 0 0,0 0 0 0 0,0 0 0 0 0,0 0 0 0 0,0 0-1 0 0,1 0 1 0 0,-1 0 0 0 0,0-1 0 0 0,0 1 0 0 0,0 0 0 0 0,0-1 0 0 0,1 1-1 0 0,-2-1 1 0 0,1 0-7 0 0,0 0-1 0 0,1 0 0 0 0,-1-1 0 0 0,0 1 1 0 0,1 0-1 0 0,-1-1 0 0 0,1 1 1 0 0,-1-1-1 0 0,1 1 0 0 0,0 0 1 0 0,0-1-1 0 0,-1 1 0 0 0,1-1 0 0 0,0 1 1 0 0,0-1-1 0 0,1 1 0 0 0,-1-3 1 0 0,0 1 7 0 0,1-7-6 0 0,0 0 0 0 0,0 1 0 0 0,1-1 1 0 0,1 1-1 0 0,-1 0 0 0 0,1-1 1 0 0,7-12-1 0 0,1-1 1 0 0,24-35 0 0 0,-25 42-12 0 0,1 1-1 0 0,1 0 1 0 0,0 1-1 0 0,1 0 0 0 0,0 0 1 0 0,2 2-1 0 0,-1 0 1 0 0,1 0-1 0 0,1 2 0 0 0,0 0 1 0 0,0 0-1 0 0,34-12 1 0 0,-45 20 0 0 0,0 0 0 0 0,0 1 0 0 0,1 0 0 0 0,-1 0 0 0 0,1 1 0 0 0,-1-1 1 0 0,0 1-1 0 0,1 1 0 0 0,-1-1 0 0 0,1 1 0 0 0,6 1 0 0 0,-9-1 3 0 0,0 0 0 0 0,0 0 0 0 0,-1 0 0 0 0,1 0-1 0 0,0 1 1 0 0,-1-1 0 0 0,1 1 0 0 0,-1-1 0 0 0,1 1-1 0 0,-1 0 1 0 0,0 0 0 0 0,0 0 0 0 0,0 1 0 0 0,0-1-1 0 0,0 0 1 0 0,0 1 0 0 0,-1-1 0 0 0,1 1 0 0 0,-1 0-1 0 0,0-1 1 0 0,2 6 0 0 0,-1 0-22 0 0,0 1-1 0 0,-1-1 1 0 0,0 0-1 0 0,0 0 1 0 0,-1 0 0 0 0,0 1-1 0 0,-2 15 1 0 0,-17 61-443 0 0,13-64 238 0 0,1 0 1 0 0,-4 38-1 0 0,9-50-522 0 0,0-1 1 0 0,0 1 0 0 0,2 11-1 0 0,-2-18 339 0 0,1 0-1 0 0,-1 1 0 0 0,1-1 1 0 0,0 0-1 0 0,0 1 0 0 0,0-1 0 0 0,0 0 1 0 0,0 0-1 0 0,0 0 0 0 0,1 0 1 0 0,-1 0-1 0 0,1 0 0 0 0,-1 0 0 0 0,1-1 1 0 0,0 1-1 0 0,2 2 0 0 0,8 3-3812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2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272 152 2508 0 0,'4'-10'1333'0'0,"2"-6"798"0"0,-1 1 0 0 0,4-19 0 0 0,-9 30-1857 0 0,1 1 0 0 0,0 0-1 0 0,-1-1 1 0 0,0 1 0 0 0,0-1 0 0 0,0 1 0 0 0,0 0 0 0 0,0-1 0 0 0,-1 1 0 0 0,0 0 0 0 0,1-1 0 0 0,-1 1-1 0 0,0 0 1 0 0,-1 0 0 0 0,1 0 0 0 0,-3-5 0 0 0,3 6-215 0 0,-1 1 0 0 0,1 0 1 0 0,0 0-1 0 0,-1-1 0 0 0,1 1 0 0 0,-1 0 0 0 0,1 0 0 0 0,-1 0 1 0 0,0 1-1 0 0,1-1 0 0 0,-1 0 0 0 0,0 1 0 0 0,1-1 0 0 0,-1 1 1 0 0,0-1-1 0 0,0 1 0 0 0,0 0 0 0 0,1 0 0 0 0,-1 0 0 0 0,0 0 1 0 0,0 0-1 0 0,0 0 0 0 0,0 0 0 0 0,1 0 0 0 0,-1 1 0 0 0,0-1 1 0 0,0 1-1 0 0,1 0 0 0 0,-3 1 0 0 0,-6 2 103 0 0,0 1 0 0 0,0 0 0 0 0,-15 12 0 0 0,24-17-143 0 0,-15 13 63 0 0,0 0 0 0 0,1 0 0 0 0,0 1 0 0 0,2 1 0 0 0,-1 1 0 0 0,2 0 0 0 0,-12 19 0 0 0,17-23-65 0 0,0 0 0 0 0,0 0 0 0 0,2 0 0 0 0,-1 1 0 0 0,2 0 0 0 0,-1 0 0 0 0,2 1 0 0 0,0-1 0 0 0,1 1 0 0 0,0 0 0 0 0,0 18 0 0 0,2-26-67 0 0,1-1 0 0 0,-1 0 0 0 0,1 0 0 0 0,0 1 0 0 0,0-1-1 0 0,1 0 1 0 0,0 0 0 0 0,0 0 0 0 0,0 0 0 0 0,0 0 0 0 0,1-1-1 0 0,0 1 1 0 0,0-1 0 0 0,0 1 0 0 0,0-1 0 0 0,1 0 0 0 0,0-1-1 0 0,0 1 1 0 0,0 0 0 0 0,0-1 0 0 0,0 0 0 0 0,1 0 0 0 0,-1 0 0 0 0,1-1-1 0 0,0 1 1 0 0,0-1 0 0 0,5 1 0 0 0,3 1-801 0 0,-1-1 0 0 0,1 0 0 0 0,0-1 1 0 0,0-1-1 0 0,0 0 0 0 0,1-1 0 0 0,-1 0 0 0 0,0-1 0 0 0,0 0 1 0 0,14-4-1 0 0,7-3-4174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3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20 1516 0 0,'-1'-3'1886'0'0,"1"3"-1691"0"0,0-1 1 0 0,0 0 0 0 0,0 0 0 0 0,-1 0 0 0 0,1 1 0 0 0,0-1-1 0 0,0 0 1 0 0,-1 0 0 0 0,1 1 0 0 0,-1-1 0 0 0,1 0 0 0 0,0 1-1 0 0,-1-1 1 0 0,1 0 0 0 0,-1 1 0 0 0,0-1 0 0 0,1 1 0 0 0,-1-1-1 0 0,1 1 1 0 0,-1-1 0 0 0,0 1 0 0 0,1-1 0 0 0,-1 1 0 0 0,0 0-1 0 0,-1-1 1 0 0,1 1-85 0 0,1 1 0 0 0,-1-1-1 0 0,0 1 1 0 0,1-1-1 0 0,-1 1 1 0 0,0 0 0 0 0,1-1-1 0 0,-1 1 1 0 0,1 0 0 0 0,-1 0-1 0 0,1-1 1 0 0,-1 1 0 0 0,1 0-1 0 0,0 0 1 0 0,-1-1 0 0 0,1 1-1 0 0,0 0 1 0 0,-1 1-1 0 0,-10 49 1749 0 0,5 11-155 0 0,3 77-1 0 0,-3 34-799 0 0,-7-100-413 0 0,13-72-486 0 0,0-1 0 0 0,0 1 0 0 0,-1-1 1 0 0,1 1-1 0 0,0-1 0 0 0,0 1 1 0 0,0-1-1 0 0,0 1 0 0 0,-1-1 0 0 0,1 1 1 0 0,0-1-1 0 0,0 1 0 0 0,-1-1 1 0 0,1 1-1 0 0,0-1 0 0 0,-1 1 1 0 0,1-1-1 0 0,0 0 0 0 0,-1 1 0 0 0,1-1 1 0 0,-1 0-1 0 0,1 1 0 0 0,-1-1 1 0 0,1 0-1 0 0,-1 1 0 0 0,1-1 0 0 0,-1 0 1 0 0,1 0-1 0 0,-1 0 0 0 0,1 1 1 0 0,-1-1-1 0 0,1 0 0 0 0,-1 0 0 0 0,0 0 1 0 0,1 0-1 0 0,-1 0 0 0 0,1 0 1 0 0,-1 0-1 0 0,1 0 0 0 0,-1 0 1 0 0,1-1-1 0 0,-1 1 0 0 0,0 0 0 0 0,0-1 0 0 0,-1 1-1 0 0,1-1 1 0 0,0 0 0 0 0,-1 1-1 0 0,1-1 1 0 0,0 0-1 0 0,0 0 1 0 0,0 0-1 0 0,0 0 1 0 0,0 0-1 0 0,0 0 1 0 0,0-1-1 0 0,0 1 1 0 0,0 0 0 0 0,0 0-1 0 0,0-2 1 0 0,-2-4-7 0 0,1 0 0 0 0,0 0 0 0 0,1 0 0 0 0,-1 0 1 0 0,1-1-1 0 0,1 1 0 0 0,-1 0 0 0 0,1-1 0 0 0,1 1 0 0 0,-1 0 1 0 0,3-12-1 0 0,-2 16-5 0 0,0 0 1 0 0,-1 0 0 0 0,1 0-1 0 0,1 0 1 0 0,-1 0 0 0 0,0 0-1 0 0,1 0 1 0 0,-1 1 0 0 0,1-1-1 0 0,0 1 1 0 0,0-1-1 0 0,0 1 1 0 0,0 0 0 0 0,0-1-1 0 0,1 1 1 0 0,-1 0 0 0 0,1 0-1 0 0,-1 1 1 0 0,1-1 0 0 0,0 1-1 0 0,0-1 1 0 0,-1 1 0 0 0,1 0-1 0 0,0 0 1 0 0,0 0-1 0 0,0 0 1 0 0,0 1 0 0 0,0-1-1 0 0,1 1 1 0 0,-1-1 0 0 0,4 1-1 0 0,18 3-7 0 0,1 0-1 0 0,0 1 0 0 0,-1 2 0 0 0,39 13 1 0 0,-27-8 45 0 0,56 11 0 0 0,-81-20-24 0 0,-1-1 1 0 0,1 0-1 0 0,0-1 0 0 0,0-1 0 0 0,-1 1 1 0 0,1-2-1 0 0,-1 1 0 0 0,1-2 0 0 0,13-4 1 0 0,-20 5-9 0 0,1 0 1 0 0,-1-1-1 0 0,0 0 1 0 0,0 0-1 0 0,0 0 1 0 0,0-1-1 0 0,-1 0 1 0 0,1 0-1 0 0,-1 0 1 0 0,0 0-1 0 0,0-1 1 0 0,-1 1-1 0 0,1-1 1 0 0,-1 0-1 0 0,0 0 1 0 0,-1 0-1 0 0,4-7 1 0 0,-4 5-7 0 0,1 0 0 0 0,-1 0 0 0 0,0 0 0 0 0,-1 0 0 0 0,0 0 0 0 0,0 0 1 0 0,0 0-1 0 0,-1-1 0 0 0,0 1 0 0 0,-1 0 0 0 0,1 0 0 0 0,-1 0 0 0 0,-3-12 0 0 0,3 17 3 0 0,0 0 0 0 0,0 0 0 0 0,1 0 0 0 0,-1-1 0 0 0,0 1 0 0 0,-1 0 0 0 0,1 1 0 0 0,0-1 0 0 0,0 0-1 0 0,-1 0 1 0 0,1 0 0 0 0,-1 1 0 0 0,0-1 0 0 0,1 1 0 0 0,-1-1 0 0 0,0 1 0 0 0,0 0 0 0 0,0 0 0 0 0,0 0 0 0 0,0 0-1 0 0,0 0 1 0 0,0 0 0 0 0,-4 0 0 0 0,-19-2-1 0 0,17 5 4 0 0,3 1-2 0 0,-2-1 0 0 0,1 1 0 0 0,-1 0 1 0 0,1 0-1 0 0,0 1 0 0 0,0-1 0 0 0,0 1 0 0 0,0 1 1 0 0,1-1-1 0 0,-1 1 0 0 0,1 0 0 0 0,-6 8 0 0 0,-2 4 38 0 0,0 1-1 0 0,-14 25 0 0 0,21-31-5 0 0,-1 0 0 0 0,2 1 0 0 0,0 0 0 0 0,0 0 0 0 0,1 0 0 0 0,1 0 0 0 0,-2 19 0 0 0,4-27-44 0 0,0-1 1 0 0,1 1 0 0 0,0 0-1 0 0,0 0 1 0 0,0-1 0 0 0,1 1-1 0 0,-1 0 1 0 0,1 0 0 0 0,0-1-1 0 0,1 1 1 0 0,-1-1 0 0 0,1 1-1 0 0,0-1 1 0 0,0 0 0 0 0,0 0-1 0 0,1 1 1 0 0,-1-1 0 0 0,1-1-1 0 0,0 1 1 0 0,0 0 0 0 0,0-1 0 0 0,1 0-1 0 0,-1 1 1 0 0,6 2 0 0 0,2 0-457 0 0,-1 0-1 0 0,1-1 1 0 0,0-1 0 0 0,1 1 0 0 0,-1-2 0 0 0,21 4 0 0 0,-7-3-1701 0 0,0-1-1 0 0,29-2 1 0 0,-16-2-2741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4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91 636 0 0,'1'-4'483'0'0,"0"0"0"0"0,0 0 0 0 0,0 0 0 0 0,-1 0 0 0 0,0 0 0 0 0,1 0 0 0 0,-2 0 0 0 0,1 0 0 0 0,0 0 1 0 0,-1 0-1 0 0,0 0 0 0 0,1 1 0 0 0,-2-1 0 0 0,1 0 0 0 0,0 0 0 0 0,-1 1 0 0 0,0-1 0 0 0,0 0 0 0 0,-4-5 0 0 0,5 8-392 0 0,-1 0-1 0 0,1 0 1 0 0,0 0 0 0 0,-1 1 0 0 0,1-1-1 0 0,-1 0 1 0 0,1 1 0 0 0,-1-1 0 0 0,1 1-1 0 0,-1 0 1 0 0,0 0 0 0 0,1-1-1 0 0,-1 1 1 0 0,1 0 0 0 0,-1 0 0 0 0,0 0-1 0 0,-1 1 1 0 0,-28 7 797 0 0,16-2-595 0 0,1 1 0 0 0,1 1 0 0 0,-1 0 1 0 0,1 1-1 0 0,1 1 0 0 0,-1 0 0 0 0,2 0 0 0 0,-1 1 1 0 0,-12 17-1 0 0,10-11-130 0 0,1 1 0 0 0,1 1-1 0 0,0 0 1 0 0,2 0 0 0 0,0 1 0 0 0,-8 23 0 0 0,16-37-124 0 0,0 1 0 0 0,0 0 0 0 0,1-1-1 0 0,-1 1 1 0 0,2 0 0 0 0,-1 0 0 0 0,1 0-1 0 0,0 0 1 0 0,0 0 0 0 0,1-1 0 0 0,1 10 0 0 0,-1-13-26 0 0,0 0-1 0 0,0 0 1 0 0,0-1 0 0 0,1 1 0 0 0,-1 0 0 0 0,1-1 0 0 0,-1 1 0 0 0,1-1 0 0 0,0 0 0 0 0,0 0 0 0 0,0 1 0 0 0,0-1-1 0 0,0 0 1 0 0,0-1 0 0 0,1 1 0 0 0,-1 0 0 0 0,0-1 0 0 0,1 1 0 0 0,0-1 0 0 0,-1 0 0 0 0,1 0 0 0 0,0 0 0 0 0,0 0-1 0 0,-1 0 1 0 0,1 0 0 0 0,0-1 0 0 0,0 0 0 0 0,0 1 0 0 0,3-1 0 0 0,3 0-3 0 0,-1-1 0 0 0,0 0 0 0 0,1 0 0 0 0,-1-1 0 0 0,0 0 0 0 0,0 0 0 0 0,0-1 0 0 0,0 0 0 0 0,-1 0 0 0 0,1-1 0 0 0,-1 0 0 0 0,0-1 1 0 0,0 1-1 0 0,13-12 0 0 0,-3 0-6 0 0,0 0 1 0 0,0-1-1 0 0,-2-2 1 0 0,15-20-1 0 0,-8 4 46 0 0,-1-1 0 0 0,-2-1 0 0 0,14-40 0 0 0,-32 75-47 0 0,-9 24 90 0 0,2 0 102 0 0,-32 111 544 0 0,32-108-641 0 0,1 1-1 0 0,2 0 1 0 0,-1 32 0 0 0,4-55-85 0 0,0 0 0 0 0,0 0 0 0 0,0 0 0 0 0,0-1 1 0 0,1 1-1 0 0,-1 0 0 0 0,1 0 0 0 0,0 0 0 0 0,0-1 0 0 0,0 1 0 0 0,0 0 0 0 0,0-1 0 0 0,0 1 0 0 0,1-1 0 0 0,0 1 1 0 0,3 3-1 0 0,-3-4-5 0 0,0-1 0 0 0,0 1 1 0 0,1-1-1 0 0,-1 1 0 0 0,1-1 0 0 0,-1 0 1 0 0,1 0-1 0 0,-1 0 0 0 0,1-1 1 0 0,0 1-1 0 0,-1-1 0 0 0,1 1 1 0 0,0-1-1 0 0,0 0 0 0 0,-1 0 1 0 0,1 0-1 0 0,4-1 0 0 0,2-1 0 0 0,0 0 0 0 0,0-1 0 0 0,0-1-1 0 0,0 1 1 0 0,-1-1 0 0 0,0-1 0 0 0,0 0 0 0 0,0 0 0 0 0,0 0-1 0 0,11-12 1 0 0,13-12-2 0 0,-2-2 0 0 0,-2 0-1 0 0,0-3 1 0 0,-2 0 0 0 0,35-62-1 0 0,-57 88-10 0 0,1 0-1 0 0,-1-1 0 0 0,0 1 1 0 0,-1-1-1 0 0,0 0 1 0 0,0 0-1 0 0,-1 0 0 0 0,0-1 1 0 0,1-10-1 0 0,-3 20 6 0 0,0-1-1 0 0,0 0 1 0 0,0 0 0 0 0,0 0-1 0 0,0 0 1 0 0,0 0-1 0 0,0 0 1 0 0,-1 1 0 0 0,1-1-1 0 0,0 0 1 0 0,0 0-1 0 0,-1 0 1 0 0,1 1 0 0 0,0-1-1 0 0,-1 0 1 0 0,1 0 0 0 0,-1 1-1 0 0,1-1 1 0 0,-1 0-1 0 0,1 0 1 0 0,-1 1 0 0 0,0-1-1 0 0,1 1 1 0 0,-1-1-1 0 0,0 1 1 0 0,1-1 0 0 0,-1 1-1 0 0,0-1 1 0 0,0 1-1 0 0,0 0 1 0 0,1-1 0 0 0,-1 1-1 0 0,0 0 1 0 0,0 0-1 0 0,0-1 1 0 0,0 1 0 0 0,0 0-1 0 0,-1 0 1 0 0,0 0-1 0 0,0 1 0 0 0,0-1 0 0 0,0 0 0 0 0,0 1 0 0 0,0-1 0 0 0,0 1-1 0 0,0 0 1 0 0,0 0 0 0 0,1-1 0 0 0,-1 1 0 0 0,0 0 0 0 0,1 1 0 0 0,-1-1 0 0 0,0 0 0 0 0,1 0 0 0 0,-3 3 0 0 0,2 0 4 0 0,-1 0 0 0 0,0 0 0 0 0,1 1 0 0 0,0-1 1 0 0,0 1-1 0 0,0 0 0 0 0,0 0 0 0 0,1-1 0 0 0,0 1 0 0 0,0 0 1 0 0,0 0-1 0 0,1 0 0 0 0,-1 0 0 0 0,1 0 0 0 0,0 1 0 0 0,1-1 0 0 0,-1 0 1 0 0,1 0-1 0 0,0 0 0 0 0,0-1 0 0 0,4 9 0 0 0,4 12 18 0 0,1-2 0 0 0,1 1 1 0 0,15 23-1 0 0,-9-18-14 0 0,-11-18 1 0 0,-1-2 65 0 0,0 0 0 0 0,0 1 0 0 0,-1-1 0 0 0,5 18 1 0 0,-9-26-62 0 0,0 0 0 0 0,0 0 1 0 0,0 0-1 0 0,0 0 1 0 0,-1 0-1 0 0,1-1 1 0 0,0 1-1 0 0,0 0 0 0 0,-1 0 1 0 0,1 0-1 0 0,-1 0 1 0 0,1-1-1 0 0,0 1 1 0 0,-1 0-1 0 0,1 0 0 0 0,-1-1 1 0 0,0 1-1 0 0,1 0 1 0 0,-1-1-1 0 0,0 1 1 0 0,0 0-1 0 0,-18 10 108 0 0,3-6-91 0 0,0 0-1 0 0,0-1 1 0 0,-1-1-1 0 0,1-1 1 0 0,-1 0 0 0 0,0-1-1 0 0,0-1 1 0 0,0 0-1 0 0,1-2 1 0 0,-1 0 0 0 0,-16-4-1 0 0,30 6-239 0 0,0-1 0 0 0,0 0 0 0 0,0 1 0 0 0,1-1 0 0 0,-1 0 0 0 0,0-1 0 0 0,1 1 0 0 0,-1 0 0 0 0,1-1 0 0 0,-5-3-1 0 0,7 4 22 0 0,-1 1-1 0 0,1-1 0 0 0,-1 0 1 0 0,1 0-1 0 0,-1 1 0 0 0,1-1 1 0 0,0 0-1 0 0,-1 0 1 0 0,1 0-1 0 0,0 0 0 0 0,0 0 1 0 0,0 0-1 0 0,-1 0 0 0 0,1 0 1 0 0,0 1-1 0 0,0-1 0 0 0,1 0 1 0 0,-1 0-1 0 0,0 0 0 0 0,0 0 1 0 0,0 0-1 0 0,1 0 0 0 0,-1 0 1 0 0,0 1-1 0 0,1-1 0 0 0,-1 0 1 0 0,0 0-1 0 0,1 0 0 0 0,-1 1 1 0 0,1-1-1 0 0,0 0 0 0 0,-1 0 1 0 0,1 1-1 0 0,0-1 0 0 0,-1 1 1 0 0,1-1-1 0 0,0 0 0 0 0,0 0 1 0 0,11-10-3605 0 0,3-3-1460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4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94 2572 0 0,'-26'29'5540'0'0,"18"-22"-4422"0"0,0 1 0 0 0,1 0-1 0 0,0 1 1 0 0,1 0 0 0 0,-1 0 0 0 0,-8 17 0 0 0,15-24-1034 0 0,-1-1 1 0 0,1 1-1 0 0,0-1 1 0 0,-1 1-1 0 0,1 0 1 0 0,0-1-1 0 0,0 1 0 0 0,0 0 1 0 0,0-1-1 0 0,0 1 1 0 0,0-1-1 0 0,0 1 1 0 0,0 0-1 0 0,1-1 1 0 0,-1 1-1 0 0,1-1 1 0 0,-1 1-1 0 0,1-1 0 0 0,0 1 1 0 0,0-1-1 0 0,-1 0 1 0 0,1 1-1 0 0,0-1 1 0 0,0 0-1 0 0,0 1 1 0 0,0-1-1 0 0,1 0 1 0 0,-1 0-1 0 0,0 0 0 0 0,0 0 1 0 0,1 0-1 0 0,-1 0 1 0 0,1 0-1 0 0,-1-1 1 0 0,4 2-1 0 0,1 1 39 0 0,1-1-1 0 0,-1 1 0 0 0,1-1 0 0 0,0-1 1 0 0,0 1-1 0 0,13 0 0 0 0,-12-2-82 0 0,1 0 0 0 0,-1 0-1 0 0,0-1 1 0 0,1-1 0 0 0,-1 1-1 0 0,0-1 1 0 0,0-1 0 0 0,0 1 0 0 0,0-1-1 0 0,0-1 1 0 0,-1 1 0 0 0,0-1-1 0 0,1-1 1 0 0,-1 1 0 0 0,-1-1-1 0 0,1 0 1 0 0,5-7 0 0 0,-7 8-36 0 0,-1-1 0 0 0,-1 1 0 0 0,1-1 1 0 0,-1 0-1 0 0,1 0 0 0 0,-1 0 0 0 0,-1-1 0 0 0,1 1 0 0 0,-1-1 1 0 0,0 1-1 0 0,0-1 0 0 0,-1 0 0 0 0,0 0 0 0 0,0 0 0 0 0,0 1 0 0 0,0-1 1 0 0,-1 0-1 0 0,0 0 0 0 0,-1 0 0 0 0,1 0 0 0 0,-1 0 0 0 0,0 0 1 0 0,-1 0-1 0 0,-2-8 0 0 0,3 10-7 0 0,-1 1 0 0 0,1 0 0 0 0,-1-1 0 0 0,1 1 1 0 0,-1 0-1 0 0,0 0 0 0 0,-1 0 0 0 0,1 0 0 0 0,0 0 0 0 0,-1 1 0 0 0,0-1 0 0 0,1 1 1 0 0,-1 0-1 0 0,0-1 0 0 0,0 1 0 0 0,-4-1 0 0 0,2 0-1 0 0,0 1 1 0 0,-1 1-1 0 0,1-1 0 0 0,-1 1 0 0 0,1 0 1 0 0,-1 0-1 0 0,0 0 0 0 0,1 1 0 0 0,-10 0 1 0 0,0 1-8 0 0,-1 2 1 0 0,0 0 0 0 0,0 0 0 0 0,1 1 0 0 0,0 1 0 0 0,-22 10 0 0 0,14-4 0 0 0,1 1-1 0 0,0 1 1 0 0,0 1-1 0 0,-34 29 1 0 0,46-33-8 0 0,-1 0 1 0 0,1 0 0 0 0,1 1 0 0 0,0 0 0 0 0,1 1 0 0 0,0 0 0 0 0,0 0 0 0 0,2 0 0 0 0,-1 1 0 0 0,-4 15 0 0 0,9-23-103 0 0,1 0-1 0 0,-1 0 0 0 0,1 0 1 0 0,1 0-1 0 0,-1 0 1 0 0,1 0-1 0 0,0 1 1 0 0,0-1-1 0 0,0 0 1 0 0,1 0-1 0 0,-1 0 0 0 0,1 0 1 0 0,1 0-1 0 0,-1 0 1 0 0,1 0-1 0 0,4 9 1 0 0,-3-9-147 0 0,0 0 0 0 0,1 0 1 0 0,0 0-1 0 0,0-1 0 0 0,0 1 0 0 0,1-1 1 0 0,-1 0-1 0 0,1 0 0 0 0,0 0 1 0 0,0-1-1 0 0,1 0 0 0 0,-1 0 1 0 0,10 4-1 0 0,6 1-447 0 0,0-1 0 0 0,0-1 0 0 0,1-1 0 0 0,0-1 0 0 0,0-1 0 0 0,27 1 0 0 0,-19-4-531 0 0,1-1 0 0 0,-1-2-1 0 0,59-11 1 0 0,-35-1-844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4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416 846 644 0 0,'2'-3'382'0'0,"0"0"0"0"0,-1 0 0 0 0,0-1 0 0 0,1 1-1 0 0,-1-1 1 0 0,-1 1 0 0 0,1 0 0 0 0,0-1 0 0 0,-1 0 0 0 0,0 1 0 0 0,1-1 0 0 0,-2 1-1 0 0,1-1 1 0 0,0 1 0 0 0,-1-1 0 0 0,0-3 0 0 0,0 4-194 0 0,-1 0 1 0 0,1 1-1 0 0,-1-1 1 0 0,1 1-1 0 0,-1 0 1 0 0,0-1-1 0 0,0 1 0 0 0,0 0 1 0 0,0 0-1 0 0,0 0 1 0 0,0 0-1 0 0,0 1 1 0 0,-1-1-1 0 0,1 0 0 0 0,-1 1 1 0 0,1 0-1 0 0,-1 0 1 0 0,0-1-1 0 0,1 2 1 0 0,-6-2-1 0 0,-1 0 61 0 0,-1 0 0 0 0,1 1 0 0 0,0 1 0 0 0,-1-1 0 0 0,1 2 0 0 0,-1-1 0 0 0,1 1 0 0 0,0 1 0 0 0,-1-1 0 0 0,1 2 0 0 0,-13 4 0 0 0,5-1-1 0 0,0 1 1 0 0,0 1-1 0 0,1 0 0 0 0,-29 21 1 0 0,33-20-171 0 0,1 0 0 0 0,0 1 0 0 0,1 0 1 0 0,0 1-1 0 0,1-1 0 0 0,0 2 0 0 0,0 0 0 0 0,1 0 1 0 0,1 0-1 0 0,0 1 0 0 0,1 0 0 0 0,0 0 1 0 0,1 1-1 0 0,1-1 0 0 0,0 1 0 0 0,0 0 0 0 0,2 0 1 0 0,-2 19-1 0 0,3-28-58 0 0,1 0 0 0 0,0-1 1 0 0,0 1-1 0 0,1-1 0 0 0,-1 1 1 0 0,1-1-1 0 0,0 1 0 0 0,0-1 1 0 0,0 0-1 0 0,1 1 0 0 0,0-1 1 0 0,-1 0-1 0 0,2 0 0 0 0,-1 0 1 0 0,0 0-1 0 0,1 0 0 0 0,0-1 0 0 0,-1 1 1 0 0,2-1-1 0 0,-1 1 0 0 0,0-1 1 0 0,1 0-1 0 0,-1-1 0 0 0,1 1 1 0 0,0-1-1 0 0,0 1 0 0 0,0-1 1 0 0,0 0-1 0 0,0 0 0 0 0,0-1 1 0 0,1 1-1 0 0,-1-1 0 0 0,6 1 0 0 0,3 0 4 0 0,0 0 0 0 0,0-1-1 0 0,0-1 1 0 0,0 0-1 0 0,0-1 1 0 0,-1 0-1 0 0,1-1 1 0 0,0 0-1 0 0,0-1 1 0 0,20-8-1 0 0,-5-2-18 0 0,-1 0-1 0 0,0-2 0 0 0,-1-1 0 0 0,-1-1 0 0 0,0-1 1 0 0,-2-1-1 0 0,0-1 0 0 0,-1-1 0 0 0,32-40 0 0 0,-17 13 5 0 0,-3-1-1 0 0,-1-2 0 0 0,48-105 1 0 0,-63 115-21 0 0,-1 0 1 0 0,-3-2 0 0 0,-2 0-1 0 0,9-49 1 0 0,-17 64 3 0 0,-1 0 0 0 0,-1-1 0 0 0,-1 1 0 0 0,-2 0 0 0 0,-1 0-1 0 0,-1 0 1 0 0,-11-47 0 0 0,11 65 2 0 0,0 0 0 0 0,0 0 0 0 0,-1 1 0 0 0,0-1 0 0 0,-1 1 0 0 0,-10-15 0 0 0,14 22 6 0 0,-1 0 0 0 0,0 0 0 0 0,0 0 1 0 0,0 0-1 0 0,0 0 0 0 0,0 0 0 0 0,0 0 0 0 0,0 1 0 0 0,0-1 1 0 0,-1 1-1 0 0,1-1 0 0 0,-1 1 0 0 0,1 0 0 0 0,-1 0 0 0 0,1 0 1 0 0,-1 0-1 0 0,0 1 0 0 0,1-1 0 0 0,-1 1 0 0 0,0 0 0 0 0,0-1 1 0 0,1 1-1 0 0,-1 0 0 0 0,0 1 0 0 0,0-1 0 0 0,1 0 0 0 0,-1 1 1 0 0,0 0-1 0 0,-4 1 0 0 0,0 2 27 0 0,0-1-1 0 0,0 1 1 0 0,0 1 0 0 0,0-1 0 0 0,1 1-1 0 0,0 0 1 0 0,0 1 0 0 0,0 0 0 0 0,1 0-1 0 0,-1 0 1 0 0,2 0 0 0 0,-1 1 0 0 0,-4 7-1 0 0,-5 11 156 0 0,2 1 0 0 0,-13 35 0 0 0,2 5 94 0 0,3 1 0 0 0,3 1 1 0 0,-13 119-1 0 0,20-70-767 0 0,7 167 0 0 0,9-206-2039 0 0,3-25-3346 0 0,2-12-2032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6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46 1160 0 0,'-14'-45'13727'0'0,"11"51"-13541"0"0,1 1-1 0 0,0 0 0 0 0,0-1 1 0 0,0 1-1 0 0,1 0 1 0 0,0 13-1 0 0,-3 10 46 0 0,-8 30-622 0 0,-11 74 1357 0 0,19-88-4023 0 0,2 1-3525 0 0,2-36 1634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6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33 133 2504 0 0,'-20'-83'8198'0'0,"8"33"-7444"0"0,11 52-1076 0 0,1 0-1 0 0,0-1 0 0 0,0 1 0 0 0,0-1 1 0 0,0 1-1 0 0,0 0 0 0 0,0-1 0 0 0,1 1 1 0 0,-1 0-1 0 0,1 2 0 0 0,1 2-1607 0 0,0 7-1642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6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35 201 300 0 0,'-3'-5'997'0'0,"-3"-4"498"0"0,1-1-1 0 0,0 1 1 0 0,0-1 0 0 0,2 0 0 0 0,-4-10 0 0 0,6 18-1167 0 0,12-14 736 0 0,-9 15-808 0 0,1 1 14 0 0,5 2-180 0 0,-1 0-1 0 0,0 0 1 0 0,0 0-1 0 0,0 1 1 0 0,0 0-1 0 0,0 0 1 0 0,-1 1-1 0 0,1 0 1 0 0,-1 0-1 0 0,0 1 1 0 0,0-1-1 0 0,-1 1 1 0 0,1 0-1 0 0,-1 1 1 0 0,0 0-1 0 0,7 11 1 0 0,-8-11-14 0 0,0 0 0 0 0,-1 0 0 0 0,0 0 0 0 0,0 1 0 0 0,0-1 0 0 0,-1 1 0 0 0,0 0 0 0 0,-1-1 1 0 0,1 1-1 0 0,-1 0 0 0 0,-1 0 0 0 0,1 0 0 0 0,-1 0 0 0 0,0 0 0 0 0,-1 0 0 0 0,0 0 0 0 0,0 0 0 0 0,-4 12 0 0 0,4-14-24 0 0,-1 1 0 0 0,1-1-1 0 0,-1 1 1 0 0,-1-1-1 0 0,1 0 1 0 0,-1 0 0 0 0,0 0-1 0 0,0 0 1 0 0,-1-1-1 0 0,1 1 1 0 0,-1-1 0 0 0,-7 7-1 0 0,9-10 2 0 0,1-1-46 0 0,0 0-1 0 0,0 0 0 0 0,0 0 0 0 0,0 0 1 0 0,-1-1-1 0 0,1 1 0 0 0,0 0 0 0 0,0-1 0 0 0,0 1 1 0 0,0-1-1 0 0,0 1 0 0 0,0-1 0 0 0,1 1 1 0 0,-1-1-1 0 0,0 0 0 0 0,0 1 0 0 0,0-1 1 0 0,0 0-1 0 0,1 0 0 0 0,-1 0 0 0 0,-1-1 0 0 0,1-1 1 0 0,-1 1-1 0 0,1-1 1 0 0,0 0-1 0 0,0 0 1 0 0,0-1-1 0 0,0 1 1 0 0,-1-4-1 0 0,1-6 16 0 0,0 0 0 0 0,1-21-1 0 0,0 33-17 0 0,1-16 4 0 0,1 0 0 0 0,1 0 0 0 0,0 1 0 0 0,1-1 0 0 0,1 1-1 0 0,0 0 1 0 0,1 0 0 0 0,1 1 0 0 0,1 0 0 0 0,9-15 0 0 0,-12 22-19 0 0,0 0 0 0 0,1 1-1 0 0,0 0 1 0 0,0 0 0 0 0,0 0 0 0 0,1 1 0 0 0,0 0 0 0 0,0 0 0 0 0,1 1 0 0 0,-1 0 0 0 0,1 0 0 0 0,1 1 0 0 0,-1 0 0 0 0,0 0 0 0 0,1 1-1 0 0,0 0 1 0 0,0 1 0 0 0,0 0 0 0 0,17-2 0 0 0,-20 3 6 0 0,0 1-1 0 0,0 1 1 0 0,-1-1 0 0 0,1 1 0 0 0,0 0-1 0 0,0 0 1 0 0,-1 0 0 0 0,1 1-1 0 0,-1 0 1 0 0,0 0 0 0 0,1 1-1 0 0,-1-1 1 0 0,0 1 0 0 0,0 0-1 0 0,-1 1 1 0 0,1-1 0 0 0,-1 1-1 0 0,1 0 1 0 0,-1 0 0 0 0,0 0-1 0 0,-1 0 1 0 0,1 1 0 0 0,-1 0-1 0 0,0-1 1 0 0,4 8 0 0 0,0 3-36 0 0,-1-1 0 0 0,-1 1 0 0 0,0 0 1 0 0,-1 1-1 0 0,0-1 0 0 0,-1 1 0 0 0,-1 0 1 0 0,0 16-1 0 0,4 26-2045 0 0,-5-53 1448 0 0,0-1 1 0 0,0 1-1 0 0,0-1 1 0 0,1 1-1 0 0,0-1 0 0 0,0 0 1 0 0,0 0-1 0 0,0 0 1 0 0,1 0-1 0 0,3 5 1 0 0,5 3-3353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8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414 673 2344 0 0,'2'-7'741'0'0,"0"0"1"0"0,-1 0-1 0 0,0 1 0 0 0,0-1 1 0 0,-1 0-1 0 0,0 0 0 0 0,0 0 0 0 0,-1 0 1 0 0,0 0-1 0 0,-3-13 0 0 0,3 16-595 0 0,0 1-1 0 0,-1 0 0 0 0,1-1 1 0 0,-1 1-1 0 0,0 0 0 0 0,1 0 1 0 0,-1 0-1 0 0,-1 1 1 0 0,1-1-1 0 0,0 0 0 0 0,-1 1 1 0 0,0-1-1 0 0,1 1 1 0 0,-1 0-1 0 0,0 0 0 0 0,0 0 1 0 0,0 0-1 0 0,0 1 0 0 0,-1-1 1 0 0,1 1-1 0 0,0 0 1 0 0,-5-2-1 0 0,4 3-87 0 0,0-1 0 0 0,-1 1 1 0 0,1 0-1 0 0,0 0 0 0 0,0 1 0 0 0,0-1 1 0 0,0 1-1 0 0,0 0 0 0 0,0 0 0 0 0,0 0 0 0 0,0 0 1 0 0,-5 3-1 0 0,-41 23 331 0 0,28-12-283 0 0,1 1 0 0 0,0 1 0 0 0,2 1 0 0 0,-1 0 1 0 0,-25 34-1 0 0,32-34-76 0 0,0 0 1 0 0,1 0-1 0 0,0 2 1 0 0,2-1-1 0 0,1 1 1 0 0,0 1-1 0 0,-6 23 1 0 0,13-38-22 0 0,1 0 1 0 0,0 0-1 0 0,0 0 0 0 0,0 0 1 0 0,1 0-1 0 0,0 0 0 0 0,0 0 1 0 0,1 0-1 0 0,0-1 1 0 0,0 1-1 0 0,0 0 0 0 0,0 0 1 0 0,1 0-1 0 0,5 10 1 0 0,-6-13-4 0 0,2 0 1 0 0,-1 1-1 0 0,0-1 1 0 0,0 0-1 0 0,1 0 1 0 0,0-1-1 0 0,0 1 1 0 0,-1 0-1 0 0,2-1 1 0 0,-1 0-1 0 0,0 0 1 0 0,0 0-1 0 0,1 0 1 0 0,-1 0-1 0 0,1-1 1 0 0,-1 1-1 0 0,1-1 1 0 0,0 0-1 0 0,-1 0 1 0 0,1 0-1 0 0,0-1 1 0 0,0 1-1 0 0,0-1 1 0 0,4 0-1 0 0,2-1 7 0 0,-1 1-1 0 0,1-1 1 0 0,0-1-1 0 0,0 0 1 0 0,-1 0-1 0 0,1-1 1 0 0,-1 0-1 0 0,0-1 1 0 0,18-9-1 0 0,-15 6 0 0 0,0-2 0 0 0,0 1 0 0 0,-1-2 0 0 0,0 1 0 0 0,-1-1-1 0 0,11-14 1 0 0,-3 0 8 0 0,-1 0-1 0 0,-1-1 0 0 0,-2-1 0 0 0,0-1 0 0 0,-2 0 0 0 0,10-30 0 0 0,-7 9-19 0 0,-3 0 0 0 0,-2 0 0 0 0,-2-1 0 0 0,4-81 0 0 0,-19-200-62 0 0,5 310 56 0 0,-2-9-129 0 0,4 28 134 0 0,0 1 0 0 0,0 0 0 0 0,0 0 0 0 0,0 0 0 0 0,0 0 0 0 0,0 0 0 0 0,0 0 0 0 0,0 0 0 0 0,-1 0 0 0 0,1 0 0 0 0,0-1 0 0 0,0 1 0 0 0,0 0 0 0 0,0 0 0 0 0,0 0 0 0 0,0 0 0 0 0,0 0 0 0 0,0 0 0 0 0,0 0 0 0 0,0 0-1 0 0,0 0 1 0 0,0 0 0 0 0,0 0 0 0 0,0 0 0 0 0,-1 0 0 0 0,1 0 0 0 0,0 0 0 0 0,0 0 0 0 0,0 0 0 0 0,0 0 0 0 0,0 0 0 0 0,0 0 0 0 0,0 0 0 0 0,0 0 0 0 0,0 0 0 0 0,-1 0 0 0 0,1 0 0 0 0,0 0 0 0 0,0 0 0 0 0,0 0 0 0 0,0 0 0 0 0,0 0 0 0 0,0 0 0 0 0,0 0 0 0 0,0 0-1 0 0,0 0 1 0 0,0 0 0 0 0,-1 0 0 0 0,1 0 0 0 0,0 0 0 0 0,0 0 0 0 0,0 0 0 0 0,0 0 0 0 0,0 0 0 0 0,0 0 0 0 0,0 0 0 0 0,0 1 0 0 0,0-1 0 0 0,0 0 0 0 0,0 0 0 0 0,0 0 0 0 0,0 0 0 0 0,0 0 0 0 0,0 0 0 0 0,0 0 0 0 0,0 0 0 0 0,-5 19-18 0 0,-6 71 269 0 0,1 181 0 0 0,10-237-221 0 0,0 67 63 0 0,4-1 0 0 0,32 187 0 0 0,-35-279-84 0 0,1 0 1 0 0,1 0 0 0 0,0 0 0 0 0,0 0 0 0 0,0-1 0 0 0,1 1 0 0 0,0-1 0 0 0,0 0 0 0 0,1 0 0 0 0,0 0 0 0 0,6 6 0 0 0,-8-10-4 0 0,1 0 0 0 0,-1-1 0 0 0,0 1 1 0 0,1-1-1 0 0,-1 0 0 0 0,1 0 0 0 0,-1 0 1 0 0,1 0-1 0 0,0-1 0 0 0,0 1 1 0 0,0-1-1 0 0,0 0 0 0 0,0 0 0 0 0,0-1 1 0 0,0 1-1 0 0,1-1 0 0 0,-1 0 0 0 0,0 0 1 0 0,0 0-1 0 0,0-1 0 0 0,0 1 0 0 0,0-1 1 0 0,8-3-1 0 0,-1 0-1 0 0,-1 0 0 0 0,1-2 1 0 0,-1 1-1 0 0,0-1 0 0 0,-1-1 0 0 0,1 1 0 0 0,-1-2 1 0 0,-1 1-1 0 0,1-1 0 0 0,-1-1 0 0 0,-1 1 1 0 0,0-1-1 0 0,0-1 0 0 0,7-12 0 0 0,-1-1 14 0 0,0 0-1 0 0,-2-1 1 0 0,-1 0-1 0 0,-1-1 1 0 0,7-32 0 0 0,-13 46 13 0 0,0-1 0 0 0,-1 0 0 0 0,0 0 0 0 0,-1 0 0 0 0,0 0 0 0 0,-1 0 0 0 0,0-1 1 0 0,-4-17-1 0 0,2 27-25 0 0,1 3-5 0 0,0-1 0 0 0,0 1 0 0 0,0-1 0 0 0,0 1 0 0 0,0 0 1 0 0,0 0-1 0 0,0 0 0 0 0,0-1 0 0 0,0 1 0 0 0,0 0 1 0 0,0 0-1 0 0,0 0 0 0 0,0 1 0 0 0,0-1 0 0 0,0 0 0 0 0,0 0 1 0 0,0 0-1 0 0,0 1 0 0 0,0-1 0 0 0,0 0 0 0 0,1 1 0 0 0,-1-1 1 0 0,0 1-1 0 0,0-1 0 0 0,0 1 0 0 0,0 0 0 0 0,1-1 0 0 0,-1 1 1 0 0,0 0-1 0 0,0-1 0 0 0,1 1 0 0 0,-2 2 0 0 0,-1 0 4 0 0,-7 7-8 0 0,1 0 0 0 0,0 1 1 0 0,1 0-1 0 0,0 1 0 0 0,0 0 0 0 0,1 0 1 0 0,-6 16-1 0 0,2-1-1 0 0,1 0 0 0 0,-9 44 1 0 0,17-61 8 0 0,0 0 0 0 0,0 0 1 0 0,2 0-1 0 0,-1 1 1 0 0,1-1-1 0 0,1 0 0 0 0,-1 0 1 0 0,5 17-1 0 0,-4-24 0 0 0,0 1-1 0 0,0-1 1 0 0,0 1-1 0 0,1-1 1 0 0,-1 1-1 0 0,1-1 1 0 0,0 0 0 0 0,0 0-1 0 0,0 0 1 0 0,1 0-1 0 0,-1 0 1 0 0,1 0-1 0 0,-1-1 1 0 0,1 1-1 0 0,0-1 1 0 0,0 1-1 0 0,0-1 1 0 0,0 0 0 0 0,0-1-1 0 0,1 1 1 0 0,-1 0-1 0 0,1-1 1 0 0,-1 0-1 0 0,1 0 1 0 0,-1 0-1 0 0,6 1 1 0 0,5-1-88 0 0,0 0 1 0 0,0-1-1 0 0,0-1 0 0 0,0 0 1 0 0,0-1-1 0 0,0 0 1 0 0,0-1-1 0 0,0-1 0 0 0,21-9 1 0 0,-9 3-430 0 0,-1-2-1 0 0,-1-1 1 0 0,46-32 0 0 0,-42 23 27 0 0,0-3-1 0 0,-1 0 1 0 0,-1-1 0 0 0,-2-2 0 0 0,-1-1-1 0 0,30-47 1 0 0,-24 28 109 0 0,-3-1 0 0 0,-2-1 0 0 0,29-88 0 0 0,-40 100 456 0 0,-3-1-1 0 0,7-43 1 0 0,-15 70 73 0 0,0-1 0 0 0,-1 0 0 0 0,-1 0 0 0 0,0 1 1 0 0,-1-1-1 0 0,0 0 0 0 0,-1 1 0 0 0,-1-1 0 0 0,0 1 0 0 0,-8-22 0 0 0,5 25 13 0 0,5 9-165 0 0,0-1 0 0 0,1 1 1 0 0,-1-1-1 0 0,0 1 0 0 0,0-1 1 0 0,1 1-1 0 0,-1-1 1 0 0,0 1-1 0 0,0 0 0 0 0,0-1 1 0 0,0 1-1 0 0,0 0 0 0 0,1 0 1 0 0,-1 0-1 0 0,0-1 0 0 0,0 1 1 0 0,0 0-1 0 0,0 0 0 0 0,0 0 1 0 0,0 1-1 0 0,0-1 0 0 0,1 0 1 0 0,-1 0-1 0 0,0 0 0 0 0,0 1 1 0 0,0-1-1 0 0,0 0 0 0 0,1 1 1 0 0,-1-1-1 0 0,0 1 0 0 0,0-1 1 0 0,1 1-1 0 0,-1-1 0 0 0,0 1 1 0 0,0 0-1 0 0,1-1 0 0 0,-1 1 1 0 0,1 0-1 0 0,-1-1 0 0 0,1 1 1 0 0,-1 1-1 0 0,0-1 12 0 0,-9 12 146 0 0,2-1 1 0 0,0 1-1 0 0,0 0 1 0 0,2 1-1 0 0,-1 0 0 0 0,-5 21 1 0 0,-20 90 864 0 0,29-111-930 0 0,-62 428 1926 0 0,44 6-1196 0 0,24-236-400 0 0,50 352 0 0 0,-52-558-392 0 0,1 11 45 0 0,0-1-1 0 0,2 1 1 0 0,7 22 0 0 0,-11-39-78 0 0,1 1 0 0 0,-1 0 1 0 0,0-1-1 0 0,1 1 0 0 0,-1-1 1 0 0,1 1-1 0 0,-1-1 0 0 0,1 1 1 0 0,-1-1-1 0 0,1 1 1 0 0,-1-1-1 0 0,1 1 0 0 0,0-1 1 0 0,-1 0-1 0 0,1 1 0 0 0,0-1 1 0 0,-1 0-1 0 0,1 1 0 0 0,0-1 1 0 0,-1 0-1 0 0,1 0 0 0 0,0 0 1 0 0,0 0-1 0 0,-1 0 0 0 0,1 0 1 0 0,0 0-1 0 0,-1 0 0 0 0,1 0 1 0 0,0 0-1 0 0,0 0 0 0 0,-1 0 1 0 0,1 0-1 0 0,0-1 1 0 0,1 1-1 0 0,21-12-120 0 0,-10 2 97 0 0,-1-1 0 0 0,0 0 1 0 0,0 0-1 0 0,-1-1 0 0 0,14-21 1 0 0,41-72-48 0 0,-53 83 46 0 0,-3 5 8 0 0,-1 1 1 0 0,-1-2 0 0 0,0 1-1 0 0,-2-1 1 0 0,0-1-1 0 0,6-29 1 0 0,-11 40 8 0 0,0 0 0 0 0,0 0 0 0 0,-1 0 0 0 0,0 0 0 0 0,0 0 0 0 0,-1 0 0 0 0,0 0 1 0 0,-1 0-1 0 0,0 0 0 0 0,0 1 0 0 0,0-1 0 0 0,-1 1 0 0 0,0-1 0 0 0,-1 1 0 0 0,0 0 0 0 0,0 0 0 0 0,0 0 0 0 0,-8-8 0 0 0,0 2 1 0 0,0 1-1 0 0,-1 0 0 0 0,-1 1 0 0 0,0 1 1 0 0,-24-15-1 0 0,-85-35-9 0 0,53 27 44 0 0,52 24-10 0 0,11 7-8 0 0,0-1 0 0 0,1-1-1 0 0,-1 1 1 0 0,1-1 0 0 0,0 0-1 0 0,-9-8 1 0 0,14 11-9 0 0,0 0 0 0 0,0 0-1 0 0,0 0 1 0 0,1 0 0 0 0,-1 0 0 0 0,0 0 0 0 0,1 0-1 0 0,-1-1 1 0 0,1 1 0 0 0,-1 0 0 0 0,1-1-1 0 0,-1 1 1 0 0,1 0 0 0 0,0-1 0 0 0,0 1 0 0 0,0-3-1 0 0,0 2-3 0 0,0 0 0 0 0,1 0 0 0 0,0 0 0 0 0,-1 0 0 0 0,1-1 0 0 0,0 1 0 0 0,0 0 0 0 0,0 0 0 0 0,0 1 0 0 0,0-1 0 0 0,1 0 0 0 0,-1 0 0 0 0,3-2 0 0 0,11-12-317 0 0,2 0-1 0 0,0 2 0 0 0,25-18 0 0 0,63-34-1187 0 0,-68 44 990 0 0,161-87-2333 0 0,23-14-3402 0 0,-177 94 3201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8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95 156 0 0,'0'-4'427'0'0,"-1"0"1"0"0,1 1-1 0 0,-1-1 1 0 0,0 1-1 0 0,0-1 1 0 0,0 1-1 0 0,0 0 0 0 0,-1-1 1 0 0,0 1-1 0 0,1 0 1 0 0,-1 0-1 0 0,0 0 1 0 0,-1 0-1 0 0,1 0 1 0 0,-4-4-1 0 0,-1 1 232 0 0,0 0 0 0 0,0 0-1 0 0,-1 0 1 0 0,-12-7 0 0 0,18 12-522 0 0,2 1-128 0 0,-1 1 0 0 0,1-1 0 0 0,0 0 0 0 0,0 0 0 0 0,0 0 0 0 0,0 0 0 0 0,-1 1 1 0 0,1-1-1 0 0,0 0 0 0 0,0 0 0 0 0,0 0 0 0 0,-1 0 0 0 0,1 0 0 0 0,0 0 0 0 0,0 0 0 0 0,-1 1 0 0 0,1-1 0 0 0,0 0 0 0 0,0 0 0 0 0,-1 0 0 0 0,1 0 0 0 0,0 0 0 0 0,0 0 0 0 0,-1 0 0 0 0,1 0 0 0 0,0 0 0 0 0,0 0 0 0 0,-1 0 0 0 0,1-1 0 0 0,0 1 0 0 0,-1 0 2 0 0,1 0 0 0 0,-1 0-1 0 0,1 0 1 0 0,-1 0 0 0 0,1 0 0 0 0,-1 0-1 0 0,1 0 1 0 0,-1 0 0 0 0,0 0 0 0 0,1 0-1 0 0,-1 0 1 0 0,1 0 0 0 0,-1 0-1 0 0,1 1 1 0 0,-1-1 0 0 0,1 0 0 0 0,0 0-1 0 0,-1 1 1 0 0,1-1 0 0 0,-1 0 0 0 0,0 1-1 0 0,-2 2 28 0 0,1 1 0 0 0,0-1-1 0 0,-1 1 1 0 0,1 0 0 0 0,0 0-1 0 0,1 0 1 0 0,-1 0 0 0 0,1 0-1 0 0,0 0 1 0 0,0 0 0 0 0,0 1-1 0 0,0-1 1 0 0,1 5 0 0 0,-2 12 99 0 0,3 30 1 0 0,0-38-109 0 0,10 124-14 0 0,-9-120 17 0 0,1 1 1 0 0,1-1-1 0 0,1 0 0 0 0,1 0 0 0 0,12 27 0 0 0,-16-41-95 0 0,0 0 1 0 0,0 0-1 0 0,0-1 0 0 0,0 1 0 0 0,0 0 0 0 0,0-1 0 0 0,1 0 0 0 0,-1 0 0 0 0,1 0 0 0 0,-1 0 0 0 0,4 2 0 0 0,-4-3-274 0 0,0 0 0 0 0,1 0 0 0 0,-1 0 0 0 0,0 0 0 0 0,0 0 0 0 0,1-1 0 0 0,-1 1 0 0 0,0-1 0 0 0,1 0 0 0 0,-1 1-1 0 0,1-1 1 0 0,-1 0 0 0 0,0-1 0 0 0,3 1 0 0 0,9-5-3430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8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91 1292 0 0,'-18'-16'2786'0'0,"-1"1"1"0"0,-27-18-1 0 0,24 18-1923 0 0,2 4-141 0 0,17 10-650 0 0,1 1-190 0 0,0 0 13 0 0,-11 4-926 0 0,6 7-3375 0 0,2 3 1162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9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6 144 328 0 0,'-2'-9'1195'0'0,"0"1"-1"0"0,1-1 1 0 0,1 0-1 0 0,-1 1 1 0 0,1-1-1 0 0,2-15 1 0 0,-1 21-1107 0 0,0 0 1 0 0,0 0-1 0 0,0-1 1 0 0,0 1-1 0 0,0 0 1 0 0,1 0-1 0 0,-1 0 1 0 0,1 1-1 0 0,0-1 1 0 0,0 0 0 0 0,0 1-1 0 0,0-1 1 0 0,0 1-1 0 0,1-1 1 0 0,-1 1-1 0 0,1 0 1 0 0,-1 0-1 0 0,1 0 1 0 0,0 0-1 0 0,5-2 1 0 0,-3 2-37 0 0,-1 1 1 0 0,1-1-1 0 0,-1 1 1 0 0,1 0-1 0 0,0 0 1 0 0,0 0-1 0 0,-1 0 1 0 0,1 1-1 0 0,0 0 1 0 0,0 0-1 0 0,0 0 0 0 0,-1 1 1 0 0,7 1-1 0 0,-4 0-12 0 0,1 0-1 0 0,-1 1 1 0 0,0 0 0 0 0,0 0-1 0 0,-1 0 1 0 0,1 1-1 0 0,11 9 1 0 0,-8-5-19 0 0,-1 0 1 0 0,0 1 0 0 0,-1 0-1 0 0,1 0 1 0 0,-2 1 0 0 0,1 0-1 0 0,-1 1 1 0 0,-1 0 0 0 0,0 0-1 0 0,4 12 1 0 0,-6-14 21 0 0,-1 1 0 0 0,-1 0 1 0 0,0 0-1 0 0,0 0 0 0 0,-1 0 0 0 0,0 0 1 0 0,-1 1-1 0 0,0-1 0 0 0,-1 0 0 0 0,-3 19 1 0 0,0-12 85 0 0,-1 1 0 0 0,-1-1 0 0 0,0 0 1 0 0,-1-1-1 0 0,-12 20 0 0 0,7-22 224 0 0,12-14-344 0 0,-1 0 1 0 0,1 0-1 0 0,-1 0 1 0 0,1 1-1 0 0,-1-1 0 0 0,0 0 1 0 0,1 0-1 0 0,-1 0 1 0 0,1 0-1 0 0,-1-1 1 0 0,1 1-1 0 0,-1 0 0 0 0,0 0 1 0 0,1 0-1 0 0,-1 0 1 0 0,1 0-1 0 0,-1-1 1 0 0,1 1-1 0 0,-1 0 0 0 0,0-1 1 0 0,1 0-6 0 0,-1 0-1 0 0,1 0 1 0 0,0 0 0 0 0,-1 0-1 0 0,1 0 1 0 0,0 0 0 0 0,0 0 0 0 0,0 0-1 0 0,0 0 1 0 0,0 0 0 0 0,0 0-1 0 0,0 0 1 0 0,0 0 0 0 0,0 0 0 0 0,1 0-1 0 0,-1 0 1 0 0,1-1 0 0 0,-1 1 3 0 0,4-18 24 0 0,0 0 0 0 0,1 0-1 0 0,1 1 1 0 0,1 0 0 0 0,1 0 0 0 0,0 1 0 0 0,18-27 0 0 0,-13 24-12 0 0,2 0 1 0 0,0 1 0 0 0,1 0-1 0 0,1 1 1 0 0,29-23 0 0 0,-36 33-29 0 0,0 0 1 0 0,1 1-1 0 0,-1 1 1 0 0,2 0-1 0 0,-1 0 0 0 0,0 1 1 0 0,1 0-1 0 0,14-3 1 0 0,-23 7 1 0 0,0 1 1 0 0,1-1-1 0 0,0 1 1 0 0,-1-1-1 0 0,1 1 1 0 0,-1 0-1 0 0,1 1 1 0 0,-1-1-1 0 0,1 1 1 0 0,-1-1-1 0 0,1 1 1 0 0,-1 0-1 0 0,1 0 1 0 0,-1 0-1 0 0,0 1 1 0 0,0-1-1 0 0,0 1 1 0 0,0 0-1 0 0,0 0 1 0 0,0 0-1 0 0,0 0 1 0 0,0 0-1 0 0,-1 1 1 0 0,1-1-1 0 0,-1 1 1 0 0,0 0-1 0 0,1 0 1 0 0,-1 0-1 0 0,-1 0 1 0 0,1 0-1 0 0,0 0 1 0 0,-1 0-1 0 0,2 4 1 0 0,0 4-14 0 0,1 1 0 0 0,-2-1 1 0 0,1 1-1 0 0,-2-1 0 0 0,1 1 1 0 0,-1 13-1 0 0,-1-13 5 0 0,0 0 1 0 0,2 0-1 0 0,-1 0 1 0 0,2 0-1 0 0,6 21 0 0 0,-8-31-16 0 0,1 1 0 0 0,-1 0 0 0 0,1 0-1 0 0,0-1 1 0 0,0 1 0 0 0,0-1 0 0 0,0 0 0 0 0,1 1-1 0 0,-1-1 1 0 0,0 0 0 0 0,1 0 0 0 0,0-1 0 0 0,-1 1-1 0 0,1 0 1 0 0,0-1 0 0 0,0 0 0 0 0,0 0 0 0 0,0 0-1 0 0,0 0 1 0 0,0 0 0 0 0,0 0 0 0 0,4 0-1 0 0,0-1-90 0 0,1 1 0 0 0,-1-1-1 0 0,1 0 1 0 0,-1-1-1 0 0,0 1 1 0 0,1-1 0 0 0,-1-1-1 0 0,13-4 1 0 0,-7 1 32 0 0,-1 0 0 0 0,0-2 0 0 0,0 1 0 0 0,-1-2-1 0 0,0 1 1 0 0,0-2 0 0 0,-1 1 0 0 0,13-14 0 0 0,-5 3 102 0 0,-1-2-1 0 0,0 0 1 0 0,17-29 0 0 0,-6-4 747 0 0,-27 50-653 0 0,1 0-1 0 0,-1 0 1 0 0,1 0 0 0 0,-1-1 0 0 0,0 1 0 0 0,-1-1 0 0 0,1 1 0 0 0,-1-1-1 0 0,0 1 1 0 0,-1-9 0 0 0,1 11 58 0 0,-2 2-150 0 0,1 1 1 0 0,-1-1-1 0 0,1 0 1 0 0,-1 0 0 0 0,1 1-1 0 0,-1-1 1 0 0,1 1-1 0 0,-1-1 1 0 0,1 1 0 0 0,0 0-1 0 0,-1 0 1 0 0,1-1-1 0 0,0 1 1 0 0,-1 0 0 0 0,1 0-1 0 0,0 0 1 0 0,0 0-1 0 0,0 1 1 0 0,-1 0 0 0 0,-18 26 152 0 0,13-15-100 0 0,0 0 0 0 0,0 1 0 0 0,2 0 0 0 0,-7 21 0 0 0,10-28-44 0 0,1 0 0 0 0,-1 0 0 0 0,1 0 0 0 0,1 1 0 0 0,-1-1 0 0 0,1 0 0 0 0,1 0-1 0 0,-1 0 1 0 0,1 1 0 0 0,0-1 0 0 0,3 9 0 0 0,-3-14-12 0 0,0 1 1 0 0,0-1-1 0 0,0 0 1 0 0,0 0-1 0 0,0 0 0 0 0,1 0 1 0 0,-1 0-1 0 0,1-1 1 0 0,-1 1-1 0 0,1 0 1 0 0,0-1-1 0 0,0 1 0 0 0,-1-1 1 0 0,1 1-1 0 0,0-1 1 0 0,0 0-1 0 0,5 2 1 0 0,-3-1-74 0 0,1-1 1 0 0,-1 0 0 0 0,1 0 0 0 0,0 0 0 0 0,-1-1-1 0 0,1 1 1 0 0,0-1 0 0 0,7-1 0 0 0,0-1-569 0 0,0 0-1 0 0,-1 0 1 0 0,0-1 0 0 0,1-1 0 0 0,-1 0 0 0 0,16-8 0 0 0,-3-2-2355 0 0,0-2-998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49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56 1684 0 0,'-16'-13'3029'0'0,"-1"1"0"0"0,-30-17 0 0 0,45 28-2648 0 0,2 1-373 0 0,-1 0 0 0 0,1 0 1 0 0,-1 0-1 0 0,1 0 0 0 0,0-1 1 0 0,-1 1-1 0 0,1 0 1 0 0,-1 0-1 0 0,1 1 0 0 0,-1-1 1 0 0,1 0-1 0 0,0 0 0 0 0,-1 0 1 0 0,1 0-1 0 0,-1 0 0 0 0,1 0 1 0 0,0 0-1 0 0,-1 1 0 0 0,1-1 1 0 0,0 0-1 0 0,-1 0 0 0 0,1 1 1 0 0,0-1-1 0 0,-1 0 1 0 0,1 0-1 0 0,0 1 0 0 0,-1-1 1 0 0,1 0-1 0 0,0 1 0 0 0,0-1 1 0 0,0 0-1 0 0,-1 1 0 0 0,1-1 1 0 0,0 1-1 0 0,7 13-349 0 0,19 11-1496 0 0,6-10-2002 0 0,-13-8 816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50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61 2144 0 0,'0'-4'1828'0'0,"2"-43"5476"0"0,0 38-4528 0 0,0 33-1966 0 0,-1 51 1051 0 0,-11 103 1 0 0,-24 73-595 0 0,19-147-1012 0 0,9-68-189 0 0,-7 66 80 0 0,12-88-117 0 0,1-1 0 0 0,0 0 0 0 0,1 1-1 0 0,0-1 1 0 0,5 18 0 0 0,-6-29-55 0 0,1 0-1 0 0,-1 0 1 0 0,1 0 0 0 0,0-1-1 0 0,0 1 1 0 0,0 0 0 0 0,0 0 0 0 0,0-1-1 0 0,1 1 1 0 0,-1 0 0 0 0,0-1-1 0 0,1 1 1 0 0,-1-1 0 0 0,1 0-1 0 0,-1 0 1 0 0,1 1 0 0 0,0-1 0 0 0,0 0-1 0 0,-1 0 1 0 0,1 0 0 0 0,0-1-1 0 0,0 1 1 0 0,0 0 0 0 0,0-1 0 0 0,0 1-1 0 0,0-1 1 0 0,0 0 0 0 0,0 0-1 0 0,0 0 1 0 0,0 0 0 0 0,0 0-1 0 0,0 0 1 0 0,0 0 0 0 0,0 0 0 0 0,3-2-1 0 0,3 1-415 0 0,0-1 0 0 0,0-1-1 0 0,0 0 1 0 0,0 0 0 0 0,0 0-1 0 0,0-1 1 0 0,7-5 0 0 0,2-2-1254 0 0,0-1-1 0 0,0-1 1 0 0,-1 0 0 0 0,17-20 0 0 0,-11 8-3426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50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65 2020 0 0,'-52'-7'4370'0'0,"-48"-9"2741"0"0,97 15-6651 0 0,5 0-290 0 0,10-3-155 0 0,0-1-1 0 0,0 2 1 0 0,1 0-1 0 0,-1 0 1 0 0,1 1-1 0 0,24 0 0 0 0,-5-1-603 0 0,149-9-6334 0 0,-133 9 2607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9:51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234 602 104 0 0,'-6'1'804'0'0,"0"1"0"0"0,0-1 1 0 0,0 1-1 0 0,0 0 0 0 0,0 1 0 0 0,0 0 1 0 0,1 0-1 0 0,-1 0 0 0 0,1 0 0 0 0,0 1 0 0 0,0 0 1 0 0,0 0-1 0 0,-5 6 0 0 0,9-9-714 0 0,0 0 0 0 0,1-1 0 0 0,-1 1-1 0 0,0 0 1 0 0,0 0 0 0 0,1 0 0 0 0,-1 0 0 0 0,1 0 0 0 0,-1 0-1 0 0,1 1 1 0 0,-1-1 0 0 0,1 0 0 0 0,0 0 0 0 0,-1 0-1 0 0,1 0 1 0 0,0 0 0 0 0,0 1 0 0 0,0-1 0 0 0,0 0 0 0 0,0 0-1 0 0,0 3 1 0 0,1-3-27 0 0,-1-1-1 0 0,1 1 0 0 0,0 0 0 0 0,-1 0 0 0 0,1 0 1 0 0,0-1-1 0 0,0 1 0 0 0,-1 0 0 0 0,1-1 1 0 0,0 1-1 0 0,0-1 0 0 0,0 1 0 0 0,0-1 1 0 0,0 0-1 0 0,0 1 0 0 0,0-1 0 0 0,0 0 1 0 0,0 1-1 0 0,0-1 0 0 0,1 0 0 0 0,3 1 45 0 0,1-1 0 0 0,0 1-1 0 0,0-2 1 0 0,0 1-1 0 0,-1 0 1 0 0,1-1 0 0 0,0 0-1 0 0,6-2 1 0 0,-8 2-87 0 0,1-1 0 0 0,-1 0 0 0 0,1 1 0 0 0,-1-1 0 0 0,0-1 0 0 0,0 1 0 0 0,0-1 0 0 0,0 1 0 0 0,0-1 0 0 0,0 0 0 0 0,-1-1 0 0 0,0 1 0 0 0,1 0 0 0 0,-1-1 0 0 0,0 0 0 0 0,-1 0 0 0 0,1 0 0 0 0,-1 0 0 0 0,0 0 0 0 0,0 0 0 0 0,0-1 0 0 0,0 1 0 0 0,-1-1 0 0 0,0 1 0 0 0,0-1 0 0 0,1-5-1 0 0,-2 3-20 0 0,1 0-1 0 0,-2 0 0 0 0,1 0 1 0 0,-1 0-1 0 0,0 0 0 0 0,0 0 1 0 0,-1 0-1 0 0,0 1 0 0 0,0-1 1 0 0,-1 1-1 0 0,1-1 0 0 0,-7-9 0 0 0,7 13 1 0 0,-1-1-1 0 0,0 0 1 0 0,0 1-1 0 0,-1 0 0 0 0,1 0 1 0 0,0 0-1 0 0,-1 0 1 0 0,0 0-1 0 0,0 1 0 0 0,0 0 1 0 0,0-1-1 0 0,0 2 0 0 0,0-1 1 0 0,-1 0-1 0 0,1 1 1 0 0,0 0-1 0 0,-1 0 0 0 0,1 0 1 0 0,-1 0-1 0 0,-4 1 0 0 0,3 0 0 0 0,0 0-1 0 0,0 0 1 0 0,1 0-1 0 0,-1 1 1 0 0,0 0-1 0 0,0 0 0 0 0,1 1 1 0 0,-1 0-1 0 0,1 0 1 0 0,0 0-1 0 0,-1 0 1 0 0,1 1-1 0 0,-7 5 0 0 0,4-2-5 0 0,1 0-1 0 0,0 0 0 0 0,1 0 0 0 0,0 1 0 0 0,0 0 0 0 0,0 0 1 0 0,1 1-1 0 0,-5 8 0 0 0,3-2-2 0 0,0 0-1 0 0,1 0 1 0 0,0 0-1 0 0,1 1 1 0 0,1 0-1 0 0,1 0 1 0 0,0 1-1 0 0,0-1 1 0 0,1 31-1 0 0,2-36 17 0 0,1 0-1 0 0,0 0 1 0 0,1 0-1 0 0,0 0 1 0 0,1 0-1 0 0,0 0 1 0 0,0-1-1 0 0,1 1 0 0 0,0-1 1 0 0,1 0-1 0 0,0 0 1 0 0,1-1-1 0 0,-1 1 1 0 0,1-1-1 0 0,12 11 0 0 0,-10-11 4 0 0,1 0-1 0 0,1-1 0 0 0,-1 0 1 0 0,1-1-1 0 0,0 0 0 0 0,1 0 0 0 0,0-1 1 0 0,-1 0-1 0 0,2-1 0 0 0,-1-1 0 0 0,0 0 1 0 0,1 0-1 0 0,13 1 0 0 0,-7-2-84 0 0,0 0 1 0 0,0-2-1 0 0,0 0 0 0 0,0-1 0 0 0,0-1 0 0 0,0 0 0 0 0,0-1 1 0 0,-1-1-1 0 0,1-1 0 0 0,-1-1 0 0 0,0 0 0 0 0,0-1 0 0 0,-1-1 1 0 0,0 0-1 0 0,-1-2 0 0 0,1 0 0 0 0,-2 0 0 0 0,1-1 1 0 0,-2-1-1 0 0,1 0 0 0 0,-2-1 0 0 0,13-15 0 0 0,-4-2-135 0 0,0 0 0 0 0,-2-1-1 0 0,-1-1 1 0 0,-2 0-1 0 0,-1-2 1 0 0,-2 1 0 0 0,-1-2-1 0 0,12-59 1 0 0,-14 38 238 0 0,-2-1 0 0 0,-3-1 0 0 0,-3 1 0 0 0,-7-101 0 0 0,-2 114 115 0 0,7 43-139 0 0,0 1 1 0 0,0 0-1 0 0,0-1 0 0 0,0 1 0 0 0,0-1 0 0 0,0 1 1 0 0,0 0-1 0 0,0-1 0 0 0,0 1 0 0 0,0 0 0 0 0,0-1 1 0 0,0 1-1 0 0,0 0 0 0 0,0-1 0 0 0,0 1 0 0 0,0 0 1 0 0,0-1-1 0 0,-1 1 0 0 0,1 0 0 0 0,0-1 1 0 0,0 1-1 0 0,0 0 0 0 0,-1 0 0 0 0,1-1 0 0 0,0 1 1 0 0,0 0-1 0 0,-1 0 0 0 0,1-1 0 0 0,0 1 0 0 0,0 0 1 0 0,-1 0-1 0 0,1 0 0 0 0,0 0 0 0 0,-1-1 0 0 0,1 1 1 0 0,0 0-1 0 0,-1 0 0 0 0,1 0 0 0 0,0 0 0 0 0,-1 0 1 0 0,1 0-1 0 0,0 0 0 0 0,-1 0 0 0 0,1 0 0 0 0,0 0 1 0 0,-1 0-1 0 0,1 0 0 0 0,0 0 0 0 0,-1 0 1 0 0,1 0-1 0 0,0 0 0 0 0,-1 0 0 0 0,1 1 0 0 0,0-1 1 0 0,-1 0-1 0 0,1 0 0 0 0,0 0 0 0 0,-1 1 0 0 0,1-1 1 0 0,0 0-1 0 0,-1 1 0 0 0,-13 16 243 0 0,1 15 214 0 0,1 1 1 0 0,2 0-1 0 0,2 1 1 0 0,-6 38-1 0 0,5-22-78 0 0,-5 20-42 0 0,2 0-1 0 0,4 1 1 0 0,4 0-1 0 0,4 87 1 0 0,1-142-298 0 0,0 0 0 0 0,2 0 0 0 0,0 0 0 0 0,0-1 1 0 0,2 1-1 0 0,0-1 0 0 0,10 21 0 0 0,-13-31-66 0 0,1-1-1 0 0,0 1 0 0 0,0-1 1 0 0,0 0-1 0 0,0 0 0 0 0,0 0 1 0 0,1 0-1 0 0,0-1 0 0 0,0 1 1 0 0,0-1-1 0 0,0 0 0 0 0,1 0 1 0 0,-1-1-1 0 0,1 1 0 0 0,-1-1 1 0 0,1 0-1 0 0,0 0 0 0 0,0 0 1 0 0,0-1-1 0 0,0 0 0 0 0,0 0 1 0 0,0 0-1 0 0,0-1 0 0 0,1 1 1 0 0,-1-1-1 0 0,8-1 0 0 0,-3-1-179 0 0,0 0 0 0 0,0 0 0 0 0,0-1-1 0 0,-1-1 1 0 0,1 0 0 0 0,-1 0 0 0 0,0 0-1 0 0,0-1 1 0 0,0-1 0 0 0,-1 0 0 0 0,0 0-1 0 0,0 0 1 0 0,0-1 0 0 0,-1 0 0 0 0,9-12 0 0 0,6-7-161 0 0,-2-1 0 0 0,-1-1 0 0 0,20-40 1 0 0,-3-16 443 0 0,-28 64 127 0 0,-7 9 169 0 0,-7 10 387 0 0,5 1-713 0 0,0 1 1 0 0,0-1 0 0 0,-1 1-1 0 0,1-1 1 0 0,0 1-1 0 0,0 0 1 0 0,0-1 0 0 0,0 1-1 0 0,0 0 1 0 0,0 0-1 0 0,0 0 1 0 0,0 0-1 0 0,0 0 1 0 0,-1 2 0 0 0,-6 13 178 0 0,1 0 1 0 0,1 0 0 0 0,0 1 0 0 0,1 0 0 0 0,1 1 0 0 0,0-1 0 0 0,2 1-1 0 0,0-1 1 0 0,0 1 0 0 0,3 21 0 0 0,-1-34-202 0 0,0 0-1 0 0,1 0 1 0 0,-1 0-1 0 0,2 0 1 0 0,-1 0 0 0 0,0 0-1 0 0,1 0 1 0 0,0 0 0 0 0,0 0-1 0 0,0-1 1 0 0,1 1 0 0 0,0-1-1 0 0,0 1 1 0 0,0-1-1 0 0,0 0 1 0 0,0 0 0 0 0,1 0-1 0 0,0-1 1 0 0,0 1 0 0 0,7 4-1 0 0,-7-6-16 0 0,1 1-1 0 0,0-1 0 0 0,0 0 1 0 0,0 0-1 0 0,1-1 1 0 0,-1 0-1 0 0,0 0 0 0 0,1 0 1 0 0,-1 0-1 0 0,1-1 0 0 0,-1 0 1 0 0,0 0-1 0 0,1 0 1 0 0,-1-1-1 0 0,1 0 0 0 0,-1 0 1 0 0,0 0-1 0 0,0-1 1 0 0,8-2-1 0 0,0-2-7 0 0,0-1 0 0 0,0-1 0 0 0,0 0 1 0 0,-1 0-1 0 0,0-1 0 0 0,-1-1 0 0 0,0 0 0 0 0,0 0 0 0 0,15-20 1 0 0,5-12 10 0 0,34-61 0 0 0,-58 92-7 0 0,-7 11-7 0 0,0-1-1 0 0,0 1 0 0 0,0 0 1 0 0,1-1-1 0 0,-1 1 0 0 0,0-1 1 0 0,0 1-1 0 0,0 0 0 0 0,1-1 1 0 0,-1 1-1 0 0,0 0 1 0 0,0-1-1 0 0,1 1 0 0 0,-1 0 1 0 0,0 0-1 0 0,1-1 0 0 0,-1 1 1 0 0,0 0-1 0 0,1 0 0 0 0,-1-1 1 0 0,1 1-1 0 0,-1 0 0 0 0,0 0 1 0 0,1 0-1 0 0,-1 0 0 0 0,1 0 1 0 0,-1 0-1 0 0,1 0 1 0 0,-1 0-1 0 0,0 0 0 0 0,1 0 1 0 0,7 11-14 0 0,-2 24 78 0 0,-6-34-56 0 0,18 278 1357 0 0,-12-131-1014 0 0,10 58-41 0 0,4 263 487 0 0,-20-447-740 0 0,-1-1-1 0 0,-1 1 1 0 0,-1-1 0 0 0,-1 0-1 0 0,-12 38 1 0 0,14-54-44 0 0,0 0 0 0 0,-1 0 0 0 0,1 0 0 0 0,-1 0 0 0 0,0-1 0 0 0,0 1 0 0 0,0 0 0 0 0,-1-1 0 0 0,0 0 0 0 0,1 0 0 0 0,-2 0-1 0 0,1-1 1 0 0,0 1 0 0 0,-1-1 0 0 0,1 0 0 0 0,-1 0 0 0 0,0-1 0 0 0,0 1 0 0 0,0-1 0 0 0,0 0 0 0 0,-1 0 0 0 0,1-1 0 0 0,0 0 0 0 0,-1 0 0 0 0,1 0 0 0 0,-1 0 0 0 0,-8-1 0 0 0,3-1-21 0 0,0 0 1 0 0,0-1 0 0 0,1 0-1 0 0,-1 0 1 0 0,0-2-1 0 0,1 1 1 0 0,0-1-1 0 0,0-1 1 0 0,0 1-1 0 0,0-2 1 0 0,1 1 0 0 0,-15-13-1 0 0,4 2-31 0 0,0-2-1 0 0,1-1 1 0 0,0 0 0 0 0,-15-23 0 0 0,24 29 27 0 0,0 0 1 0 0,2-1-1 0 0,0 0 1 0 0,0 0 0 0 0,1-1-1 0 0,1 0 1 0 0,0 0 0 0 0,-4-22-1 0 0,8 26-7 0 0,0 1 0 0 0,1-1 0 0 0,0 0 1 0 0,1 0-1 0 0,0 1 0 0 0,1-1 0 0 0,0 0 0 0 0,1 0 0 0 0,0 1 0 0 0,1-1 0 0 0,0 1 0 0 0,0 0 0 0 0,8-16 0 0 0,1 6-206 0 0,0 1 0 0 0,2 0 0 0 0,0 1 0 0 0,1 0 0 0 0,1 1 0 0 0,0 1 0 0 0,1 0-1 0 0,1 1 1 0 0,0 1 0 0 0,1 1 0 0 0,21-11 0 0 0,15-6-1595 0 0,2 3-1 0 0,110-37 1 0 0,-52 26-3460 0 0,-60 20 817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02.48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105 1180 956 0 0,'0'0'2754'0'0,"-19"-13"339"0"0,10 11-2850 0 0,1-1 0 0 0,0 1 0 0 0,-1 1 0 0 0,1 0 0 0 0,-1 0 0 0 0,0 1 0 0 0,-14 0 0 0 0,20 1-159 0 0,3-1-82 0 0,0 1-1 0 0,0-1 1 0 0,0 1 0 0 0,0-1 0 0 0,0 1-1 0 0,1-1 1 0 0,-1 0 0 0 0,0 1 0 0 0,0-1-1 0 0,0 1 1 0 0,0-1 0 0 0,1 1 0 0 0,-1-1-1 0 0,0 0 1 0 0,0 1 0 0 0,1-1 0 0 0,-1 1-1 0 0,0-1 1 0 0,0 0 0 0 0,1 1 0 0 0,-1-1-1 0 0,0 0 1 0 0,1 0 0 0 0,-1 1 0 0 0,1-1-1 0 0,-1 0 1 0 0,0 0 0 0 0,1 1 0 0 0,0-1-1 0 0,22 4 6 0 0,0-1 0 0 0,1-1 0 0 0,26-2 0 0 0,77-7 11 0 0,-81 3-10 0 0,399-31 2 0 0,362-23-81 0 0,992 54 94 0 0,-4 123-25 0 0,698 227-226 0 0,-2280-307 203 0 0,268 45 10 0 0,-425-77 29 0 0,-44-7-18 0 0,-29-3 8 0 0,-32-5 10 0 0,-426-76 103 0 0,131 22-72 0 0,-2688-341 56 0 0,2573 361-192 0 0,-713-68-73 0 0,136-27 132 0 0,964 127 68 0 0,4-2-55 0 0,65 12-2 0 0,4-1 20 0 0,-1 0 0 0 0,0 1-1 0 0,1-1 1 0 0,-1 0-1 0 0,1 1 1 0 0,-1-1 0 0 0,1 1-1 0 0,-1-1 1 0 0,1 0-1 0 0,-1 1 1 0 0,1-1-1 0 0,-1 1 1 0 0,1 0 0 0 0,0-1-1 0 0,-1 1 1 0 0,1 0-1 0 0,-1-1 1 0 0,1 1 0 0 0,0 0-1 0 0,0-1 1 0 0,-1 1-1 0 0,1 0 1 0 0,1 0 0 0 0,21-5 2 0 0,-19 5 1 0 0,385-54-33 0 0,574-6 1 0 0,396 105 54 0 0,-8 78 77 0 0,-15 32-69 0 0,-513-43 26 0 0,171 49-18 0 0,538 176-168 0 0,-1495-328 128 0 0,237 51-16 0 0,-262-58 30 0 0,-23-12-4 0 0,-33-8-17 0 0,-1 1-1 0 0,-50-10 1 0 0,34 11 0 0 0,-1330-305 164 0 0,-11 103-99 0 0,582 117-98 0 0,-1316-77-21 0 0,-3 104 70 0 0,1049 42 54 0 0,1074 31-48 0 0,-185-13-23 0 0,193 12-73 0 0,7-2 29 0 0,16-4 10 0 0,29-6 25 0 0,738-132-70 0 0,881 33 42 0 0,18 164 14 0 0,-782 10 7 0 0,-39 9 2 0 0,1419 209 51 0 0,-2111-253-17 0 0,269 36 70 0 0,-343-53-87 0 0,-89-10 6 0 0,-5 1-1 0 0,0 0 0 0 0,0 0 0 0 0,0 0 0 0 0,0 0 0 0 0,-1 0 0 0 0,1 0 0 0 0,0 0 0 0 0,0 0 0 0 0,0 0 0 0 0,0 0 0 0 0,-1 0 0 0 0,1 0 0 0 0,0 0 0 0 0,0 0 0 0 0,0 0 0 0 0,0 0 0 0 0,0-1 0 0 0,0 1 0 0 0,-1 0 0 0 0,1 0 0 0 0,0 0 0 0 0,0 0 0 0 0,0 0 0 0 0,0 0 0 0 0,0-1 0 0 0,0 1 0 0 0,0 0 0 0 0,0 0 0 0 0,0 0 0 0 0,0 0 0 0 0,0 0 0 0 0,0-1 0 0 0,0 1 0 0 0,0 0 0 0 0,0 0 0 0 0,0 0 0 0 0,0 0 0 0 0,0-1 0 0 0,0 1 0 0 0,0 0 0 0 0,0 0 0 0 0,0 0 0 0 0,0 0 0 0 0,0-1 0 0 0,0 1 0 0 0,0 0 0 0 0,0 0 0 0 0,0 0 0 0 0,0 0 0 0 0,0 0 0 0 0,0 0 0 0 0,1-1 0 0 0,-1 1 0 0 0,0 0 0 0 0,0 0 0 0 0,0 0 0 0 0,0 0 0 0 0,0 0 0 0 0,0 0 0 0 0,1 0-1 0 0,-1 0 1 0 0,0 0 0 0 0,0-1 0 0 0,-13-4-3 0 0,-75-20-4 0 0,-135-18 0 0 0,132 27 3 0 0,-1690-233-6 0 0,-20 113 102 0 0,-110 103-62 0 0,2 106 2 0 0,1649-59-42 0 0,-147 10-50 0 0,370-23 62 0 0,33-2 3 0 0,5 0-2 0 0,19-5-1 0 0,846-142 6 0 0,9 50 34 0 0,-3 42-62 0 0,1180 74 1 0 0,-107 177-132 0 0,-18 136 145 0 0,-1838-312 15 0 0,216 33 114 0 0,-284-53-42 0 0,-21 1-80 0 0,0 0-1 0 0,0-1 1 0 0,0 1-1 0 0,0 0 0 0 0,0 0 1 0 0,0 0-1 0 0,0 0 1 0 0,0-1-1 0 0,0 1 1 0 0,0 0-1 0 0,0 0 1 0 0,0 0-1 0 0,0 0 1 0 0,0-1-1 0 0,0 1 1 0 0,0 0-1 0 0,0 0 1 0 0,0 0-1 0 0,0-1 1 0 0,0 1-1 0 0,0 0 1 0 0,0 0-1 0 0,0 0 0 0 0,0 0 1 0 0,0 0-1 0 0,0-1 1 0 0,0 1-1 0 0,-1 0 1 0 0,1 0-1 0 0,0 0 1 0 0,0 0-1 0 0,0 0 1 0 0,0-1-1 0 0,0 1 1 0 0,-1 0-1 0 0,1 0 1 0 0,0 0-1 0 0,0 0 1 0 0,0 0-1 0 0,0 0 1 0 0,-1 0-1 0 0,1 0 0 0 0,0 0 1 0 0,0 0-1 0 0,0 0 1 0 0,-1 0-1 0 0,-34-16 16 0 0,-423-95-18 0 0,401 100 11 0 0,-2273-307 96 0 0,-26 245 110 0 0,959 123-339 0 0,1338-46 109 0 0,-57 12 0 0 0,114-15 22 0 0,234-17 120 0 0,-127 6-141 0 0,1036-27-17 0 0,0 90-26 0 0,-2 62-7 0 0,-6 34 10 0 0,-976-127 56 0 0,238 27 58 0 0,-363-48-86 0 0,-32-1 26 0 0,0 0 0 0 0,0 0 0 0 0,0 0 0 0 0,-1 0 0 0 0,1-1-1 0 0,0 1 1 0 0,0 0 0 0 0,0 0 0 0 0,0 0 0 0 0,0 0-1 0 0,0 0 1 0 0,0 0 0 0 0,0 0 0 0 0,0 0 0 0 0,0-1 0 0 0,0 1-1 0 0,0 0 1 0 0,0 0 0 0 0,0 0 0 0 0,0 0 0 0 0,0 0-1 0 0,0 0 1 0 0,0 0 0 0 0,0 0 0 0 0,0-1 0 0 0,0 1 0 0 0,0 0-1 0 0,0 0 1 0 0,0 0 0 0 0,1 0 0 0 0,-1 0 0 0 0,0 0 0 0 0,0 0-1 0 0,0 0 1 0 0,0 0 0 0 0,0 0 0 0 0,0-1 0 0 0,0 1-1 0 0,0 0 1 0 0,0 0 0 0 0,0 0 0 0 0,0 0 0 0 0,1 0 0 0 0,-1 0-1 0 0,0 0 1 0 0,0 0 0 0 0,0 0 0 0 0,0 0 0 0 0,0 0-1 0 0,0 0 1 0 0,0 0 0 0 0,0 0 0 0 0,1 0 0 0 0,-1 0 0 0 0,0 0-1 0 0,0 0 1 0 0,0 0 0 0 0,0 0 0 0 0,0 0 0 0 0,0 0 0 0 0,1 0-1 0 0,-25-8 5 0 0,-651-112-10 0 0,649 117 8 0 0,-1725-151 91 0 0,1500 149-59 0 0,249 5-17 0 0,8 1-13 0 0,307 13-66 0 0,-124-8 33 0 0,1519 136-109 0 0,-1642-135 131 0 0,87 13-28 0 0,-151-19 23 0 0,-28-6 17 0 0,8 1 0 0 0,-1326-198 76 0 0,-12 95 44 0 0,326 96-62 0 0,2 32-7 0 0,527-9-13 0 0,163-13-24 0 0,129-1 33 0 0,152 0-42 0 0,54 2-20 0 0,0 0 20 0 0,-41-6-21 0 0,41 5 15 0 0,-11-4-33 0 0,-42-8 12 0 0,-2 2 0 0 0,-67-2 0 0 0,-1-1 1 0 0,52 4 23 0 0,-104-18 27 0 0,119 15-33 0 0,57 12-11 0 0,-47-11 10 0 0,47 12 31 0 0,-6-6-79 0 0,53-2 42 0 0,1 1 0 0 0,47 0-1 0 0,-14 1 25 0 0,716-38 30 0 0,7 47-286 0 0,490 84-1678 0 0,-1221-79 1536 0 0,-69-7 299 0 0,-18 0-59 0 0,-287-16 74 0 0,168 6 85 0 0,-1080-19 504 0 0,1 52 140 0 0,577-9-281 0 0,501-10-286 0 0,133-5-99 0 0,7-1 10 0 0,68-17-2 0 0,0 4 0 0 0,100-7 0 0 0,-115 14-2 0 0,1459-89-34 0 0,-1 117 27 0 0,-803 27-197 0 0,-690-48-156 0 0,-18 0 67 0 0,-91-5-3325 0 0,40 0 2514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05.36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1623 153 764 0 0,'-730'-96'5871'0'0,"763"88"-5621"0"0,425-32 146 0 0,-420 38-371 0 0,853-4 319 0 0,0 66-192 0 0,-3 44-100 0 0,-7 23-13 0 0,69 34 25 0 0,-868-143-25 0 0,-80-17-40 0 0,-446-10 103 0 0,292 1-90 0 0,-1771-10 138 0 0,0 84 94 0 0,1725-57-194 0 0,-810 44 172 0 0,880-38-147 0 0,125-15-38 0 0,8 1-36 0 0,35 0 4 0 0,0-1-1 0 0,71-9 0 0 0,-36 1-24 0 0,1279-71-35 0 0,2 44-91 0 0,148 63 32 0 0,-1210-13 235 0 0,-283-14-113 0 0,25-3-7 0 0,-36 1-1 0 0,0 1-1 0 0,0-1 1 0 0,0 1 0 0 0,-1-1-1 0 0,1 1 1 0 0,0 0 0 0 0,-1-1-1 0 0,1 1 1 0 0,0-1 0 0 0,-1 1-1 0 0,1 0 1 0 0,-1-1 0 0 0,1 1-1 0 0,0 0 1 0 0,-1-1 0 0 0,1 1-1 0 0,-1 0 1 0 0,1 0 0 0 0,-1-1-1 0 0,1 1 1 0 0,-1 0-1 0 0,0 0 1 0 0,-21-6 1 0 0,0 1 0 0 0,0 1 0 0 0,-23-1 0 0 0,-5 0 4 0 0,-634-59 38 0 0,-8 38 3 0 0,-2019 61 206 0 0,2550-27-233 0 0,-154 3 66 0 0,313-11-51 0 0,4 0-34 0 0,-1 0 0 0 0,1 0 0 0 0,-1 0 0 0 0,1 0 0 0 0,0 0 0 0 0,-1-1 0 0 0,1 1 1 0 0,0 0-1 0 0,-1-1 0 0 0,1 1 0 0 0,1-2 0 0 0,8-1 1 0 0,230-32-110 0 0,-138 23 96 0 0,1607-104-206 0 0,10 132 93 0 0,-1445-6 117 0 0,202 5 26 0 0,-460-15-15 0 0,-1 1-4 0 0,0-1 0 0 0,0-1-1 0 0,0 0 1 0 0,28-6-1 0 0,-44 7 4 0 0,0-1-1 0 0,0 1 0 0 0,0 0 0 0 0,0-1 0 0 0,0 1 0 0 0,0 0 0 0 0,0-1 0 0 0,-1 1 0 0 0,1 0 1 0 0,0-1-1 0 0,0 1 0 0 0,0 0 0 0 0,0 0 0 0 0,-1-1 0 0 0,1 1 0 0 0,0 0 0 0 0,0 0 0 0 0,0-1 1 0 0,-1 1-1 0 0,1 0 0 0 0,0 0 0 0 0,0-1 0 0 0,-1 1 0 0 0,1 0 0 0 0,0 0 0 0 0,-1 0 0 0 0,1 0 1 0 0,0 0-1 0 0,-1-1 0 0 0,-9-3 2 0 0,0 0 0 0 0,0 1 1 0 0,-1 0-1 0 0,1 0 0 0 0,-1 1 1 0 0,0 1-1 0 0,-11-1 0 0 0,-12-2 6 0 0,-502-42 27 0 0,-8 40-18 0 0,-895 94 159 0 0,14 129 61 0 0,1026-135-86 0 0,11 23-97 0 0,383-103-55 0 0,-12 3 1 0 0,0 1 0 0 0,0 0 1 0 0,1 1-1 0 0,0 1 0 0 0,-17 11 1 0 0,32-18-1 0 0,0-1 0 0 0,1 1 1 0 0,-1-1-1 0 0,0 1 1 0 0,0 0-1 0 0,0-1 1 0 0,0 1-1 0 0,1 0 0 0 0,-1 0 1 0 0,0 0-1 0 0,0-1 1 0 0,1 1-1 0 0,-1 0 0 0 0,1 0 1 0 0,-1 0-1 0 0,1 0 1 0 0,-1 0-1 0 0,1 0 1 0 0,0 0-1 0 0,0 0 0 0 0,-1 2 1 0 0,1-2 0 0 0,1 0-1 0 0,-1-1 1 0 0,0 1-1 0 0,1 0 1 0 0,-1-1 0 0 0,1 1-1 0 0,-1 0 1 0 0,1-1 0 0 0,0 1-1 0 0,-1-1 1 0 0,1 1 0 0 0,0-1-1 0 0,-1 1 1 0 0,1-1 0 0 0,0 1-1 0 0,-1-1 1 0 0,1 0-1 0 0,0 1 1 0 0,0-1 0 0 0,-1 0-1 0 0,2 1 1 0 0,8 1 4 0 0,0 0-1 0 0,0 0 1 0 0,15 0 0 0 0,315-10-22 0 0,-253 2 24 0 0,670-41-17 0 0,245-15-31 0 0,524 17-77 0 0,-6 131 31 0 0,-1483-82 88 0 0,222 31-15 0 0,-182-21 10 0 0,98 31-1 0 0,-170-44 4 0 0,0 1 0 0 0,-1-1 0 0 0,1 0 0 0 0,-1 1 0 0 0,1 0 0 0 0,-1 0 0 0 0,0 0 0 0 0,1 1 0 0 0,-1-1 0 0 0,5 5 1 0 0,-9-6 0 0 0,0-1 0 0 0,1 1 1 0 0,-1-1-1 0 0,0 1 0 0 0,1-1 1 0 0,-1 1-1 0 0,0-1 0 0 0,0 1 1 0 0,1-1-1 0 0,-1 1 0 0 0,0-1 1 0 0,0 1-1 0 0,0 0 0 0 0,0-1 1 0 0,0 1-1 0 0,0-1 1 0 0,0 1-1 0 0,0-1 0 0 0,0 1 1 0 0,0 0-1 0 0,0-1 0 0 0,0 1 1 0 0,0-1-1 0 0,0 1 0 0 0,-1-1 1 0 0,1 1-1 0 0,0-1 0 0 0,0 1 1 0 0,-1 0-1 0 0,1-1 1 0 0,0 0-1 0 0,-1 1 0 0 0,1-1 1 0 0,-1 1-1 0 0,1-1 0 0 0,0 1 1 0 0,-1-1-1 0 0,1 0 0 0 0,-1 1 1 0 0,1-1-1 0 0,-1 0 0 0 0,1 0 1 0 0,-1 1-1 0 0,0-1 1 0 0,-28 13 14 0 0,28-12-16 0 0,-60 16 27 0 0,-1-3 0 0 0,0-2 1 0 0,-70 4-1 0 0,106-13-25 0 0,-920 73 226 0 0,684-60-155 0 0,-4 2 35 0 0,-1597 127 475 0 0,618-28-188 0 0,512-47-130 0 0,592-56-196 0 0,141-14-67 0 0,0 0 0 0 0,0 0 0 0 0,0 0-1 0 0,-1 0 1 0 0,1 0 0 0 0,0 0 0 0 0,0 0-1 0 0,0 1 1 0 0,-1-1 0 0 0,1 0 0 0 0,0 0-1 0 0,0 0 1 0 0,0 0 0 0 0,-1 0 0 0 0,1 0-1 0 0,0 0 1 0 0,0 0 0 0 0,-1 0 0 0 0,1 0-1 0 0,0 0 1 0 0,0 0 0 0 0,0 0 0 0 0,-1 0 0 0 0,1 0-1 0 0,0-1 1 0 0,0 1 0 0 0,0 0 0 0 0,-1 0-1 0 0,1 0 1 0 0,0 0 0 0 0,0 0 0 0 0,0 0-1 0 0,0 0 1 0 0,-1-1 0 0 0,1 1 0 0 0,0 0-1 0 0,0 0 1 0 0,0 0 0 0 0,0 0 0 0 0,0-1-1 0 0,0 1 1 0 0,-1 0 0 0 0,1 0 0 0 0,0 0-1 0 0,0-1 1 0 0,0 1 0 0 0,0 0 0 0 0,0 0-1 0 0,0 0 1 0 0,0-1 0 0 0,0 1 0 0 0,0 0-1 0 0,0 0 1 0 0,0-1 0 0 0,0 1 0 0 0,0 0-1 0 0,0 0 1 0 0,0 0 0 0 0,0-1 0 0 0,0 1 0 0 0,0 0-1 0 0,1 0 1 0 0,-1 0 0 0 0,0-1 0 0 0,0 1-1 0 0,0 0 4 0 0,20-8 35 0 0,608-129-30 0 0,-570 126-5 0 0,1307-207-40 0 0,-790 147 84 0 0,1436-40-38 0 0,-1288 142-201 0 0,-661-24 155 0 0,-59-6 2 0 0,-3 0 33 0 0,-1-1 1 0 0,1 1-1 0 0,-1-1 0 0 0,1 1 1 0 0,-1-1-1 0 0,1 1 1 0 0,-1-1-1 0 0,0 1 0 0 0,1-1 1 0 0,-1 0-1 0 0,0 1 0 0 0,1-1 1 0 0,-1 0-1 0 0,0 1 1 0 0,0-1-1 0 0,1 0 0 0 0,-2 0 1 0 0,-21 4-1 0 0,0-1 0 0 0,-1-1 1 0 0,-32-2-1 0 0,4 1 2 0 0,-514 13-449 0 0,-790 42-1203 0 0,9 73-2300 0 0,1223-112 2594 0 0,14-3 310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07.37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2126 432 0 0,'9'-8'1824'0'0,"53"-29"-964"0"0,3 3 0 0 0,82-31 0 0 0,-63 29-546 0 0,680-356-94 0 0,-467 231-299 0 0,242-172 105 0 0,-163 93-157 0 0,209-122-343 0 0,-243 147-100 0 0,6 8-1659 0 0,-286 172 1592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07.91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0 185 36 0 0,'133'-47'1617'0'0,"-127"45"-1508"0"0,0 0 0 0 0,0-1 0 0 0,0 0 1 0 0,-1 0-1 0 0,1 0 0 0 0,-1-1 0 0 0,6-4 0 0 0,20-14 163 0 0,-8 2-194 0 0,-12 12-77 0 0,38-20-6 0 0,-46 26-8 0 0,4-3 12 0 0,-5 4 7 0 0,-1 1-6 0 0,3-1-6 0 0,8-7 0 0 0,-10 7 22 0 0,6-9 14 0 0,-9 6-124 0 0,-15 5-321 0 0,6 1 208 0 0,-6 0-402 0 0,-3 0 64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09.95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2287 1215 1020 0 0,'-42'13'3690'0'0,"40"-12"-3162"0"0,-1-1-75 0 0,1 0-337 0 0,1 0 0 0 0,0 0 0 0 0,-1 0 0 0 0,1 0 1 0 0,-1 0-1 0 0,1-1 0 0 0,-1 1 0 0 0,1 0 0 0 0,0-1 1 0 0,-1 1-1 0 0,-1-2 0 0 0,-1-6 881 0 0,12-5-750 0 0,3 3-107 0 0,2-1-1 0 0,0 2 0 0 0,0 0 0 0 0,0 0 0 0 0,24-10 0 0 0,79-28 47 0 0,-96 40-132 0 0,566-175 183 0 0,13 39-168 0 0,1249-224-674 0 0,-869 217 95 0 0,-968 149 501 0 0,1-1-13 0 0,0 1 1 0 0,1-2 0 0 0,22-6 0 0 0,-58 6 27 0 0,-172 12 12 0 0,127-4-16 0 0,-980 104 176 0 0,4 50 51 0 0,-1577 388 891 0 0,2328-466-921 0 0,291-81-152 0 0,19-2-50 0 0,0 0-1 0 0,0-2 0 0 0,32-10 0 0 0,-8 1 15 0 0,270-74-25 0 0,1823-488-359 0 0,-562 227 162 0 0,-1503 335 180 0 0,102-16-62 0 0,-168 29 95 0 0,-18 11 12 0 0,-8-1-14 0 0,0-1-1 0 0,-1-1 0 0 0,-24 5 0 0 0,-4 2 8 0 0,-654 196 92 0 0,-384 122 236 0 0,-893 413 259 0 0,1947-729-537 0 0,0 1 0 0 0,-54 37-1 0 0,65-32 90 0 0,25-23-145 0 0,0 1 0 0 0,1-1 0 0 0,-1 1-1 0 0,0-1 1 0 0,0 1 0 0 0,1-1 0 0 0,-1 1-1 0 0,0-1 1 0 0,1 0 0 0 0,-1 1 0 0 0,0-1-1 0 0,1 1 1 0 0,-1-1 0 0 0,0 0-1 0 0,1 1 1 0 0,-1-1 0 0 0,1 0 0 0 0,-1 1-1 0 0,1-1 1 0 0,-1 0 0 0 0,1 0 0 0 0,-1 0-1 0 0,1 1 1 0 0,-1-1 0 0 0,2 0 0 0 0,2 1-3 0 0,0 0 0 0 0,0-1 0 0 0,0 0 0 0 0,1 0 0 0 0,-1 0 0 0 0,0 0 0 0 0,0 0 0 0 0,0-1 0 0 0,5-1 0 0 0,2 0-8 0 0,122-24-10 0 0,147-49-1 0 0,127-65-18 0 0,729-295-84 0 0,140-49-390 0 0,-982 386 361 0 0,3 13 0 0 0,538-80 0 0 0,-740 154 84 0 0,-80 12 28 0 0,-15-1 40 0 0,0 0-1 0 0,0 1 1 0 0,0-1-1 0 0,0 0 1 0 0,0 0-1 0 0,0 0 1 0 0,1 0 0 0 0,-1 1-1 0 0,0-1 1 0 0,0 0-1 0 0,0 0 1 0 0,0 0-1 0 0,0 0 1 0 0,0 1 0 0 0,0-1-1 0 0,0 0 1 0 0,0 0-1 0 0,0 0 1 0 0,0 1-1 0 0,0-1 1 0 0,0 0 0 0 0,0 0-1 0 0,0 0 1 0 0,0 1-1 0 0,0-1 1 0 0,0 0-1 0 0,0 0 1 0 0,0 0 0 0 0,0 1-1 0 0,0-1 1 0 0,0 0-1 0 0,0 0 1 0 0,0 0-1 0 0,-1 1 1 0 0,-15 15-3 0 0,-10 1 2 0 0,-1-1-1 0 0,-1-1 1 0 0,-47 19-1 0 0,45-22 10 0 0,-549 214 79 0 0,-13-25 105 0 0,43-15-21 0 0,-1069 441 108 0 0,1145-437-90 0 0,347-140-2 0 0,124-49-172 0 0,6-4-52 0 0,29-18 3 0 0,1 1-1 0 0,42-17 1 0 0,-26 14 38 0 0,1458-656-282 0 0,47 119-104 0 0,-950 388 217 0 0,-517 153 97 0 0,-85 19 47 0 0,-19 8 7 0 0,-227 71 4 0 0,138-47 10 0 0,-1075 329 272 0 0,117-37-20 0 0,171-67-144 0 0,-696 112 322 0 0,1116-280-76 0 0,450-85-310 0 0,22-4-43 0 0,-1 0 0 0 0,1 0 0 0 0,0 0 0 0 0,0 0 0 0 0,0 0 0 0 0,-1 1 0 0 0,1-1 0 0 0,0 0 1 0 0,0 0-1 0 0,0 0 0 0 0,-1 0 0 0 0,1 0 0 0 0,0 0 0 0 0,0 0 0 0 0,0 0 0 0 0,-1 0 0 0 0,1 0 0 0 0,0 0 0 0 0,0 0 1 0 0,0-1-1 0 0,-1 1 0 0 0,1 0 0 0 0,0 0 0 0 0,0 0 0 0 0,0 0 0 0 0,-1 0 0 0 0,1 0 0 0 0,0 0 0 0 0,0-1 0 0 0,0 1 1 0 0,0 0-1 0 0,-1 0 0 0 0,1 0 0 0 0,0 0 0 0 0,0 0 0 0 0,0-1 0 0 0,0 1 0 0 0,0 0 0 0 0,0 0 0 0 0,-1 0 0 0 0,1-1 1 0 0,0 1-1 0 0,0 0 0 0 0,0 0 0 0 0,0-1 0 0 0,0 1 0 0 0,0 0 0 0 0,0 0 0 0 0,0 0 0 0 0,0-1 0 0 0,0 1 1 0 0,0 0-1 0 0,0 0 0 0 0,0 0 0 0 0,0-1 0 0 0,0 1 0 0 0,1 0 0 0 0,-1 0 0 0 0,0 0 0 0 0,0-1 0 0 0,3-2-6 0 0,-1 1 0 0 0,1-1 0 0 0,0 1 0 0 0,1 0 0 0 0,-1 0 0 0 0,0 0 0 0 0,0 0 1 0 0,1 1-1 0 0,6-3 0 0 0,9-4-16 0 0,441-187-89 0 0,-320 140 89 0 0,1134-409-133 0 0,647-94-493 0 0,-1883 549 638 0 0,1 0-16 0 0,0-2 1 0 0,40-16-1 0 0,-74 22 6 0 0,-8 3 11 0 0,-9 1-4 0 0,-5 1 3 0 0,0 2 1 0 0,-30 7 0 0 0,25-5 8 0 0,-1053 250 208 0 0,862-200-137 0 0,-557 143 103 0 0,194-48-103 0 0,-1014 245 144 0 0,1467-365-250 0 0,120-28 72 0 0,22-6-55 0 0,-8 1 8 0 0,842-280-654 0 0,-223 70 428 0 0,-34 28-103 0 0,6 33 66 0 0,-577 147 261 0 0,-12 3-4 0 0,0 0 1 0 0,0 1 0 0 0,21-1 0 0 0,-41 11 72 0 0,-7-1-45 0 0,0 0 0 0 0,0-1 1 0 0,-1-1-1 0 0,-23 6 0 0 0,3-1-9 0 0,-538 156 207 0 0,247-74-179 0 0,-76 24 20 0 0,-717 202-2638 0 0,831-247-334 0 0,166-46 1237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10.30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0 198 804 0 0,'0'0'2840'0'0,"16"4"-1508"0"0,1-8-888 0 0,0-1-43 0 0,11-4-141 0 0,9-1 0 0 0,20-7-76 0 0,8-4-20 0 0,23-4-260 0 0,17-5-632 0 0,34-7-1121 0 0,12-6 237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21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4 100 168 0 0,'-4'-25'6162'0'0,"5"22"-6011"0"0,0-1 1 0 0,-1 1-1 0 0,1-1 0 0 0,0 1 1 0 0,1-1-1 0 0,-1 1 0 0 0,1 0 1 0 0,-1-1-1 0 0,1 1 1 0 0,0 0-1 0 0,0 0 0 0 0,1 0 1 0 0,-1 0-1 0 0,0 1 0 0 0,1-1 1 0 0,0 1-1 0 0,-1-1 0 0 0,1 1 1 0 0,0 0-1 0 0,0 0 1 0 0,1 0-1 0 0,-1 1 0 0 0,0-1 1 0 0,1 1-1 0 0,-1 0 0 0 0,0-1 1 0 0,1 2-1 0 0,0-1 0 0 0,-1 0 1 0 0,5 0-1 0 0,-1 1-117 0 0,0 0 0 0 0,-1 0 0 0 0,1 0 0 0 0,0 1-1 0 0,0 0 1 0 0,-1 0 0 0 0,1 0 0 0 0,-1 1 0 0 0,1 0 0 0 0,-1 1-1 0 0,0-1 1 0 0,1 1 0 0 0,-1 0 0 0 0,-1 1 0 0 0,11 7 0 0 0,-7-2-9 0 0,0 0 1 0 0,-1 0 0 0 0,0 1 0 0 0,0 0-1 0 0,-1 1 1 0 0,-1 0 0 0 0,0 0 0 0 0,0 0-1 0 0,-1 1 1 0 0,0 0 0 0 0,-1 0 0 0 0,-1 0-1 0 0,0 0 1 0 0,0 0 0 0 0,-1 1 0 0 0,0 13-1 0 0,-1 7 33 0 0,-1 0 0 0 0,-1 1 1 0 0,-2-1-1 0 0,-14 62 0 0 0,14-81 31 0 0,0 0 0 0 0,-9 19-1 0 0,12-31 6 0 0,-5-7-62 0 0,4 5-32 0 0,1-1-1 0 0,-1 1 1 0 0,1-1 0 0 0,-1 1 0 0 0,0-1-1 0 0,1 1 1 0 0,-1-1 0 0 0,1 1 0 0 0,-1-1-1 0 0,1 1 1 0 0,-1-1 0 0 0,1 0-1 0 0,0 1 1 0 0,-1-1 0 0 0,1 0 0 0 0,0 1-1 0 0,-1-2 1 0 0,1-11-13 0 0,0 0-1 0 0,1 0 1 0 0,0 1-1 0 0,1-1 1 0 0,1 0-1 0 0,0 1 1 0 0,6-17-1 0 0,40-82-91 0 0,-47 105 106 0 0,71-118-68 0 0,-28 50 40 0 0,-44 72 10 0 0,-4 4 33 0 0,-3 2-10 0 0,0 1-1 0 0,1 0 0 0 0,-1 0 0 0 0,1 1 1 0 0,0-1-1 0 0,0 1 0 0 0,1 0 0 0 0,-1 1 0 0 0,-3 8 1 0 0,-32 66 159 0 0,35-69-119 0 0,0 1 0 0 0,0-1 0 0 0,2 1 0 0 0,-1 0 0 0 0,2 1 0 0 0,-3 24 0 0 0,5-34-36 0 0,0 0 1 0 0,0-1-1 0 0,1 1 1 0 0,-1 0-1 0 0,1-1 0 0 0,-1 1 1 0 0,1 0-1 0 0,0-1 1 0 0,1 1-1 0 0,-1-1 0 0 0,1 1 1 0 0,-1-1-1 0 0,1 0 1 0 0,0 0-1 0 0,0 0 0 0 0,0 0 1 0 0,1 0-1 0 0,-1 0 1 0 0,1 0-1 0 0,0-1 0 0 0,-1 1 1 0 0,1-1-1 0 0,0 0 1 0 0,0 0-1 0 0,1 0 0 0 0,-1 0 1 0 0,0-1-1 0 0,1 1 0 0 0,4 1 1 0 0,0-1-1 0 0,0 0 0 0 0,1-1 1 0 0,-1 0-1 0 0,1 0 0 0 0,-1-1 0 0 0,1 0 0 0 0,0 0 1 0 0,-1-1-1 0 0,11-2 0 0 0,13-4 26 0 0,33-13 1 0 0,-26 8 27 0 0,-37 12-134 0 0,11-4-578 0 0,-1 0 1 0 0,16-7-1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2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15 380 0 0,'20'-14'17928'0'0,"-15"41"-15536"0"0,-4-20-2775 0 0,7 147 1038 0 0,-2-15-816 0 0,-4-117-1568 0 0,1 0 0 0 0,2 0 0 0 0,0 0 0 0 0,10 25 0 0 0,-9-33-2307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2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19 193 468 0 0,'-18'-20'19158'0'0,"24"21"-19054"0"0,0-1 0 0 0,0 1 0 0 0,0-1 1 0 0,1 0-1 0 0,-1-1 0 0 0,0 1 0 0 0,0-1 1 0 0,0-1-1 0 0,0 1 0 0 0,8-4 0 0 0,64-28 40 0 0,-53 21-39 0 0,93-47-1274 0 0,-42 14-4236 0 0,-59 30-731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22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2248 0 0,'-51'4'11517'0'0,"48"-4"-11106"0"0,1 0-1 0 0,-1 1 1 0 0,0-1 0 0 0,1 1-1 0 0,-1-1 1 0 0,0 1 0 0 0,1 0-1 0 0,-1 0 1 0 0,1 0-1 0 0,-4 2 1 0 0,5-1-352 0 0,0-1 0 0 0,0 0 0 0 0,0 0 0 0 0,0 1 0 0 0,0-1 0 0 0,0 1 0 0 0,1-1 0 0 0,-1 0-1 0 0,0 1 1 0 0,1 0 0 0 0,-1-1 0 0 0,1 1 0 0 0,0-1 0 0 0,0 1 0 0 0,-1-1 0 0 0,1 1 0 0 0,0 0 0 0 0,0-1 0 0 0,0 1 0 0 0,1 2 0 0 0,17 126 873 0 0,-1-18-694 0 0,20 102-1695 0 0,-35-207 1130 0 0,10 32-2641 0 0,-1-14-3687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22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64 0 0,'1'-2'3004'0'0,"0"-3"-2334"0"0,0 1 1 0 0,0 0-1 0 0,1 0 0 0 0,0-1 1 0 0,-1 1-1 0 0,1 0 1 0 0,1 0-1 0 0,-1 0 1 0 0,1 1-1 0 0,-1-1 1 0 0,1 1-1 0 0,0-1 1 0 0,0 1-1 0 0,6-5 1 0 0,-5 6-397 0 0,1-1 0 0 0,-1 0 0 0 0,1 1 0 0 0,0 0 0 0 0,-1 0 1 0 0,1 0-1 0 0,0 1 0 0 0,0-1 0 0 0,0 1 0 0 0,0 0 1 0 0,8 0-1 0 0,-4 1-210 0 0,-1 0-1 0 0,0 1 1 0 0,1 0 0 0 0,-1 0 0 0 0,0 1 0 0 0,0 0-1 0 0,0 0 1 0 0,0 1 0 0 0,0 0 0 0 0,0 0 0 0 0,-1 1-1 0 0,0 0 1 0 0,1 1 0 0 0,-1-1 0 0 0,11 11 0 0 0,-12-9-24 0 0,1 1 0 0 0,-1 0 0 0 0,0 0 0 0 0,-1 1 0 0 0,0-1 0 0 0,0 1 0 0 0,0 1 1 0 0,-1-1-1 0 0,0 0 0 0 0,-1 1 0 0 0,0 0 0 0 0,0 0 0 0 0,-1 0 0 0 0,0 0 0 0 0,-1 0 1 0 0,0 1-1 0 0,0-1 0 0 0,-2 14 0 0 0,-2 8 66 0 0,-1-1 1 0 0,-2 1-1 0 0,-2-1 0 0 0,-12 33 1 0 0,11-32-21 0 0,8-29-88 0 0,-4 12 153 0 0,4-14-149 0 0,1 0-1 0 0,0 1 1 0 0,0-1 0 0 0,0 0-1 0 0,0 0 1 0 0,0 0-1 0 0,-1 0 1 0 0,1 1 0 0 0,0-1-1 0 0,0 0 1 0 0,0 0 0 0 0,0 0-1 0 0,-1 0 1 0 0,1 0-1 0 0,0 0 1 0 0,0 0 0 0 0,-1 0-1 0 0,1 0 1 0 0,0 0 0 0 0,0 1-1 0 0,0-1 1 0 0,-1 0-1 0 0,1 0 1 0 0,0 0 0 0 0,0 0-1 0 0,0 0 1 0 0,-1-1 0 0 0,1 1-1 0 0,0 0 1 0 0,0 0-1 0 0,-1 0 1 0 0,1 0 0 0 0,0 0-1 0 0,0 0 1 0 0,0 0 0 0 0,0 0-1 0 0,-1 0 1 0 0,1 0-1 0 0,0-1 1 0 0,0 1 0 0 0,0 0-1 0 0,0 0 1 0 0,-1 0 0 0 0,1 0-1 0 0,0-1 1 0 0,0 1-1 0 0,0 0 1 0 0,-1-1-3 0 0,1 0 1 0 0,0-1-1 0 0,0 1 0 0 0,0 0 0 0 0,0 0 1 0 0,0 0-1 0 0,0 0 0 0 0,0 0 0 0 0,0-1 1 0 0,0 1-1 0 0,1 0 0 0 0,-1 0 0 0 0,0 0 1 0 0,1 0-1 0 0,0-2 0 0 0,-1 2 0 0 0,14-46-20 0 0,2 2 0 0 0,3-1 0 0 0,29-53-1 0 0,-5 9-13 0 0,7-10 104 0 0,-49 98-51 0 0,-10 27 179 0 0,-11 37 400 0 0,3 1-1 0 0,3 1 1 0 0,-10 96-1 0 0,23-152-564 0 0,1-1 0 0 0,0 0 0 0 0,0 1 1 0 0,1-1-1 0 0,-1 0 0 0 0,2 0 0 0 0,-1 1 0 0 0,1-1 0 0 0,0 0 0 0 0,0 0 0 0 0,1 0 1 0 0,4 7-1 0 0,-5-10-102 0 0,1 0-1 0 0,0 0 1 0 0,0 0 0 0 0,0-1 0 0 0,0 1 0 0 0,1-1 0 0 0,-1 0 0 0 0,1 0 0 0 0,0 0-1 0 0,0 0 1 0 0,0 0 0 0 0,0-1 0 0 0,0 0 0 0 0,1 0 0 0 0,-1 0 0 0 0,1-1-1 0 0,0 1 1 0 0,8 1 0 0 0,4-1-1667 0 0,-1 0 0 0 0,21 0-1 0 0,10-7-5304 0 0,-25 0 1035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23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70 2744 0 0,'-48'5'10473'0'0,"45"-5"-9606"0"0,3 0-817 0 0,-1 0 0 0 0,1 0 0 0 0,-1 0 0 0 0,1 0 0 0 0,-1 0 0 0 0,1 0 0 0 0,-1 0 0 0 0,1 0 0 0 0,-1 0 0 0 0,1 0 0 0 0,-1-1 0 0 0,1 1 0 0 0,-1 0 0 0 0,1 0 0 0 0,0 0 0 0 0,-1-1-1 0 0,1 1 1 0 0,-1 0 0 0 0,1-1 0 0 0,0 1 0 0 0,-1 0 0 0 0,1-1 0 0 0,0 1 0 0 0,-1 0 0 0 0,1-1 0 0 0,0 1 0 0 0,0-1 0 0 0,-1 1 0 0 0,1-1 0 0 0,0 1 0 0 0,0-1 0 0 0,0 1 0 0 0,-1 0 0 0 0,1-1 0 0 0,0 1 0 0 0,0-2 0 0 0,1 1 41 0 0,-1-1 1 0 0,1 1 0 0 0,-1-1-1 0 0,1 1 1 0 0,0 0-1 0 0,0-1 1 0 0,-1 1 0 0 0,1 0-1 0 0,0-1 1 0 0,0 1-1 0 0,0 0 1 0 0,1 0 0 0 0,-1 0-1 0 0,0 0 1 0 0,3-2-1 0 0,3-2 46 0 0,1 0 0 0 0,-1 0 0 0 0,1 1 0 0 0,0 0 0 0 0,1 1 0 0 0,-1-1 0 0 0,0 1 0 0 0,1 1 0 0 0,0 0 0 0 0,10-2 0 0 0,-15 4-104 0 0,-1 0 1 0 0,1 0-1 0 0,-1 0 0 0 0,1 0 0 0 0,0 0 0 0 0,-1 1 1 0 0,1-1-1 0 0,-1 1 0 0 0,1 0 0 0 0,-1 0 1 0 0,0 0-1 0 0,1 1 0 0 0,-1-1 0 0 0,0 1 0 0 0,0 0 1 0 0,0 0-1 0 0,0 0 0 0 0,0 0 0 0 0,0 0 0 0 0,-1 1 1 0 0,1-1-1 0 0,-1 1 0 0 0,0 0 0 0 0,0 0 1 0 0,1 0-1 0 0,-2 0 0 0 0,1 0 0 0 0,2 5 0 0 0,0 2 61 0 0,-1 0 0 0 0,-1 0-1 0 0,1 0 1 0 0,-2 0-1 0 0,1 0 1 0 0,-1 1-1 0 0,-1-1 1 0 0,0 0-1 0 0,0 1 1 0 0,-1-1-1 0 0,-1 1 1 0 0,-3 11-1 0 0,-4 14 169 0 0,-1 0-1 0 0,-17 35 1 0 0,-58 116 995 0 0,85-185-1142 0 0,0-2-111 0 0,0 1 0 0 0,0-1 0 0 0,0 0-1 0 0,0 1 1 0 0,1-1 0 0 0,-1 0-1 0 0,0 0 1 0 0,0 1 0 0 0,1-1 0 0 0,-1 0-1 0 0,0 1 1 0 0,1-1 0 0 0,-1 0-1 0 0,0 0 1 0 0,0 0 0 0 0,1 1 0 0 0,-1-1-1 0 0,0 0 1 0 0,1 0 0 0 0,-1 0-1 0 0,1 0 1 0 0,-1 0 0 0 0,0 0-1 0 0,1 0 1 0 0,-1 1 0 0 0,0-1 0 0 0,1 0-1 0 0,-1 0 1 0 0,1 0 0 0 0,-1-1-1 0 0,0 1 1 0 0,1 0 0 0 0,-1 0 0 0 0,0 0-1 0 0,1 0 1 0 0,-1 0 0 0 0,1 0-1 0 0,-1 0 1 0 0,0-1 0 0 0,1 1 0 0 0,-1 0-1 0 0,1-1 1 0 0,17-6 55 0 0,-17 7-54 0 0,185-106 184 0 0,-106 58-264 0 0,-56 34-498 0 0,56-32-1754 0 0,-52 30-1978 0 0,2 1-3502 0 0,-15 8 1644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33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9 1492 0 0,'-3'0'1845'0'0,"-20"-6"3277"0"0,20 5-4179 0 0,2 1-748 0 0,-2 0 380 0 0,-1-1 0 0 0,1 1 0 0 0,-1 0 0 0 0,0 0 0 0 0,1 0 1 0 0,-8 2-1 0 0,10-2-533 0 0,1 0 1 0 0,-1 1 0 0 0,0-1-1 0 0,0 1 1 0 0,0-1 0 0 0,1 1 0 0 0,-1-1-1 0 0,0 1 1 0 0,1-1 0 0 0,-1 1-1 0 0,0 0 1 0 0,1-1 0 0 0,-1 1-1 0 0,1 0 1 0 0,-1-1 0 0 0,1 1-1 0 0,-1 0 1 0 0,1 0 0 0 0,0 0-1 0 0,-1-1 1 0 0,1 1 0 0 0,0 0-1 0 0,0 0 1 0 0,0 0 0 0 0,-1 0 0 0 0,1 0-1 0 0,0-1 1 0 0,0 1 0 0 0,0 0-1 0 0,0 0 1 0 0,0 0 0 0 0,1 0-1 0 0,-1 0 1 0 0,0 0 0 0 0,0-1-1 0 0,1 3 1 0 0,2 6 61 0 0,0-1 1 0 0,0 0-1 0 0,1 0 1 0 0,0 0-1 0 0,0 0 1 0 0,1 0-1 0 0,0-1 0 0 0,8 9 1 0 0,53 55 199 0 0,-51-57-221 0 0,19 17-27 0 0,1-1 0 0 0,1-3 0 0 0,60 36 0 0 0,-51-32 355 0 0,-44-30-243 0 0,2 9 162 0 0,-5-7-303 0 0,0 1 1 0 0,0 0 0 0 0,0-1-1 0 0,-1 0 1 0 0,0 0 0 0 0,1 0-1 0 0,-1 0 1 0 0,-6 5 0 0 0,-33 21 22 0 0,26-18-35 0 0,-59 42 40 0 0,-244 167 122 0 0,312-215-202 0 0,-13 9-889 0 0,19-13 780 0 0,0-1 1 0 0,1 1-1 0 0,-1 0 1 0 0,1-1-1 0 0,-1 1 1 0 0,1 0-1 0 0,-1 0 1 0 0,1-1-1 0 0,-1 1 1 0 0,1 0-1 0 0,-1 0 1 0 0,1 0-1 0 0,0 0 1 0 0,0-1-1 0 0,-1 1 1 0 0,1 0-1 0 0,0 0 1 0 0,0 0-1 0 0,0 0 1 0 0,0 0-1 0 0,0 1 1 0 0,1-1-55 0 0,-1 0 1 0 0,1-1-1 0 0,-1 1 1 0 0,0-1-1 0 0,1 1 1 0 0,0-1-1 0 0,-1 1 0 0 0,1-1 1 0 0,-1 1-1 0 0,1-1 1 0 0,0 1-1 0 0,-1-1 1 0 0,1 0-1 0 0,0 1 0 0 0,-1-1 1 0 0,1 0-1 0 0,0 0 1 0 0,0 1-1 0 0,-1-1 1 0 0,1 0-1 0 0,0 0 0 0 0,1 0 1 0 0,10 1-3054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33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3 2408 0 0,'3'-1'3854'0'0,"24"-1"7453"0"0,-30 8-11116 0 0,0-1 0 0 0,-1 0 0 0 0,0-1 0 0 0,0 1 1 0 0,0-1-1 0 0,-1 1 0 0 0,1-1 0 0 0,-11 6 0 0 0,1 1-70 0 0,-44 41-37 0 0,-84 99 0 0 0,134-141-895 0 0,0 0-1 0 0,-9 18 1 0 0,2 6-8712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34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0 228 200 0 0,'7'-23'5087'0'0,"-1"1"-349"0"0,14-35 1 0 0,-17 49-4451 0 0,1 1-1 0 0,0 0 1 0 0,1 0-1 0 0,-1 0 1 0 0,1 0-1 0 0,1 1 1 0 0,-1 0-1 0 0,9-7 1 0 0,-8 7-205 0 0,1 0 1 0 0,0 0 0 0 0,1 1 0 0 0,-1 0 0 0 0,1 1-1 0 0,0-1 1 0 0,0 1 0 0 0,0 1 0 0 0,0 0 0 0 0,1 0-1 0 0,0 1 1 0 0,13-3 0 0 0,-20 5-76 0 0,1 0 0 0 0,-1 0 1 0 0,0 0-1 0 0,1 0 0 0 0,-1 0 0 0 0,0 1 1 0 0,1-1-1 0 0,-1 1 0 0 0,0-1 0 0 0,0 1 0 0 0,1 0 1 0 0,-1 0-1 0 0,0 0 0 0 0,0 0 0 0 0,0 0 1 0 0,0 0-1 0 0,0 1 0 0 0,0-1 0 0 0,-1 1 0 0 0,1-1 1 0 0,0 1-1 0 0,-1 0 0 0 0,1 0 0 0 0,-1 0 0 0 0,0 0 1 0 0,1 0-1 0 0,-1 0 0 0 0,0 0 0 0 0,0 0 1 0 0,0 0-1 0 0,-1 0 0 0 0,1 1 0 0 0,0-1 0 0 0,-1 0 1 0 0,0 0-1 0 0,1 4 0 0 0,0 4 17 0 0,0 1 0 0 0,-1-1 0 0 0,0 1 0 0 0,-1-1 0 0 0,0 0 0 0 0,-3 15 0 0 0,-6 10 31 0 0,-2-1 1 0 0,-1 0-1 0 0,-26 49 1 0 0,-4 9 425 0 0,25-50-67 0 0,17-41-311 0 0,2 0-86 0 0,1-1 0 0 0,-1 1 0 0 0,0-1 0 0 0,1 1 0 0 0,-1-1 0 0 0,1 0 0 0 0,-1 0 0 0 0,0 0 0 0 0,1 0 0 0 0,-1 0 0 0 0,1 0 0 0 0,-1 0 0 0 0,1 0 0 0 0,-1 0 0 0 0,0-1 0 0 0,2 0 0 0 0,11-3 40 0 0,-1 0 1 0 0,1 1-1 0 0,0 1 0 0 0,0 0 0 0 0,0 0 0 0 0,0 2 1 0 0,0 0-1 0 0,0 0 0 0 0,0 1 0 0 0,0 1 1 0 0,0 0-1 0 0,26 9 0 0 0,-35-9 63 0 0,0 0-1 0 0,-1 0 1 0 0,1 0-1 0 0,0 1 1 0 0,-1-1-1 0 0,0 1 1 0 0,1 1 0 0 0,-1-1-1 0 0,0 0 1 0 0,-1 1-1 0 0,1 0 1 0 0,5 8-1 0 0,-7-9 11 0 0,0 0-1 0 0,-1 0 1 0 0,1 1-1 0 0,-1-1 1 0 0,0 0-1 0 0,0 1 1 0 0,0-1-1 0 0,-1 1 1 0 0,1-1-1 0 0,-1 1 1 0 0,0 0-1 0 0,0-1 1 0 0,0 1-1 0 0,0-1 1 0 0,-1 1-1 0 0,0-1 1 0 0,1 1-1 0 0,-1-1 1 0 0,-3 7-1 0 0,0-1 107 0 0,0 1 0 0 0,-1-1 0 0 0,0 0 0 0 0,0 0 0 0 0,-1 0 1 0 0,-1-1-1 0 0,1 0 0 0 0,-1 0 0 0 0,-1 0 0 0 0,1-1 0 0 0,-17 11 0 0 0,18-14-184 0 0,0 0-1 0 0,-1 0 1 0 0,1-1-1 0 0,-1 0 1 0 0,0 0-1 0 0,0 0 1 0 0,0-1 0 0 0,0 0-1 0 0,-1-1 1 0 0,1 1-1 0 0,0-1 1 0 0,-1-1-1 0 0,1 0 1 0 0,-1 0-1 0 0,1 0 1 0 0,-1-1-1 0 0,-8-1 1 0 0,-44-18-242 0 0,24 3-3752 0 0,22 12-971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4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71 1608 0 0,'-17'-53'11823'0'0,"17"52"-11562"0"0,0-1 1 0 0,-1 1 0 0 0,1 0 0 0 0,-1 0 0 0 0,1 0 0 0 0,-1-1-1 0 0,0 1 1 0 0,1 0 0 0 0,-1 0 0 0 0,0 0 0 0 0,1 0 0 0 0,-1 0 0 0 0,0 0-1 0 0,-2-1 1 0 0,1 5-242 0 0,-1-1 0 0 0,1 1 0 0 0,0 0 0 0 0,0 0 0 0 0,0 0 0 0 0,0 0 0 0 0,0 0 0 0 0,0 0 0 0 0,1 0-1 0 0,0 0 1 0 0,-2 5 0 0 0,-11 45 40 0 0,10-34-37 0 0,-16 66 37 0 0,4 1 0 0 0,-8 160 0 0 0,23-179-27 0 0,3 1 0 0 0,2 0 0 0 0,4-1 0 0 0,20 83-1 0 0,-22-124-619 0 0,2-1-1 0 0,0 0 1 0 0,2 0-1 0 0,1 0 1 0 0,0-2-1 0 0,17 26 1 0 0,-22-41 202 0 0,0 0 0 0 0,1 0 1 0 0,0 0-1 0 0,0-1 0 0 0,0 0 0 0 0,1-1 1 0 0,0 0-1 0 0,12 7 0 0 0,-14-9 177 0 0,0-1 0 0 0,1-1 1 0 0,-1 1-1 0 0,1-1 0 0 0,0 0 0 0 0,0 0 1 0 0,0-1-1 0 0,0 0 0 0 0,0-1 0 0 0,0 1 0 0 0,0-1 1 0 0,0 0-1 0 0,8-2 0 0 0,9-3-4928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48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136 162 216 0 0,'-3'-6'993'0'0,"-1"0"0"0"0,1 1 0 0 0,-1 0 0 0 0,0 0 0 0 0,0 0 0 0 0,-1 0 0 0 0,0 0 0 0 0,1 1 0 0 0,-2 0 0 0 0,1 0 0 0 0,0 0 0 0 0,-8-3 0 0 0,12 7-926 0 0,0 0 0 0 0,0-1 1 0 0,0 1-1 0 0,0 0 0 0 0,-1 0 0 0 0,1 0 0 0 0,0 0 0 0 0,0 0 0 0 0,0 0 1 0 0,0 1-1 0 0,0-1 0 0 0,0 0 0 0 0,-1 0 0 0 0,1 1 0 0 0,0-1 0 0 0,0 1 0 0 0,0-1 1 0 0,0 1-1 0 0,0-1 0 0 0,0 1 0 0 0,1 0 0 0 0,-1-1 0 0 0,0 1 0 0 0,0 0 1 0 0,-1 1-1 0 0,-15 23 656 0 0,12-13-601 0 0,0 0-1 0 0,2 0 1 0 0,-1 0-1 0 0,1 1 1 0 0,1-1-1 0 0,0 1 1 0 0,1-1-1 0 0,0 1 1 0 0,1 0 0 0 0,2 14-1 0 0,0-9-62 0 0,0-1 0 0 0,1 0 0 0 0,1 0 0 0 0,1-1 0 0 0,0 1 0 0 0,15 30 0 0 0,-16-40-45 0 0,0-1 1 0 0,0 1-1 0 0,0-1 1 0 0,1 0-1 0 0,-1 0 1 0 0,2 0 0 0 0,-1-1-1 0 0,0 0 1 0 0,1 0-1 0 0,0 0 1 0 0,0-1 0 0 0,1 0-1 0 0,-1 0 1 0 0,13 5-1 0 0,-14-7-8 0 0,1 0-1 0 0,0-1 0 0 0,-1 0 0 0 0,1 0 1 0 0,0 0-1 0 0,0-1 0 0 0,-1 0 0 0 0,1 0 1 0 0,0 0-1 0 0,0-1 0 0 0,0 0 0 0 0,-1 0 1 0 0,1 0-1 0 0,0-1 0 0 0,-1 0 1 0 0,1 0-1 0 0,-1 0 0 0 0,0-1 0 0 0,8-5 1 0 0,-4 3-2 0 0,-1-1 1 0 0,0-1-1 0 0,-1 0 1 0 0,1 0-1 0 0,-1 0 1 0 0,-1-1 0 0 0,0 0-1 0 0,0-1 1 0 0,0 1-1 0 0,-1-1 1 0 0,0 0-1 0 0,-1 0 1 0 0,0-1 0 0 0,0 1-1 0 0,-1-1 1 0 0,0 0-1 0 0,-1 0 1 0 0,0 0-1 0 0,0 0 1 0 0,-1-18 0 0 0,0 12 50 0 0,-2 1 0 0 0,0-1 0 0 0,-1 0 0 0 0,0 1 0 0 0,-1-1 0 0 0,-1 1 0 0 0,-1 0 0 0 0,0 0 0 0 0,0 1 0 0 0,-2-1 1 0 0,0 1-1 0 0,-17-25 0 0 0,18 32-40 0 0,1 0 1 0 0,-2 0-1 0 0,1 0 0 0 0,-1 1 1 0 0,0 0-1 0 0,0 1 1 0 0,-1 0-1 0 0,1 0 0 0 0,-1 0 1 0 0,0 1-1 0 0,-1 0 1 0 0,1 1-1 0 0,-1 0 0 0 0,-17-4 1 0 0,21 6-10 0 0,0 0 1 0 0,0 1-1 0 0,0-1 1 0 0,0 1-1 0 0,0 0 1 0 0,0 1-1 0 0,0-1 1 0 0,-1 1-1 0 0,2 0 1 0 0,-1 0-1 0 0,0 1 1 0 0,0-1-1 0 0,0 1 1 0 0,1 0-1 0 0,-1 1 1 0 0,1-1-1 0 0,-1 1 1 0 0,1 0-1 0 0,0 0 1 0 0,0 0-1 0 0,0 0 1 0 0,1 1-1 0 0,-1-1 1 0 0,1 1-1 0 0,0 0 1 0 0,0 0-1 0 0,0 0 1 0 0,-3 6-1 0 0,2-1-547 0 0,0 0-1 0 0,1 1 0 0 0,0-1 1 0 0,1 0-1 0 0,0 1 1 0 0,0 0-1 0 0,1-1 1 0 0,0 1-1 0 0,1 0 1 0 0,0 0-1 0 0,0 0 0 0 0,1-1 1 0 0,0 1-1 0 0,1 0 1 0 0,0-1-1 0 0,1 1 1 0 0,0-1-1 0 0,0 0 1 0 0,6 10-1 0 0,3 6-5122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48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3 644 0 0,'3'-1'2936'0'0,"2"1"-1764"0"0,-2-1-485 0 0,0 1 0 0 0,1-1 0 0 0,-1 1 1 0 0,0 0-1 0 0,0 0 0 0 0,0 1 0 0 0,0-1 0 0 0,0 1 1 0 0,0-1-1 0 0,6 3 0 0 0,-7-2-473 0 0,-1 0 0 0 0,0 1 1 0 0,1-1-1 0 0,-1 0 0 0 0,0 0 0 0 0,0 1 0 0 0,0-1 0 0 0,0 1 1 0 0,0-1-1 0 0,0 1 0 0 0,0 0 0 0 0,0-1 0 0 0,0 1 0 0 0,-1 0 0 0 0,1 0 1 0 0,-1-1-1 0 0,1 4 0 0 0,3 32 1343 0 0,-4-33-1348 0 0,0 36 492 0 0,-2 0 0 0 0,-12 68 0 0 0,1-4-724 0 0,10-80-916 0 0,-1 13-1236 0 0,6-10-6278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4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1824 0 0,'-1'-43'12660'0'0,"3"64"-10294"0"0,-1-3-1637 0 0,1 25 537 0 0,10 46 0 0 0,-10-78-1202 0 0,0 1 1 0 0,1-1-1 0 0,0 0 1 0 0,1-1-1 0 0,1 1 0 0 0,0-1 1 0 0,0 1-1 0 0,1-2 1 0 0,9 13-1 0 0,-13-19-48 0 0,0-1-1 0 0,0 1 1 0 0,0-1-1 0 0,1 0 1 0 0,-1 0-1 0 0,1 0 0 0 0,0 0 1 0 0,-1-1-1 0 0,1 1 1 0 0,0-1-1 0 0,0 1 1 0 0,0-1-1 0 0,0 0 1 0 0,0 0-1 0 0,0-1 1 0 0,0 1-1 0 0,5 0 1 0 0,-4-1-5 0 0,1 0 0 0 0,0-1 1 0 0,0 1-1 0 0,-1-1 0 0 0,1 0 1 0 0,0 0-1 0 0,-1-1 1 0 0,1 1-1 0 0,-1-1 0 0 0,8-4 1 0 0,-5 1-3 0 0,1 1 1 0 0,-1-2 0 0 0,0 1 0 0 0,0-1-1 0 0,-1 0 1 0 0,1 0 0 0 0,-2-1-1 0 0,1 1 1 0 0,-1-1 0 0 0,1-1-1 0 0,-2 1 1 0 0,5-10 0 0 0,-4 4 1 0 0,-1 1 0 0 0,0-1 0 0 0,-1 0 0 0 0,-1 0 0 0 0,0 0 0 0 0,-1-1 0 0 0,0 1 0 0 0,-1 0 0 0 0,-1 0 0 0 0,0-1 0 0 0,0 1 0 0 0,-2 0 0 0 0,-6-25 0 0 0,6 30-13 0 0,0 0 0 0 0,0 0 0 0 0,-1 0 0 0 0,0 0 0 0 0,0 1 0 0 0,0 0 0 0 0,-1-1 0 0 0,-1 2 0 0 0,1-1 0 0 0,-1 1 0 0 0,0 0 0 0 0,0 0 1 0 0,-1 0-1 0 0,1 1 0 0 0,-1 0 0 0 0,-1 0 0 0 0,1 1 0 0 0,-1 0 0 0 0,1 0 0 0 0,-1 1 0 0 0,0 0 0 0 0,-12-3 0 0 0,-2 3-1375 0 0,1 1 0 0 0,-36 1-1 0 0,49 1 239 0 0,-5 2-1549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49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3012 0 0,'4'-26'8690'0'0,"-4"25"-8561"0"0,0 1 0 0 0,0-1 1 0 0,0 1-1 0 0,1-1 0 0 0,-1 1 1 0 0,0-1-1 0 0,1 1 0 0 0,-1-1 1 0 0,0 1-1 0 0,1-1 1 0 0,-1 1-1 0 0,0-1 0 0 0,1 1 1 0 0,-1 0-1 0 0,1-1 0 0 0,-1 1 1 0 0,1 0-1 0 0,-1-1 0 0 0,1 1 1 0 0,-1 0-1 0 0,1 0 0 0 0,-1-1 1 0 0,1 1-1 0 0,-1 0 0 0 0,1 0 1 0 0,0 0-1 0 0,19 2 1779 0 0,20 17-213 0 0,-14-2-1255 0 0,-1 1 1 0 0,-1 1-1 0 0,-1 1 1 0 0,0 1-1 0 0,-2 1 1 0 0,0 1-1 0 0,-2 0 1 0 0,0 2-1 0 0,18 33 1 0 0,-11-13-214 0 0,-3 1 0 0 0,-1 1 0 0 0,-2 1 0 0 0,22 85 0 0 0,-32-91-112 0 0,-3 2-1 0 0,-1-1 1 0 0,-1 1-1 0 0,-3 0 1 0 0,-2 0 0 0 0,-8 70-1 0 0,3-79-460 0 0,-2 1-1 0 0,-1-1 1 0 0,-1 0-1 0 0,-2-1 0 0 0,-2 0 1 0 0,-1 0-1 0 0,-2-2 1 0 0,-27 44-1 0 0,31-57-1158 0 0,-2-1-1 0 0,-18 18 1 0 0,-13 4-5760 0 0,20-22-570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0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21 1832 0 0,'-12'-7'4448'0'0,"-7"-4"-841"0"0,19 11-3537 0 0,-1 0 0 0 0,1-1 0 0 0,0 1-1 0 0,-1 0 1 0 0,1 0 0 0 0,-1-1 0 0 0,1 1 0 0 0,-1 0 0 0 0,1 0 0 0 0,-1 0-1 0 0,1 0 1 0 0,-1 0 0 0 0,1-1 0 0 0,-1 1 0 0 0,1 0 0 0 0,-1 0-1 0 0,1 0 1 0 0,-1 0 0 0 0,1 1 0 0 0,-1-1 0 0 0,1 0 0 0 0,-1 0-1 0 0,1 0 1 0 0,-1 0 0 0 0,1 0 0 0 0,-1 1 0 0 0,1-1 0 0 0,-1 0 0 0 0,1 0-1 0 0,0 1 1 0 0,-1-1 0 0 0,1 0 0 0 0,-1 1 0 0 0,1-1 0 0 0,0 0-1 0 0,-1 1 1 0 0,1-1 0 0 0,0 1 0 0 0,0-1 0 0 0,-1 0 0 0 0,1 1-1 0 0,0-1 1 0 0,0 1 0 0 0,-1-1 0 0 0,1 1 0 0 0,0-1 0 0 0,0 1 0 0 0,0-1-1 0 0,0 2 1 0 0,-12 134 3142 0 0,-23 224-1341 0 0,25-262-1674 0 0,-7 54 192 0 0,10-123-143 0 0,6-28-190 0 0,-12-4-59 0 0,13 3 1 0 0,-3-4 4 0 0,8-8-23 0 0,-4 11 18 0 0,1 0 1 0 0,0 0-1 0 0,0 0 0 0 0,0 1 0 0 0,0-1 0 0 0,0 1 0 0 0,1-1 0 0 0,-1 1 0 0 0,0-1 0 0 0,0 1 0 0 0,0 0 0 0 0,0 0 0 0 0,1 0 0 0 0,1 1 0 0 0,-1-1 17 0 0,6 0-7 0 0,0 0 0 0 0,1 1 0 0 0,-1 0 0 0 0,1 1 0 0 0,12 3 0 0 0,-13-2-6 0 0,1 0 197 0 0,19 4-1208 0 0,41 7-1 0 0,-63-13 136 0 0,0 0-1 0 0,0-1 1 0 0,1 0 0 0 0,-1 0 0 0 0,0-1-1 0 0,0 0 1 0 0,0 0 0 0 0,0 0-1 0 0,0-1 1 0 0,0 0 0 0 0,10-5 0 0 0,-3-1-3734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0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91 2432 0 0,'-12'-86'14206'0'0,"12"89"-13692"0"0,9 220 2784 0 0,-2-80-2900 0 0,-5-105-369 0 0,0 46-169 0 0,-1-31-2967 0 0,-1-51 2218 0 0,-11-10-2669 0 0,8-2 3313 0 0,1-1 1 0 0,0 1-1 0 0,1 0 1 0 0,-1-14-1 0 0,3 21 311 0 0,0-1-1 0 0,0 1 0 0 0,0 0 0 0 0,1 0 0 0 0,-1 0 1 0 0,1 0-1 0 0,-1 1 0 0 0,1-1 0 0 0,0 0 0 0 0,0 1 1 0 0,0-1-1 0 0,0 1 0 0 0,1 0 0 0 0,4-4 1 0 0,12-7 145 0 0,1 1 1 0 0,0 1 0 0 0,1 1 0 0 0,0 0 0 0 0,45-12 0 0 0,17-8-121 0 0,-69 24-375 0 0,0 0 1 0 0,-1-1-1 0 0,0 0 0 0 0,18-14 0 0 0,-27 18 198 0 0,0 0 1 0 0,-1 0-1 0 0,0-1 0 0 0,1 0 0 0 0,-2 1 1 0 0,1-1-1 0 0,0 0 0 0 0,-1 0 1 0 0,1-1-1 0 0,-1 1 0 0 0,0 0 1 0 0,-1-1-1 0 0,1 0 0 0 0,-1 1 1 0 0,0-1-1 0 0,0 0 0 0 0,0-8 1 0 0,-1 2 94 0 0,0-1 1 0 0,-1 1-1 0 0,-1 0 1 0 0,1 0-1 0 0,-2 0 1 0 0,-4-13-1 0 0,-27-61 2846 0 0,26 66-584 0 0,11 23-1345 0 0,6 15 155 0 0,12 28 2 0 0,2 33-42 0 0,19 118-1 0 0,10 36-589 0 0,-33-184-1807 0 0,-18-48 1094 0 0,0 1-1 0 0,1 0 0 0 0,-1-1 1 0 0,0 0-1 0 0,1 1 0 0 0,0-1 1 0 0,-1 0-1 0 0,1 0 0 0 0,0 0 1 0 0,0 0-1 0 0,0 0 0 0 0,1 0 1 0 0,-1-1-1 0 0,0 1 0 0 0,4 1 1 0 0,-5-3-146 0 0,1 0 1 0 0,0 0 0 0 0,0 1-1 0 0,0-1 1 0 0,0 0 0 0 0,0-1 0 0 0,-1 1-1 0 0,1 0 1 0 0,0 0 0 0 0,0-1-1 0 0,0 1 1 0 0,-1-1 0 0 0,1 0 0 0 0,0 0-1 0 0,-1 1 1 0 0,1-1 0 0 0,0 0 0 0 0,-1 0-1 0 0,1 0 1 0 0,0-2 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1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202 119 2768 0 0,'8'-20'2376'0'0,"4"-9"3156"0"0,12-41 1377 0 0,-39 90-5648 0 0,-58 97 529 0 0,61-93-1649 0 0,0 0-1 0 0,1 0 1 0 0,-8 32-1 0 0,18-52-134 0 0,0 0 0 0 0,0 0 0 0 0,0 0 1 0 0,1 0-1 0 0,-1 0 0 0 0,1 0 0 0 0,0 0 0 0 0,0 0 0 0 0,1 0 0 0 0,-1 0 1 0 0,1 0-1 0 0,0 0 0 0 0,0 0 0 0 0,0 0 0 0 0,1 0 0 0 0,-1 0 0 0 0,4 5 1 0 0,-2-5-2 0 0,1 1 0 0 0,-1-1 0 0 0,1 0 0 0 0,0 0 0 0 0,0 0 0 0 0,1-1 0 0 0,-1 1 0 0 0,1-1 0 0 0,-1 0 0 0 0,1 0 0 0 0,0-1 1 0 0,7 3-1 0 0,87 27 40 0 0,-72-24-8 0 0,1 1 1 0 0,35 15-1 0 0,-55-19-33 0 0,-1-2 184 0 0,1 1-1 0 0,-1 0 0 0 0,0 0 1 0 0,-1 0-1 0 0,9 8 0 0 0,-13-10-115 0 0,-1-1-1 0 0,1 1 0 0 0,-1 0 0 0 0,0 0 1 0 0,1-1-1 0 0,-1 1 0 0 0,0 0 1 0 0,0 0-1 0 0,0 0 0 0 0,0 0 0 0 0,-1 1 1 0 0,1-1-1 0 0,-1 0 0 0 0,1 0 1 0 0,-1 0-1 0 0,0 1 0 0 0,0-1 0 0 0,0 0 1 0 0,0 0-1 0 0,0 0 0 0 0,0 1 0 0 0,0-1 1 0 0,-1 0-1 0 0,-1 4 0 0 0,-1 4 55 0 0,-2 0-1 0 0,1-1 0 0 0,-1 1 1 0 0,-1-1-1 0 0,0 0 1 0 0,0-1-1 0 0,-1 1 1 0 0,0-1-1 0 0,0 0 0 0 0,-1-1 1 0 0,0 0-1 0 0,0 0 1 0 0,-18 11-1 0 0,4-5-37 0 0,-2 0 0 0 0,1-1 0 0 0,-2-1 0 0 0,-37 11 0 0 0,-27 0 167 0 0,78-20-753 0 0,1 0 1 0 0,-1-1-1 0 0,0 0 1 0 0,0-1-1 0 0,-22-2 1 0 0,32 2 275 0 0,0-1 1 0 0,0 1 0 0 0,0 0 0 0 0,0 0 0 0 0,0-1 0 0 0,0 1 0 0 0,0 0 0 0 0,0-1 0 0 0,0 1 0 0 0,0-1-1 0 0,0 1 1 0 0,0-1 0 0 0,0 0 0 0 0,0 1 0 0 0,0-1 0 0 0,0 0 0 0 0,1 0 0 0 0,-1 1 0 0 0,0-1 0 0 0,1 0 0 0 0,-1 0-1 0 0,1 0 1 0 0,-1 0 0 0 0,0-1 0 0 0,1 0-642 0 0,-1 0-1 0 0,1 0 1 0 0,0 0 0 0 0,0 0 0 0 0,0 0-1 0 0,0-1 1 0 0,0 1 0 0 0,0 0-1 0 0,2-3 1 0 0,2-15-6480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2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86 260 0 0,'0'-8'1692'0'0,"-1"1"-1"0"0,0-1 1 0 0,-1 0-1 0 0,-3-10 1 0 0,-3-19 3448 0 0,-9 69-4086 0 0,2 22-686 0 0,2 0 0 0 0,2 2 0 0 0,3-1 1 0 0,3 1-1 0 0,2 0 0 0 0,7 98 0 0 0,-3-131-318 0 0,2 0 0 0 0,1-1 0 0 0,1 1 0 0 0,8 23-1 0 0,-11-39-33 0 0,0 0 0 0 0,1-1-1 0 0,0 1 1 0 0,0 0-1 0 0,1-1 1 0 0,0 0-1 0 0,0 1 1 0 0,1-2-1 0 0,-1 1 1 0 0,1 0 0 0 0,0-1-1 0 0,1 0 1 0 0,-1 0-1 0 0,1-1 1 0 0,0 1-1 0 0,10 4 1 0 0,-11-7 16 0 0,0-1 1 0 0,1 0-1 0 0,-1 0 0 0 0,0 0 0 0 0,0 0 1 0 0,0-1-1 0 0,1 0 0 0 0,-1 0 1 0 0,0-1-1 0 0,0 1 0 0 0,0-1 0 0 0,1 0 1 0 0,-1-1-1 0 0,0 1 0 0 0,0-1 1 0 0,-1 0-1 0 0,1 0 0 0 0,0-1 0 0 0,-1 1 1 0 0,1-1-1 0 0,5-5 0 0 0,0 1 61 0 0,1-1-1 0 0,-2-1 0 0 0,0 1 0 0 0,0-2 0 0 0,0 1 1 0 0,-1-1-1 0 0,12-19 0 0 0,-12 13-40 0 0,-1 0-1 0 0,0-1 1 0 0,-1 1-1 0 0,-1-1 1 0 0,-1 0-1 0 0,0 0 1 0 0,-1-1-1 0 0,-1 1 1 0 0,-1-1-1 0 0,0 0 1 0 0,-4-32-1 0 0,-1 18-12 0 0,-1 0 1 0 0,-2 0-1 0 0,-1 1 1 0 0,-1 0-1 0 0,-22-48 0 0 0,25 65-3 0 0,-2 0 1 0 0,0 0-1 0 0,0 0 0 0 0,-19-21 0 0 0,22 29-31 0 0,0 1-1 0 0,0 0 1 0 0,0 0-1 0 0,-1 1 1 0 0,1-1-1 0 0,-1 1 1 0 0,0 1-1 0 0,0-1 1 0 0,-1 1-1 0 0,1 0 1 0 0,-1 0-1 0 0,0 1 1 0 0,-7-2-1 0 0,10 3 7 0 0,0 0 0 0 0,-1 0-1 0 0,1 1 1 0 0,0 0 0 0 0,0 0 0 0 0,0 0-1 0 0,-1 0 1 0 0,1 1 0 0 0,0-1 0 0 0,0 1-1 0 0,0 0 1 0 0,0 0 0 0 0,-4 3-1 0 0,6-3-54 0 0,0 0-1 0 0,0 0 0 0 0,0 1 1 0 0,0-1-1 0 0,0 1 0 0 0,0-1 1 0 0,1 1-1 0 0,-1 0 0 0 0,1 0 1 0 0,-1 0-1 0 0,1 0 0 0 0,-1 0 1 0 0,1 0-1 0 0,0 0 0 0 0,0 0 1 0 0,-1 5-1 0 0,1-3-184 0 0,0 0 0 0 0,1 1 1 0 0,-1-1-1 0 0,1 0 0 0 0,0 1 0 0 0,0-1 0 0 0,1 0 0 0 0,-1 1 0 0 0,1-1 0 0 0,0 0 1 0 0,0 0-1 0 0,0 0 0 0 0,1 0 0 0 0,0 0 0 0 0,0 0 0 0 0,0 0 0 0 0,0 0 0 0 0,0 0 1 0 0,6 6-1 0 0,-2-4-983 0 0,0 1 1 0 0,1-1-1 0 0,0 0 1 0 0,1-1-1 0 0,13 8 0 0 0,2 1-4477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97 908 0 0,'25'8'8100'0'0,"6"8"-2041"0"0,5 3-1538 0 0,-24-17-4280 0 0,1-1 0 0 0,-1 0 0 0 0,0-1 0 0 0,1-1 0 0 0,-1 0 0 0 0,0 0-1 0 0,1-1 1 0 0,-1-1 0 0 0,22-8 0 0 0,11-6-298 0 0,54-29 1 0 0,-22 8-1763 0 0,-57 29-140 0 0,7-6-7460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2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2556 0 0,'-3'0'2389'0'0,"-50"3"6009"0"0,52-2-8252 0 0,0-1-1 0 0,0 0 0 0 0,0 1 1 0 0,0-1-1 0 0,0 1 0 0 0,1-1 1 0 0,-1 1-1 0 0,0-1 0 0 0,0 1 1 0 0,1-1-1 0 0,-1 1 0 0 0,0 0 1 0 0,0-1-1 0 0,1 1 0 0 0,-1 0 1 0 0,1 0-1 0 0,-1 0 0 0 0,1-1 1 0 0,-1 1-1 0 0,1 0 0 0 0,0 0 1 0 0,-1 0-1 0 0,1 0 0 0 0,0 0 1 0 0,0 0-1 0 0,-1 0 0 0 0,1 1 1 0 0,-1 25 1130 0 0,2-26-1174 0 0,3 32 616 0 0,1 0 1 0 0,12 39-1 0 0,1 3-402 0 0,25 114-60 0 0,-6-66-3266 0 0,-19-82-24 0 0,-3-17-2671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3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125 132 1660 0 0,'-11'-66'13563'0'0,"1"75"-11854"0"0,7-5-1463 0 0,1 1 1 0 0,0-1 0 0 0,0 0 0 0 0,0 1 0 0 0,1 0 0 0 0,-1-1 0 0 0,1 1 0 0 0,-1 6 0 0 0,0 1 121 0 0,-10 41 481 0 0,2 1 0 0 0,-4 84 0 0 0,13-104-716 0 0,2 0 1 0 0,1-1 0 0 0,1 0-1 0 0,2 1 1 0 0,13 45 0 0 0,-16-71-107 0 0,1-1 1 0 0,0 1-1 0 0,0-1 1 0 0,1 1-1 0 0,0-1 1 0 0,0 0-1 0 0,0-1 1 0 0,1 1-1 0 0,10 11 1 0 0,-12-16-20 0 0,0 1 1 0 0,0-1 0 0 0,0 0-1 0 0,0 0 1 0 0,0 0 0 0 0,0 0-1 0 0,0-1 1 0 0,1 1 0 0 0,-1-1-1 0 0,1 0 1 0 0,-1 0 0 0 0,1 0-1 0 0,-1-1 1 0 0,1 1 0 0 0,-1-1-1 0 0,1 1 1 0 0,0-1 0 0 0,-1-1-1 0 0,1 1 1 0 0,0 0 0 0 0,-1-1-1 0 0,1 0 1 0 0,-1 0-1 0 0,4-1 1 0 0,7-3 2 0 0,-1-1-1 0 0,0 0 0 0 0,0-1 1 0 0,-1-1-1 0 0,0 0 1 0 0,-1 0-1 0 0,1-1 0 0 0,-2-1 1 0 0,1 0-1 0 0,-1 0 1 0 0,-1-1-1 0 0,0-1 0 0 0,0 1 1 0 0,10-20-1 0 0,-5 6 24 0 0,-2-2 0 0 0,0 1 0 0 0,-2-1-1 0 0,-1-1 1 0 0,-1 0 0 0 0,6-35 0 0 0,-12 47-6 0 0,0 1 0 0 0,0-1-1 0 0,-2 0 1 0 0,0 1 0 0 0,-1-1 0 0 0,-3-19 0 0 0,2 26-9 0 0,0 1-1 0 0,0-1 1 0 0,-1 1-1 0 0,0 0 1 0 0,-1 0-1 0 0,1 1 1 0 0,-2-1 0 0 0,1 1-1 0 0,-1 0 1 0 0,0 0-1 0 0,0 0 1 0 0,-1 1 0 0 0,-6-7-1 0 0,0 4 22 0 0,0 0-1 0 0,0 0 1 0 0,-1 1-1 0 0,0 0 0 0 0,0 1 1 0 0,-1 1-1 0 0,0 0 1 0 0,0 1-1 0 0,-20-4 1 0 0,-16-1-259 0 0,-78-6 1 0 0,61 9-779 0 0,65 7 413 0 0,1 0 406 0 0,1 0 1 0 0,-1 0 0 0 0,1 0 0 0 0,-1 1-1 0 0,1-1 1 0 0,-1 0 0 0 0,1 0 0 0 0,-1 1-1 0 0,1-1 1 0 0,-1 0 0 0 0,1 0 0 0 0,-1 1 0 0 0,-2 3-1064 0 0,6-2 342 0 0,0 1 1 0 0,0-1-1 0 0,0 1 1 0 0,0-1 0 0 0,0 0-1 0 0,0 0 1 0 0,1 0-1 0 0,-1 0 1 0 0,1-1 0 0 0,-1 1-1 0 0,6 0 1 0 0,5 2-4959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3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30 2652 0 0,'-13'-5'1929'0'0,"-9"-2"3938"0"0,-44-10 0 0 0,64 17-5438 0 0,-11 0 1539 0 0,13 2-1830 0 0,1 1 0 0 0,0 0 0 0 0,0-1 0 0 0,1 1 0 0 0,-1-1 0 0 0,0 0 0 0 0,1 1 0 0 0,-1-1 0 0 0,1 0 0 0 0,0 0 0 0 0,3 3 0 0 0,30 26 765 0 0,-12-13-447 0 0,7 8-136 0 0,1-2 0 0 0,1-1 1 0 0,2-2-1 0 0,0-1 1 0 0,1-1-1 0 0,41 15 1 0 0,-40-21-179 0 0,-25-9-103 0 0,-1 0 0 0 0,1 0 0 0 0,-1 1 1 0 0,1 0-1 0 0,11 9 0 0 0,-21-14-36 0 0,-1 1-1 0 0,1 0 1 0 0,-1 0-1 0 0,0-1 1 0 0,1 1 0 0 0,-1 0-1 0 0,0 0 1 0 0,1 0 0 0 0,-1 0-1 0 0,0-1 1 0 0,0 1 0 0 0,0 0-1 0 0,0 0 1 0 0,0 0 0 0 0,0 0-1 0 0,0 0 1 0 0,0 0-1 0 0,0 0 1 0 0,0-1 0 0 0,-1 1-1 0 0,1 0 1 0 0,-1 1 0 0 0,-7 19-3 0 0,-1-6-4 0 0,0-1 0 0 0,-2 0-1 0 0,0 0 1 0 0,0-1 0 0 0,-22 19-1 0 0,-73 54 37 0 0,73-62-22 0 0,-78 58-11 0 0,-157 88 1 0 0,267-170-105 0 0,0 0 0 0 0,1 1 0 0 0,-1-1 0 0 0,0 0 0 0 0,0 1 0 0 0,1-1 0 0 0,-1 1 0 0 0,0-1 0 0 0,1 1 0 0 0,-1-1 0 0 0,1 1 0 0 0,-1-1 0 0 0,0 1 0 0 0,1 0 0 0 0,-1-1 0 0 0,1 1 0 0 0,0 0 0 0 0,-1 0 0 0 0,1-1 0 0 0,0 1 0 0 0,-1 0 0 0 0,1 0 0 0 0,0 0 0 0 0,0 0-67 0 0,0-1 0 0 0,1 1-1 0 0,-1 0 1 0 0,0-1 0 0 0,1 1 0 0 0,-1-1-1 0 0,1 1 1 0 0,-1-1 0 0 0,1 1 0 0 0,-1-1-1 0 0,1 1 1 0 0,-1-1 0 0 0,1 1 0 0 0,-1-1-1 0 0,1 0 1 0 0,0 1 0 0 0,-1-1 0 0 0,1 0-1 0 0,-1 0 1 0 0,2 1 0 0 0,6 1-2150 0 0,-1 0 0 0 0,0-1 0 0 0,15 1-1 0 0,-4-1-4270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4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7 3628 0 0,'27'-5'8982'0'0,"-7"4"-3910"0"0,-20 1-5000 0 0,0 0-1 0 0,1 0 1 0 0,-1 0 0 0 0,0 0-1 0 0,1 0 1 0 0,-1 0-1 0 0,0 0 1 0 0,1 0-1 0 0,-1 0 1 0 0,0 0-1 0 0,0 1 1 0 0,1-1 0 0 0,-1 0-1 0 0,0 0 1 0 0,0 0-1 0 0,1 1 1 0 0,-1-1-1 0 0,0 0 1 0 0,0 0 0 0 0,1 0-1 0 0,-1 1 1 0 0,0-1-1 0 0,0 0 1 0 0,0 1-1 0 0,0-1 1 0 0,1 0 0 0 0,-1 0-1 0 0,0 1 1 0 0,0-1-1 0 0,0 0 1 0 0,0 1-1 0 0,0-1 1 0 0,0 0-1 0 0,0 1 1 0 0,0-1 0 0 0,0 0-1 0 0,0 1 1 0 0,0-1-1 0 0,0 0 1 0 0,0 0-1 0 0,0 1 1 0 0,0-1 0 0 0,0 0-1 0 0,0 1 1 0 0,-12 20 1596 0 0,-23 19-386 0 0,33-38-1165 0 0,-105 109 1450 0 0,-253 283-105 0 0,306-338-2370 0 0,37-39-5178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328 150 984 0 0,'-63'-24'8477'0'0,"41"14"-5770"0"0,0 0 0 0 0,-24-17 0 0 0,-3-1 434 0 0,48 27-3036 0 0,1-4 0 0 0,0 4-98 0 0,0 1-1 0 0,0-1 1 0 0,0 0-1 0 0,0 0 1 0 0,0 0 0 0 0,0 1-1 0 0,0-1 1 0 0,0 0-1 0 0,0 0 1 0 0,1 0 0 0 0,-1 1-1 0 0,0-1 1 0 0,1 0-1 0 0,-1 0 1 0 0,0 1 0 0 0,1-1-1 0 0,-1 0 1 0 0,1 1-1 0 0,-1-1 1 0 0,1 1 0 0 0,0-1-1 0 0,-1 0 1 0 0,1 1-1 0 0,-1-1 1 0 0,1 1-1 0 0,0 0 1 0 0,0-1 0 0 0,-1 1-1 0 0,1-1 1 0 0,0 1-1 0 0,0 0 1 0 0,-1 0 0 0 0,2-1-1 0 0,8-3 2 0 0,0 0 0 0 0,0 0 1 0 0,0 1-1 0 0,1 1 0 0 0,-1-1 0 0 0,1 2 0 0 0,0-1 0 0 0,0 2 0 0 0,-1-1 0 0 0,1 1 0 0 0,0 1 0 0 0,0 0 0 0 0,19 5 0 0 0,-20-4-4 0 0,0 0-1 0 0,0 1 1 0 0,-1 1-1 0 0,1 0 0 0 0,-1 0 1 0 0,0 0-1 0 0,0 1 1 0 0,0 1-1 0 0,-1 0 0 0 0,1 0 1 0 0,-2 0-1 0 0,1 1 0 0 0,-1 0 1 0 0,0 1-1 0 0,7 9 1 0 0,-10-12 6 0 0,-1 1 0 0 0,0 0 1 0 0,0 0-1 0 0,0 0 0 0 0,-1 0 1 0 0,0 1-1 0 0,0-1 1 0 0,-1 0-1 0 0,1 1 0 0 0,-2 0 1 0 0,1 9-1 0 0,-1-6 24 0 0,-1 0 0 0 0,0 0-1 0 0,-1 0 1 0 0,0 0 0 0 0,0 0 0 0 0,-8 18-1 0 0,-2-4 256 0 0,0 0-1 0 0,-2 0 1 0 0,-1-2-1 0 0,-30 37 0 0 0,5-7 679 0 0,39-50-931 0 0,0-2-34 0 0,-5 7 58 0 0,10-1-24 0 0,14-2-16 0 0,6 1-11 0 0,0 0 0 0 0,-1 2-1 0 0,1 1 1 0 0,-1 0 0 0 0,0 2-1 0 0,-1 0 1 0 0,-1 2 0 0 0,29 19-1 0 0,-36-21 200 0 0,-1 0 0 0 0,1 1 0 0 0,-2 0 0 0 0,1 1 0 0 0,-2 1 0 0 0,0 0-1 0 0,0 1 1 0 0,-1 0 0 0 0,-1 0 0 0 0,0 1 0 0 0,-1 0 0 0 0,11 31-1 0 0,-16-38-40 0 0,-1 1 0 0 0,-1-1 0 0 0,0 0 0 0 0,0 0-1 0 0,-1 1 1 0 0,1-1 0 0 0,-2 0 0 0 0,1 1 0 0 0,-1-1-1 0 0,-3 10 1 0 0,0-5 78 0 0,0 0 0 0 0,0 0 1 0 0,-2-1-1 0 0,1 0 0 0 0,-15 21 0 0 0,5-11 133 0 0,-1-1 1 0 0,-2-1-1 0 0,0 0 1 0 0,-1-2-1 0 0,-40 32 1 0 0,45-40-361 0 0,-1-1-1 0 0,0 0 1 0 0,0-1 0 0 0,0-1-1 0 0,-1 0 1 0 0,0-1 0 0 0,-1-1-1 0 0,1 0 1 0 0,-28 3 0 0 0,23-6-21 0 0,0 0 1 0 0,0-2-1 0 0,-1-1 1 0 0,1 0-1 0 0,0-1 1 0 0,0-2-1 0 0,-28-7 1 0 0,-29-13-2782 0 0,40 12-3117 0 0,-4-1-8116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6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1588 0 0,'17'-50'9614'0'0,"-16"48"-9573"0"0,-1 2 15 0 0,0 0-1 0 0,0 1 0 0 0,0-1 1 0 0,0 0-1 0 0,0 0 0 0 0,1 1 0 0 0,-1-1 1 0 0,0 0-1 0 0,0 0 0 0 0,0 0 1 0 0,0 0-1 0 0,1 1 0 0 0,-1-1 0 0 0,0 0 1 0 0,0 0-1 0 0,0 0 0 0 0,0 0 1 0 0,1 0-1 0 0,-1 0 0 0 0,0 1 0 0 0,0-1 1 0 0,1 0-1 0 0,-1 0 0 0 0,0 0 1 0 0,0 0-1 0 0,0 0 0 0 0,1 0 0 0 0,-1 0 1 0 0,0 0-1 0 0,0 0 0 0 0,1 0 1 0 0,-1 0-1 0 0,0 0 0 0 0,0 0 0 0 0,1 0 1 0 0,-1 0-1 0 0,0 0 0 0 0,0-1 1 0 0,0 1-1 0 0,1 0 0 0 0,-1 0 0 0 0,0 0 1 0 0,0 0-1 0 0,0 0 0 0 0,1 0 1 0 0,-1-1-1 0 0,0 1 0 0 0,0 0 0 0 0,0 0 1 0 0,0 0-1 0 0,0 0 0 0 0,1-1 1 0 0,-1 1-1 0 0,0 0 0 0 0,0 0 0 0 0,0-1 1 0 0,0 1-1 0 0,0 0 0 0 0,42 82 1639 0 0,147 329 1545 0 0,-56-30-1880 0 0,-17 6 0 0 0,77 465 0 0 0,-129-476-860 0 0,85 427 623 0 0,-81-522 480 0 0,-63-265-1416 0 0,1 7-312 0 0,-3-33-2388 0 0,3-2-901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7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70 3008 0 0,'-3'-1'2573'0'0,"-62"-10"8874"0"0,63 11-10545 0 0,-16-2 1252 0 0,15 2-1850 0 0,-9 0-46 0 0,9 0 271 0 0,-10-3-499 0 0,74-37-12592 0 0,-46 28 6323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17 117 1504 0 0,'-17'-11'17264'0'0,"17"11"-17165"0"0,18-6 1470 0 0,31-4-2098 0 0,-45 9 933 0 0,148-28-170 0 0,86-15 15 0 0,-78 28-5192 0 0,-132 18 692 0 0,-5 3-4945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8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10 1220 0 0,'-26'-4'6208'0'0,"-49"-2"-1"0"0,73 6-6070 0 0,1 0-1 0 0,0 1 1 0 0,0-1 0 0 0,0 0-1 0 0,0 1 1 0 0,0-1 0 0 0,0 0-1 0 0,0 1 1 0 0,0-1-1 0 0,0 1 1 0 0,0-1 0 0 0,0 1-1 0 0,0 0 1 0 0,1 0 0 0 0,-1-1-1 0 0,0 1 1 0 0,0 0-1 0 0,1 0 1 0 0,-1 0 0 0 0,0 0-1 0 0,1-1 1 0 0,-1 1-1 0 0,1 0 1 0 0,-1 0 0 0 0,1 0-1 0 0,-1 2 1 0 0,-5 27 1796 0 0,6-3-804 0 0,1 0 0 0 0,9 47-1 0 0,-1-11-376 0 0,9 123 233 0 0,46 334-1233 0 0,-50-463-2059 0 0,-13-54 1662 0 0,1 1 0 0 0,0-1 0 0 0,-1 0 0 0 0,1 1-1 0 0,0-1 1 0 0,0 0 0 0 0,5 5 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8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0 177 464 0 0,'12'-162'13643'0'0,"-12"161"-13562"0"0,0 1 0 0 0,0-1 0 0 0,0 0 0 0 0,0 0 0 0 0,0 1 0 0 0,0-1 0 0 0,0 0-1 0 0,0 1 1 0 0,0-1 0 0 0,0 0 0 0 0,0 0 0 0 0,1 1 0 0 0,-1-1 0 0 0,0 0 0 0 0,1 1 0 0 0,-1-1-1 0 0,0 0 1 0 0,1 1 0 0 0,0-2 0 0 0,-1 2 0 0 0,1 0-1 0 0,-1 0 0 0 0,1 0 1 0 0,-1 0-1 0 0,0 0 1 0 0,1 0-1 0 0,-1 0 1 0 0,1 1-1 0 0,-1-1 0 0 0,0 0 1 0 0,1 0-1 0 0,-1 0 1 0 0,0 0-1 0 0,1 1 1 0 0,-1-1-1 0 0,0 0 1 0 0,1 0-1 0 0,-1 1 0 0 0,0-1 1 0 0,1 0-1 0 0,-1 0 1 0 0,0 1-1 0 0,0-1 1 0 0,1 1-1 0 0,16 27 1560 0 0,1 37-789 0 0,-3 0 0 0 0,11 103 0 0 0,-20-125-705 0 0,12 86 137 0 0,1 189 1 0 0,-19-315-304 0 0,-2-20-166 0 0,0-1 62 0 0,1 0 1 0 0,1 0-1 0 0,0 0 0 0 0,1 0 0 0 0,2 1 0 0 0,-1-1 0 0 0,2 0 1 0 0,0 1-1 0 0,11-27 0 0 0,-7 25 73 0 0,0 0 0 0 0,22-35 0 0 0,-24 46 33 0 0,0 0 0 0 0,0 0 0 0 0,1 0 0 0 0,0 1-1 0 0,0 0 1 0 0,1 0 0 0 0,16-11 0 0 0,-22 15 10 0 0,2 0 0 0 0,16 1-17 0 0,-17 2 29 0 0,0 0 0 0 0,0 0 0 0 0,0 0 1 0 0,0 0-1 0 0,-1 1 0 0 0,1-1 0 0 0,0 1 1 0 0,0 0-1 0 0,-1 0 0 0 0,1 0 0 0 0,0 0 1 0 0,-1 1-1 0 0,1-1 0 0 0,-1 1 1 0 0,0-1-1 0 0,1 1 0 0 0,2 3 0 0 0,-1-1 16 0 0,-1 0-1 0 0,1 1 1 0 0,-1-1-1 0 0,0 1 1 0 0,-1 0-1 0 0,1 0 0 0 0,-1 0 1 0 0,3 9-1 0 0,-1 2 35 0 0,0 0 0 0 0,-2 0-1 0 0,1 1 1 0 0,-2-1-1 0 0,-1 24 1 0 0,-10 82 121 0 0,0 23-137 0 0,10-144-81 0 0,0-1 1 0 0,0 1 0 0 0,0 0 0 0 0,0-1-1 0 0,0 1 1 0 0,0 0 0 0 0,0 0 0 0 0,0-1-1 0 0,0 1 1 0 0,1 0 0 0 0,-1 0 0 0 0,0-1-1 0 0,0 1 1 0 0,1 0 0 0 0,-1-1 0 0 0,1 1-1 0 0,-1-1 1 0 0,1 1 0 0 0,-1 0 0 0 0,0-1-1 0 0,1 1 1 0 0,0-1 0 0 0,-1 1 0 0 0,1-1-1 0 0,-1 0 1 0 0,2 1 0 0 0,-1 0-53 0 0,1-1 0 0 0,-1 0 0 0 0,1 1 0 0 0,-1-1 0 0 0,1 0 0 0 0,-1 0 0 0 0,0 0 0 0 0,1 0 0 0 0,-1 0 0 0 0,1 0 0 0 0,-1-1 0 0 0,3 0 0 0 0,3-1-332 0 0,-1 0 0 0 0,1-1 1 0 0,-1 0-1 0 0,7-4 1 0 0,2-4-293 0 0,0 0-1 0 0,-1 0 1 0 0,0-2 0 0 0,-1 0 0 0 0,0 0 0 0 0,-1-1 0 0 0,19-28 0 0 0,-10 7 87 0 0,-1-1 1 0 0,23-54-1 0 0,-34 67 1154 0 0,-1 0-1 0 0,-1-1 0 0 0,5-32 1 0 0,-9 39 610 0 0,-1 0 0 0 0,-1 0 1 0 0,-1 0-1 0 0,0-1 0 0 0,-4-26 789 0 0,6 118-820 0 0,3 0-1 0 0,29 146 1 0 0,-23-184-1446 0 0,-10-34 118 0 0,0 0 0 0 0,0 0 1 0 0,0-1-1 0 0,0 1 0 0 0,0-1 0 0 0,0 1 1 0 0,1-1-1 0 0,-1 1 0 0 0,1-1 0 0 0,-1 1 1 0 0,1-1-1 0 0,-1 0 0 0 0,1 0 0 0 0,-1 0 1 0 0,4 2-1 0 0,-3-3 3 0 0,-1 0-1 0 0,0 0 1 0 0,1 0 0 0 0,-1 1-1 0 0,1-1 1 0 0,-1-1 0 0 0,0 1-1 0 0,1 0 1 0 0,-1 0 0 0 0,0 0-1 0 0,1-1 1 0 0,-1 1 0 0 0,0 0-1 0 0,1-1 1 0 0,-1 0 0 0 0,0 1-1 0 0,0-1 1 0 0,2-1-1 0 0,17-14-5289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8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91 952 0 0,'-1'0'360'0'0,"-42"-57"8131"0"0,15 25-5922 0 0,26 30-2364 0 0,1 2-259 0 0,1 0-1 0 0,-1 0 1 0 0,1 0-1 0 0,-1 0 1 0 0,1 0-1 0 0,-1 0 1 0 0,0 0-1 0 0,1 0 1 0 0,-1 0-1 0 0,1 1 1 0 0,-1-1 0 0 0,1 0-1 0 0,-1 0 1 0 0,1 0-1 0 0,-1 1 1 0 0,1-1-1 0 0,-1 0 1 0 0,1 0-1 0 0,-1 1 1 0 0,0 0-1 0 0,1 12-4673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3:5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20 2480 0 0,'21'-20'14442'0'0,"-31"26"-13578"0"0,-16 11-683 0 0,13-6-25 0 0,0 1 0 0 0,1 0 0 0 0,0 0-1 0 0,1 1 1 0 0,-18 28 0 0 0,27-38-150 0 0,0 0 0 0 0,1 0 0 0 0,-1 1 0 0 0,0-1-1 0 0,1 0 1 0 0,0 1 0 0 0,0 0 0 0 0,0-1 0 0 0,0 1 0 0 0,1 0 0 0 0,0-1-1 0 0,-1 1 1 0 0,1 0 0 0 0,0-1 0 0 0,1 1 0 0 0,-1 0 0 0 0,1 0-1 0 0,0-1 1 0 0,-1 1 0 0 0,2-1 0 0 0,-1 1 0 0 0,0-1 0 0 0,1 1 0 0 0,-1-1-1 0 0,1 0 1 0 0,0 1 0 0 0,0-1 0 0 0,1 0 0 0 0,-1 0 0 0 0,0-1 0 0 0,1 1-1 0 0,0 0 1 0 0,3 1 0 0 0,13 11 10 0 0,1-2-1 0 0,0 0 1 0 0,29 12 0 0 0,28 18 120 0 0,-70-38 22 0 0,0 0-1 0 0,0 0 1 0 0,-1 0 0 0 0,1 1 0 0 0,-1 0-1 0 0,0 1 1 0 0,-1-1 0 0 0,0 1 0 0 0,0 0 0 0 0,6 11-1 0 0,-10-14-81 0 0,1 0 0 0 0,-1 0 0 0 0,1 0 0 0 0,-1 0 0 0 0,-1 1-1 0 0,1-1 1 0 0,-1 0 0 0 0,1 0 0 0 0,-1 1 0 0 0,0-1-1 0 0,-1 0 1 0 0,1 1 0 0 0,-1-1 0 0 0,0 0 0 0 0,0 0 0 0 0,0 0-1 0 0,0 0 1 0 0,-1 0 0 0 0,1 0 0 0 0,-1 0 0 0 0,0 0 0 0 0,-5 6-1 0 0,1-1-27 0 0,-2-1-1 0 0,1 1 1 0 0,-1-1-1 0 0,0-1 1 0 0,-1 1 0 0 0,1-1-1 0 0,-1-1 1 0 0,-1 0-1 0 0,0 0 1 0 0,1-1-1 0 0,-2 0 1 0 0,1 0-1 0 0,0-1 1 0 0,-1-1-1 0 0,-15 4 1 0 0,15-5-258 0 0,-1 0 0 0 0,1-1 0 0 0,-1 0 0 0 0,1-1 1 0 0,-1 0-1 0 0,-16-3 0 0 0,19 1-325 0 0,0 0 0 0 0,0 0 0 0 0,0-1-1 0 0,1 0 1 0 0,-1 0 0 0 0,1-1 0 0 0,0 0 0 0 0,-12-9 0 0 0,17 11 62 0 0,-1-1-1 0 0,1 0 1 0 0,0 1 0 0 0,0-1 0 0 0,0 0-1 0 0,-3-6 1 0 0,-5-12-4622 0 0,4 3-1348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4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83 2200 0 0,'-20'-21'4766'0'0,"0"0"-1"0"0,-26-19 1936 0 0,42 43-6027 0 0,3-3-660 0 0,1 0 1 0 0,0 0-1 0 0,0 0 1 0 0,-1 1-1 0 0,1-1 1 0 0,0 0-1 0 0,0 0 1 0 0,-1 0-1 0 0,1 0 1 0 0,0 0 0 0 0,0 0-1 0 0,0 0 1 0 0,-1 1-1 0 0,1-1 1 0 0,0 0-1 0 0,0 0 1 0 0,0 0-1 0 0,-1 1 1 0 0,1-1-1 0 0,0 0 1 0 0,0 0-1 0 0,0 0 1 0 0,0 1 0 0 0,0-1-1 0 0,0 0 1 0 0,-1 0-1 0 0,1 1 1 0 0,0-1-1 0 0,0 0 1 0 0,0 0-1 0 0,0 1 1 0 0,0-1-1 0 0,0 0 1 0 0,0 0-1 0 0,0 1 1 0 0,0-1 0 0 0,0 0-1 0 0,0 0 1 0 0,0 1-1 0 0,90 333 1780 0 0,-68-269-3926 0 0,-5-25-4485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4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47 102 1940 0 0,'-23'-52'7792'0'0,"0"3"-3862"0"0,23 48-3817 0 0,5 22-5615 0 0,-1-13 2877 0 0,1 1-619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2340 0 0,'1'2'1876'0'0,"7"23"2788"0"0,7 31 1 0 0,1 30-570 0 0,6 22-2321 0 0,20 91-662 0 0,-41-197-1010 0 0,-5-4-82 0 0,4 2-19 0 0,-1 0-1 0 0,1-1 1 0 0,0 1-1 0 0,0 0 1 0 0,-1 0-1 0 0,1 0 1 0 0,0 0-1 0 0,-1 0 1 0 0,1 0-1 0 0,0 0 1 0 0,-1 0-1 0 0,1 0 1 0 0,0-1-1 0 0,-1 1 1 0 0,1 0-1 0 0,0 0 1 0 0,0 0-1 0 0,-1-1 1 0 0,1 1-1 0 0,0 0 1 0 0,0 0-1 0 0,0-1 1 0 0,-1 1-1 0 0,1 0 1 0 0,0-1-1 0 0,0 1 1 0 0,0 0-1 0 0,0 0 1 0 0,-1-1-1 0 0,-9-34-38 0 0,1 1-1 0 0,-8-60 0 0 0,16 84 21 0 0,0 0 0 0 0,1 0-1 0 0,0 0 1 0 0,0 0 0 0 0,1 0 0 0 0,1 0-1 0 0,-1 0 1 0 0,2 0 0 0 0,-1 1 0 0 0,2-1-1 0 0,-1 1 1 0 0,1 0 0 0 0,0 0-1 0 0,12-17 1 0 0,-14 23 23 0 0,0 0 1 0 0,1 0-1 0 0,0 1 0 0 0,0-1 0 0 0,0 1 1 0 0,0 0-1 0 0,0 0 0 0 0,0 0 0 0 0,1 0 0 0 0,-1 0 1 0 0,1 1-1 0 0,-1-1 0 0 0,1 1 0 0 0,-1 0 1 0 0,1 0-1 0 0,0 1 0 0 0,0-1 0 0 0,-1 1 0 0 0,1 0 1 0 0,0 0-1 0 0,0 0 0 0 0,0 0 0 0 0,-1 0 1 0 0,1 1-1 0 0,0 0 0 0 0,0 0 0 0 0,-1 0 0 0 0,1 0 1 0 0,5 3-1 0 0,-2-1 11 0 0,0 0 0 0 0,0 1 0 0 0,0 0 0 0 0,-1 0 0 0 0,1 0 0 0 0,-1 1 1 0 0,0 0-1 0 0,-1 1 0 0 0,1-1 0 0 0,-1 1 0 0 0,0 0 0 0 0,0 0 0 0 0,7 12 0 0 0,-8-7-102 0 0,0 1 0 0 0,0-1 0 0 0,-1 1 0 0 0,-1 0 0 0 0,0 0 0 0 0,0 12 0 0 0,5 23-3138 0 0,-6-39 1160 0 0,1 0 0 0 0,1 0 1 0 0,4 12-1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5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0 225 2432 0 0,'8'-8'11045'0'0,"24"12"-7022"0"0,-28-3-3805 0 0,1 0-1 0 0,0 0 1 0 0,0-1 0 0 0,0 1 0 0 0,0-1 0 0 0,0 0 0 0 0,0-1-1 0 0,0 1 1 0 0,0-1 0 0 0,0 0 0 0 0,8-3 0 0 0,2-2-106 0 0,0-1-1 0 0,-1 0 1 0 0,0-1 0 0 0,25-20 0 0 0,-33 24-103 0 0,-1-1 0 0 0,-1 0 0 0 0,1 0 0 0 0,-1 0 0 0 0,0-1 1 0 0,0 1-1 0 0,0-1 0 0 0,-1 0 0 0 0,0 0 0 0 0,0 0 0 0 0,0-1 0 0 0,-1 1 1 0 0,0-1-1 0 0,2-9 0 0 0,-4 14-11 0 0,0-1-1 0 0,0 1 1 0 0,0-1 0 0 0,0 1 0 0 0,0-1 0 0 0,0 0-1 0 0,-1 1 1 0 0,0-1 0 0 0,1 1 0 0 0,-1 0 0 0 0,0-1-1 0 0,0 1 1 0 0,0-1 0 0 0,0 1 0 0 0,-1 0-1 0 0,1 0 1 0 0,-1 0 0 0 0,1 0 0 0 0,-1 0 0 0 0,0 0-1 0 0,1 0 1 0 0,-1 0 0 0 0,0 1 0 0 0,0-1 0 0 0,-1 1-1 0 0,1 0 1 0 0,-4-3 0 0 0,3 3-1 0 0,1 0 0 0 0,0 1 0 0 0,-1-1 0 0 0,1 0 0 0 0,-1 1 0 0 0,1 0-1 0 0,-1-1 1 0 0,1 1 0 0 0,-1 0 0 0 0,1 0 0 0 0,-1 1 0 0 0,1-1 0 0 0,-1 0 0 0 0,-3 2 0 0 0,-1 0-4 0 0,1 0-1 0 0,0 0 1 0 0,0 1 0 0 0,-9 4-1 0 0,8-1 58 0 0,-1 0 0 0 0,1 0 0 0 0,0 1 0 0 0,0-1 0 0 0,1 2 0 0 0,0-1 0 0 0,0 1 0 0 0,1-1 0 0 0,0 2 0 0 0,0-1 0 0 0,1 0 0 0 0,0 1 0 0 0,0 0 0 0 0,1 0 0 0 0,0 0 0 0 0,-2 13 0 0 0,3-11 67 0 0,0 0-1 0 0,0 0 1 0 0,1 1 0 0 0,1-1 0 0 0,0 1-1 0 0,1-1 1 0 0,0 0 0 0 0,0 1 0 0 0,1-1-1 0 0,1 0 1 0 0,0 0 0 0 0,0 0 0 0 0,8 15-1 0 0,-9-21-81 0 0,1-1 0 0 0,0 1 1 0 0,1-1-1 0 0,-1 0 0 0 0,1 0 0 0 0,-1 0 0 0 0,1 0 0 0 0,1-1 0 0 0,-1 1 0 0 0,0-1 0 0 0,1 0 0 0 0,0 0 0 0 0,-1-1 0 0 0,1 0 0 0 0,0 0 0 0 0,0 0 0 0 0,0 0 0 0 0,1-1 0 0 0,-1 1 0 0 0,0-1 0 0 0,1-1 0 0 0,-1 1 0 0 0,10-1 0 0 0,10-1-123 0 0,-1-1 1 0 0,1-1 0 0 0,47-13-1 0 0,-27 6-786 0 0,12 0-5354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85 1792 0 0,'6'-10'7131'0'0,"-5"8"-6959"0"0,0 1 1 0 0,0-1-1 0 0,-1 0 0 0 0,1 1 1 0 0,0-1-1 0 0,-1 0 0 0 0,1 1 1 0 0,-1-1-1 0 0,1 0 0 0 0,-1 0 1 0 0,0 1-1 0 0,0-1 1 0 0,0 0-1 0 0,0 0 0 0 0,0 1 1 0 0,0-1-1 0 0,0 0 0 0 0,-1 0 1 0 0,1 1-1 0 0,-1-1 1 0 0,1 0-1 0 0,-1 1 0 0 0,0-1 1 0 0,1 0-1 0 0,-1 1 0 0 0,0-1 1 0 0,0 1-1 0 0,0-1 0 0 0,0 1 1 0 0,-1 0-1 0 0,1-1 1 0 0,0 1-1 0 0,0 0 0 0 0,-1 0 1 0 0,1 0-1 0 0,-1 0 0 0 0,-1-1 1 0 0,0 0-144 0 0,-1 0 1 0 0,1 0 0 0 0,-1 1 0 0 0,1-1-1 0 0,-1 1 1 0 0,0 0 0 0 0,0 0 0 0 0,0 0-1 0 0,1 1 1 0 0,-1-1 0 0 0,0 1 0 0 0,0 0-1 0 0,0 0 1 0 0,0 0 0 0 0,0 1 0 0 0,0-1-1 0 0,0 1 1 0 0,1 0 0 0 0,-1 0 0 0 0,0 0-1 0 0,0 1 1 0 0,-3 1 0 0 0,1 0-22 0 0,-1 0 0 0 0,1 1 0 0 0,0 0 0 0 0,0 0 0 0 0,1 0 0 0 0,-1 1 0 0 0,1 0 0 0 0,0 0 0 0 0,0 0 0 0 0,0 1 0 0 0,-6 10 0 0 0,-2 7 43 0 0,0 0-1 0 0,2 1 0 0 0,-14 43 0 0 0,22-57-35 0 0,0 1 0 0 0,1 0-1 0 0,0-1 1 0 0,1 1 0 0 0,0 0 0 0 0,0 0-1 0 0,1 0 1 0 0,1 0 0 0 0,0 0-1 0 0,1 0 1 0 0,4 18 0 0 0,-5-26-11 0 0,0 0 0 0 0,0-1 0 0 0,0 1 0 0 0,0 0 1 0 0,1-1-1 0 0,-1 0 0 0 0,1 1 0 0 0,-1-1 0 0 0,1 0 0 0 0,0 0 0 0 0,0 0 1 0 0,0 0-1 0 0,0 0 0 0 0,0 0 0 0 0,0 0 0 0 0,1-1 0 0 0,-1 1 0 0 0,1-1 1 0 0,-1 0-1 0 0,1 1 0 0 0,-1-1 0 0 0,1 0 0 0 0,0-1 0 0 0,0 1 0 0 0,-1 0 1 0 0,1-1-1 0 0,0 0 0 0 0,0 1 0 0 0,0-1 0 0 0,-1 0 0 0 0,1-1 0 0 0,0 1 0 0 0,0 0 1 0 0,0-1-1 0 0,-1 1 0 0 0,1-1 0 0 0,5-2 0 0 0,-1 0-4 0 0,-1 1 0 0 0,1-1 0 0 0,0-1 1 0 0,-1 1-1 0 0,0-1 0 0 0,0 0 0 0 0,0 0 0 0 0,0-1 0 0 0,-1 0 0 0 0,1 0 0 0 0,-1 0 0 0 0,-1-1 0 0 0,9-11 1 0 0,-5-1 216 0 0,-1 1 1 0 0,-1-1-1 0 0,-1-1 1 0 0,0 1-1 0 0,-1-1 1 0 0,-1 0 0 0 0,-1 1-1 0 0,-1-32 789 0 0,15 78 183 0 0,66 275 3228 0 0,-9 163-2230 0 0,-60-178-1268 0 0,-13-165-5889 0 0,0-84 1405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6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70 229 1812 0 0,'-10'-41'5198'0'0,"-2"1"-1"0"0,-28-64 0 0 0,36 98-3985 0 0,2 7-422 0 0,0 12-108 0 0,5 19-331 0 0,3 0-183 0 0,2-1 1 0 0,1-1 0 0 0,2 1-1 0 0,0-2 1 0 0,27 48 0 0 0,-34-71-160 0 0,0 0 0 0 0,0 0 1 0 0,0 0-1 0 0,1-1 0 0 0,-1 0 1 0 0,1 0-1 0 0,1 0 1 0 0,-1 0-1 0 0,1-1 0 0 0,-1 0 1 0 0,1 0-1 0 0,1 0 0 0 0,-1-1 1 0 0,0 0-1 0 0,1 0 0 0 0,10 2 1 0 0,-11-4-33 0 0,-1 0 1 0 0,1 0-1 0 0,0 0 1 0 0,0-1-1 0 0,-1 0 1 0 0,1-1 0 0 0,0 1-1 0 0,0-1 1 0 0,-1 0-1 0 0,1 0 1 0 0,0-1-1 0 0,-1 0 1 0 0,1 0-1 0 0,-1 0 1 0 0,0-1-1 0 0,0 1 1 0 0,0-1-1 0 0,0 0 1 0 0,0-1-1 0 0,6-5 1 0 0,-4 2-16 0 0,0-1 0 0 0,-1 1 0 0 0,0-1 0 0 0,0 0 1 0 0,-1 0-1 0 0,0 0 0 0 0,-1-1 0 0 0,0 0 0 0 0,0 0 0 0 0,4-14 0 0 0,0-8-44 0 0,7-58 0 0 0,-10 44 147 0 0,-1-45 0 0 0,-4 88 129 0 0,7 14-56 0 0,-3 2-68 0 0,0 0 0 0 0,-1 1 0 0 0,-1 0 0 0 0,1 20-1 0 0,0-4 4 0 0,2 35 7 0 0,-4-37-603 0 0,1 0-1 0 0,2-1 1 0 0,1 0 0 0 0,1 0 0 0 0,11 29 0 0 0,-16-53 224 0 0,1 0 1 0 0,0-1 0 0 0,0 1-1 0 0,0-1 1 0 0,0 0 0 0 0,0 0-1 0 0,1 0 1 0 0,0 0-1 0 0,0 0 1 0 0,-1 0 0 0 0,2-1-1 0 0,-1 0 1 0 0,0 1 0 0 0,0-1-1 0 0,5 2 1 0 0,-2-1-467 0 0,0-1 1 0 0,1 0 0 0 0,-1 0-1 0 0,0-1 1 0 0,1 0-1 0 0,0 0 1 0 0,-1 0-1 0 0,10-1 1 0 0,10-1-3560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7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1029 1056 0 0,'6'-21'2303'0'0,"-2"1"1"0"0,4-26-1 0 0,-7 38-1755 0 0,-1 1 0 0 0,0 0 0 0 0,0-1 1 0 0,0 1-1 0 0,-1 0 0 0 0,0-1 0 0 0,-1 1 0 0 0,0 0 0 0 0,-4-13 0 0 0,5 17-416 0 0,0 1-1 0 0,0 0 1 0 0,0 0-1 0 0,0 0 0 0 0,-1 0 1 0 0,1 1-1 0 0,0-1 1 0 0,-1 0-1 0 0,1 0 1 0 0,-1 1-1 0 0,0-1 0 0 0,1 1 1 0 0,-1 0-1 0 0,0-1 1 0 0,0 1-1 0 0,0 0 1 0 0,0 0-1 0 0,0 0 1 0 0,0 0-1 0 0,-3 0 0 0 0,2 0-41 0 0,0 1 0 0 0,0 0 0 0 0,0 0 0 0 0,0 0 0 0 0,0 1 0 0 0,0-1 0 0 0,0 0 0 0 0,0 1 0 0 0,0 0 0 0 0,0 0 0 0 0,1 0 0 0 0,-1 0 0 0 0,-3 2 0 0 0,-4 3 58 0 0,1 0-1 0 0,0 0 1 0 0,0 1-1 0 0,1 0 1 0 0,0 1 0 0 0,-14 16-1 0 0,8-5 6 0 0,0 0 0 0 0,1 2 1 0 0,-16 34-1 0 0,23-42-116 0 0,1 0 0 0 0,1 0 1 0 0,0 1-1 0 0,0-1 0 0 0,1 1 0 0 0,1 0 1 0 0,-1 21-1 0 0,3-32-32 0 0,0-1-1 0 0,0 0 1 0 0,0 0-1 0 0,1 1 1 0 0,-1-1-1 0 0,0 0 1 0 0,1 0-1 0 0,0 0 1 0 0,-1 1-1 0 0,1-1 1 0 0,0 0-1 0 0,0 0 1 0 0,0 0-1 0 0,1 0 1 0 0,-1-1-1 0 0,0 1 1 0 0,1 0-1 0 0,-1 0 1 0 0,1-1-1 0 0,-1 1 1 0 0,1-1-1 0 0,0 1 1 0 0,0-1-1 0 0,0 0 1 0 0,0 0-1 0 0,-1 0 1 0 0,2 0-1 0 0,-1 0 1 0 0,0 0-1 0 0,0 0 1 0 0,0-1-1 0 0,4 1 1 0 0,0 0-20 0 0,-1 0 1 0 0,0-1 0 0 0,1 0-1 0 0,-1 0 1 0 0,0-1 0 0 0,1 0 0 0 0,-1 1-1 0 0,0-2 1 0 0,1 1 0 0 0,-1-1 0 0 0,0 1-1 0 0,0-2 1 0 0,5-2 0 0 0,-4 2-33 0 0,-1-1 0 0 0,1 0-1 0 0,-1 0 1 0 0,0-1 0 0 0,0 1 0 0 0,0-1 0 0 0,-1 0 0 0 0,1-1 0 0 0,-1 1 0 0 0,-1-1 0 0 0,1 1 0 0 0,-1-1 0 0 0,0 0-1 0 0,0-1 1 0 0,-1 1 0 0 0,0 0 0 0 0,3-11 0 0 0,-1-5 12 0 0,-1 0 0 0 0,-1-1 0 0 0,-1 1 1 0 0,-3-41-1 0 0,54 239 3005 0 0,-25-95-2725 0 0,-24-73-223 0 0,1 0-1 0 0,0 0 1 0 0,0-1 0 0 0,1 1 0 0 0,0-1-1 0 0,0 0 1 0 0,11 10 0 0 0,-15-15-45 0 0,1-1 1 0 0,0 1 0 0 0,-1-1 0 0 0,1 0-1 0 0,0 0 1 0 0,0 0 0 0 0,0 0 0 0 0,0 0-1 0 0,0 0 1 0 0,0 0 0 0 0,0 0 0 0 0,0-1-1 0 0,0 1 1 0 0,0-1 0 0 0,0 0 0 0 0,1 1-1 0 0,-1-1 1 0 0,0 0 0 0 0,0 0 0 0 0,0-1-1 0 0,4 1 1 0 0,-3-2-68 0 0,1 1 0 0 0,-1 0 0 0 0,0-1 0 0 0,1 0 0 0 0,-1 0 0 0 0,0 0 0 0 0,0 0 0 0 0,0 0 0 0 0,0-1 1 0 0,-1 1-1 0 0,5-6 0 0 0,1-2-177 0 0,-1-1 0 0 0,0 1 0 0 0,0-1 1 0 0,-1-1-1 0 0,-1 1 0 0 0,7-19 0 0 0,-2-7-123 0 0,-2 0 1 0 0,-1-1-1 0 0,-2 1 0 0 0,0-47 0 0 0,-10-154-538 0 0,4 224 884 0 0,-50-530 15 0 0,48 523 309 0 0,2 6-3 0 0,-1-1 1 0 0,-1 1 0 0 0,-7-24 0 0 0,11 39-267 0 0,-1 0-1 0 0,0 0 1 0 0,0 0 0 0 0,0 0 0 0 0,0-1 0 0 0,0 1-1 0 0,0 0 1 0 0,0 0 0 0 0,0 0 0 0 0,0 0 0 0 0,0-1-1 0 0,0 1 1 0 0,0 0 0 0 0,0 0 0 0 0,0 0 0 0 0,0 0-1 0 0,0-1 1 0 0,0 1 0 0 0,-1 0 0 0 0,1 0 0 0 0,0 0-1 0 0,0 0 1 0 0,0 0 0 0 0,0-1 0 0 0,0 1 0 0 0,0 0-1 0 0,0 0 1 0 0,0 0 0 0 0,-1 0 0 0 0,1 0-1 0 0,0 0 1 0 0,0-1 0 0 0,0 1 0 0 0,0 0 0 0 0,0 0-1 0 0,-1 0 1 0 0,1 0 0 0 0,0 0 0 0 0,0 0 0 0 0,0 0-1 0 0,0 0 1 0 0,0 0 0 0 0,-1 0 0 0 0,1 0 0 0 0,0 0-1 0 0,0 0 1 0 0,0 0 0 0 0,0 0 0 0 0,-1 0 0 0 0,1 0-1 0 0,0 0 1 0 0,0 0 0 0 0,0 0 0 0 0,0 0 0 0 0,-1 0-1 0 0,1 0 1 0 0,0 0 0 0 0,0 0 0 0 0,0 1 0 0 0,0-1-1 0 0,0 0 1 0 0,-1 0 0 0 0,1 0 0 0 0,-4 16 411 0 0,0 25 90 0 0,6 38 287 0 0,3-1 0 0 0,16 81 0 0 0,-9-71-367 0 0,-3-15-184 0 0,33 208 472 0 0,-30-216-708 0 0,4 0 0 0 0,30 78 0 0 0,-44-137-312 0 0,0 0 0 0 0,0-1 0 0 0,1 1 0 0 0,0-1 0 0 0,0 0 0 0 0,0 1 0 0 0,0-1 0 0 0,1-1 0 0 0,0 1 0 0 0,0-1 0 0 0,0 1 0 0 0,0-1 0 0 0,8 5 0 0 0,-9-8-137 0 0,-1-1 1 0 0,0 1-1 0 0,1-1 1 0 0,-1 0-1 0 0,0 0 0 0 0,0 0 1 0 0,1 0-1 0 0,-1-1 0 0 0,0 1 1 0 0,1 0-1 0 0,-1-1 1 0 0,0 0-1 0 0,0 0 0 0 0,0 1 1 0 0,1-1-1 0 0,-1 0 1 0 0,0-1-1 0 0,0 1 0 0 0,0 0 1 0 0,-1-1-1 0 0,3-1 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7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66 2196 0 0,'-3'-19'3120'0'0,"1"13"-1862"0"0,1 1-1 0 0,0 0 1 0 0,1-1-1 0 0,0 1 1 0 0,-2-14 3595 0 0,-1 36-3012 0 0,7 64-234 0 0,17 99 0 0 0,-19-162-1492 0 0,1 1-135 0 0,9 50-663 0 0,-11-64 374 0 0,0-1 0 0 0,0 1 0 0 0,1-1 0 0 0,0 0 0 0 0,0 0 0 0 0,0 0 0 0 0,0 0 0 0 0,0 0 0 0 0,1 0 0 0 0,0 0 0 0 0,0-1 0 0 0,3 4 0 0 0,-4-6-122 0 0,0 0-1 0 0,0 0 1 0 0,1 0 0 0 0,-1 0-1 0 0,0 0 1 0 0,1 0 0 0 0,-1-1 0 0 0,0 1-1 0 0,1-1 1 0 0,-1 0 0 0 0,1 1-1 0 0,-1-1 1 0 0,1 0 0 0 0,-1-1 0 0 0,1 1-1 0 0,-1 0 1 0 0,0-1 0 0 0,1 1-1 0 0,-1-1 1 0 0,0 0 0 0 0,1 0 0 0 0,2-1-1 0 0,9-4-4151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8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74 175 2400 0 0,'-9'-48'14605'0'0,"14"72"-13344"0"0,0-5-917 0 0,1 0-1 0 0,0-1 0 0 0,1 1 0 0 0,16 27 1 0 0,-20-41-320 0 0,0 0 1 0 0,0 0 0 0 0,1 0-1 0 0,-1 0 1 0 0,1 0-1 0 0,0-1 1 0 0,1 0-1 0 0,-1 0 1 0 0,1 0 0 0 0,-1 0-1 0 0,1-1 1 0 0,0 0-1 0 0,1 0 1 0 0,-1 0 0 0 0,0-1-1 0 0,1 0 1 0 0,0 0-1 0 0,-1 0 1 0 0,9 1 0 0 0,-8-2-17 0 0,0-1 0 0 0,0 1 0 0 0,0-2 0 0 0,0 1 0 0 0,0 0 0 0 0,0-1 0 0 0,0 0 0 0 0,0-1 0 0 0,0 1 0 0 0,-1-1 0 0 0,1 0 0 0 0,-1-1 0 0 0,1 1 1 0 0,7-6-1 0 0,-10 6-13 0 0,1-1 1 0 0,-1 0 0 0 0,0 0 0 0 0,1-1 0 0 0,-1 1-1 0 0,-1 0 1 0 0,1-1 0 0 0,0 0 0 0 0,-1 0 0 0 0,0 0 0 0 0,0 0-1 0 0,0 0 1 0 0,0 0 0 0 0,-1-1 0 0 0,0 1 0 0 0,1 0-1 0 0,-2-1 1 0 0,1 1 0 0 0,0-9 0 0 0,-1 1-12 0 0,0-1 1 0 0,-1 1 0 0 0,-1 0-1 0 0,0 0 1 0 0,0-1-1 0 0,-2 2 1 0 0,1-1-1 0 0,-1 0 1 0 0,-1 1-1 0 0,0-1 1 0 0,-1 1 0 0 0,0 1-1 0 0,-9-14 1 0 0,11 19 11 0 0,0 0 1 0 0,0 0-1 0 0,0 1 1 0 0,0-1 0 0 0,-1 1-1 0 0,0 0 1 0 0,0 0-1 0 0,0 1 1 0 0,0 0-1 0 0,-1-1 1 0 0,1 2 0 0 0,-1-1-1 0 0,0 1 1 0 0,0 0-1 0 0,0 0 1 0 0,0 0 0 0 0,0 1-1 0 0,0 0 1 0 0,0 0-1 0 0,0 0 1 0 0,-1 1-1 0 0,1 0 1 0 0,0 0 0 0 0,0 1-1 0 0,-1 0 1 0 0,1 0-1 0 0,-11 4 1 0 0,8-2-2 0 0,1 1 0 0 0,-1 0 0 0 0,1 1 0 0 0,-1 0 1 0 0,1 0-1 0 0,1 1 0 0 0,-1 0 0 0 0,1 0 0 0 0,0 1 0 0 0,1 0 1 0 0,-1 0-1 0 0,-5 9 0 0 0,8-10-230 0 0,0 0 0 0 0,1 0-1 0 0,0 0 1 0 0,0 1 0 0 0,0-1 0 0 0,1 1 0 0 0,-3 11 0 0 0,4-13-218 0 0,0-1 1 0 0,1 1 0 0 0,0-1 0 0 0,0 1 0 0 0,0-1-1 0 0,0 1 1 0 0,1-1 0 0 0,-1 1 0 0 0,1-1 0 0 0,1 1 0 0 0,-1-1-1 0 0,3 7 1 0 0,3 1-3578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8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87 2636 0 0,'-3'-7'8885'0'0,"3"29"-7403"0"0,0-1-1 0 0,1 0 0 0 0,1 1 1 0 0,7 26-1 0 0,-1 6-527 0 0,10 108 828 0 0,-17-160-1659 0 0,7-18-65 0 0,-4-36-58 0 0,-2 11-19 0 0,1 0 1 0 0,3 0 0 0 0,1 0 0 0 0,14-43-1 0 0,-15 68-23 0 0,1-1-1 0 0,10-16 1 0 0,-15 29 30 0 0,0 0 0 0 0,0 1 1 0 0,0-1-1 0 0,1 1 0 0 0,0-1 1 0 0,0 1-1 0 0,0 0 0 0 0,0 0 1 0 0,0 1-1 0 0,1-1 0 0 0,-1 1 1 0 0,1-1-1 0 0,-1 1 0 0 0,6-2 1 0 0,-6 3 10 0 0,0 1 1 0 0,-1-1 0 0 0,1 1 0 0 0,0 0-1 0 0,0 0 1 0 0,0 0 0 0 0,0 0-1 0 0,-1 0 1 0 0,1 1 0 0 0,0-1 0 0 0,0 1-1 0 0,-1 0 1 0 0,1 0 0 0 0,0 0 0 0 0,-1 0-1 0 0,1 0 1 0 0,-1 0 0 0 0,1 1-1 0 0,-1 0 1 0 0,0-1 0 0 0,0 1 0 0 0,1 0-1 0 0,-1 0 1 0 0,-1 0 0 0 0,1 0 0 0 0,0 0-1 0 0,0 0 1 0 0,1 4 0 0 0,3 3 59 0 0,0 1 1 0 0,0 0-1 0 0,-1 0 0 0 0,-1 0 1 0 0,6 18-1 0 0,0 12 236 0 0,-2 1 0 0 0,4 68 1 0 0,-6-45-106 0 0,3-4 22 0 0,-9-59-211 0 0,0 0 0 0 0,0-1 0 0 0,0 1 0 0 0,0 0 0 0 0,1 0 0 0 0,-1 0 0 0 0,0 0 0 0 0,0 0 0 0 0,1 0 1 0 0,-1-1-1 0 0,1 1 0 0 0,-1 0 0 0 0,1 0 0 0 0,-1-1 0 0 0,1 1 0 0 0,-1 0 0 0 0,1-1 0 0 0,0 1 0 0 0,-1 0 0 0 0,1-1 0 0 0,0 1 0 0 0,0-1 0 0 0,-1 1 1 0 0,1-1-1 0 0,0 1 0 0 0,0-1 0 0 0,0 0 0 0 0,-1 1 0 0 0,1-1 0 0 0,0 0 0 0 0,0 0 0 0 0,0 0 0 0 0,0 0 0 0 0,0 1 0 0 0,0-1 0 0 0,1-1 0 0 0,1 1-101 0 0,0-1 0 0 0,1 0 0 0 0,-1 0-1 0 0,0 0 1 0 0,0 0 0 0 0,5-3-1 0 0,-6 3 14 0 0,5-3-481 0 0,1 0 1 0 0,-1-1-1 0 0,0 0 1 0 0,0-1 0 0 0,-1 0-1 0 0,1 0 1 0 0,-1 0-1 0 0,7-10 1 0 0,-6 6-2101 0 0,0 0-1 0 0,10-22 1 0 0,-7 8-4153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8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8 1140 0 0,'-39'0'3627'0'0,"-139"-5"8060"0"0,175 5-11896 0 0,-3-3-853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8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33 1216 0 0,'-10'10'2223'0'0,"1"-2"55"0"0,0 1-1 0 0,1 0 1 0 0,-10 16-1 0 0,17-25-2170 0 0,1 1 0 0 0,0 0 0 0 0,0 0 0 0 0,0 0 0 0 0,1 0 0 0 0,-1 0-1 0 0,0 0 1 0 0,0 0 0 0 0,0 0 0 0 0,1 0 0 0 0,-1-1 0 0 0,0 1 0 0 0,1 0 0 0 0,-1 0 0 0 0,1 0 0 0 0,-1-1 0 0 0,1 1-1 0 0,-1 0 1 0 0,1 0 0 0 0,-1-1 0 0 0,1 1 0 0 0,0 0 0 0 0,-1-1 0 0 0,1 1 0 0 0,0-1 0 0 0,0 1 0 0 0,0-1 0 0 0,-1 1-1 0 0,1-1 1 0 0,0 0 0 0 0,2 1 0 0 0,7 2 205 0 0,1-1-1 0 0,0-1 1 0 0,-1 0 0 0 0,1 0-1 0 0,17-2 1 0 0,56-8 145 0 0,-59 6-306 0 0,268-46-1359 0 0,-99 7-6218 0 0,-105 21 16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09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7 516 2196 0 0,'-6'10'10215'0'0,"5"-8"-10091"0"0,1-1 1 0 0,0 1-1 0 0,1 0 0 0 0,-1 0 0 0 0,0 0 0 0 0,0 0 1 0 0,1-1-1 0 0,-1 1 0 0 0,1 0 0 0 0,0 0 0 0 0,-1 0 1 0 0,1-1-1 0 0,0 1 0 0 0,0-1 0 0 0,0 1 0 0 0,0 0 1 0 0,0-1-1 0 0,0 0 0 0 0,1 1 0 0 0,-1-1 1 0 0,0 0-1 0 0,1 0 0 0 0,-1 1 0 0 0,1-1 0 0 0,-1 0 1 0 0,1 0-1 0 0,0-1 0 0 0,-1 1 0 0 0,1 0 0 0 0,0-1 1 0 0,0 1-1 0 0,0-1 0 0 0,-1 1 0 0 0,1-1 0 0 0,3 1 1 0 0,1-1-91 0 0,0 0-1 0 0,0 0 1 0 0,1-1 0 0 0,-1 0 0 0 0,-1 0 0 0 0,1 0 0 0 0,0-1 0 0 0,0 0 0 0 0,0 0 0 0 0,6-3 0 0 0,1-2-17 0 0,1-1 0 0 0,-2 0 0 0 0,1-1 1 0 0,-1 0-1 0 0,-1-1 0 0 0,1 0 1 0 0,-2-1-1 0 0,1 0 0 0 0,-2-1 0 0 0,1 0 1 0 0,-2 0-1 0 0,0-1 0 0 0,7-15 1 0 0,-6 9-15 0 0,-1-2 0 0 0,-1 1 0 0 0,0-1 0 0 0,-2 0 0 0 0,-1 0 1 0 0,0-1-1 0 0,-2 1 0 0 0,0-34 0 0 0,-2-111-189 0 0,0 156 88 0 0,-1 18 99 0 0,0 19 24 0 0,53 443-440 0 0,-49-456-250 0 0,0 0 0 0 0,8 20 1 0 0,-10-31 68 0 0,1 1 0 0 0,0 0 1 0 0,-1-1-1 0 0,2 1 0 0 0,-1-1 0 0 0,0 1 0 0 0,0-1 1 0 0,1 0-1 0 0,0 0 0 0 0,0 0 0 0 0,0 0 1 0 0,6 4-1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0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152 166 1508 0 0,'5'-18'1928'0'0,"-1"0"0"0"0,-1-1 0 0 0,-1 0 0 0 0,0 1 0 0 0,-2-35 1 0 0,0 52-1891 0 0,0 0 1 0 0,0 0 0 0 0,0 1 0 0 0,0-1 0 0 0,0 0 0 0 0,0 0 0 0 0,-1 0 0 0 0,1 0 0 0 0,0 0 0 0 0,0 1 0 0 0,-1-1 0 0 0,1 0-1 0 0,0 0 1 0 0,-1 0 0 0 0,1 1 0 0 0,-1-1 0 0 0,1 0 0 0 0,-1 1 0 0 0,1-1 0 0 0,-1 0 0 0 0,0 1 0 0 0,1-1 0 0 0,-1 1 0 0 0,0-1 0 0 0,1 1-1 0 0,-2-1 1 0 0,1 0-13 0 0,-1 1-1 0 0,1 0 0 0 0,0 1 0 0 0,0-1 0 0 0,0 0 1 0 0,0 0-1 0 0,-1 0 0 0 0,1 1 0 0 0,0-1 0 0 0,0 1 1 0 0,0-1-1 0 0,0 1 0 0 0,0-1 0 0 0,0 1 0 0 0,0-1 1 0 0,-1 2-1 0 0,-5 3 16 0 0,1 1 1 0 0,1-1-1 0 0,-1 1 0 0 0,-5 8 1 0 0,4-4-24 0 0,0 0 0 0 0,1 0 0 0 0,0 1 0 0 0,0 0 1 0 0,1 0-1 0 0,1 1 0 0 0,0-1 0 0 0,-3 18 0 0 0,6-25-14 0 0,0 0 0 0 0,1 0 0 0 0,0 0 0 0 0,-1 0 0 0 0,1 0 0 0 0,1 0 0 0 0,-1 0 0 0 0,1 0 0 0 0,-1 0 0 0 0,1 0 0 0 0,0 0 0 0 0,1 0 0 0 0,-1-1 0 0 0,1 1 0 0 0,-1 0 0 0 0,1-1 0 0 0,0 1 0 0 0,0-1 0 0 0,1 0 0 0 0,-1 0 0 0 0,1 0 0 0 0,-1 0 0 0 0,1 0 0 0 0,0 0 0 0 0,0-1 0 0 0,1 1 0 0 0,-1-1 0 0 0,0 0 0 0 0,6 3 0 0 0,53 18 130 0 0,-42-17 98 0 0,-1 1 1 0 0,26 13-1 0 0,-40-17-43 0 0,-1-1 1 0 0,0 1-1 0 0,0 0 0 0 0,0 0 0 0 0,0 0 0 0 0,0 0 1 0 0,0 1-1 0 0,-1 0 0 0 0,0-1 0 0 0,0 1 0 0 0,0 1 0 0 0,0-1 1 0 0,-1 0-1 0 0,4 8 0 0 0,-5-8-58 0 0,0 0-1 0 0,-1-1 1 0 0,1 1 0 0 0,-1 0-1 0 0,0 0 1 0 0,0 0 0 0 0,-1-1-1 0 0,1 1 1 0 0,-1 0 0 0 0,0-1-1 0 0,0 1 1 0 0,0 0 0 0 0,0-1-1 0 0,-1 1 1 0 0,1-1 0 0 0,-1 1-1 0 0,0-1 1 0 0,-3 4 0 0 0,-3 6 134 0 0,-2-1 0 0 0,1 0 0 0 0,-14 12 1 0 0,18-19-211 0 0,-1 1 0 0 0,0-1 0 0 0,0-1 0 0 0,0 1 0 0 0,0-1 0 0 0,-1 0 0 0 0,1-1 0 0 0,-1 0 0 0 0,0 0 0 0 0,0 0 0 0 0,0-1 0 0 0,-1 0 0 0 0,-14 2 0 0 0,18-3-255 0 0,-1-1 0 0 0,1 0 0 0 0,-1-1 0 0 0,1 1 0 0 0,-1-1 0 0 0,1 0 0 0 0,-1 0-1 0 0,1 0 1 0 0,0-1 0 0 0,0 1 0 0 0,-1-1 0 0 0,1 0 0 0 0,0-1 0 0 0,0 1 0 0 0,1-1 0 0 0,-1 1 0 0 0,1-1 0 0 0,-1 0-1 0 0,1 0 1 0 0,0-1 0 0 0,0 1 0 0 0,0-1 0 0 0,-4-7 0 0 0,2 4-983 0 0,1-1-1 0 0,0 0 1 0 0,1 0-1 0 0,0-1 1 0 0,0 1-1 0 0,1-1 1 0 0,-2-13-1 0 0,-1-3-5171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0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80 2188 0 0,'-26'-72'9521'0'0,"22"65"-9087"0"0,1 14-1707 0 0,1 12-2876 0 0,4-7-168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1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3 174 1836 0 0,'-1'-5'571'0'0,"0"1"1"0"0,1-1-1 0 0,0 1 0 0 0,0-1 0 0 0,0 1 0 0 0,1 0 0 0 0,-1-1 1 0 0,1 1-1 0 0,0-1 0 0 0,0 1 0 0 0,1 0 0 0 0,-1-1 0 0 0,1 1 1 0 0,3-4-1 0 0,-4 5-429 0 0,2 1 1 0 0,-1-1 0 0 0,0 1-1 0 0,0 0 1 0 0,1 0-1 0 0,-1 0 1 0 0,1 0 0 0 0,0 0-1 0 0,0 0 1 0 0,-1 1-1 0 0,1-1 1 0 0,0 1 0 0 0,0 0-1 0 0,1 0 1 0 0,-1 0 0 0 0,0 0-1 0 0,0 1 1 0 0,0-1-1 0 0,0 1 1 0 0,4 0 0 0 0,5 0 17 0 0,-1 1 1 0 0,0 0 0 0 0,1 0 0 0 0,-1 1 0 0 0,0 1 0 0 0,0 0 0 0 0,-1 0 0 0 0,1 1 0 0 0,0 1-1 0 0,-1 0 1 0 0,0 0 0 0 0,-1 1 0 0 0,1 0 0 0 0,-1 1 0 0 0,0 0 0 0 0,0 0 0 0 0,-1 1 0 0 0,0 0-1 0 0,-1 0 1 0 0,8 11 0 0 0,-7-9-90 0 0,-2-1 0 0 0,1 1 0 0 0,-1 0 0 0 0,-1 0 0 0 0,0 1 1 0 0,0 0-1 0 0,-1 0 0 0 0,0 0 0 0 0,-1 0 0 0 0,-1 0 0 0 0,1 1 0 0 0,-2 0 0 0 0,0-1 0 0 0,0 1 0 0 0,-1 0 0 0 0,0-1 0 0 0,-1 1 0 0 0,-1 0 0 0 0,-3 14 0 0 0,5-24-68 0 0,0-1 1 0 0,-1 1-1 0 0,1-1 0 0 0,-1 1 0 0 0,1-1 0 0 0,-1 1 0 0 0,1-1 0 0 0,-1 0 0 0 0,0 1 1 0 0,0-1-1 0 0,0 0 0 0 0,0 0 0 0 0,0 0 0 0 0,0 1 0 0 0,0-1 0 0 0,0 0 0 0 0,-1 1 0 0 0,1-2 1 0 0,0 0-1 0 0,1 0 0 0 0,-1 0 0 0 0,0 0 0 0 0,1 0 0 0 0,-1 0 1 0 0,1 0-1 0 0,-1-1 0 0 0,0 1 0 0 0,1 0 0 0 0,-1 0 0 0 0,1 0 0 0 0,-1-1 1 0 0,1 1-1 0 0,-1 0 0 0 0,1 0 0 0 0,-1-1 0 0 0,1 1 0 0 0,-1-1 1 0 0,1 1-1 0 0,-1 0 0 0 0,1-1 0 0 0,-1 1 0 0 0,1-1 0 0 0,0 1 1 0 0,-1-1-1 0 0,1 0 0 0 0,-4-4 12 0 0,1 0-1 0 0,1-1 1 0 0,-1 1 0 0 0,1 0-1 0 0,0-1 1 0 0,0 0 0 0 0,0-5-1 0 0,-2-10-24 0 0,2 0 0 0 0,0 1 0 0 0,2-1 0 0 0,0 0 0 0 0,1 0 0 0 0,2 1 0 0 0,0-1 0 0 0,6-23 0 0 0,-6 34 5 0 0,0-1-1 0 0,1 1 1 0 0,0 0 0 0 0,0 0-1 0 0,1 0 1 0 0,1 1-1 0 0,-1-1 1 0 0,2 1-1 0 0,-1 1 1 0 0,1-1-1 0 0,1 1 1 0 0,-1 0 0 0 0,1 1-1 0 0,0 0 1 0 0,1 0-1 0 0,0 1 1 0 0,13-8-1 0 0,-19 12 3 0 0,1 1 0 0 0,0-1-1 0 0,-1 1 1 0 0,1-1 0 0 0,0 1-1 0 0,0 0 1 0 0,0 1 0 0 0,0-1-1 0 0,0 1 1 0 0,1-1 0 0 0,-1 1-1 0 0,0 1 1 0 0,0-1 0 0 0,0 0-1 0 0,0 1 1 0 0,7 2 0 0 0,-7-1 2 0 0,1 0 1 0 0,0 0 0 0 0,-1 1 0 0 0,1 0-1 0 0,-1 0 1 0 0,0 0 0 0 0,0 0 0 0 0,0 1-1 0 0,0-1 1 0 0,0 1 0 0 0,4 7 0 0 0,-1-1 8 0 0,-1 0 1 0 0,0 1 0 0 0,-1 0 0 0 0,0-1-1 0 0,0 2 1 0 0,-2-1 0 0 0,1 0 0 0 0,-1 1-1 0 0,-1 0 1 0 0,2 22 0 0 0,-10 124-144 0 0,2-104-1417 0 0,4-51 1052 0 0,0 26-2311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1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83 843 164 0 0,'9'-28'5433'0'0,"7"-29"0"0"0,-5 16 852 0 0,-12 43-5957 0 0,-3 6-189 0 0,1-1 0 0 0,0 1 0 0 0,1 0 0 0 0,0 0 0 0 0,0 1 0 0 0,0-1 0 0 0,1 0 0 0 0,0 12 0 0 0,1 4 55 0 0,6 44 0 0 0,-5-57-168 0 0,1 0 1 0 0,0 0 0 0 0,1 0 0 0 0,0-1-1 0 0,1 1 1 0 0,0-1 0 0 0,11 18-1 0 0,-13-23-15 0 0,1-1-1 0 0,0 0 0 0 0,1-1 0 0 0,-1 1 0 0 0,0 0 0 0 0,1-1 0 0 0,0 0 0 0 0,0 0 0 0 0,0 0 1 0 0,0 0-1 0 0,1-1 0 0 0,-1 1 0 0 0,1-1 0 0 0,-1 0 0 0 0,1 0 0 0 0,0-1 0 0 0,0 0 1 0 0,-1 0-1 0 0,10 1 0 0 0,-6-1-1 0 0,-1-1 0 0 0,1 0 0 0 0,0 0-1 0 0,0-1 1 0 0,0 0 0 0 0,0 0 0 0 0,-1-1 0 0 0,1 0 0 0 0,0 0 0 0 0,-1-1 0 0 0,0 0 0 0 0,1 0 0 0 0,-1-1 0 0 0,-1 0-1 0 0,1 0 1 0 0,0-1 0 0 0,6-5 0 0 0,-9 6-5 0 0,1-1-1 0 0,-1 0 1 0 0,0 0-1 0 0,0-1 1 0 0,0 1 0 0 0,-1-1-1 0 0,0 1 1 0 0,0-1-1 0 0,0 0 1 0 0,-1 0-1 0 0,1-1 1 0 0,-2 1 0 0 0,1 0-1 0 0,-1-1 1 0 0,0 1-1 0 0,0-1 1 0 0,0 1-1 0 0,-1-1 1 0 0,0 1 0 0 0,-2-12-1 0 0,-1 4-10 0 0,1 1 0 0 0,-2 0-1 0 0,0 0 1 0 0,0 1 0 0 0,-1-1 0 0 0,-1 1-1 0 0,0 0 1 0 0,0 1 0 0 0,-13-17 0 0 0,15 22 0 0 0,-1 0 1 0 0,0 1 0 0 0,0 0 0 0 0,0 0-1 0 0,0 0 1 0 0,-1 0 0 0 0,0 1 0 0 0,0 0 0 0 0,0 1-1 0 0,0-1 1 0 0,0 1 0 0 0,-1 0 0 0 0,0 0-1 0 0,0 1 1 0 0,1 0 0 0 0,-1 1 0 0 0,0-1-1 0 0,-1 1 1 0 0,-8 0 0 0 0,4 1 3 0 0,0 1 0 0 0,-1 0 0 0 0,1 1 0 0 0,0 1 0 0 0,0 0 0 0 0,1 0 0 0 0,-1 1 0 0 0,1 1 0 0 0,-13 6 0 0 0,17-7-3 0 0,0 0 0 0 0,1 0 1 0 0,0 0-1 0 0,-1 1 0 0 0,2 0 1 0 0,-1 0-1 0 0,0 1 1 0 0,1-1-1 0 0,0 1 0 0 0,1 1 1 0 0,-1-1-1 0 0,1 0 1 0 0,0 1-1 0 0,1 0 0 0 0,-5 12 1 0 0,7-16 1 0 0,0 0 0 0 0,0-1 0 0 0,0 1 0 0 0,1 0 0 0 0,-1 0 0 0 0,1 0 1 0 0,0 0-1 0 0,0 0 0 0 0,0 0 0 0 0,0 0 0 0 0,0 0 0 0 0,1 0 0 0 0,-1 0 0 0 0,1 0 1 0 0,0 0-1 0 0,0-1 0 0 0,0 1 0 0 0,0 0 0 0 0,0 0 0 0 0,1-1 0 0 0,-1 1 0 0 0,1-1 0 0 0,0 1 1 0 0,1 1-1 0 0,1-1-50 0 0,-1 0 1 0 0,1 0 0 0 0,0-1-1 0 0,0 1 1 0 0,0-1-1 0 0,0 0 1 0 0,0 0 0 0 0,0-1-1 0 0,1 1 1 0 0,-1-1-1 0 0,0 0 1 0 0,1 0 0 0 0,-1-1-1 0 0,1 1 1 0 0,5-1-1 0 0,9 0-176 0 0,0-2-1 0 0,-1 0 1 0 0,1-1-1 0 0,0 0 1 0 0,-1-2-1 0 0,1 0 1 0 0,-1-1-1 0 0,17-9 1 0 0,8-5-173 0 0,-1-2 0 0 0,39-28 0 0 0,-54 31 110 0 0,-1 0 1 0 0,0-2 0 0 0,-2-1 0 0 0,35-40-1 0 0,-44 44 120 0 0,-1-1 0 0 0,-1 0-1 0 0,-1-1 1 0 0,0-1 0 0 0,-2 1-1 0 0,0-2 1 0 0,8-26-1 0 0,-10 19 212 0 0,0-1 0 0 0,-3 0 0 0 0,0 0 0 0 0,-2 0 0 0 0,-1 0 0 0 0,-2 0 0 0 0,0 0 0 0 0,-2-1 0 0 0,-2 1 0 0 0,-1 0 0 0 0,-13-46 0 0 0,18 74 14 0 0,-1 1 0 0 0,0-1 0 0 0,0 0 0 0 0,1 0 1 0 0,-1 1-1 0 0,-1-1 0 0 0,1 0 0 0 0,0 1 0 0 0,0-1 0 0 0,0 1 0 0 0,-1-1 1 0 0,-2-1-1 0 0,3 2-27 0 0,0 1 0 0 0,1 0 0 0 0,-1 0 1 0 0,0-1-1 0 0,0 1 0 0 0,1 0 0 0 0,-1 0 1 0 0,0 0-1 0 0,0 0 0 0 0,1 0 0 0 0,-1 0 0 0 0,0 0 1 0 0,0 0-1 0 0,1 0 0 0 0,-1 0 0 0 0,0 0 1 0 0,0 0-1 0 0,0 0 0 0 0,1 1 0 0 0,-1-1 1 0 0,0 0-1 0 0,1 1 0 0 0,-1-1 0 0 0,0 0 1 0 0,1 1-1 0 0,-1-1 0 0 0,0 1 0 0 0,1-1 1 0 0,-1 1-1 0 0,1 0 0 0 0,-1-1 0 0 0,1 1 0 0 0,-1-1 1 0 0,1 1-1 0 0,0 0 0 0 0,-1-1 0 0 0,1 2 1 0 0,-6 7 183 0 0,1 0 0 0 0,1 1 1 0 0,0-1-1 0 0,0 1 0 0 0,1 0 1 0 0,0 0-1 0 0,1 0 0 0 0,0 1 1 0 0,0 15-1 0 0,0 15 530 0 0,3 42 0 0 0,-1-83-729 0 0,13 139 1100 0 0,5-2-1 0 0,42 154 1 0 0,-60-290-1107 0 0,77 287 562 0 0,-72-274-548 0 0,0 2 35 0 0,1-1 1 0 0,10 22 0 0 0,-14-34-39 0 0,0 1 1 0 0,0-1-1 0 0,0 0 1 0 0,1 0-1 0 0,-1 0 0 0 0,1 0 1 0 0,-1-1-1 0 0,1 1 1 0 0,0-1-1 0 0,0 1 1 0 0,0-1-1 0 0,0 0 0 0 0,0 0 1 0 0,1 0-1 0 0,6 2 1 0 0,-7-4-24 0 0,0 1 1 0 0,0-1-1 0 0,0 0 0 0 0,-1 0 1 0 0,1-1-1 0 0,0 1 1 0 0,0-1-1 0 0,0 1 1 0 0,-1-1-1 0 0,1 0 0 0 0,0 0 1 0 0,-1 0-1 0 0,1 0 1 0 0,-1-1-1 0 0,1 1 0 0 0,-1 0 1 0 0,0-1-1 0 0,3-2 1 0 0,3-3-210 0 0,0 1 0 0 0,-1-1 0 0 0,10-12 1 0 0,-2 0-726 0 0,-1-2 1 0 0,-1 1-1 0 0,-1-2 1 0 0,-1 1-1 0 0,14-37 1 0 0,-15 27-3165 0 0,11-58 0 0 0,-15 46-1095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2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186 186 1444 0 0,'-49'-5'5008'0'0,"-84"-14"5736"0"0,130 19-10108 0 0,13-10-227 0 0,2 3-372 0 0,0 1 1 0 0,0 0-1 0 0,1 1 0 0 0,0 0 0 0 0,20-5 1 0 0,-4 2-231 0 0,170-47-3473 0 0,-63 23-2611 0 0,-126 30 5579 0 0,54-14-4529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2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97 386 1800 0 0,'-39'24'4463'0'0,"-18"12"2599"0"0,72-40-6206 0 0,-7 0-694 0 0,0-1 0 0 0,0 1 1 0 0,0-2-1 0 0,0 1 0 0 0,12-13 1 0 0,7-3 19 0 0,148-113 243 0 0,-128 95-365 0 0,67-74-1 0 0,-108 105-55 0 0,0 1 0 0 0,0-1 0 0 0,5-9-1 0 0,-10 15-7 0 0,0 0 0 0 0,0-1 0 0 0,0 1 0 0 0,0 0 0 0 0,0-1 0 0 0,0 1 0 0 0,-1-1 0 0 0,1 1-1 0 0,-1-1 1 0 0,1 0 0 0 0,-1 1 0 0 0,0-1 0 0 0,0 1 0 0 0,-1-1 0 0 0,1-3 0 0 0,-1 6 1 0 0,1-1 1 0 0,-1 0-1 0 0,1 1 1 0 0,0-1-1 0 0,-1 1 0 0 0,1-1 1 0 0,-1 0-1 0 0,1 1 1 0 0,-1-1-1 0 0,0 1 1 0 0,1 0-1 0 0,-1-1 1 0 0,1 1-1 0 0,-1-1 1 0 0,0 1-1 0 0,1 0 0 0 0,-1-1 1 0 0,0 1-1 0 0,0 0 1 0 0,1 0-1 0 0,-1 0 1 0 0,0 0-1 0 0,0-1 1 0 0,-20 1 2 0 0,4 4 7 0 0,1 0 0 0 0,0 1-1 0 0,-17 7 1 0 0,28-10-6 0 0,1 0 1 0 0,0-1-1 0 0,0 2 0 0 0,0-1 0 0 0,0 0 0 0 0,1 1 0 0 0,-1 0 0 0 0,1 0 0 0 0,-1 0 0 0 0,1 0 1 0 0,0 0-1 0 0,0 1 0 0 0,0 0 0 0 0,1-1 0 0 0,-1 1 0 0 0,1 0 0 0 0,-3 8 0 0 0,4-9-2 0 0,1 1 0 0 0,0-1 0 0 0,0 1 0 0 0,0 0-1 0 0,0-1 1 0 0,1 1 0 0 0,-1-1 0 0 0,1 1 0 0 0,0-1-1 0 0,0 1 1 0 0,0-1 0 0 0,1 0 0 0 0,-1 1 0 0 0,1-1-1 0 0,-1 0 1 0 0,1 0 0 0 0,0 0 0 0 0,1 0 0 0 0,-1 0-1 0 0,0-1 1 0 0,5 5 0 0 0,6 5-8 0 0,0-1 0 0 0,0 0 0 0 0,16 9 0 0 0,19 10-30 0 0,-25-17 57 0 0,-1 2 1 0 0,-1 0-1 0 0,26 24 1 0 0,-45-38 7 0 0,-1 0 0 0 0,1 0 0 0 0,-1 1 1 0 0,0-1-1 0 0,1 1 0 0 0,-1-1 0 0 0,0 1 0 0 0,0-1 0 0 0,0 1 0 0 0,0 0 0 0 0,0 0 0 0 0,-1-1 0 0 0,1 1 1 0 0,-1 0-1 0 0,1 0 0 0 0,-1 0 0 0 0,1 0 0 0 0,-1 0 0 0 0,0 0 0 0 0,0 0 0 0 0,0 0 0 0 0,0 0 0 0 0,0-1 1 0 0,0 1-1 0 0,-1 0 0 0 0,1 0 0 0 0,-1 0 0 0 0,1 0 0 0 0,-1 0 0 0 0,0-1 0 0 0,-1 4 0 0 0,-1-1 7 0 0,0 0 0 0 0,-1 0-1 0 0,0 0 1 0 0,1-1 0 0 0,-1 1-1 0 0,0-1 1 0 0,-1 0-1 0 0,1 0 1 0 0,-1 0 0 0 0,-8 3-1 0 0,-14 5-208 0 0,-1-2-1 0 0,1-1 0 0 0,-2-2 0 0 0,1 0 1 0 0,-42 2-1 0 0,67-8-547 0 0,1-8-1372 0 0,2 8 2044 0 0,0-1 0 0 0,0 1 0 0 0,0 0 0 0 0,-1 0-1 0 0,1-1 1 0 0,0 1 0 0 0,0 0 0 0 0,0-1 0 0 0,0 1-1 0 0,0 0 1 0 0,0-1 0 0 0,0 1 0 0 0,0 0 0 0 0,1-1-1 0 0,-1 1 1 0 0,0 0 0 0 0,0-1 0 0 0,0 1 0 0 0,0 0 0 0 0,0 0-1 0 0,0-1 1 0 0,1 1 0 0 0,-1 0 0 0 0,0-1 0 0 0,0 1-1 0 0,0 0 1 0 0,1 0 0 0 0,-1 0 0 0 0,0-1 0 0 0,0 1-1 0 0,1 0 1 0 0,-1 0 0 0 0,0 0 0 0 0,1 0 0 0 0,-1-1-1 0 0,0 1 1 0 0,1 0 0 0 0,25-18-4699 0 0,-11 8 785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3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195 912 1536 0 0,'9'-7'1385'0'0,"0"0"-1"0"0,0-1 1 0 0,0 0-1 0 0,-1 0 1 0 0,10-14 0 0 0,-17 21-1266 0 0,0 0 0 0 0,-1 0 0 0 0,1 0 0 0 0,-1-1 0 0 0,1 1 0 0 0,-1 0 0 0 0,1 0 0 0 0,-1 0 0 0 0,1-1 0 0 0,-1 1 0 0 0,0 0 0 0 0,0-1 0 0 0,0 1 0 0 0,0 0 0 0 0,0 0 0 0 0,0-1 0 0 0,0 1 0 0 0,0 0 1 0 0,0-1-1 0 0,-1 1 0 0 0,1 0 0 0 0,0 0 0 0 0,-1-1 0 0 0,1 1 0 0 0,-1 0 0 0 0,0 0 0 0 0,1 0 0 0 0,-1 0 0 0 0,-1-2 0 0 0,0 1-22 0 0,0 0 0 0 0,0 0-1 0 0,0 1 1 0 0,0-1 0 0 0,0 1 0 0 0,-1 0-1 0 0,1-1 1 0 0,0 1 0 0 0,-1 0 0 0 0,1 0 0 0 0,-1 1-1 0 0,1-1 1 0 0,-1 0 0 0 0,1 1 0 0 0,-5-1-1 0 0,1 1-43 0 0,0 0 0 0 0,1 0-1 0 0,-1 1 1 0 0,1-1-1 0 0,-1 1 1 0 0,1 1 0 0 0,-1-1-1 0 0,1 1 1 0 0,-1 0 0 0 0,1 0-1 0 0,0 0 1 0 0,-8 6-1 0 0,5-3-6 0 0,0 1 0 0 0,1 0 0 0 0,-1 1 0 0 0,1 0 0 0 0,0 0 0 0 0,-10 15 0 0 0,7-7-30 0 0,0 1 0 0 0,2 0 0 0 0,-1 0 0 0 0,2 1 0 0 0,0 0 0 0 0,1 0 0 0 0,-6 30 0 0 0,11-37-8 0 0,-1 0-1 0 0,1-1 1 0 0,1 1-1 0 0,0 0 1 0 0,0 0-1 0 0,1 0 1 0 0,0-1-1 0 0,1 1 1 0 0,0 0-1 0 0,5 15 1 0 0,-5-20-2 0 0,0 0 1 0 0,0-1-1 0 0,1 0 0 0 0,0 1 1 0 0,-1-1-1 0 0,1 0 1 0 0,0-1-1 0 0,1 1 1 0 0,-1 0-1 0 0,1-1 0 0 0,0 0 1 0 0,0 0-1 0 0,0 0 1 0 0,0 0-1 0 0,0-1 1 0 0,0 1-1 0 0,1-1 0 0 0,-1 0 1 0 0,1 0-1 0 0,0-1 1 0 0,0 0-1 0 0,9 2 1 0 0,-7-2 0 0 0,1 0 0 0 0,-1-1 0 0 0,0 0 0 0 0,1-1 0 0 0,-1 1 0 0 0,0-1 0 0 0,0-1 0 0 0,1 1 0 0 0,-1-1 0 0 0,0-1 0 0 0,0 1 0 0 0,-1-1 0 0 0,1 0 0 0 0,-1-1 0 0 0,1 1 0 0 0,-1-1 0 0 0,0-1 0 0 0,0 1 0 0 0,-1-1 0 0 0,1 0 0 0 0,-1 0 0 0 0,0-1 0 0 0,-1 1 0 0 0,1-1 0 0 0,-1 0 1 0 0,0-1-1 0 0,-1 1 0 0 0,1 0 0 0 0,-1-1 0 0 0,0 0 0 0 0,-1 0 0 0 0,0 0 0 0 0,3-14 0 0 0,-2-10-6 0 0,0 1-1 0 0,-2-1 1 0 0,-1 0 0 0 0,-5-33-1 0 0,4 62 66 0 0,-2 25 269 0 0,3-2-254 0 0,1-1 0 0 0,1 1 0 0 0,1-1-1 0 0,1 1 1 0 0,0-1 0 0 0,2 0 0 0 0,0 0 0 0 0,1-1 0 0 0,12 22 0 0 0,-18-38-74 0 0,2 0 0 0 0,-1 0 0 0 0,0 0 1 0 0,1 0-1 0 0,-1 0 0 0 0,1 0 0 0 0,0-1 1 0 0,0 1-1 0 0,0-1 0 0 0,0 0 0 0 0,0 0 1 0 0,0 0-1 0 0,1 0 0 0 0,-1 0 0 0 0,4 0 1 0 0,0 0-12 0 0,-1 0 0 0 0,0-1 0 0 0,0 0 0 0 0,0-1 0 0 0,1 1 1 0 0,-1-1-1 0 0,0 0 0 0 0,10-2 0 0 0,-1-1-156 0 0,-1 0 0 0 0,1-1-1 0 0,-1-1 1 0 0,0 0 0 0 0,0-1 0 0 0,24-13 0 0 0,-25 10-70 0 0,0-1 0 0 0,-1 0 0 0 0,0-1 0 0 0,0 0 0 0 0,-1 0 0 0 0,-1-1 0 0 0,0-1 0 0 0,-1 0 0 0 0,12-20 0 0 0,-4 1-135 0 0,-2-1-1 0 0,-1 0 1 0 0,11-38-1 0 0,-8 8 261 0 0,-3-2 1 0 0,-3 1-1 0 0,-2-1 0 0 0,-4-1 0 0 0,-2 1 1 0 0,-3-1-1 0 0,-11-80 0 0 0,8 114 439 0 0,-1-1 0 0 0,-2 1-1 0 0,-2 0 1 0 0,0 1-1 0 0,-15-35 1 0 0,22 65-323 0 0,1-1 0 0 0,-1 1 0 0 0,1 0 0 0 0,-1 0 0 0 0,1 0 1 0 0,-1 0-1 0 0,0 0 0 0 0,1 0 0 0 0,-1 0 0 0 0,0 0 0 0 0,0 0 0 0 0,0 0 0 0 0,0 0 0 0 0,0 1 1 0 0,0-1-1 0 0,0 0 0 0 0,0 1 0 0 0,0-1 0 0 0,0 1 0 0 0,-2-2 0 0 0,2 2-6 0 0,0 0 1 0 0,0 1-1 0 0,0-1 1 0 0,0 0-1 0 0,0 0 0 0 0,0 0 1 0 0,0 1-1 0 0,0-1 0 0 0,1 1 1 0 0,-1-1-1 0 0,0 0 0 0 0,0 1 1 0 0,0 0-1 0 0,0-1 0 0 0,1 1 1 0 0,-1-1-1 0 0,0 1 0 0 0,0 0 1 0 0,0 1-1 0 0,-3 4 22 0 0,0-1 0 0 0,0 1 0 0 0,1 0 0 0 0,-1 1 0 0 0,-3 10 0 0 0,-6 26 137 0 0,2 0-1 0 0,1 0 1 0 0,-4 50-1 0 0,-1 134 408 0 0,13-204-518 0 0,4 277 369 0 0,4-225-351 0 0,31 145 0 0 0,-34-207-124 0 0,0 0 1 0 0,1-1-1 0 0,1 1 1 0 0,0-1 0 0 0,1 0-1 0 0,0-1 1 0 0,14 20 0 0 0,-16-26-46 0 0,1 0-1 0 0,-1 0 1 0 0,1 0 0 0 0,0-1 0 0 0,0 0 0 0 0,1 0 0 0 0,-1 0 0 0 0,1-1 0 0 0,0 1-1 0 0,0-1 1 0 0,0-1 0 0 0,0 1 0 0 0,1-1 0 0 0,-1 0 0 0 0,1-1 0 0 0,12 2 0 0 0,-11-2-9 0 0,1 0 0 0 0,-1-1 0 0 0,0-1 0 0 0,1 1 0 0 0,-1-1 0 0 0,1 0 0 0 0,-1-1 0 0 0,0 0 0 0 0,0-1 0 0 0,0 1 0 0 0,0-1 0 0 0,0-1 0 0 0,10-6 0 0 0,-8 4 24 0 0,0-2-1 0 0,-1 1 1 0 0,0-1-1 0 0,-1 0 1 0 0,0-1-1 0 0,0 0 1 0 0,0-1-1 0 0,9-16 1 0 0,-2-2 218 0 0,-1-2 1 0 0,-1 0 0 0 0,-1 0-1 0 0,-2-1 1 0 0,-1 0 0 0 0,5-34-1 0 0,-8 29 2188 0 0,3-66 0 0 0,-9 100-2160 0 0,-1 4-113 0 0,-1 5 2 0 0,0-1 1 0 0,0 0-1 0 0,0 1 1 0 0,1-1 0 0 0,0 1-1 0 0,1-1 1 0 0,-1 1 0 0 0,1 7-1 0 0,6 59 195 0 0,-5-63-219 0 0,15 95 178 0 0,-14-93-200 0 0,1-1 0 0 0,1 1 0 0 0,0-1 0 0 0,0 0 0 0 0,1 0 0 0 0,12 18 0 0 0,-15-26-141 0 0,0 0-1 0 0,0-1 0 0 0,0 1 1 0 0,1-1-1 0 0,-1 1 0 0 0,1-1 1 0 0,-1 0-1 0 0,1 0 0 0 0,0 0 1 0 0,0-1-1 0 0,0 1 0 0 0,0-1 0 0 0,0 1 1 0 0,0-1-1 0 0,0 0 0 0 0,0 0 1 0 0,1-1-1 0 0,-1 1 0 0 0,0-1 1 0 0,7 1-1 0 0,-5-1-525 0 0,0-1 0 0 0,1 0 0 0 0,-1 0 0 0 0,0 0 0 0 0,0 0 0 0 0,0-1 0 0 0,0 0 0 0 0,0 0 0 0 0,0-1 0 0 0,0 1 0 0 0,-1-1 0 0 0,6-4 0 0 0,6-6-4447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4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108 104 2168 0 0,'-17'-15'2518'0'0,"-40"-37"4975"0"0,24 15-7002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11 328 0 0,'-157'50'15258'0'0,"144"-44"-14363"0"0,13-6-878 0 0,0 0-1 0 0,0 0 0 0 0,0 1 1 0 0,0-1-1 0 0,0 0 0 0 0,0 0 0 0 0,0 0 1 0 0,0 0-1 0 0,0 0 0 0 0,0 0 0 0 0,0 1 1 0 0,0-1-1 0 0,0 0 0 0 0,0 0 1 0 0,0 0-1 0 0,0 0 0 0 0,0 0 0 0 0,0 1 1 0 0,0-1-1 0 0,0 0 0 0 0,0 0 0 0 0,0 0 1 0 0,0 0-1 0 0,1 0 0 0 0,-1 0 0 0 0,0 0 1 0 0,0 1-1 0 0,0-1 0 0 0,0 0 1 0 0,0 0-1 0 0,0 0 0 0 0,0 0 0 0 0,0 0 1 0 0,0 0-1 0 0,1 0 0 0 0,-1 0 0 0 0,0 0 1 0 0,0 0-1 0 0,0 0 0 0 0,0 0 1 0 0,0 0-1 0 0,0 0 0 0 0,1 0 0 0 0,-1 0 1 0 0,2 1 30 0 0,0 0 0 0 0,1-1 0 0 0,-1 1 0 0 0,0-1 1 0 0,0 0-1 0 0,1 0 0 0 0,-1 0 0 0 0,3 0 0 0 0,206-32-1313 0 0,31-4-7977 0 0,-196 30 4518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5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376 776 1744 0 0,'-3'0'7005'0'0,"-23"-6"-2503"0"0,24 5-3905 0 0,-12-5 678 0 0,7 5-1175 0 0,-1-1 0 0 0,0 1 1 0 0,1 0-1 0 0,-1 1 0 0 0,0 0 1 0 0,0 0-1 0 0,0 0 0 0 0,1 1 1 0 0,-1 0-1 0 0,0 1 0 0 0,1 0 1 0 0,-1 0-1 0 0,1 1 0 0 0,0 0 1 0 0,0 0-1 0 0,0 0 0 0 0,0 1 1 0 0,0 0-1 0 0,-6 6 0 0 0,8-7-95 0 0,1 1-1 0 0,0-1 1 0 0,0 1-1 0 0,0 0 1 0 0,0 1-1 0 0,1-1 1 0 0,0 1-1 0 0,0 0 1 0 0,0-1-1 0 0,0 1 1 0 0,1 0-1 0 0,0 1 1 0 0,0-1-1 0 0,0 0 1 0 0,1 1-1 0 0,0-1 1 0 0,0 1-1 0 0,0-1 1 0 0,0 1-1 0 0,1-1 1 0 0,0 1-1 0 0,0 0 1 0 0,1-1-1 0 0,0 1 0 0 0,0-1 1 0 0,0 1-1 0 0,3 7 1 0 0,1-1-1 0 0,1-1 0 0 0,0 1 0 0 0,1-1-1 0 0,0 0 1 0 0,1-1 0 0 0,1 0 0 0 0,-1 0 0 0 0,19 15 0 0 0,-9-7-12 0 0,16 20 0 0 0,-24-25-9 0 0,-5-8 33 0 0,-2-1 0 0 0,1 1 0 0 0,0 0 0 0 0,-1 1 0 0 0,0-1 0 0 0,3 9 0 0 0,-5-12-10 0 0,-1 0 0 0 0,1 0 0 0 0,-1 0 1 0 0,0 0-1 0 0,0 0 0 0 0,0 0 0 0 0,0 0 0 0 0,0 1 0 0 0,0-1 1 0 0,-1 0-1 0 0,1 0 0 0 0,-1 0 0 0 0,1 0 0 0 0,-1 0 0 0 0,0 0 1 0 0,0 0-1 0 0,0 0 0 0 0,0-1 0 0 0,0 1 0 0 0,0 0 0 0 0,0 0 1 0 0,-1-1-1 0 0,-2 3 0 0 0,-5 5 9 0 0,0-1 1 0 0,-1 0-1 0 0,0 0 0 0 0,0-1 0 0 0,0-1 1 0 0,-1 0-1 0 0,-1 0 0 0 0,1-1 1 0 0,-19 6-1 0 0,-12 1-50 0 0,-56 8 0 0 0,87-18 5 0 0,8-1-64 0 0,-10-6-492 0 0,21-4 254 0 0,0 0 1 0 0,0 0 0 0 0,1 1-1 0 0,0 0 1 0 0,1 0 0 0 0,-1 1-1 0 0,18-9 1 0 0,18-15-211 0 0,-43 30 527 0 0,129-100-869 0 0,136-135-1 0 0,-224 191 780 0 0,-1-3-1 0 0,39-59 1 0 0,-57 70 40 0 0,-1 0 0 0 0,-3-2-1 0 0,31-79 1 0 0,-40 85 99 0 0,-1 0 0 0 0,-2 0-1 0 0,-1 0 1 0 0,2-40-1 0 0,-8 57 91 0 0,0 0 0 0 0,-1-1 0 0 0,-1 1 0 0 0,-1-1 0 0 0,0 1 0 0 0,-1 0 0 0 0,-1 0 0 0 0,-1 0-1 0 0,0 1 1 0 0,-12-27 0 0 0,15 39-107 0 0,0 0 0 0 0,1 0-1 0 0,-2 0 1 0 0,1 0 0 0 0,0 0-1 0 0,0 1 1 0 0,-1-1 0 0 0,0 1-1 0 0,1-1 1 0 0,-1 1 0 0 0,-5-3-1 0 0,7 5-12 0 0,0-1 0 0 0,-1 1 0 0 0,1-1 0 0 0,0 1 0 0 0,-1-1 0 0 0,1 1 0 0 0,-1 0 0 0 0,1 0 0 0 0,-1 0 0 0 0,1 0 0 0 0,-1 0 0 0 0,1 0 0 0 0,0 0 0 0 0,-1 0 0 0 0,1 1 0 0 0,-1-1-1 0 0,1 0 1 0 0,-1 1 0 0 0,1 0 0 0 0,0-1 0 0 0,0 1 0 0 0,-1 0 0 0 0,1-1 0 0 0,0 1 0 0 0,0 0 0 0 0,0 0 0 0 0,-1 0 0 0 0,1 0 0 0 0,0 0 0 0 0,0 0 0 0 0,0 2 0 0 0,-8 8 69 0 0,1 1 1 0 0,0 0 0 0 0,1 0-1 0 0,1 1 1 0 0,0 0-1 0 0,0 0 1 0 0,-6 27-1 0 0,-16 102 608 0 0,27-131-625 0 0,-16 128 715 0 0,7 1 0 0 0,8 159-1 0 0,42 280 365 0 0,-34-518-1063 0 0,10 112 142 0 0,21 339 193 0 0,-37-466-55 0 0,-1 0 0 0 0,-3 0 0 0 0,-2 0 0 0 0,-22 88 0 0 0,9-73 882 0 0,19-60-1024 0 0,-1-1-206 0 0,0 0 0 0 0,1 0-1 0 0,-1-1 1 0 0,1 1 0 0 0,-1 0-1 0 0,0 0 1 0 0,1-1 0 0 0,-1 1-1 0 0,1-1 1 0 0,-1 1 0 0 0,1-1-1 0 0,-1 1 1 0 0,1-1 0 0 0,-1 1-1 0 0,1-1 1 0 0,-1 1 0 0 0,1-1-1 0 0,0 1 1 0 0,-1-1 0 0 0,1 0-1 0 0,0 1 1 0 0,-1-1 0 0 0,1 1-1 0 0,0-1 1 0 0,0 0 0 0 0,0 0-1 0 0,0 1 1 0 0,-1-1 0 0 0,1 0-1 0 0,0 1 1 0 0,0-1 0 0 0,0 0 0 0 0,1 1-1 0 0,-1-1 1 0 0,0 0 0 0 0,0 1-1 0 0,1-2 1 0 0,5-28 17 0 0,1 11-22 0 0,0 0 0 0 0,2 0 0 0 0,19-31 0 0 0,42-50-40 0 0,-43 64 24 0 0,41-72 0 0 0,-62 95 29 0 0,0 0 0 0 0,0-1 0 0 0,-1 1 0 0 0,-1-1-1 0 0,0 0 1 0 0,-1 0 0 0 0,-1 0 0 0 0,0-1 0 0 0,-1-26-1 0 0,-1 30-10 0 0,-1 1 0 0 0,-1 0-1 0 0,0 0 1 0 0,0 0 0 0 0,-1 0-1 0 0,0 0 1 0 0,-1 0 0 0 0,0 1-1 0 0,-1 0 1 0 0,-6-10 0 0 0,2 6 0 0 0,0 0 0 0 0,-2 0 0 0 0,1 1 0 0 0,-2 0 0 0 0,-22-17 0 0 0,-7 0 0 0 0,-2 1 1 0 0,-2 3 0 0 0,-49-22-1 0 0,66 34-1 0 0,0 0 2 0 0,-6-3-13 0 0,-42-27 1 0 0,75 42-9 0 0,0 1 0 0 0,0-1-1 0 0,0 0 1 0 0,0 1 0 0 0,0-1 0 0 0,1 0 0 0 0,-1 0-1 0 0,0 0 1 0 0,0 0 0 0 0,0 0 0 0 0,1 0 0 0 0,-1 0-1 0 0,1 0 1 0 0,-1 0 0 0 0,1 0 0 0 0,-1 0 0 0 0,1 0-1 0 0,-1 0 1 0 0,1 0 0 0 0,0 0 0 0 0,0-1-1 0 0,0 1 1 0 0,-1 0 0 0 0,1 0 0 0 0,1-2 0 0 0,-1 1-43 0 0,1-1 0 0 0,0 1 1 0 0,0-1-1 0 0,0 1 0 0 0,0 0 1 0 0,0-1-1 0 0,0 1 0 0 0,1 0 0 0 0,-1 0 1 0 0,1 0-1 0 0,2-3 0 0 0,5-4-381 0 0,1 1 0 0 0,0 0 0 0 0,18-11 0 0 0,132-69-4611 0 0,-113 66 3527 0 0,-2-2 1 0 0,-1-2-1 0 0,42-32 0 0 0,-70 45 1258 0 0,-1 0 0 0 0,-1-1-1 0 0,0 0 1 0 0,-1-1 0 0 0,20-32-1 0 0,-26 37 560 0 0,-2-1 0 0 0,1 0 0 0 0,-1 0 0 0 0,-1-1 0 0 0,0 0 0 0 0,-1 1 0 0 0,0-1 0 0 0,-1 0 0 0 0,0-1 0 0 0,0-20 0 0 0,1-59 5145 0 0,-3 90-5158 0 0,3-7 1615 0 0,0 19-1250 0 0,12 58 176 0 0,42 160-755 0 0,-57-226-248 0 0,1-1-1 0 0,0 1 1 0 0,0 0 0 0 0,0-1 0 0 0,0 1 0 0 0,0 0 0 0 0,0-1-1 0 0,0 1 1 0 0,0-1 0 0 0,1 0 0 0 0,-1 1 0 0 0,1-1 0 0 0,-1 0 0 0 0,1 0-1 0 0,-1 0 1 0 0,4 2 0 0 0,-3-2-176 0 0,0-1 1 0 0,0 1-1 0 0,0 0 0 0 0,0-1 1 0 0,0 0-1 0 0,0 1 0 0 0,0-1 1 0 0,0 0-1 0 0,0 0 0 0 0,0 0 1 0 0,0 0-1 0 0,0 0 0 0 0,0-1 1 0 0,0 1-1 0 0,0 0 0 0 0,0-1 1 0 0,-1 0-1 0 0,1 1 0 0 0,0-1 1 0 0,0 0-1 0 0,0 0 0 0 0,-1 0 1 0 0,1 0-1 0 0,2-2 0 0 0,5-7-3662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5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64 1116 0 0,'-4'-5'835'0'0,"0"0"-1"0"0,0 1 1 0 0,0-1 0 0 0,-1 1 0 0 0,0 0-1 0 0,0 0 1 0 0,0 0 0 0 0,-9-4-1 0 0,7 5-498 0 0,1 0 0 0 0,-1 0 0 0 0,1 0 0 0 0,-1 1 0 0 0,0 0 0 0 0,-12-2 0 0 0,17 4-300 0 0,-11 5-258 0 0,12-5 20 0 0,0 0 0 0 0,0 0 0 0 0,0 1-1 0 0,0-1 1 0 0,1 0 0 0 0,-1 1-1 0 0,0-1 1 0 0,0 1 0 0 0,0-1 0 0 0,1 1-1 0 0,-1-1 1 0 0,0 1 0 0 0,0-1-1 0 0,1 1 1 0 0,-1 0 0 0 0,1-1-1 0 0,-1 1 1 0 0,1 0 0 0 0,-1-1 0 0 0,1 1-1 0 0,-1 0 1 0 0,1 0 0 0 0,-1 0-1 0 0,1-1 1 0 0,0 1 0 0 0,-1 2-1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6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1420 0 0,'17'42'7031'0'0,"-13"-32"-5957"0"0,0 0 0 0 0,0 0-1 0 0,1 0 1 0 0,1-1 0 0 0,7 12 0 0 0,-11-19-986 0 0,1 0 0 0 0,-1 0 0 0 0,1 0 0 0 0,0 0 0 0 0,0-1 0 0 0,-1 1 0 0 0,1-1 0 0 0,0 0 0 0 0,0 1 0 0 0,0-2 0 0 0,0 1 0 0 0,1 0 0 0 0,-1 0 0 0 0,0-1 0 0 0,0 0 0 0 0,0 0 0 0 0,1 0 0 0 0,-1 0 0 0 0,4-1 0 0 0,1 1-38 0 0,0-1 0 0 0,-1-1-1 0 0,1 1 1 0 0,-1-2 0 0 0,0 1 0 0 0,14-7-1 0 0,-17 7-36 0 0,0-1 1 0 0,0 0-1 0 0,0 1 0 0 0,0-2 0 0 0,-1 1 0 0 0,0 0 0 0 0,1-1 0 0 0,-1 0 1 0 0,0 1-1 0 0,-1-1 0 0 0,1-1 0 0 0,-1 1 0 0 0,1 0 0 0 0,-1 0 0 0 0,1-7 1 0 0,0 4-15 0 0,-2 0 0 0 0,1 0-1 0 0,-1 0 1 0 0,0 0 0 0 0,-1 0 0 0 0,1 0 0 0 0,-1 0 0 0 0,-1 0 0 0 0,-2-14 0 0 0,3 19-2 0 0,0-1 0 0 0,-1 1 0 0 0,1 0-1 0 0,-1 0 1 0 0,0 0 0 0 0,0 0 0 0 0,0 0 0 0 0,0 0 0 0 0,0 0-1 0 0,0 0 1 0 0,0 0 0 0 0,-1 0 0 0 0,1 1 0 0 0,-1-1-1 0 0,1 1 1 0 0,-4-4 0 0 0,3 5 4 0 0,0-1 0 0 0,1 0-1 0 0,-1 0 1 0 0,0 1 0 0 0,0-1 0 0 0,1 1 0 0 0,-1 0-1 0 0,0-1 1 0 0,0 1 0 0 0,0 0 0 0 0,0 0 0 0 0,1 0-1 0 0,-1 0 1 0 0,0 0 0 0 0,0 1 0 0 0,0-1-1 0 0,-2 1 1 0 0,-6 3 47 0 0,1 1-1 0 0,-1-1 0 0 0,1 1 1 0 0,0 1-1 0 0,1 0 1 0 0,-1 0-1 0 0,1 0 1 0 0,0 1-1 0 0,1 0 0 0 0,0 1 1 0 0,0 0-1 0 0,-11 17 1 0 0,9-13-18 0 0,2 0 0 0 0,-1 1 0 0 0,2 0 1 0 0,0 0-1 0 0,0 0 0 0 0,1 1 0 0 0,1 0 1 0 0,0 0-1 0 0,-1 16 0 0 0,4-26-134 0 0,1 0 0 0 0,-1 0 0 0 0,1 0 0 0 0,1 0 0 0 0,-1 0 0 0 0,1 0 0 0 0,-1 0 0 0 0,1 0 0 0 0,0 0 0 0 0,0 0 0 0 0,1 0 0 0 0,-1 0 0 0 0,1 0 0 0 0,0-1 0 0 0,0 1 0 0 0,0-1-1 0 0,1 1 1 0 0,-1-1 0 0 0,1 0 0 0 0,0 0 0 0 0,-1 0 0 0 0,1 0 0 0 0,1-1 0 0 0,-1 1 0 0 0,0-1 0 0 0,1 1 0 0 0,-1-1 0 0 0,1-1 0 0 0,0 1 0 0 0,-1 0 0 0 0,1-1 0 0 0,8 2 0 0 0,2 1-583 0 0,1-1-1 0 0,0-1 1 0 0,-1-1-1 0 0,1 0 1 0 0,0 0-1 0 0,0-2 1 0 0,27-3-1 0 0,-23 0-1214 0 0,32-9-1 0 0,-13-1-1036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6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230 915 728 0 0,'1'-4'546'0'0,"0"1"0"0"0,0-1 0 0 0,-1 1 0 0 0,1-1 0 0 0,-1 0 0 0 0,0 1 0 0 0,0-1 0 0 0,0 0 0 0 0,-1 1 0 0 0,1-1 0 0 0,-2-3 0 0 0,1 4-328 0 0,0 0 0 0 0,0 1 0 0 0,0-1 0 0 0,-1 0 1 0 0,1 1-1 0 0,-1-1 0 0 0,1 1 0 0 0,-1-1 0 0 0,0 1 0 0 0,0 0 0 0 0,0 0 0 0 0,-1 0 0 0 0,1 0 0 0 0,0 0 0 0 0,-1 1 0 0 0,1-1 0 0 0,-1 1 1 0 0,1-1-1 0 0,-1 1 0 0 0,-4-1 0 0 0,4 1-125 0 0,0 0-1 0 0,0 1 1 0 0,-1 0 0 0 0,1 0 0 0 0,0 0 0 0 0,0 0 0 0 0,0 0 0 0 0,0 1-1 0 0,0-1 1 0 0,0 1 0 0 0,0 0 0 0 0,0 0 0 0 0,0 0 0 0 0,0 0 0 0 0,0 0-1 0 0,-4 4 1 0 0,-1-1 69 0 0,0 2-1 0 0,1-1 1 0 0,-1 1-1 0 0,-6 7 0 0 0,5-2-81 0 0,0 0 0 0 0,1 0-1 0 0,0 1 1 0 0,1 0-1 0 0,0 0 1 0 0,1 0 0 0 0,0 1-1 0 0,1 0 1 0 0,1 1 0 0 0,0-1-1 0 0,1 1 1 0 0,0-1-1 0 0,1 1 1 0 0,0 0 0 0 0,1 0-1 0 0,1 0 1 0 0,0 0 0 0 0,1 0-1 0 0,1 0 1 0 0,3 15-1 0 0,-4-26-64 0 0,0 1-1 0 0,0-1 0 0 0,0 0 0 0 0,1 1 0 0 0,-1-1 1 0 0,1 0-1 0 0,0 0 0 0 0,0 0 0 0 0,0 0 1 0 0,0-1-1 0 0,0 1 0 0 0,0-1 0 0 0,1 1 0 0 0,0-1 1 0 0,-1 0-1 0 0,1 0 0 0 0,0 0 0 0 0,3 2 0 0 0,-1-2-2 0 0,0 0 0 0 0,0 0-1 0 0,0-1 1 0 0,0 0-1 0 0,1 0 1 0 0,-1 0 0 0 0,0 0-1 0 0,0-1 1 0 0,1 0 0 0 0,-1 0-1 0 0,6-1 1 0 0,0-1-20 0 0,-1 0-1 0 0,1-1 1 0 0,-1 0 0 0 0,1 0 0 0 0,-1-1 0 0 0,0 0 0 0 0,0-1-1 0 0,-1 0 1 0 0,1-1 0 0 0,-1 0 0 0 0,9-8 0 0 0,-4-1-43 0 0,0 0 0 0 0,-1-1 0 0 0,-1 0 1 0 0,-1-1-1 0 0,-1-1 0 0 0,0 0 0 0 0,-1 0 0 0 0,-1 0 1 0 0,0-1-1 0 0,-2-1 0 0 0,8-33 0 0 0,-3-7-122 0 0,-3 0-1 0 0,2-99 1 0 0,-9 81 36 0 0,-14-118 0 0 0,7 152 278 0 0,-2 0 1 0 0,-3 0 0 0 0,-1 1-1 0 0,-19-47 1 0 0,25 78-54 0 0,1 0-1 0 0,-2 0 1 0 0,-8-12 0 0 0,13 21-42 0 0,-1-1 0 0 0,0 1 0 0 0,0-1 0 0 0,0 1 0 0 0,0 0 0 0 0,0 0 0 0 0,-1 1 0 0 0,1-1 0 0 0,-1 1 0 0 0,1-1 0 0 0,-1 1 0 0 0,-7-3 0 0 0,9 5-34 0 0,0 0 1 0 0,1 0-1 0 0,-1 0 1 0 0,0 0-1 0 0,1 0 1 0 0,-1 0-1 0 0,0 0 1 0 0,1 0 0 0 0,-1 1-1 0 0,0-1 1 0 0,1 0-1 0 0,-1 1 1 0 0,1 0-1 0 0,-1-1 1 0 0,1 1-1 0 0,-1 0 1 0 0,1 0 0 0 0,-1 0-1 0 0,1 0 1 0 0,0 0-1 0 0,0 0 1 0 0,-1 0-1 0 0,1 0 1 0 0,0 1-1 0 0,-1 1 1 0 0,-2 3 52 0 0,0-1-1 0 0,0 1 1 0 0,0 0-1 0 0,-3 9 1 0 0,-1 7 144 0 0,1 0 0 0 0,1 1 0 0 0,0-1 0 0 0,2 1-1 0 0,1 0 1 0 0,-1 30 0 0 0,3 5 221 0 0,10 77-1 0 0,1-51-116 0 0,3-1 0 0 0,25 81-1 0 0,-24-117-642 0 0,30 65-1 0 0,-29-80-1150 0 0,1-2 1 0 0,36 51-1 0 0,-43-69-747 0 0,1-1 0 0 0,20 20 0 0 0,-1-8-3971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1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3996 0 0,'38'-6'19245'0'0,"-30"5"-16576"0"0,7-3-680 0 0,-10 3-2816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62 300 0 0,'-44'-57'16910'0'0,"43"57"-16780"0"0,1-1 0 0 0,0 1 0 0 0,-1-1 0 0 0,1 1 0 0 0,-1 0 1 0 0,1-1-1 0 0,-1 1 0 0 0,1 0 0 0 0,-1-1 0 0 0,1 1 1 0 0,-1 0-1 0 0,1 0 0 0 0,-1 0 0 0 0,0 0 0 0 0,1-1 0 0 0,-1 1 1 0 0,1 0-1 0 0,-1 0 0 0 0,1 0 0 0 0,-1 0 0 0 0,0 0 0 0 0,1 0 1 0 0,-1 0-1 0 0,1 1 0 0 0,-1-1 0 0 0,1 0 0 0 0,-1 0 1 0 0,1 0-1 0 0,-1 0 0 0 0,1 1 0 0 0,-1-1 0 0 0,1 0 0 0 0,-1 1 1 0 0,1-1-1 0 0,-1 1 0 0 0,-4 47 2008 0 0,4 85 1 0 0,14 52-867 0 0,-1-36-758 0 0,5 219-1168 0 0,-17-183-3389 0 0,-9 2-6130 0 0,1-98-512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3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34 408 0 0,'-7'-9'6719'0'0,"7"8"-6587"0"0,1 0 1 0 0,-1 0-1 0 0,0 0 1 0 0,0 0-1 0 0,1 0 1 0 0,-1 0-1 0 0,1 0 1 0 0,-1 0-1 0 0,1 0 1 0 0,-1 0-1 0 0,1 0 1 0 0,0 0-1 0 0,-1 1 1 0 0,1-1-1 0 0,0 0 1 0 0,0 0-1 0 0,-1 1 1 0 0,1-1-1 0 0,0 0 1 0 0,0 1-1 0 0,0-1 1 0 0,0 1-1 0 0,2-2 1 0 0,0 1 52 0 0,0 1 0 0 0,1-1 0 0 0,-1 0 0 0 0,0 1 1 0 0,1 0-1 0 0,-1-1 0 0 0,0 1 0 0 0,4 1 1 0 0,2 0 24 0 0,-1 0-1 0 0,1 1 1 0 0,-1 0 0 0 0,0 0 0 0 0,0 1 0 0 0,9 4 0 0 0,-10-3-96 0 0,0 0 0 0 0,0 0 0 0 0,0 1 0 0 0,0 1 0 0 0,-1-1 0 0 0,1 1 0 0 0,-2 0 1 0 0,1 0-1 0 0,0 0 0 0 0,-1 1 0 0 0,-1 0 0 0 0,1 0 0 0 0,3 9 0 0 0,-3-6-22 0 0,-2 1 0 0 0,1 0-1 0 0,-1-1 1 0 0,-1 1-1 0 0,0 0 1 0 0,-1 0 0 0 0,0 0-1 0 0,0 22 1 0 0,-5-1 143 0 0,-1 0 0 0 0,-1-1 0 0 0,-1 1-1 0 0,-2-1 1 0 0,-24 55 0 0 0,19-66 169 0 0,8-19-222 0 0,6-14-166 0 0,4-2 0 0 0,0 0 0 0 0,2 0 1 0 0,-1 1-1 0 0,2 0 0 0 0,14-24 1 0 0,50-64-18 0 0,-60 87 6 0 0,125-154-115 0 0,-125 156 118 0 0,-5-1 1 0 0,-6 14-8 0 0,1 0-1 0 0,-1 0 1 0 0,0-1-1 0 0,0 1 1 0 0,0 0-1 0 0,0 0 1 0 0,0 0-1 0 0,1-1 1 0 0,-1 1-1 0 0,0 0 0 0 0,0 0 1 0 0,0 0-1 0 0,0-1 1 0 0,0 1-1 0 0,0 0 1 0 0,0 0-1 0 0,0-1 1 0 0,0 1-1 0 0,0 0 1 0 0,0 0-1 0 0,0-1 0 0 0,0 1 1 0 0,0 0-1 0 0,0 0 1 0 0,0-1-1 0 0,0 1 1 0 0,0 0-1 0 0,0 0 1 0 0,0-1-1 0 0,0 1 1 0 0,-1 0-1 0 0,1 0 1 0 0,0 0-1 0 0,0-1 0 0 0,0 1 1 0 0,0 0-1 0 0,0 0 1 0 0,-1 0-1 0 0,1 0 1 0 0,0-1-1 0 0,0 1 1 0 0,0 0-1 0 0,-1 0 1 0 0,1 0-1 0 0,0 0 0 0 0,0 0 1 0 0,-1 0-1 0 0,1-1 1 0 0,0 1-1 0 0,-6 1 2 0 0,1 1-1 0 0,0-1 0 0 0,-1 1 0 0 0,1 0 0 0 0,0 0 1 0 0,0 1-1 0 0,1-1 0 0 0,-1 1 0 0 0,0 0 1 0 0,1 1-1 0 0,0-1 0 0 0,0 1 0 0 0,0-1 1 0 0,0 1-1 0 0,0 1 0 0 0,1-1 0 0 0,-4 5 1 0 0,-3 5-3 0 0,-3 1 11 0 0,1 1 0 0 0,0 1 1 0 0,1 0-1 0 0,1 0 0 0 0,1 1 1 0 0,1 1-1 0 0,0-1 0 0 0,1 1 1 0 0,-4 21-1 0 0,10-35 0 0 0,0 0-1 0 0,0 0 1 0 0,1 1 0 0 0,0-1-1 0 0,0 0 1 0 0,0 0-1 0 0,1 0 1 0 0,-1 0 0 0 0,1 0-1 0 0,0 0 1 0 0,1 0 0 0 0,-1-1-1 0 0,1 1 1 0 0,0 0-1 0 0,0-1 1 0 0,4 7 0 0 0,-3-8-3 0 0,0 1 1 0 0,0-1 0 0 0,1 0-1 0 0,-1 0 1 0 0,1 0-1 0 0,0 0 1 0 0,0 0 0 0 0,0-1-1 0 0,0 0 1 0 0,0 0-1 0 0,0 0 1 0 0,1 0 0 0 0,-1 0-1 0 0,1-1 1 0 0,-1 0-1 0 0,1 0 1 0 0,7 0 0 0 0,8 0 2 0 0,0-1 0 0 0,0-2 0 0 0,33-5 0 0 0,0 0 10 0 0,-3 0-376 0 0,-47 7 128 0 0,19 10-4976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3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31 124 0 0,'33'-30'19690'0'0,"-25"32"-16543"0"0,-8-2-3059 0 0,0 0-1 0 0,7 18 1564 0 0,0 22-623 0 0,-7-39-971 0 0,8 101 590 0 0,-5 114 0 0 0,-4-127-3763 0 0,3-72 759 0 0,-1-10-596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35 1604 0 0,'-3'0'3018'0'0,"-75"9"10456"0"0,75-9-12457 0 0,-11 4 1440 0 0,17-2-2393 0 0,-1-1 0 0 0,0-1 1 0 0,1 1-1 0 0,-1 0 0 0 0,0-1 0 0 0,1 1 0 0 0,-1-1 0 0 0,1 1 1 0 0,-1-1-1 0 0,1 0 0 0 0,-1 0 0 0 0,5-1 0 0 0,36-7 199 0 0,-32 6-197 0 0,5-2-179 0 0,153-27-958 0 0,-112 25-3171 0 0,1 4-4244 0 0,-41 2 2069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4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50 212 0 0,'-55'-36'15131'0'0,"55"36"-15056"0"0,0-1-1 0 0,0 1 1 0 0,0-1 0 0 0,0 1 0 0 0,0-1 0 0 0,0 1-1 0 0,0-1 1 0 0,0 1 0 0 0,0-1 0 0 0,1 1 0 0 0,-1 0-1 0 0,0-1 1 0 0,0 1 0 0 0,0-1 0 0 0,1 1 0 0 0,-1-1-1 0 0,0 1 1 0 0,0 0 0 0 0,1-1 0 0 0,-1 1 0 0 0,0 0-1 0 0,1-1 1 0 0,-1 1 0 0 0,0 0 0 0 0,1-1 0 0 0,-1 1-1 0 0,1 0 1 0 0,-1 0 0 0 0,0 0 0 0 0,1-1 0 0 0,-1 1-1 0 0,1 0 1 0 0,-1 0 0 0 0,1 0 0 0 0,-1 0 0 0 0,1 0-1 0 0,-1 0 1 0 0,1 0 0 0 0,-1 0 0 0 0,1 0 0 0 0,-1 0-1 0 0,1 0 1 0 0,21 6 326 0 0,-17-4-62 0 0,5 2-223 0 0,-1 0 0 0 0,0 0 0 0 0,-1 1 0 0 0,1 0 0 0 0,-1 1 0 0 0,0 0 0 0 0,0 0 0 0 0,-1 1 0 0 0,0 0-1 0 0,0 0 1 0 0,0 0 0 0 0,-1 1 0 0 0,0 0 0 0 0,-1 0 0 0 0,0 1 0 0 0,0 0 0 0 0,-1 0 0 0 0,0 0 0 0 0,0 0 0 0 0,2 12 0 0 0,-1-6-99 0 0,-2 0 0 0 0,0 0 0 0 0,-1 0 0 0 0,0 1 0 0 0,-2-1-1 0 0,1 0 1 0 0,-2 1 0 0 0,0-1 0 0 0,-1 0 0 0 0,0 1 0 0 0,-1-1 0 0 0,-7 19 0 0 0,5-20 24 0 0,-1 1 0 0 0,0-1 1 0 0,-1 0-1 0 0,-1-1 0 0 0,-13 20 0 0 0,19-31-36 0 0,-1-3 10 0 0,-7-5-5 0 0,9 4-12 0 0,0 0 0 0 0,0 0 0 0 0,0-1-1 0 0,1 1 1 0 0,-1 0 0 0 0,1 0 0 0 0,0 0-1 0 0,-1-1 1 0 0,1 1 0 0 0,0 0 0 0 0,0 0-1 0 0,0-1 1 0 0,1 1 0 0 0,0-4 0 0 0,9-33-54 0 0,-10 36 62 0 0,10-25 44 0 0,0 0 0 0 0,2 1 0 0 0,22-39 1 0 0,55-71-132 0 0,-27 45-36 0 0,-61 90 116 0 0,0 2 1 0 0,0-1-1 0 0,-1 0 0 0 0,1 0 0 0 0,0 0 0 0 0,-1-1 0 0 0,1 1 0 0 0,0 0 1 0 0,-1 0-1 0 0,0 0 0 0 0,1 0 0 0 0,-1-1 0 0 0,0 1 0 0 0,1 0 0 0 0,-1 0 1 0 0,0 0-1 0 0,0-1 0 0 0,0 1 0 0 0,0 0 0 0 0,0-2 0 0 0,-4 6 7 0 0,0 0 0 0 0,0 0 0 0 0,0 0-1 0 0,0 0 1 0 0,-4 7 0 0 0,-7 14 61 0 0,2 1 1 0 0,1 1-1 0 0,1-1 1 0 0,1 2-1 0 0,1 0 0 0 0,1 0 1 0 0,2 0-1 0 0,1 1 1 0 0,-4 55-1 0 0,9-77-52 0 0,0 1 0 0 0,1-1 0 0 0,0 0 0 0 0,0 0 0 0 0,0 0 1 0 0,1 0-1 0 0,0 0 0 0 0,0 0 0 0 0,0 0 0 0 0,1 0 0 0 0,-1-1 0 0 0,6 7 0 0 0,-6-8-23 0 0,1-1-1 0 0,-1 0 1 0 0,1-1-1 0 0,0 1 1 0 0,0 0-1 0 0,0-1 1 0 0,0 0-1 0 0,1 0 1 0 0,-1 0-1 0 0,1 0 1 0 0,-1 0-1 0 0,1 0 1 0 0,0-1-1 0 0,-1 0 1 0 0,1 0-1 0 0,0 0 1 0 0,0 0 0 0 0,0-1-1 0 0,0 1 1 0 0,5-1-1 0 0,13-1-893 0 0,1-1 0 0 0,-1-1 0 0 0,29-7 0 0 0,66-24-6949 0 0,-97 27 5263 0 0,14-3-3821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5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0 2728 0 0,'-134'6'18707'0'0,"145"-5"-18378"0"0,1 0 0 0 0,-1 2 1 0 0,0-1-1 0 0,19 8 0 0 0,-22-7-293 0 0,0 0-1 0 0,0 1 1 0 0,-1 0-1 0 0,1 0 1 0 0,-1 1-1 0 0,0 0 1 0 0,-1 0-1 0 0,1 0 1 0 0,-1 1-1 0 0,0 0 1 0 0,0 0-1 0 0,-1 1 1 0 0,0 0-1 0 0,0 0 1 0 0,0 0-1 0 0,-1 0 1 0 0,0 1-1 0 0,-1 0 1 0 0,0-1-1 0 0,0 1 1 0 0,0 1-1 0 0,-1-1 1 0 0,0 0-1 0 0,-1 0 1 0 0,0 1-1 0 0,0-1 1 0 0,-1 1-1 0 0,0-1 1 0 0,0 1-1 0 0,-1-1 1 0 0,0 1-1 0 0,-3 8 1 0 0,-1 5 168 0 0,-2 0 1 0 0,-1-1-1 0 0,-17 36 1 0 0,-39 55 1105 0 0,43-78-875 0 0,16-26-314 0 0,3-6-98 0 0,1 0 1 0 0,-1-1-1 0 0,1 1 1 0 0,0 0-1 0 0,0 0 0 0 0,0 0 1 0 0,0 0-1 0 0,0 0 1 0 0,0 1-1 0 0,1-1 0 0 0,-2 4 1 0 0,18-6 13 0 0,-8-1-33 0 0,-1 0 0 0 0,1-1 1 0 0,-1 0-1 0 0,0 0 0 0 0,1 0 0 0 0,-1-1 0 0 0,0 0 0 0 0,12-7 0 0 0,11-5-130 0 0,74-30-2588 0 0,-54 22-2437 0 0,67-21 0 0 0,-83 33 498 0 0,1-2-2440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91 408 0 0,'-116'-34'18464'0'0,"102"32"-17023"0"0,4 0 1472 0 0,21-2-1488 0 0,71-9-941 0 0,35-5-1918 0 0,-42 2-4355 0 0,-54 14 1470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25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69 2448 0 0,'-12'11'2095'0'0,"-49"46"6825"0"0,54-49-7866 0 0,1-1-1 0 0,0 1 0 0 0,0-1 0 0 0,1 2 0 0 0,0-1 0 0 0,-5 12 0 0 0,10-20-974 0 0,-1 1-1 0 0,1 0 0 0 0,0 0 1 0 0,0-1-1 0 0,-1 1 1 0 0,1 0-1 0 0,0 0 0 0 0,0 0 1 0 0,0 0-1 0 0,0-1 1 0 0,0 1-1 0 0,0 0 0 0 0,0 0 1 0 0,0 0-1 0 0,0 0 0 0 0,0-1 1 0 0,0 1-1 0 0,1 0 1 0 0,-1 0-1 0 0,0 0 0 0 0,0-1 1 0 0,1 1-1 0 0,-1 0 1 0 0,1 0-1 0 0,-1-1 0 0 0,2 2 1 0 0,-1-1-12 0 0,0 0 0 0 0,1 0 0 0 0,-1 0 0 0 0,1 0 0 0 0,-1-1 0 0 0,1 1 1 0 0,-1 0-1 0 0,1-1 0 0 0,0 1 0 0 0,-1-1 0 0 0,1 0 0 0 0,2 1 0 0 0,4-1 31 0 0,0 1-1 0 0,0-2 0 0 0,0 1 0 0 0,11-3 0 0 0,23-7-714 0 0,0-1 0 0 0,-1-3 0 0 0,50-23 0 0 0,-38 11-4340 0 0,93-61 0 0 0,-114 64 1014 0 0,-2 0-1638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33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21 1516 0 0,'19'-20'17739'0'0,"-46"30"-17683"0"0,0 2-1 0 0,1 1 1 0 0,1 1-1 0 0,-44 31 0 0 0,14-8-29 0 0,42-30-27 0 0,-36 23 20 0 0,1 2 0 0 0,2 1 0 0 0,-46 44-1 0 0,76-60-13 0 0,-21 25 9 0 0,36-41-17 0 0,-20 23 0 0 0,12-15-28 0 0,9-7 460 0 0,2 0-257 0 0,-2-2-163 0 0,0 0 1 0 0,0 1-1 0 0,0-1 1 0 0,0 0-1 0 0,0 0 1 0 0,0 0-1 0 0,0 1 0 0 0,0-1 1 0 0,0 0-1 0 0,0 0 1 0 0,0 0-1 0 0,1 1 1 0 0,-1-1-1 0 0,0 0 0 0 0,0 0 1 0 0,0 0-1 0 0,0 0 1 0 0,0 1-1 0 0,1-1 1 0 0,-1 0-1 0 0,0 0 1 0 0,0 0-1 0 0,0 0 0 0 0,0 0 1 0 0,1 0-1 0 0,-1 0 1 0 0,0 1-1 0 0,0-1 1 0 0,1 0-1 0 0,-1 0 0 0 0,0 0 1 0 0,0 0-1 0 0,0 0 1 0 0,1 0-1 0 0,-1 0 1 0 0,0 0-1 0 0,0 0 0 0 0,0 0 1 0 0,1 0-1 0 0,-1 0 1 0 0,0-1-1 0 0,33 0 233 0 0,-30 1-178 0 0,1 0-20 0 0,143 1 272 0 0,107-4-227 0 0,-29 1-128 0 0,-223 2 43 0 0,2 0 15 0 0,10-1-2 0 0,-11 1-10 0 0,0 0-2 0 0,24 0 32 0 0,-24 0-10 0 0,-1 0-9 0 0,6 1 90 0 0,-10 0-116 0 0,-13-4-528 0 0,13 2 88 0 0,-31-4-6752 0 0,29 4 6548 0 0,-2 1-215 0 0,-4 1-3436 0 0,-9 0-848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39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491 117 624 0 0,'0'-2'1954'0'0,"0"-4"-1199"0"0,-1 0 0 0 0,1 1 1 0 0,-1-1-1 0 0,0 0 1 0 0,0 1-1 0 0,-1-1 0 0 0,0 1 1 0 0,0-1-1 0 0,0 1 0 0 0,-1 0 1 0 0,1 0-1 0 0,-1 0 1 0 0,-4-5-1 0 0,5 7-580 0 0,-1 0 0 0 0,0 0 0 0 0,1 1 0 0 0,-1-1 0 0 0,0 1 0 0 0,0 0 0 0 0,-1 0 0 0 0,1 0 1 0 0,0 0-1 0 0,-1 0 0 0 0,1 1 0 0 0,-1-1 0 0 0,1 1 0 0 0,-1 0 0 0 0,0 0 0 0 0,0 1 0 0 0,1-1 0 0 0,-1 1 0 0 0,0-1 0 0 0,0 1 0 0 0,-6 1 0 0 0,-1 1-101 0 0,1 0-1 0 0,0 1 0 0 0,-1 0 0 0 0,1 1 1 0 0,1 0-1 0 0,-1 1 0 0 0,1 0 1 0 0,-1 0-1 0 0,1 1 0 0 0,1 0 0 0 0,-1 0 1 0 0,1 1-1 0 0,-8 9 0 0 0,-6 7 1 0 0,1 1 0 0 0,1 1 0 0 0,-18 30 0 0 0,16-21-23 0 0,2 1 1 0 0,2 0 0 0 0,1 2-1 0 0,2 0 1 0 0,-11 41-1 0 0,19-52-27 0 0,2 0-1 0 0,0 1 1 0 0,1-1-1 0 0,2 1 1 0 0,1 0 0 0 0,1 0-1 0 0,1 0 1 0 0,7 40-1 0 0,-5-55-71 0 0,0 0 0 0 0,1 0 0 0 0,0-1 1 0 0,0 1-1 0 0,2-1 0 0 0,-1 0 0 0 0,2 0 0 0 0,-1-1 0 0 0,1 0 0 0 0,1 0 0 0 0,0 0 0 0 0,0-1 1 0 0,1 0-1 0 0,0-1 0 0 0,1 0 0 0 0,0 0 0 0 0,0-1 0 0 0,0 0 0 0 0,1-1 0 0 0,20 9 1 0 0,-12-8-624 0 0,1 1 0 0 0,0-2 0 0 0,0-1 1 0 0,39 5-1 0 0,-34-7-1119 0 0,0-2 1 0 0,1-1 0 0 0,39-4 0 0 0,-19-3-3138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39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303 138 1188 0 0,'-2'-15'1900'0'0,"1"1"509"0"0,-1 0 0 0 0,-5-20 0 0 0,6 30-1964 0 0,-1 0-1 0 0,1 0 1 0 0,-1 0 0 0 0,0 1 0 0 0,0-1 0 0 0,0 0 0 0 0,0 1 0 0 0,-1 0 0 0 0,1-1-1 0 0,-1 1 1 0 0,0 0 0 0 0,-6-5 0 0 0,6 7-280 0 0,0-1 0 0 0,0 1-1 0 0,-1-1 1 0 0,1 1 0 0 0,-1 0 0 0 0,1 1-1 0 0,-1-1 1 0 0,1 1 0 0 0,-1-1 0 0 0,0 1 0 0 0,1 0-1 0 0,-1 0 1 0 0,1 1 0 0 0,-1-1 0 0 0,-5 2-1 0 0,2 0-75 0 0,1 0 0 0 0,-1 1 0 0 0,1 0 0 0 0,0 0-1 0 0,0 0 1 0 0,0 1 0 0 0,0 0 0 0 0,0 0 0 0 0,1 1 0 0 0,0-1-1 0 0,0 1 1 0 0,0 0 0 0 0,0 1 0 0 0,-5 8 0 0 0,-4 7 91 0 0,1 1 0 0 0,-15 34 1 0 0,19-37-140 0 0,1 1 0 0 0,1 0-1 0 0,0 0 1 0 0,2 0 0 0 0,0 0 0 0 0,2 1 0 0 0,0 0-1 0 0,1 0 1 0 0,1 0 0 0 0,1 0 0 0 0,1 0 0 0 0,7 41 0 0 0,-6-55-77 0 0,0 0 0 0 0,0 0 0 0 0,1 0 0 0 0,0-1 0 0 0,0 1 0 0 0,1-1 0 0 0,-1 0 0 0 0,1 0 0 0 0,0 0 0 0 0,1-1 0 0 0,0 1 0 0 0,0-1 1 0 0,0 0-1 0 0,0 0 0 0 0,1-1 0 0 0,0 0 0 0 0,0 0 0 0 0,0 0 0 0 0,0-1 0 0 0,9 5 0 0 0,-4-5-355 0 0,0 1-1 0 0,0-1 0 0 0,0-1 1 0 0,0 0-1 0 0,0-1 0 0 0,0 0 1 0 0,0 0-1 0 0,1-1 0 0 0,-1-1 1 0 0,0 0-1 0 0,0-1 0 0 0,15-3 1 0 0,-3-1-1283 0 0,-1-1-1 0 0,-1-1 1 0 0,1 0 0 0 0,24-15 0 0 0,-13 3-2844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0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21 110 492 0 0,'0'-14'3345'0'0,"-1"0"-1"0"0,0-1 1 0 0,-1 1 0 0 0,-5-21 0 0 0,6 33-2599 0 0,-8-14 2707 0 0,10 33-2734 0 0,1 0 0 0 0,6 25-1 0 0,2 22-215 0 0,-5 206-1213 0 0,-5-194-3503 0 0,0-58 2172 0 0,-3 5-6754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15 151 1036 0 0,'-4'-19'2578'0'0,"1"10"-1314"0"0,1 0-1 0 0,0 0 1 0 0,0-1-1 0 0,1 1 1 0 0,1-15-1 0 0,0 22-1085 0 0,0-1 0 0 0,1 1 0 0 0,-1 0 0 0 0,1-1 1 0 0,0 1-1 0 0,0 0 0 0 0,-1-1 0 0 0,2 1 0 0 0,-1 0 0 0 0,0 0 0 0 0,0 0 0 0 0,1 0 0 0 0,-1 0 0 0 0,1 0 0 0 0,0 0 1 0 0,-1 0-1 0 0,1 0 0 0 0,0 1 0 0 0,0-1 0 0 0,0 1 0 0 0,0 0 0 0 0,0-1 0 0 0,1 1 0 0 0,-1 0 0 0 0,5-1 0 0 0,3-1 131 0 0,0 0-1 0 0,1 1 1 0 0,0 0-1 0 0,-1 1 1 0 0,1 0-1 0 0,0 1 1 0 0,0 0-1 0 0,0 1 1 0 0,-1 0 0 0 0,1 1-1 0 0,18 4 1 0 0,-5 2 74 0 0,0 0 0 0 0,0 1 0 0 0,42 23 0 0 0,-56-26-263 0 0,0 0 1 0 0,0 0-1 0 0,-1 1 1 0 0,0 1-1 0 0,0-1 1 0 0,-1 2-1 0 0,0-1 0 0 0,13 18 1 0 0,-18-21-67 0 0,1 0 1 0 0,-1 1-1 0 0,-1-1 0 0 0,1 1 1 0 0,-1 0-1 0 0,0 0 0 0 0,0 0 1 0 0,-1 0-1 0 0,0 0 0 0 0,0 0 1 0 0,0 1-1 0 0,-1-1 1 0 0,1 0-1 0 0,-2 0 0 0 0,1 1 1 0 0,-1-1-1 0 0,0 0 0 0 0,-2 7 1 0 0,-2 3-7 0 0,0 0-1 0 0,-1-1 1 0 0,-1 0 0 0 0,-1 1 0 0 0,0-2 0 0 0,-1 0 0 0 0,-1 0 0 0 0,0 0-1 0 0,-19 19 1 0 0,15-19-30 0 0,-2 0 0 0 0,1-1-1 0 0,-2-1 1 0 0,1-1-1 0 0,-2 0 1 0 0,1-1 0 0 0,-31 12-1 0 0,42-19-279 0 0,0-2-1 0 0,0 1 1 0 0,0 0 0 0 0,0-1-1 0 0,0 0 1 0 0,-7-1-1 0 0,-19-4-3847 0 0,30 3 3573 0 0,1 0 0 0 0,-1 0 0 0 0,1 0 0 0 0,0-1 0 0 0,0 1 0 0 0,0-1 0 0 0,0 1 0 0 0,0-1 0 0 0,0 1 0 0 0,0-1 0 0 0,0 1 0 0 0,0-1 0 0 0,1 0 0 0 0,-1 0 0 0 0,0-1 1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1744 0 0,'3'-5'1571'0'0,"1"0"1"0"0,0 0-1 0 0,0 0 0 0 0,0 0 0 0 0,0 0 1 0 0,7-4-1 0 0,-8 7-1133 0 0,-1 1 1 0 0,1-1 0 0 0,0 1-1 0 0,-1 0 1 0 0,1 0-1 0 0,0 0 1 0 0,0 0 0 0 0,0 0-1 0 0,0 1 1 0 0,0-1-1 0 0,0 1 1 0 0,0 0 0 0 0,0 0-1 0 0,6 0 1 0 0,2 2-28 0 0,0 0 1 0 0,0 0 0 0 0,-1 1-1 0 0,1 1 1 0 0,-1 0 0 0 0,0 0-1 0 0,0 1 1 0 0,0 0 0 0 0,-1 1 0 0 0,0 0-1 0 0,0 0 1 0 0,11 10 0 0 0,-6-2-244 0 0,0 0 1 0 0,-1 0 0 0 0,0 2 0 0 0,-1-1 0 0 0,19 35-1 0 0,-20-30-72 0 0,-2 1 0 0 0,0 0 0 0 0,-1 0 0 0 0,-1 1 0 0 0,-1 0 0 0 0,-2 1 0 0 0,4 32 0 0 0,-6-23-164 0 0,-1 0 0 0 0,-2 0 1 0 0,-1-1-1 0 0,-12 58 0 0 0,0-33-1211 0 0,-3-2-1 0 0,-1 0 1 0 0,-4-1-1 0 0,-1-1 1 0 0,-50 82-1 0 0,47-95-2992 0 0,-46 55 0 0 0,18-32-3218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1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86 1432 0 0,'0'-3'1880'0'0,"0"-1"-1564"0"0,0-9 2560 0 0,0-1-1 0 0,-1 0 1 0 0,-5-24 1187 0 0,4 39-3968 0 0,0-1-1 0 0,0 1 1 0 0,0 0-1 0 0,0-1 1 0 0,0 1-1 0 0,0 0 1 0 0,0 0-1 0 0,1 1 1 0 0,-1-1-1 0 0,0 0 1 0 0,0 0-1 0 0,1 1 1 0 0,-1-1-1 0 0,1 1 1 0 0,0 0-1 0 0,-1-1 1 0 0,1 1-1 0 0,0 0 1 0 0,0 0-1 0 0,0 0 1 0 0,-1 2-1 0 0,-21 50 678 0 0,20-45-592 0 0,-18 55 468 0 0,3 1 1 0 0,-20 130-1 0 0,14 140-61 0 0,23-258-392 0 0,11 101 1 0 0,-6-144-257 0 0,2 0 0 0 0,1-1 0 0 0,2 1-1 0 0,1-2 1 0 0,21 47 0 0 0,-26-68-156 0 0,1 0 0 0 0,1 0 0 0 0,0-1 0 0 0,0 0 0 0 0,1 0 0 0 0,0-1 0 0 0,1 0 0 0 0,0 0 0 0 0,0-1 0 0 0,1 0 0 0 0,0-1 0 0 0,0 0 0 0 0,1 0-1 0 0,0-1 1 0 0,17 7 0 0 0,-14-8-392 0 0,1-1 0 0 0,-1 0 0 0 0,1-1 0 0 0,0-1-1 0 0,-1 0 1 0 0,1-1 0 0 0,0-1 0 0 0,0 0 0 0 0,0-1 0 0 0,0 0-1 0 0,0-1 1 0 0,25-7 0 0 0,8-8-2808 0 0,-1-5-1275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1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30 421 1736 0 0,'-22'-237'15483'0'0,"26"253"-14366"0"0,4 26-222 0 0,-3 0 0 0 0,1 51 1 0 0,-2-29-620 0 0,-2 140 133 0 0,-4-107-131 0 0,0-87-232 0 0,-3-14-125 0 0,-3-19-85 0 0,-1-36 2 0 0,3 0 0 0 0,2-1 0 0 0,4 0-1 0 0,1 0 1 0 0,13-78 0 0 0,-9 113 126 0 0,0 0-1 0 0,1 1 0 0 0,1-1 0 0 0,21-43 1 0 0,-25 59 34 0 0,1 1 1 0 0,1 0 0 0 0,0 0 0 0 0,0 0 0 0 0,0 1-1 0 0,1 0 1 0 0,0 0 0 0 0,0 0 0 0 0,1 1 0 0 0,0 0-1 0 0,0 0 1 0 0,0 1 0 0 0,1 0 0 0 0,0 0 0 0 0,0 1-1 0 0,15-7 1 0 0,-18 10 28 0 0,-1 0 0 0 0,1 0 0 0 0,-1 0 0 0 0,0 1 0 0 0,1 0 0 0 0,-1-1 0 0 0,1 1 0 0 0,-1 1 0 0 0,1-1 0 0 0,-1 1 0 0 0,1 0 0 0 0,-1 0 0 0 0,1 0 0 0 0,-1 0 0 0 0,6 4 0 0 0,-4-2 30 0 0,0 1 0 0 0,0 0 0 0 0,0 0 0 0 0,0 0 0 0 0,-1 1 0 0 0,0 0 0 0 0,0 0 0 0 0,8 12 0 0 0,-2-1 35 0 0,-1 0-1 0 0,-1 1 1 0 0,0 1 0 0 0,-1 0 0 0 0,-1 0-1 0 0,5 23 1 0 0,44 216 434 0 0,-38-164-2273 0 0,2 0-3742 0 0,-20-90 4787 0 0,2 1-92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2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130 160 2452 0 0,'-129'-17'14975'0'0,"150"8"-14421"0"0,162-55-1567 0 0,-63 18-5268 0 0,-97 37 4190 0 0,15-6-4101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2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1 332 0 0,'1'5'11313'0'0,"2"10"-5316"0"0,2 15-3178 0 0,8 42-1787 0 0,21 165 80 0 0,-28-78-5382 0 0,-8-127 870 0 0,-4-13-3434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2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6 222 2664 0 0,'-1'-5'624'0'0,"-1"-1"-1"0"0,1 0 0 0 0,0 0 1 0 0,1 0-1 0 0,0 0 0 0 0,0 0 1 0 0,0 1-1 0 0,0-1 1 0 0,1 0-1 0 0,0 0 0 0 0,0 0 1 0 0,1 1-1 0 0,0-1 0 0 0,3-8 1 0 0,-1 7-168 0 0,0 0 0 0 0,0 0 0 0 0,1 1 0 0 0,0 0 0 0 0,0-1 0 0 0,0 1 0 0 0,1 1 0 0 0,0-1 0 0 0,12-7 0 0 0,-7 5-193 0 0,1 1-1 0 0,0 1 1 0 0,0 0-1 0 0,1 0 0 0 0,-1 1 1 0 0,1 1-1 0 0,0 0 1 0 0,1 1-1 0 0,-1 0 0 0 0,1 1 1 0 0,-1 1-1 0 0,18 0 1 0 0,-24 1-208 0 0,0 1 0 0 0,0-1 1 0 0,0 1-1 0 0,0 1 0 0 0,-1 0 1 0 0,1-1-1 0 0,0 2 1 0 0,-1-1-1 0 0,0 1 0 0 0,1 0 1 0 0,-1 1-1 0 0,-1-1 1 0 0,11 8-1 0 0,-13-7-30 0 0,1-1 0 0 0,-1 1 0 0 0,0 0 0 0 0,0 0 0 0 0,0 1 1 0 0,0-1-1 0 0,-1 1 0 0 0,0-1 0 0 0,1 1 0 0 0,-2 0 0 0 0,1 0 0 0 0,-1 0 0 0 0,1-1 0 0 0,-1 2 0 0 0,-1-1 1 0 0,1 0-1 0 0,-1 0 0 0 0,0 0 0 0 0,0 5 0 0 0,-3 10 17 0 0,-1-1 0 0 0,0 0 0 0 0,-1-1 0 0 0,-1 1 0 0 0,-1-1 0 0 0,-13 24 0 0 0,17-36-15 0 0,-2 5 44 0 0,4-11-62 0 0,0 1 0 0 0,1 0 0 0 0,-1 0 0 0 0,1 0 0 0 0,-1 0 0 0 0,1 0 0 0 0,-1-1 1 0 0,1 1-1 0 0,0 0 0 0 0,-1 0 0 0 0,1 0 0 0 0,0 0 0 0 0,0 0 0 0 0,0 1 0 0 0,0-1 0 0 0,-1 0 0 0 0,1 0 0 0 0,1 0 0 0 0,-1 0 0 0 0,0 0 1 0 0,0 0-1 0 0,0 0 0 0 0,1 0 0 0 0,-1 0 0 0 0,1 1 0 0 0,0 0 92 0 0,8-2-3 0 0,80 3 899 0 0,-78-1-931 0 0,0 0-1 0 0,0 0 0 0 0,0 1 1 0 0,0 1-1 0 0,0 0 1 0 0,-1 0-1 0 0,0 1 1 0 0,0 0-1 0 0,0 1 1 0 0,0 0-1 0 0,-1 0 0 0 0,10 9 1 0 0,-15-11-34 0 0,0 0 0 0 0,0 0 0 0 0,0 1 0 0 0,-1-1 0 0 0,1 1 0 0 0,-1 0 0 0 0,0 0 0 0 0,-1 0 0 0 0,1 0 0 0 0,-1 0 0 0 0,0 1 1 0 0,0-1-1 0 0,-1 1 0 0 0,1-1 0 0 0,-1 1 0 0 0,-1-1 0 0 0,1 1 0 0 0,-1 0 0 0 0,0 0 0 0 0,0-1 0 0 0,0 1 0 0 0,-1 0 0 0 0,0-1 0 0 0,0 1 0 0 0,-4 8 0 0 0,1-2-2 0 0,-1-1-1 0 0,-1 0 1 0 0,0 0-1 0 0,-1 0 1 0 0,0-1-1 0 0,0 0 1 0 0,-1-1-1 0 0,0 1 1 0 0,-1-2-1 0 0,0 1 1 0 0,0-1-1 0 0,-1 0 1 0 0,0-1-1 0 0,-15 8 1 0 0,6-4-165 0 0,-1-2 1 0 0,0 0-1 0 0,0-1 1 0 0,-1-1-1 0 0,0-1 1 0 0,0 0-1 0 0,-30 2 1 0 0,41-6-222 0 0,1-2 0 0 0,0 1 0 0 0,-1-1 0 0 0,1-1 0 0 0,0 0 0 0 0,0 0-1 0 0,-1-1 1 0 0,-9-3 0 0 0,15 4-260 0 0,-1-1-1 0 0,1 0 0 0 0,-1 0 0 0 0,1-1 0 0 0,0 0 0 0 0,0 1 1 0 0,0-1-1 0 0,0 0 0 0 0,0-1 0 0 0,1 1 0 0 0,-1-1 1 0 0,1 0-1 0 0,0 1 0 0 0,0-1 0 0 0,1-1 0 0 0,-1 1 0 0 0,-1-5 1 0 0,-8-22-6812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2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1792 0 0,'14'-20'3498'0'0,"-10"14"-2184"0"0,0 0-1 0 0,1 0 0 0 0,-1 1 0 0 0,11-10 0 0 0,-13 14-1038 0 0,0-1 0 0 0,0 1 0 0 0,0 0 0 0 0,1-1 1 0 0,-1 1-1 0 0,1 0 0 0 0,-1 1 0 0 0,0-1 0 0 0,1 0 0 0 0,0 1 0 0 0,-1-1 0 0 0,1 1 1 0 0,-1 0-1 0 0,1 0 0 0 0,-1 0 0 0 0,1 0 0 0 0,3 0 0 0 0,4 2 103 0 0,1 1 1 0 0,-1 0-1 0 0,0 0 0 0 0,0 1 0 0 0,0 0 0 0 0,-1 1 1 0 0,1 0-1 0 0,-1 1 0 0 0,0 0 0 0 0,-1 0 0 0 0,12 10 1 0 0,1 4 322 0 0,-1 1 0 0 0,33 43 0 0 0,-24-21-298 0 0,-1 1 0 0 0,-3 1-1 0 0,-2 1 1 0 0,-1 1 0 0 0,-3 1 0 0 0,21 80 0 0 0,-17-34-168 0 0,-5 1 0 0 0,10 156 0 0 0,-23-145-335 0 0,-4 1 0 0 0,-19 144 0 0 0,7-175-572 0 0,-3 0 1 0 0,-4-1-1 0 0,-2-1 0 0 0,-33 75 1 0 0,18-70-1105 0 0,-2-1 1 0 0,-72 109-1 0 0,70-132-2406 0 0,-83 93-1 0 0,34-60-3038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3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27 1680 0 0,'-1'-2'1840'0'0,"-6"-6"345"0"0,-9-6 2313 0 0,15 13-4344 0 0,0 1 0 0 0,0 0 0 0 0,1-1 0 0 0,-1 1 0 0 0,0 0 0 0 0,0 0 0 0 0,1 0 0 0 0,-1-1 0 0 0,0 1 0 0 0,0 0 0 0 0,0 0 0 0 0,0 0 0 0 0,1 0 0 0 0,-1 0 0 0 0,0 0 0 0 0,0 1 0 0 0,0-1 0 0 0,1 0 0 0 0,-1 0 0 0 0,0 1 0 0 0,0-1 0 0 0,1 0 0 0 0,-2 1 0 0 0,1 1-89 0 0,0-1-1 0 0,0 0 1 0 0,0 1-1 0 0,0 0 1 0 0,0-1 0 0 0,0 1-1 0 0,0-1 1 0 0,1 1-1 0 0,-1 0 1 0 0,1-1-1 0 0,-1 1 1 0 0,1 0-1 0 0,0 0 1 0 0,0-1-1 0 0,-1 1 1 0 0,2 3 0 0 0,-2 1 142 0 0,-18 267 1394 0 0,23 2-1331 0 0,12-46-108 0 0,-10-186-722 0 0,2-1 1 0 0,1 0 0 0 0,21 54-1 0 0,-25-83-73 0 0,1 0 0 0 0,1 0 0 0 0,11 17 0 0 0,-13-22-633 0 0,0-1 0 0 0,1 0 0 0 0,12 10 0 0 0,1-1-3733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4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97 150 1008 0 0,'-1'-16'2203'0'0,"-2"0"-1"0"0,0 1 1 0 0,-1-1-1 0 0,-11-29 1 0 0,14 44-2173 0 0,1 1-1 0 0,0 0 1 0 0,0-1 0 0 0,0 1-1 0 0,0-1 1 0 0,0 1 0 0 0,-1 0-1 0 0,1-1 1 0 0,0 1 0 0 0,0 0-1 0 0,-1-1 1 0 0,1 1 0 0 0,0 0-1 0 0,-1-1 1 0 0,1 1 0 0 0,0 0-1 0 0,-1-1 1 0 0,1 1 0 0 0,0 0-1 0 0,-1 0 1 0 0,1 0-1 0 0,0-1 1 0 0,-1 1 0 0 0,1 0-1 0 0,-1 0 1 0 0,1 0 0 0 0,-1 0-1 0 0,1 0 1 0 0,0 0 0 0 0,-1 0-1 0 0,1 0 1 0 0,-1 0 0 0 0,1 0-1 0 0,-1 0 1 0 0,1 0 0 0 0,0 0-1 0 0,-1 0 1 0 0,1 0 0 0 0,-1 0-1 0 0,1 0 1 0 0,0 1 0 0 0,-1-1-1 0 0,1 0 1 0 0,-1 0 0 0 0,1 0-1 0 0,0 1 1 0 0,-1-1 0 0 0,1 0-1 0 0,0 1 1 0 0,-1-1-1 0 0,1 0 1 0 0,0 0 0 0 0,0 1-1 0 0,-1-1 1 0 0,1 1 0 0 0,0 0-1 0 0,-15 21 615 0 0,7 2-372 0 0,1 1 1 0 0,1-1 0 0 0,1 1-1 0 0,-2 32 1 0 0,4-11-4 0 0,4 68 1 0 0,0-93-228 0 0,2 0 0 0 0,0 0 1 0 0,1 0-1 0 0,10 29 0 0 0,-12-43-29 0 0,0-1 1 0 0,1 1-1 0 0,0-1 0 0 0,0 0 0 0 0,1 1 1 0 0,-1-1-1 0 0,1-1 0 0 0,1 1 0 0 0,-1-1 1 0 0,1 1-1 0 0,0-1 0 0 0,0-1 1 0 0,0 1-1 0 0,1-1 0 0 0,0 0 0 0 0,0 0 1 0 0,7 4-1 0 0,-8-7-4 0 0,-1 1 1 0 0,1-1 0 0 0,0 0-1 0 0,-1-1 1 0 0,1 1-1 0 0,0-1 1 0 0,-1 0-1 0 0,1 0 1 0 0,0 0 0 0 0,-1 0-1 0 0,1-1 1 0 0,0 0-1 0 0,-1 0 1 0 0,1 0-1 0 0,-1-1 1 0 0,1 1 0 0 0,-1-1-1 0 0,0 0 1 0 0,0-1-1 0 0,0 1 1 0 0,0-1-1 0 0,0 1 1 0 0,0-1 0 0 0,-1 0-1 0 0,5-5 1 0 0,0 0 35 0 0,-1 0-1 0 0,0 0 1 0 0,0-1 0 0 0,-1 0 0 0 0,0 0-1 0 0,0-1 1 0 0,-1 0 0 0 0,0 0 0 0 0,5-17 0 0 0,-5 5 2 0 0,-1 1 1 0 0,-1 0-1 0 0,-1-1 1 0 0,-1 1-1 0 0,-1-1 0 0 0,0 1 1 0 0,-2-1-1 0 0,-1 1 1 0 0,0 0-1 0 0,-2-1 1 0 0,0 2-1 0 0,-1-1 1 0 0,-2 1-1 0 0,0 0 1 0 0,-1 0-1 0 0,0 1 1 0 0,-2 0-1 0 0,-13-18 1 0 0,20 32-39 0 0,-1-1 0 0 0,0 1 1 0 0,0-1-1 0 0,0 1 0 0 0,-1 1 0 0 0,1-1 1 0 0,-1 1-1 0 0,0 0 0 0 0,-1 0 1 0 0,1 1-1 0 0,-9-4 0 0 0,12 6-26 0 0,0 0 0 0 0,0 0 0 0 0,0 1 0 0 0,-1-1 1 0 0,1 1-1 0 0,0 0 0 0 0,-1-1 0 0 0,1 1 0 0 0,0 1 0 0 0,-1-1 0 0 0,1 0 0 0 0,0 1 0 0 0,0 0 0 0 0,0 0 0 0 0,-1 0 0 0 0,1 0 0 0 0,0 0 0 0 0,0 0 0 0 0,0 1 0 0 0,0 0 0 0 0,1-1 0 0 0,-1 1 0 0 0,0 0 0 0 0,1 1 1 0 0,-1-1-1 0 0,-2 3 0 0 0,1 1-194 0 0,-1 1 0 0 0,1-1 1 0 0,-1 1-1 0 0,2 0 0 0 0,-1 0 0 0 0,1 0 1 0 0,0 0-1 0 0,1 1 0 0 0,0-1 1 0 0,0 1-1 0 0,-2 12 0 0 0,2 1-1002 0 0,1-1 0 0 0,0 1 0 0 0,3 24 0 0 0,2-14-2183 0 0,2 0-1383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2884 0 0,'6'0'1003'0'0,"0"1"-1"0"0,0 0 1 0 0,-1 0 0 0 0,1 0-1 0 0,-1 1 1 0 0,1 0-1 0 0,-1 0 1 0 0,11 6-1 0 0,-14-6-779 0 0,1 0 0 0 0,-1 0-1 0 0,1 1 1 0 0,-1-1 0 0 0,0 1-1 0 0,1-1 1 0 0,-1 1-1 0 0,-1 0 1 0 0,1 0 0 0 0,0 0-1 0 0,-1 0 1 0 0,1 0 0 0 0,-1 0-1 0 0,0 0 1 0 0,0 1 0 0 0,0-1-1 0 0,0 4 1 0 0,1 6 88 0 0,-1 1 0 0 0,0 0-1 0 0,-1 0 1 0 0,-3 23 0 0 0,-13 59 105 0 0,6-41-315 0 0,3-15-584 0 0,-6 39-1520 0 0,8-26-5360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0 275 3044 0 0,'12'-35'3576'0'0,"20"-67"6690"0"0,-32 102-10222 0 0,0 0-1 0 0,0-1 0 0 0,0 1 1 0 0,0 0-1 0 0,0-1 1 0 0,0 1-1 0 0,0 0 1 0 0,1-1-1 0 0,-1 1 0 0 0,0 0 1 0 0,0-1-1 0 0,0 1 1 0 0,0 0-1 0 0,0 0 1 0 0,0-1-1 0 0,1 1 0 0 0,-1 0 1 0 0,0-1-1 0 0,0 1 1 0 0,0 0-1 0 0,1 0 0 0 0,-1-1 1 0 0,0 1-1 0 0,0 0 1 0 0,1 0-1 0 0,-1 0 1 0 0,0-1-1 0 0,0 1 0 0 0,1 0 1 0 0,3 9 413 0 0,0 16-109 0 0,-1 41 118 0 0,8 93-8 0 0,-8-136-419 0 0,1-1-1 0 0,1 1 1 0 0,1-1-1 0 0,16 39 1 0 0,-20-56-30 0 0,1 1 0 0 0,0-1 1 0 0,0 1-1 0 0,0-1 1 0 0,1 0-1 0 0,0-1 1 0 0,-1 1-1 0 0,2-1 1 0 0,-1 1-1 0 0,1-1 1 0 0,-1 0-1 0 0,10 5 1 0 0,-11-7-7 0 0,0-1 1 0 0,1 0 0 0 0,-1 1 0 0 0,1-1 0 0 0,-1 0 0 0 0,1-1 0 0 0,0 1-1 0 0,-1-1 1 0 0,1 0 0 0 0,0 0 0 0 0,0 0 0 0 0,-1 0 0 0 0,1 0 0 0 0,0-1 0 0 0,-1 0-1 0 0,1 1 1 0 0,-1-2 0 0 0,1 1 0 0 0,-1 0 0 0 0,1-1 0 0 0,5-3 0 0 0,0-1-4 0 0,0 1 1 0 0,-1-2-1 0 0,0 1 1 0 0,-1-1-1 0 0,1-1 1 0 0,-1 1-1 0 0,-1-1 1 0 0,1-1 0 0 0,-2 1-1 0 0,1-1 1 0 0,-1 0-1 0 0,0 0 1 0 0,-1 0-1 0 0,0-1 1 0 0,4-12 0 0 0,-1-4-6 0 0,-1-1 1 0 0,-1 1 0 0 0,-1-1 0 0 0,1-43 0 0 0,-5 50-1 0 0,0 1 0 0 0,-1-1 0 0 0,-1 1 0 0 0,-1 0 0 0 0,-1-1 0 0 0,0 2 1 0 0,-2-1-1 0 0,-9-23 0 0 0,13 36 1 0 0,-1 1 1 0 0,0-1 0 0 0,0 1 0 0 0,0-1 0 0 0,-1 1 0 0 0,0 0-1 0 0,0 0 1 0 0,0 1 0 0 0,0-1 0 0 0,-1 1 0 0 0,0 0 0 0 0,0 0 0 0 0,0 1-1 0 0,0-1 1 0 0,-1 1 0 0 0,1 0 0 0 0,-1 1 0 0 0,0-1 0 0 0,0 1-1 0 0,0 0 1 0 0,0 1 0 0 0,0-1 0 0 0,0 1 0 0 0,0 0 0 0 0,-1 1-1 0 0,1-1 1 0 0,0 1 0 0 0,0 1 0 0 0,-8 0 0 0 0,2 1-22 0 0,1 1 1 0 0,0 0-1 0 0,0 1 1 0 0,0 0-1 0 0,0 0 0 0 0,1 1 1 0 0,-1 1-1 0 0,1-1 1 0 0,-10 9-1 0 0,15-10-222 0 0,-1 0-1 0 0,1 0 1 0 0,0 0-1 0 0,1 1 0 0 0,-1-1 1 0 0,1 1-1 0 0,0 0 1 0 0,0 1-1 0 0,0-1 1 0 0,1 1-1 0 0,0 0 0 0 0,0-1 1 0 0,0 1-1 0 0,1 1 1 0 0,0-1-1 0 0,0 0 1 0 0,-1 10-1 0 0,5 9-2856 0 0,3-11-2057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1 104 572 0 0,'0'0'459'0'0,"2"-25"6792"0"0,11-46 0 0 0,-13 70-7179 0 0,0 1 0 0 0,1-1 1 0 0,-1 1-1 0 0,1-1 0 0 0,-1 1 0 0 0,1-1 1 0 0,-1 1-1 0 0,1 0 0 0 0,-1-1 0 0 0,1 1 1 0 0,-1-1-1 0 0,1 1 0 0 0,-1 0 0 0 0,1 0 1 0 0,0-1-1 0 0,-1 1 0 0 0,1 0 0 0 0,0 0 1 0 0,-1 0-1 0 0,1 0 0 0 0,0 0 0 0 0,-1 0 1 0 0,1 0-1 0 0,-1 0 0 0 0,2 0 0 0 0,15 2 477 0 0,-16-2-529 0 0,9 2 191 0 0,0 1 0 0 0,0 0 0 0 0,-1 1 0 0 0,0 0-1 0 0,1 0 1 0 0,-1 1 0 0 0,-1 0 0 0 0,1 1-1 0 0,-1 0 1 0 0,8 7 0 0 0,2 3 61 0 0,-1 1 0 0 0,-1 0-1 0 0,15 21 1 0 0,-5 0-118 0 0,-2 1 0 0 0,-1 1 0 0 0,-2 0 0 0 0,-2 2 0 0 0,-2 1 0 0 0,-1 0 1 0 0,-3 1-1 0 0,10 50 0 0 0,-16-51-103 0 0,-2 0 1 0 0,-2 1-1 0 0,-1-1 1 0 0,-3 1-1 0 0,-1-1 1 0 0,-2 0-1 0 0,-13 56 1 0 0,6-53-905 0 0,-2-1 0 0 0,-2-1 1 0 0,-35 74-1 0 0,37-92-1150 0 0,-32 44-1 0 0,-4-12-4762 0 0,21-30 169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6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115 127 628 0 0,'4'-10'10451'0'0,"-6"-7"-5086"0"0,-11 12-4340 0 0,10 8-987 0 0,-1-1 0 0 0,2 1 0 0 0,-1 0 0 0 0,0 0 0 0 0,0 0 0 0 0,1 0 0 0 0,0 1-1 0 0,0-1 1 0 0,0 0 0 0 0,0 1 0 0 0,0 0 0 0 0,-2 5 0 0 0,-13 53 136 0 0,14-49-124 0 0,-15 63 164 0 0,-8 91 1 0 0,23-128-161 0 0,1 1 1 0 0,1-1 0 0 0,3 1 0 0 0,8 48-1 0 0,-8-73-31 0 0,2 1 0 0 0,0-1 0 0 0,1 1 0 0 0,0-1 0 0 0,2 0 0 0 0,-1-1 0 0 0,16 24-1 0 0,-18-32-9 0 0,1 0 0 0 0,-1 0 0 0 0,1-1 1 0 0,0 1-1 0 0,0-1 0 0 0,1-1 0 0 0,-1 1 0 0 0,1-1 0 0 0,0 0 0 0 0,1 0 0 0 0,-1 0 0 0 0,1-1 0 0 0,-1 0 0 0 0,1 0 0 0 0,0-1 0 0 0,0 0 0 0 0,0 0 0 0 0,0-1 0 0 0,9 1 0 0 0,1-2 23 0 0,-1 0 1 0 0,1-1 0 0 0,-1-1-1 0 0,0-1 1 0 0,0-1-1 0 0,0 0 1 0 0,0-1 0 0 0,0 0-1 0 0,-1-1 1 0 0,0-1 0 0 0,0 0-1 0 0,-1-2 1 0 0,25-17-1 0 0,-21 12 45 0 0,-1 0-1 0 0,0-1 0 0 0,-1-1 0 0 0,-1 0 1 0 0,0-2-1 0 0,-1 1 0 0 0,-1-2 0 0 0,-1 0 0 0 0,17-34 1 0 0,-21 31-12 0 0,0 0 1 0 0,-1-1 0 0 0,-1 0 0 0 0,-1 0-1 0 0,-1-1 1 0 0,-1 1 0 0 0,-1-1 0 0 0,-2 0-1 0 0,0 1 1 0 0,-1-1 0 0 0,-5-26 0 0 0,3 31-51 0 0,-1 0 1 0 0,-1 0-1 0 0,-1 1 1 0 0,0 0 0 0 0,-1 0-1 0 0,-1 0 1 0 0,-1 1-1 0 0,-1 1 1 0 0,0-1-1 0 0,-1 1 1 0 0,0 1 0 0 0,-1 0-1 0 0,-1 1 1 0 0,-18-16-1 0 0,19 21-17 0 0,-1 0 0 0 0,1 1 0 0 0,-1 0 0 0 0,-1 1 0 0 0,1 1 0 0 0,-1 0 0 0 0,0 1 0 0 0,-26-6 0 0 0,34 10-51 0 0,0 0-1 0 0,0 0 1 0 0,0 1-1 0 0,0 0 1 0 0,0 0 0 0 0,0 0-1 0 0,-1 1 1 0 0,1 0-1 0 0,0 0 1 0 0,-10 4-1 0 0,12-4-63 0 0,1 1 0 0 0,-1 0 0 0 0,1 0 0 0 0,-1 1 0 0 0,1-1 0 0 0,0 0 0 0 0,0 1 0 0 0,0 0 0 0 0,0 0 0 0 0,0 0-1 0 0,1 0 1 0 0,-1 0 0 0 0,1 1 0 0 0,0-1 0 0 0,0 1 0 0 0,0-1 0 0 0,-2 8 0 0 0,3-6-207 0 0,-1-1 0 0 0,1 1 0 0 0,1 0 0 0 0,-1 0 0 0 0,0 0 0 0 0,1-1 0 0 0,0 1 0 0 0,0 0 0 0 0,1 0 0 0 0,-1 0 0 0 0,1 0 0 0 0,0 0 0 0 0,0-1 0 0 0,1 1 0 0 0,2 5 0 0 0,-2-4-681 0 0,1 0-1 0 0,0-1 1 0 0,1 1-1 0 0,-1-1 0 0 0,1 0 1 0 0,8 9-1 0 0,5 1-3679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94 908 0 0,'67'-34'7430'0'0,"33"-18"2772"0"0,-99 51-9826 0 0,11-4 433 0 0,-3 4 278 0 0,-21 16-1003 0 0,0-1 0 0 0,0 0 0 0 0,-2-1 0 0 0,0 0 0 0 0,-18 13 0 0 0,-12 11-1 0 0,1 2-48 0 0,-33 28-45 0 0,3 4 1 0 0,-64 79-1 0 0,133-144 13 0 0,0-1 0 0 0,0 1 0 0 0,1-1-1 0 0,0 1 1 0 0,0 0 0 0 0,0 0 0 0 0,-2 8-1 0 0,5-13 0 0 0,-1 1 0 0 0,1-1 0 0 0,0 1 0 0 0,0-1 1 0 0,0 0-1 0 0,0 1 0 0 0,0-1 0 0 0,0 1 0 0 0,0-1 0 0 0,0 0 0 0 0,0 1 0 0 0,1-1 0 0 0,-1 0 0 0 0,0 1 0 0 0,1-1 0 0 0,-1 0 0 0 0,1 1 0 0 0,0-1 0 0 0,-1 0 0 0 0,1 0 0 0 0,0 0 0 0 0,0 0 0 0 0,0 1 1 0 0,0-1-1 0 0,0 0 0 0 0,0-1 0 0 0,0 1 0 0 0,0 0 0 0 0,0 0 0 0 0,0 0 0 0 0,1-1 0 0 0,-1 1 0 0 0,0 0 0 0 0,0-1 0 0 0,1 1 0 0 0,-1-1 0 0 0,1 0 0 0 0,-1 1 0 0 0,3-1 0 0 0,13 2 2 0 0,1 0-1 0 0,-1-2 0 0 0,1 0 1 0 0,-1-1-1 0 0,0-1 0 0 0,19-3 1 0 0,-10 1-3 0 0,13-1-2 0 0,49-8-33 0 0,1 4 0 0 0,131 4 0 0 0,-216 5-228 0 0,-1 0 1 0 0,1 1 0 0 0,0-1 0 0 0,-1 1 0 0 0,1 0-1 0 0,-1 0 1 0 0,1 1 0 0 0,-1-1 0 0 0,0 1 0 0 0,0 0 0 0 0,1-1-1 0 0,-1 1 1 0 0,0 1 0 0 0,0-1 0 0 0,3 4 0 0 0,-5-5-93 0 0,0 0 0 0 0,-1 0 0 0 0,1 0 0 0 0,-1 1 0 0 0,1-1 0 0 0,-1 0 0 0 0,0 0 1 0 0,1 0-1 0 0,-1 0 0 0 0,0 1 0 0 0,0-1 0 0 0,0 0 0 0 0,0 0 0 0 0,0 1 0 0 0,0-1 1 0 0,0 0-1 0 0,0 0 0 0 0,-1 0 0 0 0,1 1 0 0 0,0-1 0 0 0,-1 0 0 0 0,1 0 0 0 0,-1 0 1 0 0,0 1-1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7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 1760 0 0,'-3'1'701'0'0,"-83"40"11101"0"0,35-11-7403 0 0,50-30-4364 0 0,1 1-1 0 0,-1-1 0 0 0,1 0 0 0 0,-1 1 0 0 0,1-1 1 0 0,0 0-1 0 0,-1 1 0 0 0,1-1 0 0 0,-1 0 1 0 0,1 1-1 0 0,0-1 0 0 0,0 1 0 0 0,-1-1 0 0 0,1 1 1 0 0,0-1-1 0 0,0 1 0 0 0,-1-1 0 0 0,1 1 0 0 0,0-1 1 0 0,0 1-1 0 0,0-1 0 0 0,0 1 0 0 0,0-1 1 0 0,0 1-1 0 0,0-1 0 0 0,0 1 0 0 0,0 0 0 0 0,0-1 1 0 0,0 1-1 0 0,0-1 0 0 0,0 1 0 0 0,0-1 0 0 0,1 1 1 0 0,-1-1-1 0 0,0 1 0 0 0,0-1 0 0 0,0 1 1 0 0,1-1-1 0 0,-1 0 0 0 0,0 1 0 0 0,1-1 0 0 0,-1 1 1 0 0,0-1-1 0 0,1 0 0 0 0,-1 1 0 0 0,1 0 0 0 0,20 11 273 0 0,-4-9-233 0 0,-1 0 1 0 0,1-1-1 0 0,0-1 0 0 0,0 0 1 0 0,0-1-1 0 0,20-3 0 0 0,103-21-1182 0 0,-107 17 468 0 0,98-23-2933 0 0,-44 4-3137 0 0,-41 8 48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7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59 968 0 0,'-3'-58'18740'0'0,"4"60"-18105"0"0,7 13-88 0 0,-1 0 0 0 0,-1 1 1 0 0,0 0-1 0 0,-1 1 1 0 0,-1-1-1 0 0,3 19 1 0 0,-3-15-302 0 0,11 62 74 0 0,-4 1 1 0 0,-4 0-1 0 0,-3 0 0 0 0,-4 1 1 0 0,-17 137-1 0 0,-18-4-1414 0 0,33-207 584 0 0,2-9-45 0 0,0 0 1 0 0,-1 1-1 0 0,1-1 1 0 0,0 0-1 0 0,-1 1 0 0 0,-6 8-3881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8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12 1832 0 0,'-8'-8'12171'0'0,"3"4"-11037"0"0,8 7-19 0 0,4 3-1718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8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6 167 164 0 0,'-5'-8'12020'0'0,"13"5"-11529"0"0,1 1 0 0 0,0-1 0 0 0,0 1 0 0 0,0 1 0 0 0,0 0 0 0 0,14 0 0 0 0,10-2 31 0 0,526-89 1142 0 0,-209 53-2910 0 0,-235 28-3336 0 0,-93 10-572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9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 2912 0 0,'-5'0'2214'0'0,"-4"0"-1180"0"0,2-1 103 0 0,1 1 0 0 0,0 0 1 0 0,0 1-1 0 0,-13 1 0 0 0,18-1-985 0 0,-1-1-1 0 0,1 0 1 0 0,-1 1-1 0 0,1 0 1 0 0,-1-1 0 0 0,1 1-1 0 0,-1 0 1 0 0,1 0 0 0 0,0-1-1 0 0,-1 1 1 0 0,1 0-1 0 0,0 0 1 0 0,0 0 0 0 0,0 1-1 0 0,0-1 1 0 0,0 0 0 0 0,0 0-1 0 0,0 1 1 0 0,0-1-1 0 0,0 0 1 0 0,1 1 0 0 0,-1-1-1 0 0,1 1 1 0 0,-1-1 0 0 0,1 1-1 0 0,-1-1 1 0 0,1 3-1 0 0,-3 26 914 0 0,2 1-1 0 0,2 0 1 0 0,3 33-1 0 0,1 1-394 0 0,0 238 462 0 0,0 20-978 0 0,-4-299-325 0 0,-1-9-388 0 0,0-1 0 0 0,1 0 0 0 0,1 0 1 0 0,0 1-1 0 0,1-1 0 0 0,1 0 0 0 0,8 22 1 0 0,-12-35 289 0 0,1 0 0 0 0,-1 0 0 0 0,1 0 0 0 0,-1-1 0 0 0,1 1 0 0 0,0 0 0 0 0,0 0 0 0 0,-1 0 0 0 0,1 0 0 0 0,0-1 0 0 0,0 1 0 0 0,0 0 0 0 0,0-1 0 0 0,0 1 0 0 0,0-1 0 0 0,0 1 0 0 0,0-1 0 0 0,0 1 0 0 0,0-1 0 0 0,0 0 0 0 0,0 1 0 0 0,0-1 0 0 0,0 0 0 0 0,0 0 0 0 0,0 0 0 0 0,0 0 0 0 0,1 0 0 0 0,-1 0 0 0 0,0 0 0 0 0,0 0 0 0 0,0 0 0 0 0,0-1 0 0 0,0 1 0 0 0,2-1 0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9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2796 0 0,'29'-137'15504'0'0,"-20"180"-13243"0"0,6 196 193 0 0,-1-9-2018 0 0,-8-157-384 0 0,-2-13 3 0 0,22 107-1 0 0,-26-166-68 0 0,0-1 0 0 0,0 0-1 0 0,0 0 1 0 0,0 0 0 0 0,0 0 0 0 0,0 1 0 0 0,0-1-1 0 0,0 0 1 0 0,0 0 0 0 0,0 0 0 0 0,0 1-1 0 0,0-1 1 0 0,0 0 0 0 0,0 0 0 0 0,0 0-1 0 0,0 0 1 0 0,0 1 0 0 0,0-1 0 0 0,0 0-1 0 0,0 0 1 0 0,1 0 0 0 0,-1 0 0 0 0,0 1 0 0 0,0-1-1 0 0,0 0 1 0 0,0 0 0 0 0,0 0 0 0 0,0 0-1 0 0,0 0 1 0 0,1 1 0 0 0,-1-1 0 0 0,0 0-1 0 0,0 0 1 0 0,0 0 0 0 0,0 0 0 0 0,1 0 0 0 0,-1 0-1 0 0,0 0 1 0 0,0 0 0 0 0,0 0 0 0 0,0 0-1 0 0,1 0 1 0 0,-1 0 0 0 0,0 0 0 0 0,0 0-1 0 0,0 0 1 0 0,1 0 0 0 0,-1 0 0 0 0,0 0-1 0 0,0 0 1 0 0,0 0 0 0 0,0 0 0 0 0,1 0 0 0 0,-1 0-1 0 0,0 0 1 0 0,0 0 0 0 0,0 0 0 0 0,0 0-1 0 0,1-1 1 0 0,7-13-384 0 0,3-23-14 0 0,-4 8 214 0 0,43-143-469 0 0,-43 155 634 0 0,0 0 0 0 0,1 1-1 0 0,1 0 1 0 0,0 0 0 0 0,2 0 0 0 0,-1 1-1 0 0,21-21 1 0 0,-30 35 41 0 0,0 0 0 0 0,0 0-1 0 0,0 0 1 0 0,0 0 0 0 0,0 0-1 0 0,0 0 1 0 0,0 0-1 0 0,1 0 1 0 0,-1 0 0 0 0,0 0-1 0 0,1 1 1 0 0,-1-1 0 0 0,0 1-1 0 0,1-1 1 0 0,-1 1 0 0 0,1-1-1 0 0,-1 1 1 0 0,1 0 0 0 0,-1-1-1 0 0,1 1 1 0 0,-1 0 0 0 0,1 0-1 0 0,-1 0 1 0 0,1 0 0 0 0,-1 1-1 0 0,1-1 1 0 0,-1 0 0 0 0,1 1-1 0 0,-1-1 1 0 0,0 1 0 0 0,1-1-1 0 0,-1 1 1 0 0,1 0 0 0 0,-1-1-1 0 0,0 1 1 0 0,0 0 0 0 0,1 0-1 0 0,-1 0 1 0 0,0 0-1 0 0,0 0 1 0 0,0 0 0 0 0,0 0-1 0 0,0 1 1 0 0,0-1 0 0 0,-1 0-1 0 0,2 3 1 0 0,4 5 71 0 0,-1 1 1 0 0,0 0-1 0 0,-1 0 0 0 0,5 18 1 0 0,-9-27-79 0 0,9 32 62 0 0,-3 1-1 0 0,5 50 1 0 0,7 41-718 0 0,-17-123 534 0 0,-1 1 0 0 0,1 0-1 0 0,-1-1 1 0 0,1 1 0 0 0,0 0 0 0 0,0-1 0 0 0,1 0-1 0 0,-1 1 1 0 0,0-1 0 0 0,1 1 0 0 0,-1-1-1 0 0,1 0 1 0 0,0 0 0 0 0,0 0 0 0 0,0 0 0 0 0,0 0-1 0 0,0-1 1 0 0,0 1 0 0 0,0-1 0 0 0,1 1 0 0 0,-1-1-1 0 0,0 0 1 0 0,1 1 0 0 0,-1-1 0 0 0,1-1 0 0 0,0 1-1 0 0,-1 0 1 0 0,1-1 0 0 0,5 1 0 0 0,-3-1-203 0 0,1 0 0 0 0,0-1 0 0 0,0 0 0 0 0,-1 0 0 0 0,1 0 0 0 0,-1-1 1 0 0,1 0-1 0 0,-1 0 0 0 0,1 0 0 0 0,-1-1 0 0 0,0 1 0 0 0,0-1 0 0 0,6-6 0 0 0,3-2-275 0 0,0-2-1 0 0,-1 0 1 0 0,0 0-1 0 0,-1-1 1 0 0,-1-1-1 0 0,18-29 1 0 0,-13 17 1323 0 0,-2-1 0 0 0,-2-1 0 0 0,13-38-1 0 0,-4-17 7536 0 0,-21 87-7932 0 0,-3 120 1242 0 0,1-32-2166 0 0,8 94 0 0 0,-5-180-353 0 0,3 22 94 0 0,-2-18-2370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49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31 102 2484 0 0,'-4'-15'1757'0'0,"-22"-70"6946"0"0,26 83-8090 0 0,0 5-1100 0 0,12 42-5729 0 0,-9-33 1766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0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11 1172 0 0,'48'-7'12756'0'0,"-31"3"-8024"0"0,-39 17-4174 0 0,0 1 0 0 0,1 1 0 0 0,1 0 0 0 0,-31 30 1 0 0,48-41-559 0 0,0-1 0 0 0,1 1 0 0 0,-1 0 1 0 0,0 0-1 0 0,1 0 0 0 0,0 0 0 0 0,0 0 0 0 0,0 0 1 0 0,1 1-1 0 0,-1-1 0 0 0,1 1 0 0 0,0-1 0 0 0,0 1 1 0 0,1-1-1 0 0,-1 6 0 0 0,1-7 2 0 0,1 1 0 0 0,0 0-1 0 0,0 0 1 0 0,0-1 0 0 0,0 1 0 0 0,0-1-1 0 0,1 1 1 0 0,0-1 0 0 0,-1 1 0 0 0,1-1-1 0 0,0 0 1 0 0,1 0 0 0 0,-1 0 0 0 0,1 0-1 0 0,-1 0 1 0 0,1-1 0 0 0,0 1 0 0 0,6 4-1 0 0,10 5 2 0 0,0-1 1 0 0,36 17-1 0 0,7 3 13 0 0,-38-17-3 0 0,-23-14-10 0 0,0 0 0 0 0,-1 0 0 0 0,1 1 1 0 0,0-1-1 0 0,-1 0 0 0 0,1 1 0 0 0,0-1 0 0 0,-1 1 0 0 0,1-1 0 0 0,0 0 0 0 0,-1 1 1 0 0,1 0-1 0 0,-1-1 0 0 0,1 1 0 0 0,-1-1 0 0 0,1 1 0 0 0,-1-1 0 0 0,0 1 1 0 0,1 0-1 0 0,-1-1 0 0 0,0 1 0 0 0,1 0 0 0 0,-1 0 0 0 0,0-1 0 0 0,0 1 1 0 0,0 0-1 0 0,0-1 0 0 0,1 1 0 0 0,-1 0 0 0 0,0 1 0 0 0,-1-1 1 0 0,0 0-1 0 0,1 1 0 0 0,-1-1 1 0 0,0 0-1 0 0,0 0 1 0 0,0 1-1 0 0,0-1 0 0 0,0 0 1 0 0,0 0-1 0 0,0 0 1 0 0,0 0-1 0 0,0 0 1 0 0,-3 1-1 0 0,-4 3 2 0 0,1-1 0 0 0,-1 0 1 0 0,-1 0-1 0 0,-8 2 0 0 0,-19 4-119 0 0,-1-2-1 0 0,0-2 1 0 0,0-1 0 0 0,-44 0-1 0 0,50-6-1159 0 0,-54-6 0 0 0,60 3-921 0 0,1-1-1 0 0,-37-14 1 0 0,37 9-1761 0 0,6 0-1675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290 174 2264 0 0,'-56'-3'6266'0'0,"31"2"-2979"0"0,-32 1-1 0 0,56 0-3206 0 0,-1 0 0 0 0,0 1 0 0 0,0-1 0 0 0,1 1 0 0 0,-1-1 0 0 0,0 1 0 0 0,1-1 0 0 0,-1 1 0 0 0,1 0 0 0 0,-1 0 0 0 0,1 0 0 0 0,-1 0 0 0 0,1 0 0 0 0,-1 0 0 0 0,1 0 0 0 0,0 0 0 0 0,0 0 0 0 0,0 1 0 0 0,-1-1 0 0 0,1 1 0 0 0,0-1 0 0 0,1 1 0 0 0,-1-1 0 0 0,0 1 0 0 0,0-1 0 0 0,1 1 0 0 0,-1 2 0 0 0,1-3-67 0 0,0 0 0 0 0,0 0 0 0 0,0-1 0 0 0,0 1 0 0 0,1 0-1 0 0,-1 0 1 0 0,0 0 0 0 0,1-1 0 0 0,-1 1 0 0 0,1 0 0 0 0,-1 0 0 0 0,1-1 0 0 0,-1 1 0 0 0,1 0 0 0 0,-1-1 0 0 0,1 1 0 0 0,0-1-1 0 0,-1 1 1 0 0,1 0 0 0 0,0-1 0 0 0,0 0 0 0 0,1 1 0 0 0,16 9 115 0 0,-10-8-99 0 0,-1-1 0 0 0,1 1 1 0 0,-1-1-1 0 0,1-1 1 0 0,-1 1-1 0 0,1-1 0 0 0,0-1 1 0 0,-1 1-1 0 0,1-1 1 0 0,10-3-1 0 0,4-1 8 0 0,-1-1 1 0 0,28-12-1 0 0,-39 14-19 0 0,-1-1 1 0 0,1 0-1 0 0,-1-1 1 0 0,0 0-1 0 0,0 0 1 0 0,-1-1-1 0 0,0 0 1 0 0,10-10-1 0 0,-15 13-15 0 0,0 1 0 0 0,-1 0 0 0 0,1-1 0 0 0,-1 1 0 0 0,0-1 0 0 0,0 0-1 0 0,0 0 1 0 0,0 1 0 0 0,-1-1 0 0 0,1-1 0 0 0,-1 1 0 0 0,0 0 0 0 0,0 0 0 0 0,-1 0-1 0 0,1-1 1 0 0,-1 1 0 0 0,0 0 0 0 0,0 0 0 0 0,0-1 0 0 0,-1 1 0 0 0,0 0 0 0 0,1 0-1 0 0,-4-8 1 0 0,4 10-3 0 0,-1 0-1 0 0,0 0 0 0 0,0 1 0 0 0,0-1 1 0 0,0 0-1 0 0,0 0 0 0 0,0 1 0 0 0,-1-1 1 0 0,1 1-1 0 0,-1-1 0 0 0,1 1 1 0 0,-1-1-1 0 0,1 1 0 0 0,-1 0 0 0 0,0 0 1 0 0,1 0-1 0 0,-1 0 0 0 0,0 0 0 0 0,0 0 1 0 0,-3-1-1 0 0,2 2-2 0 0,-1-1 1 0 0,0 1-1 0 0,0-1 1 0 0,0 1-1 0 0,0 0 1 0 0,0 1-1 0 0,0-1 1 0 0,0 1-1 0 0,1-1 1 0 0,-5 3 0 0 0,-6 1-6 0 0,0 2 0 0 0,1-1 1 0 0,0 2-1 0 0,-20 13 1 0 0,5-1 29 0 0,0 2 1 0 0,2 0-1 0 0,0 2 1 0 0,-43 51 0 0 0,57-59-13 0 0,0 0 1 0 0,1 1-1 0 0,1 0 1 0 0,1 1-1 0 0,0 0 0 0 0,2 0 1 0 0,-1 1-1 0 0,2 0 1 0 0,1 0-1 0 0,-6 28 1 0 0,11-40-10 0 0,-1 0 1 0 0,1 0 0 0 0,-1 0 0 0 0,2 0 0 0 0,-1 0-1 0 0,1 0 1 0 0,0-1 0 0 0,0 1 0 0 0,0 0 0 0 0,1 0-1 0 0,0 0 1 0 0,0-1 0 0 0,1 1 0 0 0,-1-1-1 0 0,1 0 1 0 0,0 0 0 0 0,1 0 0 0 0,4 6 0 0 0,-2-4-48 0 0,1-2 1 0 0,0 1 0 0 0,0-1 0 0 0,0 0 0 0 0,0 0 0 0 0,1 0 0 0 0,-1-1 0 0 0,1-1-1 0 0,0 1 1 0 0,1-1 0 0 0,-1-1 0 0 0,10 3 0 0 0,5-1-293 0 0,1 0 0 0 0,0-2 0 0 0,1-1 0 0 0,28-1 0 0 0,99-18-1267 0 0,-85 6 366 0 0,-1-3 0 0 0,90-33 1 0 0,-116 33 421 0 0,0-3 0 0 0,-2-1 0 0 0,0-1 0 0 0,66-50 0 0 0,-89 59 859 0 0,0-2 0 0 0,-1 0 1 0 0,21-26-1 0 0,-30 33 218 0 0,0-1 0 0 0,-1 1 0 0 0,0-1 0 0 0,0 0-1 0 0,-1 0 1 0 0,1-1 0 0 0,-1 1 0 0 0,-1-1 0 0 0,0 1 0 0 0,0-1-1 0 0,1-11 1 0 0,-2 17-170 0 0,-1 0 1 0 0,0 0-1 0 0,0 0 0 0 0,0 0 0 0 0,0 0 1 0 0,0-1-1 0 0,0 1 0 0 0,0 0 0 0 0,-1 0 1 0 0,1 0-1 0 0,-1 0 0 0 0,0 0 0 0 0,1 0 0 0 0,-1 0 1 0 0,0 1-1 0 0,0-1 0 0 0,0 0 0 0 0,0 0 1 0 0,-1 1-1 0 0,1-1 0 0 0,0 0 0 0 0,-1 1 1 0 0,1 0-1 0 0,-1-1 0 0 0,0 1 0 0 0,1 0 0 0 0,-1 0 1 0 0,0-1-1 0 0,0 1 0 0 0,0 1 0 0 0,1-1 1 0 0,-1 0-1 0 0,0 0 0 0 0,0 1 0 0 0,0-1 1 0 0,0 1-1 0 0,-1 0 0 0 0,1-1 0 0 0,-3 1 0 0 0,-3 0 136 0 0,0 1 0 0 0,0 0-1 0 0,0 0 1 0 0,1 0 0 0 0,-1 1-1 0 0,0 0 1 0 0,1 0 0 0 0,0 1-1 0 0,-10 5 1 0 0,5-2-70 0 0,1 2-1 0 0,0-1 0 0 0,0 1 1 0 0,1 1-1 0 0,0 0 0 0 0,1 1 1 0 0,-1-1-1 0 0,2 2 0 0 0,0-1 1 0 0,-9 15-1 0 0,12-17-117 0 0,1-1 0 0 0,0 0-1 0 0,1 1 1 0 0,0 0 0 0 0,0 0-1 0 0,0 0 1 0 0,1 0-1 0 0,0 0 1 0 0,1 1 0 0 0,0-1-1 0 0,0 1 1 0 0,1-1 0 0 0,0 1-1 0 0,0-1 1 0 0,1 1 0 0 0,0-1-1 0 0,3 12 1 0 0,-2-16-28 0 0,-1 0 0 0 0,1-1-1 0 0,-1 1 1 0 0,1 0 0 0 0,0-1 0 0 0,1 1-1 0 0,-1-1 1 0 0,1 0 0 0 0,-1 0 0 0 0,1 0-1 0 0,0 0 1 0 0,0 0 0 0 0,0 0 0 0 0,8 4-1 0 0,-6-4 1 0 0,2 0 0 0 0,-1-1 0 0 0,0 1-1 0 0,0-1 1 0 0,1 0 0 0 0,-1-1 0 0 0,1 0-1 0 0,10 1 1 0 0,-4-1-2 0 0,1-1 0 0 0,-1-1 1 0 0,0 0-1 0 0,0-1 0 0 0,0 0 0 0 0,0-1 1 0 0,-1-1-1 0 0,24-9 0 0 0,-26 8-18 0 0,0 0 0 0 0,0-1 0 0 0,-1-1 0 0 0,0 1-1 0 0,0-2 1 0 0,-1 1 0 0 0,0-1 0 0 0,0 0 0 0 0,-1-1 0 0 0,0 1 0 0 0,0-2 0 0 0,-1 1 0 0 0,5-11-1 0 0,-1 0-11 0 0,-1-1-1 0 0,-1-1 1 0 0,-1 1-1 0 0,-1-1 1 0 0,5-33-1 0 0,-7 32-32 0 0,-4 20 104 0 0,-1 5 36 0 0,-5 26 411 0 0,4-17-311 0 0,-95 554 2896 0 0,66-352-2568 0 0,-30 345-1418 0 0,61-551 612 0 0,0 3-1049 0 0,-1 1-1 0 0,4 22 0 0 0,5-26-2025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1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0 144 216 0 0,'17'-144'14171'0'0,"-18"234"-10395"0"0,-4-28-3082 0 0,0-24-478 0 0,3 0 0 0 0,0 1 0 0 0,3-1 0 0 0,7 54-1 0 0,-7-87-201 0 0,0 0-1 0 0,1 0 0 0 0,-1 0 1 0 0,1 0-1 0 0,0 0 0 0 0,0-1 0 0 0,0 1 1 0 0,1-1-1 0 0,-1 1 0 0 0,1-1 1 0 0,0 0-1 0 0,1 0 0 0 0,-1 0 0 0 0,8 7 1 0 0,-7-9-17 0 0,0 0 0 0 0,0 0 0 0 0,-1 0 1 0 0,1 0-1 0 0,1-1 0 0 0,-1 0 0 0 0,0 1 1 0 0,0-1-1 0 0,0-1 0 0 0,0 1 0 0 0,1-1 1 0 0,-1 0-1 0 0,0 0 0 0 0,1 0 0 0 0,-1 0 0 0 0,0-1 1 0 0,0 1-1 0 0,7-3 0 0 0,-1 0-71 0 0,1-1 0 0 0,-1 0-1 0 0,0-1 1 0 0,0 0 0 0 0,-1-1-1 0 0,1 0 1 0 0,-1 0 0 0 0,-1-1-1 0 0,1 0 1 0 0,-1 0 0 0 0,0-1-1 0 0,-1 0 1 0 0,0-1 0 0 0,11-17-1 0 0,1-5-125 0 0,-1 0 0 0 0,-2-1-1 0 0,15-42 1 0 0,29-103 527 0 0,-60 175-192 0 0,0 20 90 0 0,-7 37 126 0 0,-7 89 132 0 0,14-121-497 0 0,0 1 0 0 0,1-1 0 0 0,2 0 0 0 0,5 25 0 0 0,-7-42-135 0 0,0-1 0 0 0,1 1 0 0 0,0-1 0 0 0,0 0 0 0 0,1 0 0 0 0,-1 0 1 0 0,1 0-1 0 0,0 0 0 0 0,0-1 0 0 0,1 1 0 0 0,-1-1 0 0 0,1 0 0 0 0,0 0 0 0 0,0 0 0 0 0,8 5 1 0 0,-4-5-143 0 0,-1 0 1 0 0,1 0-1 0 0,0 0 0 0 0,0-1 1 0 0,0-1-1 0 0,0 1 1 0 0,1-1-1 0 0,-1-1 1 0 0,14 2-1 0 0,-3-2-656 0 0,1-1-1 0 0,0-1 1 0 0,-1-1-1 0 0,1-1 1 0 0,-1 0-1 0 0,0-2 1 0 0,0 0-1 0 0,26-11 1 0 0,-1-3-2452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198 157 1912 0 0,'5'-13'1145'0'0,"17"-50"3623"0"0,-21 59-4379 0 0,0-1 0 0 0,0 1 0 0 0,-1-1 0 0 0,1 0 0 0 0,-1 1 0 0 0,0-1 0 0 0,0 0 0 0 0,-1 1 0 0 0,1-1 0 0 0,-1 1 0 0 0,-2-8 0 0 0,2 10-296 0 0,1 1-1 0 0,-1 0 0 0 0,1 0 1 0 0,-1 0-1 0 0,1 0 0 0 0,-1 0 1 0 0,1 0-1 0 0,-1 1 1 0 0,0-1-1 0 0,0 0 0 0 0,1 0 1 0 0,-1 0-1 0 0,0 1 1 0 0,0-1-1 0 0,0 0 0 0 0,0 1 1 0 0,0-1-1 0 0,0 1 1 0 0,0-1-1 0 0,0 1 0 0 0,0-1 1 0 0,0 1-1 0 0,0 0 0 0 0,0-1 1 0 0,-2 1-1 0 0,0 0 10 0 0,1 0 0 0 0,-1 1 1 0 0,1-1-1 0 0,-1 0 0 0 0,1 1 0 0 0,-1 0 0 0 0,1 0 0 0 0,-1 0 0 0 0,1 0 0 0 0,-4 2 1 0 0,-3 2 117 0 0,0 1 0 0 0,0 1 1 0 0,1-1-1 0 0,-11 12 0 0 0,5-2-20 0 0,1 0-1 0 0,1 0 1 0 0,0 1-1 0 0,-17 34 1 0 0,23-38-145 0 0,0-1 0 0 0,1 1 1 0 0,1 0-1 0 0,0 1 0 0 0,1-1 1 0 0,0 1-1 0 0,1-1 0 0 0,0 18 1 0 0,2-29-52 0 0,0 1 1 0 0,0-1 0 0 0,0 1 0 0 0,0-1 0 0 0,1 1-1 0 0,-1-1 1 0 0,1 1 0 0 0,0-1 0 0 0,0 0 0 0 0,0 1-1 0 0,0-1 1 0 0,0 0 0 0 0,0 0 0 0 0,1 1 0 0 0,-1-1-1 0 0,1 0 1 0 0,-1-1 0 0 0,1 1 0 0 0,0 0 0 0 0,0 0-1 0 0,0-1 1 0 0,0 1 0 0 0,0-1 0 0 0,0 1-1 0 0,0-1 1 0 0,0 0 0 0 0,0 0 0 0 0,1 0 0 0 0,-1 0-1 0 0,5 1 1 0 0,-3-1-43 0 0,1-1 0 0 0,0 1 0 0 0,0-1 0 0 0,-1 0 0 0 0,1 0 0 0 0,0 0 0 0 0,-1-1 0 0 0,1 1 0 0 0,0-1 0 0 0,-1 0 0 0 0,1-1 0 0 0,-1 1 0 0 0,1-1 0 0 0,-1 0 0 0 0,8-4 0 0 0,-2-2-113 0 0,1 0 0 0 0,-2-1 0 0 0,1 0 0 0 0,-1 0 0 0 0,0-1-1 0 0,-1 0 1 0 0,0-1 0 0 0,-1 0 0 0 0,0 0 0 0 0,0-1 0 0 0,4-12 0 0 0,7-20-22 0 0,20-76 1 0 0,-34 108 239 0 0,-3 10 421 0 0,-2 4-272 0 0,-3 24 151 0 0,1 0-1 0 0,1-1 1 0 0,1 1 0 0 0,1 0-1 0 0,2 0 1 0 0,9 50 0 0 0,-9-68-388 0 0,1 0 0 0 0,-1-1 1 0 0,2 1-1 0 0,-1-1 0 0 0,1 0 1 0 0,0 0-1 0 0,0 0 0 0 0,1 0 1 0 0,0-1-1 0 0,0 0 0 0 0,1 0 1 0 0,0 0-1 0 0,0-1 0 0 0,0 0 1 0 0,0 0-1 0 0,1 0 0 0 0,0-1 1 0 0,0 0-1 0 0,0 0 0 0 0,1-1 1 0 0,-1 0-1 0 0,1 0 0 0 0,0-1 1 0 0,9 2-1 0 0,-7-1-391 0 0,1-2 0 0 0,-1 0 0 0 0,1 0 1 0 0,-1 0-1 0 0,0-2 0 0 0,1 1 0 0 0,-1-1 0 0 0,1-1 1 0 0,-1 0-1 0 0,0 0 0 0 0,0-1 0 0 0,0 0 0 0 0,0-1 0 0 0,-1 0 1 0 0,1-1-1 0 0,-1 0 0 0 0,0 0 0 0 0,13-10 0 0 0,9-15-3135 0 0,-4 1-1496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2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82 268 2248 0 0,'-6'-57'4006'0'0,"-3"1"0"0"0,-26-87 0 0 0,35 143-3950 0 0,0-1-1 0 0,0 1 1 0 0,0-1-1 0 0,0 1 1 0 0,0-1-1 0 0,0 1 1 0 0,0-1 0 0 0,-1 1-1 0 0,1-1 1 0 0,0 1-1 0 0,0-1 1 0 0,-1 1 0 0 0,1-1-1 0 0,0 1 1 0 0,0-1-1 0 0,-1 1 1 0 0,1-1 0 0 0,-1 1-1 0 0,1 0 1 0 0,0-1-1 0 0,-1 1 1 0 0,1 0-1 0 0,-1-1 1 0 0,1 1 0 0 0,-1 0-1 0 0,1 0 1 0 0,-2-1-1 0 0,-5 13 1122 0 0,0 25 11 0 0,-2 411 2577 0 0,12-328-3364 0 0,6 174 145 0 0,25-3-423 0 0,-29-268-605 0 0,0 1-1 0 0,2-1 1 0 0,11 28-1 0 0,-15-44-34 0 0,0 1 0 0 0,1-1 0 0 0,0 0 0 0 0,1 0 0 0 0,-1 0 0 0 0,1-1 0 0 0,0 1 0 0 0,1-1 0 0 0,0-1 0 0 0,0 1 0 0 0,0-1 0 0 0,0 0 0 0 0,10 6 0 0 0,-14-10-54 0 0,1 0 0 0 0,-1 0 0 0 0,1 0 0 0 0,-1 0 0 0 0,1 0 0 0 0,0-1 0 0 0,-1 1 0 0 0,1-1 0 0 0,0 1 0 0 0,3-1 0 0 0,10-3-4598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2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1080 0 0,'5'-29'5357'0'0,"-1"-1"3894"0"0,5 78-6284 0 0,-4 34-1760 0 0,-5-59-1352 0 0,1 0 0 0 0,1-1-1 0 0,1 1 1 0 0,1-1-1 0 0,9 27 1 0 0,-12-46-245 0 0,1 1 1 0 0,0 0 0 0 0,0 0 0 0 0,0-1 0 0 0,0 0-1 0 0,0 1 1 0 0,1-1 0 0 0,-1 0 0 0 0,1 0-1 0 0,0 0 1 0 0,0 0 0 0 0,5 3 0 0 0,-5-5-268 0 0,0 1 0 0 0,0 0 1 0 0,0-1-1 0 0,1 1 1 0 0,-1-1-1 0 0,0 0 0 0 0,1 0 1 0 0,-1-1-1 0 0,5 2 0 0 0,10-1-4302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3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45 1204 0 0,'7'-31'8030'0'0,"-7"18"-2258"0"0,-10 25-4376 0 0,7-5-1064 0 0,0 0 0 0 0,0 0 0 0 0,1 0 0 0 0,0 1 1 0 0,0-1-1 0 0,-1 15 0 0 0,0-2 117 0 0,-3 7-144 0 0,2 0-1 0 0,1 1 1 0 0,0-1-1 0 0,2 1 1 0 0,2-1-1 0 0,4 37 1 0 0,-4-60-289 0 0,-1 1 0 0 0,1-1 1 0 0,0 0-1 0 0,1 0 0 0 0,-1 1 0 0 0,1-1 1 0 0,-1 0-1 0 0,1 0 0 0 0,1-1 0 0 0,-1 1 1 0 0,0 0-1 0 0,1-1 0 0 0,0 1 0 0 0,0-1 0 0 0,0 0 1 0 0,0 0-1 0 0,0 0 0 0 0,1-1 0 0 0,-1 1 1 0 0,1-1-1 0 0,0 1 0 0 0,0-1 0 0 0,0 0 1 0 0,0-1-1 0 0,0 1 0 0 0,0-1 0 0 0,0 0 1 0 0,0 0-1 0 0,1 0 0 0 0,-1 0 0 0 0,0-1 1 0 0,1 0-1 0 0,-1 0 0 0 0,1 0 0 0 0,-1 0 0 0 0,8-2 1 0 0,-6 1-11 0 0,0-1 0 0 0,-1 1 1 0 0,1-1-1 0 0,0-1 0 0 0,-1 1 1 0 0,0-1-1 0 0,1 0 0 0 0,-1 0 0 0 0,0 0 1 0 0,-1-1-1 0 0,1 0 0 0 0,-1 0 1 0 0,1 0-1 0 0,-1 0 0 0 0,0-1 1 0 0,-1 1-1 0 0,1-1 0 0 0,-1 0 0 0 0,0-1 1 0 0,5-9-1 0 0,-2 1-12 0 0,-1 1-1 0 0,0-1 1 0 0,-1 0 0 0 0,-1-1-1 0 0,0 1 1 0 0,-1-1-1 0 0,1-17 1 0 0,-3 25 2 0 0,1-1-1 0 0,-2 1 1 0 0,1 0-1 0 0,-1 0 1 0 0,0-1-1 0 0,-1 1 1 0 0,0 0 0 0 0,0 0-1 0 0,0 0 1 0 0,-1 0-1 0 0,0 1 1 0 0,0-1-1 0 0,-1 1 1 0 0,0-1-1 0 0,0 1 1 0 0,0 1 0 0 0,-1-1-1 0 0,0 0 1 0 0,0 1-1 0 0,0 0 1 0 0,-1 0-1 0 0,0 1 1 0 0,0 0-1 0 0,0 0 1 0 0,0 0 0 0 0,-1 0-1 0 0,1 1 1 0 0,-1 0-1 0 0,0 1 1 0 0,0 0-1 0 0,0 0 1 0 0,0 0 0 0 0,0 1-1 0 0,-1 0 1 0 0,1 0-1 0 0,0 0 1 0 0,-1 1-1 0 0,1 1 1 0 0,0-1-1 0 0,-14 4 1 0 0,8-2 4 0 0,0 2 1 0 0,1-1-1 0 0,0 1 1 0 0,0 1-1 0 0,0 1 0 0 0,1-1 1 0 0,-16 11-1 0 0,21-11-156 0 0,-1 0-1 0 0,0 0 0 0 0,1 0 0 0 0,0 1 1 0 0,1 0-1 0 0,-1 0 0 0 0,1 1 0 0 0,0-1 1 0 0,1 1-1 0 0,0 0 0 0 0,0 0 1 0 0,-5 12-1 0 0,8-16-76 0 0,1 0 1 0 0,-1 0-1 0 0,0 0 0 0 0,1 0 1 0 0,0 0-1 0 0,0 0 1 0 0,0 0-1 0 0,0 0 0 0 0,0 0 1 0 0,0 0-1 0 0,1 0 1 0 0,-1 0-1 0 0,1 0 0 0 0,0 0 1 0 0,0 0-1 0 0,0-1 0 0 0,1 1 1 0 0,1 4-1 0 0,-1-4-608 0 0,1 0-1 0 0,-1 0 0 0 0,1 0 1 0 0,-1 0-1 0 0,1 0 0 0 0,0 0 1 0 0,0-1-1 0 0,5 4 0 0 0,7 2-4533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3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2956 0 0,'2'-4'1315'0'0,"0"0"-1"0"0,0 0 0 0 0,-1 0 1 0 0,1 0-1 0 0,-1 0 0 0 0,0 0 1 0 0,0-4-1 0 0,2 10-189 0 0,-2-2-1089 0 0,-1 0-1 0 0,0 0 1 0 0,0 0 0 0 0,1 0-1 0 0,-1 0 1 0 0,0 0 0 0 0,0 0 0 0 0,1 0-1 0 0,-1 0 1 0 0,0 1 0 0 0,0-1-1 0 0,1 0 1 0 0,-1 0 0 0 0,0 0-1 0 0,0 0 1 0 0,0 0 0 0 0,1 1-1 0 0,-1-1 1 0 0,0 0 0 0 0,0 0-1 0 0,0 0 1 0 0,1 1 0 0 0,-1-1 0 0 0,0 0-1 0 0,0 0 1 0 0,0 1 0 0 0,0-1-1 0 0,0 0 1 0 0,0 0 0 0 0,0 1-1 0 0,0-1 1 0 0,0 0 0 0 0,1 1-1 0 0,5 36 1481 0 0,0 0 0 0 0,0 55 0 0 0,-15 117 36 0 0,9-207-1520 0 0,2-4-30 0 0,5-11-57 0 0,-1 1-1 0 0,0-1 1 0 0,6-19-1 0 0,0 0-121 0 0,8-18-95 0 0,32-69-133 0 0,-46 107 360 0 0,1-1 0 0 0,1 1 1 0 0,0 0-1 0 0,1 1 0 0 0,0 0 0 0 0,20-18 0 0 0,-28 28 46 0 0,1 0 0 0 0,-1-1-1 0 0,0 1 1 0 0,1 0 0 0 0,-1 0 0 0 0,0 0 0 0 0,1 0-1 0 0,-1 0 1 0 0,1 0 0 0 0,0 1 0 0 0,-1-1-1 0 0,1 0 1 0 0,0 1 0 0 0,-1-1 0 0 0,1 1-1 0 0,0 0 1 0 0,-1 0 0 0 0,1-1 0 0 0,0 1-1 0 0,0 0 1 0 0,0 0 0 0 0,-1 1 0 0 0,1-1-1 0 0,0 0 1 0 0,-1 1 0 0 0,1-1 0 0 0,0 1 0 0 0,0-1-1 0 0,-1 1 1 0 0,1 0 0 0 0,-1-1 0 0 0,1 1-1 0 0,-1 0 1 0 0,1 0 0 0 0,-1 0 0 0 0,0 0-1 0 0,1 1 1 0 0,-1-1 0 0 0,0 0 0 0 0,0 1-1 0 0,0-1 1 0 0,0 0 0 0 0,0 1 0 0 0,2 2 0 0 0,2 6 69 0 0,-1 0 1 0 0,1 0 0 0 0,-2 0 0 0 0,1 0 0 0 0,2 18 0 0 0,7 62 230 0 0,-11-66-229 0 0,1 0 1 0 0,1-1 0 0 0,1 1-1 0 0,14 36 1 0 0,-18-57-78 0 0,0 0 1 0 0,0-1-1 0 0,1 1 0 0 0,-1-1 1 0 0,1 1-1 0 0,0-1 1 0 0,0 0-1 0 0,0 0 0 0 0,0 0 1 0 0,0 0-1 0 0,0 0 1 0 0,1 0-1 0 0,-1 0 1 0 0,0-1-1 0 0,1 1 0 0 0,0-1 1 0 0,-1 0-1 0 0,1 0 1 0 0,0 0-1 0 0,4 2 1 0 0,-4-3-174 0 0,-1 0 1 0 0,0 0-1 0 0,1 0 1 0 0,-1 0-1 0 0,0 0 1 0 0,0-1-1 0 0,1 1 1 0 0,-1 0 0 0 0,0-1-1 0 0,0 0 1 0 0,0 0-1 0 0,0 1 1 0 0,0-1-1 0 0,0-1 1 0 0,0 1-1 0 0,0 0 1 0 0,0 0 0 0 0,0-1-1 0 0,0 1 1 0 0,-1-1-1 0 0,1 1 1 0 0,-1-1-1 0 0,1 0 1 0 0,-1 0-1 0 0,0 1 1 0 0,1-1 0 0 0,0-3-1 0 0,13-31-6948 0 0,-12 15 44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3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80 852 0 0,'-45'-14'3386'0'0,"-89"-28"5747"0"0,47 19-6757 0 0,85 23-3102 0 0,-11 1-1859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3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0 712 0 0,'-22'15'3178'0'0,"-21"14"1199"0"0,40-27-3992 0 0,0 1 0 0 0,0 0 0 0 0,0 0 0 0 0,0 0 0 0 0,1 0-1 0 0,-1 0 1 0 0,1 0 0 0 0,-1 1 0 0 0,-1 5 0 0 0,4-9-340 0 0,0 1 1 0 0,-1 0-1 0 0,1-1 0 0 0,0 1 1 0 0,0 0-1 0 0,0-1 1 0 0,0 1-1 0 0,0 0 0 0 0,0 0 1 0 0,1-1-1 0 0,-1 1 1 0 0,0 0-1 0 0,0-1 0 0 0,0 1 1 0 0,1 0-1 0 0,-1-1 1 0 0,0 1-1 0 0,1 0 0 0 0,-1-1 1 0 0,0 1-1 0 0,1-1 1 0 0,-1 1-1 0 0,1-1 0 0 0,-1 1 1 0 0,1-1-1 0 0,-1 1 1 0 0,1-1-1 0 0,-1 1 0 0 0,1-1 1 0 0,0 0-1 0 0,-1 1 1 0 0,2 0-1 0 0,21 7 431 0 0,-5-4-318 0 0,0-1 1 0 0,0-1-1 0 0,0-1 1 0 0,26-1-1 0 0,75-11-70 0 0,-72 5-190 0 0,236-30-2736 0 0,-94 6-2404 0 0,-85 12 858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40 244 0 0,'-30'-39'12482'0'0,"31"51"-11061"0"0,12 43 491 0 0,9 103 1 0 0,-20-64-1524 0 0,-3-59-1172 0 0,2 1-1 0 0,10 59 1 0 0,-10-88 164 0 0,1-1 1 0 0,-1 0 0 0 0,1-1-1 0 0,5 10 1 0 0,9 5-4876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4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273 112 1680 0 0,'5'-12'1470'0'0,"3"-6"1683"0"0,-1-1 0 0 0,7-26 1 0 0,-14 44-3096 0 0,1 1 1 0 0,-1-1-1 0 0,0 1 0 0 0,0-1 1 0 0,0 0-1 0 0,0 1 1 0 0,0-1-1 0 0,0 1 0 0 0,0-1 1 0 0,0 1-1 0 0,0-1 1 0 0,0 1-1 0 0,0-1 0 0 0,0 1 1 0 0,-1-1-1 0 0,1 1 1 0 0,0-1-1 0 0,0 1 0 0 0,0-1 1 0 0,-1 1-1 0 0,1 0 1 0 0,0-1-1 0 0,-1 1 0 0 0,1-1 1 0 0,0 1-1 0 0,-1 0 1 0 0,1-1-1 0 0,0 1 0 0 0,-1 0 1 0 0,1-1-1 0 0,-1 1 1 0 0,1 0-1 0 0,-1-1 0 0 0,-1 1 34 0 0,0-1 0 0 0,0 1 0 0 0,0 0 0 0 0,0-1 0 0 0,1 1-1 0 0,-1 0 1 0 0,0 0 0 0 0,0 1 0 0 0,-3-1 0 0 0,-39 14 685 0 0,30-8-616 0 0,-1 2 1 0 0,1-1-1 0 0,0 2 1 0 0,0 0-1 0 0,1 0 1 0 0,-14 14-1 0 0,24-20-150 0 0,0-1 0 0 0,1 1-1 0 0,0-1 1 0 0,0 1 0 0 0,0 0-1 0 0,0 0 1 0 0,0 0 0 0 0,0 0-1 0 0,1 0 1 0 0,-1 0-1 0 0,1 0 1 0 0,0 1 0 0 0,0-1-1 0 0,0 0 1 0 0,1 1 0 0 0,-1-1-1 0 0,1 1 1 0 0,-1-1 0 0 0,1 0-1 0 0,0 1 1 0 0,1-1-1 0 0,-1 1 1 0 0,1-1 0 0 0,-1 1-1 0 0,1-1 1 0 0,0 0 0 0 0,0 1-1 0 0,0-1 1 0 0,1 0 0 0 0,-1 0-1 0 0,1 0 1 0 0,0 0-1 0 0,0 0 1 0 0,0 0 0 0 0,3 3-1 0 0,14 14 87 0 0,0-1 0 0 0,1-1-1 0 0,1 0 1 0 0,1-2-1 0 0,35 21 1 0 0,-25-17 427 0 0,56 47-1 0 0,-87-66-465 0 0,1 1-1 0 0,0-1 1 0 0,-1 1 0 0 0,1 0-1 0 0,-1-1 1 0 0,1 1-1 0 0,-1 0 1 0 0,0 0 0 0 0,0 0-1 0 0,1 0 1 0 0,-2 0-1 0 0,1 0 1 0 0,0 0 0 0 0,0 1-1 0 0,-1-1 1 0 0,1 0-1 0 0,-1 0 1 0 0,0 1 0 0 0,1-1-1 0 0,-1 3 1 0 0,-1-2-21 0 0,1-1-1 0 0,-1 1 1 0 0,0 0 0 0 0,0-1 0 0 0,0 1 0 0 0,0-1 0 0 0,-1 1 0 0 0,1-1-1 0 0,-1 0 1 0 0,1 1 0 0 0,-1-1 0 0 0,0 0 0 0 0,0 0 0 0 0,-3 2 0 0 0,-2 2-3 0 0,-1 0 0 0 0,1-1 0 0 0,-1 0 0 0 0,-1-1-1 0 0,1 1 1 0 0,-1-2 0 0 0,1 1 0 0 0,-19 4 0 0 0,14-5-253 0 0,-1-1 0 0 0,0-1 0 0 0,0 1-1 0 0,1-2 1 0 0,-1 0 0 0 0,0-1-1 0 0,0 0 1 0 0,0-1 0 0 0,1-1 0 0 0,-23-6-1 0 0,24 4-1122 0 0,0 0 0 0 0,0-1 0 0 0,0 0 0 0 0,1-1 0 0 0,0 0-1 0 0,-20-17 1 0 0,3-4-5946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2756 0 0,'2'-14'2252'0'0,"1"5"-535"0"0,-1 1 719 0 0,3-8-1020 0 0,-3 8 308 0 0,17 15-1816 0 0,-5 5-1532 0 0,-8-2-1716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5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396 125 636 0 0,'-2'-14'1895'0'0,"-2"-5"1045"0"0,0 1 1 0 0,0 0 0 0 0,-15-35-1 0 0,18 51-2536 0 0,-12 2 207 0 0,8 1-521 0 0,0 1 0 0 0,0 0 1 0 0,1 1-1 0 0,-1-1 0 0 0,1 1 0 0 0,-1 0 0 0 0,1 0 0 0 0,0 0 0 0 0,0 1 1 0 0,1-1-1 0 0,-7 8 0 0 0,4-4 6 0 0,-5 3-16 0 0,0 2 0 0 0,1-1 0 0 0,0 1 0 0 0,1 1 0 0 0,1 0 0 0 0,-9 17 0 0 0,14-25-69 0 0,1 0-1 0 0,0 1 1 0 0,1-1 0 0 0,-1 0-1 0 0,1 1 1 0 0,0-1-1 0 0,0 1 1 0 0,1 0 0 0 0,0-1-1 0 0,0 1 1 0 0,0 0-1 0 0,1-1 1 0 0,-1 1 0 0 0,1-1-1 0 0,1 1 1 0 0,-1-1-1 0 0,1 1 1 0 0,0-1 0 0 0,0 0-1 0 0,4 6 1 0 0,4 5-1 0 0,1-1 1 0 0,1 0-1 0 0,0 0 1 0 0,1-2-1 0 0,1 1 1 0 0,19 14-1 0 0,-13-12 134 0 0,-2 1-1 0 0,29 34 0 0 0,-45-49-72 0 0,0 1-1 0 0,0-1 1 0 0,-1 1 0 0 0,1-1-1 0 0,-1 1 1 0 0,0 0-1 0 0,1-1 1 0 0,-1 1-1 0 0,0 0 1 0 0,-1 0 0 0 0,1 0-1 0 0,-1 0 1 0 0,1 0-1 0 0,-1 0 1 0 0,0 0-1 0 0,0 0 1 0 0,0 0 0 0 0,-1 5-1 0 0,0-4-19 0 0,-1 0 1 0 0,1 1-1 0 0,-1-1 0 0 0,0 0 1 0 0,0 0-1 0 0,-1-1 0 0 0,1 1 1 0 0,-1 0-1 0 0,0-1 0 0 0,0 0 1 0 0,-5 5-1 0 0,-4 3 9 0 0,-2-2 1 0 0,1 1-1 0 0,-1-1 0 0 0,-1-1 1 0 0,-27 11-1 0 0,20-10-102 0 0,0-2 0 0 0,0-1 0 0 0,-1-1-1 0 0,0 0 1 0 0,0-2 0 0 0,0-1 0 0 0,-38-1 0 0 0,29-5-1078 0 0,30 3 933 0 0,0 1-1 0 0,0-1 1 0 0,1 1-1 0 0,-1-1 1 0 0,0 0-1 0 0,1 1 1 0 0,-1-1-1 0 0,1 0 1 0 0,-1 0 0 0 0,1 0-1 0 0,0 0 1 0 0,-1-1-1 0 0,1 1 1 0 0,0 0-1 0 0,-2-2 1 0 0,3 1-57 0 0,0 0 0 0 0,0 0 0 0 0,0 0 0 0 0,1 0 0 0 0,-1 0 0 0 0,0 0 0 0 0,1 1 0 0 0,-1-1 0 0 0,1 0 0 0 0,0 0 0 0 0,-1 0 0 0 0,1 1 0 0 0,0-1 1 0 0,0 0-1 0 0,0 1 0 0 0,2-3 0 0 0,24-27-4864 0 0,-7 13 1132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6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53 742 1384 0 0,'58'-50'3759'0'0,"47"-43"5428"0"0,-137 108-8433 0 0,15 0-661 0 0,-1 1 0 0 0,2 1-1 0 0,0 0 1 0 0,1 1 0 0 0,1 1-1 0 0,0 0 1 0 0,2 1 0 0 0,0 1 0 0 0,2 0-1 0 0,0 0 1 0 0,1 1 0 0 0,-7 27-1 0 0,15-44-82 0 0,-1 1-1 0 0,2 0 1 0 0,-1 0-1 0 0,0 0 1 0 0,1-1-1 0 0,0 1 1 0 0,1 0-1 0 0,-1 0 0 0 0,1 0 1 0 0,1-1-1 0 0,-1 1 1 0 0,1 0-1 0 0,2 5 1 0 0,-3-8-7 0 0,1 1 0 0 0,0-1 0 0 0,0 0 1 0 0,0 0-1 0 0,1 0 0 0 0,-1 0 1 0 0,1 0-1 0 0,-1-1 0 0 0,1 1 0 0 0,0-1 1 0 0,0 1-1 0 0,0-1 0 0 0,1 0 0 0 0,-1 0 1 0 0,0-1-1 0 0,1 1 0 0 0,-1-1 0 0 0,1 1 1 0 0,-1-1-1 0 0,8 1 0 0 0,-7-1-4 0 0,1 0 0 0 0,0-1 0 0 0,0 0 0 0 0,-1 0 0 0 0,1 0 0 0 0,0 0 0 0 0,-1-1 0 0 0,1 1 0 0 0,0-1-1 0 0,-1 0 1 0 0,1-1 0 0 0,-1 1 0 0 0,1-1 0 0 0,-1 0 0 0 0,0 0 0 0 0,0 0 0 0 0,1-1 0 0 0,3-3 0 0 0,-3 2-5 0 0,-1 0-1 0 0,1-1 1 0 0,-1 0 0 0 0,0 0-1 0 0,0-1 1 0 0,0 1 0 0 0,-1-1 0 0 0,0 1-1 0 0,0-1 1 0 0,0 0 0 0 0,-1 0-1 0 0,3-11 1 0 0,0-4-20 0 0,0 0-1 0 0,-2 1 1 0 0,1-29 0 0 0,-3 37-12 0 0,2 18 25 0 0,0 15 18 0 0,-4 24 60 0 0,3 0 0 0 0,1 0 1 0 0,11 50-1 0 0,-14-90-125 0 0,1 0 1 0 0,1 0-1 0 0,-1 0 0 0 0,1 0 0 0 0,0 0 1 0 0,0 0-1 0 0,0 0 0 0 0,1-1 1 0 0,0 1-1 0 0,0-1 0 0 0,0 0 0 0 0,0 0 1 0 0,1 0-1 0 0,-1 0 0 0 0,1 0 0 0 0,0-1 1 0 0,0 1-1 0 0,0-1 0 0 0,1-1 0 0 0,-1 1 1 0 0,1 0-1 0 0,0-1 0 0 0,-1 0 0 0 0,7 2 1 0 0,-7-4-51 0 0,-1 1 0 0 0,0-1 1 0 0,1 0-1 0 0,-1 0 0 0 0,1 0 1 0 0,-1 0-1 0 0,0-1 0 0 0,1 1 1 0 0,-1-1-1 0 0,0 0 0 0 0,1 0 1 0 0,-1 0-1 0 0,0-1 0 0 0,0 1 1 0 0,0-1-1 0 0,0 1 0 0 0,0-1 1 0 0,0 0-1 0 0,-1 0 0 0 0,1-1 1 0 0,-1 1-1 0 0,5-5 0 0 0,1-2-143 0 0,-1-1 0 0 0,-1 1 0 0 0,0-1 0 0 0,0 0 0 0 0,5-12 0 0 0,6-19-513 0 0,-2-1 0 0 0,-2 0 0 0 0,11-56 0 0 0,11-133-569 0 0,-32 203 1287 0 0,38-502 3975 0 0,-40 512-3579 0 0,-4-9 641 0 0,3 27-977 0 0,0 0 0 0 0,0 0-1 0 0,0 0 1 0 0,0 0 0 0 0,0 0-1 0 0,0-1 1 0 0,0 1 0 0 0,0 0 0 0 0,-1 0-1 0 0,1 0 1 0 0,0 0 0 0 0,0 0-1 0 0,0 0 1 0 0,0 0 0 0 0,0 0-1 0 0,0 0 1 0 0,0 0 0 0 0,0 0-1 0 0,0 0 1 0 0,0 0 0 0 0,0 0 0 0 0,0 0-1 0 0,0 0 1 0 0,0 0 0 0 0,0-1-1 0 0,-1 1 1 0 0,1 0 0 0 0,0 0-1 0 0,0 0 1 0 0,0 0 0 0 0,0 0 0 0 0,0 0-1 0 0,0 0 1 0 0,0 0 0 0 0,0 0-1 0 0,0 0 1 0 0,0 0 0 0 0,0 0-1 0 0,-1 0 1 0 0,1 0 0 0 0,0 0-1 0 0,0 0 1 0 0,0 1 0 0 0,0-1 0 0 0,0 0-1 0 0,0 0 1 0 0,0 0 0 0 0,0 0-1 0 0,0 0 1 0 0,0 0 0 0 0,0 0-1 0 0,0 0 1 0 0,0 0 0 0 0,0 0 0 0 0,0 0-1 0 0,-1 0 1 0 0,1 0 0 0 0,0 0-1 0 0,0 0 1 0 0,0 0 0 0 0,0 1-1 0 0,0-1 1 0 0,0 0 0 0 0,0 0-1 0 0,0 0 1 0 0,0 0 0 0 0,0 0 0 0 0,0 0-1 0 0,0 0 1 0 0,-3 17 429 0 0,-10 117 770 0 0,7 1 0 0 0,20 259 0 0 0,-10-358-1148 0 0,1 1-1 0 0,2-1 1 0 0,18 55 0 0 0,-21-80-221 0 0,1 1 0 0 0,0-1 1 0 0,1-1-1 0 0,0 1 0 0 0,1-1 1 0 0,10 12-1 0 0,-12-16-154 0 0,1-1-1 0 0,-1 1 1 0 0,1-1-1 0 0,0-1 1 0 0,1 1 0 0 0,-1-1-1 0 0,1 0 1 0 0,0 0-1 0 0,0-1 1 0 0,14 5-1 0 0,-17-7 118 0 0,-1 0 0 0 0,1 0 0 0 0,0-1 0 0 0,-1 1 1 0 0,1-1-1 0 0,0 0 0 0 0,-1 0 0 0 0,1 0 0 0 0,0 0 0 0 0,-1-1 0 0 0,1 1 0 0 0,-1-1 0 0 0,1 0 0 0 0,0 0 0 0 0,5-3 0 0 0,-4 1 36 0 0,-1 0 0 0 0,1 0 0 0 0,-1 0 0 0 0,0-1 0 0 0,0 1 0 0 0,0-1 0 0 0,0 0 0 0 0,-1 0 1 0 0,6-8-1 0 0,-1-2 63 0 0,0 0 0 0 0,-1-1 0 0 0,-1 0 1 0 0,0 0-1 0 0,-1 0 0 0 0,4-18 0 0 0,4-42 1085 0 0,-2-1-1 0 0,-4 0 1 0 0,-4-82-1 0 0,-1 149-674 0 0,2 15-14 0 0,1 16 11 0 0,11 180 1130 0 0,-2-16-776 0 0,-13-169-603 0 0,2 1 1 0 0,6 22-1 0 0,-9-37-205 0 0,1 0-1 0 0,0 1 1 0 0,1-1-1 0 0,-1 0 0 0 0,0 1 1 0 0,1-1-1 0 0,0 0 1 0 0,0 0-1 0 0,0 0 1 0 0,0 0-1 0 0,0-1 1 0 0,1 1-1 0 0,-1-1 0 0 0,1 1 1 0 0,-1-1-1 0 0,1 0 1 0 0,0 0-1 0 0,4 2 1 0 0,-5-3-175 0 0,1-1 0 0 0,-1 1 0 0 0,0-1 0 0 0,1 0 0 0 0,-1 0 0 0 0,1 0 0 0 0,-1-1 1 0 0,0 1-1 0 0,1 0 0 0 0,-1-1 0 0 0,0 1 0 0 0,0-1 0 0 0,1 0 0 0 0,-1 0 0 0 0,0 0 0 0 0,0 0 1 0 0,0 0-1 0 0,4-3 0 0 0,7-7-2688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6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1 327 372 0 0,'7'-61'5646'0'0,"-2"-117"-1"0"0,-6 143-4739 0 0,-1-18-2653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6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26 2352 0 0,'-15'4'1495'0'0,"-69"23"5528"0"0,82-26-6219 0 0,5 0-548 0 0,20 0-129 0 0,1-2-1 0 0,-1 0 0 0 0,0-2 0 0 0,42-9 0 0 0,-47 9-247 0 0,81-15-1439 0 0,-15 3-2824 0 0,-37 8 292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8 1724 0 0,'-11'-7'5580'0'0,"3"7"-4945"0"0,1 0-1 0 0,-1 0 1 0 0,0 1 0 0 0,1 0-1 0 0,-1 0 1 0 0,1 1-1 0 0,-1 0 1 0 0,1 0 0 0 0,-11 5-1 0 0,-65 36 702 0 0,74-38-1081 0 0,-15 9 62 0 0,1 1 0 0 0,-32 26 0 0 0,47-34-275 0 0,0 0 0 0 0,1 0 0 0 0,-1 1 0 0 0,2 1 0 0 0,-1-1 0 0 0,1 1 0 0 0,0 0 0 0 0,1 0 0 0 0,-6 14 0 0 0,9-19-35 0 0,1 1 1 0 0,0-1-1 0 0,1 0 1 0 0,-1 0 0 0 0,1 1-1 0 0,0-1 1 0 0,0 0 0 0 0,0 1-1 0 0,0-1 1 0 0,1 0 0 0 0,0 1-1 0 0,0-1 1 0 0,0 0 0 0 0,0 0-1 0 0,1 0 1 0 0,-1 0-1 0 0,1 0 1 0 0,0 0 0 0 0,1 0-1 0 0,-1-1 1 0 0,0 1 0 0 0,1-1-1 0 0,4 4 1 0 0,7 8-2 0 0,1-1 0 0 0,0 0 0 0 0,29 19-1 0 0,-25-19 1 0 0,6 4-6 0 0,-13-10 24 0 0,1 1 1 0 0,-1 1 0 0 0,-1 0-1 0 0,15 16 1 0 0,-24-24-1 0 0,-1-1 0 0 0,0 0 0 0 0,0 1 0 0 0,-1-1 0 0 0,1 0 0 0 0,0 1 0 0 0,0-1 0 0 0,-1 1 0 0 0,1-1 0 0 0,-1 1 0 0 0,1 0 0 0 0,-1-1 0 0 0,0 1 0 0 0,0 0 0 0 0,1-1 0 0 0,-1 1 0 0 0,0 0 0 0 0,0-1 0 0 0,-1 1 0 0 0,1 0 1 0 0,0-1-1 0 0,-1 1 0 0 0,0 1 0 0 0,0 0-2 0 0,0 0 1 0 0,-1-1-1 0 0,0 1 1 0 0,0-1-1 0 0,0 1 1 0 0,0-1-1 0 0,0 0 1 0 0,0 0-1 0 0,0 0 1 0 0,-1 0-1 0 0,-4 3 1 0 0,-2 0 5 0 0,-1 0 0 0 0,0 0 1 0 0,0-1-1 0 0,0 0 0 0 0,0 0 0 0 0,-12 1 1 0 0,4-2-162 0 0,0 0 1 0 0,1-2 0 0 0,-28 0 0 0 0,40-1-186 0 0,0 0 0 0 0,0 0 0 0 0,1-1 0 0 0,-1 0 1 0 0,0 0-1 0 0,1 0 0 0 0,-1 0 0 0 0,1-1 0 0 0,-1 1 1 0 0,1-1-1 0 0,0 0 0 0 0,-1-1 0 0 0,1 1 0 0 0,0-1 1 0 0,1 0-1 0 0,-1 0 0 0 0,0 0 0 0 0,-3-5 0 0 0,-1-7-3381 0 0,4-2-1622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81 2292 0 0,'4'-14'1813'0'0,"-1"-1"0"0"0,-1 1-1 0 0,1-16 1 0 0,-3 30-1775 0 0,0-1 1 0 0,0 1-1 0 0,0 0 0 0 0,0-1 1 0 0,0 1-1 0 0,0 0 0 0 0,0 0 1 0 0,0-1-1 0 0,0 1 0 0 0,-1 0 1 0 0,1-1-1 0 0,0 1 1 0 0,0 0-1 0 0,0 0 0 0 0,0-1 1 0 0,-1 1-1 0 0,1 0 0 0 0,0 0 1 0 0,0-1-1 0 0,0 1 0 0 0,-1 0 1 0 0,1 0-1 0 0,0 0 0 0 0,0 0 1 0 0,-1-1-1 0 0,1 1 1 0 0,0 0-1 0 0,-1 0 0 0 0,1 0 1 0 0,0 0-1 0 0,-1 0 0 0 0,1 0 1 0 0,0 0-1 0 0,0 0 0 0 0,-1 0 1 0 0,1 0-1 0 0,0 0 0 0 0,-1 0 1 0 0,1 0-1 0 0,0 0 1 0 0,-1 0-1 0 0,1 0 0 0 0,0 0 1 0 0,-1 0-1 0 0,1 0 0 0 0,0 0 1 0 0,0 0-1 0 0,-1 1 0 0 0,1-1 1 0 0,-12 5 594 0 0,3 3-128 0 0,-4 4 90 0 0,-14 25 404 0 0,24-31-859 0 0,-16 25 374 0 0,1 1-1 0 0,2 0 1 0 0,1 1-1 0 0,-18 63 1 0 0,-23 146 862 0 0,51-219-1227 0 0,-115 623 2791 0 0,104-554-2665 0 0,16-90-271 0 0,-71 379 737 0 0,-21-5-226 0 0,90-369-581 0 0,0 1-1 0 0,-1-1 0 0 0,1 0 0 0 0,-2 0 0 0 0,1 0 0 0 0,-1 0 1 0 0,-5 7-1 0 0,7-12-463 0 0,-1-3-218 0 0,1 1 506 0 0,0-1 0 0 0,1 1 0 0 0,-1-1-1 0 0,0 0 1 0 0,0 0 0 0 0,0 0 0 0 0,1 0-1 0 0,-1 0 1 0 0,0 0 0 0 0,1-1 0 0 0,-1 1 0 0 0,1 0-1 0 0,-1-1 1 0 0,1 0 0 0 0,0 1 0 0 0,0-1-1 0 0,0 1 1 0 0,0-1 0 0 0,0 0 0 0 0,0 0 0 0 0,0 0-1 0 0,0 0 1 0 0,0-2 0 0 0,-3-9-1906 0 0,0 1 1 0 0,-2-20 0 0 0,4 25 1052 0 0,-3-27-4240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7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0 306 1608 0 0,'2'-9'622'0'0,"1"0"-1"0"0,0 0 1 0 0,0 0-1 0 0,1 1 1 0 0,0-1 0 0 0,0 1-1 0 0,1 0 1 0 0,0 0-1 0 0,10-11 1 0 0,-6 10-343 0 0,0 0 1 0 0,1 0-1 0 0,0 1 1 0 0,0 0-1 0 0,1 1 1 0 0,16-8-1 0 0,20-6-77 0 0,1 2 0 0 0,0 2 0 0 0,95-20 0 0 0,11-3-5304 0 0,-125 30 2020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7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69 1744 0 0,'-14'-57'8300'0'0,"14"57"-8183"0"0,1-1 1 0 0,-1 1-1 0 0,0-1 0 0 0,-1 1 0 0 0,1-1 0 0 0,0 1 1 0 0,0-1-1 0 0,0 1 0 0 0,0-1 0 0 0,0 1 0 0 0,0 0 1 0 0,0-1-1 0 0,-1 1 0 0 0,1-1 0 0 0,0 1 0 0 0,0-1 1 0 0,-1 1-1 0 0,1 0 0 0 0,0-1 0 0 0,-1 1 0 0 0,1-1 1 0 0,0 1-1 0 0,-1 0 0 0 0,1 0 0 0 0,-1-1 0 0 0,-9 6 790 0 0,-4 19 111 0 0,5 1-438 0 0,1 0 0 0 0,1 1-1 0 0,1-1 1 0 0,2 1 0 0 0,0 1 0 0 0,1 33-1 0 0,2-46-509 0 0,1 71 358 0 0,0-75-433 0 0,1-1 1 0 0,0 0 0 0 0,1 0-1 0 0,0 0 1 0 0,0 0-1 0 0,8 17 1 0 0,-9-25-167 0 0,0 1-1 0 0,0 0 1 0 0,0-1-1 0 0,0 1 1 0 0,0 0-1 0 0,0-1 1 0 0,1 1 0 0 0,-1-1-1 0 0,1 0 1 0 0,-1 1-1 0 0,1-1 1 0 0,-1 0-1 0 0,1 0 1 0 0,0 0-1 0 0,0 0 1 0 0,0 0-1 0 0,-1-1 1 0 0,1 1 0 0 0,0 0-1 0 0,0-1 1 0 0,0 1-1 0 0,0-1 1 0 0,4 0-1 0 0,-3 0-397 0 0,0 0-1 0 0,0 0 1 0 0,0-1 0 0 0,0 1-1 0 0,0-1 1 0 0,0 0-1 0 0,0 0 1 0 0,0 0 0 0 0,0 0-1 0 0,0-1 1 0 0,-1 1-1 0 0,1-1 1 0 0,-1 0 0 0 0,5-3-1 0 0,6-6-3911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8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83 143 1128 0 0,'-9'-19'2000'0'0,"1"3"-504"0"0,3 1-139 0 0,-2 3-385 0 0,-2-2-28 0 0,2 2-328 0 0,0 0 4 0 0,1 3-260 0 0,0-1 64 0 0,1 3-136 0 0,-2-3-404 0 0,1 3-2404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2 376 0 0,'-3'22'3265'0'0,"0"-9"-2007"0"0,1 0 1 0 0,1 0-1 0 0,0 1 0 0 0,2 23 1 0 0,-1-33-1155 0 0,1-1 1 0 0,0 1-1 0 0,0-1 1 0 0,0 1-1 0 0,0-1 1 0 0,1 1-1 0 0,-1-1 1 0 0,1 0-1 0 0,0 1 1 0 0,0-1-1 0 0,0 0 1 0 0,0 0-1 0 0,0-1 1 0 0,1 1-1 0 0,0 0 1 0 0,-1-1-1 0 0,1 0 1 0 0,0 1-1 0 0,0-1 1 0 0,0 0-1 0 0,0 0 1 0 0,5 1-1 0 0,-2 0-1 0 0,1 0-1 0 0,0-1 1 0 0,0 0-1 0 0,0 0 0 0 0,0-1 1 0 0,1 0-1 0 0,-1 0 0 0 0,0-1 1 0 0,0 0-1 0 0,1 0 0 0 0,-1 0 1 0 0,0-1-1 0 0,0 0 0 0 0,0-1 1 0 0,0 0-1 0 0,8-2 0 0 0,-10 2-31 0 0,1-1 1 0 0,-1 1-1 0 0,0-1 0 0 0,1 0 0 0 0,-1-1 0 0 0,0 1 0 0 0,-1-1 0 0 0,1 0 0 0 0,-1 0 0 0 0,1 0 0 0 0,-1-1 0 0 0,-1 1 0 0 0,1-1 0 0 0,-1 0 0 0 0,1 0 0 0 0,-1-1 0 0 0,-1 1 0 0 0,1-1 0 0 0,2-8 0 0 0,-3 7-14 0 0,0 0 0 0 0,-1 0 0 0 0,0 0 0 0 0,0 0 0 0 0,-1-7 0 0 0,0 12-46 0 0,0 0 0 0 0,0 0 0 0 0,0 0-1 0 0,0 0 1 0 0,0 0 0 0 0,-1 0-1 0 0,1 0 1 0 0,-1 0 0 0 0,0 0-1 0 0,1 0 1 0 0,-1 0 0 0 0,0 0 0 0 0,0 1-1 0 0,0-1 1 0 0,-1 0 0 0 0,1 1-1 0 0,0-1 1 0 0,0 0 0 0 0,-1 1-1 0 0,1 0 1 0 0,-3-2 0 0 0,2 2-6 0 0,-1 0 1 0 0,1 0-1 0 0,-1 0 0 0 0,1 1 1 0 0,0-1-1 0 0,-1 1 1 0 0,1 0-1 0 0,-1 0 1 0 0,1 0-1 0 0,-1 0 0 0 0,1 0 1 0 0,-1 0-1 0 0,1 1 1 0 0,-1-1-1 0 0,-4 2 1 0 0,-33 15 61 0 0,24-8-33 0 0,1 0 1 0 0,0 1 0 0 0,1 1-1 0 0,0 1 1 0 0,0 0-1 0 0,-15 18 1 0 0,22-22-23 0 0,0 1 0 0 0,0 0 1 0 0,1 0-1 0 0,0 0 0 0 0,1 1 1 0 0,0-1-1 0 0,0 1 0 0 0,1 1 0 0 0,1-1 1 0 0,0 0-1 0 0,-3 19 0 0 0,5-26-37 0 0,1 1 0 0 0,0-1-1 0 0,0 1 1 0 0,0-1 0 0 0,0 1-1 0 0,1-1 1 0 0,-1 1 0 0 0,1-1-1 0 0,0 1 1 0 0,0-1 0 0 0,0 0-1 0 0,1 0 1 0 0,-1 1 0 0 0,1-1 0 0 0,0 0-1 0 0,4 5 1 0 0,-3-4-181 0 0,1 0 0 0 0,0 0 1 0 0,1-1-1 0 0,-1 0 0 0 0,0 0 0 0 0,1 0 1 0 0,0 0-1 0 0,0-1 0 0 0,10 4 0 0 0,4 0-832 0 0,1-1 0 0 0,1-2 0 0 0,-1 0 0 0 0,32 1 0 0 0,-17-4-1768 0 0,1-1-924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14:58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421 933 1864 0 0,'1'-7'692'0'0,"0"0"1"0"0,-1 0-1 0 0,0 1 0 0 0,0-1 1 0 0,-1 0-1 0 0,0 0 0 0 0,-2-10 0 0 0,2 15-572 0 0,0 0 1 0 0,0 0-1 0 0,0 0 0 0 0,0 0 0 0 0,-1 0 0 0 0,1 0 0 0 0,0 0 0 0 0,-1 1 0 0 0,1-1 0 0 0,-1 0 0 0 0,0 1 1 0 0,0-1-1 0 0,0 1 0 0 0,0 0 0 0 0,0 0 0 0 0,0 0 0 0 0,0 0 0 0 0,0 0 0 0 0,0 0 0 0 0,0 0 0 0 0,0 0 0 0 0,-1 1 1 0 0,1-1-1 0 0,0 1 0 0 0,0 0 0 0 0,-4 0 0 0 0,-4-1 39 0 0,-1 2-1 0 0,1 0 1 0 0,-1 0 0 0 0,1 1-1 0 0,0 0 1 0 0,-1 0 0 0 0,1 1-1 0 0,0 1 1 0 0,1 0 0 0 0,-1 0-1 0 0,1 1 1 0 0,-1 0 0 0 0,-13 11-1 0 0,0 1 61 0 0,0 1-1 0 0,1 2 0 0 0,-33 37 0 0 0,43-43-146 0 0,1 0 0 0 0,1 1 0 0 0,0 0 0 0 0,1 1 0 0 0,-12 28 0 0 0,18-37-50 0 0,0 0 0 0 0,1 0 0 0 0,-1 1-1 0 0,2-1 1 0 0,-1 1 0 0 0,1-1 0 0 0,0 1 0 0 0,1-1 0 0 0,-1 1 0 0 0,2 0-1 0 0,-1-1 1 0 0,1 1 0 0 0,0 0 0 0 0,1-1 0 0 0,4 15 0 0 0,-5-19-16 0 0,1 0 1 0 0,-1 0 0 0 0,1-1 0 0 0,-1 1 0 0 0,1 0 0 0 0,0-1-1 0 0,0 1 1 0 0,0-1 0 0 0,1 0 0 0 0,-1 0 0 0 0,1 0-1 0 0,-1 0 1 0 0,1 0 0 0 0,-1 0 0 0 0,1-1 0 0 0,0 1-1 0 0,6 2 1 0 0,-4-3 4 0 0,0 0-1 0 0,0 0 0 0 0,0 0 1 0 0,1-1-1 0 0,-1 0 0 0 0,0 0 1 0 0,0 0-1 0 0,1-1 1 0 0,-1 1-1 0 0,6-3 0 0 0,2 0 18 0 0,1-2 0 0 0,-1 0 0 0 0,0 0 0 0 0,0-1 0 0 0,0-1 0 0 0,-1 0 0 0 0,14-11 0 0 0,-4 0-8 0 0,-1-2 1 0 0,0 0 0 0 0,-2-2 0 0 0,0 0-1 0 0,-1-1 1 0 0,-2-1 0 0 0,23-42-1 0 0,0-13-97 0 0,33-99-1 0 0,-47 108 107 0 0,-3 0 1 0 0,20-119-1 0 0,-35 140 115 0 0,-2 0-1 0 0,-2 0 0 0 0,-2-1 1 0 0,-11-92-1 0 0,9 131-71 0 0,-1 1 0 0 0,0-1 0 0 0,-1 1 0 0 0,-7-18-1 0 0,10 27-65 0 0,-1-1-1 0 0,1 1 1 0 0,-1 0-1 0 0,0 0 1 0 0,1-1-1 0 0,-1 1 1 0 0,0 0-1 0 0,0 0 1 0 0,0 0-1 0 0,0 0 1 0 0,0 0-1 0 0,0 0 1 0 0,0 0-1 0 0,0 0 1 0 0,0 0-1 0 0,0 1 1 0 0,0-1-1 0 0,-1 0 0 0 0,1 1 1 0 0,0-1-1 0 0,-1 1 1 0 0,1-1-1 0 0,0 1 1 0 0,-1-1-1 0 0,1 1 1 0 0,0 0-1 0 0,-1 0 1 0 0,1 0-1 0 0,-1 0 1 0 0,1 0-1 0 0,0 0 1 0 0,-1 0-1 0 0,1 0 1 0 0,-1 1-1 0 0,1-1 1 0 0,0 0-1 0 0,-1 1 1 0 0,1-1-1 0 0,0 1 0 0 0,0 0 1 0 0,-1-1-1 0 0,1 1 1 0 0,0 0-1 0 0,0 0 1 0 0,0 0-1 0 0,-1 1 1 0 0,-6 4 9 0 0,1 1 0 0 0,1 0 1 0 0,-1 0-1 0 0,1 0 0 0 0,0 1 1 0 0,1 0-1 0 0,0 0 0 0 0,0 0 0 0 0,1 1 1 0 0,-4 10-1 0 0,-4 13 47 0 0,-11 50 1 0 0,5 1 200 0 0,4 0 0 0 0,-3 99 1 0 0,12 171 335 0 0,7-275-922 0 0,-1 121-2657 0 0,-13-67-4210 0 0,2-75 1992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4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17 480 0 0,'-6'-16'13815'0'0,"5"21"-13717"0"0,0-1 0 0 0,0 1 0 0 0,0 0 1 0 0,1 0-1 0 0,0 0 0 0 0,0 0 0 0 0,1 0 1 0 0,-1 0-1 0 0,3 8 0 0 0,-1 10 330 0 0,-1 35 526 0 0,-10 80 1 0 0,1-39-742 0 0,-4 26-1227 0 0,11-123 434 0 0,2 7-774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47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1244 0 0,'7'-69'12990'0'0,"2"101"-12182"0"0,1 129 1145 0 0,-9-108-1723 0 0,9 67-1 0 0,-8-65 943 0 0,-2-53-573 0 0,11-25-282 0 0,2-18-266 0 0,3 1 1 0 0,1 1-1 0 0,2 1 1 0 0,45-69-1 0 0,-60 101-56 0 0,1 0-1 0 0,0 0 1 0 0,0 1 0 0 0,1-1-1 0 0,-1 1 1 0 0,1 1 0 0 0,7-6-1 0 0,-11 10 6 0 0,-1-1 0 0 0,1 0-1 0 0,-1 1 1 0 0,1-1-1 0 0,0 1 1 0 0,-1-1 0 0 0,1 1-1 0 0,0 0 1 0 0,-1 0-1 0 0,1-1 1 0 0,0 1 0 0 0,-1 0-1 0 0,1 1 1 0 0,0-1-1 0 0,0 0 1 0 0,-1 0 0 0 0,1 1-1 0 0,0-1 1 0 0,-1 1-1 0 0,1 0 1 0 0,-1-1 0 0 0,1 1-1 0 0,-1 0 1 0 0,1 0-1 0 0,-1 0 1 0 0,1 0 0 0 0,-1 0-1 0 0,0 0 1 0 0,0 0-1 0 0,2 2 1 0 0,1 2-1 0 0,1 0 0 0 0,-2 0 1 0 0,1 1-1 0 0,-1-1 0 0 0,1 1 0 0 0,3 9 0 0 0,-3-4 5 0 0,-1 0 0 0 0,0 1-1 0 0,0 0 1 0 0,-1-1 0 0 0,1 25-1 0 0,-5 64 35 0 0,-1-31-25 0 0,3-61-4 0 0,0 1-1 0 0,1-1 1 0 0,0 0-1 0 0,0 1 1 0 0,1-1-1 0 0,4 14 0 0 0,-5-21-6 0 0,0 0-1 0 0,0 0 0 0 0,0-1 0 0 0,0 1 0 0 0,0 0 0 0 0,0 0 1 0 0,0-1-1 0 0,0 1 0 0 0,0 0 0 0 0,0-1 0 0 0,0 1 0 0 0,0-1 1 0 0,1 1-1 0 0,-1-1 0 0 0,0 0 0 0 0,0 1 0 0 0,0-1 0 0 0,1 0 1 0 0,-1 0-1 0 0,0 0 0 0 0,1 0 0 0 0,-1 0 0 0 0,0 0 0 0 0,0-1 0 0 0,1 1 1 0 0,0-1-1 0 0,9-2-216 0 0,0-1 0 0 0,-1 0 0 0 0,0-1 1 0 0,0 0-1 0 0,0-1 0 0 0,-1 0 0 0 0,0-1 0 0 0,0 0 0 0 0,8-8 1 0 0,-6 5-1169 0 0,0-1 0 0 0,-1 0 1 0 0,-1 0-1 0 0,0-1 1 0 0,0 0-1 0 0,11-23 0 0 0,-9 10-4288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6:20:47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44 1796 0 0,'-60'-17'6441'0'0,"-23"-7"161"0"0,81 23-6478 0 0,-10-1-1318 0 0,10 13-1117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6925-860F-B5DC-F581-CF28D420E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38408-39A7-4111-CCEF-39FC81D78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8AA45-45FC-0825-0B76-4F3DE31E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2035E-54C3-3DE7-892F-FD04F4AC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D68B2-795A-3227-44AD-5FA41793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2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4696-7606-D678-CCBC-F2B1F966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9A660-E0B0-7BAE-25CA-DC9D16D90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4BA4C-8245-9441-9AF1-7145D257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E6D17-6881-19E8-1E3D-E7FABAA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EB132-1A72-D480-2661-8C04BF4C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4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6A65-3B05-6F6D-5247-A0C4007F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915C-1799-921B-E373-C555BE2C6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B541E-6988-6C2D-BB99-C926BFF8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3D177-489C-E342-7468-80AC17E0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41671-A6B8-9D84-9C5B-40C01893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18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0B70-66B8-A513-3E1F-F4500E11D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85C3C-A188-B84F-7E8D-31A64F680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B6EB9-E83D-9D23-70FD-6393543DE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56B83-E6BF-8B77-DEC6-5CE6930B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33CB-69F0-9B25-9E3E-3A4AE8BE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BCD84-24FC-F08F-9F59-3C85BF62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44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07E4-4860-F111-86C9-91A1051F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1DBDB-7A7A-6A82-2256-7EDF991CF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5CCCE-DDC2-C946-8820-961809A65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4D953-DD93-912B-FF5C-5B7BA2B88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88AB9-8B51-DBC2-DE67-B8DD9C08F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64ABA7-A871-05AD-B8B0-A9130D74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D569F-AFA1-451A-A469-C8AD221B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02806-32E5-2409-FDA7-39956724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03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FC0D-7A5D-F210-CA4C-7FF53547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71620-90AE-BAB1-4812-F46333D3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3F78B-8EFF-4ECA-644F-F5F3290E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B55AE-E711-0793-A51D-3148CB5A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58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923D2-17D5-34BD-C9C1-3000C389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D36B3-3AB3-4FD2-CEC0-7BF30472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38B99-85AE-AE5E-F66B-06326264A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6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40EE4-324F-C731-233D-E9B3C13B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FB39F-0320-CF93-68D3-B9364D0AC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52C4E-82C4-078E-F86F-0EE8DD216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B83D4-5A87-EABD-45BA-AE6529E2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524A7-8072-D392-3C40-39C5B5B8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5313F-DEED-EBA3-1AF8-B736361F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232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D6D0-6DFD-176A-B77D-F688FE2A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9ABA2-1F92-705E-35BF-965D7D7AD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156DF-E9BA-9CCD-C8BE-C4C9E1DC1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3CB43-0DA4-EE76-89E7-AD5D05D8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AB1E7-ADC6-7958-1832-0E3A300B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0C02F-773F-411D-F7BE-77AF65A3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10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25E4-3058-FFDF-D7FB-D37F1C23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5181B-90E2-F4C1-40E8-62DDEB407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3ED34-B1EE-B7E0-4AB0-6FF60EAB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5E091-1D81-829A-DFE6-A877848C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3F07A-375C-B716-1AB5-E7E1FA54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77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025357-DB13-51D6-9F54-D57EBA331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9D2F9-A283-045C-AF06-0B3F5CBAA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DC3D2-A4F4-8184-8A6B-7CFB8F0D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32C73-9F04-6DD4-6466-4498FB5E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7916-ADAA-D6F3-70DE-14A79454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32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D2F82-9185-AC68-A325-F887F3F9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CE237-812D-4E17-1694-D7FF867E7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B157E-C609-9A9F-FA14-72AC5C2CD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9EF27-2476-45F6-956E-631CD571F017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F4142-B09D-CB03-1F8B-B485FE2AF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404C-65FE-95F1-87D8-811A26830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9F23F-10AA-49EC-9E52-7EB0C06D6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6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69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3.png"/><Relationship Id="rId299" Type="http://schemas.openxmlformats.org/officeDocument/2006/relationships/image" Target="../media/image224.png"/><Relationship Id="rId21" Type="http://schemas.openxmlformats.org/officeDocument/2006/relationships/image" Target="../media/image85.png"/><Relationship Id="rId63" Type="http://schemas.openxmlformats.org/officeDocument/2006/relationships/image" Target="../media/image106.png"/><Relationship Id="rId159" Type="http://schemas.openxmlformats.org/officeDocument/2006/relationships/image" Target="../media/image154.png"/><Relationship Id="rId324" Type="http://schemas.openxmlformats.org/officeDocument/2006/relationships/customXml" Target="../ink/ink237.xml"/><Relationship Id="rId366" Type="http://schemas.openxmlformats.org/officeDocument/2006/relationships/customXml" Target="../ink/ink258.xml"/><Relationship Id="rId170" Type="http://schemas.openxmlformats.org/officeDocument/2006/relationships/customXml" Target="../ink/ink160.xml"/><Relationship Id="rId226" Type="http://schemas.openxmlformats.org/officeDocument/2006/relationships/customXml" Target="../ink/ink188.xml"/><Relationship Id="rId433" Type="http://schemas.openxmlformats.org/officeDocument/2006/relationships/image" Target="../media/image291.png"/><Relationship Id="rId268" Type="http://schemas.openxmlformats.org/officeDocument/2006/relationships/customXml" Target="../ink/ink209.xml"/><Relationship Id="rId32" Type="http://schemas.openxmlformats.org/officeDocument/2006/relationships/customXml" Target="../ink/ink91.xml"/><Relationship Id="rId74" Type="http://schemas.openxmlformats.org/officeDocument/2006/relationships/customXml" Target="../ink/ink112.xml"/><Relationship Id="rId128" Type="http://schemas.openxmlformats.org/officeDocument/2006/relationships/customXml" Target="../ink/ink139.xml"/><Relationship Id="rId335" Type="http://schemas.openxmlformats.org/officeDocument/2006/relationships/image" Target="../media/image242.png"/><Relationship Id="rId377" Type="http://schemas.openxmlformats.org/officeDocument/2006/relationships/image" Target="../media/image263.png"/><Relationship Id="rId5" Type="http://schemas.openxmlformats.org/officeDocument/2006/relationships/image" Target="../media/image77.png"/><Relationship Id="rId181" Type="http://schemas.openxmlformats.org/officeDocument/2006/relationships/image" Target="../media/image165.png"/><Relationship Id="rId237" Type="http://schemas.openxmlformats.org/officeDocument/2006/relationships/image" Target="../media/image193.png"/><Relationship Id="rId402" Type="http://schemas.openxmlformats.org/officeDocument/2006/relationships/customXml" Target="../ink/ink276.xml"/><Relationship Id="rId279" Type="http://schemas.openxmlformats.org/officeDocument/2006/relationships/image" Target="../media/image214.png"/><Relationship Id="rId43" Type="http://schemas.openxmlformats.org/officeDocument/2006/relationships/image" Target="../media/image96.png"/><Relationship Id="rId139" Type="http://schemas.openxmlformats.org/officeDocument/2006/relationships/image" Target="../media/image144.png"/><Relationship Id="rId290" Type="http://schemas.openxmlformats.org/officeDocument/2006/relationships/customXml" Target="../ink/ink220.xml"/><Relationship Id="rId304" Type="http://schemas.openxmlformats.org/officeDocument/2006/relationships/customXml" Target="../ink/ink227.xml"/><Relationship Id="rId346" Type="http://schemas.openxmlformats.org/officeDocument/2006/relationships/customXml" Target="../ink/ink248.xml"/><Relationship Id="rId388" Type="http://schemas.openxmlformats.org/officeDocument/2006/relationships/customXml" Target="../ink/ink269.xml"/><Relationship Id="rId85" Type="http://schemas.openxmlformats.org/officeDocument/2006/relationships/image" Target="../media/image117.png"/><Relationship Id="rId150" Type="http://schemas.openxmlformats.org/officeDocument/2006/relationships/customXml" Target="../ink/ink150.xml"/><Relationship Id="rId192" Type="http://schemas.openxmlformats.org/officeDocument/2006/relationships/customXml" Target="../ink/ink171.xml"/><Relationship Id="rId206" Type="http://schemas.openxmlformats.org/officeDocument/2006/relationships/customXml" Target="../ink/ink178.xml"/><Relationship Id="rId413" Type="http://schemas.openxmlformats.org/officeDocument/2006/relationships/image" Target="../media/image281.png"/><Relationship Id="rId248" Type="http://schemas.openxmlformats.org/officeDocument/2006/relationships/customXml" Target="../ink/ink199.xml"/><Relationship Id="rId12" Type="http://schemas.openxmlformats.org/officeDocument/2006/relationships/customXml" Target="../ink/ink81.xml"/><Relationship Id="rId108" Type="http://schemas.openxmlformats.org/officeDocument/2006/relationships/customXml" Target="../ink/ink129.xml"/><Relationship Id="rId315" Type="http://schemas.openxmlformats.org/officeDocument/2006/relationships/image" Target="../media/image232.png"/><Relationship Id="rId357" Type="http://schemas.openxmlformats.org/officeDocument/2006/relationships/image" Target="../media/image253.png"/><Relationship Id="rId54" Type="http://schemas.openxmlformats.org/officeDocument/2006/relationships/customXml" Target="../ink/ink102.xml"/><Relationship Id="rId96" Type="http://schemas.openxmlformats.org/officeDocument/2006/relationships/customXml" Target="../ink/ink123.xml"/><Relationship Id="rId161" Type="http://schemas.openxmlformats.org/officeDocument/2006/relationships/image" Target="../media/image155.png"/><Relationship Id="rId217" Type="http://schemas.openxmlformats.org/officeDocument/2006/relationships/image" Target="../media/image183.png"/><Relationship Id="rId399" Type="http://schemas.openxmlformats.org/officeDocument/2006/relationships/image" Target="../media/image274.png"/><Relationship Id="rId259" Type="http://schemas.openxmlformats.org/officeDocument/2006/relationships/image" Target="../media/image204.png"/><Relationship Id="rId424" Type="http://schemas.openxmlformats.org/officeDocument/2006/relationships/customXml" Target="../ink/ink287.xml"/><Relationship Id="rId23" Type="http://schemas.openxmlformats.org/officeDocument/2006/relationships/image" Target="../media/image86.png"/><Relationship Id="rId119" Type="http://schemas.openxmlformats.org/officeDocument/2006/relationships/image" Target="../media/image134.png"/><Relationship Id="rId270" Type="http://schemas.openxmlformats.org/officeDocument/2006/relationships/customXml" Target="../ink/ink210.xml"/><Relationship Id="rId326" Type="http://schemas.openxmlformats.org/officeDocument/2006/relationships/customXml" Target="../ink/ink238.xml"/><Relationship Id="rId65" Type="http://schemas.openxmlformats.org/officeDocument/2006/relationships/image" Target="../media/image107.png"/><Relationship Id="rId130" Type="http://schemas.openxmlformats.org/officeDocument/2006/relationships/customXml" Target="../ink/ink140.xml"/><Relationship Id="rId368" Type="http://schemas.openxmlformats.org/officeDocument/2006/relationships/customXml" Target="../ink/ink259.xml"/><Relationship Id="rId172" Type="http://schemas.openxmlformats.org/officeDocument/2006/relationships/customXml" Target="../ink/ink161.xml"/><Relationship Id="rId228" Type="http://schemas.openxmlformats.org/officeDocument/2006/relationships/customXml" Target="../ink/ink189.xml"/><Relationship Id="rId281" Type="http://schemas.openxmlformats.org/officeDocument/2006/relationships/image" Target="../media/image215.png"/><Relationship Id="rId337" Type="http://schemas.openxmlformats.org/officeDocument/2006/relationships/image" Target="../media/image243.png"/><Relationship Id="rId34" Type="http://schemas.openxmlformats.org/officeDocument/2006/relationships/customXml" Target="../ink/ink92.xml"/><Relationship Id="rId76" Type="http://schemas.openxmlformats.org/officeDocument/2006/relationships/customXml" Target="../ink/ink113.xml"/><Relationship Id="rId141" Type="http://schemas.openxmlformats.org/officeDocument/2006/relationships/image" Target="../media/image145.png"/><Relationship Id="rId379" Type="http://schemas.openxmlformats.org/officeDocument/2006/relationships/image" Target="../media/image264.png"/><Relationship Id="rId7" Type="http://schemas.openxmlformats.org/officeDocument/2006/relationships/image" Target="../media/image78.png"/><Relationship Id="rId183" Type="http://schemas.openxmlformats.org/officeDocument/2006/relationships/image" Target="../media/image166.png"/><Relationship Id="rId239" Type="http://schemas.openxmlformats.org/officeDocument/2006/relationships/image" Target="../media/image194.png"/><Relationship Id="rId390" Type="http://schemas.openxmlformats.org/officeDocument/2006/relationships/customXml" Target="../ink/ink270.xml"/><Relationship Id="rId404" Type="http://schemas.openxmlformats.org/officeDocument/2006/relationships/customXml" Target="../ink/ink277.xml"/><Relationship Id="rId250" Type="http://schemas.openxmlformats.org/officeDocument/2006/relationships/customXml" Target="../ink/ink200.xml"/><Relationship Id="rId292" Type="http://schemas.openxmlformats.org/officeDocument/2006/relationships/customXml" Target="../ink/ink221.xml"/><Relationship Id="rId306" Type="http://schemas.openxmlformats.org/officeDocument/2006/relationships/customXml" Target="../ink/ink228.xml"/><Relationship Id="rId45" Type="http://schemas.openxmlformats.org/officeDocument/2006/relationships/image" Target="../media/image97.png"/><Relationship Id="rId87" Type="http://schemas.openxmlformats.org/officeDocument/2006/relationships/image" Target="../media/image118.png"/><Relationship Id="rId110" Type="http://schemas.openxmlformats.org/officeDocument/2006/relationships/customXml" Target="../ink/ink130.xml"/><Relationship Id="rId348" Type="http://schemas.openxmlformats.org/officeDocument/2006/relationships/customXml" Target="../ink/ink249.xml"/><Relationship Id="rId152" Type="http://schemas.openxmlformats.org/officeDocument/2006/relationships/customXml" Target="../ink/ink151.xml"/><Relationship Id="rId194" Type="http://schemas.openxmlformats.org/officeDocument/2006/relationships/customXml" Target="../ink/ink172.xml"/><Relationship Id="rId208" Type="http://schemas.openxmlformats.org/officeDocument/2006/relationships/customXml" Target="../ink/ink179.xml"/><Relationship Id="rId415" Type="http://schemas.openxmlformats.org/officeDocument/2006/relationships/image" Target="../media/image282.png"/><Relationship Id="rId261" Type="http://schemas.openxmlformats.org/officeDocument/2006/relationships/image" Target="../media/image205.png"/><Relationship Id="rId14" Type="http://schemas.openxmlformats.org/officeDocument/2006/relationships/customXml" Target="../ink/ink82.xml"/><Relationship Id="rId56" Type="http://schemas.openxmlformats.org/officeDocument/2006/relationships/customXml" Target="../ink/ink103.xml"/><Relationship Id="rId317" Type="http://schemas.openxmlformats.org/officeDocument/2006/relationships/image" Target="../media/image233.png"/><Relationship Id="rId359" Type="http://schemas.openxmlformats.org/officeDocument/2006/relationships/image" Target="../media/image254.png"/><Relationship Id="rId98" Type="http://schemas.openxmlformats.org/officeDocument/2006/relationships/customXml" Target="../ink/ink124.xml"/><Relationship Id="rId121" Type="http://schemas.openxmlformats.org/officeDocument/2006/relationships/image" Target="../media/image135.png"/><Relationship Id="rId163" Type="http://schemas.openxmlformats.org/officeDocument/2006/relationships/image" Target="../media/image156.png"/><Relationship Id="rId219" Type="http://schemas.openxmlformats.org/officeDocument/2006/relationships/image" Target="../media/image184.png"/><Relationship Id="rId370" Type="http://schemas.openxmlformats.org/officeDocument/2006/relationships/customXml" Target="../ink/ink260.xml"/><Relationship Id="rId426" Type="http://schemas.openxmlformats.org/officeDocument/2006/relationships/customXml" Target="../ink/ink288.xml"/><Relationship Id="rId230" Type="http://schemas.openxmlformats.org/officeDocument/2006/relationships/customXml" Target="../ink/ink190.xml"/><Relationship Id="rId25" Type="http://schemas.openxmlformats.org/officeDocument/2006/relationships/image" Target="../media/image87.png"/><Relationship Id="rId67" Type="http://schemas.openxmlformats.org/officeDocument/2006/relationships/image" Target="../media/image108.png"/><Relationship Id="rId272" Type="http://schemas.openxmlformats.org/officeDocument/2006/relationships/customXml" Target="../ink/ink211.xml"/><Relationship Id="rId328" Type="http://schemas.openxmlformats.org/officeDocument/2006/relationships/customXml" Target="../ink/ink239.xml"/><Relationship Id="rId132" Type="http://schemas.openxmlformats.org/officeDocument/2006/relationships/customXml" Target="../ink/ink141.xml"/><Relationship Id="rId174" Type="http://schemas.openxmlformats.org/officeDocument/2006/relationships/customXml" Target="../ink/ink162.xml"/><Relationship Id="rId381" Type="http://schemas.openxmlformats.org/officeDocument/2006/relationships/image" Target="../media/image265.png"/><Relationship Id="rId241" Type="http://schemas.openxmlformats.org/officeDocument/2006/relationships/image" Target="../media/image195.png"/><Relationship Id="rId36" Type="http://schemas.openxmlformats.org/officeDocument/2006/relationships/customXml" Target="../ink/ink93.xml"/><Relationship Id="rId283" Type="http://schemas.openxmlformats.org/officeDocument/2006/relationships/image" Target="../media/image216.png"/><Relationship Id="rId339" Type="http://schemas.openxmlformats.org/officeDocument/2006/relationships/image" Target="../media/image244.png"/><Relationship Id="rId78" Type="http://schemas.openxmlformats.org/officeDocument/2006/relationships/customXml" Target="../ink/ink114.xml"/><Relationship Id="rId101" Type="http://schemas.openxmlformats.org/officeDocument/2006/relationships/image" Target="../media/image125.png"/><Relationship Id="rId143" Type="http://schemas.openxmlformats.org/officeDocument/2006/relationships/image" Target="../media/image146.png"/><Relationship Id="rId185" Type="http://schemas.openxmlformats.org/officeDocument/2006/relationships/image" Target="../media/image167.png"/><Relationship Id="rId350" Type="http://schemas.openxmlformats.org/officeDocument/2006/relationships/customXml" Target="../ink/ink250.xml"/><Relationship Id="rId406" Type="http://schemas.openxmlformats.org/officeDocument/2006/relationships/customXml" Target="../ink/ink278.xml"/><Relationship Id="rId9" Type="http://schemas.openxmlformats.org/officeDocument/2006/relationships/image" Target="../media/image79.png"/><Relationship Id="rId210" Type="http://schemas.openxmlformats.org/officeDocument/2006/relationships/customXml" Target="../ink/ink180.xml"/><Relationship Id="rId392" Type="http://schemas.openxmlformats.org/officeDocument/2006/relationships/customXml" Target="../ink/ink271.xml"/><Relationship Id="rId252" Type="http://schemas.openxmlformats.org/officeDocument/2006/relationships/customXml" Target="../ink/ink201.xml"/><Relationship Id="rId294" Type="http://schemas.openxmlformats.org/officeDocument/2006/relationships/customXml" Target="../ink/ink222.xml"/><Relationship Id="rId308" Type="http://schemas.openxmlformats.org/officeDocument/2006/relationships/customXml" Target="../ink/ink229.xml"/><Relationship Id="rId47" Type="http://schemas.openxmlformats.org/officeDocument/2006/relationships/image" Target="../media/image98.png"/><Relationship Id="rId89" Type="http://schemas.openxmlformats.org/officeDocument/2006/relationships/image" Target="../media/image119.png"/><Relationship Id="rId112" Type="http://schemas.openxmlformats.org/officeDocument/2006/relationships/customXml" Target="../ink/ink131.xml"/><Relationship Id="rId154" Type="http://schemas.openxmlformats.org/officeDocument/2006/relationships/customXml" Target="../ink/ink152.xml"/><Relationship Id="rId361" Type="http://schemas.openxmlformats.org/officeDocument/2006/relationships/image" Target="../media/image255.png"/><Relationship Id="rId196" Type="http://schemas.openxmlformats.org/officeDocument/2006/relationships/customXml" Target="../ink/ink173.xml"/><Relationship Id="rId417" Type="http://schemas.openxmlformats.org/officeDocument/2006/relationships/image" Target="../media/image283.png"/><Relationship Id="rId16" Type="http://schemas.openxmlformats.org/officeDocument/2006/relationships/customXml" Target="../ink/ink83.xml"/><Relationship Id="rId221" Type="http://schemas.openxmlformats.org/officeDocument/2006/relationships/image" Target="../media/image185.png"/><Relationship Id="rId263" Type="http://schemas.openxmlformats.org/officeDocument/2006/relationships/image" Target="../media/image206.png"/><Relationship Id="rId319" Type="http://schemas.openxmlformats.org/officeDocument/2006/relationships/image" Target="../media/image234.png"/><Relationship Id="rId58" Type="http://schemas.openxmlformats.org/officeDocument/2006/relationships/customXml" Target="../ink/ink104.xml"/><Relationship Id="rId123" Type="http://schemas.openxmlformats.org/officeDocument/2006/relationships/image" Target="../media/image136.png"/><Relationship Id="rId330" Type="http://schemas.openxmlformats.org/officeDocument/2006/relationships/customXml" Target="../ink/ink240.xml"/><Relationship Id="rId165" Type="http://schemas.openxmlformats.org/officeDocument/2006/relationships/image" Target="../media/image157.png"/><Relationship Id="rId372" Type="http://schemas.openxmlformats.org/officeDocument/2006/relationships/customXml" Target="../ink/ink261.xml"/><Relationship Id="rId428" Type="http://schemas.openxmlformats.org/officeDocument/2006/relationships/customXml" Target="../ink/ink289.xml"/><Relationship Id="rId232" Type="http://schemas.openxmlformats.org/officeDocument/2006/relationships/customXml" Target="../ink/ink191.xml"/><Relationship Id="rId274" Type="http://schemas.openxmlformats.org/officeDocument/2006/relationships/customXml" Target="../ink/ink212.xml"/><Relationship Id="rId27" Type="http://schemas.openxmlformats.org/officeDocument/2006/relationships/image" Target="../media/image88.png"/><Relationship Id="rId69" Type="http://schemas.openxmlformats.org/officeDocument/2006/relationships/image" Target="../media/image109.png"/><Relationship Id="rId134" Type="http://schemas.openxmlformats.org/officeDocument/2006/relationships/customXml" Target="../ink/ink142.xml"/><Relationship Id="rId80" Type="http://schemas.openxmlformats.org/officeDocument/2006/relationships/customXml" Target="../ink/ink115.xml"/><Relationship Id="rId176" Type="http://schemas.openxmlformats.org/officeDocument/2006/relationships/customXml" Target="../ink/ink163.xml"/><Relationship Id="rId341" Type="http://schemas.openxmlformats.org/officeDocument/2006/relationships/image" Target="../media/image245.png"/><Relationship Id="rId383" Type="http://schemas.openxmlformats.org/officeDocument/2006/relationships/image" Target="../media/image266.png"/><Relationship Id="rId201" Type="http://schemas.openxmlformats.org/officeDocument/2006/relationships/image" Target="../media/image175.png"/><Relationship Id="rId243" Type="http://schemas.openxmlformats.org/officeDocument/2006/relationships/image" Target="../media/image196.png"/><Relationship Id="rId285" Type="http://schemas.openxmlformats.org/officeDocument/2006/relationships/image" Target="../media/image217.png"/><Relationship Id="rId38" Type="http://schemas.openxmlformats.org/officeDocument/2006/relationships/customXml" Target="../ink/ink94.xml"/><Relationship Id="rId103" Type="http://schemas.openxmlformats.org/officeDocument/2006/relationships/image" Target="../media/image126.png"/><Relationship Id="rId310" Type="http://schemas.openxmlformats.org/officeDocument/2006/relationships/customXml" Target="../ink/ink230.xml"/><Relationship Id="rId91" Type="http://schemas.openxmlformats.org/officeDocument/2006/relationships/image" Target="../media/image120.png"/><Relationship Id="rId145" Type="http://schemas.openxmlformats.org/officeDocument/2006/relationships/image" Target="../media/image147.png"/><Relationship Id="rId187" Type="http://schemas.openxmlformats.org/officeDocument/2006/relationships/image" Target="../media/image168.png"/><Relationship Id="rId352" Type="http://schemas.openxmlformats.org/officeDocument/2006/relationships/customXml" Target="../ink/ink251.xml"/><Relationship Id="rId394" Type="http://schemas.openxmlformats.org/officeDocument/2006/relationships/customXml" Target="../ink/ink272.xml"/><Relationship Id="rId408" Type="http://schemas.openxmlformats.org/officeDocument/2006/relationships/customXml" Target="../ink/ink279.xml"/><Relationship Id="rId212" Type="http://schemas.openxmlformats.org/officeDocument/2006/relationships/customXml" Target="../ink/ink181.xml"/><Relationship Id="rId254" Type="http://schemas.openxmlformats.org/officeDocument/2006/relationships/customXml" Target="../ink/ink202.xml"/><Relationship Id="rId28" Type="http://schemas.openxmlformats.org/officeDocument/2006/relationships/customXml" Target="../ink/ink89.xml"/><Relationship Id="rId49" Type="http://schemas.openxmlformats.org/officeDocument/2006/relationships/image" Target="../media/image99.png"/><Relationship Id="rId114" Type="http://schemas.openxmlformats.org/officeDocument/2006/relationships/customXml" Target="../ink/ink132.xml"/><Relationship Id="rId275" Type="http://schemas.openxmlformats.org/officeDocument/2006/relationships/image" Target="../media/image212.png"/><Relationship Id="rId296" Type="http://schemas.openxmlformats.org/officeDocument/2006/relationships/customXml" Target="../ink/ink223.xml"/><Relationship Id="rId300" Type="http://schemas.openxmlformats.org/officeDocument/2006/relationships/customXml" Target="../ink/ink225.xml"/><Relationship Id="rId60" Type="http://schemas.openxmlformats.org/officeDocument/2006/relationships/customXml" Target="../ink/ink105.xml"/><Relationship Id="rId81" Type="http://schemas.openxmlformats.org/officeDocument/2006/relationships/image" Target="../media/image115.png"/><Relationship Id="rId135" Type="http://schemas.openxmlformats.org/officeDocument/2006/relationships/image" Target="../media/image142.png"/><Relationship Id="rId156" Type="http://schemas.openxmlformats.org/officeDocument/2006/relationships/customXml" Target="../ink/ink153.xml"/><Relationship Id="rId177" Type="http://schemas.openxmlformats.org/officeDocument/2006/relationships/image" Target="../media/image163.png"/><Relationship Id="rId198" Type="http://schemas.openxmlformats.org/officeDocument/2006/relationships/customXml" Target="../ink/ink174.xml"/><Relationship Id="rId321" Type="http://schemas.openxmlformats.org/officeDocument/2006/relationships/image" Target="../media/image235.png"/><Relationship Id="rId342" Type="http://schemas.openxmlformats.org/officeDocument/2006/relationships/customXml" Target="../ink/ink246.xml"/><Relationship Id="rId363" Type="http://schemas.openxmlformats.org/officeDocument/2006/relationships/image" Target="../media/image256.png"/><Relationship Id="rId384" Type="http://schemas.openxmlformats.org/officeDocument/2006/relationships/customXml" Target="../ink/ink267.xml"/><Relationship Id="rId419" Type="http://schemas.openxmlformats.org/officeDocument/2006/relationships/image" Target="../media/image284.png"/><Relationship Id="rId202" Type="http://schemas.openxmlformats.org/officeDocument/2006/relationships/customXml" Target="../ink/ink176.xml"/><Relationship Id="rId223" Type="http://schemas.openxmlformats.org/officeDocument/2006/relationships/image" Target="../media/image186.png"/><Relationship Id="rId244" Type="http://schemas.openxmlformats.org/officeDocument/2006/relationships/customXml" Target="../ink/ink197.xml"/><Relationship Id="rId430" Type="http://schemas.openxmlformats.org/officeDocument/2006/relationships/customXml" Target="../ink/ink290.xml"/><Relationship Id="rId18" Type="http://schemas.openxmlformats.org/officeDocument/2006/relationships/customXml" Target="../ink/ink84.xml"/><Relationship Id="rId39" Type="http://schemas.openxmlformats.org/officeDocument/2006/relationships/image" Target="../media/image94.png"/><Relationship Id="rId265" Type="http://schemas.openxmlformats.org/officeDocument/2006/relationships/image" Target="../media/image207.png"/><Relationship Id="rId286" Type="http://schemas.openxmlformats.org/officeDocument/2006/relationships/customXml" Target="../ink/ink218.xml"/><Relationship Id="rId50" Type="http://schemas.openxmlformats.org/officeDocument/2006/relationships/customXml" Target="../ink/ink100.xml"/><Relationship Id="rId104" Type="http://schemas.openxmlformats.org/officeDocument/2006/relationships/customXml" Target="../ink/ink127.xml"/><Relationship Id="rId125" Type="http://schemas.openxmlformats.org/officeDocument/2006/relationships/image" Target="../media/image137.png"/><Relationship Id="rId146" Type="http://schemas.openxmlformats.org/officeDocument/2006/relationships/customXml" Target="../ink/ink148.xml"/><Relationship Id="rId167" Type="http://schemas.openxmlformats.org/officeDocument/2006/relationships/image" Target="../media/image158.png"/><Relationship Id="rId188" Type="http://schemas.openxmlformats.org/officeDocument/2006/relationships/customXml" Target="../ink/ink169.xml"/><Relationship Id="rId311" Type="http://schemas.openxmlformats.org/officeDocument/2006/relationships/image" Target="../media/image230.png"/><Relationship Id="rId332" Type="http://schemas.openxmlformats.org/officeDocument/2006/relationships/customXml" Target="../ink/ink241.xml"/><Relationship Id="rId353" Type="http://schemas.openxmlformats.org/officeDocument/2006/relationships/image" Target="../media/image251.png"/><Relationship Id="rId374" Type="http://schemas.openxmlformats.org/officeDocument/2006/relationships/customXml" Target="../ink/ink262.xml"/><Relationship Id="rId395" Type="http://schemas.openxmlformats.org/officeDocument/2006/relationships/image" Target="../media/image272.png"/><Relationship Id="rId409" Type="http://schemas.openxmlformats.org/officeDocument/2006/relationships/image" Target="../media/image279.png"/><Relationship Id="rId71" Type="http://schemas.openxmlformats.org/officeDocument/2006/relationships/image" Target="../media/image110.png"/><Relationship Id="rId92" Type="http://schemas.openxmlformats.org/officeDocument/2006/relationships/customXml" Target="../ink/ink121.xml"/><Relationship Id="rId213" Type="http://schemas.openxmlformats.org/officeDocument/2006/relationships/image" Target="../media/image181.png"/><Relationship Id="rId234" Type="http://schemas.openxmlformats.org/officeDocument/2006/relationships/customXml" Target="../ink/ink192.xml"/><Relationship Id="rId420" Type="http://schemas.openxmlformats.org/officeDocument/2006/relationships/customXml" Target="../ink/ink285.xml"/><Relationship Id="rId2" Type="http://schemas.openxmlformats.org/officeDocument/2006/relationships/customXml" Target="../ink/ink76.xml"/><Relationship Id="rId29" Type="http://schemas.openxmlformats.org/officeDocument/2006/relationships/image" Target="../media/image89.png"/><Relationship Id="rId255" Type="http://schemas.openxmlformats.org/officeDocument/2006/relationships/image" Target="../media/image202.png"/><Relationship Id="rId276" Type="http://schemas.openxmlformats.org/officeDocument/2006/relationships/customXml" Target="../ink/ink213.xml"/><Relationship Id="rId297" Type="http://schemas.openxmlformats.org/officeDocument/2006/relationships/image" Target="../media/image223.png"/><Relationship Id="rId40" Type="http://schemas.openxmlformats.org/officeDocument/2006/relationships/customXml" Target="../ink/ink95.xml"/><Relationship Id="rId115" Type="http://schemas.openxmlformats.org/officeDocument/2006/relationships/image" Target="../media/image132.png"/><Relationship Id="rId136" Type="http://schemas.openxmlformats.org/officeDocument/2006/relationships/customXml" Target="../ink/ink143.xml"/><Relationship Id="rId157" Type="http://schemas.openxmlformats.org/officeDocument/2006/relationships/image" Target="../media/image153.png"/><Relationship Id="rId178" Type="http://schemas.openxmlformats.org/officeDocument/2006/relationships/customXml" Target="../ink/ink164.xml"/><Relationship Id="rId301" Type="http://schemas.openxmlformats.org/officeDocument/2006/relationships/image" Target="../media/image225.png"/><Relationship Id="rId322" Type="http://schemas.openxmlformats.org/officeDocument/2006/relationships/customXml" Target="../ink/ink236.xml"/><Relationship Id="rId343" Type="http://schemas.openxmlformats.org/officeDocument/2006/relationships/image" Target="../media/image246.png"/><Relationship Id="rId364" Type="http://schemas.openxmlformats.org/officeDocument/2006/relationships/customXml" Target="../ink/ink257.xml"/><Relationship Id="rId61" Type="http://schemas.openxmlformats.org/officeDocument/2006/relationships/image" Target="../media/image105.png"/><Relationship Id="rId82" Type="http://schemas.openxmlformats.org/officeDocument/2006/relationships/customXml" Target="../ink/ink116.xml"/><Relationship Id="rId199" Type="http://schemas.openxmlformats.org/officeDocument/2006/relationships/image" Target="../media/image174.png"/><Relationship Id="rId203" Type="http://schemas.openxmlformats.org/officeDocument/2006/relationships/image" Target="../media/image176.png"/><Relationship Id="rId385" Type="http://schemas.openxmlformats.org/officeDocument/2006/relationships/image" Target="../media/image267.png"/><Relationship Id="rId19" Type="http://schemas.openxmlformats.org/officeDocument/2006/relationships/image" Target="../media/image84.png"/><Relationship Id="rId224" Type="http://schemas.openxmlformats.org/officeDocument/2006/relationships/customXml" Target="../ink/ink187.xml"/><Relationship Id="rId245" Type="http://schemas.openxmlformats.org/officeDocument/2006/relationships/image" Target="../media/image197.png"/><Relationship Id="rId266" Type="http://schemas.openxmlformats.org/officeDocument/2006/relationships/customXml" Target="../ink/ink208.xml"/><Relationship Id="rId287" Type="http://schemas.openxmlformats.org/officeDocument/2006/relationships/image" Target="../media/image218.png"/><Relationship Id="rId410" Type="http://schemas.openxmlformats.org/officeDocument/2006/relationships/customXml" Target="../ink/ink280.xml"/><Relationship Id="rId431" Type="http://schemas.openxmlformats.org/officeDocument/2006/relationships/image" Target="../media/image290.png"/><Relationship Id="rId30" Type="http://schemas.openxmlformats.org/officeDocument/2006/relationships/customXml" Target="../ink/ink90.xml"/><Relationship Id="rId105" Type="http://schemas.openxmlformats.org/officeDocument/2006/relationships/image" Target="../media/image127.png"/><Relationship Id="rId126" Type="http://schemas.openxmlformats.org/officeDocument/2006/relationships/customXml" Target="../ink/ink138.xml"/><Relationship Id="rId147" Type="http://schemas.openxmlformats.org/officeDocument/2006/relationships/image" Target="../media/image148.png"/><Relationship Id="rId168" Type="http://schemas.openxmlformats.org/officeDocument/2006/relationships/customXml" Target="../ink/ink159.xml"/><Relationship Id="rId312" Type="http://schemas.openxmlformats.org/officeDocument/2006/relationships/customXml" Target="../ink/ink231.xml"/><Relationship Id="rId333" Type="http://schemas.openxmlformats.org/officeDocument/2006/relationships/image" Target="../media/image241.png"/><Relationship Id="rId354" Type="http://schemas.openxmlformats.org/officeDocument/2006/relationships/customXml" Target="../ink/ink252.xml"/><Relationship Id="rId51" Type="http://schemas.openxmlformats.org/officeDocument/2006/relationships/image" Target="../media/image100.png"/><Relationship Id="rId72" Type="http://schemas.openxmlformats.org/officeDocument/2006/relationships/customXml" Target="../ink/ink111.xml"/><Relationship Id="rId93" Type="http://schemas.openxmlformats.org/officeDocument/2006/relationships/image" Target="../media/image121.png"/><Relationship Id="rId189" Type="http://schemas.openxmlformats.org/officeDocument/2006/relationships/image" Target="../media/image169.png"/><Relationship Id="rId375" Type="http://schemas.openxmlformats.org/officeDocument/2006/relationships/image" Target="../media/image262.png"/><Relationship Id="rId396" Type="http://schemas.openxmlformats.org/officeDocument/2006/relationships/customXml" Target="../ink/ink273.xml"/><Relationship Id="rId3" Type="http://schemas.openxmlformats.org/officeDocument/2006/relationships/image" Target="../media/image76.png"/><Relationship Id="rId214" Type="http://schemas.openxmlformats.org/officeDocument/2006/relationships/customXml" Target="../ink/ink182.xml"/><Relationship Id="rId235" Type="http://schemas.openxmlformats.org/officeDocument/2006/relationships/image" Target="../media/image192.png"/><Relationship Id="rId256" Type="http://schemas.openxmlformats.org/officeDocument/2006/relationships/customXml" Target="../ink/ink203.xml"/><Relationship Id="rId277" Type="http://schemas.openxmlformats.org/officeDocument/2006/relationships/image" Target="../media/image213.png"/><Relationship Id="rId298" Type="http://schemas.openxmlformats.org/officeDocument/2006/relationships/customXml" Target="../ink/ink224.xml"/><Relationship Id="rId400" Type="http://schemas.openxmlformats.org/officeDocument/2006/relationships/customXml" Target="../ink/ink275.xml"/><Relationship Id="rId421" Type="http://schemas.openxmlformats.org/officeDocument/2006/relationships/image" Target="../media/image285.png"/><Relationship Id="rId116" Type="http://schemas.openxmlformats.org/officeDocument/2006/relationships/customXml" Target="../ink/ink133.xml"/><Relationship Id="rId137" Type="http://schemas.openxmlformats.org/officeDocument/2006/relationships/image" Target="../media/image143.png"/><Relationship Id="rId158" Type="http://schemas.openxmlformats.org/officeDocument/2006/relationships/customXml" Target="../ink/ink154.xml"/><Relationship Id="rId302" Type="http://schemas.openxmlformats.org/officeDocument/2006/relationships/customXml" Target="../ink/ink226.xml"/><Relationship Id="rId323" Type="http://schemas.openxmlformats.org/officeDocument/2006/relationships/image" Target="../media/image236.png"/><Relationship Id="rId344" Type="http://schemas.openxmlformats.org/officeDocument/2006/relationships/customXml" Target="../ink/ink247.xml"/><Relationship Id="rId20" Type="http://schemas.openxmlformats.org/officeDocument/2006/relationships/customXml" Target="../ink/ink85.xml"/><Relationship Id="rId41" Type="http://schemas.openxmlformats.org/officeDocument/2006/relationships/image" Target="../media/image95.png"/><Relationship Id="rId62" Type="http://schemas.openxmlformats.org/officeDocument/2006/relationships/customXml" Target="../ink/ink106.xml"/><Relationship Id="rId83" Type="http://schemas.openxmlformats.org/officeDocument/2006/relationships/image" Target="../media/image116.png"/><Relationship Id="rId179" Type="http://schemas.openxmlformats.org/officeDocument/2006/relationships/image" Target="../media/image164.png"/><Relationship Id="rId365" Type="http://schemas.openxmlformats.org/officeDocument/2006/relationships/image" Target="../media/image257.png"/><Relationship Id="rId386" Type="http://schemas.openxmlformats.org/officeDocument/2006/relationships/customXml" Target="../ink/ink268.xml"/><Relationship Id="rId190" Type="http://schemas.openxmlformats.org/officeDocument/2006/relationships/customXml" Target="../ink/ink170.xml"/><Relationship Id="rId204" Type="http://schemas.openxmlformats.org/officeDocument/2006/relationships/customXml" Target="../ink/ink177.xml"/><Relationship Id="rId225" Type="http://schemas.openxmlformats.org/officeDocument/2006/relationships/image" Target="../media/image187.png"/><Relationship Id="rId246" Type="http://schemas.openxmlformats.org/officeDocument/2006/relationships/customXml" Target="../ink/ink198.xml"/><Relationship Id="rId267" Type="http://schemas.openxmlformats.org/officeDocument/2006/relationships/image" Target="../media/image208.png"/><Relationship Id="rId288" Type="http://schemas.openxmlformats.org/officeDocument/2006/relationships/customXml" Target="../ink/ink219.xml"/><Relationship Id="rId411" Type="http://schemas.openxmlformats.org/officeDocument/2006/relationships/image" Target="../media/image280.png"/><Relationship Id="rId432" Type="http://schemas.openxmlformats.org/officeDocument/2006/relationships/customXml" Target="../ink/ink291.xml"/><Relationship Id="rId106" Type="http://schemas.openxmlformats.org/officeDocument/2006/relationships/customXml" Target="../ink/ink128.xml"/><Relationship Id="rId127" Type="http://schemas.openxmlformats.org/officeDocument/2006/relationships/image" Target="../media/image138.png"/><Relationship Id="rId313" Type="http://schemas.openxmlformats.org/officeDocument/2006/relationships/image" Target="../media/image231.png"/><Relationship Id="rId10" Type="http://schemas.openxmlformats.org/officeDocument/2006/relationships/customXml" Target="../ink/ink80.xml"/><Relationship Id="rId31" Type="http://schemas.openxmlformats.org/officeDocument/2006/relationships/image" Target="../media/image90.png"/><Relationship Id="rId52" Type="http://schemas.openxmlformats.org/officeDocument/2006/relationships/customXml" Target="../ink/ink101.xml"/><Relationship Id="rId73" Type="http://schemas.openxmlformats.org/officeDocument/2006/relationships/image" Target="../media/image111.png"/><Relationship Id="rId94" Type="http://schemas.openxmlformats.org/officeDocument/2006/relationships/customXml" Target="../ink/ink122.xml"/><Relationship Id="rId148" Type="http://schemas.openxmlformats.org/officeDocument/2006/relationships/customXml" Target="../ink/ink149.xml"/><Relationship Id="rId169" Type="http://schemas.openxmlformats.org/officeDocument/2006/relationships/image" Target="../media/image159.png"/><Relationship Id="rId334" Type="http://schemas.openxmlformats.org/officeDocument/2006/relationships/customXml" Target="../ink/ink242.xml"/><Relationship Id="rId355" Type="http://schemas.openxmlformats.org/officeDocument/2006/relationships/image" Target="../media/image252.png"/><Relationship Id="rId376" Type="http://schemas.openxmlformats.org/officeDocument/2006/relationships/customXml" Target="../ink/ink263.xml"/><Relationship Id="rId397" Type="http://schemas.openxmlformats.org/officeDocument/2006/relationships/image" Target="../media/image273.png"/><Relationship Id="rId4" Type="http://schemas.openxmlformats.org/officeDocument/2006/relationships/customXml" Target="../ink/ink77.xml"/><Relationship Id="rId180" Type="http://schemas.openxmlformats.org/officeDocument/2006/relationships/customXml" Target="../ink/ink165.xml"/><Relationship Id="rId215" Type="http://schemas.openxmlformats.org/officeDocument/2006/relationships/image" Target="../media/image182.png"/><Relationship Id="rId236" Type="http://schemas.openxmlformats.org/officeDocument/2006/relationships/customXml" Target="../ink/ink193.xml"/><Relationship Id="rId257" Type="http://schemas.openxmlformats.org/officeDocument/2006/relationships/image" Target="../media/image203.png"/><Relationship Id="rId278" Type="http://schemas.openxmlformats.org/officeDocument/2006/relationships/customXml" Target="../ink/ink214.xml"/><Relationship Id="rId401" Type="http://schemas.openxmlformats.org/officeDocument/2006/relationships/image" Target="../media/image275.png"/><Relationship Id="rId422" Type="http://schemas.openxmlformats.org/officeDocument/2006/relationships/customXml" Target="../ink/ink286.xml"/><Relationship Id="rId303" Type="http://schemas.openxmlformats.org/officeDocument/2006/relationships/image" Target="../media/image226.png"/><Relationship Id="rId42" Type="http://schemas.openxmlformats.org/officeDocument/2006/relationships/customXml" Target="../ink/ink96.xml"/><Relationship Id="rId84" Type="http://schemas.openxmlformats.org/officeDocument/2006/relationships/customXml" Target="../ink/ink117.xml"/><Relationship Id="rId138" Type="http://schemas.openxmlformats.org/officeDocument/2006/relationships/customXml" Target="../ink/ink144.xml"/><Relationship Id="rId345" Type="http://schemas.openxmlformats.org/officeDocument/2006/relationships/image" Target="../media/image247.png"/><Relationship Id="rId387" Type="http://schemas.openxmlformats.org/officeDocument/2006/relationships/image" Target="../media/image268.png"/><Relationship Id="rId191" Type="http://schemas.openxmlformats.org/officeDocument/2006/relationships/image" Target="../media/image170.png"/><Relationship Id="rId205" Type="http://schemas.openxmlformats.org/officeDocument/2006/relationships/image" Target="../media/image177.png"/><Relationship Id="rId247" Type="http://schemas.openxmlformats.org/officeDocument/2006/relationships/image" Target="../media/image198.png"/><Relationship Id="rId412" Type="http://schemas.openxmlformats.org/officeDocument/2006/relationships/customXml" Target="../ink/ink281.xml"/><Relationship Id="rId107" Type="http://schemas.openxmlformats.org/officeDocument/2006/relationships/image" Target="../media/image128.png"/><Relationship Id="rId289" Type="http://schemas.openxmlformats.org/officeDocument/2006/relationships/image" Target="../media/image219.png"/><Relationship Id="rId11" Type="http://schemas.openxmlformats.org/officeDocument/2006/relationships/image" Target="../media/image80.png"/><Relationship Id="rId53" Type="http://schemas.openxmlformats.org/officeDocument/2006/relationships/image" Target="../media/image101.png"/><Relationship Id="rId149" Type="http://schemas.openxmlformats.org/officeDocument/2006/relationships/image" Target="../media/image149.png"/><Relationship Id="rId314" Type="http://schemas.openxmlformats.org/officeDocument/2006/relationships/customXml" Target="../ink/ink232.xml"/><Relationship Id="rId356" Type="http://schemas.openxmlformats.org/officeDocument/2006/relationships/customXml" Target="../ink/ink253.xml"/><Relationship Id="rId398" Type="http://schemas.openxmlformats.org/officeDocument/2006/relationships/customXml" Target="../ink/ink274.xml"/><Relationship Id="rId95" Type="http://schemas.openxmlformats.org/officeDocument/2006/relationships/image" Target="../media/image122.png"/><Relationship Id="rId160" Type="http://schemas.openxmlformats.org/officeDocument/2006/relationships/customXml" Target="../ink/ink155.xml"/><Relationship Id="rId216" Type="http://schemas.openxmlformats.org/officeDocument/2006/relationships/customXml" Target="../ink/ink183.xml"/><Relationship Id="rId423" Type="http://schemas.openxmlformats.org/officeDocument/2006/relationships/image" Target="../media/image286.png"/><Relationship Id="rId258" Type="http://schemas.openxmlformats.org/officeDocument/2006/relationships/customXml" Target="../ink/ink204.xml"/><Relationship Id="rId22" Type="http://schemas.openxmlformats.org/officeDocument/2006/relationships/customXml" Target="../ink/ink86.xml"/><Relationship Id="rId64" Type="http://schemas.openxmlformats.org/officeDocument/2006/relationships/customXml" Target="../ink/ink107.xml"/><Relationship Id="rId118" Type="http://schemas.openxmlformats.org/officeDocument/2006/relationships/customXml" Target="../ink/ink134.xml"/><Relationship Id="rId325" Type="http://schemas.openxmlformats.org/officeDocument/2006/relationships/image" Target="../media/image237.png"/><Relationship Id="rId367" Type="http://schemas.openxmlformats.org/officeDocument/2006/relationships/image" Target="../media/image258.png"/><Relationship Id="rId171" Type="http://schemas.openxmlformats.org/officeDocument/2006/relationships/image" Target="../media/image160.png"/><Relationship Id="rId227" Type="http://schemas.openxmlformats.org/officeDocument/2006/relationships/image" Target="../media/image188.png"/><Relationship Id="rId269" Type="http://schemas.openxmlformats.org/officeDocument/2006/relationships/image" Target="../media/image209.png"/><Relationship Id="rId33" Type="http://schemas.openxmlformats.org/officeDocument/2006/relationships/image" Target="../media/image91.png"/><Relationship Id="rId129" Type="http://schemas.openxmlformats.org/officeDocument/2006/relationships/image" Target="../media/image139.png"/><Relationship Id="rId280" Type="http://schemas.openxmlformats.org/officeDocument/2006/relationships/customXml" Target="../ink/ink215.xml"/><Relationship Id="rId336" Type="http://schemas.openxmlformats.org/officeDocument/2006/relationships/customXml" Target="../ink/ink243.xml"/><Relationship Id="rId75" Type="http://schemas.openxmlformats.org/officeDocument/2006/relationships/image" Target="../media/image112.png"/><Relationship Id="rId140" Type="http://schemas.openxmlformats.org/officeDocument/2006/relationships/customXml" Target="../ink/ink145.xml"/><Relationship Id="rId182" Type="http://schemas.openxmlformats.org/officeDocument/2006/relationships/customXml" Target="../ink/ink166.xml"/><Relationship Id="rId378" Type="http://schemas.openxmlformats.org/officeDocument/2006/relationships/customXml" Target="../ink/ink264.xml"/><Relationship Id="rId403" Type="http://schemas.openxmlformats.org/officeDocument/2006/relationships/image" Target="../media/image276.png"/><Relationship Id="rId6" Type="http://schemas.openxmlformats.org/officeDocument/2006/relationships/customXml" Target="../ink/ink78.xml"/><Relationship Id="rId238" Type="http://schemas.openxmlformats.org/officeDocument/2006/relationships/customXml" Target="../ink/ink194.xml"/><Relationship Id="rId291" Type="http://schemas.openxmlformats.org/officeDocument/2006/relationships/image" Target="../media/image220.png"/><Relationship Id="rId305" Type="http://schemas.openxmlformats.org/officeDocument/2006/relationships/image" Target="../media/image227.png"/><Relationship Id="rId347" Type="http://schemas.openxmlformats.org/officeDocument/2006/relationships/image" Target="../media/image248.png"/><Relationship Id="rId44" Type="http://schemas.openxmlformats.org/officeDocument/2006/relationships/customXml" Target="../ink/ink97.xml"/><Relationship Id="rId86" Type="http://schemas.openxmlformats.org/officeDocument/2006/relationships/customXml" Target="../ink/ink118.xml"/><Relationship Id="rId151" Type="http://schemas.openxmlformats.org/officeDocument/2006/relationships/image" Target="../media/image150.png"/><Relationship Id="rId389" Type="http://schemas.openxmlformats.org/officeDocument/2006/relationships/image" Target="../media/image269.png"/><Relationship Id="rId193" Type="http://schemas.openxmlformats.org/officeDocument/2006/relationships/image" Target="../media/image171.png"/><Relationship Id="rId207" Type="http://schemas.openxmlformats.org/officeDocument/2006/relationships/image" Target="../media/image178.png"/><Relationship Id="rId249" Type="http://schemas.openxmlformats.org/officeDocument/2006/relationships/image" Target="../media/image199.png"/><Relationship Id="rId414" Type="http://schemas.openxmlformats.org/officeDocument/2006/relationships/customXml" Target="../ink/ink282.xml"/><Relationship Id="rId13" Type="http://schemas.openxmlformats.org/officeDocument/2006/relationships/image" Target="../media/image81.png"/><Relationship Id="rId109" Type="http://schemas.openxmlformats.org/officeDocument/2006/relationships/image" Target="../media/image129.png"/><Relationship Id="rId260" Type="http://schemas.openxmlformats.org/officeDocument/2006/relationships/customXml" Target="../ink/ink205.xml"/><Relationship Id="rId316" Type="http://schemas.openxmlformats.org/officeDocument/2006/relationships/customXml" Target="../ink/ink233.xml"/><Relationship Id="rId55" Type="http://schemas.openxmlformats.org/officeDocument/2006/relationships/image" Target="../media/image102.png"/><Relationship Id="rId97" Type="http://schemas.openxmlformats.org/officeDocument/2006/relationships/image" Target="../media/image123.png"/><Relationship Id="rId120" Type="http://schemas.openxmlformats.org/officeDocument/2006/relationships/customXml" Target="../ink/ink135.xml"/><Relationship Id="rId358" Type="http://schemas.openxmlformats.org/officeDocument/2006/relationships/customXml" Target="../ink/ink254.xml"/><Relationship Id="rId162" Type="http://schemas.openxmlformats.org/officeDocument/2006/relationships/customXml" Target="../ink/ink156.xml"/><Relationship Id="rId218" Type="http://schemas.openxmlformats.org/officeDocument/2006/relationships/customXml" Target="../ink/ink184.xml"/><Relationship Id="rId425" Type="http://schemas.openxmlformats.org/officeDocument/2006/relationships/image" Target="../media/image287.png"/><Relationship Id="rId271" Type="http://schemas.openxmlformats.org/officeDocument/2006/relationships/image" Target="../media/image210.png"/><Relationship Id="rId24" Type="http://schemas.openxmlformats.org/officeDocument/2006/relationships/customXml" Target="../ink/ink87.xml"/><Relationship Id="rId66" Type="http://schemas.openxmlformats.org/officeDocument/2006/relationships/customXml" Target="../ink/ink108.xml"/><Relationship Id="rId131" Type="http://schemas.openxmlformats.org/officeDocument/2006/relationships/image" Target="../media/image140.png"/><Relationship Id="rId327" Type="http://schemas.openxmlformats.org/officeDocument/2006/relationships/image" Target="../media/image238.png"/><Relationship Id="rId369" Type="http://schemas.openxmlformats.org/officeDocument/2006/relationships/image" Target="../media/image259.png"/><Relationship Id="rId173" Type="http://schemas.openxmlformats.org/officeDocument/2006/relationships/image" Target="../media/image161.png"/><Relationship Id="rId229" Type="http://schemas.openxmlformats.org/officeDocument/2006/relationships/image" Target="../media/image189.png"/><Relationship Id="rId380" Type="http://schemas.openxmlformats.org/officeDocument/2006/relationships/customXml" Target="../ink/ink265.xml"/><Relationship Id="rId240" Type="http://schemas.openxmlformats.org/officeDocument/2006/relationships/customXml" Target="../ink/ink195.xml"/><Relationship Id="rId35" Type="http://schemas.openxmlformats.org/officeDocument/2006/relationships/image" Target="../media/image92.png"/><Relationship Id="rId77" Type="http://schemas.openxmlformats.org/officeDocument/2006/relationships/image" Target="../media/image113.png"/><Relationship Id="rId100" Type="http://schemas.openxmlformats.org/officeDocument/2006/relationships/customXml" Target="../ink/ink125.xml"/><Relationship Id="rId282" Type="http://schemas.openxmlformats.org/officeDocument/2006/relationships/customXml" Target="../ink/ink216.xml"/><Relationship Id="rId338" Type="http://schemas.openxmlformats.org/officeDocument/2006/relationships/customXml" Target="../ink/ink244.xml"/><Relationship Id="rId8" Type="http://schemas.openxmlformats.org/officeDocument/2006/relationships/customXml" Target="../ink/ink79.xml"/><Relationship Id="rId142" Type="http://schemas.openxmlformats.org/officeDocument/2006/relationships/customXml" Target="../ink/ink146.xml"/><Relationship Id="rId184" Type="http://schemas.openxmlformats.org/officeDocument/2006/relationships/customXml" Target="../ink/ink167.xml"/><Relationship Id="rId391" Type="http://schemas.openxmlformats.org/officeDocument/2006/relationships/image" Target="../media/image270.png"/><Relationship Id="rId405" Type="http://schemas.openxmlformats.org/officeDocument/2006/relationships/image" Target="../media/image277.png"/><Relationship Id="rId251" Type="http://schemas.openxmlformats.org/officeDocument/2006/relationships/image" Target="../media/image200.png"/><Relationship Id="rId46" Type="http://schemas.openxmlformats.org/officeDocument/2006/relationships/customXml" Target="../ink/ink98.xml"/><Relationship Id="rId293" Type="http://schemas.openxmlformats.org/officeDocument/2006/relationships/image" Target="../media/image221.png"/><Relationship Id="rId307" Type="http://schemas.openxmlformats.org/officeDocument/2006/relationships/image" Target="../media/image228.png"/><Relationship Id="rId349" Type="http://schemas.openxmlformats.org/officeDocument/2006/relationships/image" Target="../media/image249.png"/><Relationship Id="rId88" Type="http://schemas.openxmlformats.org/officeDocument/2006/relationships/customXml" Target="../ink/ink119.xml"/><Relationship Id="rId111" Type="http://schemas.openxmlformats.org/officeDocument/2006/relationships/image" Target="../media/image130.png"/><Relationship Id="rId153" Type="http://schemas.openxmlformats.org/officeDocument/2006/relationships/image" Target="../media/image151.png"/><Relationship Id="rId195" Type="http://schemas.openxmlformats.org/officeDocument/2006/relationships/image" Target="../media/image172.png"/><Relationship Id="rId209" Type="http://schemas.openxmlformats.org/officeDocument/2006/relationships/image" Target="../media/image179.png"/><Relationship Id="rId360" Type="http://schemas.openxmlformats.org/officeDocument/2006/relationships/customXml" Target="../ink/ink255.xml"/><Relationship Id="rId416" Type="http://schemas.openxmlformats.org/officeDocument/2006/relationships/customXml" Target="../ink/ink283.xml"/><Relationship Id="rId220" Type="http://schemas.openxmlformats.org/officeDocument/2006/relationships/customXml" Target="../ink/ink185.xml"/><Relationship Id="rId15" Type="http://schemas.openxmlformats.org/officeDocument/2006/relationships/image" Target="../media/image82.png"/><Relationship Id="rId57" Type="http://schemas.openxmlformats.org/officeDocument/2006/relationships/image" Target="../media/image103.png"/><Relationship Id="rId262" Type="http://schemas.openxmlformats.org/officeDocument/2006/relationships/customXml" Target="../ink/ink206.xml"/><Relationship Id="rId318" Type="http://schemas.openxmlformats.org/officeDocument/2006/relationships/customXml" Target="../ink/ink234.xml"/><Relationship Id="rId99" Type="http://schemas.openxmlformats.org/officeDocument/2006/relationships/image" Target="../media/image124.png"/><Relationship Id="rId122" Type="http://schemas.openxmlformats.org/officeDocument/2006/relationships/customXml" Target="../ink/ink136.xml"/><Relationship Id="rId164" Type="http://schemas.openxmlformats.org/officeDocument/2006/relationships/customXml" Target="../ink/ink157.xml"/><Relationship Id="rId371" Type="http://schemas.openxmlformats.org/officeDocument/2006/relationships/image" Target="../media/image260.png"/><Relationship Id="rId427" Type="http://schemas.openxmlformats.org/officeDocument/2006/relationships/image" Target="../media/image288.png"/><Relationship Id="rId26" Type="http://schemas.openxmlformats.org/officeDocument/2006/relationships/customXml" Target="../ink/ink88.xml"/><Relationship Id="rId231" Type="http://schemas.openxmlformats.org/officeDocument/2006/relationships/image" Target="../media/image190.png"/><Relationship Id="rId273" Type="http://schemas.openxmlformats.org/officeDocument/2006/relationships/image" Target="../media/image211.png"/><Relationship Id="rId329" Type="http://schemas.openxmlformats.org/officeDocument/2006/relationships/image" Target="../media/image239.png"/><Relationship Id="rId68" Type="http://schemas.openxmlformats.org/officeDocument/2006/relationships/customXml" Target="../ink/ink109.xml"/><Relationship Id="rId133" Type="http://schemas.openxmlformats.org/officeDocument/2006/relationships/image" Target="../media/image141.png"/><Relationship Id="rId175" Type="http://schemas.openxmlformats.org/officeDocument/2006/relationships/image" Target="../media/image162.png"/><Relationship Id="rId340" Type="http://schemas.openxmlformats.org/officeDocument/2006/relationships/customXml" Target="../ink/ink245.xml"/><Relationship Id="rId200" Type="http://schemas.openxmlformats.org/officeDocument/2006/relationships/customXml" Target="../ink/ink175.xml"/><Relationship Id="rId382" Type="http://schemas.openxmlformats.org/officeDocument/2006/relationships/customXml" Target="../ink/ink266.xml"/><Relationship Id="rId242" Type="http://schemas.openxmlformats.org/officeDocument/2006/relationships/customXml" Target="../ink/ink196.xml"/><Relationship Id="rId284" Type="http://schemas.openxmlformats.org/officeDocument/2006/relationships/customXml" Target="../ink/ink217.xml"/><Relationship Id="rId37" Type="http://schemas.openxmlformats.org/officeDocument/2006/relationships/image" Target="../media/image93.png"/><Relationship Id="rId79" Type="http://schemas.openxmlformats.org/officeDocument/2006/relationships/image" Target="../media/image114.png"/><Relationship Id="rId102" Type="http://schemas.openxmlformats.org/officeDocument/2006/relationships/customXml" Target="../ink/ink126.xml"/><Relationship Id="rId144" Type="http://schemas.openxmlformats.org/officeDocument/2006/relationships/customXml" Target="../ink/ink147.xml"/><Relationship Id="rId90" Type="http://schemas.openxmlformats.org/officeDocument/2006/relationships/customXml" Target="../ink/ink120.xml"/><Relationship Id="rId186" Type="http://schemas.openxmlformats.org/officeDocument/2006/relationships/customXml" Target="../ink/ink168.xml"/><Relationship Id="rId351" Type="http://schemas.openxmlformats.org/officeDocument/2006/relationships/image" Target="../media/image250.png"/><Relationship Id="rId393" Type="http://schemas.openxmlformats.org/officeDocument/2006/relationships/image" Target="../media/image271.png"/><Relationship Id="rId407" Type="http://schemas.openxmlformats.org/officeDocument/2006/relationships/image" Target="../media/image278.png"/><Relationship Id="rId211" Type="http://schemas.openxmlformats.org/officeDocument/2006/relationships/image" Target="../media/image180.png"/><Relationship Id="rId253" Type="http://schemas.openxmlformats.org/officeDocument/2006/relationships/image" Target="../media/image201.png"/><Relationship Id="rId295" Type="http://schemas.openxmlformats.org/officeDocument/2006/relationships/image" Target="../media/image222.png"/><Relationship Id="rId309" Type="http://schemas.openxmlformats.org/officeDocument/2006/relationships/image" Target="../media/image229.png"/><Relationship Id="rId48" Type="http://schemas.openxmlformats.org/officeDocument/2006/relationships/customXml" Target="../ink/ink99.xml"/><Relationship Id="rId113" Type="http://schemas.openxmlformats.org/officeDocument/2006/relationships/image" Target="../media/image131.png"/><Relationship Id="rId320" Type="http://schemas.openxmlformats.org/officeDocument/2006/relationships/customXml" Target="../ink/ink235.xml"/><Relationship Id="rId155" Type="http://schemas.openxmlformats.org/officeDocument/2006/relationships/image" Target="../media/image152.png"/><Relationship Id="rId197" Type="http://schemas.openxmlformats.org/officeDocument/2006/relationships/image" Target="../media/image173.png"/><Relationship Id="rId362" Type="http://schemas.openxmlformats.org/officeDocument/2006/relationships/customXml" Target="../ink/ink256.xml"/><Relationship Id="rId418" Type="http://schemas.openxmlformats.org/officeDocument/2006/relationships/customXml" Target="../ink/ink284.xml"/><Relationship Id="rId222" Type="http://schemas.openxmlformats.org/officeDocument/2006/relationships/customXml" Target="../ink/ink186.xml"/><Relationship Id="rId264" Type="http://schemas.openxmlformats.org/officeDocument/2006/relationships/customXml" Target="../ink/ink207.xml"/><Relationship Id="rId17" Type="http://schemas.openxmlformats.org/officeDocument/2006/relationships/image" Target="../media/image83.png"/><Relationship Id="rId59" Type="http://schemas.openxmlformats.org/officeDocument/2006/relationships/image" Target="../media/image104.png"/><Relationship Id="rId124" Type="http://schemas.openxmlformats.org/officeDocument/2006/relationships/customXml" Target="../ink/ink137.xml"/><Relationship Id="rId70" Type="http://schemas.openxmlformats.org/officeDocument/2006/relationships/customXml" Target="../ink/ink110.xml"/><Relationship Id="rId166" Type="http://schemas.openxmlformats.org/officeDocument/2006/relationships/customXml" Target="../ink/ink158.xml"/><Relationship Id="rId331" Type="http://schemas.openxmlformats.org/officeDocument/2006/relationships/image" Target="../media/image240.png"/><Relationship Id="rId373" Type="http://schemas.openxmlformats.org/officeDocument/2006/relationships/image" Target="../media/image261.png"/><Relationship Id="rId429" Type="http://schemas.openxmlformats.org/officeDocument/2006/relationships/image" Target="../media/image289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9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8.png"/><Relationship Id="rId299" Type="http://schemas.openxmlformats.org/officeDocument/2006/relationships/image" Target="../media/image439.png"/><Relationship Id="rId21" Type="http://schemas.openxmlformats.org/officeDocument/2006/relationships/image" Target="../media/image301.png"/><Relationship Id="rId63" Type="http://schemas.openxmlformats.org/officeDocument/2006/relationships/image" Target="../media/image226.png"/><Relationship Id="rId159" Type="http://schemas.openxmlformats.org/officeDocument/2006/relationships/image" Target="../media/image369.png"/><Relationship Id="rId324" Type="http://schemas.openxmlformats.org/officeDocument/2006/relationships/customXml" Target="../ink/ink453.xml"/><Relationship Id="rId366" Type="http://schemas.openxmlformats.org/officeDocument/2006/relationships/customXml" Target="../ink/ink474.xml"/><Relationship Id="rId170" Type="http://schemas.openxmlformats.org/officeDocument/2006/relationships/customXml" Target="../ink/ink376.xml"/><Relationship Id="rId226" Type="http://schemas.openxmlformats.org/officeDocument/2006/relationships/customXml" Target="../ink/ink404.xml"/><Relationship Id="rId268" Type="http://schemas.openxmlformats.org/officeDocument/2006/relationships/customXml" Target="../ink/ink425.xml"/><Relationship Id="rId32" Type="http://schemas.openxmlformats.org/officeDocument/2006/relationships/customXml" Target="../ink/ink307.xml"/><Relationship Id="rId74" Type="http://schemas.openxmlformats.org/officeDocument/2006/relationships/customXml" Target="../ink/ink328.xml"/><Relationship Id="rId128" Type="http://schemas.openxmlformats.org/officeDocument/2006/relationships/customXml" Target="../ink/ink355.xml"/><Relationship Id="rId335" Type="http://schemas.openxmlformats.org/officeDocument/2006/relationships/image" Target="../media/image457.png"/><Relationship Id="rId5" Type="http://schemas.openxmlformats.org/officeDocument/2006/relationships/image" Target="../media/image293.png"/><Relationship Id="rId181" Type="http://schemas.openxmlformats.org/officeDocument/2006/relationships/image" Target="../media/image380.png"/><Relationship Id="rId237" Type="http://schemas.openxmlformats.org/officeDocument/2006/relationships/image" Target="../media/image408.png"/><Relationship Id="rId279" Type="http://schemas.openxmlformats.org/officeDocument/2006/relationships/image" Target="../media/image429.png"/><Relationship Id="rId43" Type="http://schemas.openxmlformats.org/officeDocument/2006/relationships/image" Target="../media/image312.png"/><Relationship Id="rId139" Type="http://schemas.openxmlformats.org/officeDocument/2006/relationships/image" Target="../media/image359.png"/><Relationship Id="rId290" Type="http://schemas.openxmlformats.org/officeDocument/2006/relationships/customXml" Target="../ink/ink436.xml"/><Relationship Id="rId304" Type="http://schemas.openxmlformats.org/officeDocument/2006/relationships/customXml" Target="../ink/ink443.xml"/><Relationship Id="rId346" Type="http://schemas.openxmlformats.org/officeDocument/2006/relationships/customXml" Target="../ink/ink464.xml"/><Relationship Id="rId85" Type="http://schemas.openxmlformats.org/officeDocument/2006/relationships/image" Target="../media/image332.png"/><Relationship Id="rId150" Type="http://schemas.openxmlformats.org/officeDocument/2006/relationships/customXml" Target="../ink/ink366.xml"/><Relationship Id="rId192" Type="http://schemas.openxmlformats.org/officeDocument/2006/relationships/customXml" Target="../ink/ink387.xml"/><Relationship Id="rId206" Type="http://schemas.openxmlformats.org/officeDocument/2006/relationships/customXml" Target="../ink/ink394.xml"/><Relationship Id="rId248" Type="http://schemas.openxmlformats.org/officeDocument/2006/relationships/customXml" Target="../ink/ink415.xml"/><Relationship Id="rId12" Type="http://schemas.openxmlformats.org/officeDocument/2006/relationships/customXml" Target="../ink/ink297.xml"/><Relationship Id="rId108" Type="http://schemas.openxmlformats.org/officeDocument/2006/relationships/customXml" Target="../ink/ink345.xml"/><Relationship Id="rId315" Type="http://schemas.openxmlformats.org/officeDocument/2006/relationships/image" Target="../media/image447.png"/><Relationship Id="rId357" Type="http://schemas.openxmlformats.org/officeDocument/2006/relationships/image" Target="../media/image468.png"/><Relationship Id="rId54" Type="http://schemas.openxmlformats.org/officeDocument/2006/relationships/customXml" Target="../ink/ink318.xml"/><Relationship Id="rId96" Type="http://schemas.openxmlformats.org/officeDocument/2006/relationships/customXml" Target="../ink/ink339.xml"/><Relationship Id="rId161" Type="http://schemas.openxmlformats.org/officeDocument/2006/relationships/image" Target="../media/image370.png"/><Relationship Id="rId217" Type="http://schemas.openxmlformats.org/officeDocument/2006/relationships/image" Target="../media/image398.png"/><Relationship Id="rId259" Type="http://schemas.openxmlformats.org/officeDocument/2006/relationships/image" Target="../media/image419.png"/><Relationship Id="rId23" Type="http://schemas.openxmlformats.org/officeDocument/2006/relationships/image" Target="../media/image302.png"/><Relationship Id="rId119" Type="http://schemas.openxmlformats.org/officeDocument/2006/relationships/image" Target="../media/image349.png"/><Relationship Id="rId270" Type="http://schemas.openxmlformats.org/officeDocument/2006/relationships/customXml" Target="../ink/ink426.xml"/><Relationship Id="rId326" Type="http://schemas.openxmlformats.org/officeDocument/2006/relationships/customXml" Target="../ink/ink454.xml"/><Relationship Id="rId65" Type="http://schemas.openxmlformats.org/officeDocument/2006/relationships/image" Target="../media/image322.png"/><Relationship Id="rId130" Type="http://schemas.openxmlformats.org/officeDocument/2006/relationships/customXml" Target="../ink/ink356.xml"/><Relationship Id="rId368" Type="http://schemas.openxmlformats.org/officeDocument/2006/relationships/customXml" Target="../ink/ink475.xml"/><Relationship Id="rId172" Type="http://schemas.openxmlformats.org/officeDocument/2006/relationships/customXml" Target="../ink/ink377.xml"/><Relationship Id="rId228" Type="http://schemas.openxmlformats.org/officeDocument/2006/relationships/customXml" Target="../ink/ink405.xml"/><Relationship Id="rId281" Type="http://schemas.openxmlformats.org/officeDocument/2006/relationships/image" Target="../media/image430.png"/><Relationship Id="rId337" Type="http://schemas.openxmlformats.org/officeDocument/2006/relationships/image" Target="../media/image458.png"/><Relationship Id="rId34" Type="http://schemas.openxmlformats.org/officeDocument/2006/relationships/customXml" Target="../ink/ink308.xml"/><Relationship Id="rId76" Type="http://schemas.openxmlformats.org/officeDocument/2006/relationships/customXml" Target="../ink/ink329.xml"/><Relationship Id="rId141" Type="http://schemas.openxmlformats.org/officeDocument/2006/relationships/image" Target="../media/image360.png"/><Relationship Id="rId7" Type="http://schemas.openxmlformats.org/officeDocument/2006/relationships/image" Target="../media/image294.png"/><Relationship Id="rId183" Type="http://schemas.openxmlformats.org/officeDocument/2006/relationships/image" Target="../media/image381.png"/><Relationship Id="rId239" Type="http://schemas.openxmlformats.org/officeDocument/2006/relationships/image" Target="../media/image409.png"/><Relationship Id="rId250" Type="http://schemas.openxmlformats.org/officeDocument/2006/relationships/customXml" Target="../ink/ink416.xml"/><Relationship Id="rId292" Type="http://schemas.openxmlformats.org/officeDocument/2006/relationships/customXml" Target="../ink/ink437.xml"/><Relationship Id="rId306" Type="http://schemas.openxmlformats.org/officeDocument/2006/relationships/customXml" Target="../ink/ink444.xml"/><Relationship Id="rId45" Type="http://schemas.openxmlformats.org/officeDocument/2006/relationships/image" Target="../media/image313.png"/><Relationship Id="rId87" Type="http://schemas.openxmlformats.org/officeDocument/2006/relationships/image" Target="../media/image333.png"/><Relationship Id="rId110" Type="http://schemas.openxmlformats.org/officeDocument/2006/relationships/customXml" Target="../ink/ink346.xml"/><Relationship Id="rId348" Type="http://schemas.openxmlformats.org/officeDocument/2006/relationships/customXml" Target="../ink/ink465.xml"/><Relationship Id="rId152" Type="http://schemas.openxmlformats.org/officeDocument/2006/relationships/customXml" Target="../ink/ink367.xml"/><Relationship Id="rId194" Type="http://schemas.openxmlformats.org/officeDocument/2006/relationships/customXml" Target="../ink/ink388.xml"/><Relationship Id="rId208" Type="http://schemas.openxmlformats.org/officeDocument/2006/relationships/customXml" Target="../ink/ink395.xml"/><Relationship Id="rId261" Type="http://schemas.openxmlformats.org/officeDocument/2006/relationships/image" Target="../media/image420.png"/><Relationship Id="rId14" Type="http://schemas.openxmlformats.org/officeDocument/2006/relationships/customXml" Target="../ink/ink298.xml"/><Relationship Id="rId56" Type="http://schemas.openxmlformats.org/officeDocument/2006/relationships/customXml" Target="../ink/ink319.xml"/><Relationship Id="rId317" Type="http://schemas.openxmlformats.org/officeDocument/2006/relationships/image" Target="../media/image448.png"/><Relationship Id="rId359" Type="http://schemas.openxmlformats.org/officeDocument/2006/relationships/image" Target="../media/image469.png"/><Relationship Id="rId98" Type="http://schemas.openxmlformats.org/officeDocument/2006/relationships/customXml" Target="../ink/ink340.xml"/><Relationship Id="rId121" Type="http://schemas.openxmlformats.org/officeDocument/2006/relationships/image" Target="../media/image350.png"/><Relationship Id="rId163" Type="http://schemas.openxmlformats.org/officeDocument/2006/relationships/image" Target="../media/image371.png"/><Relationship Id="rId219" Type="http://schemas.openxmlformats.org/officeDocument/2006/relationships/image" Target="../media/image399.png"/><Relationship Id="rId370" Type="http://schemas.openxmlformats.org/officeDocument/2006/relationships/customXml" Target="../ink/ink476.xml"/><Relationship Id="rId230" Type="http://schemas.openxmlformats.org/officeDocument/2006/relationships/customXml" Target="../ink/ink406.xml"/><Relationship Id="rId25" Type="http://schemas.openxmlformats.org/officeDocument/2006/relationships/image" Target="../media/image303.png"/><Relationship Id="rId67" Type="http://schemas.openxmlformats.org/officeDocument/2006/relationships/image" Target="../media/image323.png"/><Relationship Id="rId272" Type="http://schemas.openxmlformats.org/officeDocument/2006/relationships/customXml" Target="../ink/ink427.xml"/><Relationship Id="rId328" Type="http://schemas.openxmlformats.org/officeDocument/2006/relationships/customXml" Target="../ink/ink455.xml"/><Relationship Id="rId132" Type="http://schemas.openxmlformats.org/officeDocument/2006/relationships/customXml" Target="../ink/ink357.xml"/><Relationship Id="rId174" Type="http://schemas.openxmlformats.org/officeDocument/2006/relationships/customXml" Target="../ink/ink378.xml"/><Relationship Id="rId241" Type="http://schemas.openxmlformats.org/officeDocument/2006/relationships/image" Target="../media/image410.png"/><Relationship Id="rId15" Type="http://schemas.openxmlformats.org/officeDocument/2006/relationships/image" Target="../media/image298.png"/><Relationship Id="rId36" Type="http://schemas.openxmlformats.org/officeDocument/2006/relationships/customXml" Target="../ink/ink309.xml"/><Relationship Id="rId57" Type="http://schemas.openxmlformats.org/officeDocument/2006/relationships/image" Target="../media/image319.png"/><Relationship Id="rId262" Type="http://schemas.openxmlformats.org/officeDocument/2006/relationships/customXml" Target="../ink/ink422.xml"/><Relationship Id="rId283" Type="http://schemas.openxmlformats.org/officeDocument/2006/relationships/image" Target="../media/image431.png"/><Relationship Id="rId318" Type="http://schemas.openxmlformats.org/officeDocument/2006/relationships/customXml" Target="../ink/ink450.xml"/><Relationship Id="rId339" Type="http://schemas.openxmlformats.org/officeDocument/2006/relationships/image" Target="../media/image459.png"/><Relationship Id="rId78" Type="http://schemas.openxmlformats.org/officeDocument/2006/relationships/customXml" Target="../ink/ink330.xml"/><Relationship Id="rId99" Type="http://schemas.openxmlformats.org/officeDocument/2006/relationships/image" Target="../media/image339.png"/><Relationship Id="rId101" Type="http://schemas.openxmlformats.org/officeDocument/2006/relationships/image" Target="../media/image340.png"/><Relationship Id="rId122" Type="http://schemas.openxmlformats.org/officeDocument/2006/relationships/customXml" Target="../ink/ink352.xml"/><Relationship Id="rId143" Type="http://schemas.openxmlformats.org/officeDocument/2006/relationships/image" Target="../media/image361.png"/><Relationship Id="rId164" Type="http://schemas.openxmlformats.org/officeDocument/2006/relationships/customXml" Target="../ink/ink373.xml"/><Relationship Id="rId185" Type="http://schemas.openxmlformats.org/officeDocument/2006/relationships/image" Target="../media/image382.png"/><Relationship Id="rId350" Type="http://schemas.openxmlformats.org/officeDocument/2006/relationships/customXml" Target="../ink/ink466.xml"/><Relationship Id="rId371" Type="http://schemas.openxmlformats.org/officeDocument/2006/relationships/image" Target="../media/image475.png"/><Relationship Id="rId9" Type="http://schemas.openxmlformats.org/officeDocument/2006/relationships/image" Target="../media/image295.png"/><Relationship Id="rId210" Type="http://schemas.openxmlformats.org/officeDocument/2006/relationships/customXml" Target="../ink/ink396.xml"/><Relationship Id="rId26" Type="http://schemas.openxmlformats.org/officeDocument/2006/relationships/customXml" Target="../ink/ink304.xml"/><Relationship Id="rId231" Type="http://schemas.openxmlformats.org/officeDocument/2006/relationships/image" Target="../media/image405.png"/><Relationship Id="rId252" Type="http://schemas.openxmlformats.org/officeDocument/2006/relationships/customXml" Target="../ink/ink417.xml"/><Relationship Id="rId273" Type="http://schemas.openxmlformats.org/officeDocument/2006/relationships/image" Target="../media/image426.png"/><Relationship Id="rId294" Type="http://schemas.openxmlformats.org/officeDocument/2006/relationships/customXml" Target="../ink/ink438.xml"/><Relationship Id="rId308" Type="http://schemas.openxmlformats.org/officeDocument/2006/relationships/customXml" Target="../ink/ink445.xml"/><Relationship Id="rId329" Type="http://schemas.openxmlformats.org/officeDocument/2006/relationships/image" Target="../media/image454.png"/><Relationship Id="rId47" Type="http://schemas.openxmlformats.org/officeDocument/2006/relationships/image" Target="../media/image314.png"/><Relationship Id="rId68" Type="http://schemas.openxmlformats.org/officeDocument/2006/relationships/customXml" Target="../ink/ink325.xml"/><Relationship Id="rId89" Type="http://schemas.openxmlformats.org/officeDocument/2006/relationships/image" Target="../media/image334.png"/><Relationship Id="rId112" Type="http://schemas.openxmlformats.org/officeDocument/2006/relationships/customXml" Target="../ink/ink347.xml"/><Relationship Id="rId133" Type="http://schemas.openxmlformats.org/officeDocument/2006/relationships/image" Target="../media/image356.png"/><Relationship Id="rId154" Type="http://schemas.openxmlformats.org/officeDocument/2006/relationships/customXml" Target="../ink/ink368.xml"/><Relationship Id="rId175" Type="http://schemas.openxmlformats.org/officeDocument/2006/relationships/image" Target="../media/image377.png"/><Relationship Id="rId340" Type="http://schemas.openxmlformats.org/officeDocument/2006/relationships/customXml" Target="../ink/ink461.xml"/><Relationship Id="rId361" Type="http://schemas.openxmlformats.org/officeDocument/2006/relationships/image" Target="../media/image470.png"/><Relationship Id="rId196" Type="http://schemas.openxmlformats.org/officeDocument/2006/relationships/customXml" Target="../ink/ink389.xml"/><Relationship Id="rId200" Type="http://schemas.openxmlformats.org/officeDocument/2006/relationships/customXml" Target="../ink/ink391.xml"/><Relationship Id="rId16" Type="http://schemas.openxmlformats.org/officeDocument/2006/relationships/customXml" Target="../ink/ink299.xml"/><Relationship Id="rId221" Type="http://schemas.openxmlformats.org/officeDocument/2006/relationships/image" Target="../media/image400.png"/><Relationship Id="rId242" Type="http://schemas.openxmlformats.org/officeDocument/2006/relationships/customXml" Target="../ink/ink412.xml"/><Relationship Id="rId263" Type="http://schemas.openxmlformats.org/officeDocument/2006/relationships/image" Target="../media/image421.png"/><Relationship Id="rId284" Type="http://schemas.openxmlformats.org/officeDocument/2006/relationships/customXml" Target="../ink/ink433.xml"/><Relationship Id="rId319" Type="http://schemas.openxmlformats.org/officeDocument/2006/relationships/image" Target="../media/image449.png"/><Relationship Id="rId37" Type="http://schemas.openxmlformats.org/officeDocument/2006/relationships/image" Target="../media/image309.png"/><Relationship Id="rId58" Type="http://schemas.openxmlformats.org/officeDocument/2006/relationships/customXml" Target="../ink/ink320.xml"/><Relationship Id="rId79" Type="http://schemas.openxmlformats.org/officeDocument/2006/relationships/image" Target="../media/image329.png"/><Relationship Id="rId102" Type="http://schemas.openxmlformats.org/officeDocument/2006/relationships/customXml" Target="../ink/ink342.xml"/><Relationship Id="rId123" Type="http://schemas.openxmlformats.org/officeDocument/2006/relationships/image" Target="../media/image351.png"/><Relationship Id="rId144" Type="http://schemas.openxmlformats.org/officeDocument/2006/relationships/customXml" Target="../ink/ink363.xml"/><Relationship Id="rId330" Type="http://schemas.openxmlformats.org/officeDocument/2006/relationships/customXml" Target="../ink/ink456.xml"/><Relationship Id="rId90" Type="http://schemas.openxmlformats.org/officeDocument/2006/relationships/customXml" Target="../ink/ink336.xml"/><Relationship Id="rId165" Type="http://schemas.openxmlformats.org/officeDocument/2006/relationships/image" Target="../media/image372.png"/><Relationship Id="rId186" Type="http://schemas.openxmlformats.org/officeDocument/2006/relationships/customXml" Target="../ink/ink384.xml"/><Relationship Id="rId351" Type="http://schemas.openxmlformats.org/officeDocument/2006/relationships/image" Target="../media/image465.png"/><Relationship Id="rId211" Type="http://schemas.openxmlformats.org/officeDocument/2006/relationships/image" Target="../media/image395.png"/><Relationship Id="rId232" Type="http://schemas.openxmlformats.org/officeDocument/2006/relationships/customXml" Target="../ink/ink407.xml"/><Relationship Id="rId253" Type="http://schemas.openxmlformats.org/officeDocument/2006/relationships/image" Target="../media/image416.png"/><Relationship Id="rId274" Type="http://schemas.openxmlformats.org/officeDocument/2006/relationships/customXml" Target="../ink/ink428.xml"/><Relationship Id="rId295" Type="http://schemas.openxmlformats.org/officeDocument/2006/relationships/image" Target="../media/image437.png"/><Relationship Id="rId309" Type="http://schemas.openxmlformats.org/officeDocument/2006/relationships/image" Target="../media/image444.png"/><Relationship Id="rId27" Type="http://schemas.openxmlformats.org/officeDocument/2006/relationships/image" Target="../media/image304.png"/><Relationship Id="rId48" Type="http://schemas.openxmlformats.org/officeDocument/2006/relationships/customXml" Target="../ink/ink315.xml"/><Relationship Id="rId69" Type="http://schemas.openxmlformats.org/officeDocument/2006/relationships/image" Target="../media/image324.png"/><Relationship Id="rId113" Type="http://schemas.openxmlformats.org/officeDocument/2006/relationships/image" Target="../media/image346.png"/><Relationship Id="rId134" Type="http://schemas.openxmlformats.org/officeDocument/2006/relationships/customXml" Target="../ink/ink358.xml"/><Relationship Id="rId320" Type="http://schemas.openxmlformats.org/officeDocument/2006/relationships/customXml" Target="../ink/ink451.xml"/><Relationship Id="rId80" Type="http://schemas.openxmlformats.org/officeDocument/2006/relationships/customXml" Target="../ink/ink331.xml"/><Relationship Id="rId155" Type="http://schemas.openxmlformats.org/officeDocument/2006/relationships/image" Target="../media/image367.png"/><Relationship Id="rId176" Type="http://schemas.openxmlformats.org/officeDocument/2006/relationships/customXml" Target="../ink/ink379.xml"/><Relationship Id="rId197" Type="http://schemas.openxmlformats.org/officeDocument/2006/relationships/image" Target="../media/image388.png"/><Relationship Id="rId341" Type="http://schemas.openxmlformats.org/officeDocument/2006/relationships/image" Target="../media/image460.png"/><Relationship Id="rId362" Type="http://schemas.openxmlformats.org/officeDocument/2006/relationships/customXml" Target="../ink/ink472.xml"/><Relationship Id="rId201" Type="http://schemas.openxmlformats.org/officeDocument/2006/relationships/image" Target="../media/image390.png"/><Relationship Id="rId222" Type="http://schemas.openxmlformats.org/officeDocument/2006/relationships/customXml" Target="../ink/ink402.xml"/><Relationship Id="rId243" Type="http://schemas.openxmlformats.org/officeDocument/2006/relationships/image" Target="../media/image411.png"/><Relationship Id="rId264" Type="http://schemas.openxmlformats.org/officeDocument/2006/relationships/customXml" Target="../ink/ink423.xml"/><Relationship Id="rId285" Type="http://schemas.openxmlformats.org/officeDocument/2006/relationships/image" Target="../media/image432.png"/><Relationship Id="rId17" Type="http://schemas.openxmlformats.org/officeDocument/2006/relationships/image" Target="../media/image299.png"/><Relationship Id="rId38" Type="http://schemas.openxmlformats.org/officeDocument/2006/relationships/customXml" Target="../ink/ink310.xml"/><Relationship Id="rId59" Type="http://schemas.openxmlformats.org/officeDocument/2006/relationships/image" Target="../media/image320.png"/><Relationship Id="rId103" Type="http://schemas.openxmlformats.org/officeDocument/2006/relationships/image" Target="../media/image341.png"/><Relationship Id="rId124" Type="http://schemas.openxmlformats.org/officeDocument/2006/relationships/customXml" Target="../ink/ink353.xml"/><Relationship Id="rId310" Type="http://schemas.openxmlformats.org/officeDocument/2006/relationships/customXml" Target="../ink/ink446.xml"/><Relationship Id="rId70" Type="http://schemas.openxmlformats.org/officeDocument/2006/relationships/customXml" Target="../ink/ink326.xml"/><Relationship Id="rId91" Type="http://schemas.openxmlformats.org/officeDocument/2006/relationships/image" Target="../media/image335.png"/><Relationship Id="rId145" Type="http://schemas.openxmlformats.org/officeDocument/2006/relationships/image" Target="../media/image362.png"/><Relationship Id="rId166" Type="http://schemas.openxmlformats.org/officeDocument/2006/relationships/customXml" Target="../ink/ink374.xml"/><Relationship Id="rId187" Type="http://schemas.openxmlformats.org/officeDocument/2006/relationships/image" Target="../media/image383.png"/><Relationship Id="rId331" Type="http://schemas.openxmlformats.org/officeDocument/2006/relationships/image" Target="../media/image455.png"/><Relationship Id="rId352" Type="http://schemas.openxmlformats.org/officeDocument/2006/relationships/customXml" Target="../ink/ink46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97.xml"/><Relationship Id="rId233" Type="http://schemas.openxmlformats.org/officeDocument/2006/relationships/image" Target="../media/image406.png"/><Relationship Id="rId254" Type="http://schemas.openxmlformats.org/officeDocument/2006/relationships/customXml" Target="../ink/ink418.xml"/><Relationship Id="rId28" Type="http://schemas.openxmlformats.org/officeDocument/2006/relationships/customXml" Target="../ink/ink305.xml"/><Relationship Id="rId49" Type="http://schemas.openxmlformats.org/officeDocument/2006/relationships/image" Target="../media/image315.png"/><Relationship Id="rId114" Type="http://schemas.openxmlformats.org/officeDocument/2006/relationships/customXml" Target="../ink/ink348.xml"/><Relationship Id="rId275" Type="http://schemas.openxmlformats.org/officeDocument/2006/relationships/image" Target="../media/image427.png"/><Relationship Id="rId296" Type="http://schemas.openxmlformats.org/officeDocument/2006/relationships/customXml" Target="../ink/ink439.xml"/><Relationship Id="rId300" Type="http://schemas.openxmlformats.org/officeDocument/2006/relationships/customXml" Target="../ink/ink441.xml"/><Relationship Id="rId60" Type="http://schemas.openxmlformats.org/officeDocument/2006/relationships/customXml" Target="../ink/ink321.xml"/><Relationship Id="rId81" Type="http://schemas.openxmlformats.org/officeDocument/2006/relationships/image" Target="../media/image330.png"/><Relationship Id="rId135" Type="http://schemas.openxmlformats.org/officeDocument/2006/relationships/image" Target="../media/image357.png"/><Relationship Id="rId156" Type="http://schemas.openxmlformats.org/officeDocument/2006/relationships/customXml" Target="../ink/ink369.xml"/><Relationship Id="rId177" Type="http://schemas.openxmlformats.org/officeDocument/2006/relationships/image" Target="../media/image378.png"/><Relationship Id="rId198" Type="http://schemas.openxmlformats.org/officeDocument/2006/relationships/customXml" Target="../ink/ink390.xml"/><Relationship Id="rId321" Type="http://schemas.openxmlformats.org/officeDocument/2006/relationships/image" Target="../media/image450.png"/><Relationship Id="rId342" Type="http://schemas.openxmlformats.org/officeDocument/2006/relationships/customXml" Target="../ink/ink462.xml"/><Relationship Id="rId363" Type="http://schemas.openxmlformats.org/officeDocument/2006/relationships/image" Target="../media/image471.png"/><Relationship Id="rId202" Type="http://schemas.openxmlformats.org/officeDocument/2006/relationships/customXml" Target="../ink/ink392.xml"/><Relationship Id="rId223" Type="http://schemas.openxmlformats.org/officeDocument/2006/relationships/image" Target="../media/image401.png"/><Relationship Id="rId244" Type="http://schemas.openxmlformats.org/officeDocument/2006/relationships/customXml" Target="../ink/ink413.xml"/><Relationship Id="rId18" Type="http://schemas.openxmlformats.org/officeDocument/2006/relationships/customXml" Target="../ink/ink300.xml"/><Relationship Id="rId39" Type="http://schemas.openxmlformats.org/officeDocument/2006/relationships/image" Target="../media/image310.png"/><Relationship Id="rId265" Type="http://schemas.openxmlformats.org/officeDocument/2006/relationships/image" Target="../media/image422.png"/><Relationship Id="rId286" Type="http://schemas.openxmlformats.org/officeDocument/2006/relationships/customXml" Target="../ink/ink434.xml"/><Relationship Id="rId50" Type="http://schemas.openxmlformats.org/officeDocument/2006/relationships/customXml" Target="../ink/ink316.xml"/><Relationship Id="rId104" Type="http://schemas.openxmlformats.org/officeDocument/2006/relationships/customXml" Target="../ink/ink343.xml"/><Relationship Id="rId125" Type="http://schemas.openxmlformats.org/officeDocument/2006/relationships/image" Target="../media/image352.png"/><Relationship Id="rId146" Type="http://schemas.openxmlformats.org/officeDocument/2006/relationships/customXml" Target="../ink/ink364.xml"/><Relationship Id="rId167" Type="http://schemas.openxmlformats.org/officeDocument/2006/relationships/image" Target="../media/image373.png"/><Relationship Id="rId188" Type="http://schemas.openxmlformats.org/officeDocument/2006/relationships/customXml" Target="../ink/ink385.xml"/><Relationship Id="rId311" Type="http://schemas.openxmlformats.org/officeDocument/2006/relationships/image" Target="../media/image445.png"/><Relationship Id="rId332" Type="http://schemas.openxmlformats.org/officeDocument/2006/relationships/customXml" Target="../ink/ink457.xml"/><Relationship Id="rId353" Type="http://schemas.openxmlformats.org/officeDocument/2006/relationships/image" Target="../media/image466.png"/><Relationship Id="rId71" Type="http://schemas.openxmlformats.org/officeDocument/2006/relationships/image" Target="../media/image325.png"/><Relationship Id="rId92" Type="http://schemas.openxmlformats.org/officeDocument/2006/relationships/customXml" Target="../ink/ink337.xml"/><Relationship Id="rId213" Type="http://schemas.openxmlformats.org/officeDocument/2006/relationships/image" Target="../media/image396.png"/><Relationship Id="rId234" Type="http://schemas.openxmlformats.org/officeDocument/2006/relationships/customXml" Target="../ink/ink408.xml"/><Relationship Id="rId2" Type="http://schemas.openxmlformats.org/officeDocument/2006/relationships/customXml" Target="../ink/ink292.xml"/><Relationship Id="rId29" Type="http://schemas.openxmlformats.org/officeDocument/2006/relationships/image" Target="../media/image305.png"/><Relationship Id="rId255" Type="http://schemas.openxmlformats.org/officeDocument/2006/relationships/image" Target="../media/image417.png"/><Relationship Id="rId276" Type="http://schemas.openxmlformats.org/officeDocument/2006/relationships/customXml" Target="../ink/ink429.xml"/><Relationship Id="rId297" Type="http://schemas.openxmlformats.org/officeDocument/2006/relationships/image" Target="../media/image438.png"/><Relationship Id="rId40" Type="http://schemas.openxmlformats.org/officeDocument/2006/relationships/customXml" Target="../ink/ink311.xml"/><Relationship Id="rId115" Type="http://schemas.openxmlformats.org/officeDocument/2006/relationships/image" Target="../media/image347.png"/><Relationship Id="rId136" Type="http://schemas.openxmlformats.org/officeDocument/2006/relationships/customXml" Target="../ink/ink359.xml"/><Relationship Id="rId157" Type="http://schemas.openxmlformats.org/officeDocument/2006/relationships/image" Target="../media/image368.png"/><Relationship Id="rId178" Type="http://schemas.openxmlformats.org/officeDocument/2006/relationships/customXml" Target="../ink/ink380.xml"/><Relationship Id="rId301" Type="http://schemas.openxmlformats.org/officeDocument/2006/relationships/image" Target="../media/image440.png"/><Relationship Id="rId322" Type="http://schemas.openxmlformats.org/officeDocument/2006/relationships/customXml" Target="../ink/ink452.xml"/><Relationship Id="rId343" Type="http://schemas.openxmlformats.org/officeDocument/2006/relationships/image" Target="../media/image461.png"/><Relationship Id="rId364" Type="http://schemas.openxmlformats.org/officeDocument/2006/relationships/customXml" Target="../ink/ink473.xml"/><Relationship Id="rId61" Type="http://schemas.openxmlformats.org/officeDocument/2006/relationships/image" Target="../media/image321.png"/><Relationship Id="rId82" Type="http://schemas.openxmlformats.org/officeDocument/2006/relationships/customXml" Target="../ink/ink332.xml"/><Relationship Id="rId199" Type="http://schemas.openxmlformats.org/officeDocument/2006/relationships/image" Target="../media/image389.png"/><Relationship Id="rId203" Type="http://schemas.openxmlformats.org/officeDocument/2006/relationships/image" Target="../media/image391.png"/><Relationship Id="rId19" Type="http://schemas.openxmlformats.org/officeDocument/2006/relationships/image" Target="../media/image300.png"/><Relationship Id="rId224" Type="http://schemas.openxmlformats.org/officeDocument/2006/relationships/customXml" Target="../ink/ink403.xml"/><Relationship Id="rId245" Type="http://schemas.openxmlformats.org/officeDocument/2006/relationships/image" Target="../media/image412.png"/><Relationship Id="rId266" Type="http://schemas.openxmlformats.org/officeDocument/2006/relationships/customXml" Target="../ink/ink424.xml"/><Relationship Id="rId287" Type="http://schemas.openxmlformats.org/officeDocument/2006/relationships/image" Target="../media/image433.png"/><Relationship Id="rId30" Type="http://schemas.openxmlformats.org/officeDocument/2006/relationships/customXml" Target="../ink/ink306.xml"/><Relationship Id="rId105" Type="http://schemas.openxmlformats.org/officeDocument/2006/relationships/image" Target="../media/image342.png"/><Relationship Id="rId126" Type="http://schemas.openxmlformats.org/officeDocument/2006/relationships/customXml" Target="../ink/ink354.xml"/><Relationship Id="rId147" Type="http://schemas.openxmlformats.org/officeDocument/2006/relationships/image" Target="../media/image363.png"/><Relationship Id="rId168" Type="http://schemas.openxmlformats.org/officeDocument/2006/relationships/customXml" Target="../ink/ink375.xml"/><Relationship Id="rId312" Type="http://schemas.openxmlformats.org/officeDocument/2006/relationships/customXml" Target="../ink/ink447.xml"/><Relationship Id="rId333" Type="http://schemas.openxmlformats.org/officeDocument/2006/relationships/image" Target="../media/image456.png"/><Relationship Id="rId354" Type="http://schemas.openxmlformats.org/officeDocument/2006/relationships/customXml" Target="../ink/ink468.xml"/><Relationship Id="rId51" Type="http://schemas.openxmlformats.org/officeDocument/2006/relationships/image" Target="../media/image316.png"/><Relationship Id="rId72" Type="http://schemas.openxmlformats.org/officeDocument/2006/relationships/customXml" Target="../ink/ink327.xml"/><Relationship Id="rId93" Type="http://schemas.openxmlformats.org/officeDocument/2006/relationships/image" Target="../media/image336.png"/><Relationship Id="rId189" Type="http://schemas.openxmlformats.org/officeDocument/2006/relationships/image" Target="../media/image384.png"/><Relationship Id="rId3" Type="http://schemas.openxmlformats.org/officeDocument/2006/relationships/image" Target="../media/image292.png"/><Relationship Id="rId214" Type="http://schemas.openxmlformats.org/officeDocument/2006/relationships/customXml" Target="../ink/ink398.xml"/><Relationship Id="rId235" Type="http://schemas.openxmlformats.org/officeDocument/2006/relationships/image" Target="../media/image407.png"/><Relationship Id="rId256" Type="http://schemas.openxmlformats.org/officeDocument/2006/relationships/customXml" Target="../ink/ink419.xml"/><Relationship Id="rId277" Type="http://schemas.openxmlformats.org/officeDocument/2006/relationships/image" Target="../media/image428.png"/><Relationship Id="rId298" Type="http://schemas.openxmlformats.org/officeDocument/2006/relationships/customXml" Target="../ink/ink440.xml"/><Relationship Id="rId116" Type="http://schemas.openxmlformats.org/officeDocument/2006/relationships/customXml" Target="../ink/ink349.xml"/><Relationship Id="rId137" Type="http://schemas.openxmlformats.org/officeDocument/2006/relationships/image" Target="../media/image358.png"/><Relationship Id="rId158" Type="http://schemas.openxmlformats.org/officeDocument/2006/relationships/customXml" Target="../ink/ink370.xml"/><Relationship Id="rId302" Type="http://schemas.openxmlformats.org/officeDocument/2006/relationships/customXml" Target="../ink/ink442.xml"/><Relationship Id="rId323" Type="http://schemas.openxmlformats.org/officeDocument/2006/relationships/image" Target="../media/image451.png"/><Relationship Id="rId344" Type="http://schemas.openxmlformats.org/officeDocument/2006/relationships/customXml" Target="../ink/ink463.xml"/><Relationship Id="rId20" Type="http://schemas.openxmlformats.org/officeDocument/2006/relationships/customXml" Target="../ink/ink301.xml"/><Relationship Id="rId41" Type="http://schemas.openxmlformats.org/officeDocument/2006/relationships/image" Target="../media/image311.png"/><Relationship Id="rId62" Type="http://schemas.openxmlformats.org/officeDocument/2006/relationships/customXml" Target="../ink/ink322.xml"/><Relationship Id="rId83" Type="http://schemas.openxmlformats.org/officeDocument/2006/relationships/image" Target="../media/image331.png"/><Relationship Id="rId179" Type="http://schemas.openxmlformats.org/officeDocument/2006/relationships/image" Target="../media/image379.png"/><Relationship Id="rId365" Type="http://schemas.openxmlformats.org/officeDocument/2006/relationships/image" Target="../media/image472.png"/><Relationship Id="rId190" Type="http://schemas.openxmlformats.org/officeDocument/2006/relationships/customXml" Target="../ink/ink386.xml"/><Relationship Id="rId204" Type="http://schemas.openxmlformats.org/officeDocument/2006/relationships/customXml" Target="../ink/ink393.xml"/><Relationship Id="rId225" Type="http://schemas.openxmlformats.org/officeDocument/2006/relationships/image" Target="../media/image402.png"/><Relationship Id="rId246" Type="http://schemas.openxmlformats.org/officeDocument/2006/relationships/customXml" Target="../ink/ink414.xml"/><Relationship Id="rId267" Type="http://schemas.openxmlformats.org/officeDocument/2006/relationships/image" Target="../media/image423.png"/><Relationship Id="rId288" Type="http://schemas.openxmlformats.org/officeDocument/2006/relationships/customXml" Target="../ink/ink435.xml"/><Relationship Id="rId106" Type="http://schemas.openxmlformats.org/officeDocument/2006/relationships/customXml" Target="../ink/ink344.xml"/><Relationship Id="rId127" Type="http://schemas.openxmlformats.org/officeDocument/2006/relationships/image" Target="../media/image353.png"/><Relationship Id="rId313" Type="http://schemas.openxmlformats.org/officeDocument/2006/relationships/image" Target="../media/image446.png"/><Relationship Id="rId10" Type="http://schemas.openxmlformats.org/officeDocument/2006/relationships/customXml" Target="../ink/ink296.xml"/><Relationship Id="rId31" Type="http://schemas.openxmlformats.org/officeDocument/2006/relationships/image" Target="../media/image306.png"/><Relationship Id="rId52" Type="http://schemas.openxmlformats.org/officeDocument/2006/relationships/customXml" Target="../ink/ink317.xml"/><Relationship Id="rId73" Type="http://schemas.openxmlformats.org/officeDocument/2006/relationships/image" Target="../media/image326.png"/><Relationship Id="rId94" Type="http://schemas.openxmlformats.org/officeDocument/2006/relationships/customXml" Target="../ink/ink338.xml"/><Relationship Id="rId148" Type="http://schemas.openxmlformats.org/officeDocument/2006/relationships/customXml" Target="../ink/ink365.xml"/><Relationship Id="rId169" Type="http://schemas.openxmlformats.org/officeDocument/2006/relationships/image" Target="../media/image374.png"/><Relationship Id="rId334" Type="http://schemas.openxmlformats.org/officeDocument/2006/relationships/customXml" Target="../ink/ink458.xml"/><Relationship Id="rId355" Type="http://schemas.openxmlformats.org/officeDocument/2006/relationships/image" Target="../media/image467.png"/><Relationship Id="rId4" Type="http://schemas.openxmlformats.org/officeDocument/2006/relationships/customXml" Target="../ink/ink293.xml"/><Relationship Id="rId180" Type="http://schemas.openxmlformats.org/officeDocument/2006/relationships/customXml" Target="../ink/ink381.xml"/><Relationship Id="rId215" Type="http://schemas.openxmlformats.org/officeDocument/2006/relationships/image" Target="../media/image397.png"/><Relationship Id="rId236" Type="http://schemas.openxmlformats.org/officeDocument/2006/relationships/customXml" Target="../ink/ink409.xml"/><Relationship Id="rId257" Type="http://schemas.openxmlformats.org/officeDocument/2006/relationships/image" Target="../media/image418.png"/><Relationship Id="rId278" Type="http://schemas.openxmlformats.org/officeDocument/2006/relationships/customXml" Target="../ink/ink430.xml"/><Relationship Id="rId303" Type="http://schemas.openxmlformats.org/officeDocument/2006/relationships/image" Target="../media/image441.png"/><Relationship Id="rId42" Type="http://schemas.openxmlformats.org/officeDocument/2006/relationships/customXml" Target="../ink/ink312.xml"/><Relationship Id="rId84" Type="http://schemas.openxmlformats.org/officeDocument/2006/relationships/customXml" Target="../ink/ink333.xml"/><Relationship Id="rId138" Type="http://schemas.openxmlformats.org/officeDocument/2006/relationships/customXml" Target="../ink/ink360.xml"/><Relationship Id="rId345" Type="http://schemas.openxmlformats.org/officeDocument/2006/relationships/image" Target="../media/image462.png"/><Relationship Id="rId191" Type="http://schemas.openxmlformats.org/officeDocument/2006/relationships/image" Target="../media/image385.png"/><Relationship Id="rId205" Type="http://schemas.openxmlformats.org/officeDocument/2006/relationships/image" Target="../media/image392.png"/><Relationship Id="rId247" Type="http://schemas.openxmlformats.org/officeDocument/2006/relationships/image" Target="../media/image413.png"/><Relationship Id="rId107" Type="http://schemas.openxmlformats.org/officeDocument/2006/relationships/image" Target="../media/image343.png"/><Relationship Id="rId289" Type="http://schemas.openxmlformats.org/officeDocument/2006/relationships/image" Target="../media/image434.png"/><Relationship Id="rId11" Type="http://schemas.openxmlformats.org/officeDocument/2006/relationships/image" Target="../media/image296.png"/><Relationship Id="rId53" Type="http://schemas.openxmlformats.org/officeDocument/2006/relationships/image" Target="../media/image317.png"/><Relationship Id="rId149" Type="http://schemas.openxmlformats.org/officeDocument/2006/relationships/image" Target="../media/image364.png"/><Relationship Id="rId314" Type="http://schemas.openxmlformats.org/officeDocument/2006/relationships/customXml" Target="../ink/ink448.xml"/><Relationship Id="rId356" Type="http://schemas.openxmlformats.org/officeDocument/2006/relationships/customXml" Target="../ink/ink469.xml"/><Relationship Id="rId95" Type="http://schemas.openxmlformats.org/officeDocument/2006/relationships/image" Target="../media/image337.png"/><Relationship Id="rId160" Type="http://schemas.openxmlformats.org/officeDocument/2006/relationships/customXml" Target="../ink/ink371.xml"/><Relationship Id="rId216" Type="http://schemas.openxmlformats.org/officeDocument/2006/relationships/customXml" Target="../ink/ink399.xml"/><Relationship Id="rId258" Type="http://schemas.openxmlformats.org/officeDocument/2006/relationships/customXml" Target="../ink/ink420.xml"/><Relationship Id="rId22" Type="http://schemas.openxmlformats.org/officeDocument/2006/relationships/customXml" Target="../ink/ink302.xml"/><Relationship Id="rId64" Type="http://schemas.openxmlformats.org/officeDocument/2006/relationships/customXml" Target="../ink/ink323.xml"/><Relationship Id="rId118" Type="http://schemas.openxmlformats.org/officeDocument/2006/relationships/customXml" Target="../ink/ink350.xml"/><Relationship Id="rId325" Type="http://schemas.openxmlformats.org/officeDocument/2006/relationships/image" Target="../media/image452.png"/><Relationship Id="rId367" Type="http://schemas.openxmlformats.org/officeDocument/2006/relationships/image" Target="../media/image473.png"/><Relationship Id="rId171" Type="http://schemas.openxmlformats.org/officeDocument/2006/relationships/image" Target="../media/image375.png"/><Relationship Id="rId227" Type="http://schemas.openxmlformats.org/officeDocument/2006/relationships/image" Target="../media/image403.png"/><Relationship Id="rId269" Type="http://schemas.openxmlformats.org/officeDocument/2006/relationships/image" Target="../media/image424.png"/><Relationship Id="rId33" Type="http://schemas.openxmlformats.org/officeDocument/2006/relationships/image" Target="../media/image307.png"/><Relationship Id="rId129" Type="http://schemas.openxmlformats.org/officeDocument/2006/relationships/image" Target="../media/image354.png"/><Relationship Id="rId280" Type="http://schemas.openxmlformats.org/officeDocument/2006/relationships/customXml" Target="../ink/ink431.xml"/><Relationship Id="rId336" Type="http://schemas.openxmlformats.org/officeDocument/2006/relationships/customXml" Target="../ink/ink459.xml"/><Relationship Id="rId75" Type="http://schemas.openxmlformats.org/officeDocument/2006/relationships/image" Target="../media/image327.png"/><Relationship Id="rId140" Type="http://schemas.openxmlformats.org/officeDocument/2006/relationships/customXml" Target="../ink/ink361.xml"/><Relationship Id="rId182" Type="http://schemas.openxmlformats.org/officeDocument/2006/relationships/customXml" Target="../ink/ink382.xml"/><Relationship Id="rId6" Type="http://schemas.openxmlformats.org/officeDocument/2006/relationships/customXml" Target="../ink/ink294.xml"/><Relationship Id="rId238" Type="http://schemas.openxmlformats.org/officeDocument/2006/relationships/customXml" Target="../ink/ink410.xml"/><Relationship Id="rId291" Type="http://schemas.openxmlformats.org/officeDocument/2006/relationships/image" Target="../media/image435.png"/><Relationship Id="rId305" Type="http://schemas.openxmlformats.org/officeDocument/2006/relationships/image" Target="../media/image442.png"/><Relationship Id="rId347" Type="http://schemas.openxmlformats.org/officeDocument/2006/relationships/image" Target="../media/image463.png"/><Relationship Id="rId44" Type="http://schemas.openxmlformats.org/officeDocument/2006/relationships/customXml" Target="../ink/ink313.xml"/><Relationship Id="rId86" Type="http://schemas.openxmlformats.org/officeDocument/2006/relationships/customXml" Target="../ink/ink334.xml"/><Relationship Id="rId151" Type="http://schemas.openxmlformats.org/officeDocument/2006/relationships/image" Target="../media/image365.png"/><Relationship Id="rId193" Type="http://schemas.openxmlformats.org/officeDocument/2006/relationships/image" Target="../media/image386.png"/><Relationship Id="rId207" Type="http://schemas.openxmlformats.org/officeDocument/2006/relationships/image" Target="../media/image393.png"/><Relationship Id="rId249" Type="http://schemas.openxmlformats.org/officeDocument/2006/relationships/image" Target="../media/image414.png"/><Relationship Id="rId13" Type="http://schemas.openxmlformats.org/officeDocument/2006/relationships/image" Target="../media/image297.png"/><Relationship Id="rId109" Type="http://schemas.openxmlformats.org/officeDocument/2006/relationships/image" Target="../media/image344.png"/><Relationship Id="rId260" Type="http://schemas.openxmlformats.org/officeDocument/2006/relationships/customXml" Target="../ink/ink421.xml"/><Relationship Id="rId316" Type="http://schemas.openxmlformats.org/officeDocument/2006/relationships/customXml" Target="../ink/ink449.xml"/><Relationship Id="rId55" Type="http://schemas.openxmlformats.org/officeDocument/2006/relationships/image" Target="../media/image318.png"/><Relationship Id="rId97" Type="http://schemas.openxmlformats.org/officeDocument/2006/relationships/image" Target="../media/image338.png"/><Relationship Id="rId120" Type="http://schemas.openxmlformats.org/officeDocument/2006/relationships/customXml" Target="../ink/ink351.xml"/><Relationship Id="rId358" Type="http://schemas.openxmlformats.org/officeDocument/2006/relationships/customXml" Target="../ink/ink470.xml"/><Relationship Id="rId162" Type="http://schemas.openxmlformats.org/officeDocument/2006/relationships/customXml" Target="../ink/ink372.xml"/><Relationship Id="rId218" Type="http://schemas.openxmlformats.org/officeDocument/2006/relationships/customXml" Target="../ink/ink400.xml"/><Relationship Id="rId271" Type="http://schemas.openxmlformats.org/officeDocument/2006/relationships/image" Target="../media/image425.png"/><Relationship Id="rId24" Type="http://schemas.openxmlformats.org/officeDocument/2006/relationships/customXml" Target="../ink/ink303.xml"/><Relationship Id="rId66" Type="http://schemas.openxmlformats.org/officeDocument/2006/relationships/customXml" Target="../ink/ink324.xml"/><Relationship Id="rId131" Type="http://schemas.openxmlformats.org/officeDocument/2006/relationships/image" Target="../media/image355.png"/><Relationship Id="rId327" Type="http://schemas.openxmlformats.org/officeDocument/2006/relationships/image" Target="../media/image453.png"/><Relationship Id="rId369" Type="http://schemas.openxmlformats.org/officeDocument/2006/relationships/image" Target="../media/image474.png"/><Relationship Id="rId173" Type="http://schemas.openxmlformats.org/officeDocument/2006/relationships/image" Target="../media/image376.png"/><Relationship Id="rId229" Type="http://schemas.openxmlformats.org/officeDocument/2006/relationships/image" Target="../media/image404.png"/><Relationship Id="rId240" Type="http://schemas.openxmlformats.org/officeDocument/2006/relationships/customXml" Target="../ink/ink411.xml"/><Relationship Id="rId35" Type="http://schemas.openxmlformats.org/officeDocument/2006/relationships/image" Target="../media/image308.png"/><Relationship Id="rId77" Type="http://schemas.openxmlformats.org/officeDocument/2006/relationships/image" Target="../media/image328.png"/><Relationship Id="rId100" Type="http://schemas.openxmlformats.org/officeDocument/2006/relationships/customXml" Target="../ink/ink341.xml"/><Relationship Id="rId282" Type="http://schemas.openxmlformats.org/officeDocument/2006/relationships/customXml" Target="../ink/ink432.xml"/><Relationship Id="rId338" Type="http://schemas.openxmlformats.org/officeDocument/2006/relationships/customXml" Target="../ink/ink460.xml"/><Relationship Id="rId8" Type="http://schemas.openxmlformats.org/officeDocument/2006/relationships/customXml" Target="../ink/ink295.xml"/><Relationship Id="rId142" Type="http://schemas.openxmlformats.org/officeDocument/2006/relationships/customXml" Target="../ink/ink362.xml"/><Relationship Id="rId184" Type="http://schemas.openxmlformats.org/officeDocument/2006/relationships/customXml" Target="../ink/ink383.xml"/><Relationship Id="rId251" Type="http://schemas.openxmlformats.org/officeDocument/2006/relationships/image" Target="../media/image415.png"/><Relationship Id="rId46" Type="http://schemas.openxmlformats.org/officeDocument/2006/relationships/customXml" Target="../ink/ink314.xml"/><Relationship Id="rId293" Type="http://schemas.openxmlformats.org/officeDocument/2006/relationships/image" Target="../media/image436.png"/><Relationship Id="rId307" Type="http://schemas.openxmlformats.org/officeDocument/2006/relationships/image" Target="../media/image443.png"/><Relationship Id="rId349" Type="http://schemas.openxmlformats.org/officeDocument/2006/relationships/image" Target="../media/image464.png"/><Relationship Id="rId88" Type="http://schemas.openxmlformats.org/officeDocument/2006/relationships/customXml" Target="../ink/ink335.xml"/><Relationship Id="rId111" Type="http://schemas.openxmlformats.org/officeDocument/2006/relationships/image" Target="../media/image345.png"/><Relationship Id="rId153" Type="http://schemas.openxmlformats.org/officeDocument/2006/relationships/image" Target="../media/image366.png"/><Relationship Id="rId195" Type="http://schemas.openxmlformats.org/officeDocument/2006/relationships/image" Target="../media/image387.png"/><Relationship Id="rId209" Type="http://schemas.openxmlformats.org/officeDocument/2006/relationships/image" Target="../media/image394.png"/><Relationship Id="rId360" Type="http://schemas.openxmlformats.org/officeDocument/2006/relationships/customXml" Target="../ink/ink471.xml"/><Relationship Id="rId220" Type="http://schemas.openxmlformats.org/officeDocument/2006/relationships/customXml" Target="../ink/ink40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89.xml"/><Relationship Id="rId21" Type="http://schemas.openxmlformats.org/officeDocument/2006/relationships/image" Target="../media/image485.png"/><Relationship Id="rId42" Type="http://schemas.openxmlformats.org/officeDocument/2006/relationships/customXml" Target="../ink/ink497.xml"/><Relationship Id="rId47" Type="http://schemas.openxmlformats.org/officeDocument/2006/relationships/image" Target="../media/image498.png"/><Relationship Id="rId63" Type="http://schemas.openxmlformats.org/officeDocument/2006/relationships/image" Target="../media/image506.png"/><Relationship Id="rId68" Type="http://schemas.openxmlformats.org/officeDocument/2006/relationships/customXml" Target="../ink/ink510.xml"/><Relationship Id="rId84" Type="http://schemas.openxmlformats.org/officeDocument/2006/relationships/customXml" Target="../ink/ink518.xml"/><Relationship Id="rId89" Type="http://schemas.openxmlformats.org/officeDocument/2006/relationships/image" Target="../media/image519.png"/><Relationship Id="rId112" Type="http://schemas.openxmlformats.org/officeDocument/2006/relationships/customXml" Target="../ink/ink532.xml"/><Relationship Id="rId16" Type="http://schemas.openxmlformats.org/officeDocument/2006/relationships/customXml" Target="../ink/ink484.xml"/><Relationship Id="rId107" Type="http://schemas.openxmlformats.org/officeDocument/2006/relationships/image" Target="../media/image528.png"/><Relationship Id="rId11" Type="http://schemas.openxmlformats.org/officeDocument/2006/relationships/image" Target="../media/image480.png"/><Relationship Id="rId32" Type="http://schemas.openxmlformats.org/officeDocument/2006/relationships/customXml" Target="../ink/ink492.xml"/><Relationship Id="rId37" Type="http://schemas.openxmlformats.org/officeDocument/2006/relationships/image" Target="../media/image493.png"/><Relationship Id="rId53" Type="http://schemas.openxmlformats.org/officeDocument/2006/relationships/image" Target="../media/image501.png"/><Relationship Id="rId58" Type="http://schemas.openxmlformats.org/officeDocument/2006/relationships/customXml" Target="../ink/ink505.xml"/><Relationship Id="rId74" Type="http://schemas.openxmlformats.org/officeDocument/2006/relationships/customXml" Target="../ink/ink513.xml"/><Relationship Id="rId79" Type="http://schemas.openxmlformats.org/officeDocument/2006/relationships/image" Target="../media/image514.png"/><Relationship Id="rId102" Type="http://schemas.openxmlformats.org/officeDocument/2006/relationships/customXml" Target="../ink/ink527.xml"/><Relationship Id="rId5" Type="http://schemas.openxmlformats.org/officeDocument/2006/relationships/image" Target="../media/image477.png"/><Relationship Id="rId90" Type="http://schemas.openxmlformats.org/officeDocument/2006/relationships/customXml" Target="../ink/ink521.xml"/><Relationship Id="rId95" Type="http://schemas.openxmlformats.org/officeDocument/2006/relationships/image" Target="../media/image522.png"/><Relationship Id="rId22" Type="http://schemas.openxmlformats.org/officeDocument/2006/relationships/customXml" Target="../ink/ink487.xml"/><Relationship Id="rId27" Type="http://schemas.openxmlformats.org/officeDocument/2006/relationships/image" Target="../media/image488.png"/><Relationship Id="rId43" Type="http://schemas.openxmlformats.org/officeDocument/2006/relationships/image" Target="../media/image496.png"/><Relationship Id="rId48" Type="http://schemas.openxmlformats.org/officeDocument/2006/relationships/customXml" Target="../ink/ink500.xml"/><Relationship Id="rId64" Type="http://schemas.openxmlformats.org/officeDocument/2006/relationships/customXml" Target="../ink/ink508.xml"/><Relationship Id="rId69" Type="http://schemas.openxmlformats.org/officeDocument/2006/relationships/image" Target="../media/image509.png"/><Relationship Id="rId113" Type="http://schemas.openxmlformats.org/officeDocument/2006/relationships/image" Target="../media/image531.png"/><Relationship Id="rId80" Type="http://schemas.openxmlformats.org/officeDocument/2006/relationships/customXml" Target="../ink/ink516.xml"/><Relationship Id="rId85" Type="http://schemas.openxmlformats.org/officeDocument/2006/relationships/image" Target="../media/image517.png"/><Relationship Id="rId12" Type="http://schemas.openxmlformats.org/officeDocument/2006/relationships/customXml" Target="../ink/ink482.xml"/><Relationship Id="rId17" Type="http://schemas.openxmlformats.org/officeDocument/2006/relationships/image" Target="../media/image483.png"/><Relationship Id="rId33" Type="http://schemas.openxmlformats.org/officeDocument/2006/relationships/image" Target="../media/image491.png"/><Relationship Id="rId38" Type="http://schemas.openxmlformats.org/officeDocument/2006/relationships/customXml" Target="../ink/ink495.xml"/><Relationship Id="rId59" Type="http://schemas.openxmlformats.org/officeDocument/2006/relationships/image" Target="../media/image504.png"/><Relationship Id="rId103" Type="http://schemas.openxmlformats.org/officeDocument/2006/relationships/image" Target="../media/image526.png"/><Relationship Id="rId108" Type="http://schemas.openxmlformats.org/officeDocument/2006/relationships/customXml" Target="../ink/ink530.xml"/><Relationship Id="rId54" Type="http://schemas.openxmlformats.org/officeDocument/2006/relationships/customXml" Target="../ink/ink503.xml"/><Relationship Id="rId70" Type="http://schemas.openxmlformats.org/officeDocument/2006/relationships/customXml" Target="../ink/ink511.xml"/><Relationship Id="rId75" Type="http://schemas.openxmlformats.org/officeDocument/2006/relationships/image" Target="../media/image512.png"/><Relationship Id="rId91" Type="http://schemas.openxmlformats.org/officeDocument/2006/relationships/image" Target="../media/image520.png"/><Relationship Id="rId96" Type="http://schemas.openxmlformats.org/officeDocument/2006/relationships/customXml" Target="../ink/ink5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9.xml"/><Relationship Id="rId15" Type="http://schemas.openxmlformats.org/officeDocument/2006/relationships/image" Target="../media/image482.png"/><Relationship Id="rId23" Type="http://schemas.openxmlformats.org/officeDocument/2006/relationships/image" Target="../media/image486.png"/><Relationship Id="rId28" Type="http://schemas.openxmlformats.org/officeDocument/2006/relationships/customXml" Target="../ink/ink490.xml"/><Relationship Id="rId36" Type="http://schemas.openxmlformats.org/officeDocument/2006/relationships/customXml" Target="../ink/ink494.xml"/><Relationship Id="rId49" Type="http://schemas.openxmlformats.org/officeDocument/2006/relationships/image" Target="../media/image499.png"/><Relationship Id="rId57" Type="http://schemas.openxmlformats.org/officeDocument/2006/relationships/image" Target="../media/image503.png"/><Relationship Id="rId106" Type="http://schemas.openxmlformats.org/officeDocument/2006/relationships/customXml" Target="../ink/ink529.xml"/><Relationship Id="rId10" Type="http://schemas.openxmlformats.org/officeDocument/2006/relationships/customXml" Target="../ink/ink481.xml"/><Relationship Id="rId31" Type="http://schemas.openxmlformats.org/officeDocument/2006/relationships/image" Target="../media/image490.png"/><Relationship Id="rId44" Type="http://schemas.openxmlformats.org/officeDocument/2006/relationships/customXml" Target="../ink/ink498.xml"/><Relationship Id="rId52" Type="http://schemas.openxmlformats.org/officeDocument/2006/relationships/customXml" Target="../ink/ink502.xml"/><Relationship Id="rId60" Type="http://schemas.openxmlformats.org/officeDocument/2006/relationships/customXml" Target="../ink/ink506.xml"/><Relationship Id="rId65" Type="http://schemas.openxmlformats.org/officeDocument/2006/relationships/image" Target="../media/image507.png"/><Relationship Id="rId73" Type="http://schemas.openxmlformats.org/officeDocument/2006/relationships/image" Target="../media/image511.png"/><Relationship Id="rId78" Type="http://schemas.openxmlformats.org/officeDocument/2006/relationships/customXml" Target="../ink/ink515.xml"/><Relationship Id="rId81" Type="http://schemas.openxmlformats.org/officeDocument/2006/relationships/image" Target="../media/image515.png"/><Relationship Id="rId86" Type="http://schemas.openxmlformats.org/officeDocument/2006/relationships/customXml" Target="../ink/ink519.xml"/><Relationship Id="rId94" Type="http://schemas.openxmlformats.org/officeDocument/2006/relationships/customXml" Target="../ink/ink523.xml"/><Relationship Id="rId99" Type="http://schemas.openxmlformats.org/officeDocument/2006/relationships/image" Target="../media/image524.png"/><Relationship Id="rId101" Type="http://schemas.openxmlformats.org/officeDocument/2006/relationships/image" Target="../media/image525.png"/><Relationship Id="rId4" Type="http://schemas.openxmlformats.org/officeDocument/2006/relationships/customXml" Target="../ink/ink478.xml"/><Relationship Id="rId9" Type="http://schemas.openxmlformats.org/officeDocument/2006/relationships/image" Target="../media/image479.png"/><Relationship Id="rId13" Type="http://schemas.openxmlformats.org/officeDocument/2006/relationships/image" Target="../media/image481.png"/><Relationship Id="rId18" Type="http://schemas.openxmlformats.org/officeDocument/2006/relationships/customXml" Target="../ink/ink485.xml"/><Relationship Id="rId39" Type="http://schemas.openxmlformats.org/officeDocument/2006/relationships/image" Target="../media/image494.png"/><Relationship Id="rId109" Type="http://schemas.openxmlformats.org/officeDocument/2006/relationships/image" Target="../media/image529.png"/><Relationship Id="rId34" Type="http://schemas.openxmlformats.org/officeDocument/2006/relationships/customXml" Target="../ink/ink493.xml"/><Relationship Id="rId50" Type="http://schemas.openxmlformats.org/officeDocument/2006/relationships/customXml" Target="../ink/ink501.xml"/><Relationship Id="rId55" Type="http://schemas.openxmlformats.org/officeDocument/2006/relationships/image" Target="../media/image502.png"/><Relationship Id="rId76" Type="http://schemas.openxmlformats.org/officeDocument/2006/relationships/customXml" Target="../ink/ink514.xml"/><Relationship Id="rId97" Type="http://schemas.openxmlformats.org/officeDocument/2006/relationships/image" Target="../media/image523.png"/><Relationship Id="rId104" Type="http://schemas.openxmlformats.org/officeDocument/2006/relationships/customXml" Target="../ink/ink528.xml"/><Relationship Id="rId7" Type="http://schemas.openxmlformats.org/officeDocument/2006/relationships/image" Target="../media/image478.png"/><Relationship Id="rId71" Type="http://schemas.openxmlformats.org/officeDocument/2006/relationships/image" Target="../media/image510.png"/><Relationship Id="rId92" Type="http://schemas.openxmlformats.org/officeDocument/2006/relationships/customXml" Target="../ink/ink522.xml"/><Relationship Id="rId2" Type="http://schemas.openxmlformats.org/officeDocument/2006/relationships/customXml" Target="../ink/ink477.xml"/><Relationship Id="rId29" Type="http://schemas.openxmlformats.org/officeDocument/2006/relationships/image" Target="../media/image489.png"/><Relationship Id="rId24" Type="http://schemas.openxmlformats.org/officeDocument/2006/relationships/customXml" Target="../ink/ink488.xml"/><Relationship Id="rId40" Type="http://schemas.openxmlformats.org/officeDocument/2006/relationships/customXml" Target="../ink/ink496.xml"/><Relationship Id="rId45" Type="http://schemas.openxmlformats.org/officeDocument/2006/relationships/image" Target="../media/image497.png"/><Relationship Id="rId66" Type="http://schemas.openxmlformats.org/officeDocument/2006/relationships/customXml" Target="../ink/ink509.xml"/><Relationship Id="rId87" Type="http://schemas.openxmlformats.org/officeDocument/2006/relationships/image" Target="../media/image518.png"/><Relationship Id="rId110" Type="http://schemas.openxmlformats.org/officeDocument/2006/relationships/customXml" Target="../ink/ink531.xml"/><Relationship Id="rId61" Type="http://schemas.openxmlformats.org/officeDocument/2006/relationships/image" Target="../media/image505.png"/><Relationship Id="rId82" Type="http://schemas.openxmlformats.org/officeDocument/2006/relationships/customXml" Target="../ink/ink517.xml"/><Relationship Id="rId19" Type="http://schemas.openxmlformats.org/officeDocument/2006/relationships/image" Target="../media/image484.png"/><Relationship Id="rId14" Type="http://schemas.openxmlformats.org/officeDocument/2006/relationships/customXml" Target="../ink/ink483.xml"/><Relationship Id="rId30" Type="http://schemas.openxmlformats.org/officeDocument/2006/relationships/customXml" Target="../ink/ink491.xml"/><Relationship Id="rId35" Type="http://schemas.openxmlformats.org/officeDocument/2006/relationships/image" Target="../media/image492.png"/><Relationship Id="rId56" Type="http://schemas.openxmlformats.org/officeDocument/2006/relationships/customXml" Target="../ink/ink504.xml"/><Relationship Id="rId77" Type="http://schemas.openxmlformats.org/officeDocument/2006/relationships/image" Target="../media/image513.png"/><Relationship Id="rId100" Type="http://schemas.openxmlformats.org/officeDocument/2006/relationships/customXml" Target="../ink/ink526.xml"/><Relationship Id="rId105" Type="http://schemas.openxmlformats.org/officeDocument/2006/relationships/image" Target="../media/image527.png"/><Relationship Id="rId8" Type="http://schemas.openxmlformats.org/officeDocument/2006/relationships/customXml" Target="../ink/ink480.xml"/><Relationship Id="rId51" Type="http://schemas.openxmlformats.org/officeDocument/2006/relationships/image" Target="../media/image500.png"/><Relationship Id="rId72" Type="http://schemas.openxmlformats.org/officeDocument/2006/relationships/customXml" Target="../ink/ink512.xml"/><Relationship Id="rId93" Type="http://schemas.openxmlformats.org/officeDocument/2006/relationships/image" Target="../media/image521.png"/><Relationship Id="rId98" Type="http://schemas.openxmlformats.org/officeDocument/2006/relationships/customXml" Target="../ink/ink525.xml"/><Relationship Id="rId3" Type="http://schemas.openxmlformats.org/officeDocument/2006/relationships/image" Target="../media/image476.png"/><Relationship Id="rId25" Type="http://schemas.openxmlformats.org/officeDocument/2006/relationships/image" Target="../media/image487.png"/><Relationship Id="rId46" Type="http://schemas.openxmlformats.org/officeDocument/2006/relationships/customXml" Target="../ink/ink499.xml"/><Relationship Id="rId67" Type="http://schemas.openxmlformats.org/officeDocument/2006/relationships/image" Target="../media/image508.png"/><Relationship Id="rId20" Type="http://schemas.openxmlformats.org/officeDocument/2006/relationships/customXml" Target="../ink/ink486.xml"/><Relationship Id="rId41" Type="http://schemas.openxmlformats.org/officeDocument/2006/relationships/image" Target="../media/image495.png"/><Relationship Id="rId62" Type="http://schemas.openxmlformats.org/officeDocument/2006/relationships/customXml" Target="../ink/ink507.xml"/><Relationship Id="rId83" Type="http://schemas.openxmlformats.org/officeDocument/2006/relationships/image" Target="../media/image516.png"/><Relationship Id="rId88" Type="http://schemas.openxmlformats.org/officeDocument/2006/relationships/customXml" Target="../ink/ink520.xml"/><Relationship Id="rId111" Type="http://schemas.openxmlformats.org/officeDocument/2006/relationships/image" Target="../media/image53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9.png"/><Relationship Id="rId21" Type="http://schemas.openxmlformats.org/officeDocument/2006/relationships/image" Target="../media/image541.png"/><Relationship Id="rId42" Type="http://schemas.openxmlformats.org/officeDocument/2006/relationships/customXml" Target="../ink/ink553.xml"/><Relationship Id="rId63" Type="http://schemas.openxmlformats.org/officeDocument/2006/relationships/image" Target="../media/image562.png"/><Relationship Id="rId84" Type="http://schemas.openxmlformats.org/officeDocument/2006/relationships/customXml" Target="../ink/ink574.xml"/><Relationship Id="rId138" Type="http://schemas.openxmlformats.org/officeDocument/2006/relationships/customXml" Target="../ink/ink601.xml"/><Relationship Id="rId159" Type="http://schemas.openxmlformats.org/officeDocument/2006/relationships/image" Target="../media/image610.png"/><Relationship Id="rId107" Type="http://schemas.openxmlformats.org/officeDocument/2006/relationships/image" Target="../media/image584.png"/><Relationship Id="rId11" Type="http://schemas.openxmlformats.org/officeDocument/2006/relationships/image" Target="../media/image536.png"/><Relationship Id="rId32" Type="http://schemas.openxmlformats.org/officeDocument/2006/relationships/customXml" Target="../ink/ink548.xml"/><Relationship Id="rId53" Type="http://schemas.openxmlformats.org/officeDocument/2006/relationships/image" Target="../media/image557.png"/><Relationship Id="rId74" Type="http://schemas.openxmlformats.org/officeDocument/2006/relationships/customXml" Target="../ink/ink569.xml"/><Relationship Id="rId128" Type="http://schemas.openxmlformats.org/officeDocument/2006/relationships/customXml" Target="../ink/ink596.xml"/><Relationship Id="rId149" Type="http://schemas.openxmlformats.org/officeDocument/2006/relationships/image" Target="../media/image605.png"/><Relationship Id="rId5" Type="http://schemas.openxmlformats.org/officeDocument/2006/relationships/image" Target="../media/image533.png"/><Relationship Id="rId95" Type="http://schemas.openxmlformats.org/officeDocument/2006/relationships/image" Target="../media/image578.png"/><Relationship Id="rId160" Type="http://schemas.openxmlformats.org/officeDocument/2006/relationships/customXml" Target="../ink/ink612.xml"/><Relationship Id="rId22" Type="http://schemas.openxmlformats.org/officeDocument/2006/relationships/customXml" Target="../ink/ink543.xml"/><Relationship Id="rId43" Type="http://schemas.openxmlformats.org/officeDocument/2006/relationships/image" Target="../media/image552.png"/><Relationship Id="rId64" Type="http://schemas.openxmlformats.org/officeDocument/2006/relationships/customXml" Target="../ink/ink564.xml"/><Relationship Id="rId118" Type="http://schemas.openxmlformats.org/officeDocument/2006/relationships/customXml" Target="../ink/ink591.xml"/><Relationship Id="rId139" Type="http://schemas.openxmlformats.org/officeDocument/2006/relationships/image" Target="../media/image600.png"/><Relationship Id="rId85" Type="http://schemas.openxmlformats.org/officeDocument/2006/relationships/image" Target="../media/image573.png"/><Relationship Id="rId150" Type="http://schemas.openxmlformats.org/officeDocument/2006/relationships/customXml" Target="../ink/ink607.xml"/><Relationship Id="rId12" Type="http://schemas.openxmlformats.org/officeDocument/2006/relationships/customXml" Target="../ink/ink538.xml"/><Relationship Id="rId33" Type="http://schemas.openxmlformats.org/officeDocument/2006/relationships/image" Target="../media/image547.png"/><Relationship Id="rId108" Type="http://schemas.openxmlformats.org/officeDocument/2006/relationships/customXml" Target="../ink/ink586.xml"/><Relationship Id="rId129" Type="http://schemas.openxmlformats.org/officeDocument/2006/relationships/image" Target="../media/image595.png"/><Relationship Id="rId54" Type="http://schemas.openxmlformats.org/officeDocument/2006/relationships/customXml" Target="../ink/ink559.xml"/><Relationship Id="rId70" Type="http://schemas.openxmlformats.org/officeDocument/2006/relationships/customXml" Target="../ink/ink567.xml"/><Relationship Id="rId75" Type="http://schemas.openxmlformats.org/officeDocument/2006/relationships/image" Target="../media/image568.png"/><Relationship Id="rId91" Type="http://schemas.openxmlformats.org/officeDocument/2006/relationships/image" Target="../media/image576.png"/><Relationship Id="rId96" Type="http://schemas.openxmlformats.org/officeDocument/2006/relationships/customXml" Target="../ink/ink580.xml"/><Relationship Id="rId140" Type="http://schemas.openxmlformats.org/officeDocument/2006/relationships/customXml" Target="../ink/ink602.xml"/><Relationship Id="rId145" Type="http://schemas.openxmlformats.org/officeDocument/2006/relationships/image" Target="../media/image603.png"/><Relationship Id="rId161" Type="http://schemas.openxmlformats.org/officeDocument/2006/relationships/image" Target="../media/image611.png"/><Relationship Id="rId166" Type="http://schemas.openxmlformats.org/officeDocument/2006/relationships/customXml" Target="../ink/ink6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5.xml"/><Relationship Id="rId23" Type="http://schemas.openxmlformats.org/officeDocument/2006/relationships/image" Target="../media/image542.png"/><Relationship Id="rId28" Type="http://schemas.openxmlformats.org/officeDocument/2006/relationships/customXml" Target="../ink/ink546.xml"/><Relationship Id="rId49" Type="http://schemas.openxmlformats.org/officeDocument/2006/relationships/image" Target="../media/image555.png"/><Relationship Id="rId114" Type="http://schemas.openxmlformats.org/officeDocument/2006/relationships/customXml" Target="../ink/ink589.xml"/><Relationship Id="rId119" Type="http://schemas.openxmlformats.org/officeDocument/2006/relationships/image" Target="../media/image590.png"/><Relationship Id="rId44" Type="http://schemas.openxmlformats.org/officeDocument/2006/relationships/customXml" Target="../ink/ink554.xml"/><Relationship Id="rId60" Type="http://schemas.openxmlformats.org/officeDocument/2006/relationships/customXml" Target="../ink/ink562.xml"/><Relationship Id="rId65" Type="http://schemas.openxmlformats.org/officeDocument/2006/relationships/image" Target="../media/image563.png"/><Relationship Id="rId81" Type="http://schemas.openxmlformats.org/officeDocument/2006/relationships/image" Target="../media/image571.png"/><Relationship Id="rId86" Type="http://schemas.openxmlformats.org/officeDocument/2006/relationships/customXml" Target="../ink/ink575.xml"/><Relationship Id="rId130" Type="http://schemas.openxmlformats.org/officeDocument/2006/relationships/customXml" Target="../ink/ink597.xml"/><Relationship Id="rId135" Type="http://schemas.openxmlformats.org/officeDocument/2006/relationships/image" Target="../media/image598.png"/><Relationship Id="rId151" Type="http://schemas.openxmlformats.org/officeDocument/2006/relationships/image" Target="../media/image606.png"/><Relationship Id="rId156" Type="http://schemas.openxmlformats.org/officeDocument/2006/relationships/customXml" Target="../ink/ink610.xml"/><Relationship Id="rId13" Type="http://schemas.openxmlformats.org/officeDocument/2006/relationships/image" Target="../media/image537.png"/><Relationship Id="rId18" Type="http://schemas.openxmlformats.org/officeDocument/2006/relationships/customXml" Target="../ink/ink541.xml"/><Relationship Id="rId39" Type="http://schemas.openxmlformats.org/officeDocument/2006/relationships/image" Target="../media/image550.png"/><Relationship Id="rId109" Type="http://schemas.openxmlformats.org/officeDocument/2006/relationships/image" Target="../media/image585.png"/><Relationship Id="rId34" Type="http://schemas.openxmlformats.org/officeDocument/2006/relationships/customXml" Target="../ink/ink549.xml"/><Relationship Id="rId50" Type="http://schemas.openxmlformats.org/officeDocument/2006/relationships/customXml" Target="../ink/ink557.xml"/><Relationship Id="rId55" Type="http://schemas.openxmlformats.org/officeDocument/2006/relationships/image" Target="../media/image558.png"/><Relationship Id="rId76" Type="http://schemas.openxmlformats.org/officeDocument/2006/relationships/customXml" Target="../ink/ink570.xml"/><Relationship Id="rId97" Type="http://schemas.openxmlformats.org/officeDocument/2006/relationships/image" Target="../media/image579.png"/><Relationship Id="rId104" Type="http://schemas.openxmlformats.org/officeDocument/2006/relationships/customXml" Target="../ink/ink584.xml"/><Relationship Id="rId120" Type="http://schemas.openxmlformats.org/officeDocument/2006/relationships/customXml" Target="../ink/ink592.xml"/><Relationship Id="rId125" Type="http://schemas.openxmlformats.org/officeDocument/2006/relationships/image" Target="../media/image593.png"/><Relationship Id="rId141" Type="http://schemas.openxmlformats.org/officeDocument/2006/relationships/image" Target="../media/image601.png"/><Relationship Id="rId146" Type="http://schemas.openxmlformats.org/officeDocument/2006/relationships/customXml" Target="../ink/ink605.xml"/><Relationship Id="rId167" Type="http://schemas.openxmlformats.org/officeDocument/2006/relationships/image" Target="../media/image614.png"/><Relationship Id="rId7" Type="http://schemas.openxmlformats.org/officeDocument/2006/relationships/image" Target="../media/image534.png"/><Relationship Id="rId71" Type="http://schemas.openxmlformats.org/officeDocument/2006/relationships/image" Target="../media/image566.png"/><Relationship Id="rId92" Type="http://schemas.openxmlformats.org/officeDocument/2006/relationships/customXml" Target="../ink/ink578.xml"/><Relationship Id="rId162" Type="http://schemas.openxmlformats.org/officeDocument/2006/relationships/customXml" Target="../ink/ink613.xml"/><Relationship Id="rId2" Type="http://schemas.openxmlformats.org/officeDocument/2006/relationships/customXml" Target="../ink/ink533.xml"/><Relationship Id="rId29" Type="http://schemas.openxmlformats.org/officeDocument/2006/relationships/image" Target="../media/image545.png"/><Relationship Id="rId24" Type="http://schemas.openxmlformats.org/officeDocument/2006/relationships/customXml" Target="../ink/ink544.xml"/><Relationship Id="rId40" Type="http://schemas.openxmlformats.org/officeDocument/2006/relationships/customXml" Target="../ink/ink552.xml"/><Relationship Id="rId45" Type="http://schemas.openxmlformats.org/officeDocument/2006/relationships/image" Target="../media/image553.png"/><Relationship Id="rId66" Type="http://schemas.openxmlformats.org/officeDocument/2006/relationships/customXml" Target="../ink/ink565.xml"/><Relationship Id="rId87" Type="http://schemas.openxmlformats.org/officeDocument/2006/relationships/image" Target="../media/image574.png"/><Relationship Id="rId110" Type="http://schemas.openxmlformats.org/officeDocument/2006/relationships/customXml" Target="../ink/ink587.xml"/><Relationship Id="rId115" Type="http://schemas.openxmlformats.org/officeDocument/2006/relationships/image" Target="../media/image588.png"/><Relationship Id="rId131" Type="http://schemas.openxmlformats.org/officeDocument/2006/relationships/image" Target="../media/image596.png"/><Relationship Id="rId136" Type="http://schemas.openxmlformats.org/officeDocument/2006/relationships/customXml" Target="../ink/ink600.xml"/><Relationship Id="rId157" Type="http://schemas.openxmlformats.org/officeDocument/2006/relationships/image" Target="../media/image609.png"/><Relationship Id="rId61" Type="http://schemas.openxmlformats.org/officeDocument/2006/relationships/image" Target="../media/image561.png"/><Relationship Id="rId82" Type="http://schemas.openxmlformats.org/officeDocument/2006/relationships/customXml" Target="../ink/ink573.xml"/><Relationship Id="rId152" Type="http://schemas.openxmlformats.org/officeDocument/2006/relationships/customXml" Target="../ink/ink608.xml"/><Relationship Id="rId19" Type="http://schemas.openxmlformats.org/officeDocument/2006/relationships/image" Target="../media/image540.png"/><Relationship Id="rId14" Type="http://schemas.openxmlformats.org/officeDocument/2006/relationships/customXml" Target="../ink/ink539.xml"/><Relationship Id="rId30" Type="http://schemas.openxmlformats.org/officeDocument/2006/relationships/customXml" Target="../ink/ink547.xml"/><Relationship Id="rId35" Type="http://schemas.openxmlformats.org/officeDocument/2006/relationships/image" Target="../media/image548.png"/><Relationship Id="rId56" Type="http://schemas.openxmlformats.org/officeDocument/2006/relationships/customXml" Target="../ink/ink560.xml"/><Relationship Id="rId77" Type="http://schemas.openxmlformats.org/officeDocument/2006/relationships/image" Target="../media/image569.png"/><Relationship Id="rId100" Type="http://schemas.openxmlformats.org/officeDocument/2006/relationships/customXml" Target="../ink/ink582.xml"/><Relationship Id="rId105" Type="http://schemas.openxmlformats.org/officeDocument/2006/relationships/image" Target="../media/image583.png"/><Relationship Id="rId126" Type="http://schemas.openxmlformats.org/officeDocument/2006/relationships/customXml" Target="../ink/ink595.xml"/><Relationship Id="rId147" Type="http://schemas.openxmlformats.org/officeDocument/2006/relationships/image" Target="../media/image604.png"/><Relationship Id="rId168" Type="http://schemas.openxmlformats.org/officeDocument/2006/relationships/customXml" Target="../ink/ink616.xml"/><Relationship Id="rId8" Type="http://schemas.openxmlformats.org/officeDocument/2006/relationships/customXml" Target="../ink/ink536.xml"/><Relationship Id="rId51" Type="http://schemas.openxmlformats.org/officeDocument/2006/relationships/image" Target="../media/image556.png"/><Relationship Id="rId72" Type="http://schemas.openxmlformats.org/officeDocument/2006/relationships/customXml" Target="../ink/ink568.xml"/><Relationship Id="rId93" Type="http://schemas.openxmlformats.org/officeDocument/2006/relationships/image" Target="../media/image577.png"/><Relationship Id="rId98" Type="http://schemas.openxmlformats.org/officeDocument/2006/relationships/customXml" Target="../ink/ink581.xml"/><Relationship Id="rId121" Type="http://schemas.openxmlformats.org/officeDocument/2006/relationships/image" Target="../media/image591.png"/><Relationship Id="rId142" Type="http://schemas.openxmlformats.org/officeDocument/2006/relationships/customXml" Target="../ink/ink603.xml"/><Relationship Id="rId163" Type="http://schemas.openxmlformats.org/officeDocument/2006/relationships/image" Target="../media/image612.png"/><Relationship Id="rId3" Type="http://schemas.openxmlformats.org/officeDocument/2006/relationships/image" Target="../media/image532.png"/><Relationship Id="rId25" Type="http://schemas.openxmlformats.org/officeDocument/2006/relationships/image" Target="../media/image543.png"/><Relationship Id="rId46" Type="http://schemas.openxmlformats.org/officeDocument/2006/relationships/customXml" Target="../ink/ink555.xml"/><Relationship Id="rId67" Type="http://schemas.openxmlformats.org/officeDocument/2006/relationships/image" Target="../media/image564.png"/><Relationship Id="rId116" Type="http://schemas.openxmlformats.org/officeDocument/2006/relationships/customXml" Target="../ink/ink590.xml"/><Relationship Id="rId137" Type="http://schemas.openxmlformats.org/officeDocument/2006/relationships/image" Target="../media/image599.png"/><Relationship Id="rId158" Type="http://schemas.openxmlformats.org/officeDocument/2006/relationships/customXml" Target="../ink/ink611.xml"/><Relationship Id="rId20" Type="http://schemas.openxmlformats.org/officeDocument/2006/relationships/customXml" Target="../ink/ink542.xml"/><Relationship Id="rId41" Type="http://schemas.openxmlformats.org/officeDocument/2006/relationships/image" Target="../media/image551.png"/><Relationship Id="rId62" Type="http://schemas.openxmlformats.org/officeDocument/2006/relationships/customXml" Target="../ink/ink563.xml"/><Relationship Id="rId83" Type="http://schemas.openxmlformats.org/officeDocument/2006/relationships/image" Target="../media/image572.png"/><Relationship Id="rId88" Type="http://schemas.openxmlformats.org/officeDocument/2006/relationships/customXml" Target="../ink/ink576.xml"/><Relationship Id="rId111" Type="http://schemas.openxmlformats.org/officeDocument/2006/relationships/image" Target="../media/image586.png"/><Relationship Id="rId132" Type="http://schemas.openxmlformats.org/officeDocument/2006/relationships/customXml" Target="../ink/ink598.xml"/><Relationship Id="rId153" Type="http://schemas.openxmlformats.org/officeDocument/2006/relationships/image" Target="../media/image607.png"/><Relationship Id="rId15" Type="http://schemas.openxmlformats.org/officeDocument/2006/relationships/image" Target="../media/image538.png"/><Relationship Id="rId36" Type="http://schemas.openxmlformats.org/officeDocument/2006/relationships/customXml" Target="../ink/ink550.xml"/><Relationship Id="rId57" Type="http://schemas.openxmlformats.org/officeDocument/2006/relationships/image" Target="../media/image559.png"/><Relationship Id="rId106" Type="http://schemas.openxmlformats.org/officeDocument/2006/relationships/customXml" Target="../ink/ink585.xml"/><Relationship Id="rId127" Type="http://schemas.openxmlformats.org/officeDocument/2006/relationships/image" Target="../media/image594.png"/><Relationship Id="rId10" Type="http://schemas.openxmlformats.org/officeDocument/2006/relationships/customXml" Target="../ink/ink537.xml"/><Relationship Id="rId31" Type="http://schemas.openxmlformats.org/officeDocument/2006/relationships/image" Target="../media/image546.png"/><Relationship Id="rId52" Type="http://schemas.openxmlformats.org/officeDocument/2006/relationships/customXml" Target="../ink/ink558.xml"/><Relationship Id="rId73" Type="http://schemas.openxmlformats.org/officeDocument/2006/relationships/image" Target="../media/image567.png"/><Relationship Id="rId78" Type="http://schemas.openxmlformats.org/officeDocument/2006/relationships/customXml" Target="../ink/ink571.xml"/><Relationship Id="rId94" Type="http://schemas.openxmlformats.org/officeDocument/2006/relationships/customXml" Target="../ink/ink579.xml"/><Relationship Id="rId99" Type="http://schemas.openxmlformats.org/officeDocument/2006/relationships/image" Target="../media/image580.png"/><Relationship Id="rId101" Type="http://schemas.openxmlformats.org/officeDocument/2006/relationships/image" Target="../media/image581.png"/><Relationship Id="rId122" Type="http://schemas.openxmlformats.org/officeDocument/2006/relationships/customXml" Target="../ink/ink593.xml"/><Relationship Id="rId143" Type="http://schemas.openxmlformats.org/officeDocument/2006/relationships/image" Target="../media/image602.png"/><Relationship Id="rId148" Type="http://schemas.openxmlformats.org/officeDocument/2006/relationships/customXml" Target="../ink/ink606.xml"/><Relationship Id="rId164" Type="http://schemas.openxmlformats.org/officeDocument/2006/relationships/customXml" Target="../ink/ink614.xml"/><Relationship Id="rId169" Type="http://schemas.openxmlformats.org/officeDocument/2006/relationships/image" Target="../media/image615.png"/><Relationship Id="rId4" Type="http://schemas.openxmlformats.org/officeDocument/2006/relationships/customXml" Target="../ink/ink534.xml"/><Relationship Id="rId9" Type="http://schemas.openxmlformats.org/officeDocument/2006/relationships/image" Target="../media/image535.png"/><Relationship Id="rId26" Type="http://schemas.openxmlformats.org/officeDocument/2006/relationships/customXml" Target="../ink/ink545.xml"/><Relationship Id="rId47" Type="http://schemas.openxmlformats.org/officeDocument/2006/relationships/image" Target="../media/image554.png"/><Relationship Id="rId68" Type="http://schemas.openxmlformats.org/officeDocument/2006/relationships/customXml" Target="../ink/ink566.xml"/><Relationship Id="rId89" Type="http://schemas.openxmlformats.org/officeDocument/2006/relationships/image" Target="../media/image575.png"/><Relationship Id="rId112" Type="http://schemas.openxmlformats.org/officeDocument/2006/relationships/customXml" Target="../ink/ink588.xml"/><Relationship Id="rId133" Type="http://schemas.openxmlformats.org/officeDocument/2006/relationships/image" Target="../media/image597.png"/><Relationship Id="rId154" Type="http://schemas.openxmlformats.org/officeDocument/2006/relationships/customXml" Target="../ink/ink609.xml"/><Relationship Id="rId16" Type="http://schemas.openxmlformats.org/officeDocument/2006/relationships/customXml" Target="../ink/ink540.xml"/><Relationship Id="rId37" Type="http://schemas.openxmlformats.org/officeDocument/2006/relationships/image" Target="../media/image549.png"/><Relationship Id="rId58" Type="http://schemas.openxmlformats.org/officeDocument/2006/relationships/customXml" Target="../ink/ink561.xml"/><Relationship Id="rId79" Type="http://schemas.openxmlformats.org/officeDocument/2006/relationships/image" Target="../media/image570.png"/><Relationship Id="rId102" Type="http://schemas.openxmlformats.org/officeDocument/2006/relationships/customXml" Target="../ink/ink583.xml"/><Relationship Id="rId123" Type="http://schemas.openxmlformats.org/officeDocument/2006/relationships/image" Target="../media/image592.png"/><Relationship Id="rId144" Type="http://schemas.openxmlformats.org/officeDocument/2006/relationships/customXml" Target="../ink/ink604.xml"/><Relationship Id="rId90" Type="http://schemas.openxmlformats.org/officeDocument/2006/relationships/customXml" Target="../ink/ink577.xml"/><Relationship Id="rId165" Type="http://schemas.openxmlformats.org/officeDocument/2006/relationships/image" Target="../media/image613.png"/><Relationship Id="rId27" Type="http://schemas.openxmlformats.org/officeDocument/2006/relationships/image" Target="../media/image544.png"/><Relationship Id="rId48" Type="http://schemas.openxmlformats.org/officeDocument/2006/relationships/customXml" Target="../ink/ink556.xml"/><Relationship Id="rId69" Type="http://schemas.openxmlformats.org/officeDocument/2006/relationships/image" Target="../media/image565.png"/><Relationship Id="rId113" Type="http://schemas.openxmlformats.org/officeDocument/2006/relationships/image" Target="../media/image587.png"/><Relationship Id="rId134" Type="http://schemas.openxmlformats.org/officeDocument/2006/relationships/customXml" Target="../ink/ink599.xml"/><Relationship Id="rId80" Type="http://schemas.openxmlformats.org/officeDocument/2006/relationships/customXml" Target="../ink/ink572.xml"/><Relationship Id="rId155" Type="http://schemas.openxmlformats.org/officeDocument/2006/relationships/image" Target="../media/image608.png"/><Relationship Id="rId17" Type="http://schemas.openxmlformats.org/officeDocument/2006/relationships/image" Target="../media/image539.png"/><Relationship Id="rId38" Type="http://schemas.openxmlformats.org/officeDocument/2006/relationships/customXml" Target="../ink/ink551.xml"/><Relationship Id="rId59" Type="http://schemas.openxmlformats.org/officeDocument/2006/relationships/image" Target="../media/image560.png"/><Relationship Id="rId103" Type="http://schemas.openxmlformats.org/officeDocument/2006/relationships/image" Target="../media/image582.png"/><Relationship Id="rId124" Type="http://schemas.openxmlformats.org/officeDocument/2006/relationships/customXml" Target="../ink/ink59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3.png"/><Relationship Id="rId299" Type="http://schemas.openxmlformats.org/officeDocument/2006/relationships/customXml" Target="../ink/ink766.xml"/><Relationship Id="rId21" Type="http://schemas.openxmlformats.org/officeDocument/2006/relationships/image" Target="../media/image625.png"/><Relationship Id="rId63" Type="http://schemas.openxmlformats.org/officeDocument/2006/relationships/image" Target="../media/image646.png"/><Relationship Id="rId159" Type="http://schemas.openxmlformats.org/officeDocument/2006/relationships/image" Target="../media/image694.png"/><Relationship Id="rId324" Type="http://schemas.openxmlformats.org/officeDocument/2006/relationships/image" Target="../media/image775.png"/><Relationship Id="rId170" Type="http://schemas.openxmlformats.org/officeDocument/2006/relationships/customXml" Target="../ink/ink701.xml"/><Relationship Id="rId226" Type="http://schemas.openxmlformats.org/officeDocument/2006/relationships/customXml" Target="../ink/ink729.xml"/><Relationship Id="rId268" Type="http://schemas.openxmlformats.org/officeDocument/2006/relationships/image" Target="../media/image747.png"/><Relationship Id="rId32" Type="http://schemas.openxmlformats.org/officeDocument/2006/relationships/customXml" Target="../ink/ink632.xml"/><Relationship Id="rId74" Type="http://schemas.openxmlformats.org/officeDocument/2006/relationships/customXml" Target="../ink/ink653.xml"/><Relationship Id="rId128" Type="http://schemas.openxmlformats.org/officeDocument/2006/relationships/customXml" Target="../ink/ink680.xml"/><Relationship Id="rId335" Type="http://schemas.openxmlformats.org/officeDocument/2006/relationships/customXml" Target="../ink/ink784.xml"/><Relationship Id="rId5" Type="http://schemas.openxmlformats.org/officeDocument/2006/relationships/image" Target="../media/image617.png"/><Relationship Id="rId181" Type="http://schemas.openxmlformats.org/officeDocument/2006/relationships/image" Target="../media/image705.png"/><Relationship Id="rId237" Type="http://schemas.openxmlformats.org/officeDocument/2006/relationships/customXml" Target="../ink/ink735.xml"/><Relationship Id="rId279" Type="http://schemas.openxmlformats.org/officeDocument/2006/relationships/customXml" Target="../ink/ink756.xml"/><Relationship Id="rId43" Type="http://schemas.openxmlformats.org/officeDocument/2006/relationships/image" Target="../media/image636.png"/><Relationship Id="rId139" Type="http://schemas.openxmlformats.org/officeDocument/2006/relationships/image" Target="../media/image684.png"/><Relationship Id="rId290" Type="http://schemas.openxmlformats.org/officeDocument/2006/relationships/image" Target="../media/image758.png"/><Relationship Id="rId304" Type="http://schemas.openxmlformats.org/officeDocument/2006/relationships/image" Target="../media/image765.png"/><Relationship Id="rId346" Type="http://schemas.openxmlformats.org/officeDocument/2006/relationships/image" Target="../media/image786.png"/><Relationship Id="rId85" Type="http://schemas.openxmlformats.org/officeDocument/2006/relationships/image" Target="../media/image657.png"/><Relationship Id="rId150" Type="http://schemas.openxmlformats.org/officeDocument/2006/relationships/customXml" Target="../ink/ink691.xml"/><Relationship Id="rId192" Type="http://schemas.openxmlformats.org/officeDocument/2006/relationships/customXml" Target="../ink/ink712.xml"/><Relationship Id="rId206" Type="http://schemas.openxmlformats.org/officeDocument/2006/relationships/customXml" Target="../ink/ink719.xml"/><Relationship Id="rId248" Type="http://schemas.openxmlformats.org/officeDocument/2006/relationships/image" Target="../media/image737.png"/><Relationship Id="rId12" Type="http://schemas.openxmlformats.org/officeDocument/2006/relationships/customXml" Target="../ink/ink622.xml"/><Relationship Id="rId108" Type="http://schemas.openxmlformats.org/officeDocument/2006/relationships/customXml" Target="../ink/ink670.xml"/><Relationship Id="rId315" Type="http://schemas.openxmlformats.org/officeDocument/2006/relationships/customXml" Target="../ink/ink774.xml"/><Relationship Id="rId357" Type="http://schemas.openxmlformats.org/officeDocument/2006/relationships/customXml" Target="../ink/ink795.xml"/><Relationship Id="rId54" Type="http://schemas.openxmlformats.org/officeDocument/2006/relationships/customXml" Target="../ink/ink643.xml"/><Relationship Id="rId96" Type="http://schemas.openxmlformats.org/officeDocument/2006/relationships/customXml" Target="../ink/ink664.xml"/><Relationship Id="rId161" Type="http://schemas.openxmlformats.org/officeDocument/2006/relationships/image" Target="../media/image695.png"/><Relationship Id="rId217" Type="http://schemas.openxmlformats.org/officeDocument/2006/relationships/image" Target="../media/image723.png"/><Relationship Id="rId259" Type="http://schemas.openxmlformats.org/officeDocument/2006/relationships/customXml" Target="../ink/ink746.xml"/><Relationship Id="rId23" Type="http://schemas.openxmlformats.org/officeDocument/2006/relationships/image" Target="../media/image626.png"/><Relationship Id="rId119" Type="http://schemas.openxmlformats.org/officeDocument/2006/relationships/image" Target="../media/image674.png"/><Relationship Id="rId270" Type="http://schemas.openxmlformats.org/officeDocument/2006/relationships/image" Target="../media/image748.png"/><Relationship Id="rId326" Type="http://schemas.openxmlformats.org/officeDocument/2006/relationships/image" Target="../media/image776.png"/><Relationship Id="rId65" Type="http://schemas.openxmlformats.org/officeDocument/2006/relationships/image" Target="../media/image647.png"/><Relationship Id="rId130" Type="http://schemas.openxmlformats.org/officeDocument/2006/relationships/customXml" Target="../ink/ink681.xml"/><Relationship Id="rId172" Type="http://schemas.openxmlformats.org/officeDocument/2006/relationships/customXml" Target="../ink/ink702.xml"/><Relationship Id="rId228" Type="http://schemas.openxmlformats.org/officeDocument/2006/relationships/customXml" Target="../ink/ink730.xml"/><Relationship Id="rId281" Type="http://schemas.openxmlformats.org/officeDocument/2006/relationships/customXml" Target="../ink/ink757.xml"/><Relationship Id="rId337" Type="http://schemas.openxmlformats.org/officeDocument/2006/relationships/customXml" Target="../ink/ink785.xml"/><Relationship Id="rId34" Type="http://schemas.openxmlformats.org/officeDocument/2006/relationships/customXml" Target="../ink/ink633.xml"/><Relationship Id="rId76" Type="http://schemas.openxmlformats.org/officeDocument/2006/relationships/customXml" Target="../ink/ink654.xml"/><Relationship Id="rId141" Type="http://schemas.openxmlformats.org/officeDocument/2006/relationships/image" Target="../media/image685.png"/><Relationship Id="rId7" Type="http://schemas.openxmlformats.org/officeDocument/2006/relationships/image" Target="../media/image618.png"/><Relationship Id="rId183" Type="http://schemas.openxmlformats.org/officeDocument/2006/relationships/image" Target="../media/image706.png"/><Relationship Id="rId239" Type="http://schemas.openxmlformats.org/officeDocument/2006/relationships/customXml" Target="../ink/ink736.xml"/><Relationship Id="rId250" Type="http://schemas.openxmlformats.org/officeDocument/2006/relationships/image" Target="../media/image738.png"/><Relationship Id="rId292" Type="http://schemas.openxmlformats.org/officeDocument/2006/relationships/image" Target="../media/image759.png"/><Relationship Id="rId306" Type="http://schemas.openxmlformats.org/officeDocument/2006/relationships/image" Target="../media/image766.png"/><Relationship Id="rId45" Type="http://schemas.openxmlformats.org/officeDocument/2006/relationships/image" Target="../media/image637.png"/><Relationship Id="rId87" Type="http://schemas.openxmlformats.org/officeDocument/2006/relationships/image" Target="../media/image658.png"/><Relationship Id="rId110" Type="http://schemas.openxmlformats.org/officeDocument/2006/relationships/customXml" Target="../ink/ink671.xml"/><Relationship Id="rId348" Type="http://schemas.openxmlformats.org/officeDocument/2006/relationships/image" Target="../media/image787.png"/><Relationship Id="rId152" Type="http://schemas.openxmlformats.org/officeDocument/2006/relationships/customXml" Target="../ink/ink692.xml"/><Relationship Id="rId194" Type="http://schemas.openxmlformats.org/officeDocument/2006/relationships/customXml" Target="../ink/ink713.xml"/><Relationship Id="rId208" Type="http://schemas.openxmlformats.org/officeDocument/2006/relationships/customXml" Target="../ink/ink720.xml"/><Relationship Id="rId261" Type="http://schemas.openxmlformats.org/officeDocument/2006/relationships/customXml" Target="../ink/ink747.xml"/><Relationship Id="rId14" Type="http://schemas.openxmlformats.org/officeDocument/2006/relationships/customXml" Target="../ink/ink623.xml"/><Relationship Id="rId56" Type="http://schemas.openxmlformats.org/officeDocument/2006/relationships/customXml" Target="../ink/ink644.xml"/><Relationship Id="rId317" Type="http://schemas.openxmlformats.org/officeDocument/2006/relationships/customXml" Target="../ink/ink775.xml"/><Relationship Id="rId98" Type="http://schemas.openxmlformats.org/officeDocument/2006/relationships/customXml" Target="../ink/ink665.xml"/><Relationship Id="rId121" Type="http://schemas.openxmlformats.org/officeDocument/2006/relationships/image" Target="../media/image675.png"/><Relationship Id="rId163" Type="http://schemas.openxmlformats.org/officeDocument/2006/relationships/image" Target="../media/image696.png"/><Relationship Id="rId219" Type="http://schemas.openxmlformats.org/officeDocument/2006/relationships/image" Target="../media/image724.png"/><Relationship Id="rId230" Type="http://schemas.openxmlformats.org/officeDocument/2006/relationships/customXml" Target="../ink/ink731.xml"/><Relationship Id="rId25" Type="http://schemas.openxmlformats.org/officeDocument/2006/relationships/image" Target="../media/image627.png"/><Relationship Id="rId46" Type="http://schemas.openxmlformats.org/officeDocument/2006/relationships/customXml" Target="../ink/ink639.xml"/><Relationship Id="rId67" Type="http://schemas.openxmlformats.org/officeDocument/2006/relationships/image" Target="../media/image648.png"/><Relationship Id="rId272" Type="http://schemas.openxmlformats.org/officeDocument/2006/relationships/image" Target="../media/image749.png"/><Relationship Id="rId293" Type="http://schemas.openxmlformats.org/officeDocument/2006/relationships/customXml" Target="../ink/ink763.xml"/><Relationship Id="rId307" Type="http://schemas.openxmlformats.org/officeDocument/2006/relationships/customXml" Target="../ink/ink770.xml"/><Relationship Id="rId328" Type="http://schemas.openxmlformats.org/officeDocument/2006/relationships/image" Target="../media/image777.png"/><Relationship Id="rId349" Type="http://schemas.openxmlformats.org/officeDocument/2006/relationships/customXml" Target="../ink/ink791.xml"/><Relationship Id="rId88" Type="http://schemas.openxmlformats.org/officeDocument/2006/relationships/customXml" Target="../ink/ink660.xml"/><Relationship Id="rId111" Type="http://schemas.openxmlformats.org/officeDocument/2006/relationships/image" Target="../media/image670.png"/><Relationship Id="rId132" Type="http://schemas.openxmlformats.org/officeDocument/2006/relationships/customXml" Target="../ink/ink682.xml"/><Relationship Id="rId153" Type="http://schemas.openxmlformats.org/officeDocument/2006/relationships/image" Target="../media/image691.png"/><Relationship Id="rId174" Type="http://schemas.openxmlformats.org/officeDocument/2006/relationships/customXml" Target="../ink/ink703.xml"/><Relationship Id="rId195" Type="http://schemas.openxmlformats.org/officeDocument/2006/relationships/image" Target="../media/image712.png"/><Relationship Id="rId209" Type="http://schemas.openxmlformats.org/officeDocument/2006/relationships/image" Target="../media/image719.png"/><Relationship Id="rId220" Type="http://schemas.openxmlformats.org/officeDocument/2006/relationships/customXml" Target="../ink/ink726.xml"/><Relationship Id="rId241" Type="http://schemas.openxmlformats.org/officeDocument/2006/relationships/customXml" Target="../ink/ink737.xml"/><Relationship Id="rId15" Type="http://schemas.openxmlformats.org/officeDocument/2006/relationships/image" Target="../media/image622.png"/><Relationship Id="rId36" Type="http://schemas.openxmlformats.org/officeDocument/2006/relationships/customXml" Target="../ink/ink634.xml"/><Relationship Id="rId57" Type="http://schemas.openxmlformats.org/officeDocument/2006/relationships/image" Target="../media/image643.png"/><Relationship Id="rId262" Type="http://schemas.openxmlformats.org/officeDocument/2006/relationships/image" Target="../media/image744.png"/><Relationship Id="rId283" Type="http://schemas.openxmlformats.org/officeDocument/2006/relationships/customXml" Target="../ink/ink758.xml"/><Relationship Id="rId318" Type="http://schemas.openxmlformats.org/officeDocument/2006/relationships/image" Target="../media/image772.png"/><Relationship Id="rId339" Type="http://schemas.openxmlformats.org/officeDocument/2006/relationships/customXml" Target="../ink/ink786.xml"/><Relationship Id="rId78" Type="http://schemas.openxmlformats.org/officeDocument/2006/relationships/customXml" Target="../ink/ink655.xml"/><Relationship Id="rId99" Type="http://schemas.openxmlformats.org/officeDocument/2006/relationships/image" Target="../media/image664.png"/><Relationship Id="rId101" Type="http://schemas.openxmlformats.org/officeDocument/2006/relationships/image" Target="../media/image665.png"/><Relationship Id="rId122" Type="http://schemas.openxmlformats.org/officeDocument/2006/relationships/customXml" Target="../ink/ink677.xml"/><Relationship Id="rId143" Type="http://schemas.openxmlformats.org/officeDocument/2006/relationships/image" Target="../media/image686.png"/><Relationship Id="rId164" Type="http://schemas.openxmlformats.org/officeDocument/2006/relationships/customXml" Target="../ink/ink698.xml"/><Relationship Id="rId185" Type="http://schemas.openxmlformats.org/officeDocument/2006/relationships/image" Target="../media/image707.png"/><Relationship Id="rId350" Type="http://schemas.openxmlformats.org/officeDocument/2006/relationships/image" Target="../media/image788.png"/><Relationship Id="rId9" Type="http://schemas.openxmlformats.org/officeDocument/2006/relationships/image" Target="../media/image619.png"/><Relationship Id="rId210" Type="http://schemas.openxmlformats.org/officeDocument/2006/relationships/customXml" Target="../ink/ink721.xml"/><Relationship Id="rId26" Type="http://schemas.openxmlformats.org/officeDocument/2006/relationships/customXml" Target="../ink/ink629.xml"/><Relationship Id="rId231" Type="http://schemas.openxmlformats.org/officeDocument/2006/relationships/image" Target="../media/image730.png"/><Relationship Id="rId252" Type="http://schemas.openxmlformats.org/officeDocument/2006/relationships/image" Target="../media/image739.png"/><Relationship Id="rId273" Type="http://schemas.openxmlformats.org/officeDocument/2006/relationships/customXml" Target="../ink/ink753.xml"/><Relationship Id="rId294" Type="http://schemas.openxmlformats.org/officeDocument/2006/relationships/image" Target="../media/image760.png"/><Relationship Id="rId308" Type="http://schemas.openxmlformats.org/officeDocument/2006/relationships/image" Target="../media/image767.png"/><Relationship Id="rId329" Type="http://schemas.openxmlformats.org/officeDocument/2006/relationships/customXml" Target="../ink/ink781.xml"/><Relationship Id="rId47" Type="http://schemas.openxmlformats.org/officeDocument/2006/relationships/image" Target="../media/image638.png"/><Relationship Id="rId68" Type="http://schemas.openxmlformats.org/officeDocument/2006/relationships/customXml" Target="../ink/ink650.xml"/><Relationship Id="rId89" Type="http://schemas.openxmlformats.org/officeDocument/2006/relationships/image" Target="../media/image659.png"/><Relationship Id="rId112" Type="http://schemas.openxmlformats.org/officeDocument/2006/relationships/customXml" Target="../ink/ink672.xml"/><Relationship Id="rId133" Type="http://schemas.openxmlformats.org/officeDocument/2006/relationships/image" Target="../media/image681.png"/><Relationship Id="rId154" Type="http://schemas.openxmlformats.org/officeDocument/2006/relationships/customXml" Target="../ink/ink693.xml"/><Relationship Id="rId175" Type="http://schemas.openxmlformats.org/officeDocument/2006/relationships/image" Target="../media/image702.png"/><Relationship Id="rId340" Type="http://schemas.openxmlformats.org/officeDocument/2006/relationships/image" Target="../media/image783.png"/><Relationship Id="rId196" Type="http://schemas.openxmlformats.org/officeDocument/2006/relationships/customXml" Target="../ink/ink714.xml"/><Relationship Id="rId200" Type="http://schemas.openxmlformats.org/officeDocument/2006/relationships/customXml" Target="../ink/ink716.xml"/><Relationship Id="rId16" Type="http://schemas.openxmlformats.org/officeDocument/2006/relationships/customXml" Target="../ink/ink624.xml"/><Relationship Id="rId221" Type="http://schemas.openxmlformats.org/officeDocument/2006/relationships/image" Target="../media/image725.png"/><Relationship Id="rId242" Type="http://schemas.openxmlformats.org/officeDocument/2006/relationships/image" Target="../media/image734.png"/><Relationship Id="rId263" Type="http://schemas.openxmlformats.org/officeDocument/2006/relationships/customXml" Target="../ink/ink748.xml"/><Relationship Id="rId284" Type="http://schemas.openxmlformats.org/officeDocument/2006/relationships/image" Target="../media/image755.png"/><Relationship Id="rId319" Type="http://schemas.openxmlformats.org/officeDocument/2006/relationships/customXml" Target="../ink/ink776.xml"/><Relationship Id="rId37" Type="http://schemas.openxmlformats.org/officeDocument/2006/relationships/image" Target="../media/image633.png"/><Relationship Id="rId58" Type="http://schemas.openxmlformats.org/officeDocument/2006/relationships/customXml" Target="../ink/ink645.xml"/><Relationship Id="rId79" Type="http://schemas.openxmlformats.org/officeDocument/2006/relationships/image" Target="../media/image654.png"/><Relationship Id="rId102" Type="http://schemas.openxmlformats.org/officeDocument/2006/relationships/customXml" Target="../ink/ink667.xml"/><Relationship Id="rId123" Type="http://schemas.openxmlformats.org/officeDocument/2006/relationships/image" Target="../media/image676.png"/><Relationship Id="rId144" Type="http://schemas.openxmlformats.org/officeDocument/2006/relationships/customXml" Target="../ink/ink688.xml"/><Relationship Id="rId330" Type="http://schemas.openxmlformats.org/officeDocument/2006/relationships/image" Target="../media/image778.png"/><Relationship Id="rId90" Type="http://schemas.openxmlformats.org/officeDocument/2006/relationships/customXml" Target="../ink/ink661.xml"/><Relationship Id="rId165" Type="http://schemas.openxmlformats.org/officeDocument/2006/relationships/image" Target="../media/image697.png"/><Relationship Id="rId186" Type="http://schemas.openxmlformats.org/officeDocument/2006/relationships/customXml" Target="../ink/ink709.xml"/><Relationship Id="rId351" Type="http://schemas.openxmlformats.org/officeDocument/2006/relationships/customXml" Target="../ink/ink792.xml"/><Relationship Id="rId211" Type="http://schemas.openxmlformats.org/officeDocument/2006/relationships/image" Target="../media/image720.png"/><Relationship Id="rId232" Type="http://schemas.openxmlformats.org/officeDocument/2006/relationships/customXml" Target="../ink/ink732.xml"/><Relationship Id="rId253" Type="http://schemas.openxmlformats.org/officeDocument/2006/relationships/customXml" Target="../ink/ink743.xml"/><Relationship Id="rId274" Type="http://schemas.openxmlformats.org/officeDocument/2006/relationships/image" Target="../media/image750.png"/><Relationship Id="rId295" Type="http://schemas.openxmlformats.org/officeDocument/2006/relationships/customXml" Target="../ink/ink764.xml"/><Relationship Id="rId309" Type="http://schemas.openxmlformats.org/officeDocument/2006/relationships/customXml" Target="../ink/ink771.xml"/><Relationship Id="rId27" Type="http://schemas.openxmlformats.org/officeDocument/2006/relationships/image" Target="../media/image628.png"/><Relationship Id="rId48" Type="http://schemas.openxmlformats.org/officeDocument/2006/relationships/customXml" Target="../ink/ink640.xml"/><Relationship Id="rId69" Type="http://schemas.openxmlformats.org/officeDocument/2006/relationships/image" Target="../media/image649.png"/><Relationship Id="rId113" Type="http://schemas.openxmlformats.org/officeDocument/2006/relationships/image" Target="../media/image671.png"/><Relationship Id="rId134" Type="http://schemas.openxmlformats.org/officeDocument/2006/relationships/customXml" Target="../ink/ink683.xml"/><Relationship Id="rId320" Type="http://schemas.openxmlformats.org/officeDocument/2006/relationships/image" Target="../media/image773.png"/><Relationship Id="rId80" Type="http://schemas.openxmlformats.org/officeDocument/2006/relationships/customXml" Target="../ink/ink656.xml"/><Relationship Id="rId155" Type="http://schemas.openxmlformats.org/officeDocument/2006/relationships/image" Target="../media/image692.png"/><Relationship Id="rId176" Type="http://schemas.openxmlformats.org/officeDocument/2006/relationships/customXml" Target="../ink/ink704.xml"/><Relationship Id="rId197" Type="http://schemas.openxmlformats.org/officeDocument/2006/relationships/image" Target="../media/image713.png"/><Relationship Id="rId341" Type="http://schemas.openxmlformats.org/officeDocument/2006/relationships/customXml" Target="../ink/ink787.xml"/><Relationship Id="rId201" Type="http://schemas.openxmlformats.org/officeDocument/2006/relationships/image" Target="../media/image715.png"/><Relationship Id="rId222" Type="http://schemas.openxmlformats.org/officeDocument/2006/relationships/customXml" Target="../ink/ink727.xml"/><Relationship Id="rId243" Type="http://schemas.openxmlformats.org/officeDocument/2006/relationships/customXml" Target="../ink/ink738.xml"/><Relationship Id="rId264" Type="http://schemas.openxmlformats.org/officeDocument/2006/relationships/image" Target="../media/image745.png"/><Relationship Id="rId285" Type="http://schemas.openxmlformats.org/officeDocument/2006/relationships/customXml" Target="../ink/ink759.xml"/><Relationship Id="rId17" Type="http://schemas.openxmlformats.org/officeDocument/2006/relationships/image" Target="../media/image623.png"/><Relationship Id="rId38" Type="http://schemas.openxmlformats.org/officeDocument/2006/relationships/customXml" Target="../ink/ink635.xml"/><Relationship Id="rId59" Type="http://schemas.openxmlformats.org/officeDocument/2006/relationships/image" Target="../media/image644.png"/><Relationship Id="rId103" Type="http://schemas.openxmlformats.org/officeDocument/2006/relationships/image" Target="../media/image666.png"/><Relationship Id="rId124" Type="http://schemas.openxmlformats.org/officeDocument/2006/relationships/customXml" Target="../ink/ink678.xml"/><Relationship Id="rId310" Type="http://schemas.openxmlformats.org/officeDocument/2006/relationships/image" Target="../media/image768.png"/><Relationship Id="rId70" Type="http://schemas.openxmlformats.org/officeDocument/2006/relationships/customXml" Target="../ink/ink651.xml"/><Relationship Id="rId91" Type="http://schemas.openxmlformats.org/officeDocument/2006/relationships/image" Target="../media/image660.png"/><Relationship Id="rId145" Type="http://schemas.openxmlformats.org/officeDocument/2006/relationships/image" Target="../media/image687.png"/><Relationship Id="rId166" Type="http://schemas.openxmlformats.org/officeDocument/2006/relationships/customXml" Target="../ink/ink699.xml"/><Relationship Id="rId187" Type="http://schemas.openxmlformats.org/officeDocument/2006/relationships/image" Target="../media/image708.png"/><Relationship Id="rId331" Type="http://schemas.openxmlformats.org/officeDocument/2006/relationships/customXml" Target="../ink/ink782.xml"/><Relationship Id="rId352" Type="http://schemas.openxmlformats.org/officeDocument/2006/relationships/image" Target="../media/image78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22.xml"/><Relationship Id="rId233" Type="http://schemas.openxmlformats.org/officeDocument/2006/relationships/image" Target="../media/image2.png"/><Relationship Id="rId254" Type="http://schemas.openxmlformats.org/officeDocument/2006/relationships/image" Target="../media/image740.png"/><Relationship Id="rId28" Type="http://schemas.openxmlformats.org/officeDocument/2006/relationships/customXml" Target="../ink/ink630.xml"/><Relationship Id="rId49" Type="http://schemas.openxmlformats.org/officeDocument/2006/relationships/image" Target="../media/image639.png"/><Relationship Id="rId114" Type="http://schemas.openxmlformats.org/officeDocument/2006/relationships/customXml" Target="../ink/ink673.xml"/><Relationship Id="rId275" Type="http://schemas.openxmlformats.org/officeDocument/2006/relationships/customXml" Target="../ink/ink754.xml"/><Relationship Id="rId296" Type="http://schemas.openxmlformats.org/officeDocument/2006/relationships/image" Target="../media/image761.png"/><Relationship Id="rId300" Type="http://schemas.openxmlformats.org/officeDocument/2006/relationships/image" Target="../media/image763.png"/><Relationship Id="rId60" Type="http://schemas.openxmlformats.org/officeDocument/2006/relationships/customXml" Target="../ink/ink646.xml"/><Relationship Id="rId81" Type="http://schemas.openxmlformats.org/officeDocument/2006/relationships/image" Target="../media/image655.png"/><Relationship Id="rId135" Type="http://schemas.openxmlformats.org/officeDocument/2006/relationships/image" Target="../media/image682.png"/><Relationship Id="rId156" Type="http://schemas.openxmlformats.org/officeDocument/2006/relationships/customXml" Target="../ink/ink694.xml"/><Relationship Id="rId177" Type="http://schemas.openxmlformats.org/officeDocument/2006/relationships/image" Target="../media/image703.png"/><Relationship Id="rId198" Type="http://schemas.openxmlformats.org/officeDocument/2006/relationships/customXml" Target="../ink/ink715.xml"/><Relationship Id="rId321" Type="http://schemas.openxmlformats.org/officeDocument/2006/relationships/customXml" Target="../ink/ink777.xml"/><Relationship Id="rId342" Type="http://schemas.openxmlformats.org/officeDocument/2006/relationships/image" Target="../media/image784.png"/><Relationship Id="rId202" Type="http://schemas.openxmlformats.org/officeDocument/2006/relationships/customXml" Target="../ink/ink717.xml"/><Relationship Id="rId223" Type="http://schemas.openxmlformats.org/officeDocument/2006/relationships/image" Target="../media/image726.png"/><Relationship Id="rId244" Type="http://schemas.openxmlformats.org/officeDocument/2006/relationships/image" Target="../media/image735.png"/><Relationship Id="rId18" Type="http://schemas.openxmlformats.org/officeDocument/2006/relationships/customXml" Target="../ink/ink625.xml"/><Relationship Id="rId39" Type="http://schemas.openxmlformats.org/officeDocument/2006/relationships/image" Target="../media/image634.png"/><Relationship Id="rId265" Type="http://schemas.openxmlformats.org/officeDocument/2006/relationships/customXml" Target="../ink/ink749.xml"/><Relationship Id="rId286" Type="http://schemas.openxmlformats.org/officeDocument/2006/relationships/image" Target="../media/image756.png"/><Relationship Id="rId50" Type="http://schemas.openxmlformats.org/officeDocument/2006/relationships/customXml" Target="../ink/ink641.xml"/><Relationship Id="rId104" Type="http://schemas.openxmlformats.org/officeDocument/2006/relationships/customXml" Target="../ink/ink668.xml"/><Relationship Id="rId125" Type="http://schemas.openxmlformats.org/officeDocument/2006/relationships/image" Target="../media/image677.png"/><Relationship Id="rId146" Type="http://schemas.openxmlformats.org/officeDocument/2006/relationships/customXml" Target="../ink/ink689.xml"/><Relationship Id="rId167" Type="http://schemas.openxmlformats.org/officeDocument/2006/relationships/image" Target="../media/image698.png"/><Relationship Id="rId188" Type="http://schemas.openxmlformats.org/officeDocument/2006/relationships/customXml" Target="../ink/ink710.xml"/><Relationship Id="rId311" Type="http://schemas.openxmlformats.org/officeDocument/2006/relationships/customXml" Target="../ink/ink772.xml"/><Relationship Id="rId332" Type="http://schemas.openxmlformats.org/officeDocument/2006/relationships/image" Target="../media/image779.png"/><Relationship Id="rId353" Type="http://schemas.openxmlformats.org/officeDocument/2006/relationships/customXml" Target="../ink/ink793.xml"/><Relationship Id="rId71" Type="http://schemas.openxmlformats.org/officeDocument/2006/relationships/image" Target="../media/image650.png"/><Relationship Id="rId92" Type="http://schemas.openxmlformats.org/officeDocument/2006/relationships/customXml" Target="../ink/ink662.xml"/><Relationship Id="rId213" Type="http://schemas.openxmlformats.org/officeDocument/2006/relationships/image" Target="../media/image721.png"/><Relationship Id="rId234" Type="http://schemas.openxmlformats.org/officeDocument/2006/relationships/customXml" Target="../ink/ink733.xml"/><Relationship Id="rId2" Type="http://schemas.openxmlformats.org/officeDocument/2006/relationships/customXml" Target="../ink/ink617.xml"/><Relationship Id="rId29" Type="http://schemas.openxmlformats.org/officeDocument/2006/relationships/image" Target="../media/image629.png"/><Relationship Id="rId255" Type="http://schemas.openxmlformats.org/officeDocument/2006/relationships/customXml" Target="../ink/ink744.xml"/><Relationship Id="rId276" Type="http://schemas.openxmlformats.org/officeDocument/2006/relationships/image" Target="../media/image751.png"/><Relationship Id="rId297" Type="http://schemas.openxmlformats.org/officeDocument/2006/relationships/customXml" Target="../ink/ink765.xml"/><Relationship Id="rId40" Type="http://schemas.openxmlformats.org/officeDocument/2006/relationships/customXml" Target="../ink/ink636.xml"/><Relationship Id="rId115" Type="http://schemas.openxmlformats.org/officeDocument/2006/relationships/image" Target="../media/image672.png"/><Relationship Id="rId136" Type="http://schemas.openxmlformats.org/officeDocument/2006/relationships/customXml" Target="../ink/ink684.xml"/><Relationship Id="rId157" Type="http://schemas.openxmlformats.org/officeDocument/2006/relationships/image" Target="../media/image693.png"/><Relationship Id="rId178" Type="http://schemas.openxmlformats.org/officeDocument/2006/relationships/customXml" Target="../ink/ink705.xml"/><Relationship Id="rId301" Type="http://schemas.openxmlformats.org/officeDocument/2006/relationships/customXml" Target="../ink/ink767.xml"/><Relationship Id="rId322" Type="http://schemas.openxmlformats.org/officeDocument/2006/relationships/image" Target="../media/image774.png"/><Relationship Id="rId343" Type="http://schemas.openxmlformats.org/officeDocument/2006/relationships/customXml" Target="../ink/ink788.xml"/><Relationship Id="rId61" Type="http://schemas.openxmlformats.org/officeDocument/2006/relationships/image" Target="../media/image645.png"/><Relationship Id="rId82" Type="http://schemas.openxmlformats.org/officeDocument/2006/relationships/customXml" Target="../ink/ink657.xml"/><Relationship Id="rId199" Type="http://schemas.openxmlformats.org/officeDocument/2006/relationships/image" Target="../media/image714.png"/><Relationship Id="rId203" Type="http://schemas.openxmlformats.org/officeDocument/2006/relationships/image" Target="../media/image716.png"/><Relationship Id="rId19" Type="http://schemas.openxmlformats.org/officeDocument/2006/relationships/image" Target="../media/image624.png"/><Relationship Id="rId224" Type="http://schemas.openxmlformats.org/officeDocument/2006/relationships/customXml" Target="../ink/ink728.xml"/><Relationship Id="rId245" Type="http://schemas.openxmlformats.org/officeDocument/2006/relationships/customXml" Target="../ink/ink739.xml"/><Relationship Id="rId266" Type="http://schemas.openxmlformats.org/officeDocument/2006/relationships/image" Target="../media/image746.png"/><Relationship Id="rId287" Type="http://schemas.openxmlformats.org/officeDocument/2006/relationships/customXml" Target="../ink/ink760.xml"/><Relationship Id="rId30" Type="http://schemas.openxmlformats.org/officeDocument/2006/relationships/customXml" Target="../ink/ink631.xml"/><Relationship Id="rId105" Type="http://schemas.openxmlformats.org/officeDocument/2006/relationships/image" Target="../media/image667.png"/><Relationship Id="rId126" Type="http://schemas.openxmlformats.org/officeDocument/2006/relationships/customXml" Target="../ink/ink679.xml"/><Relationship Id="rId147" Type="http://schemas.openxmlformats.org/officeDocument/2006/relationships/image" Target="../media/image688.png"/><Relationship Id="rId168" Type="http://schemas.openxmlformats.org/officeDocument/2006/relationships/customXml" Target="../ink/ink700.xml"/><Relationship Id="rId312" Type="http://schemas.openxmlformats.org/officeDocument/2006/relationships/image" Target="../media/image769.png"/><Relationship Id="rId333" Type="http://schemas.openxmlformats.org/officeDocument/2006/relationships/customXml" Target="../ink/ink783.xml"/><Relationship Id="rId354" Type="http://schemas.openxmlformats.org/officeDocument/2006/relationships/image" Target="../media/image790.png"/><Relationship Id="rId51" Type="http://schemas.openxmlformats.org/officeDocument/2006/relationships/image" Target="../media/image640.png"/><Relationship Id="rId72" Type="http://schemas.openxmlformats.org/officeDocument/2006/relationships/customXml" Target="../ink/ink652.xml"/><Relationship Id="rId93" Type="http://schemas.openxmlformats.org/officeDocument/2006/relationships/image" Target="../media/image661.png"/><Relationship Id="rId189" Type="http://schemas.openxmlformats.org/officeDocument/2006/relationships/image" Target="../media/image709.png"/><Relationship Id="rId3" Type="http://schemas.openxmlformats.org/officeDocument/2006/relationships/image" Target="../media/image616.png"/><Relationship Id="rId214" Type="http://schemas.openxmlformats.org/officeDocument/2006/relationships/customXml" Target="../ink/ink723.xml"/><Relationship Id="rId235" Type="http://schemas.openxmlformats.org/officeDocument/2006/relationships/customXml" Target="../ink/ink734.xml"/><Relationship Id="rId256" Type="http://schemas.openxmlformats.org/officeDocument/2006/relationships/image" Target="../media/image741.png"/><Relationship Id="rId277" Type="http://schemas.openxmlformats.org/officeDocument/2006/relationships/customXml" Target="../ink/ink755.xml"/><Relationship Id="rId298" Type="http://schemas.openxmlformats.org/officeDocument/2006/relationships/image" Target="../media/image762.png"/><Relationship Id="rId116" Type="http://schemas.openxmlformats.org/officeDocument/2006/relationships/customXml" Target="../ink/ink674.xml"/><Relationship Id="rId137" Type="http://schemas.openxmlformats.org/officeDocument/2006/relationships/image" Target="../media/image683.png"/><Relationship Id="rId158" Type="http://schemas.openxmlformats.org/officeDocument/2006/relationships/customXml" Target="../ink/ink695.xml"/><Relationship Id="rId302" Type="http://schemas.openxmlformats.org/officeDocument/2006/relationships/image" Target="../media/image764.png"/><Relationship Id="rId323" Type="http://schemas.openxmlformats.org/officeDocument/2006/relationships/customXml" Target="../ink/ink778.xml"/><Relationship Id="rId344" Type="http://schemas.openxmlformats.org/officeDocument/2006/relationships/image" Target="../media/image785.png"/><Relationship Id="rId20" Type="http://schemas.openxmlformats.org/officeDocument/2006/relationships/customXml" Target="../ink/ink626.xml"/><Relationship Id="rId41" Type="http://schemas.openxmlformats.org/officeDocument/2006/relationships/image" Target="../media/image635.png"/><Relationship Id="rId62" Type="http://schemas.openxmlformats.org/officeDocument/2006/relationships/customXml" Target="../ink/ink647.xml"/><Relationship Id="rId83" Type="http://schemas.openxmlformats.org/officeDocument/2006/relationships/image" Target="../media/image656.png"/><Relationship Id="rId179" Type="http://schemas.openxmlformats.org/officeDocument/2006/relationships/image" Target="../media/image704.png"/><Relationship Id="rId190" Type="http://schemas.openxmlformats.org/officeDocument/2006/relationships/customXml" Target="../ink/ink711.xml"/><Relationship Id="rId204" Type="http://schemas.openxmlformats.org/officeDocument/2006/relationships/customXml" Target="../ink/ink718.xml"/><Relationship Id="rId225" Type="http://schemas.openxmlformats.org/officeDocument/2006/relationships/image" Target="../media/image727.png"/><Relationship Id="rId246" Type="http://schemas.openxmlformats.org/officeDocument/2006/relationships/image" Target="../media/image736.png"/><Relationship Id="rId267" Type="http://schemas.openxmlformats.org/officeDocument/2006/relationships/customXml" Target="../ink/ink750.xml"/><Relationship Id="rId288" Type="http://schemas.openxmlformats.org/officeDocument/2006/relationships/image" Target="../media/image757.png"/><Relationship Id="rId106" Type="http://schemas.openxmlformats.org/officeDocument/2006/relationships/customXml" Target="../ink/ink669.xml"/><Relationship Id="rId127" Type="http://schemas.openxmlformats.org/officeDocument/2006/relationships/image" Target="../media/image678.png"/><Relationship Id="rId313" Type="http://schemas.openxmlformats.org/officeDocument/2006/relationships/customXml" Target="../ink/ink773.xml"/><Relationship Id="rId10" Type="http://schemas.openxmlformats.org/officeDocument/2006/relationships/customXml" Target="../ink/ink621.xml"/><Relationship Id="rId31" Type="http://schemas.openxmlformats.org/officeDocument/2006/relationships/image" Target="../media/image630.png"/><Relationship Id="rId52" Type="http://schemas.openxmlformats.org/officeDocument/2006/relationships/customXml" Target="../ink/ink642.xml"/><Relationship Id="rId73" Type="http://schemas.openxmlformats.org/officeDocument/2006/relationships/image" Target="../media/image651.png"/><Relationship Id="rId94" Type="http://schemas.openxmlformats.org/officeDocument/2006/relationships/customXml" Target="../ink/ink663.xml"/><Relationship Id="rId148" Type="http://schemas.openxmlformats.org/officeDocument/2006/relationships/customXml" Target="../ink/ink690.xml"/><Relationship Id="rId169" Type="http://schemas.openxmlformats.org/officeDocument/2006/relationships/image" Target="../media/image699.png"/><Relationship Id="rId334" Type="http://schemas.openxmlformats.org/officeDocument/2006/relationships/image" Target="../media/image780.png"/><Relationship Id="rId355" Type="http://schemas.openxmlformats.org/officeDocument/2006/relationships/customXml" Target="../ink/ink794.xml"/><Relationship Id="rId4" Type="http://schemas.openxmlformats.org/officeDocument/2006/relationships/customXml" Target="../ink/ink618.xml"/><Relationship Id="rId180" Type="http://schemas.openxmlformats.org/officeDocument/2006/relationships/customXml" Target="../ink/ink706.xml"/><Relationship Id="rId215" Type="http://schemas.openxmlformats.org/officeDocument/2006/relationships/image" Target="../media/image722.png"/><Relationship Id="rId236" Type="http://schemas.openxmlformats.org/officeDocument/2006/relationships/image" Target="../media/image731.png"/><Relationship Id="rId257" Type="http://schemas.openxmlformats.org/officeDocument/2006/relationships/customXml" Target="../ink/ink745.xml"/><Relationship Id="rId278" Type="http://schemas.openxmlformats.org/officeDocument/2006/relationships/image" Target="../media/image752.png"/><Relationship Id="rId303" Type="http://schemas.openxmlformats.org/officeDocument/2006/relationships/customXml" Target="../ink/ink768.xml"/><Relationship Id="rId42" Type="http://schemas.openxmlformats.org/officeDocument/2006/relationships/customXml" Target="../ink/ink637.xml"/><Relationship Id="rId84" Type="http://schemas.openxmlformats.org/officeDocument/2006/relationships/customXml" Target="../ink/ink658.xml"/><Relationship Id="rId138" Type="http://schemas.openxmlformats.org/officeDocument/2006/relationships/customXml" Target="../ink/ink685.xml"/><Relationship Id="rId345" Type="http://schemas.openxmlformats.org/officeDocument/2006/relationships/customXml" Target="../ink/ink789.xml"/><Relationship Id="rId191" Type="http://schemas.openxmlformats.org/officeDocument/2006/relationships/image" Target="../media/image710.png"/><Relationship Id="rId205" Type="http://schemas.openxmlformats.org/officeDocument/2006/relationships/image" Target="../media/image717.png"/><Relationship Id="rId247" Type="http://schemas.openxmlformats.org/officeDocument/2006/relationships/customXml" Target="../ink/ink740.xml"/><Relationship Id="rId107" Type="http://schemas.openxmlformats.org/officeDocument/2006/relationships/image" Target="../media/image668.png"/><Relationship Id="rId289" Type="http://schemas.openxmlformats.org/officeDocument/2006/relationships/customXml" Target="../ink/ink761.xml"/><Relationship Id="rId11" Type="http://schemas.openxmlformats.org/officeDocument/2006/relationships/image" Target="../media/image620.png"/><Relationship Id="rId53" Type="http://schemas.openxmlformats.org/officeDocument/2006/relationships/image" Target="../media/image641.png"/><Relationship Id="rId149" Type="http://schemas.openxmlformats.org/officeDocument/2006/relationships/image" Target="../media/image689.png"/><Relationship Id="rId314" Type="http://schemas.openxmlformats.org/officeDocument/2006/relationships/image" Target="../media/image770.png"/><Relationship Id="rId356" Type="http://schemas.openxmlformats.org/officeDocument/2006/relationships/image" Target="../media/image791.png"/><Relationship Id="rId95" Type="http://schemas.openxmlformats.org/officeDocument/2006/relationships/image" Target="../media/image662.png"/><Relationship Id="rId160" Type="http://schemas.openxmlformats.org/officeDocument/2006/relationships/customXml" Target="../ink/ink696.xml"/><Relationship Id="rId216" Type="http://schemas.openxmlformats.org/officeDocument/2006/relationships/customXml" Target="../ink/ink724.xml"/><Relationship Id="rId258" Type="http://schemas.openxmlformats.org/officeDocument/2006/relationships/image" Target="../media/image742.png"/><Relationship Id="rId22" Type="http://schemas.openxmlformats.org/officeDocument/2006/relationships/customXml" Target="../ink/ink627.xml"/><Relationship Id="rId64" Type="http://schemas.openxmlformats.org/officeDocument/2006/relationships/customXml" Target="../ink/ink648.xml"/><Relationship Id="rId118" Type="http://schemas.openxmlformats.org/officeDocument/2006/relationships/customXml" Target="../ink/ink675.xml"/><Relationship Id="rId325" Type="http://schemas.openxmlformats.org/officeDocument/2006/relationships/customXml" Target="../ink/ink779.xml"/><Relationship Id="rId171" Type="http://schemas.openxmlformats.org/officeDocument/2006/relationships/image" Target="../media/image700.png"/><Relationship Id="rId227" Type="http://schemas.openxmlformats.org/officeDocument/2006/relationships/image" Target="../media/image728.png"/><Relationship Id="rId269" Type="http://schemas.openxmlformats.org/officeDocument/2006/relationships/customXml" Target="../ink/ink751.xml"/><Relationship Id="rId33" Type="http://schemas.openxmlformats.org/officeDocument/2006/relationships/image" Target="../media/image631.png"/><Relationship Id="rId129" Type="http://schemas.openxmlformats.org/officeDocument/2006/relationships/image" Target="../media/image679.png"/><Relationship Id="rId280" Type="http://schemas.openxmlformats.org/officeDocument/2006/relationships/image" Target="../media/image753.png"/><Relationship Id="rId336" Type="http://schemas.openxmlformats.org/officeDocument/2006/relationships/image" Target="../media/image781.png"/><Relationship Id="rId75" Type="http://schemas.openxmlformats.org/officeDocument/2006/relationships/image" Target="../media/image652.png"/><Relationship Id="rId140" Type="http://schemas.openxmlformats.org/officeDocument/2006/relationships/customXml" Target="../ink/ink686.xml"/><Relationship Id="rId182" Type="http://schemas.openxmlformats.org/officeDocument/2006/relationships/customXml" Target="../ink/ink707.xml"/><Relationship Id="rId6" Type="http://schemas.openxmlformats.org/officeDocument/2006/relationships/customXml" Target="../ink/ink619.xml"/><Relationship Id="rId238" Type="http://schemas.openxmlformats.org/officeDocument/2006/relationships/image" Target="../media/image732.png"/><Relationship Id="rId291" Type="http://schemas.openxmlformats.org/officeDocument/2006/relationships/customXml" Target="../ink/ink762.xml"/><Relationship Id="rId305" Type="http://schemas.openxmlformats.org/officeDocument/2006/relationships/customXml" Target="../ink/ink769.xml"/><Relationship Id="rId347" Type="http://schemas.openxmlformats.org/officeDocument/2006/relationships/customXml" Target="../ink/ink790.xml"/><Relationship Id="rId44" Type="http://schemas.openxmlformats.org/officeDocument/2006/relationships/customXml" Target="../ink/ink638.xml"/><Relationship Id="rId86" Type="http://schemas.openxmlformats.org/officeDocument/2006/relationships/customXml" Target="../ink/ink659.xml"/><Relationship Id="rId151" Type="http://schemas.openxmlformats.org/officeDocument/2006/relationships/image" Target="../media/image690.png"/><Relationship Id="rId193" Type="http://schemas.openxmlformats.org/officeDocument/2006/relationships/image" Target="../media/image711.png"/><Relationship Id="rId207" Type="http://schemas.openxmlformats.org/officeDocument/2006/relationships/image" Target="../media/image718.png"/><Relationship Id="rId249" Type="http://schemas.openxmlformats.org/officeDocument/2006/relationships/customXml" Target="../ink/ink741.xml"/><Relationship Id="rId13" Type="http://schemas.openxmlformats.org/officeDocument/2006/relationships/image" Target="../media/image621.png"/><Relationship Id="rId109" Type="http://schemas.openxmlformats.org/officeDocument/2006/relationships/image" Target="../media/image669.png"/><Relationship Id="rId260" Type="http://schemas.openxmlformats.org/officeDocument/2006/relationships/image" Target="../media/image743.png"/><Relationship Id="rId316" Type="http://schemas.openxmlformats.org/officeDocument/2006/relationships/image" Target="../media/image771.png"/><Relationship Id="rId55" Type="http://schemas.openxmlformats.org/officeDocument/2006/relationships/image" Target="../media/image642.png"/><Relationship Id="rId97" Type="http://schemas.openxmlformats.org/officeDocument/2006/relationships/image" Target="../media/image663.png"/><Relationship Id="rId120" Type="http://schemas.openxmlformats.org/officeDocument/2006/relationships/customXml" Target="../ink/ink676.xml"/><Relationship Id="rId358" Type="http://schemas.openxmlformats.org/officeDocument/2006/relationships/image" Target="../media/image792.png"/><Relationship Id="rId162" Type="http://schemas.openxmlformats.org/officeDocument/2006/relationships/customXml" Target="../ink/ink697.xml"/><Relationship Id="rId218" Type="http://schemas.openxmlformats.org/officeDocument/2006/relationships/customXml" Target="../ink/ink725.xml"/><Relationship Id="rId271" Type="http://schemas.openxmlformats.org/officeDocument/2006/relationships/customXml" Target="../ink/ink752.xml"/><Relationship Id="rId24" Type="http://schemas.openxmlformats.org/officeDocument/2006/relationships/customXml" Target="../ink/ink628.xml"/><Relationship Id="rId66" Type="http://schemas.openxmlformats.org/officeDocument/2006/relationships/customXml" Target="../ink/ink649.xml"/><Relationship Id="rId131" Type="http://schemas.openxmlformats.org/officeDocument/2006/relationships/image" Target="../media/image680.png"/><Relationship Id="rId327" Type="http://schemas.openxmlformats.org/officeDocument/2006/relationships/customXml" Target="../ink/ink780.xml"/><Relationship Id="rId173" Type="http://schemas.openxmlformats.org/officeDocument/2006/relationships/image" Target="../media/image701.png"/><Relationship Id="rId229" Type="http://schemas.openxmlformats.org/officeDocument/2006/relationships/image" Target="../media/image729.png"/><Relationship Id="rId240" Type="http://schemas.openxmlformats.org/officeDocument/2006/relationships/image" Target="../media/image733.png"/><Relationship Id="rId35" Type="http://schemas.openxmlformats.org/officeDocument/2006/relationships/image" Target="../media/image632.png"/><Relationship Id="rId77" Type="http://schemas.openxmlformats.org/officeDocument/2006/relationships/image" Target="../media/image653.png"/><Relationship Id="rId100" Type="http://schemas.openxmlformats.org/officeDocument/2006/relationships/customXml" Target="../ink/ink666.xml"/><Relationship Id="rId282" Type="http://schemas.openxmlformats.org/officeDocument/2006/relationships/image" Target="../media/image754.png"/><Relationship Id="rId338" Type="http://schemas.openxmlformats.org/officeDocument/2006/relationships/image" Target="../media/image782.png"/><Relationship Id="rId8" Type="http://schemas.openxmlformats.org/officeDocument/2006/relationships/customXml" Target="../ink/ink620.xml"/><Relationship Id="rId142" Type="http://schemas.openxmlformats.org/officeDocument/2006/relationships/customXml" Target="../ink/ink687.xml"/><Relationship Id="rId184" Type="http://schemas.openxmlformats.org/officeDocument/2006/relationships/customXml" Target="../ink/ink708.xml"/><Relationship Id="rId251" Type="http://schemas.openxmlformats.org/officeDocument/2006/relationships/customXml" Target="../ink/ink74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0.png"/><Relationship Id="rId21" Type="http://schemas.openxmlformats.org/officeDocument/2006/relationships/image" Target="../media/image802.png"/><Relationship Id="rId42" Type="http://schemas.openxmlformats.org/officeDocument/2006/relationships/customXml" Target="../ink/ink816.xml"/><Relationship Id="rId63" Type="http://schemas.openxmlformats.org/officeDocument/2006/relationships/image" Target="../media/image823.png"/><Relationship Id="rId84" Type="http://schemas.openxmlformats.org/officeDocument/2006/relationships/customXml" Target="../ink/ink837.xml"/><Relationship Id="rId138" Type="http://schemas.openxmlformats.org/officeDocument/2006/relationships/customXml" Target="../ink/ink864.xml"/><Relationship Id="rId159" Type="http://schemas.openxmlformats.org/officeDocument/2006/relationships/image" Target="../media/image871.png"/><Relationship Id="rId170" Type="http://schemas.openxmlformats.org/officeDocument/2006/relationships/customXml" Target="../ink/ink880.xml"/><Relationship Id="rId191" Type="http://schemas.openxmlformats.org/officeDocument/2006/relationships/image" Target="../media/image886.png"/><Relationship Id="rId205" Type="http://schemas.openxmlformats.org/officeDocument/2006/relationships/image" Target="../media/image893.png"/><Relationship Id="rId226" Type="http://schemas.openxmlformats.org/officeDocument/2006/relationships/customXml" Target="../ink/ink908.xml"/><Relationship Id="rId107" Type="http://schemas.openxmlformats.org/officeDocument/2006/relationships/image" Target="../media/image845.png"/><Relationship Id="rId11" Type="http://schemas.openxmlformats.org/officeDocument/2006/relationships/image" Target="../media/image797.png"/><Relationship Id="rId32" Type="http://schemas.openxmlformats.org/officeDocument/2006/relationships/customXml" Target="../ink/ink811.xml"/><Relationship Id="rId53" Type="http://schemas.openxmlformats.org/officeDocument/2006/relationships/image" Target="../media/image818.png"/><Relationship Id="rId74" Type="http://schemas.openxmlformats.org/officeDocument/2006/relationships/customXml" Target="../ink/ink832.xml"/><Relationship Id="rId128" Type="http://schemas.openxmlformats.org/officeDocument/2006/relationships/customXml" Target="../ink/ink859.xml"/><Relationship Id="rId149" Type="http://schemas.openxmlformats.org/officeDocument/2006/relationships/image" Target="../media/image866.png"/><Relationship Id="rId5" Type="http://schemas.openxmlformats.org/officeDocument/2006/relationships/image" Target="../media/image794.png"/><Relationship Id="rId95" Type="http://schemas.openxmlformats.org/officeDocument/2006/relationships/image" Target="../media/image839.png"/><Relationship Id="rId160" Type="http://schemas.openxmlformats.org/officeDocument/2006/relationships/customXml" Target="../ink/ink875.xml"/><Relationship Id="rId181" Type="http://schemas.openxmlformats.org/officeDocument/2006/relationships/image" Target="../media/image881.png"/><Relationship Id="rId216" Type="http://schemas.openxmlformats.org/officeDocument/2006/relationships/customXml" Target="../ink/ink903.xml"/><Relationship Id="rId237" Type="http://schemas.openxmlformats.org/officeDocument/2006/relationships/image" Target="../media/image909.png"/><Relationship Id="rId22" Type="http://schemas.openxmlformats.org/officeDocument/2006/relationships/customXml" Target="../ink/ink806.xml"/><Relationship Id="rId43" Type="http://schemas.openxmlformats.org/officeDocument/2006/relationships/image" Target="../media/image813.png"/><Relationship Id="rId64" Type="http://schemas.openxmlformats.org/officeDocument/2006/relationships/customXml" Target="../ink/ink827.xml"/><Relationship Id="rId118" Type="http://schemas.openxmlformats.org/officeDocument/2006/relationships/customXml" Target="../ink/ink854.xml"/><Relationship Id="rId139" Type="http://schemas.openxmlformats.org/officeDocument/2006/relationships/image" Target="../media/image861.png"/><Relationship Id="rId85" Type="http://schemas.openxmlformats.org/officeDocument/2006/relationships/image" Target="../media/image834.png"/><Relationship Id="rId150" Type="http://schemas.openxmlformats.org/officeDocument/2006/relationships/customXml" Target="../ink/ink870.xml"/><Relationship Id="rId171" Type="http://schemas.openxmlformats.org/officeDocument/2006/relationships/image" Target="../media/image877.png"/><Relationship Id="rId192" Type="http://schemas.openxmlformats.org/officeDocument/2006/relationships/customXml" Target="../ink/ink891.xml"/><Relationship Id="rId206" Type="http://schemas.openxmlformats.org/officeDocument/2006/relationships/customXml" Target="../ink/ink898.xml"/><Relationship Id="rId227" Type="http://schemas.openxmlformats.org/officeDocument/2006/relationships/image" Target="../media/image904.png"/><Relationship Id="rId12" Type="http://schemas.openxmlformats.org/officeDocument/2006/relationships/customXml" Target="../ink/ink801.xml"/><Relationship Id="rId33" Type="http://schemas.openxmlformats.org/officeDocument/2006/relationships/image" Target="../media/image808.png"/><Relationship Id="rId108" Type="http://schemas.openxmlformats.org/officeDocument/2006/relationships/customXml" Target="../ink/ink849.xml"/><Relationship Id="rId129" Type="http://schemas.openxmlformats.org/officeDocument/2006/relationships/image" Target="../media/image856.png"/><Relationship Id="rId54" Type="http://schemas.openxmlformats.org/officeDocument/2006/relationships/customXml" Target="../ink/ink822.xml"/><Relationship Id="rId75" Type="http://schemas.openxmlformats.org/officeDocument/2006/relationships/image" Target="../media/image829.png"/><Relationship Id="rId96" Type="http://schemas.openxmlformats.org/officeDocument/2006/relationships/customXml" Target="../ink/ink843.xml"/><Relationship Id="rId140" Type="http://schemas.openxmlformats.org/officeDocument/2006/relationships/customXml" Target="../ink/ink865.xml"/><Relationship Id="rId161" Type="http://schemas.openxmlformats.org/officeDocument/2006/relationships/image" Target="../media/image872.png"/><Relationship Id="rId182" Type="http://schemas.openxmlformats.org/officeDocument/2006/relationships/customXml" Target="../ink/ink886.xml"/><Relationship Id="rId217" Type="http://schemas.openxmlformats.org/officeDocument/2006/relationships/image" Target="../media/image899.png"/><Relationship Id="rId6" Type="http://schemas.openxmlformats.org/officeDocument/2006/relationships/customXml" Target="../ink/ink798.xml"/><Relationship Id="rId238" Type="http://schemas.openxmlformats.org/officeDocument/2006/relationships/customXml" Target="../ink/ink914.xml"/><Relationship Id="rId23" Type="http://schemas.openxmlformats.org/officeDocument/2006/relationships/image" Target="../media/image803.png"/><Relationship Id="rId119" Type="http://schemas.openxmlformats.org/officeDocument/2006/relationships/image" Target="../media/image851.png"/><Relationship Id="rId44" Type="http://schemas.openxmlformats.org/officeDocument/2006/relationships/customXml" Target="../ink/ink817.xml"/><Relationship Id="rId65" Type="http://schemas.openxmlformats.org/officeDocument/2006/relationships/image" Target="../media/image824.png"/><Relationship Id="rId86" Type="http://schemas.openxmlformats.org/officeDocument/2006/relationships/customXml" Target="../ink/ink838.xml"/><Relationship Id="rId130" Type="http://schemas.openxmlformats.org/officeDocument/2006/relationships/customXml" Target="../ink/ink860.xml"/><Relationship Id="rId151" Type="http://schemas.openxmlformats.org/officeDocument/2006/relationships/image" Target="../media/image867.png"/><Relationship Id="rId172" Type="http://schemas.openxmlformats.org/officeDocument/2006/relationships/customXml" Target="../ink/ink881.xml"/><Relationship Id="rId193" Type="http://schemas.openxmlformats.org/officeDocument/2006/relationships/image" Target="../media/image887.png"/><Relationship Id="rId207" Type="http://schemas.openxmlformats.org/officeDocument/2006/relationships/image" Target="../media/image894.png"/><Relationship Id="rId228" Type="http://schemas.openxmlformats.org/officeDocument/2006/relationships/customXml" Target="../ink/ink909.xml"/><Relationship Id="rId13" Type="http://schemas.openxmlformats.org/officeDocument/2006/relationships/image" Target="../media/image798.png"/><Relationship Id="rId109" Type="http://schemas.openxmlformats.org/officeDocument/2006/relationships/image" Target="../media/image846.png"/><Relationship Id="rId34" Type="http://schemas.openxmlformats.org/officeDocument/2006/relationships/customXml" Target="../ink/ink812.xml"/><Relationship Id="rId55" Type="http://schemas.openxmlformats.org/officeDocument/2006/relationships/image" Target="../media/image819.png"/><Relationship Id="rId76" Type="http://schemas.openxmlformats.org/officeDocument/2006/relationships/customXml" Target="../ink/ink833.xml"/><Relationship Id="rId97" Type="http://schemas.openxmlformats.org/officeDocument/2006/relationships/image" Target="../media/image840.png"/><Relationship Id="rId120" Type="http://schemas.openxmlformats.org/officeDocument/2006/relationships/customXml" Target="../ink/ink855.xml"/><Relationship Id="rId141" Type="http://schemas.openxmlformats.org/officeDocument/2006/relationships/image" Target="../media/image862.png"/><Relationship Id="rId7" Type="http://schemas.openxmlformats.org/officeDocument/2006/relationships/image" Target="../media/image795.png"/><Relationship Id="rId162" Type="http://schemas.openxmlformats.org/officeDocument/2006/relationships/customXml" Target="../ink/ink876.xml"/><Relationship Id="rId183" Type="http://schemas.openxmlformats.org/officeDocument/2006/relationships/image" Target="../media/image882.png"/><Relationship Id="rId218" Type="http://schemas.openxmlformats.org/officeDocument/2006/relationships/customXml" Target="../ink/ink904.xml"/><Relationship Id="rId239" Type="http://schemas.openxmlformats.org/officeDocument/2006/relationships/image" Target="../media/image910.png"/><Relationship Id="rId24" Type="http://schemas.openxmlformats.org/officeDocument/2006/relationships/customXml" Target="../ink/ink807.xml"/><Relationship Id="rId45" Type="http://schemas.openxmlformats.org/officeDocument/2006/relationships/image" Target="../media/image814.png"/><Relationship Id="rId66" Type="http://schemas.openxmlformats.org/officeDocument/2006/relationships/customXml" Target="../ink/ink828.xml"/><Relationship Id="rId87" Type="http://schemas.openxmlformats.org/officeDocument/2006/relationships/image" Target="../media/image835.png"/><Relationship Id="rId110" Type="http://schemas.openxmlformats.org/officeDocument/2006/relationships/customXml" Target="../ink/ink850.xml"/><Relationship Id="rId131" Type="http://schemas.openxmlformats.org/officeDocument/2006/relationships/image" Target="../media/image857.png"/><Relationship Id="rId152" Type="http://schemas.openxmlformats.org/officeDocument/2006/relationships/customXml" Target="../ink/ink871.xml"/><Relationship Id="rId173" Type="http://schemas.openxmlformats.org/officeDocument/2006/relationships/image" Target="../media/image878.png"/><Relationship Id="rId194" Type="http://schemas.openxmlformats.org/officeDocument/2006/relationships/customXml" Target="../ink/ink892.xml"/><Relationship Id="rId208" Type="http://schemas.openxmlformats.org/officeDocument/2006/relationships/customXml" Target="../ink/ink899.xml"/><Relationship Id="rId229" Type="http://schemas.openxmlformats.org/officeDocument/2006/relationships/image" Target="../media/image905.png"/><Relationship Id="rId14" Type="http://schemas.openxmlformats.org/officeDocument/2006/relationships/customXml" Target="../ink/ink802.xml"/><Relationship Id="rId35" Type="http://schemas.openxmlformats.org/officeDocument/2006/relationships/image" Target="../media/image809.png"/><Relationship Id="rId56" Type="http://schemas.openxmlformats.org/officeDocument/2006/relationships/customXml" Target="../ink/ink823.xml"/><Relationship Id="rId77" Type="http://schemas.openxmlformats.org/officeDocument/2006/relationships/image" Target="../media/image830.png"/><Relationship Id="rId100" Type="http://schemas.openxmlformats.org/officeDocument/2006/relationships/customXml" Target="../ink/ink845.xml"/><Relationship Id="rId8" Type="http://schemas.openxmlformats.org/officeDocument/2006/relationships/customXml" Target="../ink/ink799.xml"/><Relationship Id="rId98" Type="http://schemas.openxmlformats.org/officeDocument/2006/relationships/customXml" Target="../ink/ink844.xml"/><Relationship Id="rId121" Type="http://schemas.openxmlformats.org/officeDocument/2006/relationships/image" Target="../media/image852.png"/><Relationship Id="rId142" Type="http://schemas.openxmlformats.org/officeDocument/2006/relationships/customXml" Target="../ink/ink866.xml"/><Relationship Id="rId163" Type="http://schemas.openxmlformats.org/officeDocument/2006/relationships/image" Target="../media/image873.png"/><Relationship Id="rId184" Type="http://schemas.openxmlformats.org/officeDocument/2006/relationships/customXml" Target="../ink/ink887.xml"/><Relationship Id="rId219" Type="http://schemas.openxmlformats.org/officeDocument/2006/relationships/image" Target="../media/image900.png"/><Relationship Id="rId230" Type="http://schemas.openxmlformats.org/officeDocument/2006/relationships/customXml" Target="../ink/ink910.xml"/><Relationship Id="rId25" Type="http://schemas.openxmlformats.org/officeDocument/2006/relationships/image" Target="../media/image804.png"/><Relationship Id="rId46" Type="http://schemas.openxmlformats.org/officeDocument/2006/relationships/customXml" Target="../ink/ink818.xml"/><Relationship Id="rId67" Type="http://schemas.openxmlformats.org/officeDocument/2006/relationships/image" Target="../media/image825.png"/><Relationship Id="rId88" Type="http://schemas.openxmlformats.org/officeDocument/2006/relationships/customXml" Target="../ink/ink839.xml"/><Relationship Id="rId111" Type="http://schemas.openxmlformats.org/officeDocument/2006/relationships/image" Target="../media/image847.png"/><Relationship Id="rId132" Type="http://schemas.openxmlformats.org/officeDocument/2006/relationships/customXml" Target="../ink/ink861.xml"/><Relationship Id="rId153" Type="http://schemas.openxmlformats.org/officeDocument/2006/relationships/image" Target="../media/image868.png"/><Relationship Id="rId174" Type="http://schemas.openxmlformats.org/officeDocument/2006/relationships/customXml" Target="../ink/ink882.xml"/><Relationship Id="rId195" Type="http://schemas.openxmlformats.org/officeDocument/2006/relationships/image" Target="../media/image888.png"/><Relationship Id="rId209" Type="http://schemas.openxmlformats.org/officeDocument/2006/relationships/image" Target="../media/image895.png"/><Relationship Id="rId190" Type="http://schemas.openxmlformats.org/officeDocument/2006/relationships/customXml" Target="../ink/ink890.xml"/><Relationship Id="rId204" Type="http://schemas.openxmlformats.org/officeDocument/2006/relationships/customXml" Target="../ink/ink897.xml"/><Relationship Id="rId220" Type="http://schemas.openxmlformats.org/officeDocument/2006/relationships/customXml" Target="../ink/ink905.xml"/><Relationship Id="rId225" Type="http://schemas.openxmlformats.org/officeDocument/2006/relationships/image" Target="../media/image903.png"/><Relationship Id="rId15" Type="http://schemas.openxmlformats.org/officeDocument/2006/relationships/image" Target="../media/image799.png"/><Relationship Id="rId36" Type="http://schemas.openxmlformats.org/officeDocument/2006/relationships/customXml" Target="../ink/ink813.xml"/><Relationship Id="rId57" Type="http://schemas.openxmlformats.org/officeDocument/2006/relationships/image" Target="../media/image820.png"/><Relationship Id="rId106" Type="http://schemas.openxmlformats.org/officeDocument/2006/relationships/customXml" Target="../ink/ink848.xml"/><Relationship Id="rId127" Type="http://schemas.openxmlformats.org/officeDocument/2006/relationships/image" Target="../media/image855.png"/><Relationship Id="rId10" Type="http://schemas.openxmlformats.org/officeDocument/2006/relationships/customXml" Target="../ink/ink800.xml"/><Relationship Id="rId31" Type="http://schemas.openxmlformats.org/officeDocument/2006/relationships/image" Target="../media/image807.png"/><Relationship Id="rId52" Type="http://schemas.openxmlformats.org/officeDocument/2006/relationships/customXml" Target="../ink/ink821.xml"/><Relationship Id="rId73" Type="http://schemas.openxmlformats.org/officeDocument/2006/relationships/image" Target="../media/image828.png"/><Relationship Id="rId78" Type="http://schemas.openxmlformats.org/officeDocument/2006/relationships/customXml" Target="../ink/ink834.xml"/><Relationship Id="rId94" Type="http://schemas.openxmlformats.org/officeDocument/2006/relationships/customXml" Target="../ink/ink842.xml"/><Relationship Id="rId99" Type="http://schemas.openxmlformats.org/officeDocument/2006/relationships/image" Target="../media/image841.png"/><Relationship Id="rId101" Type="http://schemas.openxmlformats.org/officeDocument/2006/relationships/image" Target="../media/image842.png"/><Relationship Id="rId122" Type="http://schemas.openxmlformats.org/officeDocument/2006/relationships/customXml" Target="../ink/ink856.xml"/><Relationship Id="rId143" Type="http://schemas.openxmlformats.org/officeDocument/2006/relationships/image" Target="../media/image863.png"/><Relationship Id="rId148" Type="http://schemas.openxmlformats.org/officeDocument/2006/relationships/customXml" Target="../ink/ink869.xml"/><Relationship Id="rId164" Type="http://schemas.openxmlformats.org/officeDocument/2006/relationships/customXml" Target="../ink/ink877.xml"/><Relationship Id="rId169" Type="http://schemas.openxmlformats.org/officeDocument/2006/relationships/image" Target="../media/image876.png"/><Relationship Id="rId185" Type="http://schemas.openxmlformats.org/officeDocument/2006/relationships/image" Target="../media/image883.png"/><Relationship Id="rId4" Type="http://schemas.openxmlformats.org/officeDocument/2006/relationships/customXml" Target="../ink/ink797.xml"/><Relationship Id="rId9" Type="http://schemas.openxmlformats.org/officeDocument/2006/relationships/image" Target="../media/image796.png"/><Relationship Id="rId180" Type="http://schemas.openxmlformats.org/officeDocument/2006/relationships/customXml" Target="../ink/ink885.xml"/><Relationship Id="rId210" Type="http://schemas.openxmlformats.org/officeDocument/2006/relationships/customXml" Target="../ink/ink900.xml"/><Relationship Id="rId215" Type="http://schemas.openxmlformats.org/officeDocument/2006/relationships/image" Target="../media/image898.png"/><Relationship Id="rId236" Type="http://schemas.openxmlformats.org/officeDocument/2006/relationships/customXml" Target="../ink/ink913.xml"/><Relationship Id="rId26" Type="http://schemas.openxmlformats.org/officeDocument/2006/relationships/customXml" Target="../ink/ink808.xml"/><Relationship Id="rId231" Type="http://schemas.openxmlformats.org/officeDocument/2006/relationships/image" Target="../media/image906.png"/><Relationship Id="rId47" Type="http://schemas.openxmlformats.org/officeDocument/2006/relationships/image" Target="../media/image815.png"/><Relationship Id="rId68" Type="http://schemas.openxmlformats.org/officeDocument/2006/relationships/customXml" Target="../ink/ink829.xml"/><Relationship Id="rId89" Type="http://schemas.openxmlformats.org/officeDocument/2006/relationships/image" Target="../media/image836.png"/><Relationship Id="rId112" Type="http://schemas.openxmlformats.org/officeDocument/2006/relationships/customXml" Target="../ink/ink851.xml"/><Relationship Id="rId133" Type="http://schemas.openxmlformats.org/officeDocument/2006/relationships/image" Target="../media/image858.png"/><Relationship Id="rId154" Type="http://schemas.openxmlformats.org/officeDocument/2006/relationships/customXml" Target="../ink/ink872.xml"/><Relationship Id="rId175" Type="http://schemas.openxmlformats.org/officeDocument/2006/relationships/image" Target="../media/image879.png"/><Relationship Id="rId196" Type="http://schemas.openxmlformats.org/officeDocument/2006/relationships/customXml" Target="../ink/ink893.xml"/><Relationship Id="rId200" Type="http://schemas.openxmlformats.org/officeDocument/2006/relationships/customXml" Target="../ink/ink895.xml"/><Relationship Id="rId16" Type="http://schemas.openxmlformats.org/officeDocument/2006/relationships/customXml" Target="../ink/ink803.xml"/><Relationship Id="rId221" Type="http://schemas.openxmlformats.org/officeDocument/2006/relationships/image" Target="../media/image901.png"/><Relationship Id="rId37" Type="http://schemas.openxmlformats.org/officeDocument/2006/relationships/image" Target="../media/image810.png"/><Relationship Id="rId58" Type="http://schemas.openxmlformats.org/officeDocument/2006/relationships/customXml" Target="../ink/ink824.xml"/><Relationship Id="rId79" Type="http://schemas.openxmlformats.org/officeDocument/2006/relationships/image" Target="../media/image831.png"/><Relationship Id="rId102" Type="http://schemas.openxmlformats.org/officeDocument/2006/relationships/customXml" Target="../ink/ink846.xml"/><Relationship Id="rId123" Type="http://schemas.openxmlformats.org/officeDocument/2006/relationships/image" Target="../media/image853.png"/><Relationship Id="rId144" Type="http://schemas.openxmlformats.org/officeDocument/2006/relationships/customXml" Target="../ink/ink867.xml"/><Relationship Id="rId90" Type="http://schemas.openxmlformats.org/officeDocument/2006/relationships/customXml" Target="../ink/ink840.xml"/><Relationship Id="rId165" Type="http://schemas.openxmlformats.org/officeDocument/2006/relationships/image" Target="../media/image874.png"/><Relationship Id="rId186" Type="http://schemas.openxmlformats.org/officeDocument/2006/relationships/customXml" Target="../ink/ink888.xml"/><Relationship Id="rId211" Type="http://schemas.openxmlformats.org/officeDocument/2006/relationships/image" Target="../media/image896.png"/><Relationship Id="rId232" Type="http://schemas.openxmlformats.org/officeDocument/2006/relationships/customXml" Target="../ink/ink911.xml"/><Relationship Id="rId27" Type="http://schemas.openxmlformats.org/officeDocument/2006/relationships/image" Target="../media/image805.png"/><Relationship Id="rId48" Type="http://schemas.openxmlformats.org/officeDocument/2006/relationships/customXml" Target="../ink/ink819.xml"/><Relationship Id="rId69" Type="http://schemas.openxmlformats.org/officeDocument/2006/relationships/image" Target="../media/image826.png"/><Relationship Id="rId113" Type="http://schemas.openxmlformats.org/officeDocument/2006/relationships/image" Target="../media/image848.png"/><Relationship Id="rId134" Type="http://schemas.openxmlformats.org/officeDocument/2006/relationships/customXml" Target="../ink/ink862.xml"/><Relationship Id="rId80" Type="http://schemas.openxmlformats.org/officeDocument/2006/relationships/customXml" Target="../ink/ink835.xml"/><Relationship Id="rId155" Type="http://schemas.openxmlformats.org/officeDocument/2006/relationships/image" Target="../media/image869.png"/><Relationship Id="rId176" Type="http://schemas.openxmlformats.org/officeDocument/2006/relationships/customXml" Target="../ink/ink883.xml"/><Relationship Id="rId197" Type="http://schemas.openxmlformats.org/officeDocument/2006/relationships/image" Target="../media/image889.png"/><Relationship Id="rId201" Type="http://schemas.openxmlformats.org/officeDocument/2006/relationships/image" Target="../media/image891.png"/><Relationship Id="rId222" Type="http://schemas.openxmlformats.org/officeDocument/2006/relationships/customXml" Target="../ink/ink906.xml"/><Relationship Id="rId17" Type="http://schemas.openxmlformats.org/officeDocument/2006/relationships/image" Target="../media/image800.png"/><Relationship Id="rId38" Type="http://schemas.openxmlformats.org/officeDocument/2006/relationships/customXml" Target="../ink/ink814.xml"/><Relationship Id="rId59" Type="http://schemas.openxmlformats.org/officeDocument/2006/relationships/image" Target="../media/image821.png"/><Relationship Id="rId103" Type="http://schemas.openxmlformats.org/officeDocument/2006/relationships/image" Target="../media/image843.png"/><Relationship Id="rId124" Type="http://schemas.openxmlformats.org/officeDocument/2006/relationships/customXml" Target="../ink/ink857.xml"/><Relationship Id="rId70" Type="http://schemas.openxmlformats.org/officeDocument/2006/relationships/customXml" Target="../ink/ink830.xml"/><Relationship Id="rId91" Type="http://schemas.openxmlformats.org/officeDocument/2006/relationships/image" Target="../media/image837.png"/><Relationship Id="rId145" Type="http://schemas.openxmlformats.org/officeDocument/2006/relationships/image" Target="../media/image864.png"/><Relationship Id="rId166" Type="http://schemas.openxmlformats.org/officeDocument/2006/relationships/customXml" Target="../ink/ink878.xml"/><Relationship Id="rId187" Type="http://schemas.openxmlformats.org/officeDocument/2006/relationships/image" Target="../media/image88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01.xml"/><Relationship Id="rId233" Type="http://schemas.openxmlformats.org/officeDocument/2006/relationships/image" Target="../media/image907.png"/><Relationship Id="rId28" Type="http://schemas.openxmlformats.org/officeDocument/2006/relationships/customXml" Target="../ink/ink809.xml"/><Relationship Id="rId49" Type="http://schemas.openxmlformats.org/officeDocument/2006/relationships/image" Target="../media/image816.png"/><Relationship Id="rId114" Type="http://schemas.openxmlformats.org/officeDocument/2006/relationships/customXml" Target="../ink/ink852.xml"/><Relationship Id="rId60" Type="http://schemas.openxmlformats.org/officeDocument/2006/relationships/customXml" Target="../ink/ink825.xml"/><Relationship Id="rId81" Type="http://schemas.openxmlformats.org/officeDocument/2006/relationships/image" Target="../media/image832.png"/><Relationship Id="rId135" Type="http://schemas.openxmlformats.org/officeDocument/2006/relationships/image" Target="../media/image859.png"/><Relationship Id="rId156" Type="http://schemas.openxmlformats.org/officeDocument/2006/relationships/customXml" Target="../ink/ink873.xml"/><Relationship Id="rId177" Type="http://schemas.openxmlformats.org/officeDocument/2006/relationships/image" Target="../media/image370.png"/><Relationship Id="rId198" Type="http://schemas.openxmlformats.org/officeDocument/2006/relationships/customXml" Target="../ink/ink894.xml"/><Relationship Id="rId202" Type="http://schemas.openxmlformats.org/officeDocument/2006/relationships/customXml" Target="../ink/ink896.xml"/><Relationship Id="rId223" Type="http://schemas.openxmlformats.org/officeDocument/2006/relationships/image" Target="../media/image902.png"/><Relationship Id="rId18" Type="http://schemas.openxmlformats.org/officeDocument/2006/relationships/customXml" Target="../ink/ink804.xml"/><Relationship Id="rId39" Type="http://schemas.openxmlformats.org/officeDocument/2006/relationships/image" Target="../media/image811.png"/><Relationship Id="rId50" Type="http://schemas.openxmlformats.org/officeDocument/2006/relationships/customXml" Target="../ink/ink820.xml"/><Relationship Id="rId104" Type="http://schemas.openxmlformats.org/officeDocument/2006/relationships/customXml" Target="../ink/ink847.xml"/><Relationship Id="rId125" Type="http://schemas.openxmlformats.org/officeDocument/2006/relationships/image" Target="../media/image854.png"/><Relationship Id="rId146" Type="http://schemas.openxmlformats.org/officeDocument/2006/relationships/customXml" Target="../ink/ink868.xml"/><Relationship Id="rId167" Type="http://schemas.openxmlformats.org/officeDocument/2006/relationships/image" Target="../media/image875.png"/><Relationship Id="rId188" Type="http://schemas.openxmlformats.org/officeDocument/2006/relationships/customXml" Target="../ink/ink889.xml"/><Relationship Id="rId71" Type="http://schemas.openxmlformats.org/officeDocument/2006/relationships/image" Target="../media/image827.png"/><Relationship Id="rId92" Type="http://schemas.openxmlformats.org/officeDocument/2006/relationships/customXml" Target="../ink/ink841.xml"/><Relationship Id="rId213" Type="http://schemas.openxmlformats.org/officeDocument/2006/relationships/image" Target="../media/image897.png"/><Relationship Id="rId234" Type="http://schemas.openxmlformats.org/officeDocument/2006/relationships/customXml" Target="../ink/ink912.xml"/><Relationship Id="rId2" Type="http://schemas.openxmlformats.org/officeDocument/2006/relationships/customXml" Target="../ink/ink796.xml"/><Relationship Id="rId29" Type="http://schemas.openxmlformats.org/officeDocument/2006/relationships/image" Target="../media/image806.png"/><Relationship Id="rId40" Type="http://schemas.openxmlformats.org/officeDocument/2006/relationships/customXml" Target="../ink/ink815.xml"/><Relationship Id="rId115" Type="http://schemas.openxmlformats.org/officeDocument/2006/relationships/image" Target="../media/image849.png"/><Relationship Id="rId136" Type="http://schemas.openxmlformats.org/officeDocument/2006/relationships/customXml" Target="../ink/ink863.xml"/><Relationship Id="rId157" Type="http://schemas.openxmlformats.org/officeDocument/2006/relationships/image" Target="../media/image870.png"/><Relationship Id="rId178" Type="http://schemas.openxmlformats.org/officeDocument/2006/relationships/customXml" Target="../ink/ink884.xml"/><Relationship Id="rId61" Type="http://schemas.openxmlformats.org/officeDocument/2006/relationships/image" Target="../media/image822.png"/><Relationship Id="rId82" Type="http://schemas.openxmlformats.org/officeDocument/2006/relationships/customXml" Target="../ink/ink836.xml"/><Relationship Id="rId199" Type="http://schemas.openxmlformats.org/officeDocument/2006/relationships/image" Target="../media/image890.png"/><Relationship Id="rId203" Type="http://schemas.openxmlformats.org/officeDocument/2006/relationships/image" Target="../media/image892.png"/><Relationship Id="rId19" Type="http://schemas.openxmlformats.org/officeDocument/2006/relationships/image" Target="../media/image801.png"/><Relationship Id="rId224" Type="http://schemas.openxmlformats.org/officeDocument/2006/relationships/customXml" Target="../ink/ink907.xml"/><Relationship Id="rId30" Type="http://schemas.openxmlformats.org/officeDocument/2006/relationships/customXml" Target="../ink/ink810.xml"/><Relationship Id="rId105" Type="http://schemas.openxmlformats.org/officeDocument/2006/relationships/image" Target="../media/image844.png"/><Relationship Id="rId126" Type="http://schemas.openxmlformats.org/officeDocument/2006/relationships/customXml" Target="../ink/ink858.xml"/><Relationship Id="rId147" Type="http://schemas.openxmlformats.org/officeDocument/2006/relationships/image" Target="../media/image865.png"/><Relationship Id="rId168" Type="http://schemas.openxmlformats.org/officeDocument/2006/relationships/customXml" Target="../ink/ink879.xml"/><Relationship Id="rId51" Type="http://schemas.openxmlformats.org/officeDocument/2006/relationships/image" Target="../media/image817.png"/><Relationship Id="rId72" Type="http://schemas.openxmlformats.org/officeDocument/2006/relationships/customXml" Target="../ink/ink831.xml"/><Relationship Id="rId93" Type="http://schemas.openxmlformats.org/officeDocument/2006/relationships/image" Target="../media/image838.png"/><Relationship Id="rId189" Type="http://schemas.openxmlformats.org/officeDocument/2006/relationships/image" Target="../media/image885.png"/><Relationship Id="rId3" Type="http://schemas.openxmlformats.org/officeDocument/2006/relationships/image" Target="../media/image793.png"/><Relationship Id="rId214" Type="http://schemas.openxmlformats.org/officeDocument/2006/relationships/customXml" Target="../ink/ink902.xml"/><Relationship Id="rId235" Type="http://schemas.openxmlformats.org/officeDocument/2006/relationships/image" Target="../media/image908.png"/><Relationship Id="rId116" Type="http://schemas.openxmlformats.org/officeDocument/2006/relationships/customXml" Target="../ink/ink853.xml"/><Relationship Id="rId137" Type="http://schemas.openxmlformats.org/officeDocument/2006/relationships/image" Target="../media/image860.png"/><Relationship Id="rId158" Type="http://schemas.openxmlformats.org/officeDocument/2006/relationships/customXml" Target="../ink/ink874.xml"/><Relationship Id="rId20" Type="http://schemas.openxmlformats.org/officeDocument/2006/relationships/customXml" Target="../ink/ink805.xml"/><Relationship Id="rId41" Type="http://schemas.openxmlformats.org/officeDocument/2006/relationships/image" Target="../media/image812.png"/><Relationship Id="rId62" Type="http://schemas.openxmlformats.org/officeDocument/2006/relationships/customXml" Target="../ink/ink826.xml"/><Relationship Id="rId83" Type="http://schemas.openxmlformats.org/officeDocument/2006/relationships/image" Target="../media/image833.png"/><Relationship Id="rId179" Type="http://schemas.openxmlformats.org/officeDocument/2006/relationships/image" Target="../media/image8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04F7-FFE3-DB41-9569-E6B8AE2039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E8453-CEAA-38A4-3ABA-6AC9B065D0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35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EE06E1-9AAB-2742-148F-491A62A67DAC}"/>
                  </a:ext>
                </a:extLst>
              </p14:cNvPr>
              <p14:cNvContentPartPr/>
              <p14:nvPr/>
            </p14:nvContentPartPr>
            <p14:xfrm>
              <a:off x="322353" y="482335"/>
              <a:ext cx="201240" cy="144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EE06E1-9AAB-2742-148F-491A62A67D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033" y="478015"/>
                <a:ext cx="2098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04C823-C1AB-B85F-99E7-DB6DC28A6885}"/>
                  </a:ext>
                </a:extLst>
              </p14:cNvPr>
              <p14:cNvContentPartPr/>
              <p14:nvPr/>
            </p14:nvContentPartPr>
            <p14:xfrm>
              <a:off x="2219913" y="351295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04C823-C1AB-B85F-99E7-DB6DC28A68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01913" y="33329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878888-F41E-48BA-6F75-293CCD71E950}"/>
              </a:ext>
            </a:extLst>
          </p:cNvPr>
          <p:cNvGrpSpPr/>
          <p:nvPr/>
        </p:nvGrpSpPr>
        <p:grpSpPr>
          <a:xfrm>
            <a:off x="137673" y="448495"/>
            <a:ext cx="1125360" cy="528480"/>
            <a:chOff x="137673" y="448495"/>
            <a:chExt cx="112536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10E61E-A66D-90DE-9E3B-FDFFE3A78609}"/>
                    </a:ext>
                  </a:extLst>
                </p14:cNvPr>
                <p14:cNvContentPartPr/>
                <p14:nvPr/>
              </p14:nvContentPartPr>
              <p14:xfrm>
                <a:off x="137673" y="448495"/>
                <a:ext cx="380880" cy="528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10E61E-A66D-90DE-9E3B-FDFFE3A7860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673" y="430495"/>
                  <a:ext cx="4165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593BD6-0BF2-79C5-5C1C-7489A3400812}"/>
                    </a:ext>
                  </a:extLst>
                </p14:cNvPr>
                <p14:cNvContentPartPr/>
                <p14:nvPr/>
              </p14:nvContentPartPr>
              <p14:xfrm>
                <a:off x="437913" y="547855"/>
                <a:ext cx="825120" cy="403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593BD6-0BF2-79C5-5C1C-7489A34008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9913" y="529855"/>
                  <a:ext cx="86076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8413E4-7AA8-147C-ED58-71C68B108446}"/>
              </a:ext>
            </a:extLst>
          </p:cNvPr>
          <p:cNvGrpSpPr/>
          <p:nvPr/>
        </p:nvGrpSpPr>
        <p:grpSpPr>
          <a:xfrm>
            <a:off x="1766673" y="559015"/>
            <a:ext cx="744480" cy="354960"/>
            <a:chOff x="1766673" y="559015"/>
            <a:chExt cx="74448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7CB4E2F-749D-B170-690D-6B14EDEAA010}"/>
                    </a:ext>
                  </a:extLst>
                </p14:cNvPr>
                <p14:cNvContentPartPr/>
                <p14:nvPr/>
              </p14:nvContentPartPr>
              <p14:xfrm>
                <a:off x="1766673" y="559015"/>
                <a:ext cx="744480" cy="354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7CB4E2F-749D-B170-690D-6B14EDEAA01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8673" y="541015"/>
                  <a:ext cx="7801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AC1517-0310-656F-A577-78D9D9442C07}"/>
                    </a:ext>
                  </a:extLst>
                </p14:cNvPr>
                <p14:cNvContentPartPr/>
                <p14:nvPr/>
              </p14:nvContentPartPr>
              <p14:xfrm>
                <a:off x="1933353" y="661615"/>
                <a:ext cx="210960" cy="32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AC1517-0310-656F-A577-78D9D9442C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15713" y="643615"/>
                  <a:ext cx="2466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C1A0FA-C8B4-9295-B384-20A9CA429BE4}"/>
              </a:ext>
            </a:extLst>
          </p:cNvPr>
          <p:cNvGrpSpPr/>
          <p:nvPr/>
        </p:nvGrpSpPr>
        <p:grpSpPr>
          <a:xfrm>
            <a:off x="5699673" y="484855"/>
            <a:ext cx="5739120" cy="1046520"/>
            <a:chOff x="5699673" y="484855"/>
            <a:chExt cx="5739120" cy="10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4226980-439F-B7B6-B685-7CDCAF019B8A}"/>
                    </a:ext>
                  </a:extLst>
                </p14:cNvPr>
                <p14:cNvContentPartPr/>
                <p14:nvPr/>
              </p14:nvContentPartPr>
              <p14:xfrm>
                <a:off x="5699673" y="545335"/>
                <a:ext cx="154440" cy="410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4226980-439F-B7B6-B685-7CDCAF019B8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82033" y="527335"/>
                  <a:ext cx="1900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B918B9-B7DE-3CE8-1534-CB6718C8A076}"/>
                    </a:ext>
                  </a:extLst>
                </p14:cNvPr>
                <p14:cNvContentPartPr/>
                <p14:nvPr/>
              </p14:nvContentPartPr>
              <p14:xfrm>
                <a:off x="5915313" y="805975"/>
                <a:ext cx="27360" cy="38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B918B9-B7DE-3CE8-1534-CB6718C8A0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97313" y="787975"/>
                  <a:ext cx="63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D51EEBB-A555-BFA9-4131-C9274E087796}"/>
                    </a:ext>
                  </a:extLst>
                </p14:cNvPr>
                <p14:cNvContentPartPr/>
                <p14:nvPr/>
              </p14:nvContentPartPr>
              <p14:xfrm>
                <a:off x="6031233" y="670255"/>
                <a:ext cx="54000" cy="274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D51EEBB-A555-BFA9-4131-C9274E0877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13593" y="652615"/>
                  <a:ext cx="89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D7D33B-0B48-CAAB-5D80-B0DF86096919}"/>
                    </a:ext>
                  </a:extLst>
                </p14:cNvPr>
                <p14:cNvContentPartPr/>
                <p14:nvPr/>
              </p14:nvContentPartPr>
              <p14:xfrm>
                <a:off x="6034473" y="619495"/>
                <a:ext cx="230760" cy="202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D7D33B-0B48-CAAB-5D80-B0DF860969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16473" y="601855"/>
                  <a:ext cx="266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3D82E8-B4AE-D652-0D8F-B63CA2E22FEA}"/>
                    </a:ext>
                  </a:extLst>
                </p14:cNvPr>
                <p14:cNvContentPartPr/>
                <p14:nvPr/>
              </p14:nvContentPartPr>
              <p14:xfrm>
                <a:off x="6277833" y="846655"/>
                <a:ext cx="32040" cy="21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3D82E8-B4AE-D652-0D8F-B63CA2E22F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59833" y="828655"/>
                  <a:ext cx="67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C348F2-EDCB-39E5-A826-5202B3BB8C72}"/>
                    </a:ext>
                  </a:extLst>
                </p14:cNvPr>
                <p14:cNvContentPartPr/>
                <p14:nvPr/>
              </p14:nvContentPartPr>
              <p14:xfrm>
                <a:off x="6628833" y="484855"/>
                <a:ext cx="335880" cy="976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C348F2-EDCB-39E5-A826-5202B3BB8C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11193" y="466855"/>
                  <a:ext cx="371520" cy="10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E21747-7C5A-6A91-0A72-A711671AC3A2}"/>
                    </a:ext>
                  </a:extLst>
                </p14:cNvPr>
                <p14:cNvContentPartPr/>
                <p14:nvPr/>
              </p14:nvContentPartPr>
              <p14:xfrm>
                <a:off x="6995673" y="789055"/>
                <a:ext cx="394200" cy="193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E21747-7C5A-6A91-0A72-A711671AC3A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77673" y="771415"/>
                  <a:ext cx="429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660B35A-279C-BB06-2D41-DD5645FD4C63}"/>
                    </a:ext>
                  </a:extLst>
                </p14:cNvPr>
                <p14:cNvContentPartPr/>
                <p14:nvPr/>
              </p14:nvContentPartPr>
              <p14:xfrm>
                <a:off x="7384473" y="628495"/>
                <a:ext cx="195120" cy="348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660B35A-279C-BB06-2D41-DD5645FD4C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66833" y="610495"/>
                  <a:ext cx="2307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681825-40D8-7C75-51DA-D928489CCEE1}"/>
                    </a:ext>
                  </a:extLst>
                </p14:cNvPr>
                <p14:cNvContentPartPr/>
                <p14:nvPr/>
              </p14:nvContentPartPr>
              <p14:xfrm>
                <a:off x="7624593" y="627055"/>
                <a:ext cx="67320" cy="342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681825-40D8-7C75-51DA-D928489CCE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06953" y="609415"/>
                  <a:ext cx="1029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7832360-160B-F237-D625-0CCFF6DFAAFE}"/>
                    </a:ext>
                  </a:extLst>
                </p14:cNvPr>
                <p14:cNvContentPartPr/>
                <p14:nvPr/>
              </p14:nvContentPartPr>
              <p14:xfrm>
                <a:off x="7747713" y="781855"/>
                <a:ext cx="167400" cy="181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7832360-160B-F237-D625-0CCFF6DFAA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29713" y="764215"/>
                  <a:ext cx="203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C20DCB-0877-1176-55F8-5A8DEF5B160F}"/>
                    </a:ext>
                  </a:extLst>
                </p14:cNvPr>
                <p14:cNvContentPartPr/>
                <p14:nvPr/>
              </p14:nvContentPartPr>
              <p14:xfrm>
                <a:off x="7956873" y="786535"/>
                <a:ext cx="354600" cy="182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C20DCB-0877-1176-55F8-5A8DEF5B160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39233" y="768895"/>
                  <a:ext cx="390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18E00E-CDED-988E-A6CF-6B79010D87A1}"/>
                    </a:ext>
                  </a:extLst>
                </p14:cNvPr>
                <p14:cNvContentPartPr/>
                <p14:nvPr/>
              </p14:nvContentPartPr>
              <p14:xfrm>
                <a:off x="8631513" y="789055"/>
                <a:ext cx="889200" cy="670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18E00E-CDED-988E-A6CF-6B79010D87A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13513" y="771055"/>
                  <a:ext cx="92484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8D05724-410A-E32D-CFF4-A9339E578E65}"/>
                    </a:ext>
                  </a:extLst>
                </p14:cNvPr>
                <p14:cNvContentPartPr/>
                <p14:nvPr/>
              </p14:nvContentPartPr>
              <p14:xfrm>
                <a:off x="9338553" y="774295"/>
                <a:ext cx="262440" cy="732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8D05724-410A-E32D-CFF4-A9339E578E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20553" y="756295"/>
                  <a:ext cx="29808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C6C1D6-DE08-CA30-515C-345227AB7063}"/>
                    </a:ext>
                  </a:extLst>
                </p14:cNvPr>
                <p14:cNvContentPartPr/>
                <p14:nvPr/>
              </p14:nvContentPartPr>
              <p14:xfrm>
                <a:off x="9460953" y="649735"/>
                <a:ext cx="657720" cy="366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C6C1D6-DE08-CA30-515C-345227AB70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42953" y="631735"/>
                  <a:ext cx="6933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B141FD-86D2-4D7B-183E-23942791A406}"/>
                    </a:ext>
                  </a:extLst>
                </p14:cNvPr>
                <p14:cNvContentPartPr/>
                <p14:nvPr/>
              </p14:nvContentPartPr>
              <p14:xfrm>
                <a:off x="10088793" y="649375"/>
                <a:ext cx="45720" cy="47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B141FD-86D2-4D7B-183E-23942791A4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70793" y="631735"/>
                  <a:ext cx="81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A5A9BC6-9EB6-09BC-A0C7-7704F7AF1204}"/>
                    </a:ext>
                  </a:extLst>
                </p14:cNvPr>
                <p14:cNvContentPartPr/>
                <p14:nvPr/>
              </p14:nvContentPartPr>
              <p14:xfrm>
                <a:off x="10106073" y="842695"/>
                <a:ext cx="181440" cy="166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A5A9BC6-9EB6-09BC-A0C7-7704F7AF12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88073" y="825055"/>
                  <a:ext cx="217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4261ECF-0F6A-BDAD-619D-5B32AF691E47}"/>
                    </a:ext>
                  </a:extLst>
                </p14:cNvPr>
                <p14:cNvContentPartPr/>
                <p14:nvPr/>
              </p14:nvContentPartPr>
              <p14:xfrm>
                <a:off x="10296513" y="611935"/>
                <a:ext cx="781920" cy="919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4261ECF-0F6A-BDAD-619D-5B32AF691E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78513" y="594295"/>
                  <a:ext cx="817560" cy="9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C08EE3-A3DE-274B-21C1-03E52FA9DFC9}"/>
                    </a:ext>
                  </a:extLst>
                </p14:cNvPr>
                <p14:cNvContentPartPr/>
                <p14:nvPr/>
              </p14:nvContentPartPr>
              <p14:xfrm>
                <a:off x="11414673" y="1004335"/>
                <a:ext cx="24120" cy="20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C08EE3-A3DE-274B-21C1-03E52FA9DFC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397033" y="986335"/>
                  <a:ext cx="597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D00B28-8163-95C3-4A5D-6A7B721B06AF}"/>
              </a:ext>
            </a:extLst>
          </p:cNvPr>
          <p:cNvGrpSpPr/>
          <p:nvPr/>
        </p:nvGrpSpPr>
        <p:grpSpPr>
          <a:xfrm>
            <a:off x="3014433" y="563335"/>
            <a:ext cx="2168280" cy="1411200"/>
            <a:chOff x="3014433" y="563335"/>
            <a:chExt cx="2168280" cy="14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4824C6-0D5C-E2E8-D6C2-CB5E0821C5E1}"/>
                    </a:ext>
                  </a:extLst>
                </p14:cNvPr>
                <p14:cNvContentPartPr/>
                <p14:nvPr/>
              </p14:nvContentPartPr>
              <p14:xfrm>
                <a:off x="3014433" y="563335"/>
                <a:ext cx="969840" cy="1053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4824C6-0D5C-E2E8-D6C2-CB5E0821C5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96433" y="545695"/>
                  <a:ext cx="1005480" cy="10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308EE7-EA97-76BB-9E37-E3F749AD7E9F}"/>
                    </a:ext>
                  </a:extLst>
                </p14:cNvPr>
                <p14:cNvContentPartPr/>
                <p14:nvPr/>
              </p14:nvContentPartPr>
              <p14:xfrm>
                <a:off x="4025673" y="843775"/>
                <a:ext cx="128160" cy="189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308EE7-EA97-76BB-9E37-E3F749AD7E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08033" y="825775"/>
                  <a:ext cx="163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8099824-AF3C-437C-54E7-71B4B1DE634A}"/>
                    </a:ext>
                  </a:extLst>
                </p14:cNvPr>
                <p14:cNvContentPartPr/>
                <p14:nvPr/>
              </p14:nvContentPartPr>
              <p14:xfrm>
                <a:off x="4281993" y="794095"/>
                <a:ext cx="900720" cy="739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8099824-AF3C-437C-54E7-71B4B1DE63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63993" y="776095"/>
                  <a:ext cx="93636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B2BB5F-AA2B-2BB0-A7FF-A1139DAF1131}"/>
                    </a:ext>
                  </a:extLst>
                </p14:cNvPr>
                <p14:cNvContentPartPr/>
                <p14:nvPr/>
              </p14:nvContentPartPr>
              <p14:xfrm>
                <a:off x="4625793" y="655495"/>
                <a:ext cx="131040" cy="27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B2BB5F-AA2B-2BB0-A7FF-A1139DAF11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07793" y="637855"/>
                  <a:ext cx="166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C87C43-90D2-2106-5432-ACD78E15BA7B}"/>
                    </a:ext>
                  </a:extLst>
                </p14:cNvPr>
                <p14:cNvContentPartPr/>
                <p14:nvPr/>
              </p14:nvContentPartPr>
              <p14:xfrm>
                <a:off x="3747033" y="1684015"/>
                <a:ext cx="452160" cy="255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C87C43-90D2-2106-5432-ACD78E15BA7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29393" y="1666015"/>
                  <a:ext cx="4878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1A6116-76E7-2CF5-34A6-529B78DAAAE3}"/>
                    </a:ext>
                  </a:extLst>
                </p14:cNvPr>
                <p14:cNvContentPartPr/>
                <p14:nvPr/>
              </p14:nvContentPartPr>
              <p14:xfrm>
                <a:off x="4116033" y="1673935"/>
                <a:ext cx="53640" cy="33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1A6116-76E7-2CF5-34A6-529B78DAAA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98033" y="1655935"/>
                  <a:ext cx="89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2D0FCDB-C77E-BE42-21B0-D1E0FB93713B}"/>
                    </a:ext>
                  </a:extLst>
                </p14:cNvPr>
                <p14:cNvContentPartPr/>
                <p14:nvPr/>
              </p14:nvContentPartPr>
              <p14:xfrm>
                <a:off x="4209273" y="1808575"/>
                <a:ext cx="170640" cy="158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2D0FCDB-C77E-BE42-21B0-D1E0FB9371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91633" y="1790935"/>
                  <a:ext cx="206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441FD93-CC8C-3E5E-7F72-71FEEC80CD7E}"/>
                    </a:ext>
                  </a:extLst>
                </p14:cNvPr>
                <p14:cNvContentPartPr/>
                <p14:nvPr/>
              </p14:nvContentPartPr>
              <p14:xfrm>
                <a:off x="4509153" y="1657735"/>
                <a:ext cx="246600" cy="316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441FD93-CC8C-3E5E-7F72-71FEEC80CD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91513" y="1640095"/>
                  <a:ext cx="2822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4CA8A3-CB78-8FEA-825E-D9F5C46731AC}"/>
                    </a:ext>
                  </a:extLst>
                </p14:cNvPr>
                <p14:cNvContentPartPr/>
                <p14:nvPr/>
              </p14:nvContentPartPr>
              <p14:xfrm>
                <a:off x="4978233" y="1803175"/>
                <a:ext cx="118080" cy="6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4CA8A3-CB78-8FEA-825E-D9F5C46731A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60593" y="1785175"/>
                  <a:ext cx="153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6BCEF29-2848-32F5-A0E5-D5BC8EBA5680}"/>
                    </a:ext>
                  </a:extLst>
                </p14:cNvPr>
                <p14:cNvContentPartPr/>
                <p14:nvPr/>
              </p14:nvContentPartPr>
              <p14:xfrm>
                <a:off x="4955193" y="1867255"/>
                <a:ext cx="183240" cy="30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6BCEF29-2848-32F5-A0E5-D5BC8EBA568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37193" y="1849255"/>
                  <a:ext cx="2188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3C3E3E0-1846-5591-1BAA-36ED480E2C53}"/>
              </a:ext>
            </a:extLst>
          </p:cNvPr>
          <p:cNvGrpSpPr/>
          <p:nvPr/>
        </p:nvGrpSpPr>
        <p:grpSpPr>
          <a:xfrm>
            <a:off x="5723433" y="1563775"/>
            <a:ext cx="2055600" cy="528480"/>
            <a:chOff x="5723433" y="1563775"/>
            <a:chExt cx="205560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829849-5C80-B451-7E9C-EF63C82407C5}"/>
                    </a:ext>
                  </a:extLst>
                </p14:cNvPr>
                <p14:cNvContentPartPr/>
                <p14:nvPr/>
              </p14:nvContentPartPr>
              <p14:xfrm>
                <a:off x="5723433" y="1563775"/>
                <a:ext cx="258120" cy="369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829849-5C80-B451-7E9C-EF63C82407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05433" y="1546135"/>
                  <a:ext cx="29376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670042E-07D4-E37A-3C81-143BBAC100A5}"/>
                    </a:ext>
                  </a:extLst>
                </p14:cNvPr>
                <p14:cNvContentPartPr/>
                <p14:nvPr/>
              </p14:nvContentPartPr>
              <p14:xfrm>
                <a:off x="5963553" y="1771135"/>
                <a:ext cx="216360" cy="169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70042E-07D4-E37A-3C81-143BBAC100A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45553" y="1753495"/>
                  <a:ext cx="252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7719043-DFA5-1798-5077-653C69BCCF4E}"/>
                    </a:ext>
                  </a:extLst>
                </p14:cNvPr>
                <p14:cNvContentPartPr/>
                <p14:nvPr/>
              </p14:nvContentPartPr>
              <p14:xfrm>
                <a:off x="6277833" y="1897855"/>
                <a:ext cx="43200" cy="194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7719043-DFA5-1798-5077-653C69BCCF4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59833" y="1879855"/>
                  <a:ext cx="78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B04A644-FDF1-09E5-4148-5F5C50FCC7E1}"/>
                    </a:ext>
                  </a:extLst>
                </p14:cNvPr>
                <p14:cNvContentPartPr/>
                <p14:nvPr/>
              </p14:nvContentPartPr>
              <p14:xfrm>
                <a:off x="6457113" y="1765735"/>
                <a:ext cx="211320" cy="224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B04A644-FDF1-09E5-4148-5F5C50FCC7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39473" y="1748095"/>
                  <a:ext cx="2469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34EB966-1140-3B4F-0FBE-2B91D24EA937}"/>
                    </a:ext>
                  </a:extLst>
                </p14:cNvPr>
                <p14:cNvContentPartPr/>
                <p14:nvPr/>
              </p14:nvContentPartPr>
              <p14:xfrm>
                <a:off x="6806313" y="1661695"/>
                <a:ext cx="330840" cy="284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34EB966-1140-3B4F-0FBE-2B91D24EA9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88673" y="1643695"/>
                  <a:ext cx="3664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9682655-44E0-B6BF-8287-71A827E5FC86}"/>
                    </a:ext>
                  </a:extLst>
                </p14:cNvPr>
                <p14:cNvContentPartPr/>
                <p14:nvPr/>
              </p14:nvContentPartPr>
              <p14:xfrm>
                <a:off x="7171713" y="1777615"/>
                <a:ext cx="256680" cy="170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9682655-44E0-B6BF-8287-71A827E5FC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53713" y="1759975"/>
                  <a:ext cx="292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7268A57-92DE-73A6-675B-CFF66D5E67D7}"/>
                    </a:ext>
                  </a:extLst>
                </p14:cNvPr>
                <p14:cNvContentPartPr/>
                <p14:nvPr/>
              </p14:nvContentPartPr>
              <p14:xfrm>
                <a:off x="7458633" y="1908655"/>
                <a:ext cx="320400" cy="178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7268A57-92DE-73A6-675B-CFF66D5E67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40993" y="1891015"/>
                  <a:ext cx="35604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84AD149-9D05-1D59-C939-A6451C4C8F50}"/>
              </a:ext>
            </a:extLst>
          </p:cNvPr>
          <p:cNvGrpSpPr/>
          <p:nvPr/>
        </p:nvGrpSpPr>
        <p:grpSpPr>
          <a:xfrm>
            <a:off x="1522593" y="2431375"/>
            <a:ext cx="1363680" cy="637200"/>
            <a:chOff x="1522593" y="2431375"/>
            <a:chExt cx="136368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C1475FA-E738-DCBC-959E-70D671126B39}"/>
                    </a:ext>
                  </a:extLst>
                </p14:cNvPr>
                <p14:cNvContentPartPr/>
                <p14:nvPr/>
              </p14:nvContentPartPr>
              <p14:xfrm>
                <a:off x="1522593" y="2526775"/>
                <a:ext cx="224280" cy="264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C1475FA-E738-DCBC-959E-70D671126B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04593" y="2509135"/>
                  <a:ext cx="259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71BB39-5AB3-1F40-8E73-E7C3A0DD9B95}"/>
                    </a:ext>
                  </a:extLst>
                </p14:cNvPr>
                <p14:cNvContentPartPr/>
                <p14:nvPr/>
              </p14:nvContentPartPr>
              <p14:xfrm>
                <a:off x="1795833" y="2507695"/>
                <a:ext cx="384480" cy="324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71BB39-5AB3-1F40-8E73-E7C3A0DD9B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78193" y="2489695"/>
                  <a:ext cx="4201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2A94252-0A41-0090-C4EB-DEA51C32E607}"/>
                    </a:ext>
                  </a:extLst>
                </p14:cNvPr>
                <p14:cNvContentPartPr/>
                <p14:nvPr/>
              </p14:nvContentPartPr>
              <p14:xfrm>
                <a:off x="2106513" y="2686255"/>
                <a:ext cx="196560" cy="382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2A94252-0A41-0090-C4EB-DEA51C32E6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88513" y="2668255"/>
                  <a:ext cx="2322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318561-39F9-2A07-3F98-EDF96A7385D2}"/>
                    </a:ext>
                  </a:extLst>
                </p14:cNvPr>
                <p14:cNvContentPartPr/>
                <p14:nvPr/>
              </p14:nvContentPartPr>
              <p14:xfrm>
                <a:off x="2297673" y="2567455"/>
                <a:ext cx="22320" cy="34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318561-39F9-2A07-3F98-EDF96A7385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79673" y="2549815"/>
                  <a:ext cx="5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E900D67-AF6A-A48C-B53E-AD5FBFCE27BF}"/>
                    </a:ext>
                  </a:extLst>
                </p14:cNvPr>
                <p14:cNvContentPartPr/>
                <p14:nvPr/>
              </p14:nvContentPartPr>
              <p14:xfrm>
                <a:off x="2370753" y="2663575"/>
                <a:ext cx="390960" cy="192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E900D67-AF6A-A48C-B53E-AD5FBFCE27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52753" y="2645575"/>
                  <a:ext cx="426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FEDEEA-4411-6889-5D6F-439796EC424F}"/>
                    </a:ext>
                  </a:extLst>
                </p14:cNvPr>
                <p14:cNvContentPartPr/>
                <p14:nvPr/>
              </p14:nvContentPartPr>
              <p14:xfrm>
                <a:off x="2715993" y="2431375"/>
                <a:ext cx="170280" cy="392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FEDEEA-4411-6889-5D6F-439796EC424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98353" y="2413735"/>
                  <a:ext cx="205920" cy="42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C941F4D-D583-8925-443C-1E8915BE8914}"/>
              </a:ext>
            </a:extLst>
          </p:cNvPr>
          <p:cNvGrpSpPr/>
          <p:nvPr/>
        </p:nvGrpSpPr>
        <p:grpSpPr>
          <a:xfrm>
            <a:off x="3470193" y="2477455"/>
            <a:ext cx="474840" cy="374040"/>
            <a:chOff x="3470193" y="2477455"/>
            <a:chExt cx="47484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24C9EA-71C0-CC96-36BD-2D4D6CFB14D2}"/>
                    </a:ext>
                  </a:extLst>
                </p14:cNvPr>
                <p14:cNvContentPartPr/>
                <p14:nvPr/>
              </p14:nvContentPartPr>
              <p14:xfrm>
                <a:off x="3470193" y="2477455"/>
                <a:ext cx="474840" cy="374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24C9EA-71C0-CC96-36BD-2D4D6CFB14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52553" y="2459455"/>
                  <a:ext cx="5104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69E34B9-F09D-0E18-ACD5-DAD83BD0368A}"/>
                    </a:ext>
                  </a:extLst>
                </p14:cNvPr>
                <p14:cNvContentPartPr/>
                <p14:nvPr/>
              </p14:nvContentPartPr>
              <p14:xfrm>
                <a:off x="3594753" y="2566735"/>
                <a:ext cx="295920" cy="3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69E34B9-F09D-0E18-ACD5-DAD83BD0368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77113" y="2548735"/>
                  <a:ext cx="33156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89401C9-3BC1-B304-D314-CE23633DE426}"/>
              </a:ext>
            </a:extLst>
          </p:cNvPr>
          <p:cNvGrpSpPr/>
          <p:nvPr/>
        </p:nvGrpSpPr>
        <p:grpSpPr>
          <a:xfrm>
            <a:off x="4397553" y="2542255"/>
            <a:ext cx="829800" cy="342720"/>
            <a:chOff x="4397553" y="2542255"/>
            <a:chExt cx="82980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A6EDC34-AA47-0F54-99D7-B71170018290}"/>
                    </a:ext>
                  </a:extLst>
                </p14:cNvPr>
                <p14:cNvContentPartPr/>
                <p14:nvPr/>
              </p14:nvContentPartPr>
              <p14:xfrm>
                <a:off x="4495473" y="2542255"/>
                <a:ext cx="731880" cy="342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A6EDC34-AA47-0F54-99D7-B7117001829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77473" y="2524615"/>
                  <a:ext cx="767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927D2DB-20B8-986B-F990-1EE83A7A19FC}"/>
                    </a:ext>
                  </a:extLst>
                </p14:cNvPr>
                <p14:cNvContentPartPr/>
                <p14:nvPr/>
              </p14:nvContentPartPr>
              <p14:xfrm>
                <a:off x="4397553" y="2657815"/>
                <a:ext cx="276120" cy="36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927D2DB-20B8-986B-F990-1EE83A7A19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79553" y="2640175"/>
                  <a:ext cx="31176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7BE7EE4-C716-DD65-5311-C4ACBE19D4C0}"/>
              </a:ext>
            </a:extLst>
          </p:cNvPr>
          <p:cNvGrpSpPr/>
          <p:nvPr/>
        </p:nvGrpSpPr>
        <p:grpSpPr>
          <a:xfrm>
            <a:off x="5793993" y="2440015"/>
            <a:ext cx="1960200" cy="915480"/>
            <a:chOff x="5793993" y="2440015"/>
            <a:chExt cx="1960200" cy="91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3B6F9D7-78CA-274D-C3C4-C833951F9DE8}"/>
                    </a:ext>
                  </a:extLst>
                </p14:cNvPr>
                <p14:cNvContentPartPr/>
                <p14:nvPr/>
              </p14:nvContentPartPr>
              <p14:xfrm>
                <a:off x="5793993" y="2442175"/>
                <a:ext cx="1039680" cy="913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3B6F9D7-78CA-274D-C3C4-C833951F9DE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76353" y="2424175"/>
                  <a:ext cx="107532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546C593-A2CC-3B00-AA15-287F7F2670D5}"/>
                    </a:ext>
                  </a:extLst>
                </p14:cNvPr>
                <p14:cNvContentPartPr/>
                <p14:nvPr/>
              </p14:nvContentPartPr>
              <p14:xfrm>
                <a:off x="6862473" y="2632975"/>
                <a:ext cx="643680" cy="218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546C593-A2CC-3B00-AA15-287F7F2670D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44833" y="2615335"/>
                  <a:ext cx="679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5172D1-C628-BCE0-786D-021860C1CB94}"/>
                    </a:ext>
                  </a:extLst>
                </p14:cNvPr>
                <p14:cNvContentPartPr/>
                <p14:nvPr/>
              </p14:nvContentPartPr>
              <p14:xfrm>
                <a:off x="7484193" y="2707135"/>
                <a:ext cx="270000" cy="609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5172D1-C628-BCE0-786D-021860C1CB9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66553" y="2689135"/>
                  <a:ext cx="30564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114510F-17FC-B05C-7076-6E5D6BB8C220}"/>
                    </a:ext>
                  </a:extLst>
                </p14:cNvPr>
                <p14:cNvContentPartPr/>
                <p14:nvPr/>
              </p14:nvContentPartPr>
              <p14:xfrm>
                <a:off x="7101873" y="2440015"/>
                <a:ext cx="173520" cy="81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114510F-17FC-B05C-7076-6E5D6BB8C2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83873" y="2422375"/>
                  <a:ext cx="20916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0F46186-AF07-8965-0562-73BE87D27B38}"/>
              </a:ext>
            </a:extLst>
          </p:cNvPr>
          <p:cNvGrpSpPr/>
          <p:nvPr/>
        </p:nvGrpSpPr>
        <p:grpSpPr>
          <a:xfrm>
            <a:off x="8234793" y="2271895"/>
            <a:ext cx="2176560" cy="534240"/>
            <a:chOff x="8234793" y="2271895"/>
            <a:chExt cx="2176560" cy="53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3225BFB-6254-6493-4617-86D17C68BE9A}"/>
                    </a:ext>
                  </a:extLst>
                </p14:cNvPr>
                <p14:cNvContentPartPr/>
                <p14:nvPr/>
              </p14:nvContentPartPr>
              <p14:xfrm>
                <a:off x="8234793" y="2272255"/>
                <a:ext cx="1632960" cy="533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3225BFB-6254-6493-4617-86D17C68BE9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16793" y="2254615"/>
                  <a:ext cx="166860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79EC664-AEDC-6EC4-FECC-1694B8F59EBF}"/>
                    </a:ext>
                  </a:extLst>
                </p14:cNvPr>
                <p14:cNvContentPartPr/>
                <p14:nvPr/>
              </p14:nvContentPartPr>
              <p14:xfrm>
                <a:off x="9807993" y="2416255"/>
                <a:ext cx="42120" cy="27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79EC664-AEDC-6EC4-FECC-1694B8F59EB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90353" y="2398615"/>
                  <a:ext cx="77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CE74C5C-84AC-95D3-4F2D-CAFB1A1A7FEB}"/>
                    </a:ext>
                  </a:extLst>
                </p14:cNvPr>
                <p14:cNvContentPartPr/>
                <p14:nvPr/>
              </p14:nvContentPartPr>
              <p14:xfrm>
                <a:off x="9863793" y="2578615"/>
                <a:ext cx="199080" cy="18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CE74C5C-84AC-95D3-4F2D-CAFB1A1A7FE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45793" y="2560975"/>
                  <a:ext cx="234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015F95F-4D8D-5430-E7A6-DA67C460A148}"/>
                    </a:ext>
                  </a:extLst>
                </p14:cNvPr>
                <p14:cNvContentPartPr/>
                <p14:nvPr/>
              </p14:nvContentPartPr>
              <p14:xfrm>
                <a:off x="10148193" y="2271895"/>
                <a:ext cx="263160" cy="502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015F95F-4D8D-5430-E7A6-DA67C460A1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30553" y="2254255"/>
                  <a:ext cx="2988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1E445F-9262-DE82-D493-8232820C0CF6}"/>
                    </a:ext>
                  </a:extLst>
                </p14:cNvPr>
                <p14:cNvContentPartPr/>
                <p14:nvPr/>
              </p14:nvContentPartPr>
              <p14:xfrm>
                <a:off x="9004473" y="2398975"/>
                <a:ext cx="1369440" cy="68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1E445F-9262-DE82-D493-8232820C0C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86473" y="2380975"/>
                  <a:ext cx="140508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5AC0E39-E673-F3D6-C6A5-D43681887EC6}"/>
              </a:ext>
            </a:extLst>
          </p:cNvPr>
          <p:cNvGrpSpPr/>
          <p:nvPr/>
        </p:nvGrpSpPr>
        <p:grpSpPr>
          <a:xfrm>
            <a:off x="3356793" y="3599935"/>
            <a:ext cx="2293200" cy="385560"/>
            <a:chOff x="3356793" y="3599935"/>
            <a:chExt cx="229320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48463F6-BDA5-1997-4C89-61ABB55B0885}"/>
                    </a:ext>
                  </a:extLst>
                </p14:cNvPr>
                <p14:cNvContentPartPr/>
                <p14:nvPr/>
              </p14:nvContentPartPr>
              <p14:xfrm>
                <a:off x="3356793" y="3639175"/>
                <a:ext cx="253800" cy="217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48463F6-BDA5-1997-4C89-61ABB55B08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39153" y="3621175"/>
                  <a:ext cx="2894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F28595B-C963-FCB0-44DD-B6F3AFDED72B}"/>
                    </a:ext>
                  </a:extLst>
                </p14:cNvPr>
                <p14:cNvContentPartPr/>
                <p14:nvPr/>
              </p14:nvContentPartPr>
              <p14:xfrm>
                <a:off x="3678633" y="3732415"/>
                <a:ext cx="63720" cy="253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F28595B-C963-FCB0-44DD-B6F3AFDED72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60633" y="3714415"/>
                  <a:ext cx="993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E569E06-CFA5-76F7-806C-18DCEEFB1804}"/>
                    </a:ext>
                  </a:extLst>
                </p14:cNvPr>
                <p14:cNvContentPartPr/>
                <p14:nvPr/>
              </p14:nvContentPartPr>
              <p14:xfrm>
                <a:off x="3831273" y="3754735"/>
                <a:ext cx="181800" cy="56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E569E06-CFA5-76F7-806C-18DCEEFB18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13633" y="3736735"/>
                  <a:ext cx="217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94400DA-0BDB-DE6A-97EB-474CE0E55A4E}"/>
                    </a:ext>
                  </a:extLst>
                </p14:cNvPr>
                <p14:cNvContentPartPr/>
                <p14:nvPr/>
              </p14:nvContentPartPr>
              <p14:xfrm>
                <a:off x="3889593" y="3679495"/>
                <a:ext cx="24840" cy="235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94400DA-0BDB-DE6A-97EB-474CE0E55A4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71593" y="3661495"/>
                  <a:ext cx="604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C97C12A-35DF-9B71-2885-AA336D6949AD}"/>
                    </a:ext>
                  </a:extLst>
                </p14:cNvPr>
                <p14:cNvContentPartPr/>
                <p14:nvPr/>
              </p14:nvContentPartPr>
              <p14:xfrm>
                <a:off x="4113873" y="3603895"/>
                <a:ext cx="566280" cy="295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C97C12A-35DF-9B71-2885-AA336D6949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96233" y="3586255"/>
                  <a:ext cx="6019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7B73709-C1FB-7269-4835-53F9CEFEC22A}"/>
                    </a:ext>
                  </a:extLst>
                </p14:cNvPr>
                <p14:cNvContentPartPr/>
                <p14:nvPr/>
              </p14:nvContentPartPr>
              <p14:xfrm>
                <a:off x="4761513" y="3599935"/>
                <a:ext cx="572760" cy="351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7B73709-C1FB-7269-4835-53F9CEFEC22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43513" y="3581935"/>
                  <a:ext cx="6084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CFCE7B6-4033-9B4D-9DB8-1A41AD4ECF8C}"/>
                    </a:ext>
                  </a:extLst>
                </p14:cNvPr>
                <p14:cNvContentPartPr/>
                <p14:nvPr/>
              </p14:nvContentPartPr>
              <p14:xfrm>
                <a:off x="5418153" y="3599935"/>
                <a:ext cx="231840" cy="324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CFCE7B6-4033-9B4D-9DB8-1A41AD4ECF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00153" y="3582295"/>
                  <a:ext cx="267480" cy="35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8A345F9-62C7-F2C5-EE5E-7323381EAFBB}"/>
                  </a:ext>
                </a:extLst>
              </p14:cNvPr>
              <p14:cNvContentPartPr/>
              <p14:nvPr/>
            </p14:nvContentPartPr>
            <p14:xfrm>
              <a:off x="4613553" y="4853815"/>
              <a:ext cx="7920" cy="230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8A345F9-62C7-F2C5-EE5E-7323381EAFB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595913" y="4836175"/>
                <a:ext cx="4356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1E40FE0D-18E4-8606-66F3-A27AF26A89AF}"/>
              </a:ext>
            </a:extLst>
          </p:cNvPr>
          <p:cNvGrpSpPr/>
          <p:nvPr/>
        </p:nvGrpSpPr>
        <p:grpSpPr>
          <a:xfrm>
            <a:off x="3329433" y="4353775"/>
            <a:ext cx="2709720" cy="376200"/>
            <a:chOff x="3329433" y="4353775"/>
            <a:chExt cx="270972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35B0C9-B6C8-EDA8-00C7-9E14E3D73683}"/>
                    </a:ext>
                  </a:extLst>
                </p14:cNvPr>
                <p14:cNvContentPartPr/>
                <p14:nvPr/>
              </p14:nvContentPartPr>
              <p14:xfrm>
                <a:off x="3329433" y="4353775"/>
                <a:ext cx="313200" cy="222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35B0C9-B6C8-EDA8-00C7-9E14E3D7368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11433" y="4336135"/>
                  <a:ext cx="348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6FAC3CE-EB23-1F68-EAB4-BFC9C9618A01}"/>
                    </a:ext>
                  </a:extLst>
                </p14:cNvPr>
                <p14:cNvContentPartPr/>
                <p14:nvPr/>
              </p14:nvContentPartPr>
              <p14:xfrm>
                <a:off x="3674673" y="4482295"/>
                <a:ext cx="443160" cy="224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6FAC3CE-EB23-1F68-EAB4-BFC9C9618A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56673" y="4464295"/>
                  <a:ext cx="478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DECA1A-0C07-B80C-37C7-0E4C7CF4A653}"/>
                    </a:ext>
                  </a:extLst>
                </p14:cNvPr>
                <p14:cNvContentPartPr/>
                <p14:nvPr/>
              </p14:nvContentPartPr>
              <p14:xfrm>
                <a:off x="3970953" y="4386535"/>
                <a:ext cx="1335600" cy="343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DECA1A-0C07-B80C-37C7-0E4C7CF4A65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52953" y="4368535"/>
                  <a:ext cx="13712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6D48FCD-DCAC-CF81-E868-9D82601E9E35}"/>
                    </a:ext>
                  </a:extLst>
                </p14:cNvPr>
                <p14:cNvContentPartPr/>
                <p14:nvPr/>
              </p14:nvContentPartPr>
              <p14:xfrm>
                <a:off x="5547033" y="4402015"/>
                <a:ext cx="492120" cy="191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6D48FCD-DCAC-CF81-E868-9D82601E9E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29393" y="4384015"/>
                  <a:ext cx="52776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EE8E889-70AE-E05F-D959-37EF85386C54}"/>
              </a:ext>
            </a:extLst>
          </p:cNvPr>
          <p:cNvGrpSpPr/>
          <p:nvPr/>
        </p:nvGrpSpPr>
        <p:grpSpPr>
          <a:xfrm>
            <a:off x="3486753" y="5168455"/>
            <a:ext cx="2980080" cy="471600"/>
            <a:chOff x="3486753" y="5168455"/>
            <a:chExt cx="298008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CFDF23-CDC4-5E21-AAAC-F831B838208C}"/>
                    </a:ext>
                  </a:extLst>
                </p14:cNvPr>
                <p14:cNvContentPartPr/>
                <p14:nvPr/>
              </p14:nvContentPartPr>
              <p14:xfrm>
                <a:off x="3486753" y="5226415"/>
                <a:ext cx="600480" cy="413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CFDF23-CDC4-5E21-AAAC-F831B838208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69113" y="5208415"/>
                  <a:ext cx="6361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5F58D1-E65D-F909-8B93-CE06989BFC19}"/>
                    </a:ext>
                  </a:extLst>
                </p14:cNvPr>
                <p14:cNvContentPartPr/>
                <p14:nvPr/>
              </p14:nvContentPartPr>
              <p14:xfrm>
                <a:off x="4348593" y="5186095"/>
                <a:ext cx="1157400" cy="389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5F58D1-E65D-F909-8B93-CE06989BFC1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30593" y="5168455"/>
                  <a:ext cx="11930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8671EA4-F131-33A1-D3B5-E16CEF6139CF}"/>
                    </a:ext>
                  </a:extLst>
                </p14:cNvPr>
                <p14:cNvContentPartPr/>
                <p14:nvPr/>
              </p14:nvContentPartPr>
              <p14:xfrm>
                <a:off x="5769153" y="5168455"/>
                <a:ext cx="697680" cy="455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8671EA4-F131-33A1-D3B5-E16CEF6139C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51513" y="5150455"/>
                  <a:ext cx="733320" cy="49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4794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6BCE060-6465-A042-8B90-1C5F9435603F}"/>
              </a:ext>
            </a:extLst>
          </p:cNvPr>
          <p:cNvGrpSpPr/>
          <p:nvPr/>
        </p:nvGrpSpPr>
        <p:grpSpPr>
          <a:xfrm>
            <a:off x="588393" y="455695"/>
            <a:ext cx="2408400" cy="472320"/>
            <a:chOff x="588393" y="455695"/>
            <a:chExt cx="240840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D9E72A-801D-C4A5-9367-A887B9E3FC56}"/>
                    </a:ext>
                  </a:extLst>
                </p14:cNvPr>
                <p14:cNvContentPartPr/>
                <p14:nvPr/>
              </p14:nvContentPartPr>
              <p14:xfrm>
                <a:off x="588393" y="499975"/>
                <a:ext cx="298800" cy="247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D9E72A-801D-C4A5-9367-A887B9E3FC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0753" y="482335"/>
                  <a:ext cx="334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833BA26-62DF-F6F0-7B3D-04CA83CEC87A}"/>
                    </a:ext>
                  </a:extLst>
                </p14:cNvPr>
                <p14:cNvContentPartPr/>
                <p14:nvPr/>
              </p14:nvContentPartPr>
              <p14:xfrm>
                <a:off x="996273" y="661615"/>
                <a:ext cx="24480" cy="189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833BA26-62DF-F6F0-7B3D-04CA83CEC8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8633" y="643615"/>
                  <a:ext cx="60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F08F1C-C475-D4EB-36ED-89AEFC1650AC}"/>
                    </a:ext>
                  </a:extLst>
                </p14:cNvPr>
                <p14:cNvContentPartPr/>
                <p14:nvPr/>
              </p14:nvContentPartPr>
              <p14:xfrm>
                <a:off x="1164753" y="625615"/>
                <a:ext cx="177120" cy="29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F08F1C-C475-D4EB-36ED-89AEFC1650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47113" y="607975"/>
                  <a:ext cx="212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ACFCCD-8E08-A0F4-BCC6-8A951E4529EB}"/>
                    </a:ext>
                  </a:extLst>
                </p14:cNvPr>
                <p14:cNvContentPartPr/>
                <p14:nvPr/>
              </p14:nvContentPartPr>
              <p14:xfrm>
                <a:off x="1242513" y="538855"/>
                <a:ext cx="43200" cy="230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ACFCCD-8E08-A0F4-BCC6-8A951E4529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4513" y="521215"/>
                  <a:ext cx="78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B74B7A-20F9-65DC-5B1B-281A258C8DA1}"/>
                    </a:ext>
                  </a:extLst>
                </p14:cNvPr>
                <p14:cNvContentPartPr/>
                <p14:nvPr/>
              </p14:nvContentPartPr>
              <p14:xfrm>
                <a:off x="1431873" y="471175"/>
                <a:ext cx="181800" cy="342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B74B7A-20F9-65DC-5B1B-281A258C8DA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4233" y="453175"/>
                  <a:ext cx="21744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0AE707C-A56A-E5A3-8563-0BD41FF0A56F}"/>
                    </a:ext>
                  </a:extLst>
                </p14:cNvPr>
                <p14:cNvContentPartPr/>
                <p14:nvPr/>
              </p14:nvContentPartPr>
              <p14:xfrm>
                <a:off x="1735713" y="631015"/>
                <a:ext cx="213480" cy="167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0AE707C-A56A-E5A3-8563-0BD41FF0A5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8073" y="613015"/>
                  <a:ext cx="249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76395C-0E55-3409-29E1-736D7FEA7FC4}"/>
                    </a:ext>
                  </a:extLst>
                </p14:cNvPr>
                <p14:cNvContentPartPr/>
                <p14:nvPr/>
              </p14:nvContentPartPr>
              <p14:xfrm>
                <a:off x="1981233" y="731815"/>
                <a:ext cx="274680" cy="196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76395C-0E55-3409-29E1-736D7FEA7F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63233" y="713815"/>
                  <a:ext cx="310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CC671B0-CFDC-83D1-D0A3-E78C098002B4}"/>
                    </a:ext>
                  </a:extLst>
                </p14:cNvPr>
                <p14:cNvContentPartPr/>
                <p14:nvPr/>
              </p14:nvContentPartPr>
              <p14:xfrm>
                <a:off x="2383713" y="615535"/>
                <a:ext cx="194760" cy="29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CC671B0-CFDC-83D1-D0A3-E78C098002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6073" y="597535"/>
                  <a:ext cx="230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F9C9F3-99A7-A2B5-D854-A3544BD58B6E}"/>
                    </a:ext>
                  </a:extLst>
                </p14:cNvPr>
                <p14:cNvContentPartPr/>
                <p14:nvPr/>
              </p14:nvContentPartPr>
              <p14:xfrm>
                <a:off x="2382633" y="702295"/>
                <a:ext cx="191520" cy="42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F9C9F3-99A7-A2B5-D854-A3544BD58B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64993" y="684655"/>
                  <a:ext cx="227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FBA7587-8061-BA5B-E413-C3F0BF72DB2A}"/>
                    </a:ext>
                  </a:extLst>
                </p14:cNvPr>
                <p14:cNvContentPartPr/>
                <p14:nvPr/>
              </p14:nvContentPartPr>
              <p14:xfrm>
                <a:off x="2784753" y="455695"/>
                <a:ext cx="212040" cy="348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FBA7587-8061-BA5B-E413-C3F0BF72DB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67113" y="437695"/>
                  <a:ext cx="247680" cy="38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66A706-21FE-88CA-9C0C-1ADB643F119F}"/>
              </a:ext>
            </a:extLst>
          </p:cNvPr>
          <p:cNvGrpSpPr/>
          <p:nvPr/>
        </p:nvGrpSpPr>
        <p:grpSpPr>
          <a:xfrm>
            <a:off x="341793" y="1345615"/>
            <a:ext cx="1061640" cy="408600"/>
            <a:chOff x="341793" y="1345615"/>
            <a:chExt cx="106164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359BEC-45C9-E894-90B8-5F4355F5DA10}"/>
                    </a:ext>
                  </a:extLst>
                </p14:cNvPr>
                <p14:cNvContentPartPr/>
                <p14:nvPr/>
              </p14:nvContentPartPr>
              <p14:xfrm>
                <a:off x="341793" y="1347775"/>
                <a:ext cx="209880" cy="178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359BEC-45C9-E894-90B8-5F4355F5DA1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793" y="1330135"/>
                  <a:ext cx="245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30FC2A-FDD7-E3A6-F5EB-AEC40357D71B}"/>
                    </a:ext>
                  </a:extLst>
                </p14:cNvPr>
                <p14:cNvContentPartPr/>
                <p14:nvPr/>
              </p14:nvContentPartPr>
              <p14:xfrm>
                <a:off x="631953" y="1468015"/>
                <a:ext cx="12240" cy="172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30FC2A-FDD7-E3A6-F5EB-AEC40357D71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3953" y="1450375"/>
                  <a:ext cx="47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D4AC94D-D406-B0C2-FEE9-4B28BF99DE15}"/>
                    </a:ext>
                  </a:extLst>
                </p14:cNvPr>
                <p14:cNvContentPartPr/>
                <p14:nvPr/>
              </p14:nvContentPartPr>
              <p14:xfrm>
                <a:off x="780633" y="1422295"/>
                <a:ext cx="88200" cy="4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D4AC94D-D406-B0C2-FEE9-4B28BF99DE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2993" y="1404655"/>
                  <a:ext cx="123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8ECF48-F4FF-F504-A636-53FA611E4B2F}"/>
                    </a:ext>
                  </a:extLst>
                </p14:cNvPr>
                <p14:cNvContentPartPr/>
                <p14:nvPr/>
              </p14:nvContentPartPr>
              <p14:xfrm>
                <a:off x="806553" y="1484935"/>
                <a:ext cx="163440" cy="52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8ECF48-F4FF-F504-A636-53FA611E4B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8553" y="1466935"/>
                  <a:ext cx="199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8959A5-D9B7-E7AE-F24F-48B03AE001A7}"/>
                    </a:ext>
                  </a:extLst>
                </p14:cNvPr>
                <p14:cNvContentPartPr/>
                <p14:nvPr/>
              </p14:nvContentPartPr>
              <p14:xfrm>
                <a:off x="1082313" y="1345615"/>
                <a:ext cx="162360" cy="19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8959A5-D9B7-E7AE-F24F-48B03AE001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4313" y="1327615"/>
                  <a:ext cx="198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F340A6-8B1C-9956-2B96-2CB6ACADA154}"/>
                    </a:ext>
                  </a:extLst>
                </p14:cNvPr>
                <p14:cNvContentPartPr/>
                <p14:nvPr/>
              </p14:nvContentPartPr>
              <p14:xfrm>
                <a:off x="1320273" y="1529575"/>
                <a:ext cx="83160" cy="224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F340A6-8B1C-9956-2B96-2CB6ACADA15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02273" y="1511575"/>
                  <a:ext cx="11880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E86CF3-97E1-A0A0-B48E-6EE0026ED78E}"/>
              </a:ext>
            </a:extLst>
          </p:cNvPr>
          <p:cNvGrpSpPr/>
          <p:nvPr/>
        </p:nvGrpSpPr>
        <p:grpSpPr>
          <a:xfrm>
            <a:off x="1940913" y="1419055"/>
            <a:ext cx="516960" cy="287640"/>
            <a:chOff x="1940913" y="1419055"/>
            <a:chExt cx="51696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499910-BE63-810C-CF3E-283D197B2EA9}"/>
                    </a:ext>
                  </a:extLst>
                </p14:cNvPr>
                <p14:cNvContentPartPr/>
                <p14:nvPr/>
              </p14:nvContentPartPr>
              <p14:xfrm>
                <a:off x="1940913" y="1419055"/>
                <a:ext cx="240480" cy="173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499910-BE63-810C-CF3E-283D197B2E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23273" y="1401055"/>
                  <a:ext cx="276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CE14D2-6A03-52AA-AF49-6CDA180353F4}"/>
                    </a:ext>
                  </a:extLst>
                </p14:cNvPr>
                <p14:cNvContentPartPr/>
                <p14:nvPr/>
              </p14:nvContentPartPr>
              <p14:xfrm>
                <a:off x="2242233" y="1513015"/>
                <a:ext cx="215640" cy="193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CE14D2-6A03-52AA-AF49-6CDA180353F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24593" y="1495015"/>
                  <a:ext cx="25128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949E05-60AE-1DA1-9FD4-BA88544E02EE}"/>
              </a:ext>
            </a:extLst>
          </p:cNvPr>
          <p:cNvGrpSpPr/>
          <p:nvPr/>
        </p:nvGrpSpPr>
        <p:grpSpPr>
          <a:xfrm>
            <a:off x="2667033" y="1405015"/>
            <a:ext cx="192960" cy="112680"/>
            <a:chOff x="2667033" y="1405015"/>
            <a:chExt cx="19296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ACA0C7-115C-4019-20AF-0345943091EC}"/>
                    </a:ext>
                  </a:extLst>
                </p14:cNvPr>
                <p14:cNvContentPartPr/>
                <p14:nvPr/>
              </p14:nvContentPartPr>
              <p14:xfrm>
                <a:off x="2683233" y="1405015"/>
                <a:ext cx="107280" cy="24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ACA0C7-115C-4019-20AF-0345943091E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65233" y="1387015"/>
                  <a:ext cx="142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795717-578F-FE69-73AE-7F3013D3361B}"/>
                    </a:ext>
                  </a:extLst>
                </p14:cNvPr>
                <p14:cNvContentPartPr/>
                <p14:nvPr/>
              </p14:nvContentPartPr>
              <p14:xfrm>
                <a:off x="2667033" y="1456135"/>
                <a:ext cx="192960" cy="61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795717-578F-FE69-73AE-7F3013D336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49033" y="1438495"/>
                  <a:ext cx="22860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9F7215F-C18D-8EBD-CF05-EBEB27001C40}"/>
                  </a:ext>
                </a:extLst>
              </p14:cNvPr>
              <p14:cNvContentPartPr/>
              <p14:nvPr/>
            </p14:nvContentPartPr>
            <p14:xfrm>
              <a:off x="3075633" y="1224655"/>
              <a:ext cx="47880" cy="364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9F7215F-C18D-8EBD-CF05-EBEB27001C4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57633" y="1206655"/>
                <a:ext cx="83520" cy="39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3185926-2B61-C398-57EA-FDCC7E311A6C}"/>
              </a:ext>
            </a:extLst>
          </p:cNvPr>
          <p:cNvGrpSpPr/>
          <p:nvPr/>
        </p:nvGrpSpPr>
        <p:grpSpPr>
          <a:xfrm>
            <a:off x="286353" y="2077135"/>
            <a:ext cx="1248840" cy="493560"/>
            <a:chOff x="286353" y="2077135"/>
            <a:chExt cx="1248840" cy="4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0F00996-B1C0-36CF-D626-E4CE24E2BC33}"/>
                    </a:ext>
                  </a:extLst>
                </p14:cNvPr>
                <p14:cNvContentPartPr/>
                <p14:nvPr/>
              </p14:nvContentPartPr>
              <p14:xfrm>
                <a:off x="286353" y="2122135"/>
                <a:ext cx="265680" cy="20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0F00996-B1C0-36CF-D626-E4CE24E2BC3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8713" y="2104135"/>
                  <a:ext cx="3013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2DA23A-E107-F808-EDB5-8734167EF761}"/>
                    </a:ext>
                  </a:extLst>
                </p14:cNvPr>
                <p14:cNvContentPartPr/>
                <p14:nvPr/>
              </p14:nvContentPartPr>
              <p14:xfrm>
                <a:off x="535113" y="2299255"/>
                <a:ext cx="164880" cy="208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2DA23A-E107-F808-EDB5-8734167EF7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7473" y="2281255"/>
                  <a:ext cx="200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641D0C5-4DAA-1341-4C34-40F2EEA79F69}"/>
                    </a:ext>
                  </a:extLst>
                </p14:cNvPr>
                <p14:cNvContentPartPr/>
                <p14:nvPr/>
              </p14:nvContentPartPr>
              <p14:xfrm>
                <a:off x="823473" y="2184415"/>
                <a:ext cx="113040" cy="49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641D0C5-4DAA-1341-4C34-40F2EEA79F6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5473" y="2166775"/>
                  <a:ext cx="148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2BFB97-0535-58C9-43FA-4EDF9AA11285}"/>
                    </a:ext>
                  </a:extLst>
                </p14:cNvPr>
                <p14:cNvContentPartPr/>
                <p14:nvPr/>
              </p14:nvContentPartPr>
              <p14:xfrm>
                <a:off x="854073" y="2238055"/>
                <a:ext cx="148320" cy="76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2BFB97-0535-58C9-43FA-4EDF9AA112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6073" y="2220055"/>
                  <a:ext cx="183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AC29F7A-CCFE-7BD3-3067-6993DFA252B1}"/>
                    </a:ext>
                  </a:extLst>
                </p14:cNvPr>
                <p14:cNvContentPartPr/>
                <p14:nvPr/>
              </p14:nvContentPartPr>
              <p14:xfrm>
                <a:off x="1144953" y="2077135"/>
                <a:ext cx="199800" cy="238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AC29F7A-CCFE-7BD3-3067-6993DFA252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7313" y="2059495"/>
                  <a:ext cx="235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C4088A7-1108-9C4E-1EBB-CBE2AACF32C1}"/>
                    </a:ext>
                  </a:extLst>
                </p14:cNvPr>
                <p14:cNvContentPartPr/>
                <p14:nvPr/>
              </p14:nvContentPartPr>
              <p14:xfrm>
                <a:off x="1431873" y="2322655"/>
                <a:ext cx="103320" cy="248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C4088A7-1108-9C4E-1EBB-CBE2AACF32C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14233" y="2304655"/>
                  <a:ext cx="13896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9B01A8F-0239-A925-B2CB-8CC212E47699}"/>
              </a:ext>
            </a:extLst>
          </p:cNvPr>
          <p:cNvGrpSpPr/>
          <p:nvPr/>
        </p:nvGrpSpPr>
        <p:grpSpPr>
          <a:xfrm>
            <a:off x="2033793" y="1982815"/>
            <a:ext cx="1219680" cy="419040"/>
            <a:chOff x="2033793" y="1982815"/>
            <a:chExt cx="121968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55A83E9-8441-8E73-68F5-D95ECFE0DA73}"/>
                    </a:ext>
                  </a:extLst>
                </p14:cNvPr>
                <p14:cNvContentPartPr/>
                <p14:nvPr/>
              </p14:nvContentPartPr>
              <p14:xfrm>
                <a:off x="2033793" y="2106655"/>
                <a:ext cx="219600" cy="198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55A83E9-8441-8E73-68F5-D95ECFE0DA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15793" y="2088655"/>
                  <a:ext cx="255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A7460D4-35B8-CEA0-1F30-5F047BCB88E2}"/>
                    </a:ext>
                  </a:extLst>
                </p14:cNvPr>
                <p14:cNvContentPartPr/>
                <p14:nvPr/>
              </p14:nvContentPartPr>
              <p14:xfrm>
                <a:off x="2376153" y="2159575"/>
                <a:ext cx="331200" cy="242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A7460D4-35B8-CEA0-1F30-5F047BCB88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58153" y="2141575"/>
                  <a:ext cx="3668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EF1B33-7E92-127E-AD2D-768928DD9BCB}"/>
                    </a:ext>
                  </a:extLst>
                </p14:cNvPr>
                <p14:cNvContentPartPr/>
                <p14:nvPr/>
              </p14:nvContentPartPr>
              <p14:xfrm>
                <a:off x="2568033" y="2241655"/>
                <a:ext cx="203400" cy="61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EF1B33-7E92-127E-AD2D-768928DD9B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50033" y="2224015"/>
                  <a:ext cx="239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EF4B7B-77D5-1214-EDF0-0DD060CF2119}"/>
                    </a:ext>
                  </a:extLst>
                </p14:cNvPr>
                <p14:cNvContentPartPr/>
                <p14:nvPr/>
              </p14:nvContentPartPr>
              <p14:xfrm>
                <a:off x="2956833" y="1982815"/>
                <a:ext cx="296640" cy="336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EF4B7B-77D5-1214-EDF0-0DD060CF211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39193" y="1965175"/>
                  <a:ext cx="332280" cy="37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F2B8DDF-E041-7EB6-3879-C88CCACF7752}"/>
              </a:ext>
            </a:extLst>
          </p:cNvPr>
          <p:cNvGrpSpPr/>
          <p:nvPr/>
        </p:nvGrpSpPr>
        <p:grpSpPr>
          <a:xfrm>
            <a:off x="510633" y="3109975"/>
            <a:ext cx="1309320" cy="469080"/>
            <a:chOff x="510633" y="3109975"/>
            <a:chExt cx="130932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4839AB-D8DC-050F-46C8-2791BA64C2B0}"/>
                    </a:ext>
                  </a:extLst>
                </p14:cNvPr>
                <p14:cNvContentPartPr/>
                <p14:nvPr/>
              </p14:nvContentPartPr>
              <p14:xfrm>
                <a:off x="510633" y="3109975"/>
                <a:ext cx="254520" cy="266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4839AB-D8DC-050F-46C8-2791BA64C2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2993" y="3092335"/>
                  <a:ext cx="2901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FAEB2C6-3712-F91D-60D1-51748F14DB65}"/>
                    </a:ext>
                  </a:extLst>
                </p14:cNvPr>
                <p14:cNvContentPartPr/>
                <p14:nvPr/>
              </p14:nvContentPartPr>
              <p14:xfrm>
                <a:off x="856233" y="3313735"/>
                <a:ext cx="18360" cy="18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FAEB2C6-3712-F91D-60D1-51748F14DB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8593" y="3295735"/>
                  <a:ext cx="54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2B58D5-4A89-1A02-9BD7-71D98CC924D5}"/>
                    </a:ext>
                  </a:extLst>
                </p14:cNvPr>
                <p14:cNvContentPartPr/>
                <p14:nvPr/>
              </p14:nvContentPartPr>
              <p14:xfrm>
                <a:off x="1039833" y="3298615"/>
                <a:ext cx="167400" cy="45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2B58D5-4A89-1A02-9BD7-71D98CC924D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2193" y="3280615"/>
                  <a:ext cx="203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B79E18-689A-FD5E-093D-842EB6AE4571}"/>
                    </a:ext>
                  </a:extLst>
                </p14:cNvPr>
                <p14:cNvContentPartPr/>
                <p14:nvPr/>
              </p14:nvContentPartPr>
              <p14:xfrm>
                <a:off x="1139193" y="3188095"/>
                <a:ext cx="61200" cy="230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B79E18-689A-FD5E-093D-842EB6AE457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21553" y="3170455"/>
                  <a:ext cx="96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45270C5-481A-8740-6055-C6EA74F0BB95}"/>
                    </a:ext>
                  </a:extLst>
                </p14:cNvPr>
                <p14:cNvContentPartPr/>
                <p14:nvPr/>
              </p14:nvContentPartPr>
              <p14:xfrm>
                <a:off x="1390473" y="3221215"/>
                <a:ext cx="171720" cy="168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45270C5-481A-8740-6055-C6EA74F0BB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72473" y="3203575"/>
                  <a:ext cx="207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72F05B-25AA-5AE9-FE67-E0013F2F5447}"/>
                    </a:ext>
                  </a:extLst>
                </p14:cNvPr>
                <p14:cNvContentPartPr/>
                <p14:nvPr/>
              </p14:nvContentPartPr>
              <p14:xfrm>
                <a:off x="1622313" y="3359455"/>
                <a:ext cx="197640" cy="21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72F05B-25AA-5AE9-FE67-E0013F2F54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04313" y="3341455"/>
                  <a:ext cx="23328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27D8BF6-AEB8-F76F-8BA9-264641E15F79}"/>
              </a:ext>
            </a:extLst>
          </p:cNvPr>
          <p:cNvGrpSpPr/>
          <p:nvPr/>
        </p:nvGrpSpPr>
        <p:grpSpPr>
          <a:xfrm>
            <a:off x="3213873" y="245095"/>
            <a:ext cx="937440" cy="720720"/>
            <a:chOff x="3213873" y="245095"/>
            <a:chExt cx="937440" cy="72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20970E3-85AB-DD00-A21B-A04030CF84C8}"/>
                    </a:ext>
                  </a:extLst>
                </p14:cNvPr>
                <p14:cNvContentPartPr/>
                <p14:nvPr/>
              </p14:nvContentPartPr>
              <p14:xfrm>
                <a:off x="3369033" y="400975"/>
                <a:ext cx="167760" cy="363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20970E3-85AB-DD00-A21B-A04030CF84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51393" y="382975"/>
                  <a:ext cx="2034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A0A6CF-0A9E-9EF2-7471-4BF6C9193EEA}"/>
                    </a:ext>
                  </a:extLst>
                </p14:cNvPr>
                <p14:cNvContentPartPr/>
                <p14:nvPr/>
              </p14:nvContentPartPr>
              <p14:xfrm>
                <a:off x="3343113" y="622375"/>
                <a:ext cx="109800" cy="25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A0A6CF-0A9E-9EF2-7471-4BF6C9193E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25113" y="604375"/>
                  <a:ext cx="145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8DA170-89D8-7A22-E332-79586FB9353F}"/>
                    </a:ext>
                  </a:extLst>
                </p14:cNvPr>
                <p14:cNvContentPartPr/>
                <p14:nvPr/>
              </p14:nvContentPartPr>
              <p14:xfrm>
                <a:off x="3725433" y="521935"/>
                <a:ext cx="9000" cy="246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8DA170-89D8-7A22-E332-79586FB9353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07793" y="503935"/>
                  <a:ext cx="446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B82B6D-A143-3C03-7480-43FA53238009}"/>
                    </a:ext>
                  </a:extLst>
                </p14:cNvPr>
                <p14:cNvContentPartPr/>
                <p14:nvPr/>
              </p14:nvContentPartPr>
              <p14:xfrm>
                <a:off x="3707433" y="474055"/>
                <a:ext cx="228600" cy="300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B82B6D-A143-3C03-7480-43FA5323800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89793" y="456055"/>
                  <a:ext cx="2642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BBF7B0-2711-ED62-1687-D308623D14D8}"/>
                    </a:ext>
                  </a:extLst>
                </p14:cNvPr>
                <p14:cNvContentPartPr/>
                <p14:nvPr/>
              </p14:nvContentPartPr>
              <p14:xfrm>
                <a:off x="3955473" y="322495"/>
                <a:ext cx="195840" cy="643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BBF7B0-2711-ED62-1687-D308623D14D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37833" y="304495"/>
                  <a:ext cx="23148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E9FD648-7467-E611-D714-F2E645C8C3B3}"/>
                    </a:ext>
                  </a:extLst>
                </p14:cNvPr>
                <p14:cNvContentPartPr/>
                <p14:nvPr/>
              </p14:nvContentPartPr>
              <p14:xfrm>
                <a:off x="3213873" y="245095"/>
                <a:ext cx="743400" cy="707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E9FD648-7467-E611-D714-F2E645C8C3B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96233" y="227095"/>
                  <a:ext cx="779040" cy="74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8D2332F-FDB2-1625-7A0F-CECA187586E4}"/>
              </a:ext>
            </a:extLst>
          </p:cNvPr>
          <p:cNvGrpSpPr/>
          <p:nvPr/>
        </p:nvGrpSpPr>
        <p:grpSpPr>
          <a:xfrm>
            <a:off x="399753" y="3825655"/>
            <a:ext cx="700920" cy="385560"/>
            <a:chOff x="399753" y="3825655"/>
            <a:chExt cx="70092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90D54A1-9D9C-0F04-50A1-6A481A3D77E6}"/>
                    </a:ext>
                  </a:extLst>
                </p14:cNvPr>
                <p14:cNvContentPartPr/>
                <p14:nvPr/>
              </p14:nvContentPartPr>
              <p14:xfrm>
                <a:off x="399753" y="3825655"/>
                <a:ext cx="189000" cy="236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90D54A1-9D9C-0F04-50A1-6A481A3D77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1753" y="3807655"/>
                  <a:ext cx="224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FF61BD-33E7-B7E1-86EA-804CA96F8586}"/>
                    </a:ext>
                  </a:extLst>
                </p14:cNvPr>
                <p14:cNvContentPartPr/>
                <p14:nvPr/>
              </p14:nvContentPartPr>
              <p14:xfrm>
                <a:off x="656433" y="3978295"/>
                <a:ext cx="108720" cy="232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FF61BD-33E7-B7E1-86EA-804CA96F858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8433" y="3960655"/>
                  <a:ext cx="144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662A75C-47D2-844C-4066-A9B606C796D5}"/>
                    </a:ext>
                  </a:extLst>
                </p14:cNvPr>
                <p14:cNvContentPartPr/>
                <p14:nvPr/>
              </p14:nvContentPartPr>
              <p14:xfrm>
                <a:off x="911313" y="3976135"/>
                <a:ext cx="131760" cy="47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662A75C-47D2-844C-4066-A9B606C796D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3673" y="3958135"/>
                  <a:ext cx="167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E00E45-C179-25D5-3FF3-6648F36D4A56}"/>
                    </a:ext>
                  </a:extLst>
                </p14:cNvPr>
                <p14:cNvContentPartPr/>
                <p14:nvPr/>
              </p14:nvContentPartPr>
              <p14:xfrm>
                <a:off x="913833" y="4067575"/>
                <a:ext cx="186840" cy="50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E00E45-C179-25D5-3FF3-6648F36D4A5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5833" y="4049575"/>
                  <a:ext cx="22248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E2A1FDC-28D2-B75F-1DF6-039C2584A4C6}"/>
                  </a:ext>
                </a:extLst>
              </p14:cNvPr>
              <p14:cNvContentPartPr/>
              <p14:nvPr/>
            </p14:nvContentPartPr>
            <p14:xfrm>
              <a:off x="1341153" y="3877135"/>
              <a:ext cx="139680" cy="246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E2A1FDC-28D2-B75F-1DF6-039C2584A4C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323513" y="3859495"/>
                <a:ext cx="1753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9ABA7E6-DF05-4FA7-C793-7193874894B0}"/>
                  </a:ext>
                </a:extLst>
              </p14:cNvPr>
              <p14:cNvContentPartPr/>
              <p14:nvPr/>
            </p14:nvContentPartPr>
            <p14:xfrm>
              <a:off x="1713033" y="4082695"/>
              <a:ext cx="96120" cy="1875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9ABA7E6-DF05-4FA7-C793-7193874894B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695393" y="4064695"/>
                <a:ext cx="13176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9A6D6F24-0359-2EBF-7B9D-ECB6E46ADFC1}"/>
              </a:ext>
            </a:extLst>
          </p:cNvPr>
          <p:cNvGrpSpPr/>
          <p:nvPr/>
        </p:nvGrpSpPr>
        <p:grpSpPr>
          <a:xfrm>
            <a:off x="2080593" y="3897295"/>
            <a:ext cx="758160" cy="318240"/>
            <a:chOff x="2080593" y="3897295"/>
            <a:chExt cx="75816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194344C-4898-4610-5D3D-F62386AC0BEB}"/>
                    </a:ext>
                  </a:extLst>
                </p14:cNvPr>
                <p14:cNvContentPartPr/>
                <p14:nvPr/>
              </p14:nvContentPartPr>
              <p14:xfrm>
                <a:off x="2080593" y="3897295"/>
                <a:ext cx="213480" cy="193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194344C-4898-4610-5D3D-F62386AC0BE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62953" y="3879295"/>
                  <a:ext cx="249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88D3E3B-1F74-224B-2FA6-51667FE5148A}"/>
                    </a:ext>
                  </a:extLst>
                </p14:cNvPr>
                <p14:cNvContentPartPr/>
                <p14:nvPr/>
              </p14:nvContentPartPr>
              <p14:xfrm>
                <a:off x="2339793" y="3904495"/>
                <a:ext cx="498960" cy="311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88D3E3B-1F74-224B-2FA6-51667FE514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22153" y="3886855"/>
                  <a:ext cx="534600" cy="34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075DFAC-4898-1057-C18D-212A7AE87E2A}"/>
                  </a:ext>
                </a:extLst>
              </p14:cNvPr>
              <p14:cNvContentPartPr/>
              <p14:nvPr/>
            </p14:nvContentPartPr>
            <p14:xfrm>
              <a:off x="3044313" y="3795415"/>
              <a:ext cx="355680" cy="276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075DFAC-4898-1057-C18D-212A7AE87E2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026673" y="3777775"/>
                <a:ext cx="391320" cy="3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83DE099B-AA15-6394-8FDB-05BD11D91BB0}"/>
              </a:ext>
            </a:extLst>
          </p:cNvPr>
          <p:cNvGrpSpPr/>
          <p:nvPr/>
        </p:nvGrpSpPr>
        <p:grpSpPr>
          <a:xfrm>
            <a:off x="284193" y="4510375"/>
            <a:ext cx="3132360" cy="501840"/>
            <a:chOff x="284193" y="4510375"/>
            <a:chExt cx="313236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AA89B7-7C6E-4950-2A09-E91394F5354D}"/>
                    </a:ext>
                  </a:extLst>
                </p14:cNvPr>
                <p14:cNvContentPartPr/>
                <p14:nvPr/>
              </p14:nvContentPartPr>
              <p14:xfrm>
                <a:off x="284193" y="4516495"/>
                <a:ext cx="259920" cy="220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AA89B7-7C6E-4950-2A09-E91394F5354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6193" y="4498495"/>
                  <a:ext cx="295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0434944-5852-E729-69AF-41A1BBF6D7B9}"/>
                    </a:ext>
                  </a:extLst>
                </p14:cNvPr>
                <p14:cNvContentPartPr/>
                <p14:nvPr/>
              </p14:nvContentPartPr>
              <p14:xfrm>
                <a:off x="613953" y="4637815"/>
                <a:ext cx="467280" cy="270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0434944-5852-E729-69AF-41A1BBF6D7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5953" y="4619815"/>
                  <a:ext cx="502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FA082F8-65E6-85C1-7FC3-64898CB1C4C8}"/>
                    </a:ext>
                  </a:extLst>
                </p14:cNvPr>
                <p14:cNvContentPartPr/>
                <p14:nvPr/>
              </p14:nvContentPartPr>
              <p14:xfrm>
                <a:off x="979713" y="4510375"/>
                <a:ext cx="535680" cy="272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FA082F8-65E6-85C1-7FC3-64898CB1C4C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1713" y="4492375"/>
                  <a:ext cx="5713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CB5374-A4AE-CBFE-E8CD-98292B840A72}"/>
                    </a:ext>
                  </a:extLst>
                </p14:cNvPr>
                <p14:cNvContentPartPr/>
                <p14:nvPr/>
              </p14:nvContentPartPr>
              <p14:xfrm>
                <a:off x="1694673" y="4628455"/>
                <a:ext cx="706680" cy="383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CB5374-A4AE-CBFE-E8CD-98292B840A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77033" y="4610455"/>
                  <a:ext cx="7423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2E0FA7-2D4D-25BB-B83C-D58AA6FC8126}"/>
                    </a:ext>
                  </a:extLst>
                </p14:cNvPr>
                <p14:cNvContentPartPr/>
                <p14:nvPr/>
              </p14:nvContentPartPr>
              <p14:xfrm>
                <a:off x="2503233" y="4572295"/>
                <a:ext cx="913320" cy="408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2E0FA7-2D4D-25BB-B83C-D58AA6FC812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85593" y="4554295"/>
                  <a:ext cx="948960" cy="44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4EBA2CD-0115-AA95-5DC7-09BF4F483FC5}"/>
              </a:ext>
            </a:extLst>
          </p:cNvPr>
          <p:cNvGrpSpPr/>
          <p:nvPr/>
        </p:nvGrpSpPr>
        <p:grpSpPr>
          <a:xfrm>
            <a:off x="3099393" y="3012775"/>
            <a:ext cx="1021320" cy="1092600"/>
            <a:chOff x="3099393" y="3012775"/>
            <a:chExt cx="1021320" cy="10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BFE5C6-7485-5D9F-A779-2D341432B139}"/>
                    </a:ext>
                  </a:extLst>
                </p14:cNvPr>
                <p14:cNvContentPartPr/>
                <p14:nvPr/>
              </p14:nvContentPartPr>
              <p14:xfrm>
                <a:off x="3099393" y="3029335"/>
                <a:ext cx="194040" cy="468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BFE5C6-7485-5D9F-A779-2D341432B1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81753" y="3011335"/>
                  <a:ext cx="2296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07A06FF-CA7B-F0AB-2E68-6F80DC40F4EF}"/>
                    </a:ext>
                  </a:extLst>
                </p14:cNvPr>
                <p14:cNvContentPartPr/>
                <p14:nvPr/>
              </p14:nvContentPartPr>
              <p14:xfrm>
                <a:off x="3466233" y="3157135"/>
                <a:ext cx="151200" cy="224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07A06FF-CA7B-F0AB-2E68-6F80DC40F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448593" y="3139495"/>
                  <a:ext cx="186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CAA364C-1084-B055-9B1E-B9F722947D80}"/>
                    </a:ext>
                  </a:extLst>
                </p14:cNvPr>
                <p14:cNvContentPartPr/>
                <p14:nvPr/>
              </p14:nvContentPartPr>
              <p14:xfrm>
                <a:off x="3757113" y="3122935"/>
                <a:ext cx="37080" cy="265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CAA364C-1084-B055-9B1E-B9F722947D8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39113" y="3105295"/>
                  <a:ext cx="72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F246BDF-7C7D-9CD9-3E84-560A40B8598A}"/>
                    </a:ext>
                  </a:extLst>
                </p14:cNvPr>
                <p14:cNvContentPartPr/>
                <p14:nvPr/>
              </p14:nvContentPartPr>
              <p14:xfrm>
                <a:off x="3562713" y="3012775"/>
                <a:ext cx="558000" cy="109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F246BDF-7C7D-9CD9-3E84-560A40B8598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44713" y="2995135"/>
                  <a:ext cx="593640" cy="11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FE46BA7-8BB6-0AC6-F602-5F9203C23E63}"/>
                  </a:ext>
                </a:extLst>
              </p14:cNvPr>
              <p14:cNvContentPartPr/>
              <p14:nvPr/>
            </p14:nvContentPartPr>
            <p14:xfrm>
              <a:off x="5473953" y="445975"/>
              <a:ext cx="87120" cy="43988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FE46BA7-8BB6-0AC6-F602-5F9203C23E6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455953" y="428335"/>
                <a:ext cx="122760" cy="443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0606B49-63B2-1FBF-DE68-7660F931C7DB}"/>
                  </a:ext>
                </a:extLst>
              </p14:cNvPr>
              <p14:cNvContentPartPr/>
              <p14:nvPr/>
            </p14:nvContentPartPr>
            <p14:xfrm>
              <a:off x="5489793" y="4809535"/>
              <a:ext cx="5696280" cy="946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0606B49-63B2-1FBF-DE68-7660F931C7D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472153" y="4791535"/>
                <a:ext cx="573192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B46203BE-8289-7FC9-71B2-4D6A7D340ED4}"/>
              </a:ext>
            </a:extLst>
          </p:cNvPr>
          <p:cNvGrpSpPr/>
          <p:nvPr/>
        </p:nvGrpSpPr>
        <p:grpSpPr>
          <a:xfrm>
            <a:off x="5305113" y="4768495"/>
            <a:ext cx="3244320" cy="550800"/>
            <a:chOff x="5305113" y="4768495"/>
            <a:chExt cx="324432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695723-CA74-804B-A837-44CE39E3648D}"/>
                    </a:ext>
                  </a:extLst>
                </p14:cNvPr>
                <p14:cNvContentPartPr/>
                <p14:nvPr/>
              </p14:nvContentPartPr>
              <p14:xfrm>
                <a:off x="5305113" y="5053975"/>
                <a:ext cx="167040" cy="265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695723-CA74-804B-A837-44CE39E3648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87113" y="5036335"/>
                  <a:ext cx="2026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28FDDA-0744-AD65-807A-3032AF87948A}"/>
                    </a:ext>
                  </a:extLst>
                </p14:cNvPr>
                <p14:cNvContentPartPr/>
                <p14:nvPr/>
              </p14:nvContentPartPr>
              <p14:xfrm>
                <a:off x="6471873" y="4820335"/>
                <a:ext cx="8640" cy="199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28FDDA-0744-AD65-807A-3032AF8794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53873" y="4802335"/>
                  <a:ext cx="44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90B7A5-E0BA-7897-D3E5-82D0F7B0DE70}"/>
                    </a:ext>
                  </a:extLst>
                </p14:cNvPr>
                <p14:cNvContentPartPr/>
                <p14:nvPr/>
              </p14:nvContentPartPr>
              <p14:xfrm>
                <a:off x="7557273" y="4784335"/>
                <a:ext cx="10800" cy="218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90B7A5-E0BA-7897-D3E5-82D0F7B0DE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39633" y="4766695"/>
                  <a:ext cx="46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B4C1265-0991-2D40-B9BE-A23F4C865D19}"/>
                    </a:ext>
                  </a:extLst>
                </p14:cNvPr>
                <p14:cNvContentPartPr/>
                <p14:nvPr/>
              </p14:nvContentPartPr>
              <p14:xfrm>
                <a:off x="8488593" y="4768495"/>
                <a:ext cx="60840" cy="326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B4C1265-0991-2D40-B9BE-A23F4C865D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70953" y="4750495"/>
                  <a:ext cx="96480" cy="36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BD0F3B2-3DA0-D4EC-597E-CC493B93F2BC}"/>
                  </a:ext>
                </a:extLst>
              </p14:cNvPr>
              <p14:cNvContentPartPr/>
              <p14:nvPr/>
            </p14:nvContentPartPr>
            <p14:xfrm>
              <a:off x="5452713" y="3765175"/>
              <a:ext cx="413640" cy="302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BD0F3B2-3DA0-D4EC-597E-CC493B93F2B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435073" y="3747535"/>
                <a:ext cx="4492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E96CB0D-BC11-DD18-036B-D746FEB37F76}"/>
                  </a:ext>
                </a:extLst>
              </p14:cNvPr>
              <p14:cNvContentPartPr/>
              <p14:nvPr/>
            </p14:nvContentPartPr>
            <p14:xfrm>
              <a:off x="5433993" y="2801455"/>
              <a:ext cx="362160" cy="615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E96CB0D-BC11-DD18-036B-D746FEB37F7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415993" y="2783815"/>
                <a:ext cx="3978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CCAABD2-E7D5-1D33-8FB7-505CA177E8FF}"/>
                  </a:ext>
                </a:extLst>
              </p14:cNvPr>
              <p14:cNvContentPartPr/>
              <p14:nvPr/>
            </p14:nvContentPartPr>
            <p14:xfrm>
              <a:off x="5381793" y="1991095"/>
              <a:ext cx="359280" cy="554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CCAABD2-E7D5-1D33-8FB7-505CA177E8F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363793" y="1973095"/>
                <a:ext cx="394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5AE0C29-22FB-A4CE-04B4-E4AEF9C31963}"/>
                  </a:ext>
                </a:extLst>
              </p14:cNvPr>
              <p14:cNvContentPartPr/>
              <p14:nvPr/>
            </p14:nvContentPartPr>
            <p14:xfrm>
              <a:off x="6473313" y="5215975"/>
              <a:ext cx="40320" cy="2635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5AE0C29-22FB-A4CE-04B4-E4AEF9C3196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455673" y="5197975"/>
                <a:ext cx="759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98104AB-BDB9-289B-8C42-ECD8B0F9BEF9}"/>
                  </a:ext>
                </a:extLst>
              </p14:cNvPr>
              <p14:cNvContentPartPr/>
              <p14:nvPr/>
            </p14:nvContentPartPr>
            <p14:xfrm>
              <a:off x="7668153" y="5224615"/>
              <a:ext cx="194400" cy="2286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98104AB-BDB9-289B-8C42-ECD8B0F9BEF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650513" y="5206975"/>
                <a:ext cx="2300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A90085D-4BCA-463F-42D0-1055EF56FAC4}"/>
                  </a:ext>
                </a:extLst>
              </p14:cNvPr>
              <p14:cNvContentPartPr/>
              <p14:nvPr/>
            </p14:nvContentPartPr>
            <p14:xfrm>
              <a:off x="8493993" y="5231815"/>
              <a:ext cx="198720" cy="2286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A90085D-4BCA-463F-42D0-1055EF56FAC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475993" y="5213815"/>
                <a:ext cx="2343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002716B-00B5-AC2F-13CA-56D0C76E06E7}"/>
                  </a:ext>
                </a:extLst>
              </p14:cNvPr>
              <p14:cNvContentPartPr/>
              <p14:nvPr/>
            </p14:nvContentPartPr>
            <p14:xfrm>
              <a:off x="5193153" y="3739615"/>
              <a:ext cx="23400" cy="2257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002716B-00B5-AC2F-13CA-56D0C76E06E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175153" y="3721615"/>
                <a:ext cx="590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B0C6E1B-751C-2387-DD06-7694C2F53DC8}"/>
                  </a:ext>
                </a:extLst>
              </p14:cNvPr>
              <p14:cNvContentPartPr/>
              <p14:nvPr/>
            </p14:nvContentPartPr>
            <p14:xfrm>
              <a:off x="5089833" y="2828095"/>
              <a:ext cx="200880" cy="1825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B0C6E1B-751C-2387-DD06-7694C2F53DC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072193" y="2810095"/>
                <a:ext cx="236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678A9BC-AA5A-EFE5-8941-9CBFCA55CC4A}"/>
                  </a:ext>
                </a:extLst>
              </p14:cNvPr>
              <p14:cNvContentPartPr/>
              <p14:nvPr/>
            </p14:nvContentPartPr>
            <p14:xfrm>
              <a:off x="5025753" y="2064175"/>
              <a:ext cx="204120" cy="3078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678A9BC-AA5A-EFE5-8941-9CBFCA55CC4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007753" y="2046535"/>
                <a:ext cx="239760" cy="343440"/>
              </a:xfrm>
              <a:prstGeom prst="rect">
                <a:avLst/>
              </a:prstGeom>
            </p:spPr>
          </p:pic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028B52F-1E90-CA47-C210-056B789AAB6F}"/>
              </a:ext>
            </a:extLst>
          </p:cNvPr>
          <p:cNvCxnSpPr>
            <a:cxnSpLocks/>
          </p:cNvCxnSpPr>
          <p:nvPr/>
        </p:nvCxnSpPr>
        <p:spPr>
          <a:xfrm>
            <a:off x="5089833" y="3633052"/>
            <a:ext cx="3802554" cy="1319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C7AD685-03ED-AE28-7EB5-7B8C87666953}"/>
                  </a:ext>
                </a:extLst>
              </p14:cNvPr>
              <p14:cNvContentPartPr/>
              <p14:nvPr/>
            </p14:nvContentPartPr>
            <p14:xfrm>
              <a:off x="-317353" y="770422"/>
              <a:ext cx="8640" cy="356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C7AD685-03ED-AE28-7EB5-7B8C8766695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-334993" y="752422"/>
                <a:ext cx="4428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3FE8430-46D5-2593-3E74-7B966EF23C47}"/>
              </a:ext>
            </a:extLst>
          </p:cNvPr>
          <p:cNvGrpSpPr/>
          <p:nvPr/>
        </p:nvGrpSpPr>
        <p:grpSpPr>
          <a:xfrm>
            <a:off x="5359165" y="2608582"/>
            <a:ext cx="330120" cy="515880"/>
            <a:chOff x="5359165" y="2608582"/>
            <a:chExt cx="330120" cy="51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51B7E20-95BE-1326-B627-07C5CCB650D6}"/>
                    </a:ext>
                  </a:extLst>
                </p14:cNvPr>
                <p14:cNvContentPartPr/>
                <p14:nvPr/>
              </p14:nvContentPartPr>
              <p14:xfrm>
                <a:off x="5524765" y="2854822"/>
                <a:ext cx="16200" cy="22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51B7E20-95BE-1326-B627-07C5CCB650D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06765" y="2836822"/>
                  <a:ext cx="51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3A23CE2-556D-23F7-7908-4F61C8BC9A2E}"/>
                    </a:ext>
                  </a:extLst>
                </p14:cNvPr>
                <p14:cNvContentPartPr/>
                <p14:nvPr/>
              </p14:nvContentPartPr>
              <p14:xfrm>
                <a:off x="5359165" y="2608582"/>
                <a:ext cx="330120" cy="515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3A23CE2-556D-23F7-7908-4F61C8BC9A2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41525" y="2590942"/>
                  <a:ext cx="365760" cy="55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DE6DC65-C790-F6F7-0955-0181156DC0EC}"/>
              </a:ext>
            </a:extLst>
          </p:cNvPr>
          <p:cNvGrpSpPr/>
          <p:nvPr/>
        </p:nvGrpSpPr>
        <p:grpSpPr>
          <a:xfrm>
            <a:off x="8191953" y="4496422"/>
            <a:ext cx="870892" cy="583473"/>
            <a:chOff x="8191953" y="4496422"/>
            <a:chExt cx="870892" cy="58347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CAB2BE2-FB62-2789-2BB0-7DF1C5708DCD}"/>
                    </a:ext>
                  </a:extLst>
                </p14:cNvPr>
                <p14:cNvContentPartPr/>
                <p14:nvPr/>
              </p14:nvContentPartPr>
              <p14:xfrm>
                <a:off x="8502993" y="4794055"/>
                <a:ext cx="41760" cy="41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CAB2BE2-FB62-2789-2BB0-7DF1C5708DC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85353" y="4776055"/>
                  <a:ext cx="77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60FAC9-C6C6-6722-ED02-2E04684CBE33}"/>
                    </a:ext>
                  </a:extLst>
                </p14:cNvPr>
                <p14:cNvContentPartPr/>
                <p14:nvPr/>
              </p14:nvContentPartPr>
              <p14:xfrm>
                <a:off x="8191953" y="4561855"/>
                <a:ext cx="500040" cy="518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60FAC9-C6C6-6722-ED02-2E04684CBE3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3953" y="4544215"/>
                  <a:ext cx="5356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E13FD80-2BAD-EFAA-6DEB-5389BBC219B9}"/>
                    </a:ext>
                  </a:extLst>
                </p14:cNvPr>
                <p14:cNvContentPartPr/>
                <p14:nvPr/>
              </p14:nvContentPartPr>
              <p14:xfrm>
                <a:off x="8885005" y="4496422"/>
                <a:ext cx="148680" cy="246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E13FD80-2BAD-EFAA-6DEB-5389BBC219B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67365" y="4478422"/>
                  <a:ext cx="1843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0966984-227B-7DC1-14FB-EB4227190361}"/>
                    </a:ext>
                  </a:extLst>
                </p14:cNvPr>
                <p14:cNvContentPartPr/>
                <p14:nvPr/>
              </p14:nvContentPartPr>
              <p14:xfrm>
                <a:off x="8897965" y="4595422"/>
                <a:ext cx="164880" cy="33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0966984-227B-7DC1-14FB-EB422719036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80325" y="4577422"/>
                  <a:ext cx="20052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919480-8E63-8761-D1B2-E3A33751AFED}"/>
              </a:ext>
            </a:extLst>
          </p:cNvPr>
          <p:cNvGrpSpPr/>
          <p:nvPr/>
        </p:nvGrpSpPr>
        <p:grpSpPr>
          <a:xfrm>
            <a:off x="7308925" y="4659862"/>
            <a:ext cx="378000" cy="618120"/>
            <a:chOff x="7308925" y="4659862"/>
            <a:chExt cx="37800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CD17F02-2032-18D2-024A-1E3D82C930FE}"/>
                    </a:ext>
                  </a:extLst>
                </p14:cNvPr>
                <p14:cNvContentPartPr/>
                <p14:nvPr/>
              </p14:nvContentPartPr>
              <p14:xfrm>
                <a:off x="7561285" y="4857502"/>
                <a:ext cx="10440" cy="16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CD17F02-2032-18D2-024A-1E3D82C930F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43285" y="4839862"/>
                  <a:ext cx="46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683D3AC-278E-69AB-633E-1BE871C5DB08}"/>
                    </a:ext>
                  </a:extLst>
                </p14:cNvPr>
                <p14:cNvContentPartPr/>
                <p14:nvPr/>
              </p14:nvContentPartPr>
              <p14:xfrm>
                <a:off x="7406845" y="4659862"/>
                <a:ext cx="280080" cy="351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683D3AC-278E-69AB-633E-1BE871C5DB0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88845" y="4641862"/>
                  <a:ext cx="3157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4E10B31-D13F-910F-BD0D-D28F9A64ED64}"/>
                    </a:ext>
                  </a:extLst>
                </p14:cNvPr>
                <p14:cNvContentPartPr/>
                <p14:nvPr/>
              </p14:nvContentPartPr>
              <p14:xfrm>
                <a:off x="7644445" y="5010142"/>
                <a:ext cx="10080" cy="8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4E10B31-D13F-910F-BD0D-D28F9A64ED6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26445" y="4992502"/>
                  <a:ext cx="45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BE37F2C-4BCA-930F-DD8D-DF2E403E93F2}"/>
                    </a:ext>
                  </a:extLst>
                </p14:cNvPr>
                <p14:cNvContentPartPr/>
                <p14:nvPr/>
              </p14:nvContentPartPr>
              <p14:xfrm>
                <a:off x="7308925" y="5127502"/>
                <a:ext cx="210600" cy="150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BE37F2C-4BCA-930F-DD8D-DF2E403E93F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91285" y="5109862"/>
                  <a:ext cx="2462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50423E3-FA8C-4A53-6D0E-09E3C0D80437}"/>
              </a:ext>
            </a:extLst>
          </p:cNvPr>
          <p:cNvGrpSpPr/>
          <p:nvPr/>
        </p:nvGrpSpPr>
        <p:grpSpPr>
          <a:xfrm>
            <a:off x="5807725" y="2447662"/>
            <a:ext cx="253080" cy="327240"/>
            <a:chOff x="5807725" y="2447662"/>
            <a:chExt cx="25308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B69D903-32B5-7A6C-CAB7-6934A943F0BA}"/>
                    </a:ext>
                  </a:extLst>
                </p14:cNvPr>
                <p14:cNvContentPartPr/>
                <p14:nvPr/>
              </p14:nvContentPartPr>
              <p14:xfrm>
                <a:off x="5837605" y="2588782"/>
                <a:ext cx="32040" cy="113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B69D903-32B5-7A6C-CAB7-6934A943F0B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19965" y="2571142"/>
                  <a:ext cx="67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F49A1E-80A6-EE68-84F8-E4CC645948E7}"/>
                    </a:ext>
                  </a:extLst>
                </p14:cNvPr>
                <p14:cNvContentPartPr/>
                <p14:nvPr/>
              </p14:nvContentPartPr>
              <p14:xfrm>
                <a:off x="5809525" y="2447662"/>
                <a:ext cx="196200" cy="197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F49A1E-80A6-EE68-84F8-E4CC645948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91525" y="2429662"/>
                  <a:ext cx="231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9E80BB2-33EF-72CF-9161-3F09732E559F}"/>
                    </a:ext>
                  </a:extLst>
                </p14:cNvPr>
                <p14:cNvContentPartPr/>
                <p14:nvPr/>
              </p14:nvContentPartPr>
              <p14:xfrm>
                <a:off x="5807725" y="2458102"/>
                <a:ext cx="253080" cy="316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9E80BB2-33EF-72CF-9161-3F09732E559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89725" y="2440102"/>
                  <a:ext cx="288720" cy="352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39CA495-571B-DAB6-E28A-241026B4A6EF}"/>
              </a:ext>
            </a:extLst>
          </p:cNvPr>
          <p:cNvCxnSpPr>
            <a:cxnSpLocks/>
          </p:cNvCxnSpPr>
          <p:nvPr/>
        </p:nvCxnSpPr>
        <p:spPr>
          <a:xfrm>
            <a:off x="5290713" y="2559093"/>
            <a:ext cx="2571840" cy="259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A2AF2AC-DC5A-5771-F3B0-8845E6623476}"/>
              </a:ext>
            </a:extLst>
          </p:cNvPr>
          <p:cNvGrpSpPr/>
          <p:nvPr/>
        </p:nvGrpSpPr>
        <p:grpSpPr>
          <a:xfrm>
            <a:off x="6726085" y="396742"/>
            <a:ext cx="2650320" cy="479880"/>
            <a:chOff x="6726085" y="396742"/>
            <a:chExt cx="265032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075A49-2E76-4E65-E613-78FBC649521D}"/>
                    </a:ext>
                  </a:extLst>
                </p14:cNvPr>
                <p14:cNvContentPartPr/>
                <p14:nvPr/>
              </p14:nvContentPartPr>
              <p14:xfrm>
                <a:off x="6726085" y="544702"/>
                <a:ext cx="445320" cy="232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075A49-2E76-4E65-E613-78FBC649521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08085" y="527062"/>
                  <a:ext cx="480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6E6FA2B-B93B-7099-3A45-0B229FC8EFB4}"/>
                    </a:ext>
                  </a:extLst>
                </p14:cNvPr>
                <p14:cNvContentPartPr/>
                <p14:nvPr/>
              </p14:nvContentPartPr>
              <p14:xfrm>
                <a:off x="7132525" y="670342"/>
                <a:ext cx="52920" cy="173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6E6FA2B-B93B-7099-3A45-0B229FC8EFB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14525" y="652702"/>
                  <a:ext cx="88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03C23C0-D1D0-2CDE-0865-950428796845}"/>
                    </a:ext>
                  </a:extLst>
                </p14:cNvPr>
                <p14:cNvContentPartPr/>
                <p14:nvPr/>
              </p14:nvContentPartPr>
              <p14:xfrm>
                <a:off x="7284445" y="473062"/>
                <a:ext cx="168120" cy="241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03C23C0-D1D0-2CDE-0865-9504287968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66445" y="455422"/>
                  <a:ext cx="203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2B79535-A1CA-C2A5-2309-D9D3874F5CC2}"/>
                    </a:ext>
                  </a:extLst>
                </p14:cNvPr>
                <p14:cNvContentPartPr/>
                <p14:nvPr/>
              </p14:nvContentPartPr>
              <p14:xfrm>
                <a:off x="7410445" y="677182"/>
                <a:ext cx="96120" cy="99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2B79535-A1CA-C2A5-2309-D9D3874F5CC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92805" y="659542"/>
                  <a:ext cx="131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FE36B37-16C1-3622-EBB0-8175D5718C22}"/>
                    </a:ext>
                  </a:extLst>
                </p14:cNvPr>
                <p14:cNvContentPartPr/>
                <p14:nvPr/>
              </p14:nvContentPartPr>
              <p14:xfrm>
                <a:off x="7609525" y="493942"/>
                <a:ext cx="174240" cy="219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FE36B37-16C1-3622-EBB0-8175D5718C2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91885" y="475942"/>
                  <a:ext cx="209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487353B-3DBF-30D0-5C1C-CEFBEE3F88A7}"/>
                    </a:ext>
                  </a:extLst>
                </p14:cNvPr>
                <p14:cNvContentPartPr/>
                <p14:nvPr/>
              </p14:nvContentPartPr>
              <p14:xfrm>
                <a:off x="8204245" y="532102"/>
                <a:ext cx="194760" cy="175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487353B-3DBF-30D0-5C1C-CEFBEE3F88A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86245" y="514462"/>
                  <a:ext cx="230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5F33C97-7B7B-2CA5-01BA-7DA8384EFA17}"/>
                    </a:ext>
                  </a:extLst>
                </p14:cNvPr>
                <p14:cNvContentPartPr/>
                <p14:nvPr/>
              </p14:nvContentPartPr>
              <p14:xfrm>
                <a:off x="7943965" y="777982"/>
                <a:ext cx="74880" cy="98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5F33C97-7B7B-2CA5-01BA-7DA8384EFA1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25965" y="759982"/>
                  <a:ext cx="110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7A65AF1-512E-AD08-EB18-4326A8FBC3AC}"/>
                    </a:ext>
                  </a:extLst>
                </p14:cNvPr>
                <p14:cNvContentPartPr/>
                <p14:nvPr/>
              </p14:nvContentPartPr>
              <p14:xfrm>
                <a:off x="8510245" y="648742"/>
                <a:ext cx="161640" cy="140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7A65AF1-512E-AD08-EB18-4326A8FBC3A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492605" y="631102"/>
                  <a:ext cx="197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44D0C07-2667-D42E-A9A5-B61FE9F914CF}"/>
                    </a:ext>
                  </a:extLst>
                </p14:cNvPr>
                <p14:cNvContentPartPr/>
                <p14:nvPr/>
              </p14:nvContentPartPr>
              <p14:xfrm>
                <a:off x="8750725" y="416902"/>
                <a:ext cx="210960" cy="220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44D0C07-2667-D42E-A9A5-B61FE9F914C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33085" y="399262"/>
                  <a:ext cx="246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C255D89-8A48-89F7-C783-D9E71BE23299}"/>
                    </a:ext>
                  </a:extLst>
                </p14:cNvPr>
                <p14:cNvContentPartPr/>
                <p14:nvPr/>
              </p14:nvContentPartPr>
              <p14:xfrm>
                <a:off x="8861605" y="590782"/>
                <a:ext cx="129600" cy="114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C255D89-8A48-89F7-C783-D9E71BE2329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843605" y="572782"/>
                  <a:ext cx="165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3B4B48-F663-2851-01A5-F9043EA0DF0C}"/>
                    </a:ext>
                  </a:extLst>
                </p14:cNvPr>
                <p14:cNvContentPartPr/>
                <p14:nvPr/>
              </p14:nvContentPartPr>
              <p14:xfrm>
                <a:off x="9022885" y="396742"/>
                <a:ext cx="284040" cy="225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3B4B48-F663-2851-01A5-F9043EA0DF0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05245" y="378742"/>
                  <a:ext cx="319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23D267-3078-CD4F-820F-62A97990C95F}"/>
                    </a:ext>
                  </a:extLst>
                </p14:cNvPr>
                <p14:cNvContentPartPr/>
                <p14:nvPr/>
              </p14:nvContentPartPr>
              <p14:xfrm>
                <a:off x="9138085" y="402502"/>
                <a:ext cx="238320" cy="190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23D267-3078-CD4F-820F-62A97990C95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20445" y="384862"/>
                  <a:ext cx="27396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2F4A3A7-D7DD-CE19-EF52-A7429EF70FB4}"/>
              </a:ext>
            </a:extLst>
          </p:cNvPr>
          <p:cNvGrpSpPr/>
          <p:nvPr/>
        </p:nvGrpSpPr>
        <p:grpSpPr>
          <a:xfrm>
            <a:off x="158245" y="5427022"/>
            <a:ext cx="3475800" cy="1133280"/>
            <a:chOff x="158245" y="5427022"/>
            <a:chExt cx="3475800" cy="11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60BCA08-58FA-70DD-E980-5D78A67ED9A0}"/>
                    </a:ext>
                  </a:extLst>
                </p14:cNvPr>
                <p14:cNvContentPartPr/>
                <p14:nvPr/>
              </p14:nvContentPartPr>
              <p14:xfrm>
                <a:off x="577285" y="5576062"/>
                <a:ext cx="221400" cy="127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60BCA08-58FA-70DD-E980-5D78A67ED9A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59285" y="5558062"/>
                  <a:ext cx="257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E2E2F68-93FB-461A-BDBE-BD87246F0654}"/>
                    </a:ext>
                  </a:extLst>
                </p14:cNvPr>
                <p14:cNvContentPartPr/>
                <p14:nvPr/>
              </p14:nvContentPartPr>
              <p14:xfrm>
                <a:off x="914605" y="5646982"/>
                <a:ext cx="13680" cy="194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E2E2F68-93FB-461A-BDBE-BD87246F065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96605" y="5629342"/>
                  <a:ext cx="49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FBF4F99-EA78-F10B-4551-901EF8C64E9F}"/>
                    </a:ext>
                  </a:extLst>
                </p14:cNvPr>
                <p14:cNvContentPartPr/>
                <p14:nvPr/>
              </p14:nvContentPartPr>
              <p14:xfrm>
                <a:off x="1094605" y="5610262"/>
                <a:ext cx="170640" cy="63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FBF4F99-EA78-F10B-4551-901EF8C64E9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6605" y="5592622"/>
                  <a:ext cx="2062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A4368B2-9A1A-5044-3D8D-05298448B5B4}"/>
                    </a:ext>
                  </a:extLst>
                </p14:cNvPr>
                <p14:cNvContentPartPr/>
                <p14:nvPr/>
              </p14:nvContentPartPr>
              <p14:xfrm>
                <a:off x="1166605" y="5553742"/>
                <a:ext cx="44640" cy="198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A4368B2-9A1A-5044-3D8D-05298448B5B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48605" y="5535742"/>
                  <a:ext cx="80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14DF146-1AD9-6D24-1994-D20171907097}"/>
                    </a:ext>
                  </a:extLst>
                </p14:cNvPr>
                <p14:cNvContentPartPr/>
                <p14:nvPr/>
              </p14:nvContentPartPr>
              <p14:xfrm>
                <a:off x="1409245" y="5433142"/>
                <a:ext cx="149400" cy="262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14DF146-1AD9-6D24-1994-D201719070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391245" y="5415142"/>
                  <a:ext cx="185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541FBBE-A83F-F281-60D8-463E4D2FCEA0}"/>
                    </a:ext>
                  </a:extLst>
                </p14:cNvPr>
                <p14:cNvContentPartPr/>
                <p14:nvPr/>
              </p14:nvContentPartPr>
              <p14:xfrm>
                <a:off x="1687885" y="5427022"/>
                <a:ext cx="159120" cy="223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541FBBE-A83F-F281-60D8-463E4D2FCEA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670245" y="5409382"/>
                  <a:ext cx="194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7F41DAB-8F22-C91B-8530-1E12505D7F29}"/>
                    </a:ext>
                  </a:extLst>
                </p14:cNvPr>
                <p14:cNvContentPartPr/>
                <p14:nvPr/>
              </p14:nvContentPartPr>
              <p14:xfrm>
                <a:off x="1915045" y="5626462"/>
                <a:ext cx="144720" cy="137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7F41DAB-8F22-C91B-8530-1E12505D7F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97045" y="5608462"/>
                  <a:ext cx="180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0E116BF-5ABD-9203-6F1E-E63452F88290}"/>
                    </a:ext>
                  </a:extLst>
                </p14:cNvPr>
                <p14:cNvContentPartPr/>
                <p14:nvPr/>
              </p14:nvContentPartPr>
              <p14:xfrm>
                <a:off x="2180365" y="5492542"/>
                <a:ext cx="176040" cy="192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0E116BF-5ABD-9203-6F1E-E63452F8829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62725" y="5474902"/>
                  <a:ext cx="211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098320F-EA52-0C2B-39D8-7EAF6DF140A8}"/>
                    </a:ext>
                  </a:extLst>
                </p14:cNvPr>
                <p14:cNvContentPartPr/>
                <p14:nvPr/>
              </p14:nvContentPartPr>
              <p14:xfrm>
                <a:off x="2297005" y="5630062"/>
                <a:ext cx="189720" cy="164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098320F-EA52-0C2B-39D8-7EAF6DF140A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79365" y="5612062"/>
                  <a:ext cx="225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AE764FB-8AB5-6D3D-967E-F6FF3665625B}"/>
                    </a:ext>
                  </a:extLst>
                </p14:cNvPr>
                <p14:cNvContentPartPr/>
                <p14:nvPr/>
              </p14:nvContentPartPr>
              <p14:xfrm>
                <a:off x="2637205" y="5465542"/>
                <a:ext cx="152280" cy="264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AE764FB-8AB5-6D3D-967E-F6FF3665625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19205" y="5447902"/>
                  <a:ext cx="187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1BF1647-5B23-9C31-9973-60EAC6CB2D34}"/>
                    </a:ext>
                  </a:extLst>
                </p14:cNvPr>
                <p14:cNvContentPartPr/>
                <p14:nvPr/>
              </p14:nvContentPartPr>
              <p14:xfrm>
                <a:off x="219805" y="6132262"/>
                <a:ext cx="139680" cy="256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1BF1647-5B23-9C31-9973-60EAC6CB2D3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2165" y="6114262"/>
                  <a:ext cx="175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CBA70AB-0244-29D0-4753-18E2ABA56805}"/>
                    </a:ext>
                  </a:extLst>
                </p14:cNvPr>
                <p14:cNvContentPartPr/>
                <p14:nvPr/>
              </p14:nvContentPartPr>
              <p14:xfrm>
                <a:off x="500605" y="6329542"/>
                <a:ext cx="25920" cy="108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CBA70AB-0244-29D0-4753-18E2ABA5680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2965" y="6311542"/>
                  <a:ext cx="61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03D23C-A781-9F27-95EA-EC9040777F36}"/>
                    </a:ext>
                  </a:extLst>
                </p14:cNvPr>
                <p14:cNvContentPartPr/>
                <p14:nvPr/>
              </p14:nvContentPartPr>
              <p14:xfrm>
                <a:off x="605725" y="6208222"/>
                <a:ext cx="101520" cy="169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03D23C-A781-9F27-95EA-EC9040777F3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8085" y="6190222"/>
                  <a:ext cx="137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B6948D3-1BF6-73F4-86B0-E830EFA8413A}"/>
                    </a:ext>
                  </a:extLst>
                </p14:cNvPr>
                <p14:cNvContentPartPr/>
                <p14:nvPr/>
              </p14:nvContentPartPr>
              <p14:xfrm>
                <a:off x="727765" y="6108502"/>
                <a:ext cx="96120" cy="407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B6948D3-1BF6-73F4-86B0-E830EFA8413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9765" y="6090502"/>
                  <a:ext cx="1317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3850243-389B-8222-0023-22FC06790E16}"/>
                    </a:ext>
                  </a:extLst>
                </p14:cNvPr>
                <p14:cNvContentPartPr/>
                <p14:nvPr/>
              </p14:nvContentPartPr>
              <p14:xfrm>
                <a:off x="158245" y="6055942"/>
                <a:ext cx="211680" cy="504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3850243-389B-8222-0023-22FC06790E1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40605" y="6038302"/>
                  <a:ext cx="2473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B47FE1B-CCA7-E295-F17D-A38A37F1F7E9}"/>
                    </a:ext>
                  </a:extLst>
                </p14:cNvPr>
                <p14:cNvContentPartPr/>
                <p14:nvPr/>
              </p14:nvContentPartPr>
              <p14:xfrm>
                <a:off x="1104325" y="6158182"/>
                <a:ext cx="167400" cy="270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B47FE1B-CCA7-E295-F17D-A38A37F1F7E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6685" y="6140542"/>
                  <a:ext cx="2030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5EA98CC-CA47-0331-C637-44AC0D619FB3}"/>
                    </a:ext>
                  </a:extLst>
                </p14:cNvPr>
                <p14:cNvContentPartPr/>
                <p14:nvPr/>
              </p14:nvContentPartPr>
              <p14:xfrm>
                <a:off x="1286845" y="6210022"/>
                <a:ext cx="193320" cy="217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5EA98CC-CA47-0331-C637-44AC0D619FB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269205" y="6192382"/>
                  <a:ext cx="228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0DBE9C5-C100-1F67-2CAE-D8FD38381B92}"/>
                    </a:ext>
                  </a:extLst>
                </p14:cNvPr>
                <p14:cNvContentPartPr/>
                <p14:nvPr/>
              </p14:nvContentPartPr>
              <p14:xfrm>
                <a:off x="1605085" y="6158182"/>
                <a:ext cx="158760" cy="253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0DBE9C5-C100-1F67-2CAE-D8FD38381B9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587445" y="6140542"/>
                  <a:ext cx="194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B8B26C9-8F4B-3714-63CD-93F6857AF860}"/>
                    </a:ext>
                  </a:extLst>
                </p14:cNvPr>
                <p14:cNvContentPartPr/>
                <p14:nvPr/>
              </p14:nvContentPartPr>
              <p14:xfrm>
                <a:off x="2076325" y="6093022"/>
                <a:ext cx="178920" cy="242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B8B26C9-8F4B-3714-63CD-93F6857AF86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058685" y="6075022"/>
                  <a:ext cx="2145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46423D1-036A-CA00-8ADE-CA874871E0B5}"/>
                    </a:ext>
                  </a:extLst>
                </p14:cNvPr>
                <p14:cNvContentPartPr/>
                <p14:nvPr/>
              </p14:nvContentPartPr>
              <p14:xfrm>
                <a:off x="2362525" y="6183742"/>
                <a:ext cx="195120" cy="43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46423D1-036A-CA00-8ADE-CA874871E0B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44525" y="6165742"/>
                  <a:ext cx="230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D9CD8B0-605F-6F12-95B0-709917032F48}"/>
                    </a:ext>
                  </a:extLst>
                </p14:cNvPr>
                <p14:cNvContentPartPr/>
                <p14:nvPr/>
              </p14:nvContentPartPr>
              <p14:xfrm>
                <a:off x="2443525" y="6127222"/>
                <a:ext cx="56520" cy="200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D9CD8B0-605F-6F12-95B0-709917032F4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425525" y="6109582"/>
                  <a:ext cx="92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EF27345-67B4-36E6-AD70-3D9AD5E16DFC}"/>
                    </a:ext>
                  </a:extLst>
                </p14:cNvPr>
                <p14:cNvContentPartPr/>
                <p14:nvPr/>
              </p14:nvContentPartPr>
              <p14:xfrm>
                <a:off x="2663125" y="6093382"/>
                <a:ext cx="144360" cy="221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EF27345-67B4-36E6-AD70-3D9AD5E16DF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45485" y="6075382"/>
                  <a:ext cx="1800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8C0DBAD-0647-85FD-5197-D58DB01DB9FE}"/>
                    </a:ext>
                  </a:extLst>
                </p14:cNvPr>
                <p14:cNvContentPartPr/>
                <p14:nvPr/>
              </p14:nvContentPartPr>
              <p14:xfrm>
                <a:off x="2981005" y="6050182"/>
                <a:ext cx="225000" cy="243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8C0DBAD-0647-85FD-5197-D58DB01DB9F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63005" y="6032542"/>
                  <a:ext cx="2606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D1FD5DC-9E80-5076-B6AD-C2A4C8A7E23E}"/>
                    </a:ext>
                  </a:extLst>
                </p14:cNvPr>
                <p14:cNvContentPartPr/>
                <p14:nvPr/>
              </p14:nvContentPartPr>
              <p14:xfrm>
                <a:off x="3081805" y="6215782"/>
                <a:ext cx="204480" cy="161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D1FD5DC-9E80-5076-B6AD-C2A4C8A7E23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063805" y="6197782"/>
                  <a:ext cx="240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8A1AF24-6277-6D8C-CD8B-3F736E9F2094}"/>
                    </a:ext>
                  </a:extLst>
                </p14:cNvPr>
                <p14:cNvContentPartPr/>
                <p14:nvPr/>
              </p14:nvContentPartPr>
              <p14:xfrm>
                <a:off x="3075685" y="5848942"/>
                <a:ext cx="222120" cy="6825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8A1AF24-6277-6D8C-CD8B-3F736E9F209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057685" y="5831302"/>
                  <a:ext cx="25776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6E0270B-B2A4-3A42-5325-D51AEBB46DAD}"/>
                    </a:ext>
                  </a:extLst>
                </p14:cNvPr>
                <p14:cNvContentPartPr/>
                <p14:nvPr/>
              </p14:nvContentPartPr>
              <p14:xfrm>
                <a:off x="3463405" y="6042262"/>
                <a:ext cx="170640" cy="238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6E0270B-B2A4-3A42-5325-D51AEBB46DA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445405" y="6024622"/>
                  <a:ext cx="20628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CEA341D-C9DE-AC9B-FB83-0D7DDFFBC54A}"/>
                  </a:ext>
                </a:extLst>
              </p14:cNvPr>
              <p14:cNvContentPartPr/>
              <p14:nvPr/>
            </p14:nvContentPartPr>
            <p14:xfrm>
              <a:off x="3919885" y="6258982"/>
              <a:ext cx="19800" cy="230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CEA341D-C9DE-AC9B-FB83-0D7DDFFBC54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902245" y="6241342"/>
                <a:ext cx="5544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03D2F089-93C3-4D75-8607-9F9D8E5DA1A0}"/>
              </a:ext>
            </a:extLst>
          </p:cNvPr>
          <p:cNvGrpSpPr/>
          <p:nvPr/>
        </p:nvGrpSpPr>
        <p:grpSpPr>
          <a:xfrm>
            <a:off x="4140925" y="5985382"/>
            <a:ext cx="591840" cy="328320"/>
            <a:chOff x="4140925" y="5985382"/>
            <a:chExt cx="59184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81AB937-C8E0-1564-807C-81BA7A7D0EAD}"/>
                    </a:ext>
                  </a:extLst>
                </p14:cNvPr>
                <p14:cNvContentPartPr/>
                <p14:nvPr/>
              </p14:nvContentPartPr>
              <p14:xfrm>
                <a:off x="4140925" y="5985382"/>
                <a:ext cx="229320" cy="52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81AB937-C8E0-1564-807C-81BA7A7D0EA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123285" y="5967742"/>
                  <a:ext cx="2649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AC42E0F-B13B-5A50-2D1E-F69D5E3CACC7}"/>
                    </a:ext>
                  </a:extLst>
                </p14:cNvPr>
                <p14:cNvContentPartPr/>
                <p14:nvPr/>
              </p14:nvContentPartPr>
              <p14:xfrm>
                <a:off x="4221925" y="6023902"/>
                <a:ext cx="48240" cy="289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AC42E0F-B13B-5A50-2D1E-F69D5E3CACC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04285" y="6006262"/>
                  <a:ext cx="838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06DB17F-A42C-7525-BD33-D9D33FB30B35}"/>
                    </a:ext>
                  </a:extLst>
                </p14:cNvPr>
                <p14:cNvContentPartPr/>
                <p14:nvPr/>
              </p14:nvContentPartPr>
              <p14:xfrm>
                <a:off x="4315165" y="6041542"/>
                <a:ext cx="233640" cy="260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06DB17F-A42C-7525-BD33-D9D33FB30B3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297165" y="6023902"/>
                  <a:ext cx="269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151884E-511B-B2F4-B570-434AE9C2D720}"/>
                    </a:ext>
                  </a:extLst>
                </p14:cNvPr>
                <p14:cNvContentPartPr/>
                <p14:nvPr/>
              </p14:nvContentPartPr>
              <p14:xfrm>
                <a:off x="4633405" y="6124342"/>
                <a:ext cx="99360" cy="168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151884E-511B-B2F4-B570-434AE9C2D72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15765" y="6106342"/>
                  <a:ext cx="135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9A0918C-3962-F885-7D63-F08F781CA320}"/>
                    </a:ext>
                  </a:extLst>
                </p14:cNvPr>
                <p14:cNvContentPartPr/>
                <p14:nvPr/>
              </p14:nvContentPartPr>
              <p14:xfrm>
                <a:off x="4574005" y="5988262"/>
                <a:ext cx="28800" cy="44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9A0918C-3962-F885-7D63-F08F781CA32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556365" y="5970262"/>
                  <a:ext cx="6444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C0E6A161-C56E-3D8E-771C-DAB5E5D42886}"/>
              </a:ext>
            </a:extLst>
          </p:cNvPr>
          <p:cNvGrpSpPr/>
          <p:nvPr/>
        </p:nvGrpSpPr>
        <p:grpSpPr>
          <a:xfrm>
            <a:off x="5395833" y="3436222"/>
            <a:ext cx="631132" cy="580233"/>
            <a:chOff x="5395833" y="3436222"/>
            <a:chExt cx="631132" cy="58023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312F3D-3168-BC41-0CD1-B18C2854AAF0}"/>
                    </a:ext>
                  </a:extLst>
                </p14:cNvPr>
                <p14:cNvContentPartPr/>
                <p14:nvPr/>
              </p14:nvContentPartPr>
              <p14:xfrm>
                <a:off x="5587353" y="3769855"/>
                <a:ext cx="14760" cy="14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312F3D-3168-BC41-0CD1-B18C2854AAF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69713" y="3752215"/>
                  <a:ext cx="50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BE42163-7F88-D867-83EB-3D391A58694B}"/>
                    </a:ext>
                  </a:extLst>
                </p14:cNvPr>
                <p14:cNvContentPartPr/>
                <p14:nvPr/>
              </p14:nvContentPartPr>
              <p14:xfrm>
                <a:off x="5395833" y="3631975"/>
                <a:ext cx="334080" cy="384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BE42163-7F88-D867-83EB-3D391A58694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78193" y="3614335"/>
                  <a:ext cx="3697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1AA0BEF-89B3-B4D0-4410-0599D7BADBE1}"/>
                    </a:ext>
                  </a:extLst>
                </p14:cNvPr>
                <p14:cNvContentPartPr/>
                <p14:nvPr/>
              </p14:nvContentPartPr>
              <p14:xfrm>
                <a:off x="5847325" y="3451702"/>
                <a:ext cx="20880" cy="196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1AA0BEF-89B3-B4D0-4410-0599D7BADBE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29685" y="3433702"/>
                  <a:ext cx="56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6DAFB13-F969-00E0-BC54-BDA7328B4F13}"/>
                    </a:ext>
                  </a:extLst>
                </p14:cNvPr>
                <p14:cNvContentPartPr/>
                <p14:nvPr/>
              </p14:nvContentPartPr>
              <p14:xfrm>
                <a:off x="5837965" y="3436222"/>
                <a:ext cx="189000" cy="217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6DAFB13-F969-00E0-BC54-BDA7328B4F1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820325" y="3418582"/>
                  <a:ext cx="2246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1739AC2-3D83-E491-BBF4-C036BE772B78}"/>
                    </a:ext>
                  </a:extLst>
                </p14:cNvPr>
                <p14:cNvContentPartPr/>
                <p14:nvPr/>
              </p14:nvContentPartPr>
              <p14:xfrm>
                <a:off x="5609005" y="3799102"/>
                <a:ext cx="10800" cy="12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1739AC2-3D83-E491-BBF4-C036BE772B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91005" y="3781102"/>
                  <a:ext cx="464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D0E4C53-0CA0-D8E0-C844-7CCB2C42457B}"/>
              </a:ext>
            </a:extLst>
          </p:cNvPr>
          <p:cNvGrpSpPr/>
          <p:nvPr/>
        </p:nvGrpSpPr>
        <p:grpSpPr>
          <a:xfrm>
            <a:off x="5128405" y="5860102"/>
            <a:ext cx="1726560" cy="752760"/>
            <a:chOff x="5128405" y="5860102"/>
            <a:chExt cx="1726560" cy="75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B7E573F-FFC7-9934-FEEC-DD86F6F88BF6}"/>
                    </a:ext>
                  </a:extLst>
                </p14:cNvPr>
                <p14:cNvContentPartPr/>
                <p14:nvPr/>
              </p14:nvContentPartPr>
              <p14:xfrm>
                <a:off x="5134525" y="6174742"/>
                <a:ext cx="18360" cy="183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B7E573F-FFC7-9934-FEEC-DD86F6F88BF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116885" y="6157102"/>
                  <a:ext cx="54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43F0906-8E1B-FB7C-C42F-90C2EFA7F0D0}"/>
                    </a:ext>
                  </a:extLst>
                </p14:cNvPr>
                <p14:cNvContentPartPr/>
                <p14:nvPr/>
              </p14:nvContentPartPr>
              <p14:xfrm>
                <a:off x="5128405" y="6017782"/>
                <a:ext cx="22680" cy="38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43F0906-8E1B-FB7C-C42F-90C2EFA7F0D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110405" y="5999782"/>
                  <a:ext cx="58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1921925-2058-CA4E-B5FC-331B4D3235D6}"/>
                    </a:ext>
                  </a:extLst>
                </p14:cNvPr>
                <p14:cNvContentPartPr/>
                <p14:nvPr/>
              </p14:nvContentPartPr>
              <p14:xfrm>
                <a:off x="5218765" y="6174022"/>
                <a:ext cx="115920" cy="1933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1921925-2058-CA4E-B5FC-331B4D3235D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200765" y="6156022"/>
                  <a:ext cx="151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71FEA24-79F9-0C65-EF59-81ED1156C0CA}"/>
                    </a:ext>
                  </a:extLst>
                </p14:cNvPr>
                <p14:cNvContentPartPr/>
                <p14:nvPr/>
              </p14:nvContentPartPr>
              <p14:xfrm>
                <a:off x="5414245" y="6197062"/>
                <a:ext cx="173880" cy="173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71FEA24-79F9-0C65-EF59-81ED1156C0C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396245" y="6179422"/>
                  <a:ext cx="209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45C8406-FBE5-05F7-1E3C-5C90FDB6AE69}"/>
                    </a:ext>
                  </a:extLst>
                </p14:cNvPr>
                <p14:cNvContentPartPr/>
                <p14:nvPr/>
              </p14:nvContentPartPr>
              <p14:xfrm>
                <a:off x="5590645" y="6176182"/>
                <a:ext cx="127800" cy="436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45C8406-FBE5-05F7-1E3C-5C90FDB6AE6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572645" y="6158542"/>
                  <a:ext cx="16344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6D9796E-DAA4-F709-DF07-3811578A5471}"/>
                    </a:ext>
                  </a:extLst>
                </p14:cNvPr>
                <p14:cNvContentPartPr/>
                <p14:nvPr/>
              </p14:nvContentPartPr>
              <p14:xfrm>
                <a:off x="5763085" y="6137302"/>
                <a:ext cx="225360" cy="198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6D9796E-DAA4-F709-DF07-3811578A547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45085" y="6119302"/>
                  <a:ext cx="261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5AD1554-1CE3-926F-3E6C-7714D7FF8BB3}"/>
                    </a:ext>
                  </a:extLst>
                </p14:cNvPr>
                <p14:cNvContentPartPr/>
                <p14:nvPr/>
              </p14:nvContentPartPr>
              <p14:xfrm>
                <a:off x="5977645" y="6168262"/>
                <a:ext cx="239040" cy="151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5AD1554-1CE3-926F-3E6C-7714D7FF8BB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959645" y="6150262"/>
                  <a:ext cx="274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2747A9C-9EE3-579A-EFF8-061DD0AB5252}"/>
                    </a:ext>
                  </a:extLst>
                </p14:cNvPr>
                <p14:cNvContentPartPr/>
                <p14:nvPr/>
              </p14:nvContentPartPr>
              <p14:xfrm>
                <a:off x="6167725" y="5860102"/>
                <a:ext cx="128520" cy="448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2747A9C-9EE3-579A-EFF8-061DD0AB525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150085" y="5842462"/>
                  <a:ext cx="1641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4717477-9E2E-7F5C-9699-67FFA6A7F501}"/>
                    </a:ext>
                  </a:extLst>
                </p14:cNvPr>
                <p14:cNvContentPartPr/>
                <p14:nvPr/>
              </p14:nvContentPartPr>
              <p14:xfrm>
                <a:off x="6366805" y="6167902"/>
                <a:ext cx="68400" cy="131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4717477-9E2E-7F5C-9699-67FFA6A7F50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348805" y="6150262"/>
                  <a:ext cx="104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E341C01-DA48-2F2E-9816-CBE257311C89}"/>
                    </a:ext>
                  </a:extLst>
                </p14:cNvPr>
                <p14:cNvContentPartPr/>
                <p14:nvPr/>
              </p14:nvContentPartPr>
              <p14:xfrm>
                <a:off x="6483805" y="6138382"/>
                <a:ext cx="136800" cy="139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E341C01-DA48-2F2E-9816-CBE257311C8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66165" y="6120382"/>
                  <a:ext cx="172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D657560-4888-8F60-063C-713E5D85F794}"/>
                    </a:ext>
                  </a:extLst>
                </p14:cNvPr>
                <p14:cNvContentPartPr/>
                <p14:nvPr/>
              </p14:nvContentPartPr>
              <p14:xfrm>
                <a:off x="6700525" y="6131902"/>
                <a:ext cx="154440" cy="1303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D657560-4888-8F60-063C-713E5D85F79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682885" y="6113902"/>
                  <a:ext cx="19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40C05EB-9723-666D-9F4D-F6BBFC9E6EF9}"/>
                    </a:ext>
                  </a:extLst>
                </p14:cNvPr>
                <p14:cNvContentPartPr/>
                <p14:nvPr/>
              </p14:nvContentPartPr>
              <p14:xfrm>
                <a:off x="6251965" y="6015982"/>
                <a:ext cx="128520" cy="3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40C05EB-9723-666D-9F4D-F6BBFC9E6EF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233965" y="5997982"/>
                  <a:ext cx="164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E51F945-FF00-5F06-6121-1360AC99551F}"/>
                    </a:ext>
                  </a:extLst>
                </p14:cNvPr>
                <p14:cNvContentPartPr/>
                <p14:nvPr/>
              </p14:nvContentPartPr>
              <p14:xfrm>
                <a:off x="6065845" y="6098062"/>
                <a:ext cx="150120" cy="18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E51F945-FF00-5F06-6121-1360AC99551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48205" y="6080422"/>
                  <a:ext cx="18576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B4EE136D-21FA-0D6D-62CE-6C02B912CC52}"/>
              </a:ext>
            </a:extLst>
          </p:cNvPr>
          <p:cNvGrpSpPr/>
          <p:nvPr/>
        </p:nvGrpSpPr>
        <p:grpSpPr>
          <a:xfrm>
            <a:off x="7404685" y="5991142"/>
            <a:ext cx="180720" cy="297720"/>
            <a:chOff x="7404685" y="5991142"/>
            <a:chExt cx="18072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9830B0B-B5FE-C86A-2AB1-DFC9C54E9E4A}"/>
                    </a:ext>
                  </a:extLst>
                </p14:cNvPr>
                <p14:cNvContentPartPr/>
                <p14:nvPr/>
              </p14:nvContentPartPr>
              <p14:xfrm>
                <a:off x="7404685" y="6107062"/>
                <a:ext cx="12240" cy="181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9830B0B-B5FE-C86A-2AB1-DFC9C54E9E4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386685" y="6089422"/>
                  <a:ext cx="478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26372AF-FDFB-3019-759F-944020583CD6}"/>
                    </a:ext>
                  </a:extLst>
                </p14:cNvPr>
                <p14:cNvContentPartPr/>
                <p14:nvPr/>
              </p14:nvContentPartPr>
              <p14:xfrm>
                <a:off x="7445725" y="6107782"/>
                <a:ext cx="139680" cy="149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26372AF-FDFB-3019-759F-944020583CD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428085" y="6089782"/>
                  <a:ext cx="175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C73E617-5625-BAFB-3D8D-2C7D2B95A1F7}"/>
                    </a:ext>
                  </a:extLst>
                </p14:cNvPr>
                <p14:cNvContentPartPr/>
                <p14:nvPr/>
              </p14:nvContentPartPr>
              <p14:xfrm>
                <a:off x="7437085" y="5991142"/>
                <a:ext cx="12240" cy="19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C73E617-5625-BAFB-3D8D-2C7D2B95A1F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19445" y="5973502"/>
                  <a:ext cx="478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9FBA5D47-1F86-0BBF-DB2C-FB730BB68A13}"/>
              </a:ext>
            </a:extLst>
          </p:cNvPr>
          <p:cNvGrpSpPr/>
          <p:nvPr/>
        </p:nvGrpSpPr>
        <p:grpSpPr>
          <a:xfrm>
            <a:off x="7926325" y="5780182"/>
            <a:ext cx="2887200" cy="748800"/>
            <a:chOff x="7926325" y="5780182"/>
            <a:chExt cx="2887200" cy="74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71297AA-133E-F7F5-DE90-7FDB9B1FF027}"/>
                    </a:ext>
                  </a:extLst>
                </p14:cNvPr>
                <p14:cNvContentPartPr/>
                <p14:nvPr/>
              </p14:nvContentPartPr>
              <p14:xfrm>
                <a:off x="7926325" y="5865502"/>
                <a:ext cx="625680" cy="3798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71297AA-133E-F7F5-DE90-7FDB9B1FF02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908685" y="5847862"/>
                  <a:ext cx="6613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9A01AEA-CA00-4E21-01FA-7A7F43E932B5}"/>
                    </a:ext>
                  </a:extLst>
                </p14:cNvPr>
                <p14:cNvContentPartPr/>
                <p14:nvPr/>
              </p14:nvContentPartPr>
              <p14:xfrm>
                <a:off x="8385325" y="5938942"/>
                <a:ext cx="253800" cy="55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9A01AEA-CA00-4E21-01FA-7A7F43E932B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367685" y="5920942"/>
                  <a:ext cx="289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BA1C18C-CB0F-2DE4-7064-276F85547D2C}"/>
                    </a:ext>
                  </a:extLst>
                </p14:cNvPr>
                <p14:cNvContentPartPr/>
                <p14:nvPr/>
              </p14:nvContentPartPr>
              <p14:xfrm>
                <a:off x="8933245" y="6047302"/>
                <a:ext cx="198000" cy="160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BA1C18C-CB0F-2DE4-7064-276F85547D2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15605" y="6029302"/>
                  <a:ext cx="2336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08D77B3-7CB3-C619-A072-9661F4EB0D7D}"/>
                    </a:ext>
                  </a:extLst>
                </p14:cNvPr>
                <p14:cNvContentPartPr/>
                <p14:nvPr/>
              </p14:nvContentPartPr>
              <p14:xfrm>
                <a:off x="9223045" y="5879182"/>
                <a:ext cx="497880" cy="300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08D77B3-7CB3-C619-A072-9661F4EB0D7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205405" y="5861182"/>
                  <a:ext cx="5335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C4D89BF-5144-2676-A3FF-C98AB5D24972}"/>
                    </a:ext>
                  </a:extLst>
                </p14:cNvPr>
                <p14:cNvContentPartPr/>
                <p14:nvPr/>
              </p14:nvContentPartPr>
              <p14:xfrm>
                <a:off x="9645685" y="5863702"/>
                <a:ext cx="34200" cy="295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C4D89BF-5144-2676-A3FF-C98AB5D2497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628045" y="5846062"/>
                  <a:ext cx="69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6E966EE-730F-4DE8-57AF-83E1582E708F}"/>
                    </a:ext>
                  </a:extLst>
                </p14:cNvPr>
                <p14:cNvContentPartPr/>
                <p14:nvPr/>
              </p14:nvContentPartPr>
              <p14:xfrm>
                <a:off x="9357685" y="5979622"/>
                <a:ext cx="164880" cy="25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6E966EE-730F-4DE8-57AF-83E1582E708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339685" y="5961622"/>
                  <a:ext cx="200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43997B9-B27D-2B52-B883-3D468B268FE2}"/>
                    </a:ext>
                  </a:extLst>
                </p14:cNvPr>
                <p14:cNvContentPartPr/>
                <p14:nvPr/>
              </p14:nvContentPartPr>
              <p14:xfrm>
                <a:off x="9776365" y="5780182"/>
                <a:ext cx="414720" cy="748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43997B9-B27D-2B52-B883-3D468B268FE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58365" y="5762182"/>
                  <a:ext cx="45036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765BD4B-CD50-1D81-FC00-F83CE7CF28D1}"/>
                    </a:ext>
                  </a:extLst>
                </p14:cNvPr>
                <p14:cNvContentPartPr/>
                <p14:nvPr/>
              </p14:nvContentPartPr>
              <p14:xfrm>
                <a:off x="10319965" y="6033622"/>
                <a:ext cx="42480" cy="1267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765BD4B-CD50-1D81-FC00-F83CE7CF28D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302325" y="6015622"/>
                  <a:ext cx="78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459BCD5-02D4-5E01-9BFC-8263C611EA2F}"/>
                    </a:ext>
                  </a:extLst>
                </p14:cNvPr>
                <p14:cNvContentPartPr/>
                <p14:nvPr/>
              </p14:nvContentPartPr>
              <p14:xfrm>
                <a:off x="10315645" y="5915182"/>
                <a:ext cx="20160" cy="28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459BCD5-02D4-5E01-9BFC-8263C611EA2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298005" y="5897182"/>
                  <a:ext cx="55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993E381-B51F-AA79-68B3-24EB63A8B921}"/>
                    </a:ext>
                  </a:extLst>
                </p14:cNvPr>
                <p14:cNvContentPartPr/>
                <p14:nvPr/>
              </p14:nvContentPartPr>
              <p14:xfrm>
                <a:off x="10447405" y="6038662"/>
                <a:ext cx="111960" cy="124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993E381-B51F-AA79-68B3-24EB63A8B92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429765" y="6021022"/>
                  <a:ext cx="147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B3F25B5-4246-3794-F74D-0C446BA0E3B1}"/>
                    </a:ext>
                  </a:extLst>
                </p14:cNvPr>
                <p14:cNvContentPartPr/>
                <p14:nvPr/>
              </p14:nvContentPartPr>
              <p14:xfrm>
                <a:off x="10693285" y="5851462"/>
                <a:ext cx="120240" cy="3063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B3F25B5-4246-3794-F74D-0C446BA0E3B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75645" y="5833462"/>
                  <a:ext cx="155880" cy="34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D8FD5B8E-19DA-C45A-CFF2-674D9E57AA2A}"/>
                  </a:ext>
                </a:extLst>
              </p14:cNvPr>
              <p14:cNvContentPartPr/>
              <p14:nvPr/>
            </p14:nvContentPartPr>
            <p14:xfrm>
              <a:off x="11194405" y="6166822"/>
              <a:ext cx="5760" cy="118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D8FD5B8E-19DA-C45A-CFF2-674D9E57AA2A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1176765" y="6149182"/>
                <a:ext cx="4140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A057D6B-92F0-302E-C1E9-701D3F74EECF}"/>
              </a:ext>
            </a:extLst>
          </p:cNvPr>
          <p:cNvGrpSpPr/>
          <p:nvPr/>
        </p:nvGrpSpPr>
        <p:grpSpPr>
          <a:xfrm>
            <a:off x="2003965" y="6633022"/>
            <a:ext cx="895680" cy="235474"/>
            <a:chOff x="2003965" y="6633022"/>
            <a:chExt cx="895680" cy="23547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89E10FE-56E3-1E48-8A71-65598E842B86}"/>
                    </a:ext>
                  </a:extLst>
                </p14:cNvPr>
                <p14:cNvContentPartPr/>
                <p14:nvPr/>
              </p14:nvContentPartPr>
              <p14:xfrm>
                <a:off x="2003965" y="6633022"/>
                <a:ext cx="177840" cy="154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89E10FE-56E3-1E48-8A71-65598E842B8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985965" y="6615022"/>
                  <a:ext cx="213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9291D8-15DC-CEF9-8C52-D59E2ECC1778}"/>
                    </a:ext>
                  </a:extLst>
                </p14:cNvPr>
                <p14:cNvContentPartPr/>
                <p14:nvPr/>
              </p14:nvContentPartPr>
              <p14:xfrm>
                <a:off x="2255605" y="6738502"/>
                <a:ext cx="15120" cy="118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9291D8-15DC-CEF9-8C52-D59E2ECC177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237605" y="6720862"/>
                  <a:ext cx="50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A441341-4E1F-BE33-C1D4-6036C5C33447}"/>
                    </a:ext>
                  </a:extLst>
                </p14:cNvPr>
                <p14:cNvContentPartPr/>
                <p14:nvPr/>
              </p14:nvContentPartPr>
              <p14:xfrm>
                <a:off x="2369725" y="6732416"/>
                <a:ext cx="110520" cy="29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A441341-4E1F-BE33-C1D4-6036C5C3344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352085" y="6714776"/>
                  <a:ext cx="146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F4D6CB8-0B5D-A4D4-2546-D156FEED1AB2}"/>
                    </a:ext>
                  </a:extLst>
                </p14:cNvPr>
                <p14:cNvContentPartPr/>
                <p14:nvPr/>
              </p14:nvContentPartPr>
              <p14:xfrm>
                <a:off x="2421205" y="6687416"/>
                <a:ext cx="35640" cy="1486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F4D6CB8-0B5D-A4D4-2546-D156FEED1AB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03205" y="6669776"/>
                  <a:ext cx="71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0B0242B-703E-0BDF-3D4E-C46098831BF6}"/>
                    </a:ext>
                  </a:extLst>
                </p14:cNvPr>
                <p14:cNvContentPartPr/>
                <p14:nvPr/>
              </p14:nvContentPartPr>
              <p14:xfrm>
                <a:off x="2572045" y="6656816"/>
                <a:ext cx="176760" cy="130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0B0242B-703E-0BDF-3D4E-C46098831BF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54405" y="6639176"/>
                  <a:ext cx="212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4979987-19F3-52A8-B417-4E0DAEEBD866}"/>
                    </a:ext>
                  </a:extLst>
                </p14:cNvPr>
                <p14:cNvContentPartPr/>
                <p14:nvPr/>
              </p14:nvContentPartPr>
              <p14:xfrm>
                <a:off x="2791645" y="6737096"/>
                <a:ext cx="108000" cy="131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4979987-19F3-52A8-B417-4E0DAEEBD86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774005" y="6719096"/>
                  <a:ext cx="1436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F365A88C-B361-2868-8F49-A52B479DD408}"/>
              </a:ext>
            </a:extLst>
          </p:cNvPr>
          <p:cNvGrpSpPr/>
          <p:nvPr/>
        </p:nvGrpSpPr>
        <p:grpSpPr>
          <a:xfrm>
            <a:off x="3110605" y="6537329"/>
            <a:ext cx="554040" cy="288360"/>
            <a:chOff x="3110605" y="6537329"/>
            <a:chExt cx="55404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1A07F2E-66CC-2D10-E036-5EF033161D42}"/>
                    </a:ext>
                  </a:extLst>
                </p14:cNvPr>
                <p14:cNvContentPartPr/>
                <p14:nvPr/>
              </p14:nvContentPartPr>
              <p14:xfrm>
                <a:off x="3110605" y="6610769"/>
                <a:ext cx="193320" cy="145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1A07F2E-66CC-2D10-E036-5EF033161D4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092605" y="6593129"/>
                  <a:ext cx="228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6E09F1C-ABEA-C89A-86B6-00880A1D0609}"/>
                    </a:ext>
                  </a:extLst>
                </p14:cNvPr>
                <p14:cNvContentPartPr/>
                <p14:nvPr/>
              </p14:nvContentPartPr>
              <p14:xfrm>
                <a:off x="3227245" y="6702929"/>
                <a:ext cx="169920" cy="122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6E09F1C-ABEA-C89A-86B6-00880A1D060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209245" y="6684929"/>
                  <a:ext cx="205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98EE2B1-D6F2-CA66-F6EC-102293639D6C}"/>
                    </a:ext>
                  </a:extLst>
                </p14:cNvPr>
                <p14:cNvContentPartPr/>
                <p14:nvPr/>
              </p14:nvContentPartPr>
              <p14:xfrm>
                <a:off x="3521005" y="6537329"/>
                <a:ext cx="143640" cy="196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98EE2B1-D6F2-CA66-F6EC-102293639D6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03005" y="6519329"/>
                  <a:ext cx="179280" cy="23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614F8BA-A72B-904A-3CC2-2B7D3A0ED325}"/>
                  </a:ext>
                </a:extLst>
              </p14:cNvPr>
              <p14:cNvContentPartPr/>
              <p14:nvPr/>
            </p14:nvContentPartPr>
            <p14:xfrm>
              <a:off x="3954445" y="6644969"/>
              <a:ext cx="174960" cy="10404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614F8BA-A72B-904A-3CC2-2B7D3A0ED325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3936445" y="6627329"/>
                <a:ext cx="2106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3BA2F269-5FC0-F713-358D-FB831BA1E353}"/>
              </a:ext>
            </a:extLst>
          </p:cNvPr>
          <p:cNvGrpSpPr/>
          <p:nvPr/>
        </p:nvGrpSpPr>
        <p:grpSpPr>
          <a:xfrm>
            <a:off x="4429285" y="6569369"/>
            <a:ext cx="134640" cy="137880"/>
            <a:chOff x="4429285" y="6569369"/>
            <a:chExt cx="134640" cy="13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DAA72FB-A132-ECC0-26A8-F3121514125C}"/>
                    </a:ext>
                  </a:extLst>
                </p14:cNvPr>
                <p14:cNvContentPartPr/>
                <p14:nvPr/>
              </p14:nvContentPartPr>
              <p14:xfrm>
                <a:off x="4429285" y="6569369"/>
                <a:ext cx="22320" cy="124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DAA72FB-A132-ECC0-26A8-F3121514125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411645" y="6551369"/>
                  <a:ext cx="57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58A81E2-434D-2E9F-970A-1FEE9EDDC7BB}"/>
                    </a:ext>
                  </a:extLst>
                </p14:cNvPr>
                <p14:cNvContentPartPr/>
                <p14:nvPr/>
              </p14:nvContentPartPr>
              <p14:xfrm>
                <a:off x="4495525" y="6620129"/>
                <a:ext cx="68400" cy="87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58A81E2-434D-2E9F-970A-1FEE9EDDC7B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477885" y="6602129"/>
                  <a:ext cx="10404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428833A5-400E-4630-E95B-F141AA6E4A72}"/>
                  </a:ext>
                </a:extLst>
              </p14:cNvPr>
              <p14:cNvContentPartPr/>
              <p14:nvPr/>
            </p14:nvContentPartPr>
            <p14:xfrm>
              <a:off x="5767765" y="6542729"/>
              <a:ext cx="92520" cy="16740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428833A5-400E-4630-E95B-F141AA6E4A72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750125" y="6524729"/>
                <a:ext cx="12816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85BD3DB5-974F-8FA7-B871-BCF6B7E220BA}"/>
                  </a:ext>
                </a:extLst>
              </p14:cNvPr>
              <p14:cNvContentPartPr/>
              <p14:nvPr/>
            </p14:nvContentPartPr>
            <p14:xfrm>
              <a:off x="7638685" y="6506009"/>
              <a:ext cx="124200" cy="399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85BD3DB5-974F-8FA7-B871-BCF6B7E220BA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7620685" y="6488369"/>
                <a:ext cx="159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75908837-B6F7-737B-EB77-B77888A04CD5}"/>
                  </a:ext>
                </a:extLst>
              </p14:cNvPr>
              <p14:cNvContentPartPr/>
              <p14:nvPr/>
            </p14:nvContentPartPr>
            <p14:xfrm>
              <a:off x="8277685" y="6422129"/>
              <a:ext cx="78120" cy="7452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75908837-B6F7-737B-EB77-B77888A04CD5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8260045" y="6404129"/>
                <a:ext cx="1137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2E8196F6-ED9D-BBD4-9863-33FEDACD33AA}"/>
                  </a:ext>
                </a:extLst>
              </p14:cNvPr>
              <p14:cNvContentPartPr/>
              <p14:nvPr/>
            </p14:nvContentPartPr>
            <p14:xfrm>
              <a:off x="9867805" y="6441929"/>
              <a:ext cx="109800" cy="5400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2E8196F6-ED9D-BBD4-9863-33FEDACD33AA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9850165" y="6423929"/>
                <a:ext cx="1454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5D2DF28-A7D2-3EF2-1D52-9AC16E578040}"/>
                  </a:ext>
                </a:extLst>
              </p14:cNvPr>
              <p14:cNvContentPartPr/>
              <p14:nvPr/>
            </p14:nvContentPartPr>
            <p14:xfrm>
              <a:off x="5667685" y="2397672"/>
              <a:ext cx="4320" cy="72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5D2DF28-A7D2-3EF2-1D52-9AC16E578040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631685" y="2325672"/>
                <a:ext cx="759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054FDBD6-96B6-3416-FD0B-76825B201ADF}"/>
                  </a:ext>
                </a:extLst>
              </p14:cNvPr>
              <p14:cNvContentPartPr/>
              <p14:nvPr/>
            </p14:nvContentPartPr>
            <p14:xfrm>
              <a:off x="5598565" y="2375352"/>
              <a:ext cx="132480" cy="4705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054FDBD6-96B6-3416-FD0B-76825B201AD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562565" y="2303352"/>
                <a:ext cx="20412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247A0E95-13E8-AE36-F5B9-BE2BBEAB00D6}"/>
                  </a:ext>
                </a:extLst>
              </p14:cNvPr>
              <p14:cNvContentPartPr/>
              <p14:nvPr/>
            </p14:nvContentPartPr>
            <p14:xfrm>
              <a:off x="5765245" y="2856672"/>
              <a:ext cx="3241800" cy="19443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247A0E95-13E8-AE36-F5B9-BE2BBEAB00D6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729605" y="2784672"/>
                <a:ext cx="3313440" cy="20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18DA425F-C338-E0E3-97BF-3267CDC8A6F6}"/>
              </a:ext>
            </a:extLst>
          </p:cNvPr>
          <p:cNvGrpSpPr/>
          <p:nvPr/>
        </p:nvGrpSpPr>
        <p:grpSpPr>
          <a:xfrm>
            <a:off x="6865765" y="4434192"/>
            <a:ext cx="153360" cy="264960"/>
            <a:chOff x="6865765" y="4434192"/>
            <a:chExt cx="1533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90CF1EF-548C-4954-C8E1-65F6CF6B4E9C}"/>
                    </a:ext>
                  </a:extLst>
                </p14:cNvPr>
                <p14:cNvContentPartPr/>
                <p14:nvPr/>
              </p14:nvContentPartPr>
              <p14:xfrm>
                <a:off x="6876205" y="4439232"/>
                <a:ext cx="39960" cy="2599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90CF1EF-548C-4954-C8E1-65F6CF6B4E9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858565" y="4421592"/>
                  <a:ext cx="756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03097BA-588D-4F61-792D-1934ABD0D98F}"/>
                    </a:ext>
                  </a:extLst>
                </p14:cNvPr>
                <p14:cNvContentPartPr/>
                <p14:nvPr/>
              </p14:nvContentPartPr>
              <p14:xfrm>
                <a:off x="6865765" y="4434192"/>
                <a:ext cx="153360" cy="1454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03097BA-588D-4F61-792D-1934ABD0D98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847765" y="4416192"/>
                  <a:ext cx="189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14F831EF-9953-4E19-DE87-15F967898DFA}"/>
              </a:ext>
            </a:extLst>
          </p:cNvPr>
          <p:cNvGrpSpPr/>
          <p:nvPr/>
        </p:nvGrpSpPr>
        <p:grpSpPr>
          <a:xfrm>
            <a:off x="8674045" y="1607832"/>
            <a:ext cx="1461600" cy="632160"/>
            <a:chOff x="8674045" y="1607832"/>
            <a:chExt cx="1461600" cy="63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F5FC011-7A97-E328-5381-2352FA777B13}"/>
                    </a:ext>
                  </a:extLst>
                </p14:cNvPr>
                <p14:cNvContentPartPr/>
                <p14:nvPr/>
              </p14:nvContentPartPr>
              <p14:xfrm>
                <a:off x="8716165" y="1706112"/>
                <a:ext cx="174600" cy="344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F5FC011-7A97-E328-5381-2352FA777B1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698165" y="1688472"/>
                  <a:ext cx="2102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0E4E2F1-1B45-CF62-B0A7-5C6BF6A27FAE}"/>
                    </a:ext>
                  </a:extLst>
                </p14:cNvPr>
                <p14:cNvContentPartPr/>
                <p14:nvPr/>
              </p14:nvContentPartPr>
              <p14:xfrm>
                <a:off x="8722285" y="1913112"/>
                <a:ext cx="196920" cy="673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0E4E2F1-1B45-CF62-B0A7-5C6BF6A27FA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704645" y="1895472"/>
                  <a:ext cx="232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FFDABA2-AD6D-1A0B-241D-960643A7DDC2}"/>
                    </a:ext>
                  </a:extLst>
                </p14:cNvPr>
                <p14:cNvContentPartPr/>
                <p14:nvPr/>
              </p14:nvContentPartPr>
              <p14:xfrm>
                <a:off x="9060685" y="1607832"/>
                <a:ext cx="167400" cy="6321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FFDABA2-AD6D-1A0B-241D-960643A7DDC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043045" y="1590192"/>
                  <a:ext cx="20304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C3B2AEA-ED49-6BE5-F720-405A64AB3D57}"/>
                    </a:ext>
                  </a:extLst>
                </p14:cNvPr>
                <p14:cNvContentPartPr/>
                <p14:nvPr/>
              </p14:nvContentPartPr>
              <p14:xfrm>
                <a:off x="8674045" y="1924632"/>
                <a:ext cx="78120" cy="2098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C3B2AEA-ED49-6BE5-F720-405A64AB3D5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56405" y="1906632"/>
                  <a:ext cx="113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051960D-598F-AB0F-B2AA-1ECD59802374}"/>
                    </a:ext>
                  </a:extLst>
                </p14:cNvPr>
                <p14:cNvContentPartPr/>
                <p14:nvPr/>
              </p14:nvContentPartPr>
              <p14:xfrm>
                <a:off x="9363805" y="1799712"/>
                <a:ext cx="150120" cy="197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051960D-598F-AB0F-B2AA-1ECD5980237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345805" y="1782072"/>
                  <a:ext cx="185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5596C26-2846-568D-8EED-5F304EC7DBC5}"/>
                    </a:ext>
                  </a:extLst>
                </p14:cNvPr>
                <p14:cNvContentPartPr/>
                <p14:nvPr/>
              </p14:nvContentPartPr>
              <p14:xfrm>
                <a:off x="9571165" y="1951992"/>
                <a:ext cx="54000" cy="1360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5596C26-2846-568D-8EED-5F304EC7DBC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553165" y="1934352"/>
                  <a:ext cx="89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22B49AC-913D-B1C8-B6D8-4458B021C4C3}"/>
                    </a:ext>
                  </a:extLst>
                </p14:cNvPr>
                <p14:cNvContentPartPr/>
                <p14:nvPr/>
              </p14:nvContentPartPr>
              <p14:xfrm>
                <a:off x="9758725" y="1798992"/>
                <a:ext cx="126360" cy="153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22B49AC-913D-B1C8-B6D8-4458B021C4C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741085" y="1780992"/>
                  <a:ext cx="162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1D5CA21-8FD9-C070-0BFA-D5928F31C18D}"/>
                    </a:ext>
                  </a:extLst>
                </p14:cNvPr>
                <p14:cNvContentPartPr/>
                <p14:nvPr/>
              </p14:nvContentPartPr>
              <p14:xfrm>
                <a:off x="9965725" y="1627992"/>
                <a:ext cx="169920" cy="4813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1D5CA21-8FD9-C070-0BFA-D5928F31C18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947725" y="1609992"/>
                  <a:ext cx="205560" cy="51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E122DAB1-53BB-DAA7-3255-6F78C2C376F1}"/>
              </a:ext>
            </a:extLst>
          </p:cNvPr>
          <p:cNvGrpSpPr/>
          <p:nvPr/>
        </p:nvGrpSpPr>
        <p:grpSpPr>
          <a:xfrm>
            <a:off x="8687365" y="2322792"/>
            <a:ext cx="1512720" cy="649440"/>
            <a:chOff x="8687365" y="2322792"/>
            <a:chExt cx="151272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6369688-718F-3795-AB7E-B72C23E5E569}"/>
                    </a:ext>
                  </a:extLst>
                </p14:cNvPr>
                <p14:cNvContentPartPr/>
                <p14:nvPr/>
              </p14:nvContentPartPr>
              <p14:xfrm>
                <a:off x="8710045" y="2419992"/>
                <a:ext cx="36360" cy="3535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6369688-718F-3795-AB7E-B72C23E5E56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692405" y="2401992"/>
                  <a:ext cx="72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95DAD89-7FAB-329C-DC63-95E3A2494406}"/>
                    </a:ext>
                  </a:extLst>
                </p14:cNvPr>
                <p14:cNvContentPartPr/>
                <p14:nvPr/>
              </p14:nvContentPartPr>
              <p14:xfrm>
                <a:off x="8687365" y="2431872"/>
                <a:ext cx="275040" cy="360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95DAD89-7FAB-329C-DC63-95E3A249440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669365" y="2414232"/>
                  <a:ext cx="3106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5089883-4C0E-ED42-4417-2293B919A69F}"/>
                    </a:ext>
                  </a:extLst>
                </p14:cNvPr>
                <p14:cNvContentPartPr/>
                <p14:nvPr/>
              </p14:nvContentPartPr>
              <p14:xfrm>
                <a:off x="9113965" y="2327472"/>
                <a:ext cx="117720" cy="5148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5089883-4C0E-ED42-4417-2293B919A69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095965" y="2309832"/>
                  <a:ext cx="15336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BE605BF-8E1C-A660-BE5C-DC3EAE8F0E1B}"/>
                    </a:ext>
                  </a:extLst>
                </p14:cNvPr>
                <p14:cNvContentPartPr/>
                <p14:nvPr/>
              </p14:nvContentPartPr>
              <p14:xfrm>
                <a:off x="9367045" y="2792952"/>
                <a:ext cx="7920" cy="82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BE605BF-8E1C-A660-BE5C-DC3EAE8F0E1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49045" y="2774952"/>
                  <a:ext cx="43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B42BBA1-8FF4-5A21-62DA-D85E3125A841}"/>
                    </a:ext>
                  </a:extLst>
                </p14:cNvPr>
                <p14:cNvContentPartPr/>
                <p14:nvPr/>
              </p14:nvContentPartPr>
              <p14:xfrm>
                <a:off x="9341485" y="2388672"/>
                <a:ext cx="136440" cy="2772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B42BBA1-8FF4-5A21-62DA-D85E3125A84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323845" y="2371032"/>
                  <a:ext cx="1720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D834F2D-A158-DA5E-8FB5-B10F5C7BB46A}"/>
                    </a:ext>
                  </a:extLst>
                </p14:cNvPr>
                <p14:cNvContentPartPr/>
                <p14:nvPr/>
              </p14:nvContentPartPr>
              <p14:xfrm>
                <a:off x="9398365" y="2382912"/>
                <a:ext cx="156240" cy="263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D834F2D-A158-DA5E-8FB5-B10F5C7BB46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80725" y="2365272"/>
                  <a:ext cx="191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CCDB644-7A74-AF62-CF36-A21C3C5C5C04}"/>
                    </a:ext>
                  </a:extLst>
                </p14:cNvPr>
                <p14:cNvContentPartPr/>
                <p14:nvPr/>
              </p14:nvContentPartPr>
              <p14:xfrm>
                <a:off x="9640645" y="2607912"/>
                <a:ext cx="79560" cy="158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CCDB644-7A74-AF62-CF36-A21C3C5C5C0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22645" y="2589912"/>
                  <a:ext cx="115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C0BF72A-352A-6E30-F97B-F72881F46635}"/>
                    </a:ext>
                  </a:extLst>
                </p14:cNvPr>
                <p14:cNvContentPartPr/>
                <p14:nvPr/>
              </p14:nvContentPartPr>
              <p14:xfrm>
                <a:off x="9796165" y="2442312"/>
                <a:ext cx="116640" cy="1998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C0BF72A-352A-6E30-F97B-F72881F4663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778165" y="2424672"/>
                  <a:ext cx="152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82D6D71-FA68-42AB-5137-D09C5A4C2174}"/>
                    </a:ext>
                  </a:extLst>
                </p14:cNvPr>
                <p14:cNvContentPartPr/>
                <p14:nvPr/>
              </p14:nvContentPartPr>
              <p14:xfrm>
                <a:off x="9354805" y="2394792"/>
                <a:ext cx="174600" cy="291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82D6D71-FA68-42AB-5137-D09C5A4C217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337165" y="2377152"/>
                  <a:ext cx="210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61188DB-2F50-B5DC-C7CD-F6CA46038F44}"/>
                    </a:ext>
                  </a:extLst>
                </p14:cNvPr>
                <p14:cNvContentPartPr/>
                <p14:nvPr/>
              </p14:nvContentPartPr>
              <p14:xfrm>
                <a:off x="9925405" y="2322792"/>
                <a:ext cx="274680" cy="649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61188DB-2F50-B5DC-C7CD-F6CA46038F4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07765" y="2305152"/>
                  <a:ext cx="310320" cy="68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89656C28-97A3-438D-3616-7342C1801A5C}"/>
                  </a:ext>
                </a:extLst>
              </p14:cNvPr>
              <p14:cNvContentPartPr/>
              <p14:nvPr/>
            </p14:nvContentPartPr>
            <p14:xfrm>
              <a:off x="9729925" y="3097872"/>
              <a:ext cx="29880" cy="1080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89656C28-97A3-438D-3616-7342C1801A5C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9712285" y="3079872"/>
                <a:ext cx="6552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8" name="Group 287">
            <a:extLst>
              <a:ext uri="{FF2B5EF4-FFF2-40B4-BE49-F238E27FC236}">
                <a16:creationId xmlns:a16="http://schemas.microsoft.com/office/drawing/2014/main" id="{433F63A4-9162-6FF9-56F9-B83E40D9F236}"/>
              </a:ext>
            </a:extLst>
          </p:cNvPr>
          <p:cNvGrpSpPr/>
          <p:nvPr/>
        </p:nvGrpSpPr>
        <p:grpSpPr>
          <a:xfrm>
            <a:off x="8897965" y="3194352"/>
            <a:ext cx="457920" cy="378720"/>
            <a:chOff x="8897965" y="3194352"/>
            <a:chExt cx="45792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26892B5-E73D-31F0-8080-B9DCB3B2B87E}"/>
                    </a:ext>
                  </a:extLst>
                </p14:cNvPr>
                <p14:cNvContentPartPr/>
                <p14:nvPr/>
              </p14:nvContentPartPr>
              <p14:xfrm>
                <a:off x="8897965" y="3295512"/>
                <a:ext cx="16200" cy="2775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26892B5-E73D-31F0-8080-B9DCB3B2B87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80325" y="3277872"/>
                  <a:ext cx="518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CC4F43B-350E-758B-3F25-64D0304FB7DE}"/>
                    </a:ext>
                  </a:extLst>
                </p14:cNvPr>
                <p14:cNvContentPartPr/>
                <p14:nvPr/>
              </p14:nvContentPartPr>
              <p14:xfrm>
                <a:off x="8913085" y="3194352"/>
                <a:ext cx="129600" cy="2127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CC4F43B-350E-758B-3F25-64D0304FB7D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895085" y="3176712"/>
                  <a:ext cx="165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B5ED667-B9DF-038F-A7FC-4EDF0C0FBB1C}"/>
                    </a:ext>
                  </a:extLst>
                </p14:cNvPr>
                <p14:cNvContentPartPr/>
                <p14:nvPr/>
              </p14:nvContentPartPr>
              <p14:xfrm>
                <a:off x="9154645" y="3419712"/>
                <a:ext cx="201240" cy="35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B5ED667-B9DF-038F-A7FC-4EDF0C0FBB1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137005" y="3402072"/>
                  <a:ext cx="23688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E51EEAF5-9FC4-676F-917E-94535BC2480C}"/>
                  </a:ext>
                </a:extLst>
              </p14:cNvPr>
              <p14:cNvContentPartPr/>
              <p14:nvPr/>
            </p14:nvContentPartPr>
            <p14:xfrm>
              <a:off x="9607885" y="3138552"/>
              <a:ext cx="144720" cy="31500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E51EEAF5-9FC4-676F-917E-94535BC2480C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589885" y="3120912"/>
                <a:ext cx="18036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CE558A8F-017C-E5C1-7F39-3E66CD2FC40A}"/>
                  </a:ext>
                </a:extLst>
              </p14:cNvPr>
              <p14:cNvContentPartPr/>
              <p14:nvPr/>
            </p14:nvContentPartPr>
            <p14:xfrm>
              <a:off x="9998485" y="3706272"/>
              <a:ext cx="36360" cy="3348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CE558A8F-017C-E5C1-7F39-3E66CD2FC40A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9980485" y="3688632"/>
                <a:ext cx="7200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Group 289">
            <a:extLst>
              <a:ext uri="{FF2B5EF4-FFF2-40B4-BE49-F238E27FC236}">
                <a16:creationId xmlns:a16="http://schemas.microsoft.com/office/drawing/2014/main" id="{A5228D1E-44E3-FD37-A074-A586CE7949A5}"/>
              </a:ext>
            </a:extLst>
          </p:cNvPr>
          <p:cNvGrpSpPr/>
          <p:nvPr/>
        </p:nvGrpSpPr>
        <p:grpSpPr>
          <a:xfrm>
            <a:off x="1896685" y="3083335"/>
            <a:ext cx="777908" cy="347040"/>
            <a:chOff x="1896685" y="3083335"/>
            <a:chExt cx="777908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D05A9F9-B4EE-724C-CEEB-AA2336F609CB}"/>
                    </a:ext>
                  </a:extLst>
                </p14:cNvPr>
                <p14:cNvContentPartPr/>
                <p14:nvPr/>
              </p14:nvContentPartPr>
              <p14:xfrm>
                <a:off x="1907793" y="3214015"/>
                <a:ext cx="133920" cy="23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D05A9F9-B4EE-724C-CEEB-AA2336F609C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889793" y="3196015"/>
                  <a:ext cx="169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3A8523F-395C-CEEF-8F61-97C09FAD860D}"/>
                    </a:ext>
                  </a:extLst>
                </p14:cNvPr>
                <p14:cNvContentPartPr/>
                <p14:nvPr/>
              </p14:nvContentPartPr>
              <p14:xfrm>
                <a:off x="1932273" y="3272695"/>
                <a:ext cx="210960" cy="42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3A8523F-395C-CEEF-8F61-97C09FAD860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914273" y="3255055"/>
                  <a:ext cx="246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2FF9A3-FD7E-9F48-AD53-5774D192921A}"/>
                    </a:ext>
                  </a:extLst>
                </p14:cNvPr>
                <p14:cNvContentPartPr/>
                <p14:nvPr/>
              </p14:nvContentPartPr>
              <p14:xfrm>
                <a:off x="2318553" y="3083335"/>
                <a:ext cx="356040" cy="347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2FF9A3-FD7E-9F48-AD53-5774D192921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300913" y="3065335"/>
                  <a:ext cx="3916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AA8CA5A-B9AE-E14C-87C7-B95409DDA522}"/>
                    </a:ext>
                  </a:extLst>
                </p14:cNvPr>
                <p14:cNvContentPartPr/>
                <p14:nvPr/>
              </p14:nvContentPartPr>
              <p14:xfrm>
                <a:off x="1896685" y="3322872"/>
                <a:ext cx="11520" cy="151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AA8CA5A-B9AE-E14C-87C7-B95409DDA52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878685" y="3304872"/>
                  <a:ext cx="47160" cy="5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69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DA69D9C-D29F-6D23-6D1C-C187F1EB86F5}"/>
              </a:ext>
            </a:extLst>
          </p:cNvPr>
          <p:cNvGrpSpPr/>
          <p:nvPr/>
        </p:nvGrpSpPr>
        <p:grpSpPr>
          <a:xfrm>
            <a:off x="722327" y="141502"/>
            <a:ext cx="2368440" cy="484920"/>
            <a:chOff x="722327" y="141502"/>
            <a:chExt cx="236844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B149EE-70F4-332B-7AE4-AD0A0B5E4ECC}"/>
                    </a:ext>
                  </a:extLst>
                </p14:cNvPr>
                <p14:cNvContentPartPr/>
                <p14:nvPr/>
              </p14:nvContentPartPr>
              <p14:xfrm>
                <a:off x="722327" y="331222"/>
                <a:ext cx="207000" cy="197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B149EE-70F4-332B-7AE4-AD0A0B5E4E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4687" y="313582"/>
                  <a:ext cx="2426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31B196-E3C2-3AF1-0E71-2C9F8D8E7873}"/>
                    </a:ext>
                  </a:extLst>
                </p14:cNvPr>
                <p14:cNvContentPartPr/>
                <p14:nvPr/>
              </p14:nvContentPartPr>
              <p14:xfrm>
                <a:off x="1028687" y="425902"/>
                <a:ext cx="10080" cy="172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31B196-E3C2-3AF1-0E71-2C9F8D8E78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1047" y="408262"/>
                  <a:ext cx="45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BFA5FD5-DDCE-501B-CF23-A8DC5C692382}"/>
                    </a:ext>
                  </a:extLst>
                </p14:cNvPr>
                <p14:cNvContentPartPr/>
                <p14:nvPr/>
              </p14:nvContentPartPr>
              <p14:xfrm>
                <a:off x="1188887" y="369022"/>
                <a:ext cx="149760" cy="56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BFA5FD5-DDCE-501B-CF23-A8DC5C6923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0887" y="351382"/>
                  <a:ext cx="185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F452BA-A54F-4657-0A0C-50DBC0003734}"/>
                    </a:ext>
                  </a:extLst>
                </p14:cNvPr>
                <p14:cNvContentPartPr/>
                <p14:nvPr/>
              </p14:nvContentPartPr>
              <p14:xfrm>
                <a:off x="1266287" y="299902"/>
                <a:ext cx="29520" cy="206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F452BA-A54F-4657-0A0C-50DBC00037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48287" y="281902"/>
                  <a:ext cx="65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EB4A931-F19B-9100-0FBB-15A10CDA5150}"/>
                    </a:ext>
                  </a:extLst>
                </p14:cNvPr>
                <p14:cNvContentPartPr/>
                <p14:nvPr/>
              </p14:nvContentPartPr>
              <p14:xfrm>
                <a:off x="1489487" y="189022"/>
                <a:ext cx="170640" cy="306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EB4A931-F19B-9100-0FBB-15A10CDA51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1847" y="171382"/>
                  <a:ext cx="2062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1D984F-F6E7-75C9-3E93-A18B00D8EFC9}"/>
                    </a:ext>
                  </a:extLst>
                </p14:cNvPr>
                <p14:cNvContentPartPr/>
                <p14:nvPr/>
              </p14:nvContentPartPr>
              <p14:xfrm>
                <a:off x="1764167" y="324742"/>
                <a:ext cx="234720" cy="146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A1D984F-F6E7-75C9-3E93-A18B00D8EFC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46167" y="306742"/>
                  <a:ext cx="270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4BB7CC2-1402-F541-B4F8-37CA05B4E09E}"/>
                    </a:ext>
                  </a:extLst>
                </p14:cNvPr>
                <p14:cNvContentPartPr/>
                <p14:nvPr/>
              </p14:nvContentPartPr>
              <p14:xfrm>
                <a:off x="2035607" y="456862"/>
                <a:ext cx="294120" cy="169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4BB7CC2-1402-F541-B4F8-37CA05B4E0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17967" y="439222"/>
                  <a:ext cx="329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C64716-035A-01C6-3BB4-67960066772C}"/>
                    </a:ext>
                  </a:extLst>
                </p14:cNvPr>
                <p14:cNvContentPartPr/>
                <p14:nvPr/>
              </p14:nvContentPartPr>
              <p14:xfrm>
                <a:off x="2531327" y="317182"/>
                <a:ext cx="141840" cy="46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C64716-035A-01C6-3BB4-6796006677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13687" y="299542"/>
                  <a:ext cx="177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2014F4-5EEA-C752-50BE-CFEB77740F1A}"/>
                    </a:ext>
                  </a:extLst>
                </p14:cNvPr>
                <p14:cNvContentPartPr/>
                <p14:nvPr/>
              </p14:nvContentPartPr>
              <p14:xfrm>
                <a:off x="2520887" y="398182"/>
                <a:ext cx="187200" cy="71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2014F4-5EEA-C752-50BE-CFEB77740F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03247" y="380542"/>
                  <a:ext cx="222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B69258-C744-71C5-DC5A-995659273191}"/>
                    </a:ext>
                  </a:extLst>
                </p14:cNvPr>
                <p14:cNvContentPartPr/>
                <p14:nvPr/>
              </p14:nvContentPartPr>
              <p14:xfrm>
                <a:off x="2897807" y="141502"/>
                <a:ext cx="192960" cy="300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B69258-C744-71C5-DC5A-9956592731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9807" y="123862"/>
                  <a:ext cx="22860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411F6B-0FE9-8F34-0598-287F9F3596BD}"/>
              </a:ext>
            </a:extLst>
          </p:cNvPr>
          <p:cNvGrpSpPr/>
          <p:nvPr/>
        </p:nvGrpSpPr>
        <p:grpSpPr>
          <a:xfrm>
            <a:off x="244247" y="905422"/>
            <a:ext cx="3618360" cy="1240920"/>
            <a:chOff x="244247" y="905422"/>
            <a:chExt cx="3618360" cy="12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D0F2877-4C09-F6DC-1FF7-0C44EBC6EE29}"/>
                    </a:ext>
                  </a:extLst>
                </p14:cNvPr>
                <p14:cNvContentPartPr/>
                <p14:nvPr/>
              </p14:nvContentPartPr>
              <p14:xfrm>
                <a:off x="654287" y="1053022"/>
                <a:ext cx="272160" cy="19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D0F2877-4C09-F6DC-1FF7-0C44EBC6EE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6287" y="1035382"/>
                  <a:ext cx="307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E28C419-BC12-5B13-2735-59BA215F7641}"/>
                    </a:ext>
                  </a:extLst>
                </p14:cNvPr>
                <p14:cNvContentPartPr/>
                <p14:nvPr/>
              </p14:nvContentPartPr>
              <p14:xfrm>
                <a:off x="1018607" y="1156702"/>
                <a:ext cx="31680" cy="21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E28C419-BC12-5B13-2735-59BA215F76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0967" y="1138702"/>
                  <a:ext cx="67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AE92F9D-1D96-6926-7900-EC59FBC09D7A}"/>
                    </a:ext>
                  </a:extLst>
                </p14:cNvPr>
                <p14:cNvContentPartPr/>
                <p14:nvPr/>
              </p14:nvContentPartPr>
              <p14:xfrm>
                <a:off x="1287167" y="1136542"/>
                <a:ext cx="134640" cy="47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AE92F9D-1D96-6926-7900-EC59FBC09D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69167" y="1118542"/>
                  <a:ext cx="170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A3E3F0B-5221-6C76-4636-BFC8F7DC8D75}"/>
                    </a:ext>
                  </a:extLst>
                </p14:cNvPr>
                <p14:cNvContentPartPr/>
                <p14:nvPr/>
              </p14:nvContentPartPr>
              <p14:xfrm>
                <a:off x="1343687" y="1062382"/>
                <a:ext cx="28800" cy="210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A3E3F0B-5221-6C76-4636-BFC8F7DC8D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25687" y="1044382"/>
                  <a:ext cx="644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CB1B9F-9DF7-5DF8-D9BC-EF295B68BBA9}"/>
                    </a:ext>
                  </a:extLst>
                </p14:cNvPr>
                <p14:cNvContentPartPr/>
                <p14:nvPr/>
              </p14:nvContentPartPr>
              <p14:xfrm>
                <a:off x="1785767" y="1015222"/>
                <a:ext cx="236160" cy="176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CB1B9F-9DF7-5DF8-D9BC-EF295B68BB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67767" y="997582"/>
                  <a:ext cx="271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885D89-BD1C-AABA-8A72-5543E84AF4E1}"/>
                    </a:ext>
                  </a:extLst>
                </p14:cNvPr>
                <p14:cNvContentPartPr/>
                <p14:nvPr/>
              </p14:nvContentPartPr>
              <p14:xfrm>
                <a:off x="2164127" y="1098742"/>
                <a:ext cx="181080" cy="170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3885D89-BD1C-AABA-8A72-5543E84AF4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46487" y="1080742"/>
                  <a:ext cx="216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09E3C75-DCCC-0ED5-D98D-0237BC5F860E}"/>
                    </a:ext>
                  </a:extLst>
                </p14:cNvPr>
                <p14:cNvContentPartPr/>
                <p14:nvPr/>
              </p14:nvContentPartPr>
              <p14:xfrm>
                <a:off x="2957567" y="905422"/>
                <a:ext cx="340560" cy="234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09E3C75-DCCC-0ED5-D98D-0237BC5F86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39927" y="887782"/>
                  <a:ext cx="376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507873-2285-E71A-29A9-67DC8A64E92E}"/>
                    </a:ext>
                  </a:extLst>
                </p14:cNvPr>
                <p14:cNvContentPartPr/>
                <p14:nvPr/>
              </p14:nvContentPartPr>
              <p14:xfrm>
                <a:off x="3724007" y="1491142"/>
                <a:ext cx="15120" cy="1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507873-2285-E71A-29A9-67DC8A64E9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06367" y="1473142"/>
                  <a:ext cx="50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12C7771-2D08-CA90-431F-C8D5BE37A273}"/>
                    </a:ext>
                  </a:extLst>
                </p14:cNvPr>
                <p14:cNvContentPartPr/>
                <p14:nvPr/>
              </p14:nvContentPartPr>
              <p14:xfrm>
                <a:off x="566087" y="1260382"/>
                <a:ext cx="3296520" cy="314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12C7771-2D08-CA90-431F-C8D5BE37A2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8087" y="1242742"/>
                  <a:ext cx="33321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80C68DB-A11C-8667-FD40-E1029DCCDACA}"/>
                    </a:ext>
                  </a:extLst>
                </p14:cNvPr>
                <p14:cNvContentPartPr/>
                <p14:nvPr/>
              </p14:nvContentPartPr>
              <p14:xfrm>
                <a:off x="244247" y="1426702"/>
                <a:ext cx="218160" cy="39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80C68DB-A11C-8667-FD40-E1029DCCDA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6607" y="1409062"/>
                  <a:ext cx="253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D715017-532B-8EF7-65FA-7DFD964DB648}"/>
                    </a:ext>
                  </a:extLst>
                </p14:cNvPr>
                <p14:cNvContentPartPr/>
                <p14:nvPr/>
              </p14:nvContentPartPr>
              <p14:xfrm>
                <a:off x="1357367" y="1418782"/>
                <a:ext cx="286560" cy="54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D715017-532B-8EF7-65FA-7DFD964DB6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39367" y="1400782"/>
                  <a:ext cx="322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EB4A07B-8423-B361-DCAB-421DB773986B}"/>
                    </a:ext>
                  </a:extLst>
                </p14:cNvPr>
                <p14:cNvContentPartPr/>
                <p14:nvPr/>
              </p14:nvContentPartPr>
              <p14:xfrm>
                <a:off x="2521247" y="1006582"/>
                <a:ext cx="164160" cy="51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EB4A07B-8423-B361-DCAB-421DB773986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03607" y="988942"/>
                  <a:ext cx="1998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EC19BC-F0BD-9C60-96F0-DFFD0A85D764}"/>
                    </a:ext>
                  </a:extLst>
                </p14:cNvPr>
                <p14:cNvContentPartPr/>
                <p14:nvPr/>
              </p14:nvContentPartPr>
              <p14:xfrm>
                <a:off x="2542487" y="1115302"/>
                <a:ext cx="177120" cy="68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EC19BC-F0BD-9C60-96F0-DFFD0A85D7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24487" y="1097662"/>
                  <a:ext cx="212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0601027-5576-E521-D198-38BEC513EB7B}"/>
                    </a:ext>
                  </a:extLst>
                </p14:cNvPr>
                <p14:cNvContentPartPr/>
                <p14:nvPr/>
              </p14:nvContentPartPr>
              <p14:xfrm>
                <a:off x="2808887" y="1245622"/>
                <a:ext cx="149760" cy="49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0601027-5576-E521-D198-38BEC513EB7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90887" y="1227622"/>
                  <a:ext cx="185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8463F7-20E2-F2E4-B6BA-2CA645B0B779}"/>
                    </a:ext>
                  </a:extLst>
                </p14:cNvPr>
                <p14:cNvContentPartPr/>
                <p14:nvPr/>
              </p14:nvContentPartPr>
              <p14:xfrm>
                <a:off x="1414967" y="1805062"/>
                <a:ext cx="226440" cy="257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8463F7-20E2-F2E4-B6BA-2CA645B0B7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97327" y="1787422"/>
                  <a:ext cx="262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A2FB58-9580-E4E9-7DF0-65756D1EB23A}"/>
                    </a:ext>
                  </a:extLst>
                </p14:cNvPr>
                <p14:cNvContentPartPr/>
                <p14:nvPr/>
              </p14:nvContentPartPr>
              <p14:xfrm>
                <a:off x="1731047" y="1876342"/>
                <a:ext cx="254160" cy="184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A2FB58-9580-E4E9-7DF0-65756D1EB23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13407" y="1858702"/>
                  <a:ext cx="289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0228F7-1104-F1EF-B49A-F930C3B34B01}"/>
                    </a:ext>
                  </a:extLst>
                </p14:cNvPr>
                <p14:cNvContentPartPr/>
                <p14:nvPr/>
              </p14:nvContentPartPr>
              <p14:xfrm>
                <a:off x="1976207" y="1966702"/>
                <a:ext cx="153000" cy="179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0228F7-1104-F1EF-B49A-F930C3B34B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58207" y="1948702"/>
                  <a:ext cx="188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E105C6-716E-5DF7-D1CE-CBB4A411F9E1}"/>
                    </a:ext>
                  </a:extLst>
                </p14:cNvPr>
                <p14:cNvContentPartPr/>
                <p14:nvPr/>
              </p14:nvContentPartPr>
              <p14:xfrm>
                <a:off x="2357807" y="1786342"/>
                <a:ext cx="146880" cy="69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E105C6-716E-5DF7-D1CE-CBB4A411F9E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39807" y="1768702"/>
                  <a:ext cx="182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B462B79-E3F7-EA52-D738-C6F21B9DE166}"/>
                    </a:ext>
                  </a:extLst>
                </p14:cNvPr>
                <p14:cNvContentPartPr/>
                <p14:nvPr/>
              </p14:nvContentPartPr>
              <p14:xfrm>
                <a:off x="2368247" y="1882102"/>
                <a:ext cx="138240" cy="66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B462B79-E3F7-EA52-D738-C6F21B9DE16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50607" y="1864102"/>
                  <a:ext cx="173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3092676-3EA9-4F1C-9A8C-6CA550CBBDCD}"/>
                    </a:ext>
                  </a:extLst>
                </p14:cNvPr>
                <p14:cNvContentPartPr/>
                <p14:nvPr/>
              </p14:nvContentPartPr>
              <p14:xfrm>
                <a:off x="2859647" y="1600222"/>
                <a:ext cx="45720" cy="393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3092676-3EA9-4F1C-9A8C-6CA550CBBDC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41647" y="1582582"/>
                  <a:ext cx="81360" cy="42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60C05C-91AC-9005-F212-0C7B95A10135}"/>
              </a:ext>
            </a:extLst>
          </p:cNvPr>
          <p:cNvGrpSpPr/>
          <p:nvPr/>
        </p:nvGrpSpPr>
        <p:grpSpPr>
          <a:xfrm>
            <a:off x="1598207" y="2384302"/>
            <a:ext cx="338040" cy="501480"/>
            <a:chOff x="1598207" y="2384302"/>
            <a:chExt cx="33804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88DBFFA-1C1D-5A0D-C7C2-4942ED57D610}"/>
                    </a:ext>
                  </a:extLst>
                </p14:cNvPr>
                <p14:cNvContentPartPr/>
                <p14:nvPr/>
              </p14:nvContentPartPr>
              <p14:xfrm>
                <a:off x="1610087" y="2551702"/>
                <a:ext cx="131400" cy="6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88DBFFA-1C1D-5A0D-C7C2-4942ED57D6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92087" y="2534062"/>
                  <a:ext cx="167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68529AA-897F-41AA-0F44-727DB92C0D90}"/>
                    </a:ext>
                  </a:extLst>
                </p14:cNvPr>
                <p14:cNvContentPartPr/>
                <p14:nvPr/>
              </p14:nvContentPartPr>
              <p14:xfrm>
                <a:off x="1598207" y="2593102"/>
                <a:ext cx="230400" cy="134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68529AA-897F-41AA-0F44-727DB92C0D9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80207" y="2575462"/>
                  <a:ext cx="266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677ACA-F935-E85D-DA80-DD89556A86C1}"/>
                    </a:ext>
                  </a:extLst>
                </p14:cNvPr>
                <p14:cNvContentPartPr/>
                <p14:nvPr/>
              </p14:nvContentPartPr>
              <p14:xfrm>
                <a:off x="1843367" y="2384302"/>
                <a:ext cx="92880" cy="501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677ACA-F935-E85D-DA80-DD89556A86C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25367" y="2366302"/>
                  <a:ext cx="128520" cy="53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CA3CFC7-C308-8436-4869-8D7E9BD23632}"/>
              </a:ext>
            </a:extLst>
          </p:cNvPr>
          <p:cNvGrpSpPr/>
          <p:nvPr/>
        </p:nvGrpSpPr>
        <p:grpSpPr>
          <a:xfrm>
            <a:off x="2303807" y="2572942"/>
            <a:ext cx="930600" cy="352080"/>
            <a:chOff x="2303807" y="2572942"/>
            <a:chExt cx="93060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3C3D474-DE86-6122-8159-68352F9A2A0E}"/>
                    </a:ext>
                  </a:extLst>
                </p14:cNvPr>
                <p14:cNvContentPartPr/>
                <p14:nvPr/>
              </p14:nvContentPartPr>
              <p14:xfrm>
                <a:off x="2303807" y="2580862"/>
                <a:ext cx="251640" cy="189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3C3D474-DE86-6122-8159-68352F9A2A0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86167" y="2562862"/>
                  <a:ext cx="287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3F8D24-39C4-DE57-8381-CAB3FC37D524}"/>
                    </a:ext>
                  </a:extLst>
                </p14:cNvPr>
                <p14:cNvContentPartPr/>
                <p14:nvPr/>
              </p14:nvContentPartPr>
              <p14:xfrm>
                <a:off x="2620967" y="2692822"/>
                <a:ext cx="306000" cy="232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3F8D24-39C4-DE57-8381-CAB3FC37D5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03327" y="2674822"/>
                  <a:ext cx="341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D81C6D-E1F1-39A7-5341-1A11CD5BFE3D}"/>
                    </a:ext>
                  </a:extLst>
                </p14:cNvPr>
                <p14:cNvContentPartPr/>
                <p14:nvPr/>
              </p14:nvContentPartPr>
              <p14:xfrm>
                <a:off x="3045047" y="2572942"/>
                <a:ext cx="131760" cy="43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D81C6D-E1F1-39A7-5341-1A11CD5BFE3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27407" y="2554942"/>
                  <a:ext cx="1674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068D98-9AA6-060A-4CE7-09EACDDA33AA}"/>
                    </a:ext>
                  </a:extLst>
                </p14:cNvPr>
                <p14:cNvContentPartPr/>
                <p14:nvPr/>
              </p14:nvContentPartPr>
              <p14:xfrm>
                <a:off x="3100847" y="2657542"/>
                <a:ext cx="133560" cy="57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068D98-9AA6-060A-4CE7-09EACDDA33A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83207" y="2639902"/>
                  <a:ext cx="1692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660EC7-C728-730D-EBB4-7AB2F16D9DD8}"/>
              </a:ext>
            </a:extLst>
          </p:cNvPr>
          <p:cNvGrpSpPr/>
          <p:nvPr/>
        </p:nvGrpSpPr>
        <p:grpSpPr>
          <a:xfrm>
            <a:off x="3556607" y="2353342"/>
            <a:ext cx="628200" cy="713520"/>
            <a:chOff x="3556607" y="2353342"/>
            <a:chExt cx="628200" cy="71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9602EF9-C574-6C49-B64C-55381BBE1DF0}"/>
                    </a:ext>
                  </a:extLst>
                </p14:cNvPr>
                <p14:cNvContentPartPr/>
                <p14:nvPr/>
              </p14:nvContentPartPr>
              <p14:xfrm>
                <a:off x="3556607" y="2353342"/>
                <a:ext cx="34920" cy="291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9602EF9-C574-6C49-B64C-55381BBE1DF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38967" y="2335342"/>
                  <a:ext cx="70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75B0905-B46F-2310-1772-2EC88DAB6C28}"/>
                    </a:ext>
                  </a:extLst>
                </p14:cNvPr>
                <p14:cNvContentPartPr/>
                <p14:nvPr/>
              </p14:nvContentPartPr>
              <p14:xfrm>
                <a:off x="3572807" y="2667982"/>
                <a:ext cx="200160" cy="285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75B0905-B46F-2310-1772-2EC88DAB6C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55167" y="2650342"/>
                  <a:ext cx="2358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2B8CFB1-6255-97AE-CB5E-3502F9BC4BFD}"/>
                    </a:ext>
                  </a:extLst>
                </p14:cNvPr>
                <p14:cNvContentPartPr/>
                <p14:nvPr/>
              </p14:nvContentPartPr>
              <p14:xfrm>
                <a:off x="3823007" y="2864902"/>
                <a:ext cx="361800" cy="201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2B8CFB1-6255-97AE-CB5E-3502F9BC4B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05367" y="2846902"/>
                  <a:ext cx="39744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7F1D01A-4353-13BC-BF09-38A65EC3442E}"/>
              </a:ext>
            </a:extLst>
          </p:cNvPr>
          <p:cNvGrpSpPr/>
          <p:nvPr/>
        </p:nvGrpSpPr>
        <p:grpSpPr>
          <a:xfrm>
            <a:off x="1165487" y="3578422"/>
            <a:ext cx="434160" cy="393120"/>
            <a:chOff x="1165487" y="3578422"/>
            <a:chExt cx="43416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2C1D3F0-D761-2758-F794-AB3A8FAEBA15}"/>
                    </a:ext>
                  </a:extLst>
                </p14:cNvPr>
                <p14:cNvContentPartPr/>
                <p14:nvPr/>
              </p14:nvContentPartPr>
              <p14:xfrm>
                <a:off x="1165487" y="3578422"/>
                <a:ext cx="243360" cy="271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2C1D3F0-D761-2758-F794-AB3A8FAEBA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7487" y="3560422"/>
                  <a:ext cx="279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81ED2E-1E6C-01D2-3667-2918B75CEE0C}"/>
                    </a:ext>
                  </a:extLst>
                </p14:cNvPr>
                <p14:cNvContentPartPr/>
                <p14:nvPr/>
              </p14:nvContentPartPr>
              <p14:xfrm>
                <a:off x="1578047" y="3718462"/>
                <a:ext cx="21600" cy="253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81ED2E-1E6C-01D2-3667-2918B75CEE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60047" y="3700462"/>
                  <a:ext cx="5724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610E786-B05F-5FEE-DDFF-B9D0D0431916}"/>
              </a:ext>
            </a:extLst>
          </p:cNvPr>
          <p:cNvGrpSpPr/>
          <p:nvPr/>
        </p:nvGrpSpPr>
        <p:grpSpPr>
          <a:xfrm>
            <a:off x="1904927" y="3627382"/>
            <a:ext cx="164520" cy="174600"/>
            <a:chOff x="1904927" y="3627382"/>
            <a:chExt cx="16452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17E8622-CFE9-B3B2-9307-5ECB50298FEB}"/>
                    </a:ext>
                  </a:extLst>
                </p14:cNvPr>
                <p14:cNvContentPartPr/>
                <p14:nvPr/>
              </p14:nvContentPartPr>
              <p14:xfrm>
                <a:off x="1930127" y="3627382"/>
                <a:ext cx="115920" cy="49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17E8622-CFE9-B3B2-9307-5ECB50298F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12487" y="3609742"/>
                  <a:ext cx="151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A562C8-DAA4-2291-AEEE-3F67AF4FA1D0}"/>
                    </a:ext>
                  </a:extLst>
                </p14:cNvPr>
                <p14:cNvContentPartPr/>
                <p14:nvPr/>
              </p14:nvContentPartPr>
              <p14:xfrm>
                <a:off x="1904927" y="3737542"/>
                <a:ext cx="164520" cy="64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A562C8-DAA4-2291-AEEE-3F67AF4FA1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86927" y="3719542"/>
                  <a:ext cx="20016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0FFFDCA-49FB-4E7B-7BC9-9863249CF7AE}"/>
              </a:ext>
            </a:extLst>
          </p:cNvPr>
          <p:cNvGrpSpPr/>
          <p:nvPr/>
        </p:nvGrpSpPr>
        <p:grpSpPr>
          <a:xfrm>
            <a:off x="2586047" y="3444142"/>
            <a:ext cx="1361520" cy="378360"/>
            <a:chOff x="2586047" y="3444142"/>
            <a:chExt cx="136152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5638A3-2CB0-C32C-E56A-D520C4C2DEC3}"/>
                    </a:ext>
                  </a:extLst>
                </p14:cNvPr>
                <p14:cNvContentPartPr/>
                <p14:nvPr/>
              </p14:nvContentPartPr>
              <p14:xfrm>
                <a:off x="2586047" y="3520822"/>
                <a:ext cx="248400" cy="225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5638A3-2CB0-C32C-E56A-D520C4C2DEC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68047" y="3502822"/>
                  <a:ext cx="284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D507CCA-2F78-CBBE-F357-9B15704019A1}"/>
                    </a:ext>
                  </a:extLst>
                </p14:cNvPr>
                <p14:cNvContentPartPr/>
                <p14:nvPr/>
              </p14:nvContentPartPr>
              <p14:xfrm>
                <a:off x="2944607" y="3575542"/>
                <a:ext cx="144360" cy="41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D507CCA-2F78-CBBE-F357-9B15704019A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26607" y="3557902"/>
                  <a:ext cx="180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259D6B-8192-D86C-9B4F-04AF7E8E18C9}"/>
                    </a:ext>
                  </a:extLst>
                </p14:cNvPr>
                <p14:cNvContentPartPr/>
                <p14:nvPr/>
              </p14:nvContentPartPr>
              <p14:xfrm>
                <a:off x="3196607" y="3444142"/>
                <a:ext cx="198360" cy="269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259D6B-8192-D86C-9B4F-04AF7E8E18C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78607" y="3426502"/>
                  <a:ext cx="234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973DEA-926A-A41D-220C-5030C5A4628E}"/>
                    </a:ext>
                  </a:extLst>
                </p14:cNvPr>
                <p14:cNvContentPartPr/>
                <p14:nvPr/>
              </p14:nvContentPartPr>
              <p14:xfrm>
                <a:off x="3333047" y="3469702"/>
                <a:ext cx="179640" cy="205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973DEA-926A-A41D-220C-5030C5A4628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15047" y="3451702"/>
                  <a:ext cx="2152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59B434-A4EC-7E5E-4A01-114BF2008224}"/>
                    </a:ext>
                  </a:extLst>
                </p14:cNvPr>
                <p14:cNvContentPartPr/>
                <p14:nvPr/>
              </p14:nvContentPartPr>
              <p14:xfrm>
                <a:off x="3640487" y="3617302"/>
                <a:ext cx="307080" cy="20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59B434-A4EC-7E5E-4A01-114BF200822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22847" y="3599662"/>
                  <a:ext cx="34272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5655051-026E-EBA2-DA98-1B8152127A0E}"/>
              </a:ext>
            </a:extLst>
          </p:cNvPr>
          <p:cNvGrpSpPr/>
          <p:nvPr/>
        </p:nvGrpSpPr>
        <p:grpSpPr>
          <a:xfrm>
            <a:off x="1908167" y="4264942"/>
            <a:ext cx="227880" cy="194760"/>
            <a:chOff x="1908167" y="4264942"/>
            <a:chExt cx="22788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5ADFE3-29F3-414A-BAE3-EBFD09C94615}"/>
                    </a:ext>
                  </a:extLst>
                </p14:cNvPr>
                <p14:cNvContentPartPr/>
                <p14:nvPr/>
              </p14:nvContentPartPr>
              <p14:xfrm>
                <a:off x="1914287" y="4264942"/>
                <a:ext cx="97920" cy="39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5ADFE3-29F3-414A-BAE3-EBFD09C9461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96647" y="4247302"/>
                  <a:ext cx="133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6624C44-959B-181C-F348-3FBDA4A16B0F}"/>
                    </a:ext>
                  </a:extLst>
                </p14:cNvPr>
                <p14:cNvContentPartPr/>
                <p14:nvPr/>
              </p14:nvContentPartPr>
              <p14:xfrm>
                <a:off x="1908167" y="4371862"/>
                <a:ext cx="227880" cy="87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6624C44-959B-181C-F348-3FBDA4A16B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90167" y="4354222"/>
                  <a:ext cx="2635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6C86992-A7E8-2B05-B2D2-D5BA06728ABA}"/>
              </a:ext>
            </a:extLst>
          </p:cNvPr>
          <p:cNvGrpSpPr/>
          <p:nvPr/>
        </p:nvGrpSpPr>
        <p:grpSpPr>
          <a:xfrm>
            <a:off x="2586047" y="4026622"/>
            <a:ext cx="1033200" cy="509400"/>
            <a:chOff x="2586047" y="4026622"/>
            <a:chExt cx="1033200" cy="50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A0761E1-622A-9475-8834-892B03B3F06F}"/>
                    </a:ext>
                  </a:extLst>
                </p14:cNvPr>
                <p14:cNvContentPartPr/>
                <p14:nvPr/>
              </p14:nvContentPartPr>
              <p14:xfrm>
                <a:off x="2586047" y="4174942"/>
                <a:ext cx="258120" cy="277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A0761E1-622A-9475-8834-892B03B3F0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68407" y="4156942"/>
                  <a:ext cx="293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9DB194D-1186-F375-15CF-35A511087141}"/>
                    </a:ext>
                  </a:extLst>
                </p14:cNvPr>
                <p14:cNvContentPartPr/>
                <p14:nvPr/>
              </p14:nvContentPartPr>
              <p14:xfrm>
                <a:off x="2951447" y="4235422"/>
                <a:ext cx="147600" cy="5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9DB194D-1186-F375-15CF-35A51108714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33807" y="4217422"/>
                  <a:ext cx="183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C4A85B2-840B-6D74-E534-006D16851435}"/>
                    </a:ext>
                  </a:extLst>
                </p14:cNvPr>
                <p14:cNvContentPartPr/>
                <p14:nvPr/>
              </p14:nvContentPartPr>
              <p14:xfrm>
                <a:off x="3368327" y="4026622"/>
                <a:ext cx="29880" cy="331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C4A85B2-840B-6D74-E534-006D1685143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50687" y="4008982"/>
                  <a:ext cx="655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383F77-6F7F-F787-7387-B2EB7D4D55F1}"/>
                    </a:ext>
                  </a:extLst>
                </p14:cNvPr>
                <p14:cNvContentPartPr/>
                <p14:nvPr/>
              </p14:nvContentPartPr>
              <p14:xfrm>
                <a:off x="3187607" y="4452862"/>
                <a:ext cx="431640" cy="83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383F77-6F7F-F787-7387-B2EB7D4D55F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69607" y="4435222"/>
                  <a:ext cx="46728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514AD53-A2A3-599B-C2DD-CB6AEB13D7F6}"/>
                  </a:ext>
                </a:extLst>
              </p14:cNvPr>
              <p14:cNvContentPartPr/>
              <p14:nvPr/>
            </p14:nvContentPartPr>
            <p14:xfrm>
              <a:off x="3372647" y="4679302"/>
              <a:ext cx="291600" cy="2052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514AD53-A2A3-599B-C2DD-CB6AEB13D7F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355007" y="4661662"/>
                <a:ext cx="32724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7FDCFCD8-4C55-4883-320D-B18CDB77941A}"/>
              </a:ext>
            </a:extLst>
          </p:cNvPr>
          <p:cNvGrpSpPr/>
          <p:nvPr/>
        </p:nvGrpSpPr>
        <p:grpSpPr>
          <a:xfrm>
            <a:off x="2260247" y="5422342"/>
            <a:ext cx="153000" cy="181080"/>
            <a:chOff x="2260247" y="5422342"/>
            <a:chExt cx="15300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C7AA6C-ED0A-1049-AC9C-9165E958FCCD}"/>
                    </a:ext>
                  </a:extLst>
                </p14:cNvPr>
                <p14:cNvContentPartPr/>
                <p14:nvPr/>
              </p14:nvContentPartPr>
              <p14:xfrm>
                <a:off x="2260247" y="5422342"/>
                <a:ext cx="153000" cy="33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C7AA6C-ED0A-1049-AC9C-9165E958FCC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42607" y="5404342"/>
                  <a:ext cx="1886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7901ED4-7CE9-3CE2-28EE-C7419DA5E666}"/>
                    </a:ext>
                  </a:extLst>
                </p14:cNvPr>
                <p14:cNvContentPartPr/>
                <p14:nvPr/>
              </p14:nvContentPartPr>
              <p14:xfrm>
                <a:off x="2286887" y="5521702"/>
                <a:ext cx="118800" cy="81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7901ED4-7CE9-3CE2-28EE-C7419DA5E6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68887" y="5504062"/>
                  <a:ext cx="15444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8A949BC-7CBF-56B6-17C1-9C875556C9A0}"/>
              </a:ext>
            </a:extLst>
          </p:cNvPr>
          <p:cNvGrpSpPr/>
          <p:nvPr/>
        </p:nvGrpSpPr>
        <p:grpSpPr>
          <a:xfrm>
            <a:off x="2843447" y="5321902"/>
            <a:ext cx="403200" cy="359280"/>
            <a:chOff x="2843447" y="5321902"/>
            <a:chExt cx="4032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D6180F9-02A6-9E6F-F002-1B12E39CD681}"/>
                    </a:ext>
                  </a:extLst>
                </p14:cNvPr>
                <p14:cNvContentPartPr/>
                <p14:nvPr/>
              </p14:nvContentPartPr>
              <p14:xfrm>
                <a:off x="2893127" y="5321902"/>
                <a:ext cx="223560" cy="269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D6180F9-02A6-9E6F-F002-1B12E39CD68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75487" y="5303902"/>
                  <a:ext cx="2592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582C5DE-4E9C-39A3-36F1-BE5DACFAFD83}"/>
                    </a:ext>
                  </a:extLst>
                </p14:cNvPr>
                <p14:cNvContentPartPr/>
                <p14:nvPr/>
              </p14:nvContentPartPr>
              <p14:xfrm>
                <a:off x="2843447" y="5624662"/>
                <a:ext cx="403200" cy="56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582C5DE-4E9C-39A3-36F1-BE5DACFAFD8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25807" y="5606662"/>
                  <a:ext cx="438840" cy="9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29FAA51-EFB7-7991-C01E-07CB197E5090}"/>
                  </a:ext>
                </a:extLst>
              </p14:cNvPr>
              <p14:cNvContentPartPr/>
              <p14:nvPr/>
            </p14:nvContentPartPr>
            <p14:xfrm>
              <a:off x="2973767" y="5902942"/>
              <a:ext cx="503280" cy="1004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29FAA51-EFB7-7991-C01E-07CB197E509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956127" y="5885302"/>
                <a:ext cx="538920" cy="13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D4073D6-6503-272E-94D5-AA241A6F4E15}"/>
              </a:ext>
            </a:extLst>
          </p:cNvPr>
          <p:cNvGrpSpPr/>
          <p:nvPr/>
        </p:nvGrpSpPr>
        <p:grpSpPr>
          <a:xfrm>
            <a:off x="5333567" y="37822"/>
            <a:ext cx="1885320" cy="898560"/>
            <a:chOff x="5333567" y="37822"/>
            <a:chExt cx="1885320" cy="89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8CB0EA-78D0-88AB-8138-998B9D7ADA20}"/>
                    </a:ext>
                  </a:extLst>
                </p14:cNvPr>
                <p14:cNvContentPartPr/>
                <p14:nvPr/>
              </p14:nvContentPartPr>
              <p14:xfrm>
                <a:off x="5333567" y="37822"/>
                <a:ext cx="158760" cy="898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8CB0EA-78D0-88AB-8138-998B9D7ADA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15567" y="19822"/>
                  <a:ext cx="194400" cy="9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551BCE4-D0B2-B69F-97D6-284022F5F86D}"/>
                    </a:ext>
                  </a:extLst>
                </p14:cNvPr>
                <p14:cNvContentPartPr/>
                <p14:nvPr/>
              </p14:nvContentPartPr>
              <p14:xfrm>
                <a:off x="5480447" y="415102"/>
                <a:ext cx="220320" cy="168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551BCE4-D0B2-B69F-97D6-284022F5F86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62447" y="397102"/>
                  <a:ext cx="255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3689417-92FB-DE5E-7170-53304AA33955}"/>
                    </a:ext>
                  </a:extLst>
                </p14:cNvPr>
                <p14:cNvContentPartPr/>
                <p14:nvPr/>
              </p14:nvContentPartPr>
              <p14:xfrm>
                <a:off x="5809127" y="476662"/>
                <a:ext cx="36360" cy="135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3689417-92FB-DE5E-7170-53304AA339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91127" y="459022"/>
                  <a:ext cx="72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30E0B4-F8E6-35A1-AC81-019674F588B7}"/>
                    </a:ext>
                  </a:extLst>
                </p14:cNvPr>
                <p14:cNvContentPartPr/>
                <p14:nvPr/>
              </p14:nvContentPartPr>
              <p14:xfrm>
                <a:off x="6023687" y="567382"/>
                <a:ext cx="43920" cy="142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30E0B4-F8E6-35A1-AC81-019674F588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05687" y="549382"/>
                  <a:ext cx="795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2A1450A-213C-FA61-27E2-F6D10D307033}"/>
                    </a:ext>
                  </a:extLst>
                </p14:cNvPr>
                <p14:cNvContentPartPr/>
                <p14:nvPr/>
              </p14:nvContentPartPr>
              <p14:xfrm>
                <a:off x="6169127" y="384862"/>
                <a:ext cx="224280" cy="187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2A1450A-213C-FA61-27E2-F6D10D30703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51127" y="366862"/>
                  <a:ext cx="259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E4E7DD6-00B7-057B-CE76-86309129784C}"/>
                    </a:ext>
                  </a:extLst>
                </p14:cNvPr>
                <p14:cNvContentPartPr/>
                <p14:nvPr/>
              </p14:nvContentPartPr>
              <p14:xfrm>
                <a:off x="6445967" y="513382"/>
                <a:ext cx="198720" cy="124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E4E7DD6-00B7-057B-CE76-86309129784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28327" y="495382"/>
                  <a:ext cx="234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9DD588D-A0AB-8EA6-37C6-B2E03D536C0E}"/>
                    </a:ext>
                  </a:extLst>
                </p14:cNvPr>
                <p14:cNvContentPartPr/>
                <p14:nvPr/>
              </p14:nvContentPartPr>
              <p14:xfrm>
                <a:off x="6506447" y="181462"/>
                <a:ext cx="262800" cy="601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9DD588D-A0AB-8EA6-37C6-B2E03D536C0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88807" y="163822"/>
                  <a:ext cx="29844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612927B-87EA-6493-2B92-7D36679B851F}"/>
                    </a:ext>
                  </a:extLst>
                </p14:cNvPr>
                <p14:cNvContentPartPr/>
                <p14:nvPr/>
              </p14:nvContentPartPr>
              <p14:xfrm>
                <a:off x="6941687" y="389542"/>
                <a:ext cx="277200" cy="205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612927B-87EA-6493-2B92-7D36679B851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24047" y="371902"/>
                  <a:ext cx="31284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F77A2E6-3FE1-CCB4-A2FE-0AD7475292D7}"/>
              </a:ext>
            </a:extLst>
          </p:cNvPr>
          <p:cNvGrpSpPr/>
          <p:nvPr/>
        </p:nvGrpSpPr>
        <p:grpSpPr>
          <a:xfrm>
            <a:off x="7739807" y="65542"/>
            <a:ext cx="888120" cy="1070640"/>
            <a:chOff x="7739807" y="65542"/>
            <a:chExt cx="888120" cy="10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3C48A71-2F74-BC91-BE22-E7F942277377}"/>
                    </a:ext>
                  </a:extLst>
                </p14:cNvPr>
                <p14:cNvContentPartPr/>
                <p14:nvPr/>
              </p14:nvContentPartPr>
              <p14:xfrm>
                <a:off x="7739807" y="65542"/>
                <a:ext cx="417600" cy="1070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3C48A71-2F74-BC91-BE22-E7F94227737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21807" y="47542"/>
                  <a:ext cx="453240" cy="11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07D2BAF-5ED9-8679-963F-F38331D6E9EC}"/>
                    </a:ext>
                  </a:extLst>
                </p14:cNvPr>
                <p14:cNvContentPartPr/>
                <p14:nvPr/>
              </p14:nvContentPartPr>
              <p14:xfrm>
                <a:off x="8057327" y="263182"/>
                <a:ext cx="187560" cy="263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07D2BAF-5ED9-8679-963F-F38331D6E9E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39687" y="245182"/>
                  <a:ext cx="223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9DD3C1-E2B1-3BF0-07F6-EF2936868BD3}"/>
                    </a:ext>
                  </a:extLst>
                </p14:cNvPr>
                <p14:cNvContentPartPr/>
                <p14:nvPr/>
              </p14:nvContentPartPr>
              <p14:xfrm>
                <a:off x="8078927" y="570622"/>
                <a:ext cx="300600" cy="80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9DD3C1-E2B1-3BF0-07F6-EF2936868BD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61287" y="552622"/>
                  <a:ext cx="336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CA4DA16-B84A-AEB7-40CF-F032E874AABA}"/>
                    </a:ext>
                  </a:extLst>
                </p14:cNvPr>
                <p14:cNvContentPartPr/>
                <p14:nvPr/>
              </p14:nvContentPartPr>
              <p14:xfrm>
                <a:off x="8185847" y="840982"/>
                <a:ext cx="249120" cy="128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CA4DA16-B84A-AEB7-40CF-F032E874AAB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67847" y="823342"/>
                  <a:ext cx="284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A9EE80-7144-949F-28C2-ABA2DE847E54}"/>
                    </a:ext>
                  </a:extLst>
                </p14:cNvPr>
                <p14:cNvContentPartPr/>
                <p14:nvPr/>
              </p14:nvContentPartPr>
              <p14:xfrm>
                <a:off x="8573567" y="481702"/>
                <a:ext cx="54360" cy="183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A9EE80-7144-949F-28C2-ABA2DE847E5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55567" y="464062"/>
                  <a:ext cx="9000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572B4BB-1BA2-C5A1-B64D-6B50C97623DD}"/>
                  </a:ext>
                </a:extLst>
              </p14:cNvPr>
              <p14:cNvContentPartPr/>
              <p14:nvPr/>
            </p14:nvContentPartPr>
            <p14:xfrm>
              <a:off x="8836007" y="2081902"/>
              <a:ext cx="24480" cy="5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572B4BB-1BA2-C5A1-B64D-6B50C97623D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818007" y="2063902"/>
                <a:ext cx="601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F47AE88-87B7-AE03-F1C5-3F6A7D922992}"/>
              </a:ext>
            </a:extLst>
          </p:cNvPr>
          <p:cNvGrpSpPr/>
          <p:nvPr/>
        </p:nvGrpSpPr>
        <p:grpSpPr>
          <a:xfrm>
            <a:off x="8863007" y="119182"/>
            <a:ext cx="486720" cy="986400"/>
            <a:chOff x="8863007" y="119182"/>
            <a:chExt cx="486720" cy="9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988496-2806-5B90-08A0-6586B4869E2A}"/>
                    </a:ext>
                  </a:extLst>
                </p14:cNvPr>
                <p14:cNvContentPartPr/>
                <p14:nvPr/>
              </p14:nvContentPartPr>
              <p14:xfrm>
                <a:off x="8905127" y="174982"/>
                <a:ext cx="51480" cy="335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988496-2806-5B90-08A0-6586B4869E2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87487" y="156982"/>
                  <a:ext cx="871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4F10A43-EDBE-7E7B-56D8-3130ED970E25}"/>
                    </a:ext>
                  </a:extLst>
                </p14:cNvPr>
                <p14:cNvContentPartPr/>
                <p14:nvPr/>
              </p14:nvContentPartPr>
              <p14:xfrm>
                <a:off x="8863007" y="554782"/>
                <a:ext cx="239040" cy="46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4F10A43-EDBE-7E7B-56D8-3130ED970E2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45367" y="537142"/>
                  <a:ext cx="274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C78E98-2855-0F27-2B4E-9AF72AC4C59E}"/>
                    </a:ext>
                  </a:extLst>
                </p14:cNvPr>
                <p14:cNvContentPartPr/>
                <p14:nvPr/>
              </p14:nvContentPartPr>
              <p14:xfrm>
                <a:off x="8986487" y="759262"/>
                <a:ext cx="189720" cy="161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C78E98-2855-0F27-2B4E-9AF72AC4C5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68487" y="741622"/>
                  <a:ext cx="225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6B8596F-74E2-C8BF-A4B6-83C389387CEF}"/>
                    </a:ext>
                  </a:extLst>
                </p14:cNvPr>
                <p14:cNvContentPartPr/>
                <p14:nvPr/>
              </p14:nvContentPartPr>
              <p14:xfrm>
                <a:off x="9114287" y="119182"/>
                <a:ext cx="235440" cy="986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6B8596F-74E2-C8BF-A4B6-83C389387CE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96287" y="101542"/>
                  <a:ext cx="27108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AF2BBFC-CB75-9E61-17C6-2FCB25636833}"/>
                    </a:ext>
                  </a:extLst>
                </p14:cNvPr>
                <p14:cNvContentPartPr/>
                <p14:nvPr/>
              </p14:nvContentPartPr>
              <p14:xfrm>
                <a:off x="9257927" y="408262"/>
                <a:ext cx="4680" cy="1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AF2BBFC-CB75-9E61-17C6-2FCB2563683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239927" y="390262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B9FD02F-8A3D-2F1C-B468-C035156C9DAE}"/>
                  </a:ext>
                </a:extLst>
              </p14:cNvPr>
              <p14:cNvContentPartPr/>
              <p14:nvPr/>
            </p14:nvContentPartPr>
            <p14:xfrm>
              <a:off x="5527967" y="1694542"/>
              <a:ext cx="379800" cy="377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B9FD02F-8A3D-2F1C-B468-C035156C9DA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509967" y="1676902"/>
                <a:ext cx="41544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4D9AF9C7-F4F8-36EC-FA6B-72A7DAB9EFAC}"/>
                  </a:ext>
                </a:extLst>
              </p14:cNvPr>
              <p14:cNvContentPartPr/>
              <p14:nvPr/>
            </p14:nvContentPartPr>
            <p14:xfrm>
              <a:off x="6111527" y="1407262"/>
              <a:ext cx="159120" cy="8049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4D9AF9C7-F4F8-36EC-FA6B-72A7DAB9EFA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093887" y="1389622"/>
                <a:ext cx="194760" cy="84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F147928-26BA-8F72-3BB4-86B2248154D7}"/>
                  </a:ext>
                </a:extLst>
              </p14:cNvPr>
              <p14:cNvContentPartPr/>
              <p14:nvPr/>
            </p14:nvContentPartPr>
            <p14:xfrm>
              <a:off x="6433367" y="1589782"/>
              <a:ext cx="221040" cy="4042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F147928-26BA-8F72-3BB4-86B2248154D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415367" y="1571782"/>
                <a:ext cx="25668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EE35F13-3521-D401-3B08-43D501249838}"/>
                  </a:ext>
                </a:extLst>
              </p14:cNvPr>
              <p14:cNvContentPartPr/>
              <p14:nvPr/>
            </p14:nvContentPartPr>
            <p14:xfrm>
              <a:off x="6463247" y="1806502"/>
              <a:ext cx="163800" cy="658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EE35F13-3521-D401-3B08-43D50124983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445607" y="1788862"/>
                <a:ext cx="1994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F64B91E-84B9-E642-FCE9-0A2E7B6AC5ED}"/>
                  </a:ext>
                </a:extLst>
              </p14:cNvPr>
              <p14:cNvContentPartPr/>
              <p14:nvPr/>
            </p14:nvContentPartPr>
            <p14:xfrm>
              <a:off x="6656927" y="1474222"/>
              <a:ext cx="199440" cy="599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F64B91E-84B9-E642-FCE9-0A2E7B6AC5E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639287" y="1456582"/>
                <a:ext cx="23508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F6BE9C0-027B-3DEC-03BA-96A4AF6758F0}"/>
                  </a:ext>
                </a:extLst>
              </p14:cNvPr>
              <p14:cNvContentPartPr/>
              <p14:nvPr/>
            </p14:nvContentPartPr>
            <p14:xfrm>
              <a:off x="7094327" y="1665022"/>
              <a:ext cx="79560" cy="601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F6BE9C0-027B-3DEC-03BA-96A4AF6758F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076327" y="1647022"/>
                <a:ext cx="1152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818F052-0DCB-90FD-3473-C42CFA26FA57}"/>
                  </a:ext>
                </a:extLst>
              </p14:cNvPr>
              <p14:cNvContentPartPr/>
              <p14:nvPr/>
            </p14:nvContentPartPr>
            <p14:xfrm>
              <a:off x="7016927" y="1791742"/>
              <a:ext cx="182880" cy="824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818F052-0DCB-90FD-3473-C42CFA26FA5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999287" y="1773742"/>
                <a:ext cx="21852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D07F48F-CD39-5BA9-0D76-5D0A628803C1}"/>
              </a:ext>
            </a:extLst>
          </p:cNvPr>
          <p:cNvGrpSpPr/>
          <p:nvPr/>
        </p:nvGrpSpPr>
        <p:grpSpPr>
          <a:xfrm>
            <a:off x="7563767" y="1353262"/>
            <a:ext cx="1128240" cy="816480"/>
            <a:chOff x="7563767" y="1353262"/>
            <a:chExt cx="1128240" cy="81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60851F9-3CA1-8EF6-A48E-060F6C2CFBB9}"/>
                    </a:ext>
                  </a:extLst>
                </p14:cNvPr>
                <p14:cNvContentPartPr/>
                <p14:nvPr/>
              </p14:nvContentPartPr>
              <p14:xfrm>
                <a:off x="7563767" y="1619302"/>
                <a:ext cx="245520" cy="317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60851F9-3CA1-8EF6-A48E-060F6C2CFBB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45767" y="1601662"/>
                  <a:ext cx="2811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37F0842-DC0A-CF89-4FF5-E84E382A784B}"/>
                    </a:ext>
                  </a:extLst>
                </p14:cNvPr>
                <p14:cNvContentPartPr/>
                <p14:nvPr/>
              </p14:nvContentPartPr>
              <p14:xfrm>
                <a:off x="7908647" y="1353262"/>
                <a:ext cx="219600" cy="770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37F0842-DC0A-CF89-4FF5-E84E382A784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90647" y="1335262"/>
                  <a:ext cx="25524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66F4FB1-6919-D86B-C04A-895CF551E164}"/>
                    </a:ext>
                  </a:extLst>
                </p14:cNvPr>
                <p14:cNvContentPartPr/>
                <p14:nvPr/>
              </p14:nvContentPartPr>
              <p14:xfrm>
                <a:off x="8126807" y="1648102"/>
                <a:ext cx="113400" cy="281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66F4FB1-6919-D86B-C04A-895CF551E16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09167" y="1630102"/>
                  <a:ext cx="1490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ECA7F2A-38AC-BC84-38AF-CF6F051B9C2E}"/>
                    </a:ext>
                  </a:extLst>
                </p14:cNvPr>
                <p14:cNvContentPartPr/>
                <p14:nvPr/>
              </p14:nvContentPartPr>
              <p14:xfrm>
                <a:off x="8276927" y="1875622"/>
                <a:ext cx="21960" cy="144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ECA7F2A-38AC-BC84-38AF-CF6F051B9C2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58927" y="1857982"/>
                  <a:ext cx="57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58D8DCC-82CA-CC29-4B61-D106B0ABAAA4}"/>
                    </a:ext>
                  </a:extLst>
                </p14:cNvPr>
                <p14:cNvContentPartPr/>
                <p14:nvPr/>
              </p14:nvContentPartPr>
              <p14:xfrm>
                <a:off x="8428127" y="1734502"/>
                <a:ext cx="117720" cy="160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58D8DCC-82CA-CC29-4B61-D106B0ABAAA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10127" y="1716862"/>
                  <a:ext cx="153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966AF0A-A1E1-7480-D044-85424E5EE658}"/>
                    </a:ext>
                  </a:extLst>
                </p14:cNvPr>
                <p14:cNvContentPartPr/>
                <p14:nvPr/>
              </p14:nvContentPartPr>
              <p14:xfrm>
                <a:off x="8504447" y="1505902"/>
                <a:ext cx="187560" cy="663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966AF0A-A1E1-7480-D044-85424E5EE65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86447" y="1488262"/>
                  <a:ext cx="223200" cy="69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5ABEE36-DD83-8E3F-8FA7-4B7F335D3E45}"/>
              </a:ext>
            </a:extLst>
          </p:cNvPr>
          <p:cNvGrpSpPr/>
          <p:nvPr/>
        </p:nvGrpSpPr>
        <p:grpSpPr>
          <a:xfrm>
            <a:off x="8925287" y="1719382"/>
            <a:ext cx="151560" cy="182160"/>
            <a:chOff x="8925287" y="1719382"/>
            <a:chExt cx="15156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AE00E03-D185-CD90-CC0E-45070586D5D4}"/>
                    </a:ext>
                  </a:extLst>
                </p14:cNvPr>
                <p14:cNvContentPartPr/>
                <p14:nvPr/>
              </p14:nvContentPartPr>
              <p14:xfrm>
                <a:off x="8925287" y="1719382"/>
                <a:ext cx="139320" cy="28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AE00E03-D185-CD90-CC0E-45070586D5D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07647" y="1701742"/>
                  <a:ext cx="174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4BA5ADF-F65C-7E9E-02AB-8F1A65D01373}"/>
                    </a:ext>
                  </a:extLst>
                </p14:cNvPr>
                <p14:cNvContentPartPr/>
                <p14:nvPr/>
              </p14:nvContentPartPr>
              <p14:xfrm>
                <a:off x="8942207" y="1833862"/>
                <a:ext cx="134640" cy="67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4BA5ADF-F65C-7E9E-02AB-8F1A65D013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24567" y="1815862"/>
                  <a:ext cx="1702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D4D47AE-CD80-EF3A-BD6B-4009FEFB0528}"/>
              </a:ext>
            </a:extLst>
          </p:cNvPr>
          <p:cNvGrpSpPr/>
          <p:nvPr/>
        </p:nvGrpSpPr>
        <p:grpSpPr>
          <a:xfrm>
            <a:off x="9469607" y="1574662"/>
            <a:ext cx="1881000" cy="447480"/>
            <a:chOff x="9469607" y="1574662"/>
            <a:chExt cx="188100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B85C799-E932-B424-B2DF-13F203005F42}"/>
                    </a:ext>
                  </a:extLst>
                </p14:cNvPr>
                <p14:cNvContentPartPr/>
                <p14:nvPr/>
              </p14:nvContentPartPr>
              <p14:xfrm>
                <a:off x="9469607" y="1636582"/>
                <a:ext cx="173880" cy="287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B85C799-E932-B424-B2DF-13F203005F4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51967" y="1618582"/>
                  <a:ext cx="2095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4E00238-C0AD-28DB-04E1-CD82FC8FC088}"/>
                    </a:ext>
                  </a:extLst>
                </p14:cNvPr>
                <p14:cNvContentPartPr/>
                <p14:nvPr/>
              </p14:nvContentPartPr>
              <p14:xfrm>
                <a:off x="9756167" y="1721182"/>
                <a:ext cx="151920" cy="148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4E00238-C0AD-28DB-04E1-CD82FC8FC08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38527" y="1703542"/>
                  <a:ext cx="187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E8AB15E-F39D-3D74-0D5B-826546B6C0C0}"/>
                    </a:ext>
                  </a:extLst>
                </p14:cNvPr>
                <p14:cNvContentPartPr/>
                <p14:nvPr/>
              </p14:nvContentPartPr>
              <p14:xfrm>
                <a:off x="9974327" y="1779862"/>
                <a:ext cx="36720" cy="242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E8AB15E-F39D-3D74-0D5B-826546B6C0C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56327" y="1761862"/>
                  <a:ext cx="723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36B4D01-B1DE-4694-B932-132D7C199C7B}"/>
                    </a:ext>
                  </a:extLst>
                </p14:cNvPr>
                <p14:cNvContentPartPr/>
                <p14:nvPr/>
              </p14:nvContentPartPr>
              <p14:xfrm>
                <a:off x="10186727" y="1709302"/>
                <a:ext cx="158040" cy="53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36B4D01-B1DE-4694-B932-132D7C199C7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168727" y="1691662"/>
                  <a:ext cx="193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D192A62-9FDB-403D-4799-75BC49A3AB77}"/>
                    </a:ext>
                  </a:extLst>
                </p14:cNvPr>
                <p14:cNvContentPartPr/>
                <p14:nvPr/>
              </p14:nvContentPartPr>
              <p14:xfrm>
                <a:off x="10279247" y="1657822"/>
                <a:ext cx="11880" cy="192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D192A62-9FDB-403D-4799-75BC49A3AB7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61607" y="1639822"/>
                  <a:ext cx="47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E5B4E53-BCFD-D0D4-5DD4-2A66CEE20BDC}"/>
                    </a:ext>
                  </a:extLst>
                </p14:cNvPr>
                <p14:cNvContentPartPr/>
                <p14:nvPr/>
              </p14:nvContentPartPr>
              <p14:xfrm>
                <a:off x="10447007" y="1596982"/>
                <a:ext cx="158760" cy="216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E5B4E53-BCFD-D0D4-5DD4-2A66CEE20BD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29367" y="1578982"/>
                  <a:ext cx="194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FF2887-6CBC-938A-FD72-29414C97F1CC}"/>
                    </a:ext>
                  </a:extLst>
                </p14:cNvPr>
                <p14:cNvContentPartPr/>
                <p14:nvPr/>
              </p14:nvContentPartPr>
              <p14:xfrm>
                <a:off x="10515767" y="1574662"/>
                <a:ext cx="175320" cy="78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FF2887-6CBC-938A-FD72-29414C97F1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98127" y="1557022"/>
                  <a:ext cx="210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BB35613-1355-105A-0F4A-4FCE95924D30}"/>
                    </a:ext>
                  </a:extLst>
                </p14:cNvPr>
                <p14:cNvContentPartPr/>
                <p14:nvPr/>
              </p14:nvContentPartPr>
              <p14:xfrm>
                <a:off x="10784687" y="1635142"/>
                <a:ext cx="215640" cy="198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BB35613-1355-105A-0F4A-4FCE95924D3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67047" y="1617502"/>
                  <a:ext cx="251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A020A80-6C78-36E1-7256-5E4CE183F7B1}"/>
                    </a:ext>
                  </a:extLst>
                </p14:cNvPr>
                <p14:cNvContentPartPr/>
                <p14:nvPr/>
              </p14:nvContentPartPr>
              <p14:xfrm>
                <a:off x="11028767" y="1779502"/>
                <a:ext cx="321840" cy="155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A020A80-6C78-36E1-7256-5E4CE183F7B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11127" y="1761862"/>
                  <a:ext cx="35748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38F78C1-EBD8-1727-7DA6-57DC7E3F024F}"/>
              </a:ext>
            </a:extLst>
          </p:cNvPr>
          <p:cNvGrpSpPr/>
          <p:nvPr/>
        </p:nvGrpSpPr>
        <p:grpSpPr>
          <a:xfrm>
            <a:off x="7962287" y="2590222"/>
            <a:ext cx="171720" cy="219960"/>
            <a:chOff x="7962287" y="2590222"/>
            <a:chExt cx="17172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6468702-DFDD-831C-5BFF-F9D1A0D27604}"/>
                    </a:ext>
                  </a:extLst>
                </p14:cNvPr>
                <p14:cNvContentPartPr/>
                <p14:nvPr/>
              </p14:nvContentPartPr>
              <p14:xfrm>
                <a:off x="7973087" y="2590222"/>
                <a:ext cx="160920" cy="88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6468702-DFDD-831C-5BFF-F9D1A0D2760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55087" y="2572222"/>
                  <a:ext cx="196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CFDAA1D-06E3-6FB7-E2FC-CD235BBAAC0B}"/>
                    </a:ext>
                  </a:extLst>
                </p14:cNvPr>
                <p14:cNvContentPartPr/>
                <p14:nvPr/>
              </p14:nvContentPartPr>
              <p14:xfrm>
                <a:off x="7962287" y="2740342"/>
                <a:ext cx="153000" cy="69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CFDAA1D-06E3-6FB7-E2FC-CD235BBAAC0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44287" y="2722702"/>
                  <a:ext cx="18864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BC6C0A7-4F2D-E3E0-24A7-42448C2BC0BE}"/>
              </a:ext>
            </a:extLst>
          </p:cNvPr>
          <p:cNvGrpSpPr/>
          <p:nvPr/>
        </p:nvGrpSpPr>
        <p:grpSpPr>
          <a:xfrm>
            <a:off x="8489687" y="2460262"/>
            <a:ext cx="727200" cy="373680"/>
            <a:chOff x="8489687" y="2460262"/>
            <a:chExt cx="72720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A30AC27-5B67-276C-7ECD-2A47C4D1A190}"/>
                    </a:ext>
                  </a:extLst>
                </p14:cNvPr>
                <p14:cNvContentPartPr/>
                <p14:nvPr/>
              </p14:nvContentPartPr>
              <p14:xfrm>
                <a:off x="8489687" y="2460262"/>
                <a:ext cx="158400" cy="330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A30AC27-5B67-276C-7ECD-2A47C4D1A19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72047" y="2442262"/>
                  <a:ext cx="1940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9641F1A-8352-9338-3E6A-C84C65E3F267}"/>
                    </a:ext>
                  </a:extLst>
                </p14:cNvPr>
                <p14:cNvContentPartPr/>
                <p14:nvPr/>
              </p14:nvContentPartPr>
              <p14:xfrm>
                <a:off x="8695607" y="2573302"/>
                <a:ext cx="154080" cy="131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9641F1A-8352-9338-3E6A-C84C65E3F26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677607" y="2555662"/>
                  <a:ext cx="18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C6D2E02-028A-4D46-EEC0-E64713241892}"/>
                    </a:ext>
                  </a:extLst>
                </p14:cNvPr>
                <p14:cNvContentPartPr/>
                <p14:nvPr/>
              </p14:nvContentPartPr>
              <p14:xfrm>
                <a:off x="8743127" y="2562862"/>
                <a:ext cx="106200" cy="250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C6D2E02-028A-4D46-EEC0-E6471324189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25487" y="2545222"/>
                  <a:ext cx="141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14AE508-3A69-D88F-6FB5-0014F585D679}"/>
                    </a:ext>
                  </a:extLst>
                </p14:cNvPr>
                <p14:cNvContentPartPr/>
                <p14:nvPr/>
              </p14:nvContentPartPr>
              <p14:xfrm>
                <a:off x="8938607" y="2529742"/>
                <a:ext cx="278280" cy="304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14AE508-3A69-D88F-6FB5-0014F585D67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20967" y="2512102"/>
                  <a:ext cx="31392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838058A-E68C-C352-2B4E-E5C90B228C3E}"/>
              </a:ext>
            </a:extLst>
          </p:cNvPr>
          <p:cNvGrpSpPr/>
          <p:nvPr/>
        </p:nvGrpSpPr>
        <p:grpSpPr>
          <a:xfrm>
            <a:off x="9508847" y="2627302"/>
            <a:ext cx="150120" cy="144360"/>
            <a:chOff x="9508847" y="2627302"/>
            <a:chExt cx="15012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BDE7092-0995-CDBC-797C-BD48235CA00C}"/>
                    </a:ext>
                  </a:extLst>
                </p14:cNvPr>
                <p14:cNvContentPartPr/>
                <p14:nvPr/>
              </p14:nvContentPartPr>
              <p14:xfrm>
                <a:off x="9508847" y="2627302"/>
                <a:ext cx="127440" cy="49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BDE7092-0995-CDBC-797C-BD48235CA00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491207" y="2609302"/>
                  <a:ext cx="163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130A869-A411-9CB4-7B84-FF77E0CAD9AA}"/>
                    </a:ext>
                  </a:extLst>
                </p14:cNvPr>
                <p14:cNvContentPartPr/>
                <p14:nvPr/>
              </p14:nvContentPartPr>
              <p14:xfrm>
                <a:off x="9510647" y="2724862"/>
                <a:ext cx="148320" cy="46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130A869-A411-9CB4-7B84-FF77E0CAD9A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93007" y="2707222"/>
                  <a:ext cx="18396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7830DB2-E928-2A5D-E21C-F145C7BBCFDC}"/>
                  </a:ext>
                </a:extLst>
              </p14:cNvPr>
              <p14:cNvContentPartPr/>
              <p14:nvPr/>
            </p14:nvContentPartPr>
            <p14:xfrm>
              <a:off x="10033367" y="2373502"/>
              <a:ext cx="168480" cy="4161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7830DB2-E928-2A5D-E21C-F145C7BBCFD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015727" y="2355862"/>
                <a:ext cx="204120" cy="45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2C10E92-F4B8-82A1-F027-63CA2F98FFF1}"/>
              </a:ext>
            </a:extLst>
          </p:cNvPr>
          <p:cNvGrpSpPr/>
          <p:nvPr/>
        </p:nvGrpSpPr>
        <p:grpSpPr>
          <a:xfrm>
            <a:off x="5638487" y="3065422"/>
            <a:ext cx="1646280" cy="752760"/>
            <a:chOff x="5638487" y="3065422"/>
            <a:chExt cx="1646280" cy="75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2A7CDA4-D048-728A-E79E-F9A1571D4A32}"/>
                    </a:ext>
                  </a:extLst>
                </p14:cNvPr>
                <p14:cNvContentPartPr/>
                <p14:nvPr/>
              </p14:nvContentPartPr>
              <p14:xfrm>
                <a:off x="6071207" y="3794782"/>
                <a:ext cx="51120" cy="23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2A7CDA4-D048-728A-E79E-F9A1571D4A3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053567" y="3777142"/>
                  <a:ext cx="86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CEAE217-16EE-92FA-0CF2-A7FB0E07EE8E}"/>
                    </a:ext>
                  </a:extLst>
                </p14:cNvPr>
                <p14:cNvContentPartPr/>
                <p14:nvPr/>
              </p14:nvContentPartPr>
              <p14:xfrm>
                <a:off x="5638487" y="3264502"/>
                <a:ext cx="356760" cy="277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CEAE217-16EE-92FA-0CF2-A7FB0E07EE8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20487" y="3246862"/>
                  <a:ext cx="3924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58388D3-FAAE-4936-BB3A-E96AEC3B8F45}"/>
                    </a:ext>
                  </a:extLst>
                </p14:cNvPr>
                <p14:cNvContentPartPr/>
                <p14:nvPr/>
              </p14:nvContentPartPr>
              <p14:xfrm>
                <a:off x="6129887" y="3065422"/>
                <a:ext cx="99360" cy="583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58388D3-FAAE-4936-BB3A-E96AEC3B8F4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111887" y="3047782"/>
                  <a:ext cx="13500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D09AA3E-E35B-91CB-5066-F39515D28D56}"/>
                    </a:ext>
                  </a:extLst>
                </p14:cNvPr>
                <p14:cNvContentPartPr/>
                <p14:nvPr/>
              </p14:nvContentPartPr>
              <p14:xfrm>
                <a:off x="6472967" y="3249022"/>
                <a:ext cx="20520" cy="245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D09AA3E-E35B-91CB-5066-F39515D28D5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54967" y="3231382"/>
                  <a:ext cx="56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0AF9226-5AC7-1368-EBE7-CCD7662D77B8}"/>
                    </a:ext>
                  </a:extLst>
                </p14:cNvPr>
                <p14:cNvContentPartPr/>
                <p14:nvPr/>
              </p14:nvContentPartPr>
              <p14:xfrm>
                <a:off x="6435887" y="3262702"/>
                <a:ext cx="248400" cy="262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0AF9226-5AC7-1368-EBE7-CCD7662D77B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418247" y="3245062"/>
                  <a:ext cx="284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81FD713-04DF-BF89-4B3F-0B636D420AE7}"/>
                    </a:ext>
                  </a:extLst>
                </p14:cNvPr>
                <p14:cNvContentPartPr/>
                <p14:nvPr/>
              </p14:nvContentPartPr>
              <p14:xfrm>
                <a:off x="6539927" y="3066502"/>
                <a:ext cx="329400" cy="653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81FD713-04DF-BF89-4B3F-0B636D420AE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22287" y="3048862"/>
                  <a:ext cx="36504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EFD373A-8F19-12B1-9EAE-68A280C2E5E7}"/>
                    </a:ext>
                  </a:extLst>
                </p14:cNvPr>
                <p14:cNvContentPartPr/>
                <p14:nvPr/>
              </p14:nvContentPartPr>
              <p14:xfrm>
                <a:off x="7073447" y="3286462"/>
                <a:ext cx="143280" cy="69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EFD373A-8F19-12B1-9EAE-68A280C2E5E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55447" y="3268822"/>
                  <a:ext cx="178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61958F7-709B-CA51-E079-3EEFAE84CD76}"/>
                    </a:ext>
                  </a:extLst>
                </p14:cNvPr>
                <p14:cNvContentPartPr/>
                <p14:nvPr/>
              </p14:nvContentPartPr>
              <p14:xfrm>
                <a:off x="7118807" y="3364942"/>
                <a:ext cx="165960" cy="745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61958F7-709B-CA51-E079-3EEFAE84CD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00807" y="3347302"/>
                  <a:ext cx="20160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12FFDBF-1C04-0196-5F97-CA950778C2BF}"/>
              </a:ext>
            </a:extLst>
          </p:cNvPr>
          <p:cNvGrpSpPr/>
          <p:nvPr/>
        </p:nvGrpSpPr>
        <p:grpSpPr>
          <a:xfrm>
            <a:off x="7667807" y="2981182"/>
            <a:ext cx="522360" cy="527760"/>
            <a:chOff x="7667807" y="2981182"/>
            <a:chExt cx="52236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50685E8-C0C0-E19D-3169-905F90503814}"/>
                    </a:ext>
                  </a:extLst>
                </p14:cNvPr>
                <p14:cNvContentPartPr/>
                <p14:nvPr/>
              </p14:nvContentPartPr>
              <p14:xfrm>
                <a:off x="7667807" y="3167302"/>
                <a:ext cx="236160" cy="218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50685E8-C0C0-E19D-3169-905F9050381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49807" y="3149302"/>
                  <a:ext cx="2718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B4E7E00-925D-042D-32D3-2F277288255D}"/>
                    </a:ext>
                  </a:extLst>
                </p14:cNvPr>
                <p14:cNvContentPartPr/>
                <p14:nvPr/>
              </p14:nvContentPartPr>
              <p14:xfrm>
                <a:off x="7962287" y="2981182"/>
                <a:ext cx="227880" cy="527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B4E7E00-925D-042D-32D3-2F277288255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44287" y="2963182"/>
                  <a:ext cx="263520" cy="56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C129114-053D-D453-2D1C-8B22BBDA0297}"/>
              </a:ext>
            </a:extLst>
          </p:cNvPr>
          <p:cNvGrpSpPr/>
          <p:nvPr/>
        </p:nvGrpSpPr>
        <p:grpSpPr>
          <a:xfrm>
            <a:off x="8152007" y="2970022"/>
            <a:ext cx="791280" cy="622440"/>
            <a:chOff x="8152007" y="2970022"/>
            <a:chExt cx="791280" cy="62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1CDF228-62E7-7847-E789-7E40E0A18FA0}"/>
                    </a:ext>
                  </a:extLst>
                </p14:cNvPr>
                <p14:cNvContentPartPr/>
                <p14:nvPr/>
              </p14:nvContentPartPr>
              <p14:xfrm>
                <a:off x="8152007" y="3164062"/>
                <a:ext cx="236160" cy="261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1CDF228-62E7-7847-E789-7E40E0A18FA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34007" y="3146422"/>
                  <a:ext cx="271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CDEA95D-496A-5B5B-6887-81F1F71F74B9}"/>
                    </a:ext>
                  </a:extLst>
                </p14:cNvPr>
                <p14:cNvContentPartPr/>
                <p14:nvPr/>
              </p14:nvContentPartPr>
              <p14:xfrm>
                <a:off x="8514167" y="3323542"/>
                <a:ext cx="48600" cy="168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CDEA95D-496A-5B5B-6887-81F1F71F74B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96527" y="3305902"/>
                  <a:ext cx="84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425D356-CD24-72B6-756C-6EBA86F0FFE3}"/>
                    </a:ext>
                  </a:extLst>
                </p14:cNvPr>
                <p14:cNvContentPartPr/>
                <p14:nvPr/>
              </p14:nvContentPartPr>
              <p14:xfrm>
                <a:off x="8657087" y="3188182"/>
                <a:ext cx="184320" cy="192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425D356-CD24-72B6-756C-6EBA86F0FFE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639087" y="3170182"/>
                  <a:ext cx="219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F8D106C-C79B-4046-F472-68A6218C518A}"/>
                    </a:ext>
                  </a:extLst>
                </p14:cNvPr>
                <p14:cNvContentPartPr/>
                <p14:nvPr/>
              </p14:nvContentPartPr>
              <p14:xfrm>
                <a:off x="8801447" y="2970022"/>
                <a:ext cx="141840" cy="622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F8D106C-C79B-4046-F472-68A6218C518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83447" y="2952022"/>
                  <a:ext cx="177480" cy="65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6994FC8-5C85-6527-859C-F60F936A88F9}"/>
              </a:ext>
            </a:extLst>
          </p:cNvPr>
          <p:cNvGrpSpPr/>
          <p:nvPr/>
        </p:nvGrpSpPr>
        <p:grpSpPr>
          <a:xfrm>
            <a:off x="9162887" y="3224182"/>
            <a:ext cx="146520" cy="140400"/>
            <a:chOff x="9162887" y="3224182"/>
            <a:chExt cx="14652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C7E13E7-8D42-45E6-33CD-92C835D6D8AA}"/>
                    </a:ext>
                  </a:extLst>
                </p14:cNvPr>
                <p14:cNvContentPartPr/>
                <p14:nvPr/>
              </p14:nvContentPartPr>
              <p14:xfrm>
                <a:off x="9162887" y="3224182"/>
                <a:ext cx="89280" cy="39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C7E13E7-8D42-45E6-33CD-92C835D6D8A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145247" y="3206542"/>
                  <a:ext cx="124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3FD96E3-29F7-F3B3-9D43-5D6EFD8C3D96}"/>
                    </a:ext>
                  </a:extLst>
                </p14:cNvPr>
                <p14:cNvContentPartPr/>
                <p14:nvPr/>
              </p14:nvContentPartPr>
              <p14:xfrm>
                <a:off x="9164687" y="3327862"/>
                <a:ext cx="144720" cy="36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3FD96E3-29F7-F3B3-9D43-5D6EFD8C3D9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47047" y="3310222"/>
                  <a:ext cx="1803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7C1208B-AD77-985F-CF44-86E336D028C9}"/>
              </a:ext>
            </a:extLst>
          </p:cNvPr>
          <p:cNvGrpSpPr/>
          <p:nvPr/>
        </p:nvGrpSpPr>
        <p:grpSpPr>
          <a:xfrm>
            <a:off x="9647087" y="3080902"/>
            <a:ext cx="671040" cy="306720"/>
            <a:chOff x="9647087" y="3080902"/>
            <a:chExt cx="67104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3325800-8B6F-C323-230A-C8347CE9F5F1}"/>
                    </a:ext>
                  </a:extLst>
                </p14:cNvPr>
                <p14:cNvContentPartPr/>
                <p14:nvPr/>
              </p14:nvContentPartPr>
              <p14:xfrm>
                <a:off x="9647087" y="3108262"/>
                <a:ext cx="205920" cy="279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3325800-8B6F-C323-230A-C8347CE9F5F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29087" y="3090622"/>
                  <a:ext cx="241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E50B5D4-9A13-ED59-D006-A3A4F0794FAB}"/>
                    </a:ext>
                  </a:extLst>
                </p14:cNvPr>
                <p14:cNvContentPartPr/>
                <p14:nvPr/>
              </p14:nvContentPartPr>
              <p14:xfrm>
                <a:off x="9940487" y="3114742"/>
                <a:ext cx="159120" cy="185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E50B5D4-9A13-ED59-D006-A3A4F0794FA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922847" y="3096742"/>
                  <a:ext cx="194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6C4D3C0-97BA-25E0-346F-FE257DCC30B7}"/>
                    </a:ext>
                  </a:extLst>
                </p14:cNvPr>
                <p14:cNvContentPartPr/>
                <p14:nvPr/>
              </p14:nvContentPartPr>
              <p14:xfrm>
                <a:off x="9989447" y="3169822"/>
                <a:ext cx="114120" cy="178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6C4D3C0-97BA-25E0-346F-FE257DCC30B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71447" y="3151822"/>
                  <a:ext cx="149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730DD8B-623E-0972-7C5A-C712FFB0A61D}"/>
                    </a:ext>
                  </a:extLst>
                </p14:cNvPr>
                <p14:cNvContentPartPr/>
                <p14:nvPr/>
              </p14:nvContentPartPr>
              <p14:xfrm>
                <a:off x="10165847" y="3080902"/>
                <a:ext cx="152280" cy="200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730DD8B-623E-0972-7C5A-C712FFB0A61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48207" y="3062902"/>
                  <a:ext cx="18792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16286A0-3B27-B8D9-0AF1-6D9C4B38C808}"/>
              </a:ext>
            </a:extLst>
          </p:cNvPr>
          <p:cNvGrpSpPr/>
          <p:nvPr/>
        </p:nvGrpSpPr>
        <p:grpSpPr>
          <a:xfrm>
            <a:off x="10521527" y="2979382"/>
            <a:ext cx="1250280" cy="299880"/>
            <a:chOff x="10521527" y="2979382"/>
            <a:chExt cx="125028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2073201-6271-7A9C-E57D-8329B1833438}"/>
                    </a:ext>
                  </a:extLst>
                </p14:cNvPr>
                <p14:cNvContentPartPr/>
                <p14:nvPr/>
              </p14:nvContentPartPr>
              <p14:xfrm>
                <a:off x="10521527" y="3072622"/>
                <a:ext cx="145080" cy="60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2073201-6271-7A9C-E57D-8329B183343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503527" y="3054622"/>
                  <a:ext cx="180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D8BA03D-A9C3-088E-17DC-64160BC225D6}"/>
                    </a:ext>
                  </a:extLst>
                </p14:cNvPr>
                <p14:cNvContentPartPr/>
                <p14:nvPr/>
              </p14:nvContentPartPr>
              <p14:xfrm>
                <a:off x="10608287" y="2998462"/>
                <a:ext cx="31320" cy="242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D8BA03D-A9C3-088E-17DC-64160BC225D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590647" y="2980462"/>
                  <a:ext cx="66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68759D8-BCFF-987B-C7D8-5920195ABC5A}"/>
                    </a:ext>
                  </a:extLst>
                </p14:cNvPr>
                <p14:cNvContentPartPr/>
                <p14:nvPr/>
              </p14:nvContentPartPr>
              <p14:xfrm>
                <a:off x="10765967" y="3044902"/>
                <a:ext cx="168480" cy="199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68759D8-BCFF-987B-C7D8-5920195ABC5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48327" y="3026902"/>
                  <a:ext cx="204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B511888-BF8A-2AFC-AC50-C5E444EA16CA}"/>
                    </a:ext>
                  </a:extLst>
                </p14:cNvPr>
                <p14:cNvContentPartPr/>
                <p14:nvPr/>
              </p14:nvContentPartPr>
              <p14:xfrm>
                <a:off x="10892327" y="2979382"/>
                <a:ext cx="136440" cy="55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B511888-BF8A-2AFC-AC50-C5E444EA16C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874687" y="2961382"/>
                  <a:ext cx="172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E924473-1878-9C8F-7282-D993D5038CCA}"/>
                    </a:ext>
                  </a:extLst>
                </p14:cNvPr>
                <p14:cNvContentPartPr/>
                <p14:nvPr/>
              </p14:nvContentPartPr>
              <p14:xfrm>
                <a:off x="11154767" y="3020422"/>
                <a:ext cx="109800" cy="191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E924473-1878-9C8F-7282-D993D5038CC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136767" y="3002782"/>
                  <a:ext cx="145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BD98BF3-9054-815E-F173-F68B4FCA50FB}"/>
                    </a:ext>
                  </a:extLst>
                </p14:cNvPr>
                <p14:cNvContentPartPr/>
                <p14:nvPr/>
              </p14:nvContentPartPr>
              <p14:xfrm>
                <a:off x="11146847" y="3060382"/>
                <a:ext cx="144720" cy="218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BD98BF3-9054-815E-F173-F68B4FCA50F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129207" y="3042382"/>
                  <a:ext cx="180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7677649-5096-0AB0-63C7-37998E4BCAD3}"/>
                    </a:ext>
                  </a:extLst>
                </p14:cNvPr>
                <p14:cNvContentPartPr/>
                <p14:nvPr/>
              </p14:nvContentPartPr>
              <p14:xfrm>
                <a:off x="11409647" y="3022942"/>
                <a:ext cx="362160" cy="223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7677649-5096-0AB0-63C7-37998E4BCAD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391647" y="3004942"/>
                  <a:ext cx="39780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C189A75-37B8-9CDD-1C67-D18282CC075A}"/>
              </a:ext>
            </a:extLst>
          </p:cNvPr>
          <p:cNvGrpSpPr/>
          <p:nvPr/>
        </p:nvGrpSpPr>
        <p:grpSpPr>
          <a:xfrm>
            <a:off x="9397607" y="3898102"/>
            <a:ext cx="250560" cy="154800"/>
            <a:chOff x="9397607" y="3898102"/>
            <a:chExt cx="25056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A34B798-529A-4DC0-E198-30D24C0D1790}"/>
                    </a:ext>
                  </a:extLst>
                </p14:cNvPr>
                <p14:cNvContentPartPr/>
                <p14:nvPr/>
              </p14:nvContentPartPr>
              <p14:xfrm>
                <a:off x="9397607" y="3898102"/>
                <a:ext cx="195120" cy="72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A34B798-529A-4DC0-E198-30D24C0D179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379607" y="3880462"/>
                  <a:ext cx="230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16D7F21-7060-DC36-BDAF-45D0AA4BC129}"/>
                    </a:ext>
                  </a:extLst>
                </p14:cNvPr>
                <p14:cNvContentPartPr/>
                <p14:nvPr/>
              </p14:nvContentPartPr>
              <p14:xfrm>
                <a:off x="9463127" y="3994222"/>
                <a:ext cx="185040" cy="58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16D7F21-7060-DC36-BDAF-45D0AA4BC12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45487" y="3976222"/>
                  <a:ext cx="2206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9C0EA59D-840B-DA92-E18E-94A90CEF203B}"/>
              </a:ext>
            </a:extLst>
          </p:cNvPr>
          <p:cNvGrpSpPr/>
          <p:nvPr/>
        </p:nvGrpSpPr>
        <p:grpSpPr>
          <a:xfrm>
            <a:off x="10265927" y="3678862"/>
            <a:ext cx="418680" cy="281880"/>
            <a:chOff x="10265927" y="3678862"/>
            <a:chExt cx="41868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268E871-89C7-8267-E953-924697C747C7}"/>
                    </a:ext>
                  </a:extLst>
                </p14:cNvPr>
                <p14:cNvContentPartPr/>
                <p14:nvPr/>
              </p14:nvContentPartPr>
              <p14:xfrm>
                <a:off x="10265927" y="3678862"/>
                <a:ext cx="36360" cy="2818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268E871-89C7-8267-E953-924697C747C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247927" y="3661222"/>
                  <a:ext cx="720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1368B7D-4D12-969F-CA2C-9FFD65CAB46D}"/>
                    </a:ext>
                  </a:extLst>
                </p14:cNvPr>
                <p14:cNvContentPartPr/>
                <p14:nvPr/>
              </p14:nvContentPartPr>
              <p14:xfrm>
                <a:off x="10471847" y="3693622"/>
                <a:ext cx="212760" cy="212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1368B7D-4D12-969F-CA2C-9FFD65CAB46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53847" y="3675622"/>
                  <a:ext cx="24840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7878C38-24DF-88EC-AEF0-BB781061E172}"/>
              </a:ext>
            </a:extLst>
          </p:cNvPr>
          <p:cNvGrpSpPr/>
          <p:nvPr/>
        </p:nvGrpSpPr>
        <p:grpSpPr>
          <a:xfrm>
            <a:off x="7593647" y="4269622"/>
            <a:ext cx="2056680" cy="846720"/>
            <a:chOff x="7593647" y="4269622"/>
            <a:chExt cx="2056680" cy="84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E5B284E-0ECA-EAB7-7077-01A25421F207}"/>
                    </a:ext>
                  </a:extLst>
                </p14:cNvPr>
                <p14:cNvContentPartPr/>
                <p14:nvPr/>
              </p14:nvContentPartPr>
              <p14:xfrm>
                <a:off x="7593647" y="4620262"/>
                <a:ext cx="241200" cy="212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E5B284E-0ECA-EAB7-7077-01A25421F20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576007" y="4602262"/>
                  <a:ext cx="2768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CB0841F-2488-15C7-E541-1202AE53D40C}"/>
                    </a:ext>
                  </a:extLst>
                </p14:cNvPr>
                <p14:cNvContentPartPr/>
                <p14:nvPr/>
              </p14:nvContentPartPr>
              <p14:xfrm>
                <a:off x="8001167" y="4269622"/>
                <a:ext cx="220680" cy="843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CB0841F-2488-15C7-E541-1202AE53D40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83527" y="4251982"/>
                  <a:ext cx="25632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AB8BA34-128C-DABF-53AB-5676D61F576F}"/>
                    </a:ext>
                  </a:extLst>
                </p14:cNvPr>
                <p14:cNvContentPartPr/>
                <p14:nvPr/>
              </p14:nvContentPartPr>
              <p14:xfrm>
                <a:off x="8416967" y="4291222"/>
                <a:ext cx="8640" cy="38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AB8BA34-128C-DABF-53AB-5676D61F576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98967" y="4273582"/>
                  <a:ext cx="44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36DCBD4-8BB9-2077-1FA7-EE51F2032320}"/>
                    </a:ext>
                  </a:extLst>
                </p14:cNvPr>
                <p14:cNvContentPartPr/>
                <p14:nvPr/>
              </p14:nvContentPartPr>
              <p14:xfrm>
                <a:off x="8283047" y="4384462"/>
                <a:ext cx="199080" cy="210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36DCBD4-8BB9-2077-1FA7-EE51F203232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265407" y="4366822"/>
                  <a:ext cx="234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C17B65D-250F-2BB9-C8D9-B9E0DD19A55F}"/>
                    </a:ext>
                  </a:extLst>
                </p14:cNvPr>
                <p14:cNvContentPartPr/>
                <p14:nvPr/>
              </p14:nvContentPartPr>
              <p14:xfrm>
                <a:off x="8312567" y="4645462"/>
                <a:ext cx="229320" cy="60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C17B65D-250F-2BB9-C8D9-B9E0DD19A55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294927" y="4627462"/>
                  <a:ext cx="264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A8BA2D3-5BBB-6D23-3825-079C5E750BDC}"/>
                    </a:ext>
                  </a:extLst>
                </p14:cNvPr>
                <p14:cNvContentPartPr/>
                <p14:nvPr/>
              </p14:nvContentPartPr>
              <p14:xfrm>
                <a:off x="8433527" y="4755982"/>
                <a:ext cx="232200" cy="144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A8BA2D3-5BBB-6D23-3825-079C5E750BD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415527" y="4738342"/>
                  <a:ext cx="267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F0E1D35-EB40-AE0E-6580-0937BE84F860}"/>
                    </a:ext>
                  </a:extLst>
                </p14:cNvPr>
                <p14:cNvContentPartPr/>
                <p14:nvPr/>
              </p14:nvContentPartPr>
              <p14:xfrm>
                <a:off x="8828087" y="4546462"/>
                <a:ext cx="69120" cy="170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F0E1D35-EB40-AE0E-6580-0937BE84F86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810087" y="4528462"/>
                  <a:ext cx="104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70CC62F-D77B-12E3-8E16-94D535B35376}"/>
                    </a:ext>
                  </a:extLst>
                </p14:cNvPr>
                <p14:cNvContentPartPr/>
                <p14:nvPr/>
              </p14:nvContentPartPr>
              <p14:xfrm>
                <a:off x="9125447" y="4380502"/>
                <a:ext cx="39240" cy="195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70CC62F-D77B-12E3-8E16-94D535B3537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107447" y="4362862"/>
                  <a:ext cx="74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8907DC9-A7B8-9BD7-6BFB-ACB6F4DD4216}"/>
                    </a:ext>
                  </a:extLst>
                </p14:cNvPr>
                <p14:cNvContentPartPr/>
                <p14:nvPr/>
              </p14:nvContentPartPr>
              <p14:xfrm>
                <a:off x="9076847" y="4650862"/>
                <a:ext cx="253080" cy="874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8907DC9-A7B8-9BD7-6BFB-ACB6F4DD421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58847" y="4632862"/>
                  <a:ext cx="288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5F80D54-D87D-4897-6E57-F3DA2742415F}"/>
                    </a:ext>
                  </a:extLst>
                </p14:cNvPr>
                <p14:cNvContentPartPr/>
                <p14:nvPr/>
              </p14:nvContentPartPr>
              <p14:xfrm>
                <a:off x="9172247" y="4809262"/>
                <a:ext cx="286200" cy="177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5F80D54-D87D-4897-6E57-F3DA2742415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154607" y="4791262"/>
                  <a:ext cx="321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053750D-1B42-9C83-C769-E270C80B59BD}"/>
                    </a:ext>
                  </a:extLst>
                </p14:cNvPr>
                <p14:cNvContentPartPr/>
                <p14:nvPr/>
              </p14:nvContentPartPr>
              <p14:xfrm>
                <a:off x="9413087" y="4318222"/>
                <a:ext cx="237240" cy="7981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053750D-1B42-9C83-C769-E270C80B59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395447" y="4300582"/>
                  <a:ext cx="272880" cy="83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7D6317A8-48DD-5B4C-BDD0-7422BD1393AB}"/>
              </a:ext>
            </a:extLst>
          </p:cNvPr>
          <p:cNvGrpSpPr/>
          <p:nvPr/>
        </p:nvGrpSpPr>
        <p:grpSpPr>
          <a:xfrm>
            <a:off x="6985247" y="5567422"/>
            <a:ext cx="290160" cy="190440"/>
            <a:chOff x="6985247" y="5567422"/>
            <a:chExt cx="29016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7FD08E6-8954-3F82-B7A6-977E1EF9013D}"/>
                    </a:ext>
                  </a:extLst>
                </p14:cNvPr>
                <p14:cNvContentPartPr/>
                <p14:nvPr/>
              </p14:nvContentPartPr>
              <p14:xfrm>
                <a:off x="6985247" y="5567422"/>
                <a:ext cx="150120" cy="450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7FD08E6-8954-3F82-B7A6-977E1EF9013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967607" y="5549422"/>
                  <a:ext cx="185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7C49686-3C99-41C7-4424-E977CC6CFFA0}"/>
                    </a:ext>
                  </a:extLst>
                </p14:cNvPr>
                <p14:cNvContentPartPr/>
                <p14:nvPr/>
              </p14:nvContentPartPr>
              <p14:xfrm>
                <a:off x="7024847" y="5657782"/>
                <a:ext cx="250560" cy="100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7C49686-3C99-41C7-4424-E977CC6CFFA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06847" y="5640142"/>
                  <a:ext cx="28620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F7D5BA9-4448-9CC9-A9F3-DF780F54EA73}"/>
                  </a:ext>
                </a:extLst>
              </p14:cNvPr>
              <p14:cNvContentPartPr/>
              <p14:nvPr/>
            </p14:nvContentPartPr>
            <p14:xfrm>
              <a:off x="8292767" y="5954782"/>
              <a:ext cx="300960" cy="21384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F7D5BA9-4448-9CC9-A9F3-DF780F54EA73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275127" y="5936782"/>
                <a:ext cx="3366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54FB3490-E88C-9366-F065-D890C286CDA6}"/>
                  </a:ext>
                </a:extLst>
              </p14:cNvPr>
              <p14:cNvContentPartPr/>
              <p14:nvPr/>
            </p14:nvContentPartPr>
            <p14:xfrm>
              <a:off x="9581207" y="5970622"/>
              <a:ext cx="239040" cy="1796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54FB3490-E88C-9366-F065-D890C286CDA6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9563567" y="5952982"/>
                <a:ext cx="27468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963DA81C-A127-B7A5-35D3-996DD8019838}"/>
              </a:ext>
            </a:extLst>
          </p:cNvPr>
          <p:cNvGrpSpPr/>
          <p:nvPr/>
        </p:nvGrpSpPr>
        <p:grpSpPr>
          <a:xfrm>
            <a:off x="7686887" y="5344582"/>
            <a:ext cx="2540880" cy="454320"/>
            <a:chOff x="7686887" y="5344582"/>
            <a:chExt cx="254088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1E60861-F892-EFA9-33EA-7D50D5D302D7}"/>
                    </a:ext>
                  </a:extLst>
                </p14:cNvPr>
                <p14:cNvContentPartPr/>
                <p14:nvPr/>
              </p14:nvContentPartPr>
              <p14:xfrm>
                <a:off x="9320927" y="5493622"/>
                <a:ext cx="45360" cy="12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1E60861-F892-EFA9-33EA-7D50D5D302D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302927" y="5475982"/>
                  <a:ext cx="81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4066F4A-AA1E-9B79-06C2-B74227BB1A8A}"/>
                    </a:ext>
                  </a:extLst>
                </p14:cNvPr>
                <p14:cNvContentPartPr/>
                <p14:nvPr/>
              </p14:nvContentPartPr>
              <p14:xfrm>
                <a:off x="7686887" y="5410102"/>
                <a:ext cx="159840" cy="318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4066F4A-AA1E-9B79-06C2-B74227BB1A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668887" y="5392102"/>
                  <a:ext cx="1954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8382768-AEB2-2E89-3456-8B66B2C280E0}"/>
                    </a:ext>
                  </a:extLst>
                </p14:cNvPr>
                <p14:cNvContentPartPr/>
                <p14:nvPr/>
              </p14:nvContentPartPr>
              <p14:xfrm>
                <a:off x="7860047" y="5533582"/>
                <a:ext cx="239040" cy="119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8382768-AEB2-2E89-3456-8B66B2C280E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42047" y="5515942"/>
                  <a:ext cx="274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FBA4B3E-9378-F296-5B0E-0DDC6EF18440}"/>
                    </a:ext>
                  </a:extLst>
                </p14:cNvPr>
                <p14:cNvContentPartPr/>
                <p14:nvPr/>
              </p14:nvContentPartPr>
              <p14:xfrm>
                <a:off x="7990007" y="5488942"/>
                <a:ext cx="109080" cy="234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FBA4B3E-9378-F296-5B0E-0DDC6EF1844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972007" y="5471302"/>
                  <a:ext cx="144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10A0025-C0B1-0DA7-4AA6-5F6B2A5C52C8}"/>
                    </a:ext>
                  </a:extLst>
                </p14:cNvPr>
                <p14:cNvContentPartPr/>
                <p14:nvPr/>
              </p14:nvContentPartPr>
              <p14:xfrm>
                <a:off x="8219327" y="5436022"/>
                <a:ext cx="142200" cy="2152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10A0025-C0B1-0DA7-4AA6-5F6B2A5C52C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201687" y="5418382"/>
                  <a:ext cx="177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BD247B5-AE12-5765-9C38-14DD8ECDED6A}"/>
                    </a:ext>
                  </a:extLst>
                </p14:cNvPr>
                <p14:cNvContentPartPr/>
                <p14:nvPr/>
              </p14:nvContentPartPr>
              <p14:xfrm>
                <a:off x="8151287" y="5725102"/>
                <a:ext cx="353520" cy="738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BD247B5-AE12-5765-9C38-14DD8ECDED6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133647" y="5707462"/>
                  <a:ext cx="389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55C750A-3CB7-CFA4-A4AD-F08E1771EF8E}"/>
                    </a:ext>
                  </a:extLst>
                </p14:cNvPr>
                <p14:cNvContentPartPr/>
                <p14:nvPr/>
              </p14:nvContentPartPr>
              <p14:xfrm>
                <a:off x="8655287" y="5586862"/>
                <a:ext cx="138240" cy="29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55C750A-3CB7-CFA4-A4AD-F08E1771EF8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637647" y="5568862"/>
                  <a:ext cx="173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AC86DA4-3A19-3BF5-C815-6B113CC6524D}"/>
                    </a:ext>
                  </a:extLst>
                </p14:cNvPr>
                <p14:cNvContentPartPr/>
                <p14:nvPr/>
              </p14:nvContentPartPr>
              <p14:xfrm>
                <a:off x="8775887" y="5459062"/>
                <a:ext cx="20160" cy="241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AC86DA4-3A19-3BF5-C815-6B113CC6524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758247" y="5441422"/>
                  <a:ext cx="55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361817F-B2D6-C3C7-76C2-6650390CF778}"/>
                    </a:ext>
                  </a:extLst>
                </p14:cNvPr>
                <p14:cNvContentPartPr/>
                <p14:nvPr/>
              </p14:nvContentPartPr>
              <p14:xfrm>
                <a:off x="8950847" y="5465542"/>
                <a:ext cx="192240" cy="228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361817F-B2D6-C3C7-76C2-6650390CF77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933207" y="5447542"/>
                  <a:ext cx="227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146E177-9B28-7282-821C-0CCDD86819AF}"/>
                    </a:ext>
                  </a:extLst>
                </p14:cNvPr>
                <p14:cNvContentPartPr/>
                <p14:nvPr/>
              </p14:nvContentPartPr>
              <p14:xfrm>
                <a:off x="9024647" y="5388862"/>
                <a:ext cx="151920" cy="82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146E177-9B28-7282-821C-0CCDD86819A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006647" y="5371222"/>
                  <a:ext cx="187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9AF5923-0C33-78EB-37B7-F89FF351E634}"/>
                    </a:ext>
                  </a:extLst>
                </p14:cNvPr>
                <p14:cNvContentPartPr/>
                <p14:nvPr/>
              </p14:nvContentPartPr>
              <p14:xfrm>
                <a:off x="9325247" y="5490382"/>
                <a:ext cx="135720" cy="1544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9AF5923-0C33-78EB-37B7-F89FF351E63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07247" y="5472382"/>
                  <a:ext cx="171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057008E-F47D-2B6E-97BF-B3BAD25A6365}"/>
                    </a:ext>
                  </a:extLst>
                </p14:cNvPr>
                <p14:cNvContentPartPr/>
                <p14:nvPr/>
              </p14:nvContentPartPr>
              <p14:xfrm>
                <a:off x="9278447" y="5509462"/>
                <a:ext cx="185760" cy="2091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057008E-F47D-2B6E-97BF-B3BAD25A636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260447" y="5491822"/>
                  <a:ext cx="2214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B2C86DF-3F6F-6598-FF79-DB6C826C524D}"/>
                    </a:ext>
                  </a:extLst>
                </p14:cNvPr>
                <p14:cNvContentPartPr/>
                <p14:nvPr/>
              </p14:nvContentPartPr>
              <p14:xfrm>
                <a:off x="9668327" y="5344582"/>
                <a:ext cx="50760" cy="2901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B2C86DF-3F6F-6598-FF79-DB6C826C524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50687" y="5326942"/>
                  <a:ext cx="864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4F464AC-891F-26F1-9B8F-16602F560306}"/>
                    </a:ext>
                  </a:extLst>
                </p14:cNvPr>
                <p14:cNvContentPartPr/>
                <p14:nvPr/>
              </p14:nvContentPartPr>
              <p14:xfrm>
                <a:off x="9524327" y="5712502"/>
                <a:ext cx="363600" cy="68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4F464AC-891F-26F1-9B8F-16602F56030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506687" y="5694502"/>
                  <a:ext cx="39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C3B13B7-F224-2A09-9506-44BB8CA3B815}"/>
                    </a:ext>
                  </a:extLst>
                </p14:cNvPr>
                <p14:cNvContentPartPr/>
                <p14:nvPr/>
              </p14:nvContentPartPr>
              <p14:xfrm>
                <a:off x="10092407" y="5396782"/>
                <a:ext cx="90720" cy="486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C3B13B7-F224-2A09-9506-44BB8CA3B81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74767" y="5378782"/>
                  <a:ext cx="126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8C37D61-7A0B-4604-8661-7B0911C83B84}"/>
                    </a:ext>
                  </a:extLst>
                </p14:cNvPr>
                <p14:cNvContentPartPr/>
                <p14:nvPr/>
              </p14:nvContentPartPr>
              <p14:xfrm>
                <a:off x="10039847" y="5523502"/>
                <a:ext cx="187920" cy="334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8C37D61-7A0B-4604-8661-7B0911C83B8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21847" y="5505862"/>
                  <a:ext cx="22356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4DCD95A-1EC4-8695-6C62-B18CB1E0CA9C}"/>
              </a:ext>
            </a:extLst>
          </p:cNvPr>
          <p:cNvGrpSpPr/>
          <p:nvPr/>
        </p:nvGrpSpPr>
        <p:grpSpPr>
          <a:xfrm>
            <a:off x="10492727" y="5202742"/>
            <a:ext cx="263880" cy="409680"/>
            <a:chOff x="10492727" y="5202742"/>
            <a:chExt cx="26388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EC51580-1AEC-C31A-186B-7131D9B8A8BD}"/>
                    </a:ext>
                  </a:extLst>
                </p14:cNvPr>
                <p14:cNvContentPartPr/>
                <p14:nvPr/>
              </p14:nvContentPartPr>
              <p14:xfrm>
                <a:off x="10668407" y="5202742"/>
                <a:ext cx="66600" cy="299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EC51580-1AEC-C31A-186B-7131D9B8A8B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650767" y="5184742"/>
                  <a:ext cx="1022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B05D2FA-D26E-322A-1CDC-F0B4507E67C3}"/>
                    </a:ext>
                  </a:extLst>
                </p14:cNvPr>
                <p14:cNvContentPartPr/>
                <p14:nvPr/>
              </p14:nvContentPartPr>
              <p14:xfrm>
                <a:off x="10492727" y="5208862"/>
                <a:ext cx="263880" cy="4035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B05D2FA-D26E-322A-1CDC-F0B4507E67C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475087" y="5190862"/>
                  <a:ext cx="29952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D199FCE-CF68-2E39-2258-AF1BCF8C02C6}"/>
              </a:ext>
            </a:extLst>
          </p:cNvPr>
          <p:cNvGrpSpPr/>
          <p:nvPr/>
        </p:nvGrpSpPr>
        <p:grpSpPr>
          <a:xfrm>
            <a:off x="5650007" y="4489582"/>
            <a:ext cx="1387800" cy="501120"/>
            <a:chOff x="5650007" y="4489582"/>
            <a:chExt cx="138780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4026213-8ECE-46F1-0E25-E8C379CAD905}"/>
                    </a:ext>
                  </a:extLst>
                </p14:cNvPr>
                <p14:cNvContentPartPr/>
                <p14:nvPr/>
              </p14:nvContentPartPr>
              <p14:xfrm>
                <a:off x="5650007" y="4725022"/>
                <a:ext cx="306360" cy="186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4026213-8ECE-46F1-0E25-E8C379CAD90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632367" y="4707022"/>
                  <a:ext cx="342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BA4BF42-6962-F4FF-17A1-600F9472B0CB}"/>
                    </a:ext>
                  </a:extLst>
                </p14:cNvPr>
                <p14:cNvContentPartPr/>
                <p14:nvPr/>
              </p14:nvContentPartPr>
              <p14:xfrm>
                <a:off x="6094247" y="4497502"/>
                <a:ext cx="51120" cy="452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BA4BF42-6962-F4FF-17A1-600F9472B0C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076247" y="4479862"/>
                  <a:ext cx="867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632E2D2-0EDD-8F7A-8D5F-A2C39F34FE2B}"/>
                    </a:ext>
                  </a:extLst>
                </p14:cNvPr>
                <p14:cNvContentPartPr/>
                <p14:nvPr/>
              </p14:nvContentPartPr>
              <p14:xfrm>
                <a:off x="6239327" y="4692262"/>
                <a:ext cx="33120" cy="220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632E2D2-0EDD-8F7A-8D5F-A2C39F34FE2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1687" y="4674622"/>
                  <a:ext cx="68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B1A5AB7-AD45-AE3F-0418-142D12197045}"/>
                    </a:ext>
                  </a:extLst>
                </p14:cNvPr>
                <p14:cNvContentPartPr/>
                <p14:nvPr/>
              </p14:nvContentPartPr>
              <p14:xfrm>
                <a:off x="6234287" y="4645822"/>
                <a:ext cx="129600" cy="133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B1A5AB7-AD45-AE3F-0418-142D1219704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216287" y="4628182"/>
                  <a:ext cx="165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66DCCD5-AA95-FD0D-ADD1-DD6FF1558C82}"/>
                    </a:ext>
                  </a:extLst>
                </p14:cNvPr>
                <p14:cNvContentPartPr/>
                <p14:nvPr/>
              </p14:nvContentPartPr>
              <p14:xfrm>
                <a:off x="6437687" y="4489582"/>
                <a:ext cx="254160" cy="5011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66DCCD5-AA95-FD0D-ADD1-DD6FF1558C8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20047" y="4471942"/>
                  <a:ext cx="2898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ADED8E7-666A-2CFD-9042-F8D17F465A7B}"/>
                    </a:ext>
                  </a:extLst>
                </p14:cNvPr>
                <p14:cNvContentPartPr/>
                <p14:nvPr/>
              </p14:nvContentPartPr>
              <p14:xfrm>
                <a:off x="6883367" y="4642942"/>
                <a:ext cx="98640" cy="356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ADED8E7-666A-2CFD-9042-F8D17F465A7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65367" y="4625302"/>
                  <a:ext cx="134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6AB8A6C-85F8-B2CB-4B93-21D940BAA890}"/>
                    </a:ext>
                  </a:extLst>
                </p14:cNvPr>
                <p14:cNvContentPartPr/>
                <p14:nvPr/>
              </p14:nvContentPartPr>
              <p14:xfrm>
                <a:off x="6897047" y="4747342"/>
                <a:ext cx="140760" cy="684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6AB8A6C-85F8-B2CB-4B93-21D940BAA89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879047" y="4729702"/>
                  <a:ext cx="176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91F6BFD-B173-F22A-571E-795D466229D7}"/>
                    </a:ext>
                  </a:extLst>
                </p14:cNvPr>
                <p14:cNvContentPartPr/>
                <p14:nvPr/>
              </p14:nvContentPartPr>
              <p14:xfrm>
                <a:off x="6274607" y="4930942"/>
                <a:ext cx="7200" cy="3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91F6BFD-B173-F22A-571E-795D466229D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256967" y="4913302"/>
                  <a:ext cx="4284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642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C35436-4C64-C9A5-466E-F27B752FBDC7}"/>
                  </a:ext>
                </a:extLst>
              </p14:cNvPr>
              <p14:cNvContentPartPr/>
              <p14:nvPr/>
            </p14:nvContentPartPr>
            <p14:xfrm>
              <a:off x="979727" y="309982"/>
              <a:ext cx="27000" cy="3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C35436-4C64-C9A5-466E-F27B752FBD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087" y="292342"/>
                <a:ext cx="62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FACC93-E289-08C9-0FD8-C7871CF1AE7D}"/>
                  </a:ext>
                </a:extLst>
              </p14:cNvPr>
              <p14:cNvContentPartPr/>
              <p14:nvPr/>
            </p14:nvContentPartPr>
            <p14:xfrm>
              <a:off x="800087" y="547942"/>
              <a:ext cx="14400" cy="29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FACC93-E289-08C9-0FD8-C7871CF1AE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087" y="529942"/>
                <a:ext cx="500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9E0ECC-AE9F-F5ED-4E92-6FDF8AD96838}"/>
                  </a:ext>
                </a:extLst>
              </p14:cNvPr>
              <p14:cNvContentPartPr/>
              <p14:nvPr/>
            </p14:nvContentPartPr>
            <p14:xfrm>
              <a:off x="1078007" y="581422"/>
              <a:ext cx="29880" cy="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9E0ECC-AE9F-F5ED-4E92-6FDF8AD968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0367" y="563422"/>
                <a:ext cx="6552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3586C8A8-2F96-B3E6-30C0-B91957FBD413}"/>
              </a:ext>
            </a:extLst>
          </p:cNvPr>
          <p:cNvGrpSpPr/>
          <p:nvPr/>
        </p:nvGrpSpPr>
        <p:grpSpPr>
          <a:xfrm>
            <a:off x="1431527" y="357862"/>
            <a:ext cx="1013400" cy="331560"/>
            <a:chOff x="1431527" y="357862"/>
            <a:chExt cx="101340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65A3FC0-C123-316D-1BEB-FD5ECB7919F4}"/>
                    </a:ext>
                  </a:extLst>
                </p14:cNvPr>
                <p14:cNvContentPartPr/>
                <p14:nvPr/>
              </p14:nvContentPartPr>
              <p14:xfrm>
                <a:off x="1431527" y="398542"/>
                <a:ext cx="451800" cy="290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65A3FC0-C123-316D-1BEB-FD5ECB7919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3527" y="380902"/>
                  <a:ext cx="4874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59D722-5DB6-C007-5E09-AD2D595EAA9A}"/>
                    </a:ext>
                  </a:extLst>
                </p14:cNvPr>
                <p14:cNvContentPartPr/>
                <p14:nvPr/>
              </p14:nvContentPartPr>
              <p14:xfrm>
                <a:off x="1819967" y="357862"/>
                <a:ext cx="29880" cy="37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59D722-5DB6-C007-5E09-AD2D595EAA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01967" y="339862"/>
                  <a:ext cx="65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B5C4B0-1024-9576-7422-042E7258C6ED}"/>
                    </a:ext>
                  </a:extLst>
                </p14:cNvPr>
                <p14:cNvContentPartPr/>
                <p14:nvPr/>
              </p14:nvContentPartPr>
              <p14:xfrm>
                <a:off x="1911767" y="494662"/>
                <a:ext cx="173880" cy="158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B5C4B0-1024-9576-7422-042E7258C6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93767" y="477022"/>
                  <a:ext cx="209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3323BC9-31F0-1B35-D339-CC7821DE3A4A}"/>
                    </a:ext>
                  </a:extLst>
                </p14:cNvPr>
                <p14:cNvContentPartPr/>
                <p14:nvPr/>
              </p14:nvContentPartPr>
              <p14:xfrm>
                <a:off x="2161607" y="457222"/>
                <a:ext cx="283320" cy="231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3323BC9-31F0-1B35-D339-CC7821DE3A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43607" y="439222"/>
                  <a:ext cx="3189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73CE5D6-1998-9CE9-CF67-7B30ED7B3E85}"/>
              </a:ext>
            </a:extLst>
          </p:cNvPr>
          <p:cNvGrpSpPr/>
          <p:nvPr/>
        </p:nvGrpSpPr>
        <p:grpSpPr>
          <a:xfrm>
            <a:off x="2689367" y="465862"/>
            <a:ext cx="242640" cy="170640"/>
            <a:chOff x="2689367" y="465862"/>
            <a:chExt cx="242640" cy="1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0EF1FEB-21CF-23F5-8E97-B35D966ADD87}"/>
                    </a:ext>
                  </a:extLst>
                </p14:cNvPr>
                <p14:cNvContentPartPr/>
                <p14:nvPr/>
              </p14:nvContentPartPr>
              <p14:xfrm>
                <a:off x="2689367" y="465862"/>
                <a:ext cx="25920" cy="166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0EF1FEB-21CF-23F5-8E97-B35D966ADD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1727" y="447862"/>
                  <a:ext cx="61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B89C99-0631-2324-16EC-FF13101A6D56}"/>
                    </a:ext>
                  </a:extLst>
                </p14:cNvPr>
                <p14:cNvContentPartPr/>
                <p14:nvPr/>
              </p14:nvContentPartPr>
              <p14:xfrm>
                <a:off x="2826527" y="482422"/>
                <a:ext cx="105480" cy="154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B89C99-0631-2324-16EC-FF13101A6D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8887" y="464422"/>
                  <a:ext cx="14112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03722A-41CF-58DB-89C2-816F550FFE21}"/>
                  </a:ext>
                </a:extLst>
              </p14:cNvPr>
              <p14:cNvContentPartPr/>
              <p14:nvPr/>
            </p14:nvContentPartPr>
            <p14:xfrm>
              <a:off x="2842007" y="324382"/>
              <a:ext cx="10800" cy="33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03722A-41CF-58DB-89C2-816F550FFE2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24367" y="306742"/>
                <a:ext cx="4644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0C8236B-40F4-1E57-4F42-9F14D5B73C47}"/>
              </a:ext>
            </a:extLst>
          </p:cNvPr>
          <p:cNvGrpSpPr/>
          <p:nvPr/>
        </p:nvGrpSpPr>
        <p:grpSpPr>
          <a:xfrm>
            <a:off x="3403247" y="132142"/>
            <a:ext cx="1475640" cy="451800"/>
            <a:chOff x="3403247" y="132142"/>
            <a:chExt cx="147564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9648D36-74D1-3819-633C-AAD28525C751}"/>
                    </a:ext>
                  </a:extLst>
                </p14:cNvPr>
                <p14:cNvContentPartPr/>
                <p14:nvPr/>
              </p14:nvContentPartPr>
              <p14:xfrm>
                <a:off x="3403247" y="330862"/>
                <a:ext cx="374400" cy="253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9648D36-74D1-3819-633C-AAD28525C7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85607" y="312862"/>
                  <a:ext cx="4100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414363-E986-02BA-B1CF-8BB6F5A889CE}"/>
                    </a:ext>
                  </a:extLst>
                </p14:cNvPr>
                <p14:cNvContentPartPr/>
                <p14:nvPr/>
              </p14:nvContentPartPr>
              <p14:xfrm>
                <a:off x="3813647" y="257782"/>
                <a:ext cx="73800" cy="311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414363-E986-02BA-B1CF-8BB6F5A889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96007" y="239782"/>
                  <a:ext cx="1094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C9A742-BE0A-452D-A720-21A303CE9585}"/>
                    </a:ext>
                  </a:extLst>
                </p14:cNvPr>
                <p14:cNvContentPartPr/>
                <p14:nvPr/>
              </p14:nvContentPartPr>
              <p14:xfrm>
                <a:off x="3697007" y="335542"/>
                <a:ext cx="231120" cy="25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C9A742-BE0A-452D-A720-21A303CE95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79007" y="317902"/>
                  <a:ext cx="266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E150C75-B8FC-51B4-799F-9B74897325AE}"/>
                    </a:ext>
                  </a:extLst>
                </p14:cNvPr>
                <p14:cNvContentPartPr/>
                <p14:nvPr/>
              </p14:nvContentPartPr>
              <p14:xfrm>
                <a:off x="3970247" y="398902"/>
                <a:ext cx="286920" cy="14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E150C75-B8FC-51B4-799F-9B74897325A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52247" y="380902"/>
                  <a:ext cx="322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47F73E-21A0-B465-3731-C1DAC083DA09}"/>
                    </a:ext>
                  </a:extLst>
                </p14:cNvPr>
                <p14:cNvContentPartPr/>
                <p14:nvPr/>
              </p14:nvContentPartPr>
              <p14:xfrm>
                <a:off x="4192367" y="270382"/>
                <a:ext cx="47880" cy="44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47F73E-21A0-B465-3731-C1DAC083DA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74367" y="252742"/>
                  <a:ext cx="83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DD050D-723F-646F-8F5C-8149202D366A}"/>
                    </a:ext>
                  </a:extLst>
                </p14:cNvPr>
                <p14:cNvContentPartPr/>
                <p14:nvPr/>
              </p14:nvContentPartPr>
              <p14:xfrm>
                <a:off x="4320167" y="132142"/>
                <a:ext cx="558720" cy="412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DD050D-723F-646F-8F5C-8149202D36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02527" y="114142"/>
                  <a:ext cx="594360" cy="44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6EB5D7-79EE-42B5-183A-E6C7FB34649B}"/>
              </a:ext>
            </a:extLst>
          </p:cNvPr>
          <p:cNvGrpSpPr/>
          <p:nvPr/>
        </p:nvGrpSpPr>
        <p:grpSpPr>
          <a:xfrm>
            <a:off x="5225567" y="256702"/>
            <a:ext cx="483120" cy="312120"/>
            <a:chOff x="5225567" y="256702"/>
            <a:chExt cx="48312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5B6751-D286-DA45-AE5F-3A94E7BE9398}"/>
                    </a:ext>
                  </a:extLst>
                </p14:cNvPr>
                <p14:cNvContentPartPr/>
                <p14:nvPr/>
              </p14:nvContentPartPr>
              <p14:xfrm>
                <a:off x="5225567" y="256702"/>
                <a:ext cx="412920" cy="312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5B6751-D286-DA45-AE5F-3A94E7BE93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07927" y="238702"/>
                  <a:ext cx="448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F6E152-B960-4851-98C7-D13D8F8048F0}"/>
                    </a:ext>
                  </a:extLst>
                </p14:cNvPr>
                <p14:cNvContentPartPr/>
                <p14:nvPr/>
              </p14:nvContentPartPr>
              <p14:xfrm>
                <a:off x="5526167" y="325822"/>
                <a:ext cx="182520" cy="12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F6E152-B960-4851-98C7-D13D8F8048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08167" y="308182"/>
                  <a:ext cx="21816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07000C-81C2-35F8-D947-363FD89D8F65}"/>
                  </a:ext>
                </a:extLst>
              </p14:cNvPr>
              <p14:cNvContentPartPr/>
              <p14:nvPr/>
            </p14:nvContentPartPr>
            <p14:xfrm>
              <a:off x="6414287" y="303502"/>
              <a:ext cx="14760" cy="324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07000C-81C2-35F8-D947-363FD89D8F6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96287" y="285502"/>
                <a:ext cx="5040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0437FE8-EFA9-02C4-2F3E-63AD7DA89FDF}"/>
                  </a:ext>
                </a:extLst>
              </p14:cNvPr>
              <p14:cNvContentPartPr/>
              <p14:nvPr/>
            </p14:nvContentPartPr>
            <p14:xfrm>
              <a:off x="6267767" y="366862"/>
              <a:ext cx="810000" cy="295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0437FE8-EFA9-02C4-2F3E-63AD7DA89FD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50127" y="348862"/>
                <a:ext cx="8456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8723A43-9CE0-2536-2414-818E25D22A53}"/>
                  </a:ext>
                </a:extLst>
              </p14:cNvPr>
              <p14:cNvContentPartPr/>
              <p14:nvPr/>
            </p14:nvContentPartPr>
            <p14:xfrm>
              <a:off x="7303487" y="438142"/>
              <a:ext cx="123480" cy="5619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8723A43-9CE0-2536-2414-818E25D22A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85487" y="420502"/>
                <a:ext cx="159120" cy="5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C03A24C-6ADF-A578-D396-59AB88647918}"/>
                  </a:ext>
                </a:extLst>
              </p14:cNvPr>
              <p14:cNvContentPartPr/>
              <p14:nvPr/>
            </p14:nvContentPartPr>
            <p14:xfrm>
              <a:off x="7248767" y="495382"/>
              <a:ext cx="202320" cy="99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C03A24C-6ADF-A578-D396-59AB886479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31127" y="477742"/>
                <a:ext cx="2379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3215E48-B7DC-7F22-5D55-0FD530E2551E}"/>
                  </a:ext>
                </a:extLst>
              </p14:cNvPr>
              <p14:cNvContentPartPr/>
              <p14:nvPr/>
            </p14:nvContentPartPr>
            <p14:xfrm>
              <a:off x="7528127" y="486742"/>
              <a:ext cx="96120" cy="151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3215E48-B7DC-7F22-5D55-0FD530E2551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510487" y="468742"/>
                <a:ext cx="1317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30725AD-5A49-16F6-9AB4-D539DE2B45F7}"/>
                  </a:ext>
                </a:extLst>
              </p14:cNvPr>
              <p14:cNvContentPartPr/>
              <p14:nvPr/>
            </p14:nvContentPartPr>
            <p14:xfrm>
              <a:off x="7744847" y="496462"/>
              <a:ext cx="18000" cy="1134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30725AD-5A49-16F6-9AB4-D539DE2B45F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727207" y="478822"/>
                <a:ext cx="536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0457C0B-D5A2-B24A-7EC0-0AC44205722F}"/>
                  </a:ext>
                </a:extLst>
              </p14:cNvPr>
              <p14:cNvContentPartPr/>
              <p14:nvPr/>
            </p14:nvContentPartPr>
            <p14:xfrm>
              <a:off x="7762127" y="386302"/>
              <a:ext cx="15120" cy="26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0457C0B-D5A2-B24A-7EC0-0AC44205722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44487" y="368662"/>
                <a:ext cx="507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118FC29-4205-F1AC-CA3D-E77936A34392}"/>
                  </a:ext>
                </a:extLst>
              </p14:cNvPr>
              <p14:cNvContentPartPr/>
              <p14:nvPr/>
            </p14:nvContentPartPr>
            <p14:xfrm>
              <a:off x="7830167" y="489262"/>
              <a:ext cx="146520" cy="131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118FC29-4205-F1AC-CA3D-E77936A3439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812527" y="471622"/>
                <a:ext cx="1821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8154F20-3141-6F8E-E7E9-FACF2437D764}"/>
                  </a:ext>
                </a:extLst>
              </p14:cNvPr>
              <p14:cNvContentPartPr/>
              <p14:nvPr/>
            </p14:nvContentPartPr>
            <p14:xfrm>
              <a:off x="8139407" y="280102"/>
              <a:ext cx="46800" cy="3106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8154F20-3141-6F8E-E7E9-FACF2437D76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21767" y="262102"/>
                <a:ext cx="824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EC08CC8-9DD4-606D-F9A0-F4983EF56AC6}"/>
                  </a:ext>
                </a:extLst>
              </p14:cNvPr>
              <p14:cNvContentPartPr/>
              <p14:nvPr/>
            </p14:nvContentPartPr>
            <p14:xfrm>
              <a:off x="8054087" y="375502"/>
              <a:ext cx="216720" cy="630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EC08CC8-9DD4-606D-F9A0-F4983EF56AC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036447" y="357502"/>
                <a:ext cx="25236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D9F1278A-2DD5-40CE-1F2E-6D4B5F4293CB}"/>
              </a:ext>
            </a:extLst>
          </p:cNvPr>
          <p:cNvGrpSpPr/>
          <p:nvPr/>
        </p:nvGrpSpPr>
        <p:grpSpPr>
          <a:xfrm>
            <a:off x="8504447" y="100102"/>
            <a:ext cx="2171520" cy="1272600"/>
            <a:chOff x="8504447" y="100102"/>
            <a:chExt cx="2171520" cy="12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E4403EF-A055-1831-6686-37697563E30C}"/>
                    </a:ext>
                  </a:extLst>
                </p14:cNvPr>
                <p14:cNvContentPartPr/>
                <p14:nvPr/>
              </p14:nvContentPartPr>
              <p14:xfrm>
                <a:off x="8519207" y="302062"/>
                <a:ext cx="30240" cy="283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E4403EF-A055-1831-6686-37697563E3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1207" y="284062"/>
                  <a:ext cx="658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6031481-0E3D-6645-E058-BC0DEB8C7930}"/>
                    </a:ext>
                  </a:extLst>
                </p14:cNvPr>
                <p14:cNvContentPartPr/>
                <p14:nvPr/>
              </p14:nvContentPartPr>
              <p14:xfrm>
                <a:off x="8504447" y="321862"/>
                <a:ext cx="201960" cy="148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6031481-0E3D-6645-E058-BC0DEB8C79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86447" y="303862"/>
                  <a:ext cx="237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4DD38FE-8BD9-8D98-9F5E-46078553A157}"/>
                    </a:ext>
                  </a:extLst>
                </p14:cNvPr>
                <p14:cNvContentPartPr/>
                <p14:nvPr/>
              </p14:nvContentPartPr>
              <p14:xfrm>
                <a:off x="8855087" y="208462"/>
                <a:ext cx="201960" cy="933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4DD38FE-8BD9-8D98-9F5E-46078553A1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37447" y="190462"/>
                  <a:ext cx="23760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10F17E-EDFE-22F4-9E6E-49D884D2DA69}"/>
                    </a:ext>
                  </a:extLst>
                </p14:cNvPr>
                <p14:cNvContentPartPr/>
                <p14:nvPr/>
              </p14:nvContentPartPr>
              <p14:xfrm>
                <a:off x="9373487" y="164902"/>
                <a:ext cx="66600" cy="408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10F17E-EDFE-22F4-9E6E-49D884D2DA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55847" y="146902"/>
                  <a:ext cx="1022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C86D3B-57E4-3FFB-4204-7F9B0919742F}"/>
                    </a:ext>
                  </a:extLst>
                </p14:cNvPr>
                <p14:cNvContentPartPr/>
                <p14:nvPr/>
              </p14:nvContentPartPr>
              <p14:xfrm>
                <a:off x="9222287" y="614182"/>
                <a:ext cx="284400" cy="18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C86D3B-57E4-3FFB-4204-7F9B0919742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04287" y="596542"/>
                  <a:ext cx="320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DD4E41-59BF-262D-BBEF-677AC7CCD35D}"/>
                    </a:ext>
                  </a:extLst>
                </p14:cNvPr>
                <p14:cNvContentPartPr/>
                <p14:nvPr/>
              </p14:nvContentPartPr>
              <p14:xfrm>
                <a:off x="9279527" y="801022"/>
                <a:ext cx="284760" cy="196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DD4E41-59BF-262D-BBEF-677AC7CCD3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61527" y="783022"/>
                  <a:ext cx="320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D641A2C-46EF-2033-0E41-B595F85FCD81}"/>
                    </a:ext>
                  </a:extLst>
                </p14:cNvPr>
                <p14:cNvContentPartPr/>
                <p14:nvPr/>
              </p14:nvContentPartPr>
              <p14:xfrm>
                <a:off x="9733847" y="585742"/>
                <a:ext cx="79200" cy="185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D641A2C-46EF-2033-0E41-B595F85FCD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15847" y="567742"/>
                  <a:ext cx="114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0324CEB-8A74-3AFD-FE8D-564C5433C25E}"/>
                    </a:ext>
                  </a:extLst>
                </p14:cNvPr>
                <p14:cNvContentPartPr/>
                <p14:nvPr/>
              </p14:nvContentPartPr>
              <p14:xfrm>
                <a:off x="10058567" y="257782"/>
                <a:ext cx="36720" cy="32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0324CEB-8A74-3AFD-FE8D-564C5433C25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40927" y="239782"/>
                  <a:ext cx="72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C8862B0-4D6D-8311-7059-497121874E17}"/>
                    </a:ext>
                  </a:extLst>
                </p14:cNvPr>
                <p14:cNvContentPartPr/>
                <p14:nvPr/>
              </p14:nvContentPartPr>
              <p14:xfrm>
                <a:off x="9181967" y="169942"/>
                <a:ext cx="272520" cy="415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C8862B0-4D6D-8311-7059-497121874E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63967" y="151942"/>
                  <a:ext cx="3081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0F7042-2206-2224-B804-21A33653B455}"/>
                    </a:ext>
                  </a:extLst>
                </p14:cNvPr>
                <p14:cNvContentPartPr/>
                <p14:nvPr/>
              </p14:nvContentPartPr>
              <p14:xfrm>
                <a:off x="10120487" y="282982"/>
                <a:ext cx="57600" cy="304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0F7042-2206-2224-B804-21A33653B45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02487" y="265342"/>
                  <a:ext cx="932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743A337-BDA9-E3EF-8ED7-E8A4FFA9D623}"/>
                    </a:ext>
                  </a:extLst>
                </p14:cNvPr>
                <p14:cNvContentPartPr/>
                <p14:nvPr/>
              </p14:nvContentPartPr>
              <p14:xfrm>
                <a:off x="10007807" y="627862"/>
                <a:ext cx="238680" cy="37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743A337-BDA9-E3EF-8ED7-E8A4FFA9D6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89807" y="610222"/>
                  <a:ext cx="274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3019DAA-AC8A-86D5-6CCB-C4D98D8C86B8}"/>
                    </a:ext>
                  </a:extLst>
                </p14:cNvPr>
                <p14:cNvContentPartPr/>
                <p14:nvPr/>
              </p14:nvContentPartPr>
              <p14:xfrm>
                <a:off x="9979727" y="810022"/>
                <a:ext cx="291240" cy="207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3019DAA-AC8A-86D5-6CCB-C4D98D8C86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961727" y="792382"/>
                  <a:ext cx="326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BC722D7-D696-9C3B-0CB6-2A0CA915AFBD}"/>
                    </a:ext>
                  </a:extLst>
                </p14:cNvPr>
                <p14:cNvContentPartPr/>
                <p14:nvPr/>
              </p14:nvContentPartPr>
              <p14:xfrm>
                <a:off x="10408847" y="100102"/>
                <a:ext cx="267120" cy="127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BC722D7-D696-9C3B-0CB6-2A0CA915AF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90847" y="82462"/>
                  <a:ext cx="302760" cy="130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DDDBD7E-15AD-CE0D-8B83-53BF52B4CADC}"/>
              </a:ext>
            </a:extLst>
          </p:cNvPr>
          <p:cNvGrpSpPr/>
          <p:nvPr/>
        </p:nvGrpSpPr>
        <p:grpSpPr>
          <a:xfrm>
            <a:off x="11053247" y="197662"/>
            <a:ext cx="699480" cy="380520"/>
            <a:chOff x="11053247" y="197662"/>
            <a:chExt cx="69948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BF975A-CBDE-821A-13DD-966BCD002A51}"/>
                    </a:ext>
                  </a:extLst>
                </p14:cNvPr>
                <p14:cNvContentPartPr/>
                <p14:nvPr/>
              </p14:nvContentPartPr>
              <p14:xfrm>
                <a:off x="11053247" y="415822"/>
                <a:ext cx="232200" cy="162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BF975A-CBDE-821A-13DD-966BCD002A5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035247" y="398182"/>
                  <a:ext cx="267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B26017-5E69-41D3-FC94-46BFF4B06E7C}"/>
                    </a:ext>
                  </a:extLst>
                </p14:cNvPr>
                <p14:cNvContentPartPr/>
                <p14:nvPr/>
              </p14:nvContentPartPr>
              <p14:xfrm>
                <a:off x="11325407" y="423742"/>
                <a:ext cx="135000" cy="140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B26017-5E69-41D3-FC94-46BFF4B06E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07407" y="405742"/>
                  <a:ext cx="170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F08151-EEA2-B7EC-C6BC-B06F2C450626}"/>
                    </a:ext>
                  </a:extLst>
                </p14:cNvPr>
                <p14:cNvContentPartPr/>
                <p14:nvPr/>
              </p14:nvContentPartPr>
              <p14:xfrm>
                <a:off x="11500367" y="197662"/>
                <a:ext cx="252360" cy="342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F08151-EEA2-B7EC-C6BC-B06F2C45062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482367" y="180022"/>
                  <a:ext cx="288000" cy="37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490F960-5DE5-610D-D834-C910D86353E5}"/>
                  </a:ext>
                </a:extLst>
              </p14:cNvPr>
              <p14:cNvContentPartPr/>
              <p14:nvPr/>
            </p14:nvContentPartPr>
            <p14:xfrm>
              <a:off x="389327" y="1081822"/>
              <a:ext cx="65160" cy="806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490F960-5DE5-610D-D834-C910D86353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1327" y="1063822"/>
                <a:ext cx="10080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1C9153D-AC9A-44DB-CE75-202F5BA600B4}"/>
              </a:ext>
            </a:extLst>
          </p:cNvPr>
          <p:cNvGrpSpPr/>
          <p:nvPr/>
        </p:nvGrpSpPr>
        <p:grpSpPr>
          <a:xfrm>
            <a:off x="336407" y="1279462"/>
            <a:ext cx="411480" cy="261360"/>
            <a:chOff x="336407" y="1279462"/>
            <a:chExt cx="41148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0B039FC-5B91-91C0-A805-9B23E8BF88AC}"/>
                    </a:ext>
                  </a:extLst>
                </p14:cNvPr>
                <p14:cNvContentPartPr/>
                <p14:nvPr/>
              </p14:nvContentPartPr>
              <p14:xfrm>
                <a:off x="336407" y="1314382"/>
                <a:ext cx="77040" cy="226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0B039FC-5B91-91C0-A805-9B23E8BF88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8767" y="1296382"/>
                  <a:ext cx="112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7E009F-D097-E637-8C78-21BF3D81E144}"/>
                    </a:ext>
                  </a:extLst>
                </p14:cNvPr>
                <p14:cNvContentPartPr/>
                <p14:nvPr/>
              </p14:nvContentPartPr>
              <p14:xfrm>
                <a:off x="544847" y="1279462"/>
                <a:ext cx="36360" cy="256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7E009F-D097-E637-8C78-21BF3D81E14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7207" y="1261822"/>
                  <a:ext cx="720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1F3603-8E91-0E96-BC76-2A4F003AEE00}"/>
                    </a:ext>
                  </a:extLst>
                </p14:cNvPr>
                <p14:cNvContentPartPr/>
                <p14:nvPr/>
              </p14:nvContentPartPr>
              <p14:xfrm>
                <a:off x="597407" y="1357222"/>
                <a:ext cx="129600" cy="182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1F3603-8E91-0E96-BC76-2A4F003AEE0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9767" y="1339222"/>
                  <a:ext cx="165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07789AC-2354-F299-EE47-204A4BF72683}"/>
                    </a:ext>
                  </a:extLst>
                </p14:cNvPr>
                <p14:cNvContentPartPr/>
                <p14:nvPr/>
              </p14:nvContentPartPr>
              <p14:xfrm>
                <a:off x="536927" y="1282702"/>
                <a:ext cx="210960" cy="67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07789AC-2354-F299-EE47-204A4BF726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8927" y="1264702"/>
                  <a:ext cx="2466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EB9DC64-C66F-4CB9-3B8F-4B693264C7E0}"/>
              </a:ext>
            </a:extLst>
          </p:cNvPr>
          <p:cNvGrpSpPr/>
          <p:nvPr/>
        </p:nvGrpSpPr>
        <p:grpSpPr>
          <a:xfrm>
            <a:off x="1061447" y="1190182"/>
            <a:ext cx="1164960" cy="364320"/>
            <a:chOff x="1061447" y="1190182"/>
            <a:chExt cx="116496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8DFDA6-4DD5-808D-DBAF-C9DBB79D38DD}"/>
                    </a:ext>
                  </a:extLst>
                </p14:cNvPr>
                <p14:cNvContentPartPr/>
                <p14:nvPr/>
              </p14:nvContentPartPr>
              <p14:xfrm>
                <a:off x="1061447" y="1379182"/>
                <a:ext cx="200160" cy="175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8DFDA6-4DD5-808D-DBAF-C9DBB79D38D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3447" y="1361182"/>
                  <a:ext cx="2358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8A7351A-3A85-03CF-9DB8-A822577435B8}"/>
                    </a:ext>
                  </a:extLst>
                </p14:cNvPr>
                <p14:cNvContentPartPr/>
                <p14:nvPr/>
              </p14:nvContentPartPr>
              <p14:xfrm>
                <a:off x="1253687" y="1190182"/>
                <a:ext cx="972720" cy="342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8A7351A-3A85-03CF-9DB8-A822577435B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36047" y="1172542"/>
                  <a:ext cx="100836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62F1F7D-5366-28FF-87BD-650846329D7F}"/>
              </a:ext>
            </a:extLst>
          </p:cNvPr>
          <p:cNvGrpSpPr/>
          <p:nvPr/>
        </p:nvGrpSpPr>
        <p:grpSpPr>
          <a:xfrm>
            <a:off x="2559047" y="1274062"/>
            <a:ext cx="256320" cy="196200"/>
            <a:chOff x="2559047" y="1274062"/>
            <a:chExt cx="25632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C87839-DEAF-A7B0-23E9-1D73CDBDC205}"/>
                    </a:ext>
                  </a:extLst>
                </p14:cNvPr>
                <p14:cNvContentPartPr/>
                <p14:nvPr/>
              </p14:nvContentPartPr>
              <p14:xfrm>
                <a:off x="2559047" y="1274062"/>
                <a:ext cx="17640" cy="196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C87839-DEAF-A7B0-23E9-1D73CDBDC2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41047" y="1256062"/>
                  <a:ext cx="53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014DDB2-D788-67D7-DA10-9813842FA8F8}"/>
                    </a:ext>
                  </a:extLst>
                </p14:cNvPr>
                <p14:cNvContentPartPr/>
                <p14:nvPr/>
              </p14:nvContentPartPr>
              <p14:xfrm>
                <a:off x="2681807" y="1306102"/>
                <a:ext cx="133560" cy="160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014DDB2-D788-67D7-DA10-9813842FA8F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64167" y="1288102"/>
                  <a:ext cx="16920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1BC70ED-AAF4-B66B-B171-EB18813B5C5B}"/>
                  </a:ext>
                </a:extLst>
              </p14:cNvPr>
              <p14:cNvContentPartPr/>
              <p14:nvPr/>
            </p14:nvContentPartPr>
            <p14:xfrm>
              <a:off x="2654807" y="1128262"/>
              <a:ext cx="24480" cy="37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1BC70ED-AAF4-B66B-B171-EB18813B5C5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636807" y="1110622"/>
                <a:ext cx="60120" cy="7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8E7BE4BE-6068-A261-73BE-D1246E1D96CC}"/>
              </a:ext>
            </a:extLst>
          </p:cNvPr>
          <p:cNvGrpSpPr/>
          <p:nvPr/>
        </p:nvGrpSpPr>
        <p:grpSpPr>
          <a:xfrm>
            <a:off x="3125327" y="1103062"/>
            <a:ext cx="403200" cy="325440"/>
            <a:chOff x="3125327" y="1103062"/>
            <a:chExt cx="40320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1346BE1-5CC9-0099-CE98-0F2D6DF297C4}"/>
                    </a:ext>
                  </a:extLst>
                </p14:cNvPr>
                <p14:cNvContentPartPr/>
                <p14:nvPr/>
              </p14:nvContentPartPr>
              <p14:xfrm>
                <a:off x="3125327" y="1103062"/>
                <a:ext cx="239400" cy="293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1346BE1-5CC9-0099-CE98-0F2D6DF297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07687" y="1085422"/>
                  <a:ext cx="2750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F6B101A-7079-F15D-48B1-D1AE66B8F865}"/>
                    </a:ext>
                  </a:extLst>
                </p14:cNvPr>
                <p14:cNvContentPartPr/>
                <p14:nvPr/>
              </p14:nvContentPartPr>
              <p14:xfrm>
                <a:off x="3497567" y="1423102"/>
                <a:ext cx="30960" cy="5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F6B101A-7079-F15D-48B1-D1AE66B8F8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79927" y="1405462"/>
                  <a:ext cx="66600" cy="4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223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C53E961-4813-2059-F05B-F70F91516F2F}"/>
              </a:ext>
            </a:extLst>
          </p:cNvPr>
          <p:cNvGrpSpPr/>
          <p:nvPr/>
        </p:nvGrpSpPr>
        <p:grpSpPr>
          <a:xfrm>
            <a:off x="289967" y="265342"/>
            <a:ext cx="557640" cy="416880"/>
            <a:chOff x="289967" y="265342"/>
            <a:chExt cx="55764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40F6B6A-C869-7E01-6BEC-7CB37D3E0631}"/>
                    </a:ext>
                  </a:extLst>
                </p14:cNvPr>
                <p14:cNvContentPartPr/>
                <p14:nvPr/>
              </p14:nvContentPartPr>
              <p14:xfrm>
                <a:off x="289967" y="265342"/>
                <a:ext cx="349920" cy="416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40F6B6A-C869-7E01-6BEC-7CB37D3E06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1967" y="247702"/>
                  <a:ext cx="38556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5B9789-1253-A70D-23E9-397AB008D387}"/>
                    </a:ext>
                  </a:extLst>
                </p14:cNvPr>
                <p14:cNvContentPartPr/>
                <p14:nvPr/>
              </p14:nvContentPartPr>
              <p14:xfrm>
                <a:off x="727367" y="371182"/>
                <a:ext cx="93960" cy="74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5B9789-1253-A70D-23E9-397AB008D3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9367" y="353182"/>
                  <a:ext cx="129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68F3587-8314-2F8C-0E87-42A1AA85818B}"/>
                    </a:ext>
                  </a:extLst>
                </p14:cNvPr>
                <p14:cNvContentPartPr/>
                <p14:nvPr/>
              </p14:nvContentPartPr>
              <p14:xfrm>
                <a:off x="801527" y="409702"/>
                <a:ext cx="46080" cy="37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68F3587-8314-2F8C-0E87-42A1AA8581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3527" y="391702"/>
                  <a:ext cx="817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FAE16C-B566-F2F9-B241-0BA90682C50D}"/>
              </a:ext>
            </a:extLst>
          </p:cNvPr>
          <p:cNvGrpSpPr/>
          <p:nvPr/>
        </p:nvGrpSpPr>
        <p:grpSpPr>
          <a:xfrm>
            <a:off x="2048567" y="38902"/>
            <a:ext cx="1000440" cy="377280"/>
            <a:chOff x="2048567" y="38902"/>
            <a:chExt cx="100044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81BB3A5-AB05-B997-0CEB-1EFAB00A7D66}"/>
                    </a:ext>
                  </a:extLst>
                </p14:cNvPr>
                <p14:cNvContentPartPr/>
                <p14:nvPr/>
              </p14:nvContentPartPr>
              <p14:xfrm>
                <a:off x="2048567" y="72382"/>
                <a:ext cx="242280" cy="343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81BB3A5-AB05-B997-0CEB-1EFAB00A7D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0567" y="54382"/>
                  <a:ext cx="2779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89E51F-8150-E813-F56F-4AE19CC810E4}"/>
                    </a:ext>
                  </a:extLst>
                </p14:cNvPr>
                <p14:cNvContentPartPr/>
                <p14:nvPr/>
              </p14:nvContentPartPr>
              <p14:xfrm>
                <a:off x="2420447" y="161662"/>
                <a:ext cx="123840" cy="195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89E51F-8150-E813-F56F-4AE19CC810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02807" y="144022"/>
                  <a:ext cx="159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1636EF-F2FA-C813-0CEA-B7DF7468AD48}"/>
                    </a:ext>
                  </a:extLst>
                </p14:cNvPr>
                <p14:cNvContentPartPr/>
                <p14:nvPr/>
              </p14:nvContentPartPr>
              <p14:xfrm>
                <a:off x="2673527" y="38902"/>
                <a:ext cx="37080" cy="352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1636EF-F2FA-C813-0CEA-B7DF7468AD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55527" y="20902"/>
                  <a:ext cx="72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19CBC3-6704-B148-8443-F7134F32E166}"/>
                    </a:ext>
                  </a:extLst>
                </p14:cNvPr>
                <p14:cNvContentPartPr/>
                <p14:nvPr/>
              </p14:nvContentPartPr>
              <p14:xfrm>
                <a:off x="2738687" y="173542"/>
                <a:ext cx="310320" cy="167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19CBC3-6704-B148-8443-F7134F32E1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21047" y="155542"/>
                  <a:ext cx="34596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D36135-30F5-5E97-38EC-A3175C0A3413}"/>
              </a:ext>
            </a:extLst>
          </p:cNvPr>
          <p:cNvGrpSpPr/>
          <p:nvPr/>
        </p:nvGrpSpPr>
        <p:grpSpPr>
          <a:xfrm>
            <a:off x="3342407" y="114862"/>
            <a:ext cx="665640" cy="326880"/>
            <a:chOff x="3342407" y="114862"/>
            <a:chExt cx="66564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F2625E-7370-D6C9-38FA-39D924198310}"/>
                    </a:ext>
                  </a:extLst>
                </p14:cNvPr>
                <p14:cNvContentPartPr/>
                <p14:nvPr/>
              </p14:nvContentPartPr>
              <p14:xfrm>
                <a:off x="3471647" y="114862"/>
                <a:ext cx="57240" cy="323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F2625E-7370-D6C9-38FA-39D92419831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54007" y="97222"/>
                  <a:ext cx="928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3D1667-C3A8-D57D-B515-DB277E6A214E}"/>
                    </a:ext>
                  </a:extLst>
                </p14:cNvPr>
                <p14:cNvContentPartPr/>
                <p14:nvPr/>
              </p14:nvContentPartPr>
              <p14:xfrm>
                <a:off x="3342407" y="147622"/>
                <a:ext cx="665640" cy="294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3D1667-C3A8-D57D-B515-DB277E6A21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24767" y="129982"/>
                  <a:ext cx="70128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28FCD4-9A4D-010C-49D7-06D6FB3E4379}"/>
              </a:ext>
            </a:extLst>
          </p:cNvPr>
          <p:cNvGrpSpPr/>
          <p:nvPr/>
        </p:nvGrpSpPr>
        <p:grpSpPr>
          <a:xfrm>
            <a:off x="5097767" y="148342"/>
            <a:ext cx="710640" cy="398880"/>
            <a:chOff x="5097767" y="148342"/>
            <a:chExt cx="710640" cy="3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329C52A-0A42-39F3-747A-9C576F6421D4}"/>
                    </a:ext>
                  </a:extLst>
                </p14:cNvPr>
                <p14:cNvContentPartPr/>
                <p14:nvPr/>
              </p14:nvContentPartPr>
              <p14:xfrm>
                <a:off x="5097767" y="148342"/>
                <a:ext cx="134640" cy="398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329C52A-0A42-39F3-747A-9C576F6421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80127" y="130702"/>
                  <a:ext cx="1702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1B4BD05-0E56-3AA9-7E70-6821874DE428}"/>
                    </a:ext>
                  </a:extLst>
                </p14:cNvPr>
                <p14:cNvContentPartPr/>
                <p14:nvPr/>
              </p14:nvContentPartPr>
              <p14:xfrm>
                <a:off x="5386487" y="245902"/>
                <a:ext cx="43200" cy="261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1B4BD05-0E56-3AA9-7E70-6821874DE4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68847" y="228262"/>
                  <a:ext cx="78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F04152-38B2-CBD7-188D-B0BB3217B791}"/>
                    </a:ext>
                  </a:extLst>
                </p14:cNvPr>
                <p14:cNvContentPartPr/>
                <p14:nvPr/>
              </p14:nvContentPartPr>
              <p14:xfrm>
                <a:off x="5358407" y="235462"/>
                <a:ext cx="165600" cy="181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F04152-38B2-CBD7-188D-B0BB3217B7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40767" y="217822"/>
                  <a:ext cx="201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459B4E-D288-9FF9-15A7-826ED916E339}"/>
                    </a:ext>
                  </a:extLst>
                </p14:cNvPr>
                <p14:cNvContentPartPr/>
                <p14:nvPr/>
              </p14:nvContentPartPr>
              <p14:xfrm>
                <a:off x="5634167" y="214582"/>
                <a:ext cx="51480" cy="326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459B4E-D288-9FF9-15A7-826ED916E3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16527" y="196582"/>
                  <a:ext cx="871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CA2E51B-8130-79B7-2621-EE5D463AE08C}"/>
                    </a:ext>
                  </a:extLst>
                </p14:cNvPr>
                <p14:cNvContentPartPr/>
                <p14:nvPr/>
              </p14:nvContentPartPr>
              <p14:xfrm>
                <a:off x="5630207" y="185062"/>
                <a:ext cx="178200" cy="208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CA2E51B-8130-79B7-2621-EE5D463AE0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12567" y="167422"/>
                  <a:ext cx="2138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C29B75E-4DC8-3E03-D1A5-86C145BCCA30}"/>
              </a:ext>
            </a:extLst>
          </p:cNvPr>
          <p:cNvGrpSpPr/>
          <p:nvPr/>
        </p:nvGrpSpPr>
        <p:grpSpPr>
          <a:xfrm>
            <a:off x="6254447" y="129262"/>
            <a:ext cx="2589120" cy="762120"/>
            <a:chOff x="6254447" y="129262"/>
            <a:chExt cx="2589120" cy="76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D75E01-6294-A062-1C98-A938891E2912}"/>
                    </a:ext>
                  </a:extLst>
                </p14:cNvPr>
                <p14:cNvContentPartPr/>
                <p14:nvPr/>
              </p14:nvContentPartPr>
              <p14:xfrm>
                <a:off x="6254447" y="288022"/>
                <a:ext cx="581040" cy="484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D75E01-6294-A062-1C98-A938891E29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36447" y="270022"/>
                  <a:ext cx="6166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174BC3-52E5-7BDA-F231-EBCFCB89A9B4}"/>
                    </a:ext>
                  </a:extLst>
                </p14:cNvPr>
                <p14:cNvContentPartPr/>
                <p14:nvPr/>
              </p14:nvContentPartPr>
              <p14:xfrm>
                <a:off x="6864287" y="265342"/>
                <a:ext cx="323640" cy="601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174BC3-52E5-7BDA-F231-EBCFCB89A9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46287" y="247342"/>
                  <a:ext cx="35928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97D7B49-F03C-D5C7-7E91-9C8DBB80AE5B}"/>
                    </a:ext>
                  </a:extLst>
                </p14:cNvPr>
                <p14:cNvContentPartPr/>
                <p14:nvPr/>
              </p14:nvContentPartPr>
              <p14:xfrm>
                <a:off x="7084247" y="330862"/>
                <a:ext cx="208440" cy="128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97D7B49-F03C-D5C7-7E91-9C8DBB80AE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66607" y="313222"/>
                  <a:ext cx="244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73A03F2-8537-0EFB-F2A8-BD0700160A02}"/>
                    </a:ext>
                  </a:extLst>
                </p14:cNvPr>
                <p14:cNvContentPartPr/>
                <p14:nvPr/>
              </p14:nvContentPartPr>
              <p14:xfrm>
                <a:off x="7417967" y="151582"/>
                <a:ext cx="348840" cy="326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73A03F2-8537-0EFB-F2A8-BD0700160A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00327" y="133942"/>
                  <a:ext cx="384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5882AE-0B08-A4EB-2335-737CB3CE0896}"/>
                    </a:ext>
                  </a:extLst>
                </p14:cNvPr>
                <p14:cNvContentPartPr/>
                <p14:nvPr/>
              </p14:nvContentPartPr>
              <p14:xfrm>
                <a:off x="7740527" y="211702"/>
                <a:ext cx="70920" cy="58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5882AE-0B08-A4EB-2335-737CB3CE08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22887" y="194062"/>
                  <a:ext cx="106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1F57530-DEFB-900D-B661-5F2BC13926E2}"/>
                    </a:ext>
                  </a:extLst>
                </p14:cNvPr>
                <p14:cNvContentPartPr/>
                <p14:nvPr/>
              </p14:nvContentPartPr>
              <p14:xfrm>
                <a:off x="7772567" y="378382"/>
                <a:ext cx="128880" cy="122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1F57530-DEFB-900D-B661-5F2BC13926E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54927" y="360742"/>
                  <a:ext cx="164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A67864-1DF6-2A81-FFEB-9AB22E12EBF9}"/>
                    </a:ext>
                  </a:extLst>
                </p14:cNvPr>
                <p14:cNvContentPartPr/>
                <p14:nvPr/>
              </p14:nvContentPartPr>
              <p14:xfrm>
                <a:off x="7903607" y="129262"/>
                <a:ext cx="601920" cy="372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FA67864-1DF6-2A81-FFEB-9AB22E12EB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85607" y="111262"/>
                  <a:ext cx="6375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9FBBB0-4365-3EE2-7FCD-D11B46277CF1}"/>
                    </a:ext>
                  </a:extLst>
                </p14:cNvPr>
                <p14:cNvContentPartPr/>
                <p14:nvPr/>
              </p14:nvContentPartPr>
              <p14:xfrm>
                <a:off x="8474567" y="340222"/>
                <a:ext cx="369000" cy="55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9FBBB0-4365-3EE2-7FCD-D11B46277CF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56927" y="322222"/>
                  <a:ext cx="404640" cy="58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C9CD1E-EDE6-7FC1-C187-0850E46ACD26}"/>
              </a:ext>
            </a:extLst>
          </p:cNvPr>
          <p:cNvGrpSpPr/>
          <p:nvPr/>
        </p:nvGrpSpPr>
        <p:grpSpPr>
          <a:xfrm>
            <a:off x="3272207" y="973462"/>
            <a:ext cx="1526760" cy="278640"/>
            <a:chOff x="3272207" y="973462"/>
            <a:chExt cx="15267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68B3DA-1A23-C525-DC16-BB47026BC8A9}"/>
                    </a:ext>
                  </a:extLst>
                </p14:cNvPr>
                <p14:cNvContentPartPr/>
                <p14:nvPr/>
              </p14:nvContentPartPr>
              <p14:xfrm>
                <a:off x="3272207" y="1019542"/>
                <a:ext cx="354960" cy="220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68B3DA-1A23-C525-DC16-BB47026BC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54567" y="1001542"/>
                  <a:ext cx="3906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FF460A-E8CC-6516-EC76-157756C21C7F}"/>
                    </a:ext>
                  </a:extLst>
                </p14:cNvPr>
                <p14:cNvContentPartPr/>
                <p14:nvPr/>
              </p14:nvContentPartPr>
              <p14:xfrm>
                <a:off x="3711047" y="1074262"/>
                <a:ext cx="109440" cy="172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FF460A-E8CC-6516-EC76-157756C21C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93047" y="1056262"/>
                  <a:ext cx="145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192326C-B838-CD4A-9849-67BDE7BD56D4}"/>
                    </a:ext>
                  </a:extLst>
                </p14:cNvPr>
                <p14:cNvContentPartPr/>
                <p14:nvPr/>
              </p14:nvContentPartPr>
              <p14:xfrm>
                <a:off x="3898967" y="1087942"/>
                <a:ext cx="215640" cy="164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192326C-B838-CD4A-9849-67BDE7BD56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81327" y="1069942"/>
                  <a:ext cx="251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BAC492B-5E08-8E67-3E99-747414BEB0C0}"/>
                    </a:ext>
                  </a:extLst>
                </p14:cNvPr>
                <p14:cNvContentPartPr/>
                <p14:nvPr/>
              </p14:nvContentPartPr>
              <p14:xfrm>
                <a:off x="4196327" y="973462"/>
                <a:ext cx="227520" cy="271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BAC492B-5E08-8E67-3E99-747414BEB0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78687" y="955462"/>
                  <a:ext cx="2631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89AFE1-5E72-6613-71A4-656B5E093BAB}"/>
                    </a:ext>
                  </a:extLst>
                </p14:cNvPr>
                <p14:cNvContentPartPr/>
                <p14:nvPr/>
              </p14:nvContentPartPr>
              <p14:xfrm>
                <a:off x="4592327" y="1053742"/>
                <a:ext cx="123840" cy="1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89AFE1-5E72-6613-71A4-656B5E093BA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74327" y="1036102"/>
                  <a:ext cx="159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642EAD8-A3E5-5992-2958-3D7EAB7E1FD5}"/>
                    </a:ext>
                  </a:extLst>
                </p14:cNvPr>
                <p14:cNvContentPartPr/>
                <p14:nvPr/>
              </p14:nvContentPartPr>
              <p14:xfrm>
                <a:off x="4581167" y="1150942"/>
                <a:ext cx="217800" cy="61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642EAD8-A3E5-5992-2958-3D7EAB7E1F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63167" y="1132942"/>
                  <a:ext cx="2534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A7FEEE-94B9-E732-71A8-38B19DB166AB}"/>
              </a:ext>
            </a:extLst>
          </p:cNvPr>
          <p:cNvGrpSpPr/>
          <p:nvPr/>
        </p:nvGrpSpPr>
        <p:grpSpPr>
          <a:xfrm>
            <a:off x="5250047" y="959422"/>
            <a:ext cx="1927440" cy="431640"/>
            <a:chOff x="5250047" y="959422"/>
            <a:chExt cx="192744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19A2747-5058-9674-F3E7-B1583ACAE789}"/>
                    </a:ext>
                  </a:extLst>
                </p14:cNvPr>
                <p14:cNvContentPartPr/>
                <p14:nvPr/>
              </p14:nvContentPartPr>
              <p14:xfrm>
                <a:off x="5250047" y="959422"/>
                <a:ext cx="140760" cy="326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19A2747-5058-9674-F3E7-B1583ACAE7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32407" y="941422"/>
                  <a:ext cx="176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30F600-369B-0C72-9560-8E0C11D4A608}"/>
                    </a:ext>
                  </a:extLst>
                </p14:cNvPr>
                <p14:cNvContentPartPr/>
                <p14:nvPr/>
              </p14:nvContentPartPr>
              <p14:xfrm>
                <a:off x="5469287" y="1087942"/>
                <a:ext cx="150480" cy="175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830F600-369B-0C72-9560-8E0C11D4A60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51287" y="1070302"/>
                  <a:ext cx="186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C3E42E-7C64-D0AD-46AF-351CAFD67305}"/>
                    </a:ext>
                  </a:extLst>
                </p14:cNvPr>
                <p14:cNvContentPartPr/>
                <p14:nvPr/>
              </p14:nvContentPartPr>
              <p14:xfrm>
                <a:off x="5692127" y="1208182"/>
                <a:ext cx="20520" cy="18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C3E42E-7C64-D0AD-46AF-351CAFD673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74487" y="1190182"/>
                  <a:ext cx="56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58232D-D987-5996-33DB-BCE53F0AF5CB}"/>
                    </a:ext>
                  </a:extLst>
                </p14:cNvPr>
                <p14:cNvContentPartPr/>
                <p14:nvPr/>
              </p14:nvContentPartPr>
              <p14:xfrm>
                <a:off x="5890487" y="1118902"/>
                <a:ext cx="237240" cy="39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58232D-D987-5996-33DB-BCE53F0AF5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72847" y="1100902"/>
                  <a:ext cx="272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338867-3312-8129-C970-B3204F89F024}"/>
                    </a:ext>
                  </a:extLst>
                </p14:cNvPr>
                <p14:cNvContentPartPr/>
                <p14:nvPr/>
              </p14:nvContentPartPr>
              <p14:xfrm>
                <a:off x="5994527" y="1036462"/>
                <a:ext cx="45000" cy="255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338867-3312-8129-C970-B3204F89F0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76527" y="1018462"/>
                  <a:ext cx="80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11D6B8-B223-F934-3CBE-011DF6175A8B}"/>
                    </a:ext>
                  </a:extLst>
                </p14:cNvPr>
                <p14:cNvContentPartPr/>
                <p14:nvPr/>
              </p14:nvContentPartPr>
              <p14:xfrm>
                <a:off x="6243287" y="981742"/>
                <a:ext cx="226800" cy="259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11D6B8-B223-F934-3CBE-011DF6175A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25647" y="963742"/>
                  <a:ext cx="262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62426D-EDC0-5E40-4D3B-D377E13FF92B}"/>
                    </a:ext>
                  </a:extLst>
                </p14:cNvPr>
                <p14:cNvContentPartPr/>
                <p14:nvPr/>
              </p14:nvContentPartPr>
              <p14:xfrm>
                <a:off x="6462167" y="1043302"/>
                <a:ext cx="225360" cy="159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62426D-EDC0-5E40-4D3B-D377E13FF9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44167" y="1025302"/>
                  <a:ext cx="261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804E4CF-5E45-0A3E-58C5-F52177DA7F55}"/>
                    </a:ext>
                  </a:extLst>
                </p14:cNvPr>
                <p14:cNvContentPartPr/>
                <p14:nvPr/>
              </p14:nvContentPartPr>
              <p14:xfrm>
                <a:off x="6761687" y="1093342"/>
                <a:ext cx="415800" cy="199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804E4CF-5E45-0A3E-58C5-F52177DA7F5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44047" y="1075342"/>
                  <a:ext cx="45144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8244038-7841-DF9B-C5EC-D2F96012CD3E}"/>
              </a:ext>
            </a:extLst>
          </p:cNvPr>
          <p:cNvGrpSpPr/>
          <p:nvPr/>
        </p:nvGrpSpPr>
        <p:grpSpPr>
          <a:xfrm>
            <a:off x="1699367" y="1637302"/>
            <a:ext cx="1454760" cy="589320"/>
            <a:chOff x="1699367" y="1637302"/>
            <a:chExt cx="1454760" cy="58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3BDFFF-A418-9E8C-F23F-0BAB308315B4}"/>
                    </a:ext>
                  </a:extLst>
                </p14:cNvPr>
                <p14:cNvContentPartPr/>
                <p14:nvPr/>
              </p14:nvContentPartPr>
              <p14:xfrm>
                <a:off x="1699367" y="1760422"/>
                <a:ext cx="200880" cy="213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3BDFFF-A418-9E8C-F23F-0BAB308315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81367" y="1742782"/>
                  <a:ext cx="236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8D41EFC-E0F5-E1FD-048C-80D5BC5D0EB7}"/>
                    </a:ext>
                  </a:extLst>
                </p14:cNvPr>
                <p14:cNvContentPartPr/>
                <p14:nvPr/>
              </p14:nvContentPartPr>
              <p14:xfrm>
                <a:off x="2027687" y="1781302"/>
                <a:ext cx="158040" cy="166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8D41EFC-E0F5-E1FD-048C-80D5BC5D0EB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09687" y="1763302"/>
                  <a:ext cx="193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1ECA03-6352-9A48-5969-28E0E7FDB8A2}"/>
                    </a:ext>
                  </a:extLst>
                </p14:cNvPr>
                <p14:cNvContentPartPr/>
                <p14:nvPr/>
              </p14:nvContentPartPr>
              <p14:xfrm>
                <a:off x="2208407" y="1637302"/>
                <a:ext cx="141120" cy="327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1ECA03-6352-9A48-5969-28E0E7FDB8A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90767" y="1619662"/>
                  <a:ext cx="1767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83D931-B2A6-744D-C2E5-19A1791AA580}"/>
                    </a:ext>
                  </a:extLst>
                </p14:cNvPr>
                <p14:cNvContentPartPr/>
                <p14:nvPr/>
              </p14:nvContentPartPr>
              <p14:xfrm>
                <a:off x="2282207" y="1859782"/>
                <a:ext cx="230400" cy="366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83D931-B2A6-744D-C2E5-19A1791AA5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64207" y="1841782"/>
                  <a:ext cx="266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630E2F-4A0F-353D-C312-45F40F1D72E8}"/>
                    </a:ext>
                  </a:extLst>
                </p14:cNvPr>
                <p14:cNvContentPartPr/>
                <p14:nvPr/>
              </p14:nvContentPartPr>
              <p14:xfrm>
                <a:off x="2462927" y="1691302"/>
                <a:ext cx="36360" cy="27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630E2F-4A0F-353D-C312-45F40F1D72E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45287" y="1673662"/>
                  <a:ext cx="72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910689-4CEB-9953-6CAE-1C8187B6F38D}"/>
                    </a:ext>
                  </a:extLst>
                </p14:cNvPr>
                <p14:cNvContentPartPr/>
                <p14:nvPr/>
              </p14:nvContentPartPr>
              <p14:xfrm>
                <a:off x="2607647" y="1837102"/>
                <a:ext cx="115920" cy="163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910689-4CEB-9953-6CAE-1C8187B6F38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90007" y="1819102"/>
                  <a:ext cx="151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6298D18-7433-21A2-73B9-1972BF545AE9}"/>
                    </a:ext>
                  </a:extLst>
                </p14:cNvPr>
                <p14:cNvContentPartPr/>
                <p14:nvPr/>
              </p14:nvContentPartPr>
              <p14:xfrm>
                <a:off x="2776847" y="1847182"/>
                <a:ext cx="176040" cy="14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6298D18-7433-21A2-73B9-1972BF545AE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59207" y="1829182"/>
                  <a:ext cx="211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80D2FB8-5EB0-D306-DED6-74CD249FE759}"/>
                    </a:ext>
                  </a:extLst>
                </p14:cNvPr>
                <p14:cNvContentPartPr/>
                <p14:nvPr/>
              </p14:nvContentPartPr>
              <p14:xfrm>
                <a:off x="3089687" y="1669342"/>
                <a:ext cx="37800" cy="273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80D2FB8-5EB0-D306-DED6-74CD249FE7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71687" y="1651342"/>
                  <a:ext cx="734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E48262A-9D2D-356C-985D-4962CEA28F27}"/>
                    </a:ext>
                  </a:extLst>
                </p14:cNvPr>
                <p14:cNvContentPartPr/>
                <p14:nvPr/>
              </p14:nvContentPartPr>
              <p14:xfrm>
                <a:off x="2990687" y="1753222"/>
                <a:ext cx="163440" cy="27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E48262A-9D2D-356C-985D-4962CEA28F2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72687" y="1735582"/>
                  <a:ext cx="19908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3640A34-49C0-BCF6-9373-B9732482710D}"/>
              </a:ext>
            </a:extLst>
          </p:cNvPr>
          <p:cNvGrpSpPr/>
          <p:nvPr/>
        </p:nvGrpSpPr>
        <p:grpSpPr>
          <a:xfrm>
            <a:off x="4040447" y="1672942"/>
            <a:ext cx="400320" cy="308880"/>
            <a:chOff x="4040447" y="1672942"/>
            <a:chExt cx="40032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2BFD32-7ED3-8356-4B4C-B06708B92848}"/>
                    </a:ext>
                  </a:extLst>
                </p14:cNvPr>
                <p14:cNvContentPartPr/>
                <p14:nvPr/>
              </p14:nvContentPartPr>
              <p14:xfrm>
                <a:off x="4040447" y="1672942"/>
                <a:ext cx="400320" cy="308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2BFD32-7ED3-8356-4B4C-B06708B9284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22807" y="1654942"/>
                  <a:ext cx="4359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067FAB-A3B4-5876-EFD6-122706FA7E14}"/>
                    </a:ext>
                  </a:extLst>
                </p14:cNvPr>
                <p14:cNvContentPartPr/>
                <p14:nvPr/>
              </p14:nvContentPartPr>
              <p14:xfrm>
                <a:off x="4136927" y="1750342"/>
                <a:ext cx="159840" cy="61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067FAB-A3B4-5876-EFD6-122706FA7E1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18927" y="1732342"/>
                  <a:ext cx="19548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D3B644D-F99B-CE19-FAC6-868B69E98D4A}"/>
              </a:ext>
            </a:extLst>
          </p:cNvPr>
          <p:cNvGrpSpPr/>
          <p:nvPr/>
        </p:nvGrpSpPr>
        <p:grpSpPr>
          <a:xfrm>
            <a:off x="5081927" y="1736662"/>
            <a:ext cx="686520" cy="337680"/>
            <a:chOff x="5081927" y="1736662"/>
            <a:chExt cx="68652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92628E-A70D-D0BA-4CC6-AC5785F65A7E}"/>
                    </a:ext>
                  </a:extLst>
                </p14:cNvPr>
                <p14:cNvContentPartPr/>
                <p14:nvPr/>
              </p14:nvContentPartPr>
              <p14:xfrm>
                <a:off x="5081927" y="1736662"/>
                <a:ext cx="686520" cy="337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92628E-A70D-D0BA-4CC6-AC5785F65A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64287" y="1718662"/>
                  <a:ext cx="7221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D70D4B-63A3-FE95-A055-CC104BFEA5A3}"/>
                    </a:ext>
                  </a:extLst>
                </p14:cNvPr>
                <p14:cNvContentPartPr/>
                <p14:nvPr/>
              </p14:nvContentPartPr>
              <p14:xfrm>
                <a:off x="5208647" y="1834222"/>
                <a:ext cx="222120" cy="44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D70D4B-63A3-FE95-A055-CC104BFEA5A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91007" y="1816582"/>
                  <a:ext cx="25776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20BAA2F-2019-D63E-2057-E8BB8ECC4505}"/>
              </a:ext>
            </a:extLst>
          </p:cNvPr>
          <p:cNvGrpSpPr/>
          <p:nvPr/>
        </p:nvGrpSpPr>
        <p:grpSpPr>
          <a:xfrm>
            <a:off x="6288647" y="1593022"/>
            <a:ext cx="2228400" cy="827280"/>
            <a:chOff x="6288647" y="1593022"/>
            <a:chExt cx="2228400" cy="82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BB175A3-6567-0A7D-EF07-6010643A8DC5}"/>
                    </a:ext>
                  </a:extLst>
                </p14:cNvPr>
                <p14:cNvContentPartPr/>
                <p14:nvPr/>
              </p14:nvContentPartPr>
              <p14:xfrm>
                <a:off x="6288647" y="1596262"/>
                <a:ext cx="263520" cy="824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BB175A3-6567-0A7D-EF07-6010643A8D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71007" y="1578262"/>
                  <a:ext cx="299160" cy="8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617D55B-AE36-E1BB-0A78-33F82EBEDDD9}"/>
                    </a:ext>
                  </a:extLst>
                </p14:cNvPr>
                <p14:cNvContentPartPr/>
                <p14:nvPr/>
              </p14:nvContentPartPr>
              <p14:xfrm>
                <a:off x="6622727" y="1593022"/>
                <a:ext cx="468000" cy="344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617D55B-AE36-E1BB-0A78-33F82EBEDDD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05087" y="1575382"/>
                  <a:ext cx="5036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EE73BA-777E-0BA5-78F7-1C140B33099A}"/>
                    </a:ext>
                  </a:extLst>
                </p14:cNvPr>
                <p14:cNvContentPartPr/>
                <p14:nvPr/>
              </p14:nvContentPartPr>
              <p14:xfrm>
                <a:off x="7188287" y="1775542"/>
                <a:ext cx="151200" cy="183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EE73BA-777E-0BA5-78F7-1C140B33099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70287" y="1757542"/>
                  <a:ext cx="186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CBABE27-645C-A267-1A80-FE7B69DB4257}"/>
                    </a:ext>
                  </a:extLst>
                </p14:cNvPr>
                <p14:cNvContentPartPr/>
                <p14:nvPr/>
              </p14:nvContentPartPr>
              <p14:xfrm>
                <a:off x="7465487" y="1722982"/>
                <a:ext cx="1051560" cy="578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CBABE27-645C-A267-1A80-FE7B69DB42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47487" y="1705342"/>
                  <a:ext cx="10872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7971C90-FD9A-94A4-539E-D5502DA558D9}"/>
                    </a:ext>
                  </a:extLst>
                </p14:cNvPr>
                <p14:cNvContentPartPr/>
                <p14:nvPr/>
              </p14:nvContentPartPr>
              <p14:xfrm>
                <a:off x="7864007" y="1598782"/>
                <a:ext cx="113760" cy="36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7971C90-FD9A-94A4-539E-D5502DA558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46007" y="1580782"/>
                  <a:ext cx="1494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79B314E-DDA3-367C-FB84-208D2CBA464E}"/>
              </a:ext>
            </a:extLst>
          </p:cNvPr>
          <p:cNvGrpSpPr/>
          <p:nvPr/>
        </p:nvGrpSpPr>
        <p:grpSpPr>
          <a:xfrm>
            <a:off x="8954087" y="1299982"/>
            <a:ext cx="2370960" cy="543960"/>
            <a:chOff x="8954087" y="1299982"/>
            <a:chExt cx="237096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61AC08-2567-9ADD-E018-6B8684F28AC8}"/>
                    </a:ext>
                  </a:extLst>
                </p14:cNvPr>
                <p14:cNvContentPartPr/>
                <p14:nvPr/>
              </p14:nvContentPartPr>
              <p14:xfrm>
                <a:off x="8954087" y="1299982"/>
                <a:ext cx="2321280" cy="543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61AC08-2567-9ADD-E018-6B8684F28AC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36087" y="1282342"/>
                  <a:ext cx="235692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4C4E06-1FBE-3496-0DC1-6A7D28577B6B}"/>
                    </a:ext>
                  </a:extLst>
                </p14:cNvPr>
                <p14:cNvContentPartPr/>
                <p14:nvPr/>
              </p14:nvContentPartPr>
              <p14:xfrm>
                <a:off x="11097887" y="1466662"/>
                <a:ext cx="227160" cy="16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4C4E06-1FBE-3496-0DC1-6A7D28577B6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79887" y="1448662"/>
                  <a:ext cx="2628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D0B293-0966-B175-BD15-1A1D85AD30FC}"/>
                    </a:ext>
                  </a:extLst>
                </p14:cNvPr>
                <p14:cNvContentPartPr/>
                <p14:nvPr/>
              </p14:nvContentPartPr>
              <p14:xfrm>
                <a:off x="10485527" y="1505182"/>
                <a:ext cx="18360" cy="3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D0B293-0966-B175-BD15-1A1D85AD30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67527" y="1487542"/>
                  <a:ext cx="54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815E99F-77E5-4686-A728-004973FD7800}"/>
                    </a:ext>
                  </a:extLst>
                </p14:cNvPr>
                <p14:cNvContentPartPr/>
                <p14:nvPr/>
              </p14:nvContentPartPr>
              <p14:xfrm>
                <a:off x="9683087" y="1400782"/>
                <a:ext cx="444600" cy="100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815E99F-77E5-4686-A728-004973FD78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65447" y="1383142"/>
                  <a:ext cx="4802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0871823-F181-DD29-7F4C-6904A414D375}"/>
              </a:ext>
            </a:extLst>
          </p:cNvPr>
          <p:cNvGrpSpPr/>
          <p:nvPr/>
        </p:nvGrpSpPr>
        <p:grpSpPr>
          <a:xfrm>
            <a:off x="3821927" y="2509222"/>
            <a:ext cx="1153800" cy="317880"/>
            <a:chOff x="3821927" y="2509222"/>
            <a:chExt cx="115380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1C5CD2A-DE17-FDA1-BDFB-85A4D02967AC}"/>
                    </a:ext>
                  </a:extLst>
                </p14:cNvPr>
                <p14:cNvContentPartPr/>
                <p14:nvPr/>
              </p14:nvContentPartPr>
              <p14:xfrm>
                <a:off x="3821927" y="2509222"/>
                <a:ext cx="274320" cy="223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1C5CD2A-DE17-FDA1-BDFB-85A4D02967A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04287" y="2491222"/>
                  <a:ext cx="309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4144FCC-51DA-D676-760A-B30C379BD67C}"/>
                    </a:ext>
                  </a:extLst>
                </p14:cNvPr>
                <p14:cNvContentPartPr/>
                <p14:nvPr/>
              </p14:nvContentPartPr>
              <p14:xfrm>
                <a:off x="4117487" y="2649982"/>
                <a:ext cx="55800" cy="175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4144FCC-51DA-D676-760A-B30C379BD6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99847" y="2632342"/>
                  <a:ext cx="91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A001B6-7569-77DB-5905-A8B6CCA324D1}"/>
                    </a:ext>
                  </a:extLst>
                </p14:cNvPr>
                <p14:cNvContentPartPr/>
                <p14:nvPr/>
              </p14:nvContentPartPr>
              <p14:xfrm>
                <a:off x="4273367" y="2640982"/>
                <a:ext cx="83520" cy="46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A001B6-7569-77DB-5905-A8B6CCA324D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55367" y="2623342"/>
                  <a:ext cx="11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6B5F93-8B61-FD33-11C3-65F69FC5D038}"/>
                    </a:ext>
                  </a:extLst>
                </p14:cNvPr>
                <p14:cNvContentPartPr/>
                <p14:nvPr/>
              </p14:nvContentPartPr>
              <p14:xfrm>
                <a:off x="4516367" y="2539102"/>
                <a:ext cx="203400" cy="178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6B5F93-8B61-FD33-11C3-65F69FC5D0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98367" y="2521462"/>
                  <a:ext cx="239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997709-97AA-CC01-4248-A21C62D5D5F0}"/>
                    </a:ext>
                  </a:extLst>
                </p14:cNvPr>
                <p14:cNvContentPartPr/>
                <p14:nvPr/>
              </p14:nvContentPartPr>
              <p14:xfrm>
                <a:off x="4776287" y="2633782"/>
                <a:ext cx="199440" cy="193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2997709-97AA-CC01-4248-A21C62D5D5F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58647" y="2615782"/>
                  <a:ext cx="23508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2F837BF-7DEB-2991-A787-E0E5042D835A}"/>
              </a:ext>
            </a:extLst>
          </p:cNvPr>
          <p:cNvGrpSpPr/>
          <p:nvPr/>
        </p:nvGrpSpPr>
        <p:grpSpPr>
          <a:xfrm>
            <a:off x="5429687" y="2402662"/>
            <a:ext cx="563040" cy="472320"/>
            <a:chOff x="5429687" y="2402662"/>
            <a:chExt cx="56304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4F0628A-FCBD-579C-A192-1D4318955FDE}"/>
                    </a:ext>
                  </a:extLst>
                </p14:cNvPr>
                <p14:cNvContentPartPr/>
                <p14:nvPr/>
              </p14:nvContentPartPr>
              <p14:xfrm>
                <a:off x="5429687" y="2481502"/>
                <a:ext cx="201960" cy="201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4F0628A-FCBD-579C-A192-1D4318955F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412047" y="2463862"/>
                  <a:ext cx="237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B7DEEB4-BFC3-23DA-E48D-4CC4A968BDB2}"/>
                    </a:ext>
                  </a:extLst>
                </p14:cNvPr>
                <p14:cNvContentPartPr/>
                <p14:nvPr/>
              </p14:nvContentPartPr>
              <p14:xfrm>
                <a:off x="5468927" y="2734942"/>
                <a:ext cx="141480" cy="47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B7DEEB4-BFC3-23DA-E48D-4CC4A968BDB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50927" y="2716942"/>
                  <a:ext cx="1771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74F4CA-95D7-A46F-FB99-008896BE0EFB}"/>
                    </a:ext>
                  </a:extLst>
                </p14:cNvPr>
                <p14:cNvContentPartPr/>
                <p14:nvPr/>
              </p14:nvContentPartPr>
              <p14:xfrm>
                <a:off x="5901287" y="2402662"/>
                <a:ext cx="91440" cy="472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74F4CA-95D7-A46F-FB99-008896BE0EF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83287" y="2384662"/>
                  <a:ext cx="127080" cy="50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B84835F-7347-D346-5289-AEF2B129A913}"/>
              </a:ext>
            </a:extLst>
          </p:cNvPr>
          <p:cNvGrpSpPr/>
          <p:nvPr/>
        </p:nvGrpSpPr>
        <p:grpSpPr>
          <a:xfrm>
            <a:off x="3883487" y="3181702"/>
            <a:ext cx="2144160" cy="387360"/>
            <a:chOff x="3883487" y="3181702"/>
            <a:chExt cx="214416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9904F33-47CA-929C-91AD-2F714E745C23}"/>
                    </a:ext>
                  </a:extLst>
                </p14:cNvPr>
                <p14:cNvContentPartPr/>
                <p14:nvPr/>
              </p14:nvContentPartPr>
              <p14:xfrm>
                <a:off x="3883487" y="3297262"/>
                <a:ext cx="228240" cy="205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9904F33-47CA-929C-91AD-2F714E745C2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65487" y="3279262"/>
                  <a:ext cx="263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985A7C-291D-DDBE-D83A-32D90E51EC9D}"/>
                    </a:ext>
                  </a:extLst>
                </p14:cNvPr>
                <p14:cNvContentPartPr/>
                <p14:nvPr/>
              </p14:nvContentPartPr>
              <p14:xfrm>
                <a:off x="4164287" y="3408502"/>
                <a:ext cx="33480" cy="154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985A7C-291D-DDBE-D83A-32D90E51EC9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46287" y="3390502"/>
                  <a:ext cx="69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E412893-6F30-C6AA-3648-F6C10CF4F5E7}"/>
                    </a:ext>
                  </a:extLst>
                </p14:cNvPr>
                <p14:cNvContentPartPr/>
                <p14:nvPr/>
              </p14:nvContentPartPr>
              <p14:xfrm>
                <a:off x="4432127" y="3344062"/>
                <a:ext cx="140040" cy="35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E412893-6F30-C6AA-3648-F6C10CF4F5E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14487" y="3326422"/>
                  <a:ext cx="175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762E7C2-F5D9-4010-3B14-E246C3921759}"/>
                    </a:ext>
                  </a:extLst>
                </p14:cNvPr>
                <p14:cNvContentPartPr/>
                <p14:nvPr/>
              </p14:nvContentPartPr>
              <p14:xfrm>
                <a:off x="4498367" y="3283582"/>
                <a:ext cx="47880" cy="182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762E7C2-F5D9-4010-3B14-E246C39217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80727" y="3265582"/>
                  <a:ext cx="83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7009C9-7FF4-DE10-CC20-8000E1E46D68}"/>
                    </a:ext>
                  </a:extLst>
                </p14:cNvPr>
                <p14:cNvContentPartPr/>
                <p14:nvPr/>
              </p14:nvContentPartPr>
              <p14:xfrm>
                <a:off x="4630847" y="3321742"/>
                <a:ext cx="218520" cy="15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7009C9-7FF4-DE10-CC20-8000E1E46D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12847" y="3303742"/>
                  <a:ext cx="254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3FA9B33-1C8F-FFBB-B589-F2EDD196C8A7}"/>
                    </a:ext>
                  </a:extLst>
                </p14:cNvPr>
                <p14:cNvContentPartPr/>
                <p14:nvPr/>
              </p14:nvContentPartPr>
              <p14:xfrm>
                <a:off x="4893647" y="3402022"/>
                <a:ext cx="291600" cy="167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3FA9B33-1C8F-FFBB-B589-F2EDD196C8A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76007" y="3384022"/>
                  <a:ext cx="327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E00928-FA3E-8045-4F0C-AEA5C0C751DB}"/>
                    </a:ext>
                  </a:extLst>
                </p14:cNvPr>
                <p14:cNvContentPartPr/>
                <p14:nvPr/>
              </p14:nvContentPartPr>
              <p14:xfrm>
                <a:off x="5298647" y="3262342"/>
                <a:ext cx="249120" cy="153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E00928-FA3E-8045-4F0C-AEA5C0C751D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81007" y="3244702"/>
                  <a:ext cx="284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4ED5A1F-FD20-E485-B283-2CD01A34A4C0}"/>
                    </a:ext>
                  </a:extLst>
                </p14:cNvPr>
                <p14:cNvContentPartPr/>
                <p14:nvPr/>
              </p14:nvContentPartPr>
              <p14:xfrm>
                <a:off x="5405927" y="3388342"/>
                <a:ext cx="216720" cy="96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4ED5A1F-FD20-E485-B283-2CD01A34A4C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88287" y="3370342"/>
                  <a:ext cx="252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DD2D39-866C-1F68-638B-DCEDBE734691}"/>
                    </a:ext>
                  </a:extLst>
                </p14:cNvPr>
                <p14:cNvContentPartPr/>
                <p14:nvPr/>
              </p14:nvContentPartPr>
              <p14:xfrm>
                <a:off x="5601767" y="3181702"/>
                <a:ext cx="425880" cy="289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DD2D39-866C-1F68-638B-DCEDBE73469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84127" y="3163702"/>
                  <a:ext cx="46152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B77EC0C-44D8-A75D-9A8D-3D613A910CDC}"/>
              </a:ext>
            </a:extLst>
          </p:cNvPr>
          <p:cNvGrpSpPr/>
          <p:nvPr/>
        </p:nvGrpSpPr>
        <p:grpSpPr>
          <a:xfrm>
            <a:off x="3947567" y="3856702"/>
            <a:ext cx="2074320" cy="467280"/>
            <a:chOff x="3947567" y="3856702"/>
            <a:chExt cx="207432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9706F54-3349-3CED-F9C2-D9F703C0EA4E}"/>
                    </a:ext>
                  </a:extLst>
                </p14:cNvPr>
                <p14:cNvContentPartPr/>
                <p14:nvPr/>
              </p14:nvContentPartPr>
              <p14:xfrm>
                <a:off x="3947567" y="3884782"/>
                <a:ext cx="256680" cy="244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9706F54-3349-3CED-F9C2-D9F703C0EA4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29927" y="3867142"/>
                  <a:ext cx="292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2AA6A1-7A46-C0BB-7F5A-525DE643B274}"/>
                    </a:ext>
                  </a:extLst>
                </p14:cNvPr>
                <p14:cNvContentPartPr/>
                <p14:nvPr/>
              </p14:nvContentPartPr>
              <p14:xfrm>
                <a:off x="4238087" y="4075942"/>
                <a:ext cx="21960" cy="168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2AA6A1-7A46-C0BB-7F5A-525DE643B2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20087" y="4058302"/>
                  <a:ext cx="57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0BCF56D-ACF1-7AD5-CBCD-04FCE4A1CA1A}"/>
                    </a:ext>
                  </a:extLst>
                </p14:cNvPr>
                <p14:cNvContentPartPr/>
                <p14:nvPr/>
              </p14:nvContentPartPr>
              <p14:xfrm>
                <a:off x="4320167" y="4190782"/>
                <a:ext cx="59040" cy="107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0BCF56D-ACF1-7AD5-CBCD-04FCE4A1CA1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02527" y="4172782"/>
                  <a:ext cx="94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0D11C59-2C14-2462-39CD-4AB58BA224B0}"/>
                    </a:ext>
                  </a:extLst>
                </p14:cNvPr>
                <p14:cNvContentPartPr/>
                <p14:nvPr/>
              </p14:nvContentPartPr>
              <p14:xfrm>
                <a:off x="4591247" y="4010062"/>
                <a:ext cx="311400" cy="201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0D11C59-2C14-2462-39CD-4AB58BA224B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73247" y="3992422"/>
                  <a:ext cx="347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5AE64A-D86E-98E8-2EB6-0165A832590A}"/>
                    </a:ext>
                  </a:extLst>
                </p14:cNvPr>
                <p14:cNvContentPartPr/>
                <p14:nvPr/>
              </p14:nvContentPartPr>
              <p14:xfrm>
                <a:off x="4890047" y="4118422"/>
                <a:ext cx="249120" cy="205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5AE64A-D86E-98E8-2EB6-0165A832590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72407" y="4100422"/>
                  <a:ext cx="2847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2CCE23-E418-42F7-8194-7ACE38079A30}"/>
                    </a:ext>
                  </a:extLst>
                </p14:cNvPr>
                <p14:cNvContentPartPr/>
                <p14:nvPr/>
              </p14:nvContentPartPr>
              <p14:xfrm>
                <a:off x="5212967" y="3967222"/>
                <a:ext cx="198000" cy="186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2CCE23-E418-42F7-8194-7ACE38079A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94967" y="3949222"/>
                  <a:ext cx="233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582BAB0-E5A6-535D-83A1-5B081307DFC6}"/>
                    </a:ext>
                  </a:extLst>
                </p14:cNvPr>
                <p14:cNvContentPartPr/>
                <p14:nvPr/>
              </p14:nvContentPartPr>
              <p14:xfrm>
                <a:off x="5314487" y="4164862"/>
                <a:ext cx="180000" cy="94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582BAB0-E5A6-535D-83A1-5B081307DFC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296847" y="4146862"/>
                  <a:ext cx="2156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357EE11-56DC-E33B-4551-5AF09958BBE4}"/>
                    </a:ext>
                  </a:extLst>
                </p14:cNvPr>
                <p14:cNvContentPartPr/>
                <p14:nvPr/>
              </p14:nvContentPartPr>
              <p14:xfrm>
                <a:off x="5637767" y="3856702"/>
                <a:ext cx="384120" cy="326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357EE11-56DC-E33B-4551-5AF09958BBE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19767" y="3839062"/>
                  <a:ext cx="419760" cy="36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B453C49-3BE3-EC7B-F6A2-EC5FBE316C94}"/>
                  </a:ext>
                </a:extLst>
              </p14:cNvPr>
              <p14:cNvContentPartPr/>
              <p14:nvPr/>
            </p14:nvContentPartPr>
            <p14:xfrm>
              <a:off x="6363167" y="4585342"/>
              <a:ext cx="74520" cy="277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B453C49-3BE3-EC7B-F6A2-EC5FBE316C9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345527" y="4567702"/>
                <a:ext cx="110160" cy="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791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C59D3870-465D-AC9E-6AAE-7500CEA7E6E3}"/>
              </a:ext>
            </a:extLst>
          </p:cNvPr>
          <p:cNvGrpSpPr/>
          <p:nvPr/>
        </p:nvGrpSpPr>
        <p:grpSpPr>
          <a:xfrm>
            <a:off x="-57793" y="110182"/>
            <a:ext cx="10607400" cy="4471560"/>
            <a:chOff x="-57793" y="110182"/>
            <a:chExt cx="10607400" cy="447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BEFA27-7C4F-E138-B7BC-178CA98D3DB8}"/>
                    </a:ext>
                  </a:extLst>
                </p14:cNvPr>
                <p14:cNvContentPartPr/>
                <p14:nvPr/>
              </p14:nvContentPartPr>
              <p14:xfrm>
                <a:off x="381767" y="400342"/>
                <a:ext cx="200160" cy="208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BEFA27-7C4F-E138-B7BC-178CA98D3D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3767" y="382702"/>
                  <a:ext cx="235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C33CEC-4022-9677-31FA-2E0B3DF340D4}"/>
                    </a:ext>
                  </a:extLst>
                </p14:cNvPr>
                <p14:cNvContentPartPr/>
                <p14:nvPr/>
              </p14:nvContentPartPr>
              <p14:xfrm>
                <a:off x="629807" y="540382"/>
                <a:ext cx="28080" cy="196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C33CEC-4022-9677-31FA-2E0B3DF340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1807" y="522742"/>
                  <a:ext cx="63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CDD358-068C-8222-E58D-0BC3FF9B8FD7}"/>
                    </a:ext>
                  </a:extLst>
                </p14:cNvPr>
                <p14:cNvContentPartPr/>
                <p14:nvPr/>
              </p14:nvContentPartPr>
              <p14:xfrm>
                <a:off x="809807" y="506902"/>
                <a:ext cx="103680" cy="17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2CDD358-068C-8222-E58D-0BC3FF9B8F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2167" y="489262"/>
                  <a:ext cx="139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7BB5072-EF55-AC3F-6B0A-3546E679CFBC}"/>
                    </a:ext>
                  </a:extLst>
                </p14:cNvPr>
                <p14:cNvContentPartPr/>
                <p14:nvPr/>
              </p14:nvContentPartPr>
              <p14:xfrm>
                <a:off x="1078727" y="380182"/>
                <a:ext cx="171000" cy="161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7BB5072-EF55-AC3F-6B0A-3546E679CF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0727" y="362182"/>
                  <a:ext cx="206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9F1559-8E8A-C0FA-A90B-EEB8442A66E9}"/>
                    </a:ext>
                  </a:extLst>
                </p14:cNvPr>
                <p14:cNvContentPartPr/>
                <p14:nvPr/>
              </p14:nvContentPartPr>
              <p14:xfrm>
                <a:off x="1301207" y="487102"/>
                <a:ext cx="200160" cy="208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9F1559-8E8A-C0FA-A90B-EEB8442A66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3567" y="469462"/>
                  <a:ext cx="235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22BC72-39B6-4D27-0A41-9F1BA77EFACC}"/>
                    </a:ext>
                  </a:extLst>
                </p14:cNvPr>
                <p14:cNvContentPartPr/>
                <p14:nvPr/>
              </p14:nvContentPartPr>
              <p14:xfrm>
                <a:off x="1625567" y="325822"/>
                <a:ext cx="169560" cy="3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22BC72-39B6-4D27-0A41-9F1BA77EFA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7927" y="308182"/>
                  <a:ext cx="205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3FC08EC-C1C6-5565-A57C-94BB6FEAD5C9}"/>
                    </a:ext>
                  </a:extLst>
                </p14:cNvPr>
                <p14:cNvContentPartPr/>
                <p14:nvPr/>
              </p14:nvContentPartPr>
              <p14:xfrm>
                <a:off x="1668407" y="417982"/>
                <a:ext cx="185040" cy="34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3FC08EC-C1C6-5565-A57C-94BB6FEAD5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50407" y="400342"/>
                  <a:ext cx="220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1FD9A0-BE0C-6428-F31F-A8B59E82F6FB}"/>
                    </a:ext>
                  </a:extLst>
                </p14:cNvPr>
                <p14:cNvContentPartPr/>
                <p14:nvPr/>
              </p14:nvContentPartPr>
              <p14:xfrm>
                <a:off x="2221007" y="110182"/>
                <a:ext cx="20520" cy="28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1FD9A0-BE0C-6428-F31F-A8B59E82F6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03367" y="92182"/>
                  <a:ext cx="561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B3968D-3D5E-E1DF-C978-F2922511360C}"/>
                    </a:ext>
                  </a:extLst>
                </p14:cNvPr>
                <p14:cNvContentPartPr/>
                <p14:nvPr/>
              </p14:nvContentPartPr>
              <p14:xfrm>
                <a:off x="217247" y="1110622"/>
                <a:ext cx="252000" cy="20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B3968D-3D5E-E1DF-C978-F292251136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9247" y="1092622"/>
                  <a:ext cx="287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C199F9-99A3-0212-77BE-63D31E5D6668}"/>
                    </a:ext>
                  </a:extLst>
                </p14:cNvPr>
                <p14:cNvContentPartPr/>
                <p14:nvPr/>
              </p14:nvContentPartPr>
              <p14:xfrm>
                <a:off x="523967" y="1239862"/>
                <a:ext cx="28800" cy="13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C199F9-99A3-0212-77BE-63D31E5D66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5967" y="1222222"/>
                  <a:ext cx="64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E733C4-62F7-1BB7-AFA0-B6F99BAA9E88}"/>
                    </a:ext>
                  </a:extLst>
                </p14:cNvPr>
                <p14:cNvContentPartPr/>
                <p14:nvPr/>
              </p14:nvContentPartPr>
              <p14:xfrm>
                <a:off x="648887" y="1176502"/>
                <a:ext cx="102960" cy="43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E733C4-62F7-1BB7-AFA0-B6F99BAA9E8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0887" y="1158502"/>
                  <a:ext cx="138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E682A6-5F34-A521-8191-F6023204B7AD}"/>
                    </a:ext>
                  </a:extLst>
                </p14:cNvPr>
                <p14:cNvContentPartPr/>
                <p14:nvPr/>
              </p14:nvContentPartPr>
              <p14:xfrm>
                <a:off x="643847" y="1267942"/>
                <a:ext cx="133560" cy="49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E682A6-5F34-A521-8191-F6023204B7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5847" y="1249942"/>
                  <a:ext cx="169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49AF7B-5420-E8DE-864C-20F92E1B8BEB}"/>
                    </a:ext>
                  </a:extLst>
                </p14:cNvPr>
                <p14:cNvContentPartPr/>
                <p14:nvPr/>
              </p14:nvContentPartPr>
              <p14:xfrm>
                <a:off x="895127" y="1061662"/>
                <a:ext cx="154800" cy="21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49AF7B-5420-E8DE-864C-20F92E1B8BE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7127" y="1043662"/>
                  <a:ext cx="190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ADCB95-3475-4651-EE68-4E2B04DF5AE7}"/>
                    </a:ext>
                  </a:extLst>
                </p14:cNvPr>
                <p14:cNvContentPartPr/>
                <p14:nvPr/>
              </p14:nvContentPartPr>
              <p14:xfrm>
                <a:off x="1227047" y="1217542"/>
                <a:ext cx="155880" cy="245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ADCB95-3475-4651-EE68-4E2B04DF5AE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09407" y="1199902"/>
                  <a:ext cx="191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27C228-1BFF-C124-05D9-B7CE71F37131}"/>
                    </a:ext>
                  </a:extLst>
                </p14:cNvPr>
                <p14:cNvContentPartPr/>
                <p14:nvPr/>
              </p14:nvContentPartPr>
              <p14:xfrm>
                <a:off x="1607927" y="1055902"/>
                <a:ext cx="258840" cy="216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27C228-1BFF-C124-05D9-B7CE71F371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0287" y="1038262"/>
                  <a:ext cx="294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106D04-DCAD-8516-B4BF-6E7DE1FD4014}"/>
                    </a:ext>
                  </a:extLst>
                </p14:cNvPr>
                <p14:cNvContentPartPr/>
                <p14:nvPr/>
              </p14:nvContentPartPr>
              <p14:xfrm>
                <a:off x="1880807" y="1173262"/>
                <a:ext cx="145800" cy="164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106D04-DCAD-8516-B4BF-6E7DE1FD40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62807" y="1155262"/>
                  <a:ext cx="181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C94941-E01A-2544-354E-124A07FA22FF}"/>
                    </a:ext>
                  </a:extLst>
                </p14:cNvPr>
                <p14:cNvContentPartPr/>
                <p14:nvPr/>
              </p14:nvContentPartPr>
              <p14:xfrm>
                <a:off x="2152247" y="1038982"/>
                <a:ext cx="131760" cy="34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C94941-E01A-2544-354E-124A07FA22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4607" y="1020982"/>
                  <a:ext cx="167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B77FB2-26B6-ECDC-7153-C0A5A22BE427}"/>
                    </a:ext>
                  </a:extLst>
                </p14:cNvPr>
                <p14:cNvContentPartPr/>
                <p14:nvPr/>
              </p14:nvContentPartPr>
              <p14:xfrm>
                <a:off x="2188967" y="1118902"/>
                <a:ext cx="144000" cy="40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B77FB2-26B6-ECDC-7153-C0A5A22BE42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70967" y="1100902"/>
                  <a:ext cx="179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4EC89E-B35A-AD90-A4ED-7A406ED8EEA3}"/>
                    </a:ext>
                  </a:extLst>
                </p14:cNvPr>
                <p14:cNvContentPartPr/>
                <p14:nvPr/>
              </p14:nvContentPartPr>
              <p14:xfrm>
                <a:off x="2466527" y="1009462"/>
                <a:ext cx="150840" cy="39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4EC89E-B35A-AD90-A4ED-7A406ED8EE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48887" y="991462"/>
                  <a:ext cx="186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21D43AC-DED1-583C-C5F8-0D820A64EF84}"/>
                    </a:ext>
                  </a:extLst>
                </p14:cNvPr>
                <p14:cNvContentPartPr/>
                <p14:nvPr/>
              </p14:nvContentPartPr>
              <p14:xfrm>
                <a:off x="2798807" y="821542"/>
                <a:ext cx="70920" cy="338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21D43AC-DED1-583C-C5F8-0D820A64EF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80807" y="803542"/>
                  <a:ext cx="1065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50A131A-161F-C23A-8A40-458F7E1E023A}"/>
                    </a:ext>
                  </a:extLst>
                </p14:cNvPr>
                <p14:cNvContentPartPr/>
                <p14:nvPr/>
              </p14:nvContentPartPr>
              <p14:xfrm>
                <a:off x="287447" y="1820542"/>
                <a:ext cx="250200" cy="163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50A131A-161F-C23A-8A40-458F7E1E02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9807" y="1802902"/>
                  <a:ext cx="285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A31AB24-5FD7-F406-D3D9-6D71668CBDE6}"/>
                    </a:ext>
                  </a:extLst>
                </p14:cNvPr>
                <p14:cNvContentPartPr/>
                <p14:nvPr/>
              </p14:nvContentPartPr>
              <p14:xfrm>
                <a:off x="546647" y="1916662"/>
                <a:ext cx="137160" cy="155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A31AB24-5FD7-F406-D3D9-6D71668CBDE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9007" y="1898662"/>
                  <a:ext cx="172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3CAD92-FADF-E8A7-8357-B043A7EEC2B9}"/>
                    </a:ext>
                  </a:extLst>
                </p14:cNvPr>
                <p14:cNvContentPartPr/>
                <p14:nvPr/>
              </p14:nvContentPartPr>
              <p14:xfrm>
                <a:off x="809807" y="1778422"/>
                <a:ext cx="115560" cy="43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3CAD92-FADF-E8A7-8357-B043A7EEC2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1807" y="1760422"/>
                  <a:ext cx="151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05E1B23-97F6-DD26-96BA-6712595A1D9E}"/>
                    </a:ext>
                  </a:extLst>
                </p14:cNvPr>
                <p14:cNvContentPartPr/>
                <p14:nvPr/>
              </p14:nvContentPartPr>
              <p14:xfrm>
                <a:off x="818447" y="1859782"/>
                <a:ext cx="102240" cy="46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05E1B23-97F6-DD26-96BA-6712595A1D9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0447" y="1841782"/>
                  <a:ext cx="137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AB41EF1-3F57-D152-73AF-208BDFDECB15}"/>
                    </a:ext>
                  </a:extLst>
                </p14:cNvPr>
                <p14:cNvContentPartPr/>
                <p14:nvPr/>
              </p14:nvContentPartPr>
              <p14:xfrm>
                <a:off x="1031567" y="1697782"/>
                <a:ext cx="210240" cy="199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AB41EF1-3F57-D152-73AF-208BDFDECB1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3927" y="1680142"/>
                  <a:ext cx="2458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30FE8D-538D-1373-8AE7-DE5F5CB33824}"/>
                    </a:ext>
                  </a:extLst>
                </p14:cNvPr>
                <p14:cNvContentPartPr/>
                <p14:nvPr/>
              </p14:nvContentPartPr>
              <p14:xfrm>
                <a:off x="1430807" y="1880662"/>
                <a:ext cx="278640" cy="325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30FE8D-538D-1373-8AE7-DE5F5CB338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2807" y="1863022"/>
                  <a:ext cx="3142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A209DF-B6C1-12EB-3301-B3B3938B9030}"/>
                    </a:ext>
                  </a:extLst>
                </p14:cNvPr>
                <p14:cNvContentPartPr/>
                <p14:nvPr/>
              </p14:nvContentPartPr>
              <p14:xfrm>
                <a:off x="1765607" y="1770502"/>
                <a:ext cx="275040" cy="157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A209DF-B6C1-12EB-3301-B3B3938B90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47967" y="1752502"/>
                  <a:ext cx="310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FB0678-9F96-84FD-DB29-5589A16C98EF}"/>
                    </a:ext>
                  </a:extLst>
                </p14:cNvPr>
                <p14:cNvContentPartPr/>
                <p14:nvPr/>
              </p14:nvContentPartPr>
              <p14:xfrm>
                <a:off x="2153687" y="1810822"/>
                <a:ext cx="23400" cy="172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FB0678-9F96-84FD-DB29-5589A16C98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35687" y="1792822"/>
                  <a:ext cx="59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86C291-F12A-3ABB-88DF-1364A138E226}"/>
                    </a:ext>
                  </a:extLst>
                </p14:cNvPr>
                <p14:cNvContentPartPr/>
                <p14:nvPr/>
              </p14:nvContentPartPr>
              <p14:xfrm>
                <a:off x="2376527" y="1763302"/>
                <a:ext cx="120240" cy="47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86C291-F12A-3ABB-88DF-1364A138E2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58527" y="1745662"/>
                  <a:ext cx="1558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1220A8-4EC9-FDEB-731A-3F40A0B28E60}"/>
                    </a:ext>
                  </a:extLst>
                </p14:cNvPr>
                <p14:cNvContentPartPr/>
                <p14:nvPr/>
              </p14:nvContentPartPr>
              <p14:xfrm>
                <a:off x="2418287" y="1819462"/>
                <a:ext cx="156960" cy="47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1220A8-4EC9-FDEB-731A-3F40A0B28E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00647" y="1801822"/>
                  <a:ext cx="192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BBDDDE0-EB74-8117-F0D9-92539A176D69}"/>
                    </a:ext>
                  </a:extLst>
                </p14:cNvPr>
                <p14:cNvContentPartPr/>
                <p14:nvPr/>
              </p14:nvContentPartPr>
              <p14:xfrm>
                <a:off x="2808167" y="1576462"/>
                <a:ext cx="54720" cy="272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BBDDDE0-EB74-8117-F0D9-92539A176D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90167" y="1558822"/>
                  <a:ext cx="90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F37DF6-1A35-A01C-7413-FB8C6FDFC651}"/>
                    </a:ext>
                  </a:extLst>
                </p14:cNvPr>
                <p14:cNvContentPartPr/>
                <p14:nvPr/>
              </p14:nvContentPartPr>
              <p14:xfrm>
                <a:off x="567527" y="2725222"/>
                <a:ext cx="204840" cy="186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F37DF6-1A35-A01C-7413-FB8C6FDFC65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9527" y="2707582"/>
                  <a:ext cx="240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E4BCC5C-720A-7A73-A428-F4F3E1FF492B}"/>
                    </a:ext>
                  </a:extLst>
                </p14:cNvPr>
                <p14:cNvContentPartPr/>
                <p14:nvPr/>
              </p14:nvContentPartPr>
              <p14:xfrm>
                <a:off x="816287" y="2807302"/>
                <a:ext cx="33480" cy="163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E4BCC5C-720A-7A73-A428-F4F3E1FF49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8287" y="2789302"/>
                  <a:ext cx="69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6B56549-E249-AB6E-C427-C8694F2393BC}"/>
                    </a:ext>
                  </a:extLst>
                </p14:cNvPr>
                <p14:cNvContentPartPr/>
                <p14:nvPr/>
              </p14:nvContentPartPr>
              <p14:xfrm>
                <a:off x="944447" y="2795782"/>
                <a:ext cx="204840" cy="65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6B56549-E249-AB6E-C427-C8694F2393B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6807" y="2778142"/>
                  <a:ext cx="240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7CD849C-4857-CF8E-97F9-9AA90DE0B3C2}"/>
                    </a:ext>
                  </a:extLst>
                </p14:cNvPr>
                <p14:cNvContentPartPr/>
                <p14:nvPr/>
              </p14:nvContentPartPr>
              <p14:xfrm>
                <a:off x="1059647" y="2701462"/>
                <a:ext cx="32400" cy="228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7CD849C-4857-CF8E-97F9-9AA90DE0B3C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1647" y="2683462"/>
                  <a:ext cx="68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FF44E1E-0C03-B82B-9721-9AA80395AD57}"/>
                    </a:ext>
                  </a:extLst>
                </p14:cNvPr>
                <p14:cNvContentPartPr/>
                <p14:nvPr/>
              </p14:nvContentPartPr>
              <p14:xfrm>
                <a:off x="1303727" y="2702182"/>
                <a:ext cx="216720" cy="186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FF44E1E-0C03-B82B-9721-9AA80395AD5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86087" y="2684182"/>
                  <a:ext cx="2523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CFB95A-A8BF-7395-912D-207F8936D9F1}"/>
                    </a:ext>
                  </a:extLst>
                </p14:cNvPr>
                <p14:cNvContentPartPr/>
                <p14:nvPr/>
              </p14:nvContentPartPr>
              <p14:xfrm>
                <a:off x="1563287" y="2833222"/>
                <a:ext cx="215280" cy="186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CFB95A-A8BF-7395-912D-207F8936D9F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45287" y="2815222"/>
                  <a:ext cx="2509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B9771B-42F1-1799-38BD-EE07F6858D2D}"/>
                    </a:ext>
                  </a:extLst>
                </p14:cNvPr>
                <p14:cNvContentPartPr/>
                <p14:nvPr/>
              </p14:nvContentPartPr>
              <p14:xfrm>
                <a:off x="1948487" y="2721982"/>
                <a:ext cx="179640" cy="39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B9771B-42F1-1799-38BD-EE07F6858D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30487" y="2703982"/>
                  <a:ext cx="215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8D1F3A-268B-6264-63C4-960229E4ECB1}"/>
                    </a:ext>
                  </a:extLst>
                </p14:cNvPr>
                <p14:cNvContentPartPr/>
                <p14:nvPr/>
              </p14:nvContentPartPr>
              <p14:xfrm>
                <a:off x="2003927" y="2760142"/>
                <a:ext cx="24336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8D1F3A-268B-6264-63C4-960229E4ECB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86287" y="2742502"/>
                  <a:ext cx="2790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4AA993D-2C78-8F38-390E-3A367A1B77B5}"/>
                    </a:ext>
                  </a:extLst>
                </p14:cNvPr>
                <p14:cNvContentPartPr/>
                <p14:nvPr/>
              </p14:nvContentPartPr>
              <p14:xfrm>
                <a:off x="2356007" y="2595622"/>
                <a:ext cx="277560" cy="320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4AA993D-2C78-8F38-390E-3A367A1B77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38007" y="2577982"/>
                  <a:ext cx="3132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82AA62-D8F5-80BD-1C54-9A6718BDADF9}"/>
                    </a:ext>
                  </a:extLst>
                </p14:cNvPr>
                <p14:cNvContentPartPr/>
                <p14:nvPr/>
              </p14:nvContentPartPr>
              <p14:xfrm>
                <a:off x="-57793" y="3512902"/>
                <a:ext cx="329400" cy="158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82AA62-D8F5-80BD-1C54-9A6718BDADF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-75793" y="3495262"/>
                  <a:ext cx="365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477CEF-B920-0D24-00B7-F827E382876C}"/>
                    </a:ext>
                  </a:extLst>
                </p14:cNvPr>
                <p14:cNvContentPartPr/>
                <p14:nvPr/>
              </p14:nvContentPartPr>
              <p14:xfrm>
                <a:off x="308687" y="3611902"/>
                <a:ext cx="22680" cy="164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477CEF-B920-0D24-00B7-F827E38287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1047" y="3594262"/>
                  <a:ext cx="58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947469-A669-954A-476A-831F83C644B8}"/>
                    </a:ext>
                  </a:extLst>
                </p14:cNvPr>
                <p14:cNvContentPartPr/>
                <p14:nvPr/>
              </p14:nvContentPartPr>
              <p14:xfrm>
                <a:off x="483647" y="3499942"/>
                <a:ext cx="138240" cy="91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947469-A669-954A-476A-831F83C644B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6007" y="3482302"/>
                  <a:ext cx="173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8A9B569-61F5-5630-9199-CE70977A508B}"/>
                    </a:ext>
                  </a:extLst>
                </p14:cNvPr>
                <p14:cNvContentPartPr/>
                <p14:nvPr/>
              </p14:nvContentPartPr>
              <p14:xfrm>
                <a:off x="523967" y="3618022"/>
                <a:ext cx="145080" cy="55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8A9B569-61F5-5630-9199-CE70977A508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5967" y="3600382"/>
                  <a:ext cx="180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B8E841-0ECB-3BB4-43D2-6A0A00DB5B2E}"/>
                    </a:ext>
                  </a:extLst>
                </p14:cNvPr>
                <p14:cNvContentPartPr/>
                <p14:nvPr/>
              </p14:nvContentPartPr>
              <p14:xfrm>
                <a:off x="813047" y="3435142"/>
                <a:ext cx="197640" cy="19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B8E841-0ECB-3BB4-43D2-6A0A00DB5B2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407" y="3417502"/>
                  <a:ext cx="233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C732727-BCD7-DE3A-A028-34A7609257A0}"/>
                    </a:ext>
                  </a:extLst>
                </p14:cNvPr>
                <p14:cNvContentPartPr/>
                <p14:nvPr/>
              </p14:nvContentPartPr>
              <p14:xfrm>
                <a:off x="1210127" y="3619102"/>
                <a:ext cx="63360" cy="168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C732727-BCD7-DE3A-A028-34A7609257A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92127" y="3601462"/>
                  <a:ext cx="99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D9503F-3187-12E5-5F3D-9223545DE125}"/>
                    </a:ext>
                  </a:extLst>
                </p14:cNvPr>
                <p14:cNvContentPartPr/>
                <p14:nvPr/>
              </p14:nvContentPartPr>
              <p14:xfrm>
                <a:off x="1499927" y="3457822"/>
                <a:ext cx="249120" cy="18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D9503F-3187-12E5-5F3D-9223545DE12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482287" y="3440182"/>
                  <a:ext cx="284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8D3335-3EBC-8FA0-ADBB-53CA935A9183}"/>
                    </a:ext>
                  </a:extLst>
                </p14:cNvPr>
                <p14:cNvContentPartPr/>
                <p14:nvPr/>
              </p14:nvContentPartPr>
              <p14:xfrm>
                <a:off x="1859927" y="3574102"/>
                <a:ext cx="270720" cy="189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8D3335-3EBC-8FA0-ADBB-53CA935A91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41927" y="3556102"/>
                  <a:ext cx="3063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10BA9B2-2AEB-0CAA-DA86-2B1F76B04B9A}"/>
                    </a:ext>
                  </a:extLst>
                </p14:cNvPr>
                <p14:cNvContentPartPr/>
                <p14:nvPr/>
              </p14:nvContentPartPr>
              <p14:xfrm>
                <a:off x="2200127" y="3489502"/>
                <a:ext cx="109080" cy="28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10BA9B2-2AEB-0CAA-DA86-2B1F76B04B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82487" y="3471502"/>
                  <a:ext cx="144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4A5B95D-7D3B-4019-FFF6-8305A9C48B8F}"/>
                    </a:ext>
                  </a:extLst>
                </p14:cNvPr>
                <p14:cNvContentPartPr/>
                <p14:nvPr/>
              </p14:nvContentPartPr>
              <p14:xfrm>
                <a:off x="2199407" y="3549982"/>
                <a:ext cx="186120" cy="56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4A5B95D-7D3B-4019-FFF6-8305A9C48B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81407" y="3532342"/>
                  <a:ext cx="2217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2278FF-38BD-4B33-4C99-06053231CDC7}"/>
                    </a:ext>
                  </a:extLst>
                </p14:cNvPr>
                <p14:cNvContentPartPr/>
                <p14:nvPr/>
              </p14:nvContentPartPr>
              <p14:xfrm>
                <a:off x="2313167" y="3351622"/>
                <a:ext cx="375120" cy="326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2278FF-38BD-4B33-4C99-06053231CD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95527" y="3333982"/>
                  <a:ext cx="4107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958E621-6805-4285-1BF5-0AD5EF0C3009}"/>
                    </a:ext>
                  </a:extLst>
                </p14:cNvPr>
                <p14:cNvContentPartPr/>
                <p14:nvPr/>
              </p14:nvContentPartPr>
              <p14:xfrm>
                <a:off x="265847" y="4314622"/>
                <a:ext cx="267480" cy="167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958E621-6805-4285-1BF5-0AD5EF0C30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8207" y="4296622"/>
                  <a:ext cx="303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EEA617-A8CE-AB14-E7B1-DD76BBCC618B}"/>
                    </a:ext>
                  </a:extLst>
                </p14:cNvPr>
                <p14:cNvContentPartPr/>
                <p14:nvPr/>
              </p14:nvContentPartPr>
              <p14:xfrm>
                <a:off x="606767" y="4405342"/>
                <a:ext cx="151200" cy="176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EEA617-A8CE-AB14-E7B1-DD76BBCC61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8767" y="4387702"/>
                  <a:ext cx="1868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FD2BF96-C819-B69D-F9E9-B0B9DF2FCCA5}"/>
                    </a:ext>
                  </a:extLst>
                </p14:cNvPr>
                <p14:cNvContentPartPr/>
                <p14:nvPr/>
              </p14:nvContentPartPr>
              <p14:xfrm>
                <a:off x="963167" y="4283662"/>
                <a:ext cx="135000" cy="54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FD2BF96-C819-B69D-F9E9-B0B9DF2FCCA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5167" y="4265662"/>
                  <a:ext cx="170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D43B47-4A04-62FF-B672-2DB90E98E47A}"/>
                    </a:ext>
                  </a:extLst>
                </p14:cNvPr>
                <p14:cNvContentPartPr/>
                <p14:nvPr/>
              </p14:nvContentPartPr>
              <p14:xfrm>
                <a:off x="1011047" y="4370782"/>
                <a:ext cx="198000" cy="75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D43B47-4A04-62FF-B672-2DB90E98E47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3047" y="4352782"/>
                  <a:ext cx="233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68713B-1BB9-6266-F387-90FAC5C1C9E8}"/>
                    </a:ext>
                  </a:extLst>
                </p14:cNvPr>
                <p14:cNvContentPartPr/>
                <p14:nvPr/>
              </p14:nvContentPartPr>
              <p14:xfrm>
                <a:off x="1318127" y="4151182"/>
                <a:ext cx="222120" cy="230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68713B-1BB9-6266-F387-90FAC5C1C9E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00127" y="4133542"/>
                  <a:ext cx="257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E5D9D1F-7CF3-FBE3-21CE-2551CCAABA09}"/>
                    </a:ext>
                  </a:extLst>
                </p14:cNvPr>
                <p14:cNvContentPartPr/>
                <p14:nvPr/>
              </p14:nvContentPartPr>
              <p14:xfrm>
                <a:off x="1802687" y="4323262"/>
                <a:ext cx="149760" cy="186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E5D9D1F-7CF3-FBE3-21CE-2551CCAABA0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85047" y="4305262"/>
                  <a:ext cx="185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E5EEE6-04B2-EC19-B4CF-5FFC89212EED}"/>
                    </a:ext>
                  </a:extLst>
                </p14:cNvPr>
                <p14:cNvContentPartPr/>
                <p14:nvPr/>
              </p14:nvContentPartPr>
              <p14:xfrm>
                <a:off x="2086367" y="4226422"/>
                <a:ext cx="284760" cy="202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E5EEE6-04B2-EC19-B4CF-5FFC89212EE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68367" y="4208782"/>
                  <a:ext cx="320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251B56-73D2-2C6D-6748-114910D9516F}"/>
                    </a:ext>
                  </a:extLst>
                </p14:cNvPr>
                <p14:cNvContentPartPr/>
                <p14:nvPr/>
              </p14:nvContentPartPr>
              <p14:xfrm>
                <a:off x="2458607" y="4336582"/>
                <a:ext cx="17640" cy="221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251B56-73D2-2C6D-6748-114910D9516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40607" y="4318942"/>
                  <a:ext cx="53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16EFBC4-3585-D527-AB6B-45C8BD694884}"/>
                    </a:ext>
                  </a:extLst>
                </p14:cNvPr>
                <p14:cNvContentPartPr/>
                <p14:nvPr/>
              </p14:nvContentPartPr>
              <p14:xfrm>
                <a:off x="2663807" y="4176742"/>
                <a:ext cx="157320" cy="117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16EFBC4-3585-D527-AB6B-45C8BD69488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46167" y="4159102"/>
                  <a:ext cx="192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7CFF2F1-2A71-31AC-8AA6-A8965EFA24D9}"/>
                    </a:ext>
                  </a:extLst>
                </p14:cNvPr>
                <p14:cNvContentPartPr/>
                <p14:nvPr/>
              </p14:nvContentPartPr>
              <p14:xfrm>
                <a:off x="2707007" y="4276822"/>
                <a:ext cx="216360" cy="71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7CFF2F1-2A71-31AC-8AA6-A8965EFA24D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89007" y="4258822"/>
                  <a:ext cx="252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1BD824-4F6A-526D-E30B-2505A60D40CF}"/>
                    </a:ext>
                  </a:extLst>
                </p14:cNvPr>
                <p14:cNvContentPartPr/>
                <p14:nvPr/>
              </p14:nvContentPartPr>
              <p14:xfrm>
                <a:off x="2993567" y="4064782"/>
                <a:ext cx="181800" cy="343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1BD824-4F6A-526D-E30B-2505A60D40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75927" y="4047142"/>
                  <a:ext cx="2174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9DB4FD3-2799-3A19-9047-59269F085BAD}"/>
                    </a:ext>
                  </a:extLst>
                </p14:cNvPr>
                <p14:cNvContentPartPr/>
                <p14:nvPr/>
              </p14:nvContentPartPr>
              <p14:xfrm>
                <a:off x="2910047" y="210622"/>
                <a:ext cx="271440" cy="329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9DB4FD3-2799-3A19-9047-59269F085B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92407" y="192622"/>
                  <a:ext cx="3070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5596797-D1C8-07B3-2683-54CE77672132}"/>
                    </a:ext>
                  </a:extLst>
                </p14:cNvPr>
                <p14:cNvContentPartPr/>
                <p14:nvPr/>
              </p14:nvContentPartPr>
              <p14:xfrm>
                <a:off x="3007967" y="369022"/>
                <a:ext cx="161280" cy="85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5596797-D1C8-07B3-2683-54CE7767213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89967" y="351382"/>
                  <a:ext cx="196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9C7783-58B3-B85E-54E9-FBB94B7F7A9B}"/>
                    </a:ext>
                  </a:extLst>
                </p14:cNvPr>
                <p14:cNvContentPartPr/>
                <p14:nvPr/>
              </p14:nvContentPartPr>
              <p14:xfrm>
                <a:off x="3308927" y="262102"/>
                <a:ext cx="39240" cy="191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9C7783-58B3-B85E-54E9-FBB94B7F7A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291287" y="244462"/>
                  <a:ext cx="74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B87293A-050C-99CE-1D8A-053BBBC56200}"/>
                    </a:ext>
                  </a:extLst>
                </p14:cNvPr>
                <p14:cNvContentPartPr/>
                <p14:nvPr/>
              </p14:nvContentPartPr>
              <p14:xfrm>
                <a:off x="3245207" y="216022"/>
                <a:ext cx="302400" cy="387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B87293A-050C-99CE-1D8A-053BBBC5620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227567" y="198022"/>
                  <a:ext cx="3380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05BE640-2A8D-7EBB-2C9C-A228E59CF447}"/>
                    </a:ext>
                  </a:extLst>
                </p14:cNvPr>
                <p14:cNvContentPartPr/>
                <p14:nvPr/>
              </p14:nvContentPartPr>
              <p14:xfrm>
                <a:off x="3112007" y="2546662"/>
                <a:ext cx="252360" cy="295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05BE640-2A8D-7EBB-2C9C-A228E59CF44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94367" y="2529022"/>
                  <a:ext cx="2880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AC2963-58A0-2052-627B-52FB66D672B0}"/>
                    </a:ext>
                  </a:extLst>
                </p14:cNvPr>
                <p14:cNvContentPartPr/>
                <p14:nvPr/>
              </p14:nvContentPartPr>
              <p14:xfrm>
                <a:off x="3432767" y="2566822"/>
                <a:ext cx="11160" cy="237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AC2963-58A0-2052-627B-52FB66D672B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14767" y="2548822"/>
                  <a:ext cx="468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79DA2E-F22E-009A-9303-80E8A9BBBE94}"/>
                    </a:ext>
                  </a:extLst>
                </p14:cNvPr>
                <p14:cNvContentPartPr/>
                <p14:nvPr/>
              </p14:nvContentPartPr>
              <p14:xfrm>
                <a:off x="3363287" y="2514622"/>
                <a:ext cx="206280" cy="327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79DA2E-F22E-009A-9303-80E8A9BBBE9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45647" y="2496982"/>
                  <a:ext cx="2419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BDD321-A37C-3286-74C7-6DEBD3153C07}"/>
                    </a:ext>
                  </a:extLst>
                </p14:cNvPr>
                <p14:cNvContentPartPr/>
                <p14:nvPr/>
              </p14:nvContentPartPr>
              <p14:xfrm>
                <a:off x="5945207" y="327982"/>
                <a:ext cx="4604400" cy="3671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BDD321-A37C-3286-74C7-6DEBD3153C0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27207" y="310342"/>
                  <a:ext cx="4640040" cy="37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D83838D-374C-6773-3012-333E3005197D}"/>
                  </a:ext>
                </a:extLst>
              </p14:cNvPr>
              <p14:cNvContentPartPr/>
              <p14:nvPr/>
            </p14:nvContentPartPr>
            <p14:xfrm>
              <a:off x="6166607" y="3992782"/>
              <a:ext cx="227880" cy="15861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D83838D-374C-6773-3012-333E3005197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148607" y="3975142"/>
                <a:ext cx="263520" cy="16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127197E-2948-77B6-1F1A-B940E3EE1374}"/>
                  </a:ext>
                </a:extLst>
              </p14:cNvPr>
              <p14:cNvContentPartPr/>
              <p14:nvPr/>
            </p14:nvContentPartPr>
            <p14:xfrm>
              <a:off x="6976247" y="3874342"/>
              <a:ext cx="68400" cy="2419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127197E-2948-77B6-1F1A-B940E3EE137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958247" y="3856702"/>
                <a:ext cx="1040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AEF77F9-B2C7-2F26-AFBA-0881FFDBB9A0}"/>
                  </a:ext>
                </a:extLst>
              </p14:cNvPr>
              <p14:cNvContentPartPr/>
              <p14:nvPr/>
            </p14:nvContentPartPr>
            <p14:xfrm>
              <a:off x="8036087" y="3867862"/>
              <a:ext cx="29880" cy="2232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AEF77F9-B2C7-2F26-AFBA-0881FFDBB9A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018447" y="3849862"/>
                <a:ext cx="655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FBD10F8-B4C3-F1F5-701B-050E943D58E8}"/>
                  </a:ext>
                </a:extLst>
              </p14:cNvPr>
              <p14:cNvContentPartPr/>
              <p14:nvPr/>
            </p14:nvContentPartPr>
            <p14:xfrm>
              <a:off x="9097007" y="3808102"/>
              <a:ext cx="88200" cy="4971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FBD10F8-B4C3-F1F5-701B-050E943D58E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079007" y="3790102"/>
                <a:ext cx="12384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C3AAFE1-2B95-6B18-695C-B8AC356C7E20}"/>
                  </a:ext>
                </a:extLst>
              </p14:cNvPr>
              <p14:cNvContentPartPr/>
              <p14:nvPr/>
            </p14:nvContentPartPr>
            <p14:xfrm>
              <a:off x="10108247" y="3818182"/>
              <a:ext cx="29520" cy="3178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C3AAFE1-2B95-6B18-695C-B8AC356C7E2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090247" y="3800542"/>
                <a:ext cx="65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13AD3560-FDD9-7939-1C9E-243B47AFBD2D}"/>
                  </a:ext>
                </a:extLst>
              </p14:cNvPr>
              <p14:cNvContentPartPr/>
              <p14:nvPr/>
            </p14:nvContentPartPr>
            <p14:xfrm>
              <a:off x="5925407" y="3029422"/>
              <a:ext cx="326160" cy="579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13AD3560-FDD9-7939-1C9E-243B47AFBD2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907407" y="3011422"/>
                <a:ext cx="36180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83AF5F1-4E3A-60A1-5208-CD4A8CEA51BE}"/>
                  </a:ext>
                </a:extLst>
              </p14:cNvPr>
              <p14:cNvContentPartPr/>
              <p14:nvPr/>
            </p14:nvContentPartPr>
            <p14:xfrm>
              <a:off x="5792567" y="1297462"/>
              <a:ext cx="239040" cy="99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83AF5F1-4E3A-60A1-5208-CD4A8CEA51B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74567" y="1279822"/>
                <a:ext cx="2746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CC3EDD8-BEB0-8415-154B-6BE7000219EC}"/>
                  </a:ext>
                </a:extLst>
              </p14:cNvPr>
              <p14:cNvContentPartPr/>
              <p14:nvPr/>
            </p14:nvContentPartPr>
            <p14:xfrm>
              <a:off x="5835767" y="524542"/>
              <a:ext cx="315720" cy="644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CC3EDD8-BEB0-8415-154B-6BE7000219E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817767" y="506542"/>
                <a:ext cx="3513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4DB2452-A445-9350-6D06-A0429F64B034}"/>
                  </a:ext>
                </a:extLst>
              </p14:cNvPr>
              <p14:cNvContentPartPr/>
              <p14:nvPr/>
            </p14:nvContentPartPr>
            <p14:xfrm>
              <a:off x="6190367" y="4628182"/>
              <a:ext cx="237600" cy="187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4DB2452-A445-9350-6D06-A0429F64B03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72727" y="4610182"/>
                <a:ext cx="2732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6C5869B-8058-B070-CB17-DDBA5F3571E2}"/>
              </a:ext>
            </a:extLst>
          </p:cNvPr>
          <p:cNvGrpSpPr/>
          <p:nvPr/>
        </p:nvGrpSpPr>
        <p:grpSpPr>
          <a:xfrm>
            <a:off x="6032687" y="4481302"/>
            <a:ext cx="436680" cy="357840"/>
            <a:chOff x="6032687" y="4481302"/>
            <a:chExt cx="43668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D1629FA-19B6-2295-0F9A-98DA7D8C2A23}"/>
                    </a:ext>
                  </a:extLst>
                </p14:cNvPr>
                <p14:cNvContentPartPr/>
                <p14:nvPr/>
              </p14:nvContentPartPr>
              <p14:xfrm>
                <a:off x="6293687" y="4582102"/>
                <a:ext cx="39240" cy="51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D1629FA-19B6-2295-0F9A-98DA7D8C2A2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76047" y="4564462"/>
                  <a:ext cx="74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76CB158-B673-F5AD-0995-1DC045FF2765}"/>
                    </a:ext>
                  </a:extLst>
                </p14:cNvPr>
                <p14:cNvContentPartPr/>
                <p14:nvPr/>
              </p14:nvContentPartPr>
              <p14:xfrm>
                <a:off x="6032687" y="4481302"/>
                <a:ext cx="384120" cy="357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76CB158-B673-F5AD-0995-1DC045FF276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14687" y="4463302"/>
                  <a:ext cx="4197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2490A69-0FAE-882A-EAEE-4943EA3AF5D3}"/>
                    </a:ext>
                  </a:extLst>
                </p14:cNvPr>
                <p14:cNvContentPartPr/>
                <p14:nvPr/>
              </p14:nvContentPartPr>
              <p14:xfrm>
                <a:off x="6461087" y="4696582"/>
                <a:ext cx="8280" cy="3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2490A69-0FAE-882A-EAEE-4943EA3AF5D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43087" y="4678942"/>
                  <a:ext cx="43920" cy="396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49EF6FC-CA29-C631-43F0-03340E87E28A}"/>
              </a:ext>
            </a:extLst>
          </p:cNvPr>
          <p:cNvCxnSpPr>
            <a:cxnSpLocks/>
          </p:cNvCxnSpPr>
          <p:nvPr/>
        </p:nvCxnSpPr>
        <p:spPr>
          <a:xfrm flipV="1">
            <a:off x="5382072" y="1396822"/>
            <a:ext cx="4535179" cy="4065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AC42398-5378-6DF9-9849-8E241ABF3CFC}"/>
              </a:ext>
            </a:extLst>
          </p:cNvPr>
          <p:cNvGrpSpPr/>
          <p:nvPr/>
        </p:nvGrpSpPr>
        <p:grpSpPr>
          <a:xfrm>
            <a:off x="6102887" y="4997542"/>
            <a:ext cx="146160" cy="310320"/>
            <a:chOff x="6102887" y="4997542"/>
            <a:chExt cx="14616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19530F-138D-882B-76E7-62676DFA59C6}"/>
                    </a:ext>
                  </a:extLst>
                </p14:cNvPr>
                <p14:cNvContentPartPr/>
                <p14:nvPr/>
              </p14:nvContentPartPr>
              <p14:xfrm>
                <a:off x="6105047" y="4997542"/>
                <a:ext cx="144000" cy="310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19530F-138D-882B-76E7-62676DFA59C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87407" y="4979902"/>
                  <a:ext cx="1796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A8FE0B-346A-E3EE-213C-94332F6FB330}"/>
                    </a:ext>
                  </a:extLst>
                </p14:cNvPr>
                <p14:cNvContentPartPr/>
                <p14:nvPr/>
              </p14:nvContentPartPr>
              <p14:xfrm>
                <a:off x="6102887" y="5087542"/>
                <a:ext cx="122040" cy="96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A8FE0B-346A-E3EE-213C-94332F6FB33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84887" y="5069902"/>
                  <a:ext cx="15768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D57F281-F0CA-278A-120F-4DC0859A9FD6}"/>
              </a:ext>
            </a:extLst>
          </p:cNvPr>
          <p:cNvGrpSpPr/>
          <p:nvPr/>
        </p:nvGrpSpPr>
        <p:grpSpPr>
          <a:xfrm>
            <a:off x="6871127" y="3812422"/>
            <a:ext cx="564480" cy="678600"/>
            <a:chOff x="6871127" y="3812422"/>
            <a:chExt cx="564480" cy="67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C9B6F1A-4F61-22AF-4CEB-659252D4D287}"/>
                    </a:ext>
                  </a:extLst>
                </p14:cNvPr>
                <p14:cNvContentPartPr/>
                <p14:nvPr/>
              </p14:nvContentPartPr>
              <p14:xfrm>
                <a:off x="6871127" y="3812422"/>
                <a:ext cx="347760" cy="348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C9B6F1A-4F61-22AF-4CEB-659252D4D28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53127" y="3794782"/>
                  <a:ext cx="3834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136C7B-6CE7-70F8-B827-8D728C192D62}"/>
                    </a:ext>
                  </a:extLst>
                </p14:cNvPr>
                <p14:cNvContentPartPr/>
                <p14:nvPr/>
              </p14:nvContentPartPr>
              <p14:xfrm>
                <a:off x="6987407" y="3996022"/>
                <a:ext cx="109800" cy="42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E136C7B-6CE7-70F8-B827-8D728C192D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969407" y="3978022"/>
                  <a:ext cx="145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12E9CCB-3E33-E761-745C-299F4328EA41}"/>
                    </a:ext>
                  </a:extLst>
                </p14:cNvPr>
                <p14:cNvContentPartPr/>
                <p14:nvPr/>
              </p14:nvContentPartPr>
              <p14:xfrm>
                <a:off x="7215287" y="4212382"/>
                <a:ext cx="11160" cy="278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12E9CCB-3E33-E761-745C-299F4328EA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97287" y="4194382"/>
                  <a:ext cx="46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2CD83A3-74E0-870C-119A-44115B98B738}"/>
                    </a:ext>
                  </a:extLst>
                </p14:cNvPr>
                <p14:cNvContentPartPr/>
                <p14:nvPr/>
              </p14:nvContentPartPr>
              <p14:xfrm>
                <a:off x="7211327" y="4160542"/>
                <a:ext cx="224280" cy="295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2CD83A3-74E0-870C-119A-44115B98B7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93327" y="4142902"/>
                  <a:ext cx="25992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C3D347B-670E-ACC8-CC48-2DE69FC8A88D}"/>
                  </a:ext>
                </a:extLst>
              </p14:cNvPr>
              <p14:cNvContentPartPr/>
              <p14:nvPr/>
            </p14:nvContentPartPr>
            <p14:xfrm>
              <a:off x="7159487" y="4685062"/>
              <a:ext cx="24840" cy="1900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C3D347B-670E-ACC8-CC48-2DE69FC8A88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141487" y="4667422"/>
                <a:ext cx="604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6353EA1-959C-4CC3-5183-0BC0165AE262}"/>
                  </a:ext>
                </a:extLst>
              </p14:cNvPr>
              <p14:cNvContentPartPr/>
              <p14:nvPr/>
            </p14:nvContentPartPr>
            <p14:xfrm>
              <a:off x="8058407" y="4574902"/>
              <a:ext cx="310680" cy="2142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6353EA1-959C-4CC3-5183-0BC0165AE262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040767" y="4557262"/>
                <a:ext cx="3463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5ED3B37-82AB-3DE0-131C-F12828C941F5}"/>
                  </a:ext>
                </a:extLst>
              </p14:cNvPr>
              <p14:cNvContentPartPr/>
              <p14:nvPr/>
            </p14:nvContentPartPr>
            <p14:xfrm>
              <a:off x="8952287" y="4452502"/>
              <a:ext cx="176400" cy="2509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5ED3B37-82AB-3DE0-131C-F12828C941F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934647" y="4434502"/>
                <a:ext cx="2120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9EADA6A-6278-8253-75CB-540B7ADABDD1}"/>
                  </a:ext>
                </a:extLst>
              </p14:cNvPr>
              <p14:cNvContentPartPr/>
              <p14:nvPr/>
            </p14:nvContentPartPr>
            <p14:xfrm>
              <a:off x="5458847" y="3019342"/>
              <a:ext cx="29520" cy="2102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9EADA6A-6278-8253-75CB-540B7ADABDD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440847" y="3001342"/>
                <a:ext cx="65160" cy="24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06BFAE2-0957-7D4E-8308-F0B195BB3A5B}"/>
              </a:ext>
            </a:extLst>
          </p:cNvPr>
          <p:cNvGrpSpPr/>
          <p:nvPr/>
        </p:nvGrpSpPr>
        <p:grpSpPr>
          <a:xfrm>
            <a:off x="5421767" y="2091622"/>
            <a:ext cx="660240" cy="286200"/>
            <a:chOff x="5421767" y="2091622"/>
            <a:chExt cx="66024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3163D93-D090-F0D0-760B-212F1A426256}"/>
                    </a:ext>
                  </a:extLst>
                </p14:cNvPr>
                <p14:cNvContentPartPr/>
                <p14:nvPr/>
              </p14:nvContentPartPr>
              <p14:xfrm>
                <a:off x="5862767" y="2091622"/>
                <a:ext cx="9360" cy="16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3163D93-D090-F0D0-760B-212F1A42625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45127" y="2073982"/>
                  <a:ext cx="45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6FE45A8-64AE-0947-BB47-96E05072C58A}"/>
                    </a:ext>
                  </a:extLst>
                </p14:cNvPr>
                <p14:cNvContentPartPr/>
                <p14:nvPr/>
              </p14:nvContentPartPr>
              <p14:xfrm>
                <a:off x="5825327" y="2128702"/>
                <a:ext cx="256680" cy="47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6FE45A8-64AE-0947-BB47-96E05072C58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07687" y="2111062"/>
                  <a:ext cx="292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4939935-F096-B226-E164-017A8AFC0E40}"/>
                    </a:ext>
                  </a:extLst>
                </p14:cNvPr>
                <p14:cNvContentPartPr/>
                <p14:nvPr/>
              </p14:nvContentPartPr>
              <p14:xfrm>
                <a:off x="5421767" y="2166862"/>
                <a:ext cx="234360" cy="210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4939935-F096-B226-E164-017A8AFC0E4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04127" y="2148862"/>
                  <a:ext cx="27000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5900F67-F22C-2DE6-8D34-EC2C025AFB74}"/>
              </a:ext>
            </a:extLst>
          </p:cNvPr>
          <p:cNvGrpSpPr/>
          <p:nvPr/>
        </p:nvGrpSpPr>
        <p:grpSpPr>
          <a:xfrm>
            <a:off x="5420327" y="1141222"/>
            <a:ext cx="756000" cy="525240"/>
            <a:chOff x="5420327" y="1141222"/>
            <a:chExt cx="756000" cy="5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250A6B-253C-FBB9-5566-ADA75E1441E3}"/>
                    </a:ext>
                  </a:extLst>
                </p14:cNvPr>
                <p14:cNvContentPartPr/>
                <p14:nvPr/>
              </p14:nvContentPartPr>
              <p14:xfrm>
                <a:off x="5420327" y="1317982"/>
                <a:ext cx="159120" cy="226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250A6B-253C-FBB9-5566-ADA75E1441E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02687" y="1300342"/>
                  <a:ext cx="194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7AC270F-D0C9-7733-8A5C-D9C166E39A20}"/>
                    </a:ext>
                  </a:extLst>
                </p14:cNvPr>
                <p14:cNvContentPartPr/>
                <p14:nvPr/>
              </p14:nvContentPartPr>
              <p14:xfrm>
                <a:off x="5963927" y="1287742"/>
                <a:ext cx="6480" cy="19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7AC270F-D0C9-7733-8A5C-D9C166E39A2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945927" y="1269742"/>
                  <a:ext cx="4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7DA826F-6ECF-07F7-9D93-85340587831C}"/>
                    </a:ext>
                  </a:extLst>
                </p14:cNvPr>
                <p14:cNvContentPartPr/>
                <p14:nvPr/>
              </p14:nvContentPartPr>
              <p14:xfrm>
                <a:off x="5780687" y="1141222"/>
                <a:ext cx="390600" cy="446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7DA826F-6ECF-07F7-9D93-85340587831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63047" y="1123582"/>
                  <a:ext cx="42624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4B0F23B-A276-AB76-8885-5BF0CD8330A6}"/>
                    </a:ext>
                  </a:extLst>
                </p14:cNvPr>
                <p14:cNvContentPartPr/>
                <p14:nvPr/>
              </p14:nvContentPartPr>
              <p14:xfrm>
                <a:off x="6166607" y="1659262"/>
                <a:ext cx="9720" cy="7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4B0F23B-A276-AB76-8885-5BF0CD8330A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48607" y="1641622"/>
                  <a:ext cx="45360" cy="428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BDAD0CF-3407-0BE0-93B0-FDA08FBC65DC}"/>
              </a:ext>
            </a:extLst>
          </p:cNvPr>
          <p:cNvCxnSpPr/>
          <p:nvPr/>
        </p:nvCxnSpPr>
        <p:spPr>
          <a:xfrm>
            <a:off x="5695055" y="1135329"/>
            <a:ext cx="3890803" cy="32341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B473716-2C36-3F00-B9D2-34D79E381533}"/>
              </a:ext>
            </a:extLst>
          </p:cNvPr>
          <p:cNvGrpSpPr/>
          <p:nvPr/>
        </p:nvGrpSpPr>
        <p:grpSpPr>
          <a:xfrm>
            <a:off x="8897927" y="3666622"/>
            <a:ext cx="720360" cy="507600"/>
            <a:chOff x="8897927" y="3666622"/>
            <a:chExt cx="720360" cy="50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E6A928D-73CB-DB53-8B1E-536727EF2CB2}"/>
                    </a:ext>
                  </a:extLst>
                </p14:cNvPr>
                <p14:cNvContentPartPr/>
                <p14:nvPr/>
              </p14:nvContentPartPr>
              <p14:xfrm>
                <a:off x="9110687" y="3937342"/>
                <a:ext cx="35280" cy="23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E6A928D-73CB-DB53-8B1E-536727EF2CB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93047" y="3919342"/>
                  <a:ext cx="70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F1F66BC-5767-2A3C-A43F-8E29B80FBF56}"/>
                    </a:ext>
                  </a:extLst>
                </p14:cNvPr>
                <p14:cNvContentPartPr/>
                <p14:nvPr/>
              </p14:nvContentPartPr>
              <p14:xfrm>
                <a:off x="8897927" y="3698302"/>
                <a:ext cx="428040" cy="475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F1F66BC-5767-2A3C-A43F-8E29B80FBF5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880287" y="3680662"/>
                  <a:ext cx="46368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FA4EBB2-E973-DA40-59B2-51C835065033}"/>
                    </a:ext>
                  </a:extLst>
                </p14:cNvPr>
                <p14:cNvContentPartPr/>
                <p14:nvPr/>
              </p14:nvContentPartPr>
              <p14:xfrm>
                <a:off x="9226247" y="4140022"/>
                <a:ext cx="54720" cy="15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FA4EBB2-E973-DA40-59B2-51C83506503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208247" y="4122382"/>
                  <a:ext cx="90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C92AA90-5800-9381-9F29-BB0B49AF3EA3}"/>
                    </a:ext>
                  </a:extLst>
                </p14:cNvPr>
                <p14:cNvContentPartPr/>
                <p14:nvPr/>
              </p14:nvContentPartPr>
              <p14:xfrm>
                <a:off x="9449087" y="3666622"/>
                <a:ext cx="169200" cy="171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C92AA90-5800-9381-9F29-BB0B49AF3EA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31087" y="3648982"/>
                  <a:ext cx="20484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5DDDA73-4897-9EC3-AE92-3A361CF0016B}"/>
              </a:ext>
            </a:extLst>
          </p:cNvPr>
          <p:cNvGrpSpPr/>
          <p:nvPr/>
        </p:nvGrpSpPr>
        <p:grpSpPr>
          <a:xfrm>
            <a:off x="6121607" y="857182"/>
            <a:ext cx="192600" cy="306360"/>
            <a:chOff x="6121607" y="857182"/>
            <a:chExt cx="19260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3C0527A-5662-6562-891E-87A0F004E336}"/>
                    </a:ext>
                  </a:extLst>
                </p14:cNvPr>
                <p14:cNvContentPartPr/>
                <p14:nvPr/>
              </p14:nvContentPartPr>
              <p14:xfrm>
                <a:off x="6132047" y="896782"/>
                <a:ext cx="26640" cy="149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3C0527A-5662-6562-891E-87A0F004E33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14407" y="879142"/>
                  <a:ext cx="62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A374B8F-B237-E260-0887-92B395FF1963}"/>
                    </a:ext>
                  </a:extLst>
                </p14:cNvPr>
                <p14:cNvContentPartPr/>
                <p14:nvPr/>
              </p14:nvContentPartPr>
              <p14:xfrm>
                <a:off x="6121607" y="857182"/>
                <a:ext cx="192600" cy="306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A374B8F-B237-E260-0887-92B395FF196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03607" y="839182"/>
                  <a:ext cx="22824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7787F0F-B318-3CDD-DF30-2A4D5B2D4453}"/>
              </a:ext>
            </a:extLst>
          </p:cNvPr>
          <p:cNvGrpSpPr/>
          <p:nvPr/>
        </p:nvGrpSpPr>
        <p:grpSpPr>
          <a:xfrm>
            <a:off x="8047247" y="174622"/>
            <a:ext cx="892080" cy="366120"/>
            <a:chOff x="8047247" y="174622"/>
            <a:chExt cx="89208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8893394-58C2-7DD9-A545-CBD43F3560DE}"/>
                    </a:ext>
                  </a:extLst>
                </p14:cNvPr>
                <p14:cNvContentPartPr/>
                <p14:nvPr/>
              </p14:nvContentPartPr>
              <p14:xfrm>
                <a:off x="8047247" y="251662"/>
                <a:ext cx="167400" cy="187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8893394-58C2-7DD9-A545-CBD43F3560D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29607" y="233662"/>
                  <a:ext cx="203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34E8EE6-CAA0-655D-6858-9B74EFE6FE9F}"/>
                    </a:ext>
                  </a:extLst>
                </p14:cNvPr>
                <p14:cNvContentPartPr/>
                <p14:nvPr/>
              </p14:nvContentPartPr>
              <p14:xfrm>
                <a:off x="8298167" y="397102"/>
                <a:ext cx="18360" cy="143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34E8EE6-CAA0-655D-6858-9B74EFE6FE9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80167" y="379102"/>
                  <a:ext cx="54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7571065-C6BF-D4AB-387C-3BBED5D3AFC6}"/>
                    </a:ext>
                  </a:extLst>
                </p14:cNvPr>
                <p14:cNvContentPartPr/>
                <p14:nvPr/>
              </p14:nvContentPartPr>
              <p14:xfrm>
                <a:off x="8408687" y="174622"/>
                <a:ext cx="158040" cy="226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7571065-C6BF-D4AB-387C-3BBED5D3AFC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90687" y="156622"/>
                  <a:ext cx="193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19E6E85-919D-5FD0-F355-C4A179C04C37}"/>
                    </a:ext>
                  </a:extLst>
                </p14:cNvPr>
                <p14:cNvContentPartPr/>
                <p14:nvPr/>
              </p14:nvContentPartPr>
              <p14:xfrm>
                <a:off x="8516687" y="385222"/>
                <a:ext cx="104040" cy="130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19E6E85-919D-5FD0-F355-C4A179C04C3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99047" y="367582"/>
                  <a:ext cx="139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B280446-9133-75B1-AEE4-2638B094FDA0}"/>
                    </a:ext>
                  </a:extLst>
                </p14:cNvPr>
                <p14:cNvContentPartPr/>
                <p14:nvPr/>
              </p14:nvContentPartPr>
              <p14:xfrm>
                <a:off x="8758247" y="177142"/>
                <a:ext cx="181080" cy="249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B280446-9133-75B1-AEE4-2638B094FD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40607" y="159142"/>
                  <a:ext cx="21672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9C5F8BA-CB16-638B-39ED-1B82F405689C}"/>
              </a:ext>
            </a:extLst>
          </p:cNvPr>
          <p:cNvGrpSpPr/>
          <p:nvPr/>
        </p:nvGrpSpPr>
        <p:grpSpPr>
          <a:xfrm>
            <a:off x="9265127" y="68422"/>
            <a:ext cx="1444680" cy="479880"/>
            <a:chOff x="9265127" y="68422"/>
            <a:chExt cx="144468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A0766DA-393B-7033-BDDF-19E2D7C77149}"/>
                    </a:ext>
                  </a:extLst>
                </p14:cNvPr>
                <p14:cNvContentPartPr/>
                <p14:nvPr/>
              </p14:nvContentPartPr>
              <p14:xfrm>
                <a:off x="9265127" y="444982"/>
                <a:ext cx="45720" cy="103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A0766DA-393B-7033-BDDF-19E2D7C771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47127" y="427342"/>
                  <a:ext cx="81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7FEDF4F-F2A7-27C1-BEB2-B0C730B191D0}"/>
                    </a:ext>
                  </a:extLst>
                </p14:cNvPr>
                <p14:cNvContentPartPr/>
                <p14:nvPr/>
              </p14:nvContentPartPr>
              <p14:xfrm>
                <a:off x="9502727" y="237982"/>
                <a:ext cx="227880" cy="176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7FEDF4F-F2A7-27C1-BEB2-B0C730B191D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84727" y="220342"/>
                  <a:ext cx="263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C601E84-C427-43F2-F72E-3650058BC8FD}"/>
                    </a:ext>
                  </a:extLst>
                </p14:cNvPr>
                <p14:cNvContentPartPr/>
                <p14:nvPr/>
              </p14:nvContentPartPr>
              <p14:xfrm>
                <a:off x="9819167" y="353542"/>
                <a:ext cx="173880" cy="145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C601E84-C427-43F2-F72E-3650058BC8F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01167" y="335902"/>
                  <a:ext cx="209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FCD3A55-4BAE-BA91-C71B-AC50C0BD72B9}"/>
                    </a:ext>
                  </a:extLst>
                </p14:cNvPr>
                <p14:cNvContentPartPr/>
                <p14:nvPr/>
              </p14:nvContentPartPr>
              <p14:xfrm>
                <a:off x="10004567" y="113062"/>
                <a:ext cx="213120" cy="322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FCD3A55-4BAE-BA91-C71B-AC50C0BD72B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86567" y="95422"/>
                  <a:ext cx="248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3FA0BA1-7D42-DA4E-18EF-55736E30D75C}"/>
                    </a:ext>
                  </a:extLst>
                </p14:cNvPr>
                <p14:cNvContentPartPr/>
                <p14:nvPr/>
              </p14:nvContentPartPr>
              <p14:xfrm>
                <a:off x="10282487" y="68422"/>
                <a:ext cx="427320" cy="267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3FA0BA1-7D42-DA4E-18EF-55736E30D75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64847" y="50422"/>
                  <a:ext cx="46296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1E48157-2633-8836-5D26-2F972E775ECF}"/>
              </a:ext>
            </a:extLst>
          </p:cNvPr>
          <p:cNvGrpSpPr/>
          <p:nvPr/>
        </p:nvGrpSpPr>
        <p:grpSpPr>
          <a:xfrm>
            <a:off x="6152927" y="3937342"/>
            <a:ext cx="22680" cy="21960"/>
            <a:chOff x="6152927" y="3937342"/>
            <a:chExt cx="22680" cy="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35D08BC-3113-F037-ECCA-E0BAF0A34915}"/>
                    </a:ext>
                  </a:extLst>
                </p14:cNvPr>
                <p14:cNvContentPartPr/>
                <p14:nvPr/>
              </p14:nvContentPartPr>
              <p14:xfrm>
                <a:off x="6174527" y="3958942"/>
                <a:ext cx="360" cy="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35D08BC-3113-F037-ECCA-E0BAF0A3491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156887" y="39409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F77A312-A3D9-1880-EF06-B38F27F8E3D4}"/>
                    </a:ext>
                  </a:extLst>
                </p14:cNvPr>
                <p14:cNvContentPartPr/>
                <p14:nvPr/>
              </p14:nvContentPartPr>
              <p14:xfrm>
                <a:off x="6175247" y="3951382"/>
                <a:ext cx="360" cy="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F77A312-A3D9-1880-EF06-B38F27F8E3D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157247" y="39337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E0D2B10-84DA-AAE5-60AE-E3E723AF5ED6}"/>
                    </a:ext>
                  </a:extLst>
                </p14:cNvPr>
                <p14:cNvContentPartPr/>
                <p14:nvPr/>
              </p14:nvContentPartPr>
              <p14:xfrm>
                <a:off x="6152927" y="3937342"/>
                <a:ext cx="10800" cy="14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E0D2B10-84DA-AAE5-60AE-E3E723AF5ED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135287" y="3919342"/>
                  <a:ext cx="4644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37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0D5DEB0-CABA-30A4-91A1-CB8B72F5C959}"/>
                  </a:ext>
                </a:extLst>
              </p14:cNvPr>
              <p14:cNvContentPartPr/>
              <p14:nvPr/>
            </p14:nvContentPartPr>
            <p14:xfrm>
              <a:off x="6179927" y="3847342"/>
              <a:ext cx="7200" cy="334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0D5DEB0-CABA-30A4-91A1-CB8B72F5C959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6148607" y="3816022"/>
                <a:ext cx="698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3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CAE8D836-C325-33F1-2CD0-EB4F1C11AA7B}"/>
                  </a:ext>
                </a:extLst>
              </p14:cNvPr>
              <p14:cNvContentPartPr/>
              <p14:nvPr/>
            </p14:nvContentPartPr>
            <p14:xfrm>
              <a:off x="6208007" y="1552342"/>
              <a:ext cx="3502080" cy="23889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CAE8D836-C325-33F1-2CD0-EB4F1C11AA7B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6176687" y="1521022"/>
                <a:ext cx="3564720" cy="24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4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FC11B99-1558-1FE2-01C1-8731477FCD12}"/>
                  </a:ext>
                </a:extLst>
              </p14:cNvPr>
              <p14:cNvContentPartPr/>
              <p14:nvPr/>
            </p14:nvContentPartPr>
            <p14:xfrm>
              <a:off x="6125207" y="1400062"/>
              <a:ext cx="3295440" cy="26251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FC11B99-1558-1FE2-01C1-8731477FCD12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6093887" y="1368742"/>
                <a:ext cx="3358080" cy="268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A56D7C8-963F-9DA8-4D24-8CA119CAD2E6}"/>
              </a:ext>
            </a:extLst>
          </p:cNvPr>
          <p:cNvGrpSpPr/>
          <p:nvPr/>
        </p:nvGrpSpPr>
        <p:grpSpPr>
          <a:xfrm>
            <a:off x="6042767" y="828022"/>
            <a:ext cx="4623840" cy="3075840"/>
            <a:chOff x="6042767" y="828022"/>
            <a:chExt cx="4623840" cy="3075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840729C-3BA6-9714-64C1-8F88A6518214}"/>
                    </a:ext>
                  </a:extLst>
                </p14:cNvPr>
                <p14:cNvContentPartPr/>
                <p14:nvPr/>
              </p14:nvContentPartPr>
              <p14:xfrm>
                <a:off x="6042767" y="889222"/>
                <a:ext cx="1096560" cy="497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840729C-3BA6-9714-64C1-8F88A651821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011447" y="857902"/>
                  <a:ext cx="115920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152206C-0C9D-3F47-79DA-60411180F97A}"/>
                    </a:ext>
                  </a:extLst>
                </p14:cNvPr>
                <p14:cNvContentPartPr/>
                <p14:nvPr/>
              </p14:nvContentPartPr>
              <p14:xfrm>
                <a:off x="6253007" y="943582"/>
                <a:ext cx="1251360" cy="561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152206C-0C9D-3F47-79DA-60411180F97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221687" y="912262"/>
                  <a:ext cx="131400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9B8C05-751E-A661-B71D-43E8FCDDA466}"/>
                    </a:ext>
                  </a:extLst>
                </p14:cNvPr>
                <p14:cNvContentPartPr/>
                <p14:nvPr/>
              </p14:nvContentPartPr>
              <p14:xfrm>
                <a:off x="6343007" y="1071382"/>
                <a:ext cx="1429920" cy="585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9B8C05-751E-A661-B71D-43E8FCDDA46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311687" y="1040062"/>
                  <a:ext cx="149256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01AC965-0EE0-0556-B887-D1B033C04350}"/>
                    </a:ext>
                  </a:extLst>
                </p14:cNvPr>
                <p14:cNvContentPartPr/>
                <p14:nvPr/>
              </p14:nvContentPartPr>
              <p14:xfrm>
                <a:off x="6618767" y="1165702"/>
                <a:ext cx="1710000" cy="534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01AC965-0EE0-0556-B887-D1B033C0435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587447" y="1134382"/>
                  <a:ext cx="17726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B2045B-374E-D041-93CF-988FA36A76D3}"/>
                    </a:ext>
                  </a:extLst>
                </p14:cNvPr>
                <p14:cNvContentPartPr/>
                <p14:nvPr/>
              </p14:nvContentPartPr>
              <p14:xfrm>
                <a:off x="6961847" y="1348942"/>
                <a:ext cx="1838880" cy="565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B2045B-374E-D041-93CF-988FA36A76D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930527" y="1317622"/>
                  <a:ext cx="190152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C4B7FB1-4804-BDA9-CD57-2918DD0F8EF1}"/>
                    </a:ext>
                  </a:extLst>
                </p14:cNvPr>
                <p14:cNvContentPartPr/>
                <p14:nvPr/>
              </p14:nvContentPartPr>
              <p14:xfrm>
                <a:off x="7245887" y="1586182"/>
                <a:ext cx="1891800" cy="486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C4B7FB1-4804-BDA9-CD57-2918DD0F8EF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214567" y="1554862"/>
                  <a:ext cx="19544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16F1F4-3027-A364-DF4F-014AF3F95F34}"/>
                    </a:ext>
                  </a:extLst>
                </p14:cNvPr>
                <p14:cNvContentPartPr/>
                <p14:nvPr/>
              </p14:nvContentPartPr>
              <p14:xfrm>
                <a:off x="7473767" y="1861222"/>
                <a:ext cx="1774440" cy="462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16F1F4-3027-A364-DF4F-014AF3F95F3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42447" y="1829902"/>
                  <a:ext cx="183708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70751EA-D59B-1260-281C-50F50AA606C2}"/>
                    </a:ext>
                  </a:extLst>
                </p14:cNvPr>
                <p14:cNvContentPartPr/>
                <p14:nvPr/>
              </p14:nvContentPartPr>
              <p14:xfrm>
                <a:off x="7563407" y="2217262"/>
                <a:ext cx="1909080" cy="406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70751EA-D59B-1260-281C-50F50AA606C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532087" y="2185942"/>
                  <a:ext cx="19717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CF822CE-D9D5-CB39-2EF8-B29147423B0B}"/>
                    </a:ext>
                  </a:extLst>
                </p14:cNvPr>
                <p14:cNvContentPartPr/>
                <p14:nvPr/>
              </p14:nvContentPartPr>
              <p14:xfrm>
                <a:off x="8216087" y="2605702"/>
                <a:ext cx="1274760" cy="202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CF822CE-D9D5-CB39-2EF8-B29147423B0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184767" y="2574382"/>
                  <a:ext cx="1337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55D3425-C2F3-4B2F-ECEA-2F2A3A30C776}"/>
                    </a:ext>
                  </a:extLst>
                </p14:cNvPr>
                <p14:cNvContentPartPr/>
                <p14:nvPr/>
              </p14:nvContentPartPr>
              <p14:xfrm>
                <a:off x="8320127" y="2894422"/>
                <a:ext cx="1317240" cy="244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55D3425-C2F3-4B2F-ECEA-2F2A3A30C77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288807" y="2863102"/>
                  <a:ext cx="13798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D8D4F14-BA9D-3C4C-0D10-B03279698886}"/>
                    </a:ext>
                  </a:extLst>
                </p14:cNvPr>
                <p14:cNvContentPartPr/>
                <p14:nvPr/>
              </p14:nvContentPartPr>
              <p14:xfrm>
                <a:off x="8574647" y="3185662"/>
                <a:ext cx="1025280" cy="1598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D8D4F14-BA9D-3C4C-0D10-B0327969888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543327" y="3154342"/>
                  <a:ext cx="10879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6A887CE-B75A-C02F-145A-6735B37E4F94}"/>
                    </a:ext>
                  </a:extLst>
                </p14:cNvPr>
                <p14:cNvContentPartPr/>
                <p14:nvPr/>
              </p14:nvContentPartPr>
              <p14:xfrm>
                <a:off x="8701727" y="3328222"/>
                <a:ext cx="1194480" cy="245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6A887CE-B75A-C02F-145A-6735B37E4F9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670407" y="3296902"/>
                  <a:ext cx="12571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98A34BE-9901-B628-E816-DEDC5D8DF1F6}"/>
                    </a:ext>
                  </a:extLst>
                </p14:cNvPr>
                <p14:cNvContentPartPr/>
                <p14:nvPr/>
              </p14:nvContentPartPr>
              <p14:xfrm>
                <a:off x="8859767" y="3529462"/>
                <a:ext cx="1091520" cy="184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98A34BE-9901-B628-E816-DEDC5D8DF1F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828447" y="3498142"/>
                  <a:ext cx="11541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97DB098-1F13-5052-F7E5-0E7DBF77E1E2}"/>
                    </a:ext>
                  </a:extLst>
                </p14:cNvPr>
                <p14:cNvContentPartPr/>
                <p14:nvPr/>
              </p14:nvContentPartPr>
              <p14:xfrm>
                <a:off x="9192407" y="3627022"/>
                <a:ext cx="1100880" cy="175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97DB098-1F13-5052-F7E5-0E7DBF77E1E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161087" y="3595702"/>
                  <a:ext cx="1163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7F765EB-A16B-3EFE-0F86-A2553E3E1AED}"/>
                    </a:ext>
                  </a:extLst>
                </p14:cNvPr>
                <p14:cNvContentPartPr/>
                <p14:nvPr/>
              </p14:nvContentPartPr>
              <p14:xfrm>
                <a:off x="9368447" y="3753382"/>
                <a:ext cx="1050480" cy="104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7F765EB-A16B-3EFE-0F86-A2553E3E1AE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337127" y="3722062"/>
                  <a:ext cx="1113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6C4211-8F39-5B6D-AC2A-E76556E3CBAF}"/>
                    </a:ext>
                  </a:extLst>
                </p14:cNvPr>
                <p14:cNvContentPartPr/>
                <p14:nvPr/>
              </p14:nvContentPartPr>
              <p14:xfrm>
                <a:off x="9413447" y="3790102"/>
                <a:ext cx="1253160" cy="687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6C4211-8F39-5B6D-AC2A-E76556E3CBA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382127" y="3758782"/>
                  <a:ext cx="1315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D09BB18-3F6D-6156-AF6B-7D4F2218594F}"/>
                    </a:ext>
                  </a:extLst>
                </p14:cNvPr>
                <p14:cNvContentPartPr/>
                <p14:nvPr/>
              </p14:nvContentPartPr>
              <p14:xfrm>
                <a:off x="9605327" y="3883342"/>
                <a:ext cx="776880" cy="205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D09BB18-3F6D-6156-AF6B-7D4F2218594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574007" y="3852022"/>
                  <a:ext cx="839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E1728F0-5264-7C88-18B3-A24B7131C73D}"/>
                    </a:ext>
                  </a:extLst>
                </p14:cNvPr>
                <p14:cNvContentPartPr/>
                <p14:nvPr/>
              </p14:nvContentPartPr>
              <p14:xfrm>
                <a:off x="6312407" y="828022"/>
                <a:ext cx="866520" cy="489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E1728F0-5264-7C88-18B3-A24B7131C73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281087" y="796702"/>
                  <a:ext cx="92916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090781D-65D1-9EA6-628E-6AF265C72ABE}"/>
                    </a:ext>
                  </a:extLst>
                </p14:cNvPr>
                <p14:cNvContentPartPr/>
                <p14:nvPr/>
              </p14:nvContentPartPr>
              <p14:xfrm>
                <a:off x="6351287" y="857902"/>
                <a:ext cx="1209600" cy="515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090781D-65D1-9EA6-628E-6AF265C72A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319967" y="826582"/>
                  <a:ext cx="127224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EA2CB44-CB9E-3970-719E-D5B365C41A69}"/>
                    </a:ext>
                  </a:extLst>
                </p14:cNvPr>
                <p14:cNvContentPartPr/>
                <p14:nvPr/>
              </p14:nvContentPartPr>
              <p14:xfrm>
                <a:off x="6837647" y="1134742"/>
                <a:ext cx="966960" cy="304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EA2CB44-CB9E-3970-719E-D5B365C41A6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806327" y="1103422"/>
                  <a:ext cx="10296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A303A8D-A2B0-43A1-8348-E3E2DCABE666}"/>
                    </a:ext>
                  </a:extLst>
                </p14:cNvPr>
                <p14:cNvContentPartPr/>
                <p14:nvPr/>
              </p14:nvContentPartPr>
              <p14:xfrm>
                <a:off x="7163807" y="1792822"/>
                <a:ext cx="391320" cy="124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A303A8D-A2B0-43A1-8348-E3E2DCABE66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132487" y="1761502"/>
                  <a:ext cx="4539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D3D612B-3148-1688-93CF-671FBCB9DB2A}"/>
              </a:ext>
            </a:extLst>
          </p:cNvPr>
          <p:cNvGrpSpPr/>
          <p:nvPr/>
        </p:nvGrpSpPr>
        <p:grpSpPr>
          <a:xfrm>
            <a:off x="8003687" y="3229222"/>
            <a:ext cx="136800" cy="309960"/>
            <a:chOff x="8003687" y="3229222"/>
            <a:chExt cx="13680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427119B-A5F0-FC18-AFAB-EA2B9320AEE8}"/>
                    </a:ext>
                  </a:extLst>
                </p14:cNvPr>
                <p14:cNvContentPartPr/>
                <p14:nvPr/>
              </p14:nvContentPartPr>
              <p14:xfrm>
                <a:off x="8026007" y="3244702"/>
                <a:ext cx="12240" cy="294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427119B-A5F0-FC18-AFAB-EA2B9320AEE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008367" y="3226702"/>
                  <a:ext cx="478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523AA54-1D3F-36DF-8FA8-5D118441CE5E}"/>
                    </a:ext>
                  </a:extLst>
                </p14:cNvPr>
                <p14:cNvContentPartPr/>
                <p14:nvPr/>
              </p14:nvContentPartPr>
              <p14:xfrm>
                <a:off x="8003687" y="3229222"/>
                <a:ext cx="136800" cy="112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523AA54-1D3F-36DF-8FA8-5D118441CE5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985687" y="3211222"/>
                  <a:ext cx="17244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23BBBE3-AEFD-BE6B-10E4-D33765067373}"/>
                  </a:ext>
                </a:extLst>
              </p14:cNvPr>
              <p14:cNvContentPartPr/>
              <p14:nvPr/>
            </p14:nvContentPartPr>
            <p14:xfrm>
              <a:off x="5971847" y="1315102"/>
              <a:ext cx="12240" cy="54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23BBBE3-AEFD-BE6B-10E4-D33765067373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5935847" y="1243462"/>
                <a:ext cx="838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039051D-5B2D-E814-3A45-C840E842F40A}"/>
                  </a:ext>
                </a:extLst>
              </p14:cNvPr>
              <p14:cNvContentPartPr/>
              <p14:nvPr/>
            </p14:nvContentPartPr>
            <p14:xfrm>
              <a:off x="5992007" y="1287382"/>
              <a:ext cx="3918240" cy="16542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039051D-5B2D-E814-3A45-C840E842F40A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5956367" y="1215742"/>
                <a:ext cx="3989880" cy="17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4364D8F-4064-6C13-540F-4A1D999C51DA}"/>
                  </a:ext>
                </a:extLst>
              </p14:cNvPr>
              <p14:cNvContentPartPr/>
              <p14:nvPr/>
            </p14:nvContentPartPr>
            <p14:xfrm>
              <a:off x="6076247" y="1098742"/>
              <a:ext cx="3258000" cy="15692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4364D8F-4064-6C13-540F-4A1D999C51DA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6040247" y="1026742"/>
                <a:ext cx="3329640" cy="17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CE480BCF-92E0-4286-7A25-10DA62BB956A}"/>
                  </a:ext>
                </a:extLst>
              </p14:cNvPr>
              <p14:cNvContentPartPr/>
              <p14:nvPr/>
            </p14:nvContentPartPr>
            <p14:xfrm>
              <a:off x="6204407" y="1176862"/>
              <a:ext cx="3576960" cy="11743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CE480BCF-92E0-4286-7A25-10DA62BB956A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6168407" y="1105222"/>
                <a:ext cx="3648600" cy="13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925637C-2F24-AB15-7F6B-B7878F994241}"/>
                  </a:ext>
                </a:extLst>
              </p14:cNvPr>
              <p14:cNvContentPartPr/>
              <p14:nvPr/>
            </p14:nvContentPartPr>
            <p14:xfrm>
              <a:off x="7041047" y="1310062"/>
              <a:ext cx="1224000" cy="125064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925637C-2F24-AB15-7F6B-B7878F994241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7005047" y="1238062"/>
                <a:ext cx="1295640" cy="13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D76126E-6FA7-8BDA-5C1C-32A222154800}"/>
                  </a:ext>
                </a:extLst>
              </p14:cNvPr>
              <p14:cNvContentPartPr/>
              <p14:nvPr/>
            </p14:nvContentPartPr>
            <p14:xfrm>
              <a:off x="377807" y="5235142"/>
              <a:ext cx="292320" cy="3254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D76126E-6FA7-8BDA-5C1C-32A222154800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360167" y="5217142"/>
                <a:ext cx="327960" cy="36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1A99638-DCB6-E380-093A-4B4CB37B24B6}"/>
              </a:ext>
            </a:extLst>
          </p:cNvPr>
          <p:cNvGrpSpPr/>
          <p:nvPr/>
        </p:nvGrpSpPr>
        <p:grpSpPr>
          <a:xfrm>
            <a:off x="1111127" y="5396062"/>
            <a:ext cx="629280" cy="216720"/>
            <a:chOff x="1111127" y="5396062"/>
            <a:chExt cx="62928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78ABAAF-08F7-0D8C-3468-22FC72049503}"/>
                    </a:ext>
                  </a:extLst>
                </p14:cNvPr>
                <p14:cNvContentPartPr/>
                <p14:nvPr/>
              </p14:nvContentPartPr>
              <p14:xfrm>
                <a:off x="1111127" y="5396062"/>
                <a:ext cx="421920" cy="197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78ABAAF-08F7-0D8C-3468-22FC7204950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93127" y="5378422"/>
                  <a:ext cx="457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2EF7AF3-CA97-70C0-3A8A-6D9D7610DD00}"/>
                    </a:ext>
                  </a:extLst>
                </p14:cNvPr>
                <p14:cNvContentPartPr/>
                <p14:nvPr/>
              </p14:nvContentPartPr>
              <p14:xfrm>
                <a:off x="1596407" y="5465182"/>
                <a:ext cx="144000" cy="147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2EF7AF3-CA97-70C0-3A8A-6D9D7610DD0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578407" y="5447182"/>
                  <a:ext cx="17964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176FF4F-4CC1-4828-789B-660125002289}"/>
              </a:ext>
            </a:extLst>
          </p:cNvPr>
          <p:cNvGrpSpPr/>
          <p:nvPr/>
        </p:nvGrpSpPr>
        <p:grpSpPr>
          <a:xfrm>
            <a:off x="2101487" y="5299942"/>
            <a:ext cx="471960" cy="309960"/>
            <a:chOff x="2101487" y="5299942"/>
            <a:chExt cx="47196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C641AA2-2FE8-948F-2CA4-1567A8EF62CE}"/>
                    </a:ext>
                  </a:extLst>
                </p14:cNvPr>
                <p14:cNvContentPartPr/>
                <p14:nvPr/>
              </p14:nvContentPartPr>
              <p14:xfrm>
                <a:off x="2101487" y="5299942"/>
                <a:ext cx="157680" cy="308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C641AA2-2FE8-948F-2CA4-1567A8EF62C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083487" y="5281942"/>
                  <a:ext cx="1933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12FF7A4-4601-E9B2-9104-B97AB43ED9B7}"/>
                    </a:ext>
                  </a:extLst>
                </p14:cNvPr>
                <p14:cNvContentPartPr/>
                <p14:nvPr/>
              </p14:nvContentPartPr>
              <p14:xfrm>
                <a:off x="2333687" y="5492902"/>
                <a:ext cx="239760" cy="117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12FF7A4-4601-E9B2-9104-B97AB43ED9B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315687" y="5474902"/>
                  <a:ext cx="2754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8EEA185-A619-EB56-A25D-8DBBCBF7DEC4}"/>
              </a:ext>
            </a:extLst>
          </p:cNvPr>
          <p:cNvGrpSpPr/>
          <p:nvPr/>
        </p:nvGrpSpPr>
        <p:grpSpPr>
          <a:xfrm>
            <a:off x="3004007" y="5247022"/>
            <a:ext cx="1647360" cy="439200"/>
            <a:chOff x="3004007" y="5247022"/>
            <a:chExt cx="164736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40BF103-F005-BDD1-3696-37988EA61F08}"/>
                    </a:ext>
                  </a:extLst>
                </p14:cNvPr>
                <p14:cNvContentPartPr/>
                <p14:nvPr/>
              </p14:nvContentPartPr>
              <p14:xfrm>
                <a:off x="3004007" y="5413342"/>
                <a:ext cx="26280" cy="165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40BF103-F005-BDD1-3696-37988EA61F0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986367" y="5395702"/>
                  <a:ext cx="61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4F29301-8673-2C7C-8A90-311893DF4ECD}"/>
                    </a:ext>
                  </a:extLst>
                </p14:cNvPr>
                <p14:cNvContentPartPr/>
                <p14:nvPr/>
              </p14:nvContentPartPr>
              <p14:xfrm>
                <a:off x="3046487" y="5333782"/>
                <a:ext cx="12600" cy="34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4F29301-8673-2C7C-8A90-311893DF4EC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028487" y="5315782"/>
                  <a:ext cx="48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6B883F3-05C2-8C67-330F-F17D021E73B0}"/>
                    </a:ext>
                  </a:extLst>
                </p14:cNvPr>
                <p14:cNvContentPartPr/>
                <p14:nvPr/>
              </p14:nvContentPartPr>
              <p14:xfrm>
                <a:off x="3130007" y="5438182"/>
                <a:ext cx="147960" cy="162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6B883F3-05C2-8C67-330F-F17D021E73B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112007" y="5420542"/>
                  <a:ext cx="1836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8A8CC19-736E-6316-4D7C-C1A16A2B967A}"/>
                    </a:ext>
                  </a:extLst>
                </p14:cNvPr>
                <p14:cNvContentPartPr/>
                <p14:nvPr/>
              </p14:nvContentPartPr>
              <p14:xfrm>
                <a:off x="3287327" y="5483902"/>
                <a:ext cx="107280" cy="171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8A8CC19-736E-6316-4D7C-C1A16A2B967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269687" y="5466262"/>
                  <a:ext cx="142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E08E3A2-8046-4386-3B94-08DF7392E8DC}"/>
                    </a:ext>
                  </a:extLst>
                </p14:cNvPr>
                <p14:cNvContentPartPr/>
                <p14:nvPr/>
              </p14:nvContentPartPr>
              <p14:xfrm>
                <a:off x="3470567" y="5462302"/>
                <a:ext cx="226080" cy="2124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E08E3A2-8046-4386-3B94-08DF7392E8D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452567" y="5444662"/>
                  <a:ext cx="261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48F4954-83B6-D877-26BC-83E92D5D1C30}"/>
                    </a:ext>
                  </a:extLst>
                </p14:cNvPr>
                <p14:cNvContentPartPr/>
                <p14:nvPr/>
              </p14:nvContentPartPr>
              <p14:xfrm>
                <a:off x="3787007" y="5526382"/>
                <a:ext cx="277920" cy="159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48F4954-83B6-D877-26BC-83E92D5D1C3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769367" y="5508382"/>
                  <a:ext cx="313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08A7792-A5D7-8DE5-0767-CEFB69A405BD}"/>
                    </a:ext>
                  </a:extLst>
                </p14:cNvPr>
                <p14:cNvContentPartPr/>
                <p14:nvPr/>
              </p14:nvContentPartPr>
              <p14:xfrm>
                <a:off x="4156007" y="5510902"/>
                <a:ext cx="179280" cy="166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08A7792-A5D7-8DE5-0767-CEFB69A405B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138367" y="5493262"/>
                  <a:ext cx="214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0D9526A-14A7-C250-24A6-9591B89FC640}"/>
                    </a:ext>
                  </a:extLst>
                </p14:cNvPr>
                <p14:cNvContentPartPr/>
                <p14:nvPr/>
              </p14:nvContentPartPr>
              <p14:xfrm>
                <a:off x="4360487" y="5247022"/>
                <a:ext cx="290880" cy="425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0D9526A-14A7-C250-24A6-9591B89FC64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342487" y="5229022"/>
                  <a:ext cx="326520" cy="46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833646BA-A5FE-6BA7-09C8-2EF903B38EEC}"/>
              </a:ext>
            </a:extLst>
          </p:cNvPr>
          <p:cNvGrpSpPr/>
          <p:nvPr/>
        </p:nvGrpSpPr>
        <p:grpSpPr>
          <a:xfrm>
            <a:off x="361967" y="5915542"/>
            <a:ext cx="2415960" cy="788760"/>
            <a:chOff x="361967" y="5915542"/>
            <a:chExt cx="2415960" cy="78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6AD51A1-5B7D-111D-3D0D-D6E113518B02}"/>
                    </a:ext>
                  </a:extLst>
                </p14:cNvPr>
                <p14:cNvContentPartPr/>
                <p14:nvPr/>
              </p14:nvContentPartPr>
              <p14:xfrm>
                <a:off x="361967" y="6108502"/>
                <a:ext cx="26280" cy="140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6AD51A1-5B7D-111D-3D0D-D6E113518B0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43967" y="6090862"/>
                  <a:ext cx="61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949CE2A-A2FE-7B74-1D93-C38B7F24D488}"/>
                    </a:ext>
                  </a:extLst>
                </p14:cNvPr>
                <p14:cNvContentPartPr/>
                <p14:nvPr/>
              </p14:nvContentPartPr>
              <p14:xfrm>
                <a:off x="367367" y="5976382"/>
                <a:ext cx="12240" cy="47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949CE2A-A2FE-7B74-1D93-C38B7F24D48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49367" y="5958382"/>
                  <a:ext cx="478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36CBEAA-8F00-CFD3-E540-F023FDF97783}"/>
                    </a:ext>
                  </a:extLst>
                </p14:cNvPr>
                <p14:cNvContentPartPr/>
                <p14:nvPr/>
              </p14:nvContentPartPr>
              <p14:xfrm>
                <a:off x="488687" y="6125422"/>
                <a:ext cx="182160" cy="143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36CBEAA-8F00-CFD3-E540-F023FDF9778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70687" y="6107422"/>
                  <a:ext cx="217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4193157-A615-9F36-9935-9F6F467FEA60}"/>
                    </a:ext>
                  </a:extLst>
                </p14:cNvPr>
                <p14:cNvContentPartPr/>
                <p14:nvPr/>
              </p14:nvContentPartPr>
              <p14:xfrm>
                <a:off x="695327" y="5915542"/>
                <a:ext cx="665280" cy="7556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4193157-A615-9F36-9935-9F6F467FEA6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77327" y="5897902"/>
                  <a:ext cx="7009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749BD75-7D60-23EF-D434-82F0B9F39A3D}"/>
                    </a:ext>
                  </a:extLst>
                </p14:cNvPr>
                <p14:cNvContentPartPr/>
                <p14:nvPr/>
              </p14:nvContentPartPr>
              <p14:xfrm>
                <a:off x="1387607" y="6106342"/>
                <a:ext cx="47880" cy="164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749BD75-7D60-23EF-D434-82F0B9F39A3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369607" y="6088342"/>
                  <a:ext cx="83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15CA4A1-295A-A12C-6905-5ABF82F991A1}"/>
                    </a:ext>
                  </a:extLst>
                </p14:cNvPr>
                <p14:cNvContentPartPr/>
                <p14:nvPr/>
              </p14:nvContentPartPr>
              <p14:xfrm>
                <a:off x="1404167" y="5988262"/>
                <a:ext cx="56520" cy="33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15CA4A1-295A-A12C-6905-5ABF82F991A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386167" y="5970262"/>
                  <a:ext cx="92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ED2E537-6841-199F-65FA-2C8FE7E08D3A}"/>
                    </a:ext>
                  </a:extLst>
                </p14:cNvPr>
                <p14:cNvContentPartPr/>
                <p14:nvPr/>
              </p14:nvContentPartPr>
              <p14:xfrm>
                <a:off x="1473287" y="6159262"/>
                <a:ext cx="418680" cy="151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ED2E537-6841-199F-65FA-2C8FE7E08D3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455287" y="6141622"/>
                  <a:ext cx="454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C48EE0A-78A2-1B49-7F45-096096C01139}"/>
                    </a:ext>
                  </a:extLst>
                </p14:cNvPr>
                <p14:cNvContentPartPr/>
                <p14:nvPr/>
              </p14:nvContentPartPr>
              <p14:xfrm>
                <a:off x="1873967" y="6027502"/>
                <a:ext cx="34560" cy="248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C48EE0A-78A2-1B49-7F45-096096C0113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856327" y="6009502"/>
                  <a:ext cx="70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96D0B3E-1D50-AB0F-37BD-F42F915C9C3E}"/>
                    </a:ext>
                  </a:extLst>
                </p14:cNvPr>
                <p14:cNvContentPartPr/>
                <p14:nvPr/>
              </p14:nvContentPartPr>
              <p14:xfrm>
                <a:off x="2033447" y="5989342"/>
                <a:ext cx="93960" cy="3258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96D0B3E-1D50-AB0F-37BD-F42F915C9C3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015807" y="5971702"/>
                  <a:ext cx="1296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37BD6EB-5049-8CF9-634E-E5B55678D655}"/>
                    </a:ext>
                  </a:extLst>
                </p14:cNvPr>
                <p14:cNvContentPartPr/>
                <p14:nvPr/>
              </p14:nvContentPartPr>
              <p14:xfrm>
                <a:off x="1970447" y="6089062"/>
                <a:ext cx="135360" cy="237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37BD6EB-5049-8CF9-634E-E5B55678D65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952807" y="6071062"/>
                  <a:ext cx="171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93C1409-985B-30EE-35FF-F5A037979069}"/>
                    </a:ext>
                  </a:extLst>
                </p14:cNvPr>
                <p14:cNvContentPartPr/>
                <p14:nvPr/>
              </p14:nvContentPartPr>
              <p14:xfrm>
                <a:off x="2158007" y="5971342"/>
                <a:ext cx="619920" cy="732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93C1409-985B-30EE-35FF-F5A03797906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140367" y="5953702"/>
                  <a:ext cx="655560" cy="76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6E021D4F-4101-28E9-0A20-6B48FF3641FF}"/>
                  </a:ext>
                </a:extLst>
              </p14:cNvPr>
              <p14:cNvContentPartPr/>
              <p14:nvPr/>
            </p14:nvContentPartPr>
            <p14:xfrm>
              <a:off x="6076247" y="569182"/>
              <a:ext cx="3883680" cy="6004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6E021D4F-4101-28E9-0A20-6B48FF3641FF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6040247" y="497542"/>
                <a:ext cx="3955320" cy="74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4A973C5E-DF67-4B9F-C8EB-11A83044FB62}"/>
                  </a:ext>
                </a:extLst>
              </p14:cNvPr>
              <p14:cNvContentPartPr/>
              <p14:nvPr/>
            </p14:nvContentPartPr>
            <p14:xfrm>
              <a:off x="7191167" y="703462"/>
              <a:ext cx="2162520" cy="49752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4A973C5E-DF67-4B9F-C8EB-11A83044FB62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7155527" y="631822"/>
                <a:ext cx="223416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D1208423-FBAC-B1D2-4126-856DF284138E}"/>
                  </a:ext>
                </a:extLst>
              </p14:cNvPr>
              <p14:cNvContentPartPr/>
              <p14:nvPr/>
            </p14:nvContentPartPr>
            <p14:xfrm>
              <a:off x="9689927" y="667822"/>
              <a:ext cx="1325160" cy="7653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D1208423-FBAC-B1D2-4126-856DF284138E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9654287" y="596182"/>
                <a:ext cx="1396800" cy="90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8731CAC4-0872-5509-601A-F863785FC78E}"/>
                  </a:ext>
                </a:extLst>
              </p14:cNvPr>
              <p14:cNvContentPartPr/>
              <p14:nvPr/>
            </p14:nvContentPartPr>
            <p14:xfrm>
              <a:off x="11601887" y="378022"/>
              <a:ext cx="121320" cy="669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8731CAC4-0872-5509-601A-F863785FC78E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11565887" y="306022"/>
                <a:ext cx="1929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BF750A74-E3EE-C0B8-D9C9-4E32D4D1FE3F}"/>
                  </a:ext>
                </a:extLst>
              </p14:cNvPr>
              <p14:cNvContentPartPr/>
              <p14:nvPr/>
            </p14:nvContentPartPr>
            <p14:xfrm>
              <a:off x="8501927" y="703822"/>
              <a:ext cx="2360520" cy="5760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BF750A74-E3EE-C0B8-D9C9-4E32D4D1FE3F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8466287" y="632182"/>
                <a:ext cx="2432160" cy="7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5571013-8C3E-A6E6-56FD-0E1DC331176E}"/>
                  </a:ext>
                </a:extLst>
              </p14:cNvPr>
              <p14:cNvContentPartPr/>
              <p14:nvPr/>
            </p14:nvContentPartPr>
            <p14:xfrm>
              <a:off x="7375127" y="839182"/>
              <a:ext cx="259560" cy="727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5571013-8C3E-A6E6-56FD-0E1DC331176E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7339127" y="767542"/>
                <a:ext cx="331200" cy="216360"/>
              </a:xfrm>
              <a:prstGeom prst="rect">
                <a:avLst/>
              </a:prstGeom>
            </p:spPr>
          </p:pic>
        </mc:Fallback>
      </mc:AlternateContent>
      <p:sp>
        <p:nvSpPr>
          <p:cNvPr id="231" name="TextBox 230">
            <a:extLst>
              <a:ext uri="{FF2B5EF4-FFF2-40B4-BE49-F238E27FC236}">
                <a16:creationId xmlns:a16="http://schemas.microsoft.com/office/drawing/2014/main" id="{F7957582-247B-6AA4-D6F2-AB87C357F58A}"/>
              </a:ext>
            </a:extLst>
          </p:cNvPr>
          <p:cNvSpPr txBox="1"/>
          <p:nvPr/>
        </p:nvSpPr>
        <p:spPr>
          <a:xfrm>
            <a:off x="2829115" y="6216692"/>
            <a:ext cx="316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Hence </a:t>
            </a:r>
            <a:r>
              <a:rPr lang="en-US" dirty="0"/>
              <a:t>Z </a:t>
            </a:r>
            <a:r>
              <a:rPr lang="en-US" dirty="0"/>
              <a:t>is unbounded.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19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50C8DC1-3B10-E33F-E8D6-06D7C8BE1B57}"/>
              </a:ext>
            </a:extLst>
          </p:cNvPr>
          <p:cNvGrpSpPr/>
          <p:nvPr/>
        </p:nvGrpSpPr>
        <p:grpSpPr>
          <a:xfrm>
            <a:off x="1002767" y="388462"/>
            <a:ext cx="372600" cy="284400"/>
            <a:chOff x="1002767" y="388462"/>
            <a:chExt cx="37260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D19EDC-59F6-EB1E-7E72-7AC4A06B51A4}"/>
                    </a:ext>
                  </a:extLst>
                </p14:cNvPr>
                <p14:cNvContentPartPr/>
                <p14:nvPr/>
              </p14:nvContentPartPr>
              <p14:xfrm>
                <a:off x="1002767" y="388462"/>
                <a:ext cx="232200" cy="190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D19EDC-59F6-EB1E-7E72-7AC4A06B51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4767" y="370822"/>
                  <a:ext cx="267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3F2B115-F742-1AC7-D62C-0AD0F29D0CE4}"/>
                    </a:ext>
                  </a:extLst>
                </p14:cNvPr>
                <p14:cNvContentPartPr/>
                <p14:nvPr/>
              </p14:nvContentPartPr>
              <p14:xfrm>
                <a:off x="1347647" y="501142"/>
                <a:ext cx="27720" cy="171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3F2B115-F742-1AC7-D62C-0AD0F29D0C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0007" y="483502"/>
                  <a:ext cx="6336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6E16EA-2184-E067-EFCB-6CA3EC41C3C8}"/>
              </a:ext>
            </a:extLst>
          </p:cNvPr>
          <p:cNvGrpSpPr/>
          <p:nvPr/>
        </p:nvGrpSpPr>
        <p:grpSpPr>
          <a:xfrm>
            <a:off x="1594607" y="297022"/>
            <a:ext cx="704160" cy="326880"/>
            <a:chOff x="1594607" y="297022"/>
            <a:chExt cx="70416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B1E2D78-7113-5F25-C173-22E83766F1F0}"/>
                    </a:ext>
                  </a:extLst>
                </p14:cNvPr>
                <p14:cNvContentPartPr/>
                <p14:nvPr/>
              </p14:nvContentPartPr>
              <p14:xfrm>
                <a:off x="1594607" y="356782"/>
                <a:ext cx="140400" cy="69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B1E2D78-7113-5F25-C173-22E83766F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76967" y="339142"/>
                  <a:ext cx="176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E623234-6FD8-FD56-8351-681A616C7BF2}"/>
                    </a:ext>
                  </a:extLst>
                </p14:cNvPr>
                <p14:cNvContentPartPr/>
                <p14:nvPr/>
              </p14:nvContentPartPr>
              <p14:xfrm>
                <a:off x="1608647" y="322222"/>
                <a:ext cx="35640" cy="207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E623234-6FD8-FD56-8351-681A616C7B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0647" y="304222"/>
                  <a:ext cx="71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2471DC-E9B1-C31D-B6B6-D06340E9C9B1}"/>
                    </a:ext>
                  </a:extLst>
                </p14:cNvPr>
                <p14:cNvContentPartPr/>
                <p14:nvPr/>
              </p14:nvContentPartPr>
              <p14:xfrm>
                <a:off x="1803047" y="297022"/>
                <a:ext cx="213120" cy="194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2471DC-E9B1-C31D-B6B6-D06340E9C9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85047" y="279022"/>
                  <a:ext cx="248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3DA789-0C88-65B3-8E38-F74CB290703C}"/>
                    </a:ext>
                  </a:extLst>
                </p14:cNvPr>
                <p14:cNvContentPartPr/>
                <p14:nvPr/>
              </p14:nvContentPartPr>
              <p14:xfrm>
                <a:off x="2097887" y="431302"/>
                <a:ext cx="200880" cy="19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3DA789-0C88-65B3-8E38-F74CB29070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9887" y="413662"/>
                  <a:ext cx="23652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22C3E3-8AE7-55B9-29A2-6FDD9B18EEDA}"/>
              </a:ext>
            </a:extLst>
          </p:cNvPr>
          <p:cNvGrpSpPr/>
          <p:nvPr/>
        </p:nvGrpSpPr>
        <p:grpSpPr>
          <a:xfrm>
            <a:off x="2530967" y="200182"/>
            <a:ext cx="532800" cy="371880"/>
            <a:chOff x="2530967" y="200182"/>
            <a:chExt cx="53280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003B60-5C0F-CFE2-15F4-E1E29CB22FA1}"/>
                    </a:ext>
                  </a:extLst>
                </p14:cNvPr>
                <p14:cNvContentPartPr/>
                <p14:nvPr/>
              </p14:nvContentPartPr>
              <p14:xfrm>
                <a:off x="2530967" y="200182"/>
                <a:ext cx="185760" cy="28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003B60-5C0F-CFE2-15F4-E1E29CB22F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12967" y="182542"/>
                  <a:ext cx="221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272D24-75BA-EBF0-BA13-0D3A8B8335CA}"/>
                    </a:ext>
                  </a:extLst>
                </p14:cNvPr>
                <p14:cNvContentPartPr/>
                <p14:nvPr/>
              </p14:nvContentPartPr>
              <p14:xfrm>
                <a:off x="2656967" y="448222"/>
                <a:ext cx="111240" cy="123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272D24-75BA-EBF0-BA13-0D3A8B8335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38967" y="430222"/>
                  <a:ext cx="146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CAC147-C9D2-D8C7-F7EE-55C3180D8145}"/>
                    </a:ext>
                  </a:extLst>
                </p14:cNvPr>
                <p14:cNvContentPartPr/>
                <p14:nvPr/>
              </p14:nvContentPartPr>
              <p14:xfrm>
                <a:off x="2910767" y="213142"/>
                <a:ext cx="153000" cy="261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CAC147-C9D2-D8C7-F7EE-55C3180D81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92767" y="195502"/>
                  <a:ext cx="18864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9CDA12D-7503-13A2-64F1-F17E96F47084}"/>
              </a:ext>
            </a:extLst>
          </p:cNvPr>
          <p:cNvGrpSpPr/>
          <p:nvPr/>
        </p:nvGrpSpPr>
        <p:grpSpPr>
          <a:xfrm>
            <a:off x="242087" y="921982"/>
            <a:ext cx="845640" cy="532440"/>
            <a:chOff x="242087" y="921982"/>
            <a:chExt cx="84564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5829D98-D7CE-1D4F-7F0F-4CF7C7D94A01}"/>
                    </a:ext>
                  </a:extLst>
                </p14:cNvPr>
                <p14:cNvContentPartPr/>
                <p14:nvPr/>
              </p14:nvContentPartPr>
              <p14:xfrm>
                <a:off x="242087" y="1008022"/>
                <a:ext cx="118080" cy="446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5829D98-D7CE-1D4F-7F0F-4CF7C7D94A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4447" y="990022"/>
                  <a:ext cx="1537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6770E0-DBB6-57B7-62F9-41670B3FB20A}"/>
                    </a:ext>
                  </a:extLst>
                </p14:cNvPr>
                <p14:cNvContentPartPr/>
                <p14:nvPr/>
              </p14:nvContentPartPr>
              <p14:xfrm>
                <a:off x="448007" y="1118902"/>
                <a:ext cx="129960" cy="189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6770E0-DBB6-57B7-62F9-41670B3FB2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0007" y="1100902"/>
                  <a:ext cx="165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7B942D-BBF1-E3CE-5A9D-53E0B3B77E33}"/>
                    </a:ext>
                  </a:extLst>
                </p14:cNvPr>
                <p14:cNvContentPartPr/>
                <p14:nvPr/>
              </p14:nvContentPartPr>
              <p14:xfrm>
                <a:off x="726647" y="1231222"/>
                <a:ext cx="25560" cy="16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7B942D-BBF1-E3CE-5A9D-53E0B3B77E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9007" y="1213222"/>
                  <a:ext cx="61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65D021C-FB6E-D118-B014-13FAF6519B87}"/>
                    </a:ext>
                  </a:extLst>
                </p14:cNvPr>
                <p14:cNvContentPartPr/>
                <p14:nvPr/>
              </p14:nvContentPartPr>
              <p14:xfrm>
                <a:off x="822407" y="1095862"/>
                <a:ext cx="102600" cy="164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65D021C-FB6E-D118-B014-13FAF6519B8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4407" y="1078222"/>
                  <a:ext cx="138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033429-9AFC-75C4-D4F3-D5EFD11124ED}"/>
                    </a:ext>
                  </a:extLst>
                </p14:cNvPr>
                <p14:cNvContentPartPr/>
                <p14:nvPr/>
              </p14:nvContentPartPr>
              <p14:xfrm>
                <a:off x="916007" y="921982"/>
                <a:ext cx="171720" cy="51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033429-9AFC-75C4-D4F3-D5EFD11124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8367" y="904342"/>
                  <a:ext cx="207360" cy="55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A167DF9-530A-8E6C-C6AA-1AA53FC82F1C}"/>
              </a:ext>
            </a:extLst>
          </p:cNvPr>
          <p:cNvGrpSpPr/>
          <p:nvPr/>
        </p:nvGrpSpPr>
        <p:grpSpPr>
          <a:xfrm>
            <a:off x="1480847" y="967342"/>
            <a:ext cx="625320" cy="342360"/>
            <a:chOff x="1480847" y="967342"/>
            <a:chExt cx="62532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648B1D-1F0D-E63C-21F5-45274FA82BEA}"/>
                    </a:ext>
                  </a:extLst>
                </p14:cNvPr>
                <p14:cNvContentPartPr/>
                <p14:nvPr/>
              </p14:nvContentPartPr>
              <p14:xfrm>
                <a:off x="1480847" y="992182"/>
                <a:ext cx="121680" cy="288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648B1D-1F0D-E63C-21F5-45274FA82BE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62847" y="974182"/>
                  <a:ext cx="1573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C48D7A1-8B48-F4C5-4596-90742BCF936E}"/>
                    </a:ext>
                  </a:extLst>
                </p14:cNvPr>
                <p14:cNvContentPartPr/>
                <p14:nvPr/>
              </p14:nvContentPartPr>
              <p14:xfrm>
                <a:off x="1651487" y="1068862"/>
                <a:ext cx="212400" cy="240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C48D7A1-8B48-F4C5-4596-90742BCF93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33487" y="1051222"/>
                  <a:ext cx="248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497038-8EB1-5D98-E6F2-5E6804AEE04A}"/>
                    </a:ext>
                  </a:extLst>
                </p14:cNvPr>
                <p14:cNvContentPartPr/>
                <p14:nvPr/>
              </p14:nvContentPartPr>
              <p14:xfrm>
                <a:off x="1938407" y="967342"/>
                <a:ext cx="167760" cy="281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497038-8EB1-5D98-E6F2-5E6804AEE0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20767" y="949342"/>
                  <a:ext cx="20340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F362FB9-24C1-BFC5-B7BD-CB16978EFAE2}"/>
              </a:ext>
            </a:extLst>
          </p:cNvPr>
          <p:cNvGrpSpPr/>
          <p:nvPr/>
        </p:nvGrpSpPr>
        <p:grpSpPr>
          <a:xfrm>
            <a:off x="2705207" y="928102"/>
            <a:ext cx="789480" cy="338760"/>
            <a:chOff x="2705207" y="928102"/>
            <a:chExt cx="78948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177E08A-B34E-0CEB-00CC-0628AE16B0BA}"/>
                    </a:ext>
                  </a:extLst>
                </p14:cNvPr>
                <p14:cNvContentPartPr/>
                <p14:nvPr/>
              </p14:nvContentPartPr>
              <p14:xfrm>
                <a:off x="2705207" y="991462"/>
                <a:ext cx="130680" cy="27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177E08A-B34E-0CEB-00CC-0628AE16B0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87567" y="973462"/>
                  <a:ext cx="166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B743C1E-BB70-AC43-D5CB-5DF52D706FC1}"/>
                    </a:ext>
                  </a:extLst>
                </p14:cNvPr>
                <p14:cNvContentPartPr/>
                <p14:nvPr/>
              </p14:nvContentPartPr>
              <p14:xfrm>
                <a:off x="3010847" y="1037182"/>
                <a:ext cx="182160" cy="52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B743C1E-BB70-AC43-D5CB-5DF52D706F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3207" y="1019182"/>
                  <a:ext cx="217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5C1F26-81BC-88E1-590E-FC21E9C8716D}"/>
                    </a:ext>
                  </a:extLst>
                </p14:cNvPr>
                <p14:cNvContentPartPr/>
                <p14:nvPr/>
              </p14:nvContentPartPr>
              <p14:xfrm>
                <a:off x="3077807" y="988942"/>
                <a:ext cx="57240" cy="231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5C1F26-81BC-88E1-590E-FC21E9C8716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59807" y="970942"/>
                  <a:ext cx="92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1E819C7-E836-88B9-78D9-3F3B80E64FA7}"/>
                    </a:ext>
                  </a:extLst>
                </p14:cNvPr>
                <p14:cNvContentPartPr/>
                <p14:nvPr/>
              </p14:nvContentPartPr>
              <p14:xfrm>
                <a:off x="3323687" y="928102"/>
                <a:ext cx="171000" cy="263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1E819C7-E836-88B9-78D9-3F3B80E64FA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05687" y="910462"/>
                  <a:ext cx="2066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CEDCC0E-C24C-E86D-3EBB-D1F1B34DB0B0}"/>
              </a:ext>
            </a:extLst>
          </p:cNvPr>
          <p:cNvGrpSpPr/>
          <p:nvPr/>
        </p:nvGrpSpPr>
        <p:grpSpPr>
          <a:xfrm>
            <a:off x="3831287" y="415102"/>
            <a:ext cx="833040" cy="1300680"/>
            <a:chOff x="3831287" y="415102"/>
            <a:chExt cx="833040" cy="13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641364-9222-98F1-376C-0BF82D6B3806}"/>
                    </a:ext>
                  </a:extLst>
                </p14:cNvPr>
                <p14:cNvContentPartPr/>
                <p14:nvPr/>
              </p14:nvContentPartPr>
              <p14:xfrm>
                <a:off x="3831287" y="834862"/>
                <a:ext cx="225360" cy="300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641364-9222-98F1-376C-0BF82D6B38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13647" y="817222"/>
                  <a:ext cx="261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E445490-F872-1375-0F85-FC80A004B639}"/>
                    </a:ext>
                  </a:extLst>
                </p14:cNvPr>
                <p14:cNvContentPartPr/>
                <p14:nvPr/>
              </p14:nvContentPartPr>
              <p14:xfrm>
                <a:off x="4047647" y="1058782"/>
                <a:ext cx="211680" cy="234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E445490-F872-1375-0F85-FC80A004B6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29647" y="1041142"/>
                  <a:ext cx="247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34D883-60E8-0DA2-D04A-DC524DB7444F}"/>
                    </a:ext>
                  </a:extLst>
                </p14:cNvPr>
                <p14:cNvContentPartPr/>
                <p14:nvPr/>
              </p14:nvContentPartPr>
              <p14:xfrm>
                <a:off x="4400447" y="802822"/>
                <a:ext cx="263880" cy="437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34D883-60E8-0DA2-D04A-DC524DB744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82807" y="784822"/>
                  <a:ext cx="29952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1C6C0FA-C491-DC8F-1983-3A29E4ED2B08}"/>
                    </a:ext>
                  </a:extLst>
                </p14:cNvPr>
                <p14:cNvContentPartPr/>
                <p14:nvPr/>
              </p14:nvContentPartPr>
              <p14:xfrm>
                <a:off x="3892847" y="415102"/>
                <a:ext cx="361080" cy="1300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1C6C0FA-C491-DC8F-1983-3A29E4ED2B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75207" y="397462"/>
                  <a:ext cx="396720" cy="133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AF4ABD9-D217-7805-76D7-E56B37FC1A73}"/>
                  </a:ext>
                </a:extLst>
              </p14:cNvPr>
              <p14:cNvContentPartPr/>
              <p14:nvPr/>
            </p14:nvContentPartPr>
            <p14:xfrm>
              <a:off x="5046647" y="1248502"/>
              <a:ext cx="43200" cy="252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AF4ABD9-D217-7805-76D7-E56B37FC1A7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29007" y="1230862"/>
                <a:ext cx="788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E0275D-6C92-33CA-AD51-345765518292}"/>
                  </a:ext>
                </a:extLst>
              </p14:cNvPr>
              <p14:cNvContentPartPr/>
              <p14:nvPr/>
            </p14:nvContentPartPr>
            <p14:xfrm>
              <a:off x="5667647" y="841342"/>
              <a:ext cx="241920" cy="424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E0275D-6C92-33CA-AD51-34576551829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649647" y="823342"/>
                <a:ext cx="2775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527D088-5203-E803-2C87-E5B4646CC632}"/>
                  </a:ext>
                </a:extLst>
              </p14:cNvPr>
              <p14:cNvContentPartPr/>
              <p14:nvPr/>
            </p14:nvContentPartPr>
            <p14:xfrm>
              <a:off x="5678447" y="894982"/>
              <a:ext cx="48960" cy="372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527D088-5203-E803-2C87-E5B4646CC63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60807" y="876982"/>
                <a:ext cx="8460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D4B359D-EBBD-A4D9-212B-4A6F15F16B5D}"/>
                  </a:ext>
                </a:extLst>
              </p14:cNvPr>
              <p14:cNvContentPartPr/>
              <p14:nvPr/>
            </p14:nvContentPartPr>
            <p14:xfrm>
              <a:off x="5783207" y="911902"/>
              <a:ext cx="297720" cy="327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D4B359D-EBBD-A4D9-212B-4A6F15F16B5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765207" y="893902"/>
                <a:ext cx="33336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FA589CF-5E51-D47B-C830-2D244F74AC22}"/>
                  </a:ext>
                </a:extLst>
              </p14:cNvPr>
              <p14:cNvContentPartPr/>
              <p14:nvPr/>
            </p14:nvContentPartPr>
            <p14:xfrm>
              <a:off x="6055007" y="916582"/>
              <a:ext cx="31320" cy="33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FA589CF-5E51-D47B-C830-2D244F74AC2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37367" y="898582"/>
                <a:ext cx="66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BA3EEB2-8A4C-ADD4-0224-FD297B45D4E8}"/>
                  </a:ext>
                </a:extLst>
              </p14:cNvPr>
              <p14:cNvContentPartPr/>
              <p14:nvPr/>
            </p14:nvContentPartPr>
            <p14:xfrm>
              <a:off x="6197927" y="1018462"/>
              <a:ext cx="147600" cy="229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BA3EEB2-8A4C-ADD4-0224-FD297B45D4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80287" y="1000462"/>
                <a:ext cx="18324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B64828A-D661-0581-F03E-2F45461EBE33}"/>
              </a:ext>
            </a:extLst>
          </p:cNvPr>
          <p:cNvGrpSpPr/>
          <p:nvPr/>
        </p:nvGrpSpPr>
        <p:grpSpPr>
          <a:xfrm>
            <a:off x="6735407" y="744862"/>
            <a:ext cx="1738800" cy="830520"/>
            <a:chOff x="6735407" y="744862"/>
            <a:chExt cx="1738800" cy="83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C91FB2-6E89-8AFC-5938-88EB7899E6B7}"/>
                    </a:ext>
                  </a:extLst>
                </p14:cNvPr>
                <p14:cNvContentPartPr/>
                <p14:nvPr/>
              </p14:nvContentPartPr>
              <p14:xfrm>
                <a:off x="6740807" y="1053742"/>
                <a:ext cx="46800" cy="162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C91FB2-6E89-8AFC-5938-88EB7899E6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22807" y="1036102"/>
                  <a:ext cx="82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3DF2B3-DED7-21EF-13AB-59E651C3105A}"/>
                    </a:ext>
                  </a:extLst>
                </p14:cNvPr>
                <p14:cNvContentPartPr/>
                <p14:nvPr/>
              </p14:nvContentPartPr>
              <p14:xfrm>
                <a:off x="6735407" y="958702"/>
                <a:ext cx="16920" cy="36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3DF2B3-DED7-21EF-13AB-59E651C310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17767" y="940702"/>
                  <a:ext cx="525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4983B0E-78BD-9AEF-C2F0-91FF2534533A}"/>
                    </a:ext>
                  </a:extLst>
                </p14:cNvPr>
                <p14:cNvContentPartPr/>
                <p14:nvPr/>
              </p14:nvContentPartPr>
              <p14:xfrm>
                <a:off x="6838727" y="1066342"/>
                <a:ext cx="120960" cy="172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4983B0E-78BD-9AEF-C2F0-91FF253453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21087" y="1048342"/>
                  <a:ext cx="15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7A7B93-67B0-8E79-FF02-F666036C2305}"/>
                    </a:ext>
                  </a:extLst>
                </p14:cNvPr>
                <p14:cNvContentPartPr/>
                <p14:nvPr/>
              </p14:nvContentPartPr>
              <p14:xfrm>
                <a:off x="7039247" y="1081102"/>
                <a:ext cx="155880" cy="144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7A7B93-67B0-8E79-FF02-F666036C230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21247" y="1063102"/>
                  <a:ext cx="191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C3DBA8-68E3-147A-231C-DF05E5766FC8}"/>
                    </a:ext>
                  </a:extLst>
                </p14:cNvPr>
                <p14:cNvContentPartPr/>
                <p14:nvPr/>
              </p14:nvContentPartPr>
              <p14:xfrm>
                <a:off x="7230047" y="1077142"/>
                <a:ext cx="149760" cy="498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C3DBA8-68E3-147A-231C-DF05E5766F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12047" y="1059502"/>
                  <a:ext cx="1854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60A9D1-FA0B-6736-EFFF-46A7C772F7CC}"/>
                    </a:ext>
                  </a:extLst>
                </p14:cNvPr>
                <p14:cNvContentPartPr/>
                <p14:nvPr/>
              </p14:nvContentPartPr>
              <p14:xfrm>
                <a:off x="7443887" y="1057702"/>
                <a:ext cx="218520" cy="167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760A9D1-FA0B-6736-EFFF-46A7C772F7C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25887" y="1039702"/>
                  <a:ext cx="254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01FD480-F6B5-F62B-F6D9-3CC2D670E18E}"/>
                    </a:ext>
                  </a:extLst>
                </p14:cNvPr>
                <p14:cNvContentPartPr/>
                <p14:nvPr/>
              </p14:nvContentPartPr>
              <p14:xfrm>
                <a:off x="7696967" y="744862"/>
                <a:ext cx="246960" cy="455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01FD480-F6B5-F62B-F6D9-3CC2D670E1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78967" y="727222"/>
                  <a:ext cx="28260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617904D-44EC-B0B2-9689-C87BB5C5D52B}"/>
                    </a:ext>
                  </a:extLst>
                </p14:cNvPr>
                <p14:cNvContentPartPr/>
                <p14:nvPr/>
              </p14:nvContentPartPr>
              <p14:xfrm>
                <a:off x="8016287" y="984622"/>
                <a:ext cx="51840" cy="162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617904D-44EC-B0B2-9689-C87BB5C5D5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98647" y="966982"/>
                  <a:ext cx="87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EE4BD2F-6C90-7D19-3B15-6148AD1BC92F}"/>
                    </a:ext>
                  </a:extLst>
                </p14:cNvPr>
                <p14:cNvContentPartPr/>
                <p14:nvPr/>
              </p14:nvContentPartPr>
              <p14:xfrm>
                <a:off x="8089727" y="983542"/>
                <a:ext cx="128160" cy="124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EE4BD2F-6C90-7D19-3B15-6148AD1BC92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2087" y="965542"/>
                  <a:ext cx="163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BEB6E84-84D4-1965-BF7A-43243A43F7B6}"/>
                    </a:ext>
                  </a:extLst>
                </p14:cNvPr>
                <p14:cNvContentPartPr/>
                <p14:nvPr/>
              </p14:nvContentPartPr>
              <p14:xfrm>
                <a:off x="8299247" y="968422"/>
                <a:ext cx="174960" cy="160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BEB6E84-84D4-1965-BF7A-43243A43F7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81607" y="950782"/>
                  <a:ext cx="210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9A1950-73D7-6FD8-3584-DE57CD4968AF}"/>
                    </a:ext>
                  </a:extLst>
                </p14:cNvPr>
                <p14:cNvContentPartPr/>
                <p14:nvPr/>
              </p14:nvContentPartPr>
              <p14:xfrm>
                <a:off x="8023847" y="853222"/>
                <a:ext cx="82080" cy="3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9A1950-73D7-6FD8-3584-DE57CD4968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06207" y="835222"/>
                  <a:ext cx="117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06F2E5-212E-09C5-812B-3742044D09B4}"/>
                    </a:ext>
                  </a:extLst>
                </p14:cNvPr>
                <p14:cNvContentPartPr/>
                <p14:nvPr/>
              </p14:nvContentPartPr>
              <p14:xfrm>
                <a:off x="7773647" y="918382"/>
                <a:ext cx="282240" cy="45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06F2E5-212E-09C5-812B-3742044D09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55647" y="900382"/>
                  <a:ext cx="31788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97131E4-4A64-04FE-A95F-E0B212A4FADD}"/>
              </a:ext>
            </a:extLst>
          </p:cNvPr>
          <p:cNvGrpSpPr/>
          <p:nvPr/>
        </p:nvGrpSpPr>
        <p:grpSpPr>
          <a:xfrm>
            <a:off x="8806847" y="816142"/>
            <a:ext cx="326520" cy="361800"/>
            <a:chOff x="8806847" y="816142"/>
            <a:chExt cx="32652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97874B-7584-AC52-F0DE-5C1469F61B44}"/>
                    </a:ext>
                  </a:extLst>
                </p14:cNvPr>
                <p14:cNvContentPartPr/>
                <p14:nvPr/>
              </p14:nvContentPartPr>
              <p14:xfrm>
                <a:off x="8806847" y="949702"/>
                <a:ext cx="152640" cy="221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97874B-7584-AC52-F0DE-5C1469F61B4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88847" y="932062"/>
                  <a:ext cx="1882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E183F04-3A1B-FBF1-471B-6F2C0C389FD6}"/>
                    </a:ext>
                  </a:extLst>
                </p14:cNvPr>
                <p14:cNvContentPartPr/>
                <p14:nvPr/>
              </p14:nvContentPartPr>
              <p14:xfrm>
                <a:off x="9023207" y="973822"/>
                <a:ext cx="110160" cy="204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E183F04-3A1B-FBF1-471B-6F2C0C389FD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05567" y="955822"/>
                  <a:ext cx="145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1BA29AE-CC33-2847-79E8-DCF44BDE1BEF}"/>
                    </a:ext>
                  </a:extLst>
                </p14:cNvPr>
                <p14:cNvContentPartPr/>
                <p14:nvPr/>
              </p14:nvContentPartPr>
              <p14:xfrm>
                <a:off x="8978927" y="816142"/>
                <a:ext cx="12600" cy="28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1BA29AE-CC33-2847-79E8-DCF44BDE1B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60927" y="798502"/>
                  <a:ext cx="482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7AC4F0B-1F7E-DB99-CF0B-7F60F3C554A4}"/>
              </a:ext>
            </a:extLst>
          </p:cNvPr>
          <p:cNvGrpSpPr/>
          <p:nvPr/>
        </p:nvGrpSpPr>
        <p:grpSpPr>
          <a:xfrm>
            <a:off x="9444407" y="622462"/>
            <a:ext cx="2453400" cy="928440"/>
            <a:chOff x="9444407" y="622462"/>
            <a:chExt cx="2453400" cy="9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A7B4CD1-E459-A6C2-AD35-7952AAAD9A53}"/>
                    </a:ext>
                  </a:extLst>
                </p14:cNvPr>
                <p14:cNvContentPartPr/>
                <p14:nvPr/>
              </p14:nvContentPartPr>
              <p14:xfrm>
                <a:off x="9444407" y="973462"/>
                <a:ext cx="218520" cy="159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A7B4CD1-E459-A6C2-AD35-7952AAAD9A5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26767" y="955462"/>
                  <a:ext cx="254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C189A1-787B-EBA9-71EF-E782BF1EF66D}"/>
                    </a:ext>
                  </a:extLst>
                </p14:cNvPr>
                <p14:cNvContentPartPr/>
                <p14:nvPr/>
              </p14:nvContentPartPr>
              <p14:xfrm>
                <a:off x="9705047" y="729022"/>
                <a:ext cx="396720" cy="443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C189A1-787B-EBA9-71EF-E782BF1EF66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87407" y="711382"/>
                  <a:ext cx="4323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0CB5B90-21CF-BF77-72C6-1B5B4F99D3C7}"/>
                    </a:ext>
                  </a:extLst>
                </p14:cNvPr>
                <p14:cNvContentPartPr/>
                <p14:nvPr/>
              </p14:nvContentPartPr>
              <p14:xfrm>
                <a:off x="9872447" y="769342"/>
                <a:ext cx="195840" cy="67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0CB5B90-21CF-BF77-72C6-1B5B4F99D3C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54807" y="751342"/>
                  <a:ext cx="231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0A6F0E4-E23B-D3A2-59DF-C319409B6309}"/>
                    </a:ext>
                  </a:extLst>
                </p14:cNvPr>
                <p14:cNvContentPartPr/>
                <p14:nvPr/>
              </p14:nvContentPartPr>
              <p14:xfrm>
                <a:off x="10317767" y="914422"/>
                <a:ext cx="205200" cy="171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0A6F0E4-E23B-D3A2-59DF-C319409B63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00127" y="896422"/>
                  <a:ext cx="240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39F11B3-4F85-B7B7-2BA1-E74D174B15B5}"/>
                    </a:ext>
                  </a:extLst>
                </p14:cNvPr>
                <p14:cNvContentPartPr/>
                <p14:nvPr/>
              </p14:nvContentPartPr>
              <p14:xfrm>
                <a:off x="10575167" y="639022"/>
                <a:ext cx="492480" cy="468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39F11B3-4F85-B7B7-2BA1-E74D174B15B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57527" y="621022"/>
                  <a:ext cx="5281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B68FFF7-AAAE-25D3-4D66-9983232A21D8}"/>
                    </a:ext>
                  </a:extLst>
                </p14:cNvPr>
                <p14:cNvContentPartPr/>
                <p14:nvPr/>
              </p14:nvContentPartPr>
              <p14:xfrm>
                <a:off x="11039207" y="772942"/>
                <a:ext cx="38880" cy="37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B68FFF7-AAAE-25D3-4D66-9983232A21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21567" y="754942"/>
                  <a:ext cx="74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2E6061B-478D-082D-2B19-1B807DC10D06}"/>
                    </a:ext>
                  </a:extLst>
                </p14:cNvPr>
                <p14:cNvContentPartPr/>
                <p14:nvPr/>
              </p14:nvContentPartPr>
              <p14:xfrm>
                <a:off x="10726727" y="833062"/>
                <a:ext cx="189360" cy="27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2E6061B-478D-082D-2B19-1B807DC10D0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09087" y="815062"/>
                  <a:ext cx="225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8CD8768-113B-D634-E3DB-25432773CA80}"/>
                    </a:ext>
                  </a:extLst>
                </p14:cNvPr>
                <p14:cNvContentPartPr/>
                <p14:nvPr/>
              </p14:nvContentPartPr>
              <p14:xfrm>
                <a:off x="11107247" y="622462"/>
                <a:ext cx="418680" cy="928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8CD8768-113B-D634-E3DB-25432773CA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89607" y="604822"/>
                  <a:ext cx="45432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0EE3B7A-8F0F-2944-2B55-389879937C42}"/>
                    </a:ext>
                  </a:extLst>
                </p14:cNvPr>
                <p14:cNvContentPartPr/>
                <p14:nvPr/>
              </p14:nvContentPartPr>
              <p14:xfrm>
                <a:off x="11487767" y="845302"/>
                <a:ext cx="51480" cy="23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0EE3B7A-8F0F-2944-2B55-389879937C4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469767" y="827662"/>
                  <a:ext cx="87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E64EB17-0338-5389-D698-14F51BBB5E54}"/>
                    </a:ext>
                  </a:extLst>
                </p14:cNvPr>
                <p14:cNvContentPartPr/>
                <p14:nvPr/>
              </p14:nvContentPartPr>
              <p14:xfrm>
                <a:off x="11586407" y="944662"/>
                <a:ext cx="119880" cy="131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E64EB17-0338-5389-D698-14F51BBB5E5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568767" y="926662"/>
                  <a:ext cx="155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AFD8958-3B25-996C-1AC6-1EC87C0E4379}"/>
                    </a:ext>
                  </a:extLst>
                </p14:cNvPr>
                <p14:cNvContentPartPr/>
                <p14:nvPr/>
              </p14:nvContentPartPr>
              <p14:xfrm>
                <a:off x="11743007" y="641182"/>
                <a:ext cx="154800" cy="439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AFD8958-3B25-996C-1AC6-1EC87C0E437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725367" y="623542"/>
                  <a:ext cx="190440" cy="47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3CA13EA-4F12-0EBF-5BC3-BE705E74706E}"/>
                  </a:ext>
                </a:extLst>
              </p14:cNvPr>
              <p14:cNvContentPartPr/>
              <p14:nvPr/>
            </p14:nvContentPartPr>
            <p14:xfrm>
              <a:off x="12280847" y="1085062"/>
              <a:ext cx="24120" cy="4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3CA13EA-4F12-0EBF-5BC3-BE705E74706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2263207" y="1067062"/>
                <a:ext cx="59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274F3E1-0F78-2AAB-E25C-194CBA326176}"/>
                  </a:ext>
                </a:extLst>
              </p14:cNvPr>
              <p14:cNvContentPartPr/>
              <p14:nvPr/>
            </p14:nvContentPartPr>
            <p14:xfrm>
              <a:off x="2773607" y="1830262"/>
              <a:ext cx="25560" cy="4856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274F3E1-0F78-2AAB-E25C-194CBA32617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755967" y="1812262"/>
                <a:ext cx="61200" cy="52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C6160750-E8D9-2EA8-07AF-699813DE843B}"/>
              </a:ext>
            </a:extLst>
          </p:cNvPr>
          <p:cNvGrpSpPr/>
          <p:nvPr/>
        </p:nvGrpSpPr>
        <p:grpSpPr>
          <a:xfrm>
            <a:off x="812327" y="1945822"/>
            <a:ext cx="1689480" cy="474840"/>
            <a:chOff x="812327" y="1945822"/>
            <a:chExt cx="1689480" cy="47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091EE54-55B3-E127-858C-6A1587AA6699}"/>
                    </a:ext>
                  </a:extLst>
                </p14:cNvPr>
                <p14:cNvContentPartPr/>
                <p14:nvPr/>
              </p14:nvContentPartPr>
              <p14:xfrm>
                <a:off x="812327" y="2110342"/>
                <a:ext cx="202320" cy="177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091EE54-55B3-E127-858C-6A1587AA66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4327" y="2092342"/>
                  <a:ext cx="237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BE37051-02AB-6FBB-8B72-6F7CBDDC2CBC}"/>
                    </a:ext>
                  </a:extLst>
                </p14:cNvPr>
                <p14:cNvContentPartPr/>
                <p14:nvPr/>
              </p14:nvContentPartPr>
              <p14:xfrm>
                <a:off x="1106447" y="2242822"/>
                <a:ext cx="24840" cy="177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BE37051-02AB-6FBB-8B72-6F7CBDDC2CB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8807" y="2225182"/>
                  <a:ext cx="60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9F47649-75AF-77D5-6547-21024938BE7F}"/>
                    </a:ext>
                  </a:extLst>
                </p14:cNvPr>
                <p14:cNvContentPartPr/>
                <p14:nvPr/>
              </p14:nvContentPartPr>
              <p14:xfrm>
                <a:off x="1300847" y="2196022"/>
                <a:ext cx="146880" cy="19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9F47649-75AF-77D5-6547-21024938BE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82847" y="2178382"/>
                  <a:ext cx="182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2999429-A2F7-84B1-057F-FBD67DAE9313}"/>
                    </a:ext>
                  </a:extLst>
                </p14:cNvPr>
                <p14:cNvContentPartPr/>
                <p14:nvPr/>
              </p14:nvContentPartPr>
              <p14:xfrm>
                <a:off x="1564367" y="2105302"/>
                <a:ext cx="218880" cy="176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2999429-A2F7-84B1-057F-FBD67DAE931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46367" y="2087302"/>
                  <a:ext cx="254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6E0FBA-965B-1E34-B6AA-AF69EF8055C1}"/>
                    </a:ext>
                  </a:extLst>
                </p14:cNvPr>
                <p14:cNvContentPartPr/>
                <p14:nvPr/>
              </p14:nvContentPartPr>
              <p14:xfrm>
                <a:off x="1869647" y="2206102"/>
                <a:ext cx="185760" cy="201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6E0FBA-965B-1E34-B6AA-AF69EF8055C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52007" y="2188102"/>
                  <a:ext cx="221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0FDAFE4-550E-5631-BC9B-43B81902684B}"/>
                    </a:ext>
                  </a:extLst>
                </p14:cNvPr>
                <p14:cNvContentPartPr/>
                <p14:nvPr/>
              </p14:nvContentPartPr>
              <p14:xfrm>
                <a:off x="2269607" y="2111062"/>
                <a:ext cx="110520" cy="33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0FDAFE4-550E-5631-BC9B-43B81902684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51967" y="2093062"/>
                  <a:ext cx="146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04B603-3112-CBC4-8E4B-3BD487AC9776}"/>
                    </a:ext>
                  </a:extLst>
                </p14:cNvPr>
                <p14:cNvContentPartPr/>
                <p14:nvPr/>
              </p14:nvContentPartPr>
              <p14:xfrm>
                <a:off x="2279687" y="2159662"/>
                <a:ext cx="200160" cy="84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04B603-3112-CBC4-8E4B-3BD487AC977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62047" y="2142022"/>
                  <a:ext cx="235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ECA6D5-8EB0-E565-E1CB-E0A7D599CD00}"/>
                    </a:ext>
                  </a:extLst>
                </p14:cNvPr>
                <p14:cNvContentPartPr/>
                <p14:nvPr/>
              </p14:nvContentPartPr>
              <p14:xfrm>
                <a:off x="2234687" y="1945822"/>
                <a:ext cx="2671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ECA6D5-8EB0-E565-E1CB-E0A7D599CD0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17047" y="1928182"/>
                  <a:ext cx="3027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CB2AD39-51CF-8657-E6C9-42D91F846AA4}"/>
              </a:ext>
            </a:extLst>
          </p:cNvPr>
          <p:cNvGrpSpPr/>
          <p:nvPr/>
        </p:nvGrpSpPr>
        <p:grpSpPr>
          <a:xfrm>
            <a:off x="3371927" y="82102"/>
            <a:ext cx="988560" cy="435240"/>
            <a:chOff x="3371927" y="82102"/>
            <a:chExt cx="98856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8F58C93-430B-5EE7-20CE-48B3D7E30C74}"/>
                    </a:ext>
                  </a:extLst>
                </p14:cNvPr>
                <p14:cNvContentPartPr/>
                <p14:nvPr/>
              </p14:nvContentPartPr>
              <p14:xfrm>
                <a:off x="3371927" y="144022"/>
                <a:ext cx="182880" cy="355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8F58C93-430B-5EE7-20CE-48B3D7E30C7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54287" y="126022"/>
                  <a:ext cx="2185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F34B104-86F3-C005-C471-A873F5124B19}"/>
                    </a:ext>
                  </a:extLst>
                </p14:cNvPr>
                <p14:cNvContentPartPr/>
                <p14:nvPr/>
              </p14:nvContentPartPr>
              <p14:xfrm>
                <a:off x="3703127" y="200182"/>
                <a:ext cx="156960" cy="219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34B104-86F3-C005-C471-A873F5124B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85127" y="182182"/>
                  <a:ext cx="192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BAEC68E-DA0A-7E07-85DC-2F35F3106220}"/>
                    </a:ext>
                  </a:extLst>
                </p14:cNvPr>
                <p14:cNvContentPartPr/>
                <p14:nvPr/>
              </p14:nvContentPartPr>
              <p14:xfrm>
                <a:off x="4014167" y="147262"/>
                <a:ext cx="9720" cy="190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BAEC68E-DA0A-7E07-85DC-2F35F310622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96167" y="129262"/>
                  <a:ext cx="45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1FF007E-C97C-1502-4B0B-1F780C20EA0E}"/>
                    </a:ext>
                  </a:extLst>
                </p14:cNvPr>
                <p14:cNvContentPartPr/>
                <p14:nvPr/>
              </p14:nvContentPartPr>
              <p14:xfrm>
                <a:off x="3998327" y="163462"/>
                <a:ext cx="160560" cy="199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1FF007E-C97C-1502-4B0B-1F780C20EA0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80687" y="145462"/>
                  <a:ext cx="196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5D38F97-D5F1-8EC7-E98F-4BAC25FCFACC}"/>
                    </a:ext>
                  </a:extLst>
                </p14:cNvPr>
                <p14:cNvContentPartPr/>
                <p14:nvPr/>
              </p14:nvContentPartPr>
              <p14:xfrm>
                <a:off x="4221167" y="82102"/>
                <a:ext cx="139320" cy="435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5D38F97-D5F1-8EC7-E98F-4BAC25FCFAC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03527" y="64462"/>
                  <a:ext cx="174960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A91AE41-38CB-B899-9E23-6FC87180F87F}"/>
              </a:ext>
            </a:extLst>
          </p:cNvPr>
          <p:cNvGrpSpPr/>
          <p:nvPr/>
        </p:nvGrpSpPr>
        <p:grpSpPr>
          <a:xfrm>
            <a:off x="3236207" y="1758262"/>
            <a:ext cx="1071360" cy="921240"/>
            <a:chOff x="3236207" y="1758262"/>
            <a:chExt cx="1071360" cy="92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3284748-06BF-4D10-313E-1D9FC02B9EC4}"/>
                    </a:ext>
                  </a:extLst>
                </p14:cNvPr>
                <p14:cNvContentPartPr/>
                <p14:nvPr/>
              </p14:nvContentPartPr>
              <p14:xfrm>
                <a:off x="3236207" y="1958782"/>
                <a:ext cx="196200" cy="511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3284748-06BF-4D10-313E-1D9FC02B9EC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18567" y="1940782"/>
                  <a:ext cx="2318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B5B8419-752B-98C0-E132-750DDC0DB51E}"/>
                    </a:ext>
                  </a:extLst>
                </p14:cNvPr>
                <p14:cNvContentPartPr/>
                <p14:nvPr/>
              </p14:nvContentPartPr>
              <p14:xfrm>
                <a:off x="3532847" y="2073982"/>
                <a:ext cx="174240" cy="271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B5B8419-752B-98C0-E132-750DDC0DB51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15207" y="2055982"/>
                  <a:ext cx="2098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E07F98-E1C5-74D2-39E3-D9DA4F4ADA66}"/>
                    </a:ext>
                  </a:extLst>
                </p14:cNvPr>
                <p14:cNvContentPartPr/>
                <p14:nvPr/>
              </p14:nvContentPartPr>
              <p14:xfrm>
                <a:off x="3547607" y="2224102"/>
                <a:ext cx="138960" cy="57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E07F98-E1C5-74D2-39E3-D9DA4F4ADA6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29967" y="2206102"/>
                  <a:ext cx="174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24FD64F-B850-1F22-0DC1-7AD4F092BF81}"/>
                    </a:ext>
                  </a:extLst>
                </p14:cNvPr>
                <p14:cNvContentPartPr/>
                <p14:nvPr/>
              </p14:nvContentPartPr>
              <p14:xfrm>
                <a:off x="3897887" y="2080462"/>
                <a:ext cx="22680" cy="205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24FD64F-B850-1F22-0DC1-7AD4F092BF8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79887" y="2062822"/>
                  <a:ext cx="583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348B717-A208-7C03-138C-689F6C899CFE}"/>
                    </a:ext>
                  </a:extLst>
                </p14:cNvPr>
                <p14:cNvContentPartPr/>
                <p14:nvPr/>
              </p14:nvContentPartPr>
              <p14:xfrm>
                <a:off x="3863687" y="2080462"/>
                <a:ext cx="224640" cy="274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348B717-A208-7C03-138C-689F6C899CF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46047" y="2062822"/>
                  <a:ext cx="2602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8845432-65C7-92CE-E4F2-357F2EAB4CAC}"/>
                    </a:ext>
                  </a:extLst>
                </p14:cNvPr>
                <p14:cNvContentPartPr/>
                <p14:nvPr/>
              </p14:nvContentPartPr>
              <p14:xfrm>
                <a:off x="4100567" y="1758262"/>
                <a:ext cx="207000" cy="921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8845432-65C7-92CE-E4F2-357F2EAB4CA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82927" y="1740622"/>
                  <a:ext cx="242640" cy="9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62DE70A-0DAC-FDE7-03B4-F9C46D724095}"/>
              </a:ext>
            </a:extLst>
          </p:cNvPr>
          <p:cNvGrpSpPr/>
          <p:nvPr/>
        </p:nvGrpSpPr>
        <p:grpSpPr>
          <a:xfrm>
            <a:off x="559247" y="2851582"/>
            <a:ext cx="904680" cy="561240"/>
            <a:chOff x="559247" y="2851582"/>
            <a:chExt cx="904680" cy="56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496D13F-5B4C-94C9-6ED0-A61338DFACE2}"/>
                    </a:ext>
                  </a:extLst>
                </p14:cNvPr>
                <p14:cNvContentPartPr/>
                <p14:nvPr/>
              </p14:nvContentPartPr>
              <p14:xfrm>
                <a:off x="559247" y="2851582"/>
                <a:ext cx="58320" cy="419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496D13F-5B4C-94C9-6ED0-A61338DFACE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1247" y="2833582"/>
                  <a:ext cx="939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458E4B9-006A-F220-14CF-398106FA6AE9}"/>
                    </a:ext>
                  </a:extLst>
                </p14:cNvPr>
                <p14:cNvContentPartPr/>
                <p14:nvPr/>
              </p14:nvContentPartPr>
              <p14:xfrm>
                <a:off x="750047" y="3007462"/>
                <a:ext cx="112320" cy="222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458E4B9-006A-F220-14CF-398106FA6AE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2407" y="2989462"/>
                  <a:ext cx="147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1FA1184-EBE5-FA29-1243-CED29A945537}"/>
                    </a:ext>
                  </a:extLst>
                </p14:cNvPr>
                <p14:cNvContentPartPr/>
                <p14:nvPr/>
              </p14:nvContentPartPr>
              <p14:xfrm>
                <a:off x="967487" y="3212302"/>
                <a:ext cx="35280" cy="176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1FA1184-EBE5-FA29-1243-CED29A9455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49487" y="3194662"/>
                  <a:ext cx="70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76D7388-9551-BF68-D567-1E577D36DEEF}"/>
                    </a:ext>
                  </a:extLst>
                </p14:cNvPr>
                <p14:cNvContentPartPr/>
                <p14:nvPr/>
              </p14:nvContentPartPr>
              <p14:xfrm>
                <a:off x="1101047" y="3052822"/>
                <a:ext cx="138960" cy="222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76D7388-9551-BF68-D567-1E577D36DE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83047" y="3034822"/>
                  <a:ext cx="174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2BDB21D-C568-688D-EC48-A837FC082085}"/>
                    </a:ext>
                  </a:extLst>
                </p14:cNvPr>
                <p14:cNvContentPartPr/>
                <p14:nvPr/>
              </p14:nvContentPartPr>
              <p14:xfrm>
                <a:off x="1306247" y="2906662"/>
                <a:ext cx="157680" cy="506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2BDB21D-C568-688D-EC48-A837FC08208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88607" y="2889022"/>
                  <a:ext cx="193320" cy="54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E0E9300-BACE-CF79-49B9-345FD19396B7}"/>
                  </a:ext>
                </a:extLst>
              </p14:cNvPr>
              <p14:cNvContentPartPr/>
              <p14:nvPr/>
            </p14:nvContentPartPr>
            <p14:xfrm>
              <a:off x="2698007" y="2880382"/>
              <a:ext cx="233640" cy="3340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E0E9300-BACE-CF79-49B9-345FD19396B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680007" y="2862742"/>
                <a:ext cx="269280" cy="36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9927E04-AF86-A129-D403-2D048D5AC363}"/>
              </a:ext>
            </a:extLst>
          </p:cNvPr>
          <p:cNvGrpSpPr/>
          <p:nvPr/>
        </p:nvGrpSpPr>
        <p:grpSpPr>
          <a:xfrm>
            <a:off x="3243767" y="2876062"/>
            <a:ext cx="278280" cy="327600"/>
            <a:chOff x="3243767" y="2876062"/>
            <a:chExt cx="27828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B05ADE0-73C3-78D2-A28E-20CC6424DBCA}"/>
                    </a:ext>
                  </a:extLst>
                </p14:cNvPr>
                <p14:cNvContentPartPr/>
                <p14:nvPr/>
              </p14:nvContentPartPr>
              <p14:xfrm>
                <a:off x="3243767" y="2876062"/>
                <a:ext cx="250560" cy="20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B05ADE0-73C3-78D2-A28E-20CC6424DBC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26127" y="2858422"/>
                  <a:ext cx="286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3F69824-DF1B-D496-5F99-B8BCC78733E9}"/>
                    </a:ext>
                  </a:extLst>
                </p14:cNvPr>
                <p14:cNvContentPartPr/>
                <p14:nvPr/>
              </p14:nvContentPartPr>
              <p14:xfrm>
                <a:off x="3305327" y="3161542"/>
                <a:ext cx="216720" cy="42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3F69824-DF1B-D496-5F99-B8BCC78733E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287687" y="3143902"/>
                  <a:ext cx="25236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3252CF4-C4B6-665C-B833-A00BFB4FF355}"/>
                  </a:ext>
                </a:extLst>
              </p14:cNvPr>
              <p14:cNvContentPartPr/>
              <p14:nvPr/>
            </p14:nvContentPartPr>
            <p14:xfrm>
              <a:off x="3828407" y="2842942"/>
              <a:ext cx="30960" cy="3722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3252CF4-C4B6-665C-B833-A00BFB4FF35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810767" y="2825302"/>
                <a:ext cx="6660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C52901A-31AF-EC08-46E1-3AEF9CE5F77C}"/>
                  </a:ext>
                </a:extLst>
              </p14:cNvPr>
              <p14:cNvContentPartPr/>
              <p14:nvPr/>
            </p14:nvContentPartPr>
            <p14:xfrm>
              <a:off x="4491527" y="3160102"/>
              <a:ext cx="4680" cy="46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C52901A-31AF-EC08-46E1-3AEF9CE5F77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473527" y="3142102"/>
                <a:ext cx="4032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2D8A6D0-A330-461D-D023-20FCF69105D1}"/>
              </a:ext>
            </a:extLst>
          </p:cNvPr>
          <p:cNvGrpSpPr/>
          <p:nvPr/>
        </p:nvGrpSpPr>
        <p:grpSpPr>
          <a:xfrm>
            <a:off x="5864567" y="2716942"/>
            <a:ext cx="952560" cy="402840"/>
            <a:chOff x="5864567" y="2716942"/>
            <a:chExt cx="95256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806D4EE-9BD5-A3E4-CF72-C5579D801FD3}"/>
                    </a:ext>
                  </a:extLst>
                </p14:cNvPr>
                <p14:cNvContentPartPr/>
                <p14:nvPr/>
              </p14:nvContentPartPr>
              <p14:xfrm>
                <a:off x="5864567" y="2716942"/>
                <a:ext cx="416520" cy="60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806D4EE-9BD5-A3E4-CF72-C5579D801FD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46927" y="2698942"/>
                  <a:ext cx="452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C961A07-A324-4F6F-CF91-81F90E4B79B2}"/>
                    </a:ext>
                  </a:extLst>
                </p14:cNvPr>
                <p14:cNvContentPartPr/>
                <p14:nvPr/>
              </p14:nvContentPartPr>
              <p14:xfrm>
                <a:off x="6093167" y="2738902"/>
                <a:ext cx="33120" cy="380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C961A07-A324-4F6F-CF91-81F90E4B79B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75167" y="2720902"/>
                  <a:ext cx="687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F4E42D5-F993-7760-3856-6576EAE2008D}"/>
                    </a:ext>
                  </a:extLst>
                </p14:cNvPr>
                <p14:cNvContentPartPr/>
                <p14:nvPr/>
              </p14:nvContentPartPr>
              <p14:xfrm>
                <a:off x="6252647" y="2757622"/>
                <a:ext cx="271800" cy="315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F4E42D5-F993-7760-3856-6576EAE2008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34647" y="2739982"/>
                  <a:ext cx="3074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0052496-F7D6-533C-59E2-E2D3F4879BFE}"/>
                    </a:ext>
                  </a:extLst>
                </p14:cNvPr>
                <p14:cNvContentPartPr/>
                <p14:nvPr/>
              </p14:nvContentPartPr>
              <p14:xfrm>
                <a:off x="6527687" y="2739262"/>
                <a:ext cx="11520" cy="36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0052496-F7D6-533C-59E2-E2D3F4879B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510047" y="2721262"/>
                  <a:ext cx="47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BFA5459-9374-7C0C-2D8D-797E9D2B6920}"/>
                    </a:ext>
                  </a:extLst>
                </p14:cNvPr>
                <p14:cNvContentPartPr/>
                <p14:nvPr/>
              </p14:nvContentPartPr>
              <p14:xfrm>
                <a:off x="6614807" y="2898022"/>
                <a:ext cx="202320" cy="15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BFA5459-9374-7C0C-2D8D-797E9D2B692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97167" y="2880022"/>
                  <a:ext cx="23796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C6BBA80-6A3E-DA04-3A07-3FDC3FFBECAD}"/>
              </a:ext>
            </a:extLst>
          </p:cNvPr>
          <p:cNvGrpSpPr/>
          <p:nvPr/>
        </p:nvGrpSpPr>
        <p:grpSpPr>
          <a:xfrm>
            <a:off x="7393127" y="2444422"/>
            <a:ext cx="1903320" cy="916200"/>
            <a:chOff x="7393127" y="2444422"/>
            <a:chExt cx="1903320" cy="91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117D164-1A77-E61E-7504-75622E1BAFEF}"/>
                    </a:ext>
                  </a:extLst>
                </p14:cNvPr>
                <p14:cNvContentPartPr/>
                <p14:nvPr/>
              </p14:nvContentPartPr>
              <p14:xfrm>
                <a:off x="7393127" y="2778862"/>
                <a:ext cx="453240" cy="581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117D164-1A77-E61E-7504-75622E1BAFE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75127" y="2760862"/>
                  <a:ext cx="48888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D441E0C-F07D-9212-38AE-306E4D163F69}"/>
                    </a:ext>
                  </a:extLst>
                </p14:cNvPr>
                <p14:cNvContentPartPr/>
                <p14:nvPr/>
              </p14:nvContentPartPr>
              <p14:xfrm>
                <a:off x="7956527" y="2796862"/>
                <a:ext cx="290880" cy="178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D441E0C-F07D-9212-38AE-306E4D163F6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938527" y="2778862"/>
                  <a:ext cx="326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478D5E3-B2E9-EB8C-1E11-F1A947C52868}"/>
                    </a:ext>
                  </a:extLst>
                </p14:cNvPr>
                <p14:cNvContentPartPr/>
                <p14:nvPr/>
              </p14:nvContentPartPr>
              <p14:xfrm>
                <a:off x="8295287" y="2773102"/>
                <a:ext cx="253800" cy="149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478D5E3-B2E9-EB8C-1E11-F1A947C5286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77647" y="2755102"/>
                  <a:ext cx="2894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34EBDEB-86AD-B695-62C5-24EFFE149ABE}"/>
                    </a:ext>
                  </a:extLst>
                </p14:cNvPr>
                <p14:cNvContentPartPr/>
                <p14:nvPr/>
              </p14:nvContentPartPr>
              <p14:xfrm>
                <a:off x="8587607" y="2444422"/>
                <a:ext cx="74880" cy="513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34EBDEB-86AD-B695-62C5-24EFFE149AB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569607" y="2426422"/>
                  <a:ext cx="11052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F211829-EF5A-47A1-C29C-2414D6F596DC}"/>
                    </a:ext>
                  </a:extLst>
                </p14:cNvPr>
                <p14:cNvContentPartPr/>
                <p14:nvPr/>
              </p14:nvContentPartPr>
              <p14:xfrm>
                <a:off x="8761127" y="2757262"/>
                <a:ext cx="49320" cy="127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F211829-EF5A-47A1-C29C-2414D6F596D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43127" y="2739262"/>
                  <a:ext cx="84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1AD027D-F1D2-F6D2-6BB8-FC69BAB89C07}"/>
                    </a:ext>
                  </a:extLst>
                </p14:cNvPr>
                <p14:cNvContentPartPr/>
                <p14:nvPr/>
              </p14:nvContentPartPr>
              <p14:xfrm>
                <a:off x="8891087" y="2754022"/>
                <a:ext cx="142560" cy="1501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1AD027D-F1D2-F6D2-6BB8-FC69BAB89C0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73447" y="2736382"/>
                  <a:ext cx="178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59EE251-A9F4-EA3F-495F-0928B83558B4}"/>
                    </a:ext>
                  </a:extLst>
                </p14:cNvPr>
                <p14:cNvContentPartPr/>
                <p14:nvPr/>
              </p14:nvContentPartPr>
              <p14:xfrm>
                <a:off x="9121127" y="2755102"/>
                <a:ext cx="175320" cy="140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59EE251-A9F4-EA3F-495F-0928B83558B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03127" y="2737102"/>
                  <a:ext cx="210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8DE3A2D-8F7E-3FB2-59C5-1169E8275130}"/>
                    </a:ext>
                  </a:extLst>
                </p14:cNvPr>
                <p14:cNvContentPartPr/>
                <p14:nvPr/>
              </p14:nvContentPartPr>
              <p14:xfrm>
                <a:off x="8957327" y="2533702"/>
                <a:ext cx="101520" cy="28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8DE3A2D-8F7E-3FB2-59C5-1169E827513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39687" y="2516062"/>
                  <a:ext cx="1371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E2842B0-6187-3EF6-0BD5-2E92F34D1596}"/>
                    </a:ext>
                  </a:extLst>
                </p14:cNvPr>
                <p14:cNvContentPartPr/>
                <p14:nvPr/>
              </p14:nvContentPartPr>
              <p14:xfrm>
                <a:off x="8603447" y="2678062"/>
                <a:ext cx="321480" cy="42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E2842B0-6187-3EF6-0BD5-2E92F34D159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585447" y="2660062"/>
                  <a:ext cx="3571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62E3A07-1A00-C166-0E8B-DC271639D758}"/>
              </a:ext>
            </a:extLst>
          </p:cNvPr>
          <p:cNvGrpSpPr/>
          <p:nvPr/>
        </p:nvGrpSpPr>
        <p:grpSpPr>
          <a:xfrm>
            <a:off x="10016087" y="2733502"/>
            <a:ext cx="234360" cy="213120"/>
            <a:chOff x="10016087" y="2733502"/>
            <a:chExt cx="23436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6ADA63A-B820-2875-BEE6-5E89E5A7DEEA}"/>
                    </a:ext>
                  </a:extLst>
                </p14:cNvPr>
                <p14:cNvContentPartPr/>
                <p14:nvPr/>
              </p14:nvContentPartPr>
              <p14:xfrm>
                <a:off x="10016087" y="2733502"/>
                <a:ext cx="28080" cy="196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6ADA63A-B820-2875-BEE6-5E89E5A7DEE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98087" y="2715862"/>
                  <a:ext cx="63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2B391B3-2256-A50B-1862-F4BCB25D9F40}"/>
                    </a:ext>
                  </a:extLst>
                </p14:cNvPr>
                <p14:cNvContentPartPr/>
                <p14:nvPr/>
              </p14:nvContentPartPr>
              <p14:xfrm>
                <a:off x="10100327" y="2747182"/>
                <a:ext cx="150120" cy="199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2B391B3-2256-A50B-1862-F4BCB25D9F4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082327" y="2729182"/>
                  <a:ext cx="18576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6B06CA3-09F8-FC50-0730-7BD3A4552CE0}"/>
                  </a:ext>
                </a:extLst>
              </p14:cNvPr>
              <p14:cNvContentPartPr/>
              <p14:nvPr/>
            </p14:nvContentPartPr>
            <p14:xfrm>
              <a:off x="10082327" y="2571502"/>
              <a:ext cx="19440" cy="201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6B06CA3-09F8-FC50-0730-7BD3A4552CE0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064327" y="2553862"/>
                <a:ext cx="5508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FABFB44-242C-A360-5E97-276000E3BC0D}"/>
              </a:ext>
            </a:extLst>
          </p:cNvPr>
          <p:cNvGrpSpPr/>
          <p:nvPr/>
        </p:nvGrpSpPr>
        <p:grpSpPr>
          <a:xfrm>
            <a:off x="10656527" y="2387542"/>
            <a:ext cx="1500120" cy="778680"/>
            <a:chOff x="10656527" y="2387542"/>
            <a:chExt cx="1500120" cy="77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8F34F2E-E786-97CC-AC8B-45D37E131EC2}"/>
                    </a:ext>
                  </a:extLst>
                </p14:cNvPr>
                <p14:cNvContentPartPr/>
                <p14:nvPr/>
              </p14:nvContentPartPr>
              <p14:xfrm>
                <a:off x="10656527" y="2679502"/>
                <a:ext cx="151560" cy="245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8F34F2E-E786-97CC-AC8B-45D37E131EC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638527" y="2661862"/>
                  <a:ext cx="187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F062510-8151-B1A6-C103-8E875A3501A7}"/>
                    </a:ext>
                  </a:extLst>
                </p14:cNvPr>
                <p14:cNvContentPartPr/>
                <p14:nvPr/>
              </p14:nvContentPartPr>
              <p14:xfrm>
                <a:off x="10836527" y="2493382"/>
                <a:ext cx="402840" cy="417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F062510-8151-B1A6-C103-8E875A3501A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18527" y="2475382"/>
                  <a:ext cx="4384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5983153-24A6-3706-9D5D-922473045DBD}"/>
                    </a:ext>
                  </a:extLst>
                </p14:cNvPr>
                <p14:cNvContentPartPr/>
                <p14:nvPr/>
              </p14:nvContentPartPr>
              <p14:xfrm>
                <a:off x="11296247" y="2557462"/>
                <a:ext cx="4680" cy="1177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5983153-24A6-3706-9D5D-922473045D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78607" y="2539462"/>
                  <a:ext cx="40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5F79F14-7EC0-CF52-AAD6-5420498D5F0C}"/>
                    </a:ext>
                  </a:extLst>
                </p14:cNvPr>
                <p14:cNvContentPartPr/>
                <p14:nvPr/>
              </p14:nvContentPartPr>
              <p14:xfrm>
                <a:off x="10914647" y="2643502"/>
                <a:ext cx="147600" cy="21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5F79F14-7EC0-CF52-AAD6-5420498D5F0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897007" y="2625502"/>
                  <a:ext cx="183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E4AF851-E3DE-B84A-61FB-37DD7CC85C51}"/>
                    </a:ext>
                  </a:extLst>
                </p14:cNvPr>
                <p14:cNvContentPartPr/>
                <p14:nvPr/>
              </p14:nvContentPartPr>
              <p14:xfrm>
                <a:off x="11321087" y="2675182"/>
                <a:ext cx="155160" cy="220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E4AF851-E3DE-B84A-61FB-37DD7CC85C5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303087" y="2657542"/>
                  <a:ext cx="1908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1120883-543B-2064-A437-EB4C6B5E8446}"/>
                    </a:ext>
                  </a:extLst>
                </p14:cNvPr>
                <p14:cNvContentPartPr/>
                <p14:nvPr/>
              </p14:nvContentPartPr>
              <p14:xfrm>
                <a:off x="11397047" y="2402302"/>
                <a:ext cx="225360" cy="763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1120883-543B-2064-A437-EB4C6B5E84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379407" y="2384662"/>
                  <a:ext cx="26100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71F6101-8EB2-212A-EC72-D7047968529D}"/>
                    </a:ext>
                  </a:extLst>
                </p14:cNvPr>
                <p14:cNvContentPartPr/>
                <p14:nvPr/>
              </p14:nvContentPartPr>
              <p14:xfrm>
                <a:off x="11401007" y="2802262"/>
                <a:ext cx="217440" cy="110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71F6101-8EB2-212A-EC72-D7047968529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383007" y="2784622"/>
                  <a:ext cx="253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ECB0FCD-09A8-CB5C-6C44-721F96932805}"/>
                    </a:ext>
                  </a:extLst>
                </p14:cNvPr>
                <p14:cNvContentPartPr/>
                <p14:nvPr/>
              </p14:nvContentPartPr>
              <p14:xfrm>
                <a:off x="11660207" y="2701102"/>
                <a:ext cx="43560" cy="162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ECB0FCD-09A8-CB5C-6C44-721F9693280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642567" y="2683462"/>
                  <a:ext cx="79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9860599-E1F9-8722-5BE3-056E597E16AB}"/>
                    </a:ext>
                  </a:extLst>
                </p14:cNvPr>
                <p14:cNvContentPartPr/>
                <p14:nvPr/>
              </p14:nvContentPartPr>
              <p14:xfrm>
                <a:off x="11711327" y="2599582"/>
                <a:ext cx="29880" cy="51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9860599-E1F9-8722-5BE3-056E597E16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693687" y="2581582"/>
                  <a:ext cx="65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E9C78A1-295D-9E33-4CC3-E37FDB479FC3}"/>
                    </a:ext>
                  </a:extLst>
                </p14:cNvPr>
                <p14:cNvContentPartPr/>
                <p14:nvPr/>
              </p14:nvContentPartPr>
              <p14:xfrm>
                <a:off x="11771807" y="2725222"/>
                <a:ext cx="103320" cy="131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E9C78A1-295D-9E33-4CC3-E37FDB479FC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754167" y="2707582"/>
                  <a:ext cx="138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CB14AD5-B2D6-8A24-CBC9-1DAB00A1F05A}"/>
                    </a:ext>
                  </a:extLst>
                </p14:cNvPr>
                <p14:cNvContentPartPr/>
                <p14:nvPr/>
              </p14:nvContentPartPr>
              <p14:xfrm>
                <a:off x="11930927" y="2387542"/>
                <a:ext cx="225720" cy="498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CB14AD5-B2D6-8A24-CBC9-1DAB00A1F0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12927" y="2369902"/>
                  <a:ext cx="261360" cy="53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E7BF536-F526-D428-8295-ADAF126C25C2}"/>
              </a:ext>
            </a:extLst>
          </p:cNvPr>
          <p:cNvGrpSpPr/>
          <p:nvPr/>
        </p:nvGrpSpPr>
        <p:grpSpPr>
          <a:xfrm>
            <a:off x="7109807" y="2824582"/>
            <a:ext cx="292680" cy="189000"/>
            <a:chOff x="7109807" y="2824582"/>
            <a:chExt cx="29268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457899D-F34B-000A-9A3D-6D263B5A2938}"/>
                    </a:ext>
                  </a:extLst>
                </p14:cNvPr>
                <p14:cNvContentPartPr/>
                <p14:nvPr/>
              </p14:nvContentPartPr>
              <p14:xfrm>
                <a:off x="7109807" y="2829262"/>
                <a:ext cx="12240" cy="1843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457899D-F34B-000A-9A3D-6D263B5A29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91807" y="2811622"/>
                  <a:ext cx="478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2C67FDC-AF2B-206C-4A06-BA334D890630}"/>
                    </a:ext>
                  </a:extLst>
                </p14:cNvPr>
                <p14:cNvContentPartPr/>
                <p14:nvPr/>
              </p14:nvContentPartPr>
              <p14:xfrm>
                <a:off x="7200527" y="2824582"/>
                <a:ext cx="201960" cy="176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2C67FDC-AF2B-206C-4A06-BA334D89063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82887" y="2806582"/>
                  <a:ext cx="237600" cy="21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F0BF24C-1AEF-DD70-825D-A946321FDC24}"/>
                  </a:ext>
                </a:extLst>
              </p14:cNvPr>
              <p14:cNvContentPartPr/>
              <p14:nvPr/>
            </p14:nvContentPartPr>
            <p14:xfrm>
              <a:off x="7064807" y="2655022"/>
              <a:ext cx="57600" cy="158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F0BF24C-1AEF-DD70-825D-A946321FDC2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047167" y="2637022"/>
                <a:ext cx="93240" cy="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8315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6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2026-03-18T05:46:01Z</dcterms:created>
  <dcterms:modified xsi:type="dcterms:W3CDTF">2026-03-18T10:29:28Z</dcterms:modified>
</cp:coreProperties>
</file>